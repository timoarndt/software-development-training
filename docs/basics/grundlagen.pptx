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6" r:id="rId2"/>
    <p:sldId id="282" r:id="rId3"/>
    <p:sldId id="258" r:id="rId4"/>
    <p:sldId id="283" r:id="rId5"/>
    <p:sldId id="264" r:id="rId6"/>
    <p:sldId id="284" r:id="rId7"/>
    <p:sldId id="267" r:id="rId8"/>
    <p:sldId id="285" r:id="rId9"/>
    <p:sldId id="277" r:id="rId10"/>
    <p:sldId id="286" r:id="rId11"/>
    <p:sldId id="287" r:id="rId12"/>
    <p:sldId id="288" r:id="rId13"/>
    <p:sldId id="271" r:id="rId14"/>
    <p:sldId id="289" r:id="rId15"/>
    <p:sldId id="278" r:id="rId16"/>
    <p:sldId id="296" r:id="rId17"/>
    <p:sldId id="297" r:id="rId18"/>
    <p:sldId id="298" r:id="rId19"/>
    <p:sldId id="299" r:id="rId20"/>
    <p:sldId id="279" r:id="rId21"/>
    <p:sldId id="300" r:id="rId22"/>
    <p:sldId id="301" r:id="rId23"/>
    <p:sldId id="302" r:id="rId24"/>
    <p:sldId id="280" r:id="rId25"/>
    <p:sldId id="304" r:id="rId26"/>
    <p:sldId id="305" r:id="rId27"/>
    <p:sldId id="306" r:id="rId28"/>
    <p:sldId id="307" r:id="rId29"/>
    <p:sldId id="281" r:id="rId30"/>
    <p:sldId id="308" r:id="rId31"/>
    <p:sldId id="309" r:id="rId32"/>
    <p:sldId id="311" r:id="rId33"/>
    <p:sldId id="310" r:id="rId34"/>
    <p:sldId id="312" r:id="rId35"/>
    <p:sldId id="313" r:id="rId36"/>
    <p:sldId id="314" r:id="rId37"/>
    <p:sldId id="295" r:id="rId38"/>
  </p:sldIdLst>
  <p:sldSz cx="12192000" cy="6858000"/>
  <p:notesSz cx="6858000" cy="9144000"/>
  <p:custDataLst>
    <p:tags r:id="rId41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0066"/>
    <a:srgbClr val="E300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94660"/>
  </p:normalViewPr>
  <p:slideViewPr>
    <p:cSldViewPr snapToGrid="0" showGuides="1">
      <p:cViewPr varScale="1">
        <p:scale>
          <a:sx n="146" d="100"/>
          <a:sy n="146" d="100"/>
        </p:scale>
        <p:origin x="2994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 varScale="1">
      <p:scale>
        <a:sx n="1" d="1"/>
        <a:sy n="1" d="1"/>
      </p:scale>
      <p:origin x="0" y="-19332"/>
    </p:cViewPr>
  </p:sorterViewPr>
  <p:notesViewPr>
    <p:cSldViewPr snapToGrid="0" showGuides="1">
      <p:cViewPr>
        <p:scale>
          <a:sx n="100" d="100"/>
          <a:sy n="100" d="100"/>
        </p:scale>
        <p:origin x="2616" y="-10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6FC65A0-8324-4D23-9AE4-FBA61BE779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D33EE7C-464C-26EA-9FD8-795AC49214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773964-D988-443E-926B-F2B743CC671A}" type="datetimeFigureOut">
              <a:rPr lang="en-US" smtClean="0">
                <a:solidFill>
                  <a:schemeClr val="tx2"/>
                </a:solidFill>
              </a:rPr>
              <a:t>1/12/2026</a:t>
            </a:fld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5CD97BE-439A-3645-C9EF-FBC31D45DCC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2BF3448-A7A3-C893-37F0-5C9C988AC6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C6DBA6-41ED-4210-8A06-B98CFE871B6E}" type="slidenum">
              <a:rPr lang="en-US" smtClean="0">
                <a:solidFill>
                  <a:schemeClr val="tx2"/>
                </a:solidFill>
              </a:rPr>
              <a:t>‹Nr.›</a:t>
            </a:fld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631094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77080AC-08E7-4E65-B4DA-DE2188CA0ED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9525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3978CD9B-0921-411A-836A-540AE1EB831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645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80000" indent="-180000" algn="l" defTabSz="914400" rtl="0" eaLnBrk="1" latinLnBrk="0" hangingPunct="1">
      <a:buClr>
        <a:schemeClr val="tx1"/>
      </a:buClr>
      <a:buFont typeface="Arial" panose="020B0604020202020204" pitchFamily="34" charset="0"/>
      <a:buChar char="•"/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30000" indent="-179388" algn="l" defTabSz="914400" rtl="0" eaLnBrk="1" latinLnBrk="0" hangingPunct="1">
      <a:buClr>
        <a:schemeClr val="tx1"/>
      </a:buClr>
      <a:buFont typeface="Hind" panose="02000000000000000000" pitchFamily="2" charset="0"/>
      <a:buChar char="॰"/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810000" indent="-179388" algn="l" defTabSz="914400" rtl="0" eaLnBrk="1" latinLnBrk="0" hangingPunct="1">
      <a:buClr>
        <a:schemeClr val="tx1"/>
      </a:buClr>
      <a:buFont typeface="Hind" panose="02000000000000000000" pitchFamily="2" charset="0"/>
      <a:buChar char="॰"/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990000" indent="-179388" algn="l" defTabSz="914400" rtl="0" eaLnBrk="1" latinLnBrk="0" hangingPunct="1">
      <a:buClr>
        <a:schemeClr val="tx1"/>
      </a:buClr>
      <a:buFont typeface="Hind" panose="02000000000000000000" pitchFamily="2" charset="0"/>
      <a:buChar char="॰"/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170000" indent="-179388" algn="l" defTabSz="914400" rtl="0" eaLnBrk="1" latinLnBrk="0" hangingPunct="1">
      <a:buClr>
        <a:schemeClr val="tx1"/>
      </a:buClr>
      <a:buFont typeface="Hind" panose="02000000000000000000" pitchFamily="2" charset="0"/>
      <a:buChar char="॰"/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https://survey.stackoverflow.co/2025/technology/#most-popular-technologies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8CD9B-0921-411A-836A-540AE1EB831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312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4" Type="http://schemas.openxmlformats.org/officeDocument/2006/relationships/image" Target="../media/image1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4" Type="http://schemas.openxmlformats.org/officeDocument/2006/relationships/image" Target="../media/image2.emf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4" Type="http://schemas.openxmlformats.org/officeDocument/2006/relationships/image" Target="../media/image1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4" Type="http://schemas.openxmlformats.org/officeDocument/2006/relationships/image" Target="../media/image1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4" Type="http://schemas.openxmlformats.org/officeDocument/2006/relationships/image" Target="../media/image1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4" Type="http://schemas.openxmlformats.org/officeDocument/2006/relationships/image" Target="../media/image1.emf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, kurz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85E126B-08A1-DA47-4A9A-6BB3BB7E633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51058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hteck 21">
            <a:extLst>
              <a:ext uri="{FF2B5EF4-FFF2-40B4-BE49-F238E27FC236}">
                <a16:creationId xmlns:a16="http://schemas.microsoft.com/office/drawing/2014/main" id="{824E0FD8-8C35-4688-8D07-75D10A332885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CD4306A-EA89-ED66-FE51-8D7EB48773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95325" y="2410631"/>
            <a:ext cx="10440985" cy="1558119"/>
          </a:xfrm>
        </p:spPr>
        <p:txBody>
          <a:bodyPr vert="horz" lIns="0" tIns="0" rIns="0" bIns="0" anchor="b">
            <a:noAutofit/>
          </a:bodyPr>
          <a:lstStyle>
            <a:lvl1pPr algn="l">
              <a:lnSpc>
                <a:spcPts val="6000"/>
              </a:lnSpc>
              <a:defRPr sz="5500">
                <a:solidFill>
                  <a:schemeClr val="tx1"/>
                </a:solidFill>
              </a:defRPr>
            </a:lvl1pPr>
          </a:lstStyle>
          <a:p>
            <a:r>
              <a:rPr lang="de-DE" noProof="0" dirty="0"/>
              <a:t>Dies ist eine zweizeilige</a:t>
            </a:r>
            <a:br>
              <a:rPr lang="de-DE" noProof="0" dirty="0"/>
            </a:br>
            <a:r>
              <a:rPr lang="de-DE" noProof="0" dirty="0"/>
              <a:t>Headline. Direkt für Dich.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00106E3-D028-3E0A-88D1-5AC2B5D663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95325" y="4041775"/>
            <a:ext cx="10440983" cy="615553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 dirty="0"/>
              <a:t>Vor- und Nachname (ggf. Position) </a:t>
            </a:r>
            <a:br>
              <a:rPr lang="de-DE" noProof="0" dirty="0"/>
            </a:br>
            <a:r>
              <a:rPr lang="de-DE" noProof="0" dirty="0"/>
              <a:t>Stand: Datum (ggf. mit Ort) | weitere Infos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FB01E1C5-1EA4-ED79-07AA-2361F8712538}"/>
              </a:ext>
            </a:extLst>
          </p:cNvPr>
          <p:cNvGrpSpPr/>
          <p:nvPr userDrawn="1"/>
        </p:nvGrpSpPr>
        <p:grpSpPr bwMode="gray">
          <a:xfrm>
            <a:off x="9477719" y="5543790"/>
            <a:ext cx="2269032" cy="866534"/>
            <a:chOff x="8613546" y="1519134"/>
            <a:chExt cx="1716214" cy="655415"/>
          </a:xfrm>
          <a:solidFill>
            <a:schemeClr val="tx1"/>
          </a:solidFill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A833B58-CF64-BA1A-23CF-39FCC1747314}"/>
                </a:ext>
              </a:extLst>
            </p:cNvPr>
            <p:cNvSpPr/>
            <p:nvPr/>
          </p:nvSpPr>
          <p:spPr bwMode="gray">
            <a:xfrm>
              <a:off x="8824239" y="1611050"/>
              <a:ext cx="119561" cy="155638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E7B9E-4EDD-DAF7-A165-941A8585E19A}"/>
                </a:ext>
              </a:extLst>
            </p:cNvPr>
            <p:cNvSpPr/>
            <p:nvPr/>
          </p:nvSpPr>
          <p:spPr bwMode="gray">
            <a:xfrm>
              <a:off x="8759564" y="1600477"/>
              <a:ext cx="38004" cy="176784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C15A4BE-4E0A-68C8-DBF1-AE5098A1C74D}"/>
                </a:ext>
              </a:extLst>
            </p:cNvPr>
            <p:cNvSpPr/>
            <p:nvPr/>
          </p:nvSpPr>
          <p:spPr bwMode="gray">
            <a:xfrm>
              <a:off x="8613546" y="1611050"/>
              <a:ext cx="121158" cy="155638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4596F0F-8377-9076-15EC-C210DB95787F}"/>
                </a:ext>
              </a:extLst>
            </p:cNvPr>
            <p:cNvSpPr/>
            <p:nvPr/>
          </p:nvSpPr>
          <p:spPr bwMode="gray">
            <a:xfrm>
              <a:off x="8640025" y="1786977"/>
              <a:ext cx="277082" cy="71627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EA4F8A3E-653A-3F5F-7ABE-E2D7357143A3}"/>
                </a:ext>
              </a:extLst>
            </p:cNvPr>
            <p:cNvSpPr/>
            <p:nvPr/>
          </p:nvSpPr>
          <p:spPr bwMode="gray">
            <a:xfrm>
              <a:off x="8640025" y="1519134"/>
              <a:ext cx="276987" cy="71627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88DB7933-0D24-A244-96B4-A1F7E5003D41}"/>
                </a:ext>
              </a:extLst>
            </p:cNvPr>
            <p:cNvSpPr/>
            <p:nvPr/>
          </p:nvSpPr>
          <p:spPr bwMode="gray">
            <a:xfrm>
              <a:off x="9029502" y="2052915"/>
              <a:ext cx="1025080" cy="121634"/>
            </a:xfrm>
            <a:custGeom>
              <a:avLst/>
              <a:gdLst>
                <a:gd name="connsiteX0" fmla="*/ 1005459 w 1025080"/>
                <a:gd name="connsiteY0" fmla="*/ 111347 h 121634"/>
                <a:gd name="connsiteX1" fmla="*/ 1015270 w 1025080"/>
                <a:gd name="connsiteY1" fmla="*/ 121158 h 121634"/>
                <a:gd name="connsiteX2" fmla="*/ 1025080 w 1025080"/>
                <a:gd name="connsiteY2" fmla="*/ 111347 h 121634"/>
                <a:gd name="connsiteX3" fmla="*/ 1015270 w 1025080"/>
                <a:gd name="connsiteY3" fmla="*/ 101536 h 121634"/>
                <a:gd name="connsiteX4" fmla="*/ 1005459 w 1025080"/>
                <a:gd name="connsiteY4" fmla="*/ 111347 h 121634"/>
                <a:gd name="connsiteX5" fmla="*/ 933831 w 1025080"/>
                <a:gd name="connsiteY5" fmla="*/ 2000 h 121634"/>
                <a:gd name="connsiteX6" fmla="*/ 920782 w 1025080"/>
                <a:gd name="connsiteY6" fmla="*/ 2000 h 121634"/>
                <a:gd name="connsiteX7" fmla="*/ 920782 w 1025080"/>
                <a:gd name="connsiteY7" fmla="*/ 119825 h 121634"/>
                <a:gd name="connsiteX8" fmla="*/ 933831 w 1025080"/>
                <a:gd name="connsiteY8" fmla="*/ 119825 h 121634"/>
                <a:gd name="connsiteX9" fmla="*/ 933831 w 1025080"/>
                <a:gd name="connsiteY9" fmla="*/ 73628 h 121634"/>
                <a:gd name="connsiteX10" fmla="*/ 957167 w 1025080"/>
                <a:gd name="connsiteY10" fmla="*/ 45910 h 121634"/>
                <a:gd name="connsiteX11" fmla="*/ 974312 w 1025080"/>
                <a:gd name="connsiteY11" fmla="*/ 65056 h 121634"/>
                <a:gd name="connsiteX12" fmla="*/ 974312 w 1025080"/>
                <a:gd name="connsiteY12" fmla="*/ 119729 h 121634"/>
                <a:gd name="connsiteX13" fmla="*/ 987457 w 1025080"/>
                <a:gd name="connsiteY13" fmla="*/ 119729 h 121634"/>
                <a:gd name="connsiteX14" fmla="*/ 987457 w 1025080"/>
                <a:gd name="connsiteY14" fmla="*/ 61913 h 121634"/>
                <a:gd name="connsiteX15" fmla="*/ 960406 w 1025080"/>
                <a:gd name="connsiteY15" fmla="*/ 34099 h 121634"/>
                <a:gd name="connsiteX16" fmla="*/ 933736 w 1025080"/>
                <a:gd name="connsiteY16" fmla="*/ 49911 h 121634"/>
                <a:gd name="connsiteX17" fmla="*/ 933736 w 1025080"/>
                <a:gd name="connsiteY17" fmla="*/ 1905 h 121634"/>
                <a:gd name="connsiteX18" fmla="*/ 853440 w 1025080"/>
                <a:gd name="connsiteY18" fmla="*/ 78010 h 121634"/>
                <a:gd name="connsiteX19" fmla="*/ 884968 w 1025080"/>
                <a:gd name="connsiteY19" fmla="*/ 45815 h 121634"/>
                <a:gd name="connsiteX20" fmla="*/ 902970 w 1025080"/>
                <a:gd name="connsiteY20" fmla="*/ 50959 h 121634"/>
                <a:gd name="connsiteX21" fmla="*/ 902970 w 1025080"/>
                <a:gd name="connsiteY21" fmla="*/ 38481 h 121634"/>
                <a:gd name="connsiteX22" fmla="*/ 883634 w 1025080"/>
                <a:gd name="connsiteY22" fmla="*/ 33814 h 121634"/>
                <a:gd name="connsiteX23" fmla="*/ 839819 w 1025080"/>
                <a:gd name="connsiteY23" fmla="*/ 77819 h 121634"/>
                <a:gd name="connsiteX24" fmla="*/ 883349 w 1025080"/>
                <a:gd name="connsiteY24" fmla="*/ 121634 h 121634"/>
                <a:gd name="connsiteX25" fmla="*/ 903065 w 1025080"/>
                <a:gd name="connsiteY25" fmla="*/ 116777 h 121634"/>
                <a:gd name="connsiteX26" fmla="*/ 903065 w 1025080"/>
                <a:gd name="connsiteY26" fmla="*/ 104299 h 121634"/>
                <a:gd name="connsiteX27" fmla="*/ 885063 w 1025080"/>
                <a:gd name="connsiteY27" fmla="*/ 109823 h 121634"/>
                <a:gd name="connsiteX28" fmla="*/ 853535 w 1025080"/>
                <a:gd name="connsiteY28" fmla="*/ 78010 h 121634"/>
                <a:gd name="connsiteX29" fmla="*/ 806387 w 1025080"/>
                <a:gd name="connsiteY29" fmla="*/ 8858 h 121634"/>
                <a:gd name="connsiteX30" fmla="*/ 814864 w 1025080"/>
                <a:gd name="connsiteY30" fmla="*/ 17335 h 121634"/>
                <a:gd name="connsiteX31" fmla="*/ 823532 w 1025080"/>
                <a:gd name="connsiteY31" fmla="*/ 8858 h 121634"/>
                <a:gd name="connsiteX32" fmla="*/ 814864 w 1025080"/>
                <a:gd name="connsiteY32" fmla="*/ 191 h 121634"/>
                <a:gd name="connsiteX33" fmla="*/ 806387 w 1025080"/>
                <a:gd name="connsiteY33" fmla="*/ 8858 h 121634"/>
                <a:gd name="connsiteX34" fmla="*/ 808387 w 1025080"/>
                <a:gd name="connsiteY34" fmla="*/ 119920 h 121634"/>
                <a:gd name="connsiteX35" fmla="*/ 821531 w 1025080"/>
                <a:gd name="connsiteY35" fmla="*/ 119920 h 121634"/>
                <a:gd name="connsiteX36" fmla="*/ 821531 w 1025080"/>
                <a:gd name="connsiteY36" fmla="*/ 35433 h 121634"/>
                <a:gd name="connsiteX37" fmla="*/ 808387 w 1025080"/>
                <a:gd name="connsiteY37" fmla="*/ 35433 h 121634"/>
                <a:gd name="connsiteX38" fmla="*/ 808387 w 1025080"/>
                <a:gd name="connsiteY38" fmla="*/ 119920 h 121634"/>
                <a:gd name="connsiteX39" fmla="*/ 698945 w 1025080"/>
                <a:gd name="connsiteY39" fmla="*/ 7525 h 121634"/>
                <a:gd name="connsiteX40" fmla="*/ 698945 w 1025080"/>
                <a:gd name="connsiteY40" fmla="*/ 119920 h 121634"/>
                <a:gd name="connsiteX41" fmla="*/ 732949 w 1025080"/>
                <a:gd name="connsiteY41" fmla="*/ 119920 h 121634"/>
                <a:gd name="connsiteX42" fmla="*/ 788956 w 1025080"/>
                <a:gd name="connsiteY42" fmla="*/ 62865 h 121634"/>
                <a:gd name="connsiteX43" fmla="*/ 732282 w 1025080"/>
                <a:gd name="connsiteY43" fmla="*/ 7525 h 121634"/>
                <a:gd name="connsiteX44" fmla="*/ 698945 w 1025080"/>
                <a:gd name="connsiteY44" fmla="*/ 7525 h 121634"/>
                <a:gd name="connsiteX45" fmla="*/ 712661 w 1025080"/>
                <a:gd name="connsiteY45" fmla="*/ 108013 h 121634"/>
                <a:gd name="connsiteX46" fmla="*/ 712661 w 1025080"/>
                <a:gd name="connsiteY46" fmla="*/ 19526 h 121634"/>
                <a:gd name="connsiteX47" fmla="*/ 732187 w 1025080"/>
                <a:gd name="connsiteY47" fmla="*/ 19526 h 121634"/>
                <a:gd name="connsiteX48" fmla="*/ 775049 w 1025080"/>
                <a:gd name="connsiteY48" fmla="*/ 62865 h 121634"/>
                <a:gd name="connsiteX49" fmla="*/ 732854 w 1025080"/>
                <a:gd name="connsiteY49" fmla="*/ 108013 h 121634"/>
                <a:gd name="connsiteX50" fmla="*/ 712661 w 1025080"/>
                <a:gd name="connsiteY50" fmla="*/ 108013 h 121634"/>
                <a:gd name="connsiteX51" fmla="*/ 616268 w 1025080"/>
                <a:gd name="connsiteY51" fmla="*/ 35338 h 121634"/>
                <a:gd name="connsiteX52" fmla="*/ 603218 w 1025080"/>
                <a:gd name="connsiteY52" fmla="*/ 35338 h 121634"/>
                <a:gd name="connsiteX53" fmla="*/ 603028 w 1025080"/>
                <a:gd name="connsiteY53" fmla="*/ 119825 h 121634"/>
                <a:gd name="connsiteX54" fmla="*/ 616172 w 1025080"/>
                <a:gd name="connsiteY54" fmla="*/ 119825 h 121634"/>
                <a:gd name="connsiteX55" fmla="*/ 616172 w 1025080"/>
                <a:gd name="connsiteY55" fmla="*/ 73628 h 121634"/>
                <a:gd name="connsiteX56" fmla="*/ 636651 w 1025080"/>
                <a:gd name="connsiteY56" fmla="*/ 46577 h 121634"/>
                <a:gd name="connsiteX57" fmla="*/ 643795 w 1025080"/>
                <a:gd name="connsiteY57" fmla="*/ 47720 h 121634"/>
                <a:gd name="connsiteX58" fmla="*/ 643795 w 1025080"/>
                <a:gd name="connsiteY58" fmla="*/ 34671 h 121634"/>
                <a:gd name="connsiteX59" fmla="*/ 639128 w 1025080"/>
                <a:gd name="connsiteY59" fmla="*/ 34385 h 121634"/>
                <a:gd name="connsiteX60" fmla="*/ 616077 w 1025080"/>
                <a:gd name="connsiteY60" fmla="*/ 50101 h 121634"/>
                <a:gd name="connsiteX61" fmla="*/ 616077 w 1025080"/>
                <a:gd name="connsiteY61" fmla="*/ 35243 h 121634"/>
                <a:gd name="connsiteX62" fmla="*/ 566738 w 1025080"/>
                <a:gd name="connsiteY62" fmla="*/ 35338 h 121634"/>
                <a:gd name="connsiteX63" fmla="*/ 566738 w 1025080"/>
                <a:gd name="connsiteY63" fmla="*/ 81820 h 121634"/>
                <a:gd name="connsiteX64" fmla="*/ 543687 w 1025080"/>
                <a:gd name="connsiteY64" fmla="*/ 108966 h 121634"/>
                <a:gd name="connsiteX65" fmla="*/ 526352 w 1025080"/>
                <a:gd name="connsiteY65" fmla="*/ 90106 h 121634"/>
                <a:gd name="connsiteX66" fmla="*/ 526352 w 1025080"/>
                <a:gd name="connsiteY66" fmla="*/ 35243 h 121634"/>
                <a:gd name="connsiteX67" fmla="*/ 513207 w 1025080"/>
                <a:gd name="connsiteY67" fmla="*/ 35243 h 121634"/>
                <a:gd name="connsiteX68" fmla="*/ 513207 w 1025080"/>
                <a:gd name="connsiteY68" fmla="*/ 93440 h 121634"/>
                <a:gd name="connsiteX69" fmla="*/ 540258 w 1025080"/>
                <a:gd name="connsiteY69" fmla="*/ 120777 h 121634"/>
                <a:gd name="connsiteX70" fmla="*/ 566738 w 1025080"/>
                <a:gd name="connsiteY70" fmla="*/ 105156 h 121634"/>
                <a:gd name="connsiteX71" fmla="*/ 566738 w 1025080"/>
                <a:gd name="connsiteY71" fmla="*/ 119825 h 121634"/>
                <a:gd name="connsiteX72" fmla="*/ 579882 w 1025080"/>
                <a:gd name="connsiteY72" fmla="*/ 119825 h 121634"/>
                <a:gd name="connsiteX73" fmla="*/ 579882 w 1025080"/>
                <a:gd name="connsiteY73" fmla="*/ 35338 h 121634"/>
                <a:gd name="connsiteX74" fmla="*/ 566738 w 1025080"/>
                <a:gd name="connsiteY74" fmla="*/ 35338 h 121634"/>
                <a:gd name="connsiteX75" fmla="*/ 530352 w 1025080"/>
                <a:gd name="connsiteY75" fmla="*/ 22289 h 121634"/>
                <a:gd name="connsiteX76" fmla="*/ 538829 w 1025080"/>
                <a:gd name="connsiteY76" fmla="*/ 13621 h 121634"/>
                <a:gd name="connsiteX77" fmla="*/ 530352 w 1025080"/>
                <a:gd name="connsiteY77" fmla="*/ 5144 h 121634"/>
                <a:gd name="connsiteX78" fmla="*/ 521684 w 1025080"/>
                <a:gd name="connsiteY78" fmla="*/ 13621 h 121634"/>
                <a:gd name="connsiteX79" fmla="*/ 530352 w 1025080"/>
                <a:gd name="connsiteY79" fmla="*/ 22289 h 121634"/>
                <a:gd name="connsiteX80" fmla="*/ 563880 w 1025080"/>
                <a:gd name="connsiteY80" fmla="*/ 22289 h 121634"/>
                <a:gd name="connsiteX81" fmla="*/ 572548 w 1025080"/>
                <a:gd name="connsiteY81" fmla="*/ 13621 h 121634"/>
                <a:gd name="connsiteX82" fmla="*/ 563880 w 1025080"/>
                <a:gd name="connsiteY82" fmla="*/ 5144 h 121634"/>
                <a:gd name="connsiteX83" fmla="*/ 555403 w 1025080"/>
                <a:gd name="connsiteY83" fmla="*/ 13621 h 121634"/>
                <a:gd name="connsiteX84" fmla="*/ 563880 w 1025080"/>
                <a:gd name="connsiteY84" fmla="*/ 22289 h 121634"/>
                <a:gd name="connsiteX85" fmla="*/ 500348 w 1025080"/>
                <a:gd name="connsiteY85" fmla="*/ 1905 h 121634"/>
                <a:gd name="connsiteX86" fmla="*/ 492157 w 1025080"/>
                <a:gd name="connsiteY86" fmla="*/ 762 h 121634"/>
                <a:gd name="connsiteX87" fmla="*/ 467297 w 1025080"/>
                <a:gd name="connsiteY87" fmla="*/ 27432 h 121634"/>
                <a:gd name="connsiteX88" fmla="*/ 467297 w 1025080"/>
                <a:gd name="connsiteY88" fmla="*/ 35243 h 121634"/>
                <a:gd name="connsiteX89" fmla="*/ 452819 w 1025080"/>
                <a:gd name="connsiteY89" fmla="*/ 35243 h 121634"/>
                <a:gd name="connsiteX90" fmla="*/ 452819 w 1025080"/>
                <a:gd name="connsiteY90" fmla="*/ 45910 h 121634"/>
                <a:gd name="connsiteX91" fmla="*/ 467297 w 1025080"/>
                <a:gd name="connsiteY91" fmla="*/ 45910 h 121634"/>
                <a:gd name="connsiteX92" fmla="*/ 467297 w 1025080"/>
                <a:gd name="connsiteY92" fmla="*/ 119729 h 121634"/>
                <a:gd name="connsiteX93" fmla="*/ 480441 w 1025080"/>
                <a:gd name="connsiteY93" fmla="*/ 119729 h 121634"/>
                <a:gd name="connsiteX94" fmla="*/ 480441 w 1025080"/>
                <a:gd name="connsiteY94" fmla="*/ 45910 h 121634"/>
                <a:gd name="connsiteX95" fmla="*/ 499110 w 1025080"/>
                <a:gd name="connsiteY95" fmla="*/ 45910 h 121634"/>
                <a:gd name="connsiteX96" fmla="*/ 499110 w 1025080"/>
                <a:gd name="connsiteY96" fmla="*/ 35243 h 121634"/>
                <a:gd name="connsiteX97" fmla="*/ 480441 w 1025080"/>
                <a:gd name="connsiteY97" fmla="*/ 35243 h 121634"/>
                <a:gd name="connsiteX98" fmla="*/ 480441 w 1025080"/>
                <a:gd name="connsiteY98" fmla="*/ 27527 h 121634"/>
                <a:gd name="connsiteX99" fmla="*/ 492633 w 1025080"/>
                <a:gd name="connsiteY99" fmla="*/ 12573 h 121634"/>
                <a:gd name="connsiteX100" fmla="*/ 500253 w 1025080"/>
                <a:gd name="connsiteY100" fmla="*/ 13906 h 121634"/>
                <a:gd name="connsiteX101" fmla="*/ 500253 w 1025080"/>
                <a:gd name="connsiteY101" fmla="*/ 1905 h 121634"/>
                <a:gd name="connsiteX102" fmla="*/ 375952 w 1025080"/>
                <a:gd name="connsiteY102" fmla="*/ 45910 h 121634"/>
                <a:gd name="connsiteX103" fmla="*/ 399288 w 1025080"/>
                <a:gd name="connsiteY103" fmla="*/ 45910 h 121634"/>
                <a:gd name="connsiteX104" fmla="*/ 399288 w 1025080"/>
                <a:gd name="connsiteY104" fmla="*/ 35243 h 121634"/>
                <a:gd name="connsiteX105" fmla="*/ 375952 w 1025080"/>
                <a:gd name="connsiteY105" fmla="*/ 35243 h 121634"/>
                <a:gd name="connsiteX106" fmla="*/ 375952 w 1025080"/>
                <a:gd name="connsiteY106" fmla="*/ 14192 h 121634"/>
                <a:gd name="connsiteX107" fmla="*/ 362807 w 1025080"/>
                <a:gd name="connsiteY107" fmla="*/ 14192 h 121634"/>
                <a:gd name="connsiteX108" fmla="*/ 362807 w 1025080"/>
                <a:gd name="connsiteY108" fmla="*/ 35243 h 121634"/>
                <a:gd name="connsiteX109" fmla="*/ 349282 w 1025080"/>
                <a:gd name="connsiteY109" fmla="*/ 35243 h 121634"/>
                <a:gd name="connsiteX110" fmla="*/ 349282 w 1025080"/>
                <a:gd name="connsiteY110" fmla="*/ 45910 h 121634"/>
                <a:gd name="connsiteX111" fmla="*/ 362807 w 1025080"/>
                <a:gd name="connsiteY111" fmla="*/ 45910 h 121634"/>
                <a:gd name="connsiteX112" fmla="*/ 362807 w 1025080"/>
                <a:gd name="connsiteY112" fmla="*/ 95059 h 121634"/>
                <a:gd name="connsiteX113" fmla="*/ 387858 w 1025080"/>
                <a:gd name="connsiteY113" fmla="*/ 120586 h 121634"/>
                <a:gd name="connsiteX114" fmla="*/ 400241 w 1025080"/>
                <a:gd name="connsiteY114" fmla="*/ 117634 h 121634"/>
                <a:gd name="connsiteX115" fmla="*/ 400241 w 1025080"/>
                <a:gd name="connsiteY115" fmla="*/ 105156 h 121634"/>
                <a:gd name="connsiteX116" fmla="*/ 388715 w 1025080"/>
                <a:gd name="connsiteY116" fmla="*/ 108966 h 121634"/>
                <a:gd name="connsiteX117" fmla="*/ 376047 w 1025080"/>
                <a:gd name="connsiteY117" fmla="*/ 95440 h 121634"/>
                <a:gd name="connsiteX118" fmla="*/ 376047 w 1025080"/>
                <a:gd name="connsiteY118" fmla="*/ 45910 h 121634"/>
                <a:gd name="connsiteX119" fmla="*/ 305086 w 1025080"/>
                <a:gd name="connsiteY119" fmla="*/ 75438 h 121634"/>
                <a:gd name="connsiteX120" fmla="*/ 338423 w 1025080"/>
                <a:gd name="connsiteY120" fmla="*/ 35243 h 121634"/>
                <a:gd name="connsiteX121" fmla="*/ 322707 w 1025080"/>
                <a:gd name="connsiteY121" fmla="*/ 35243 h 121634"/>
                <a:gd name="connsiteX122" fmla="*/ 289560 w 1025080"/>
                <a:gd name="connsiteY122" fmla="*/ 75438 h 121634"/>
                <a:gd name="connsiteX123" fmla="*/ 323564 w 1025080"/>
                <a:gd name="connsiteY123" fmla="*/ 119729 h 121634"/>
                <a:gd name="connsiteX124" fmla="*/ 339376 w 1025080"/>
                <a:gd name="connsiteY124" fmla="*/ 119729 h 121634"/>
                <a:gd name="connsiteX125" fmla="*/ 304991 w 1025080"/>
                <a:gd name="connsiteY125" fmla="*/ 75438 h 121634"/>
                <a:gd name="connsiteX126" fmla="*/ 274892 w 1025080"/>
                <a:gd name="connsiteY126" fmla="*/ 119729 h 121634"/>
                <a:gd name="connsiteX127" fmla="*/ 287941 w 1025080"/>
                <a:gd name="connsiteY127" fmla="*/ 119729 h 121634"/>
                <a:gd name="connsiteX128" fmla="*/ 287941 w 1025080"/>
                <a:gd name="connsiteY128" fmla="*/ 2572 h 121634"/>
                <a:gd name="connsiteX129" fmla="*/ 274892 w 1025080"/>
                <a:gd name="connsiteY129" fmla="*/ 2572 h 121634"/>
                <a:gd name="connsiteX130" fmla="*/ 274892 w 1025080"/>
                <a:gd name="connsiteY130" fmla="*/ 119729 h 121634"/>
                <a:gd name="connsiteX131" fmla="*/ 250317 w 1025080"/>
                <a:gd name="connsiteY131" fmla="*/ 103061 h 121634"/>
                <a:gd name="connsiteX132" fmla="*/ 227648 w 1025080"/>
                <a:gd name="connsiteY132" fmla="*/ 108871 h 121634"/>
                <a:gd name="connsiteX133" fmla="*/ 197168 w 1025080"/>
                <a:gd name="connsiteY133" fmla="*/ 83058 h 121634"/>
                <a:gd name="connsiteX134" fmla="*/ 254889 w 1025080"/>
                <a:gd name="connsiteY134" fmla="*/ 83058 h 121634"/>
                <a:gd name="connsiteX135" fmla="*/ 255746 w 1025080"/>
                <a:gd name="connsiteY135" fmla="*/ 73247 h 121634"/>
                <a:gd name="connsiteX136" fmla="*/ 221266 w 1025080"/>
                <a:gd name="connsiteY136" fmla="*/ 34195 h 121634"/>
                <a:gd name="connsiteX137" fmla="*/ 183737 w 1025080"/>
                <a:gd name="connsiteY137" fmla="*/ 77724 h 121634"/>
                <a:gd name="connsiteX138" fmla="*/ 226409 w 1025080"/>
                <a:gd name="connsiteY138" fmla="*/ 120586 h 121634"/>
                <a:gd name="connsiteX139" fmla="*/ 250412 w 1025080"/>
                <a:gd name="connsiteY139" fmla="*/ 115443 h 121634"/>
                <a:gd name="connsiteX140" fmla="*/ 250412 w 1025080"/>
                <a:gd name="connsiteY140" fmla="*/ 103156 h 121634"/>
                <a:gd name="connsiteX141" fmla="*/ 242506 w 1025080"/>
                <a:gd name="connsiteY141" fmla="*/ 72009 h 121634"/>
                <a:gd name="connsiteX142" fmla="*/ 197168 w 1025080"/>
                <a:gd name="connsiteY142" fmla="*/ 72009 h 121634"/>
                <a:gd name="connsiteX143" fmla="*/ 221171 w 1025080"/>
                <a:gd name="connsiteY143" fmla="*/ 45625 h 121634"/>
                <a:gd name="connsiteX144" fmla="*/ 242506 w 1025080"/>
                <a:gd name="connsiteY144" fmla="*/ 68675 h 121634"/>
                <a:gd name="connsiteX145" fmla="*/ 242506 w 1025080"/>
                <a:gd name="connsiteY145" fmla="*/ 72009 h 121634"/>
                <a:gd name="connsiteX146" fmla="*/ 148590 w 1025080"/>
                <a:gd name="connsiteY146" fmla="*/ 35147 h 121634"/>
                <a:gd name="connsiteX147" fmla="*/ 135541 w 1025080"/>
                <a:gd name="connsiteY147" fmla="*/ 35147 h 121634"/>
                <a:gd name="connsiteX148" fmla="*/ 135350 w 1025080"/>
                <a:gd name="connsiteY148" fmla="*/ 119634 h 121634"/>
                <a:gd name="connsiteX149" fmla="*/ 148495 w 1025080"/>
                <a:gd name="connsiteY149" fmla="*/ 119634 h 121634"/>
                <a:gd name="connsiteX150" fmla="*/ 148495 w 1025080"/>
                <a:gd name="connsiteY150" fmla="*/ 73438 h 121634"/>
                <a:gd name="connsiteX151" fmla="*/ 168974 w 1025080"/>
                <a:gd name="connsiteY151" fmla="*/ 46387 h 121634"/>
                <a:gd name="connsiteX152" fmla="*/ 176117 w 1025080"/>
                <a:gd name="connsiteY152" fmla="*/ 47530 h 121634"/>
                <a:gd name="connsiteX153" fmla="*/ 176117 w 1025080"/>
                <a:gd name="connsiteY153" fmla="*/ 34480 h 121634"/>
                <a:gd name="connsiteX154" fmla="*/ 171450 w 1025080"/>
                <a:gd name="connsiteY154" fmla="*/ 34195 h 121634"/>
                <a:gd name="connsiteX155" fmla="*/ 148400 w 1025080"/>
                <a:gd name="connsiteY155" fmla="*/ 49911 h 121634"/>
                <a:gd name="connsiteX156" fmla="*/ 148400 w 1025080"/>
                <a:gd name="connsiteY156" fmla="*/ 35052 h 121634"/>
                <a:gd name="connsiteX157" fmla="*/ 96869 w 1025080"/>
                <a:gd name="connsiteY157" fmla="*/ 8668 h 121634"/>
                <a:gd name="connsiteX158" fmla="*/ 105347 w 1025080"/>
                <a:gd name="connsiteY158" fmla="*/ 17145 h 121634"/>
                <a:gd name="connsiteX159" fmla="*/ 114014 w 1025080"/>
                <a:gd name="connsiteY159" fmla="*/ 8668 h 121634"/>
                <a:gd name="connsiteX160" fmla="*/ 105347 w 1025080"/>
                <a:gd name="connsiteY160" fmla="*/ 0 h 121634"/>
                <a:gd name="connsiteX161" fmla="*/ 96869 w 1025080"/>
                <a:gd name="connsiteY161" fmla="*/ 8668 h 121634"/>
                <a:gd name="connsiteX162" fmla="*/ 98870 w 1025080"/>
                <a:gd name="connsiteY162" fmla="*/ 119729 h 121634"/>
                <a:gd name="connsiteX163" fmla="*/ 112014 w 1025080"/>
                <a:gd name="connsiteY163" fmla="*/ 119729 h 121634"/>
                <a:gd name="connsiteX164" fmla="*/ 112014 w 1025080"/>
                <a:gd name="connsiteY164" fmla="*/ 35243 h 121634"/>
                <a:gd name="connsiteX165" fmla="*/ 98870 w 1025080"/>
                <a:gd name="connsiteY165" fmla="*/ 35243 h 121634"/>
                <a:gd name="connsiteX166" fmla="*/ 98870 w 1025080"/>
                <a:gd name="connsiteY166" fmla="*/ 119729 h 121634"/>
                <a:gd name="connsiteX167" fmla="*/ 62103 w 1025080"/>
                <a:gd name="connsiteY167" fmla="*/ 1905 h 121634"/>
                <a:gd name="connsiteX168" fmla="*/ 62103 w 1025080"/>
                <a:gd name="connsiteY168" fmla="*/ 48101 h 121634"/>
                <a:gd name="connsiteX169" fmla="*/ 36386 w 1025080"/>
                <a:gd name="connsiteY169" fmla="*/ 33909 h 121634"/>
                <a:gd name="connsiteX170" fmla="*/ 0 w 1025080"/>
                <a:gd name="connsiteY170" fmla="*/ 78200 h 121634"/>
                <a:gd name="connsiteX171" fmla="*/ 36005 w 1025080"/>
                <a:gd name="connsiteY171" fmla="*/ 121063 h 121634"/>
                <a:gd name="connsiteX172" fmla="*/ 62008 w 1025080"/>
                <a:gd name="connsiteY172" fmla="*/ 107252 h 121634"/>
                <a:gd name="connsiteX173" fmla="*/ 62008 w 1025080"/>
                <a:gd name="connsiteY173" fmla="*/ 119729 h 121634"/>
                <a:gd name="connsiteX174" fmla="*/ 75152 w 1025080"/>
                <a:gd name="connsiteY174" fmla="*/ 119729 h 121634"/>
                <a:gd name="connsiteX175" fmla="*/ 75152 w 1025080"/>
                <a:gd name="connsiteY175" fmla="*/ 1905 h 121634"/>
                <a:gd name="connsiteX176" fmla="*/ 62008 w 1025080"/>
                <a:gd name="connsiteY176" fmla="*/ 1905 h 121634"/>
                <a:gd name="connsiteX177" fmla="*/ 37243 w 1025080"/>
                <a:gd name="connsiteY177" fmla="*/ 109061 h 121634"/>
                <a:gd name="connsiteX178" fmla="*/ 13716 w 1025080"/>
                <a:gd name="connsiteY178" fmla="*/ 78391 h 121634"/>
                <a:gd name="connsiteX179" fmla="*/ 38100 w 1025080"/>
                <a:gd name="connsiteY179" fmla="*/ 45910 h 121634"/>
                <a:gd name="connsiteX180" fmla="*/ 62103 w 1025080"/>
                <a:gd name="connsiteY180" fmla="*/ 76962 h 121634"/>
                <a:gd name="connsiteX181" fmla="*/ 37243 w 1025080"/>
                <a:gd name="connsiteY181" fmla="*/ 109156 h 121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</a:cxnLst>
              <a:rect l="l" t="t" r="r" b="b"/>
              <a:pathLst>
                <a:path w="1025080" h="121634">
                  <a:moveTo>
                    <a:pt x="1005459" y="111347"/>
                  </a:moveTo>
                  <a:cubicBezTo>
                    <a:pt x="1005459" y="116872"/>
                    <a:pt x="1009745" y="121158"/>
                    <a:pt x="1015270" y="121158"/>
                  </a:cubicBezTo>
                  <a:cubicBezTo>
                    <a:pt x="1020794" y="121158"/>
                    <a:pt x="1025080" y="116872"/>
                    <a:pt x="1025080" y="111347"/>
                  </a:cubicBezTo>
                  <a:cubicBezTo>
                    <a:pt x="1025080" y="105823"/>
                    <a:pt x="1020699" y="101536"/>
                    <a:pt x="1015270" y="101536"/>
                  </a:cubicBezTo>
                  <a:cubicBezTo>
                    <a:pt x="1009841" y="101536"/>
                    <a:pt x="1005459" y="105823"/>
                    <a:pt x="1005459" y="111347"/>
                  </a:cubicBezTo>
                  <a:moveTo>
                    <a:pt x="933831" y="2000"/>
                  </a:moveTo>
                  <a:lnTo>
                    <a:pt x="920782" y="2000"/>
                  </a:lnTo>
                  <a:lnTo>
                    <a:pt x="920782" y="119825"/>
                  </a:lnTo>
                  <a:lnTo>
                    <a:pt x="933831" y="119825"/>
                  </a:lnTo>
                  <a:lnTo>
                    <a:pt x="933831" y="73628"/>
                  </a:lnTo>
                  <a:cubicBezTo>
                    <a:pt x="933831" y="54578"/>
                    <a:pt x="946023" y="45910"/>
                    <a:pt x="957167" y="45910"/>
                  </a:cubicBezTo>
                  <a:cubicBezTo>
                    <a:pt x="966978" y="45910"/>
                    <a:pt x="974312" y="52388"/>
                    <a:pt x="974312" y="65056"/>
                  </a:cubicBezTo>
                  <a:lnTo>
                    <a:pt x="974312" y="119729"/>
                  </a:lnTo>
                  <a:lnTo>
                    <a:pt x="987457" y="119729"/>
                  </a:lnTo>
                  <a:lnTo>
                    <a:pt x="987457" y="61913"/>
                  </a:lnTo>
                  <a:cubicBezTo>
                    <a:pt x="987457" y="44768"/>
                    <a:pt x="976598" y="34099"/>
                    <a:pt x="960406" y="34099"/>
                  </a:cubicBezTo>
                  <a:cubicBezTo>
                    <a:pt x="947928" y="34099"/>
                    <a:pt x="938689" y="39433"/>
                    <a:pt x="933736" y="49911"/>
                  </a:cubicBezTo>
                  <a:lnTo>
                    <a:pt x="933736" y="1905"/>
                  </a:lnTo>
                  <a:close/>
                  <a:moveTo>
                    <a:pt x="853440" y="78010"/>
                  </a:moveTo>
                  <a:cubicBezTo>
                    <a:pt x="853440" y="60484"/>
                    <a:pt x="865251" y="45815"/>
                    <a:pt x="884968" y="45815"/>
                  </a:cubicBezTo>
                  <a:cubicBezTo>
                    <a:pt x="889921" y="45815"/>
                    <a:pt x="897826" y="47530"/>
                    <a:pt x="902970" y="50959"/>
                  </a:cubicBezTo>
                  <a:lnTo>
                    <a:pt x="902970" y="38481"/>
                  </a:lnTo>
                  <a:cubicBezTo>
                    <a:pt x="896684" y="34957"/>
                    <a:pt x="888778" y="33814"/>
                    <a:pt x="883634" y="33814"/>
                  </a:cubicBezTo>
                  <a:cubicBezTo>
                    <a:pt x="855250" y="33814"/>
                    <a:pt x="839819" y="55340"/>
                    <a:pt x="839819" y="77819"/>
                  </a:cubicBezTo>
                  <a:cubicBezTo>
                    <a:pt x="839819" y="100298"/>
                    <a:pt x="855440" y="121634"/>
                    <a:pt x="883349" y="121634"/>
                  </a:cubicBezTo>
                  <a:cubicBezTo>
                    <a:pt x="890016" y="121634"/>
                    <a:pt x="898398" y="119634"/>
                    <a:pt x="903065" y="116777"/>
                  </a:cubicBezTo>
                  <a:lnTo>
                    <a:pt x="903065" y="104299"/>
                  </a:lnTo>
                  <a:cubicBezTo>
                    <a:pt x="898588" y="107252"/>
                    <a:pt x="891540" y="109823"/>
                    <a:pt x="885063" y="109823"/>
                  </a:cubicBezTo>
                  <a:cubicBezTo>
                    <a:pt x="864013" y="109823"/>
                    <a:pt x="853726" y="94964"/>
                    <a:pt x="853535" y="78010"/>
                  </a:cubicBezTo>
                  <a:moveTo>
                    <a:pt x="806387" y="8858"/>
                  </a:moveTo>
                  <a:cubicBezTo>
                    <a:pt x="806387" y="13716"/>
                    <a:pt x="810006" y="17335"/>
                    <a:pt x="814864" y="17335"/>
                  </a:cubicBezTo>
                  <a:cubicBezTo>
                    <a:pt x="819722" y="17335"/>
                    <a:pt x="823532" y="13716"/>
                    <a:pt x="823532" y="8858"/>
                  </a:cubicBezTo>
                  <a:cubicBezTo>
                    <a:pt x="823532" y="4000"/>
                    <a:pt x="819722" y="191"/>
                    <a:pt x="814864" y="191"/>
                  </a:cubicBezTo>
                  <a:cubicBezTo>
                    <a:pt x="810006" y="191"/>
                    <a:pt x="806387" y="4000"/>
                    <a:pt x="806387" y="8858"/>
                  </a:cubicBezTo>
                  <a:moveTo>
                    <a:pt x="808387" y="119920"/>
                  </a:moveTo>
                  <a:lnTo>
                    <a:pt x="821531" y="119920"/>
                  </a:lnTo>
                  <a:lnTo>
                    <a:pt x="821531" y="35433"/>
                  </a:lnTo>
                  <a:lnTo>
                    <a:pt x="808387" y="35433"/>
                  </a:lnTo>
                  <a:lnTo>
                    <a:pt x="808387" y="119920"/>
                  </a:lnTo>
                  <a:close/>
                  <a:moveTo>
                    <a:pt x="698945" y="7525"/>
                  </a:moveTo>
                  <a:lnTo>
                    <a:pt x="698945" y="119920"/>
                  </a:lnTo>
                  <a:lnTo>
                    <a:pt x="732949" y="119920"/>
                  </a:lnTo>
                  <a:cubicBezTo>
                    <a:pt x="770001" y="119920"/>
                    <a:pt x="788956" y="93536"/>
                    <a:pt x="788956" y="62865"/>
                  </a:cubicBezTo>
                  <a:cubicBezTo>
                    <a:pt x="788956" y="30004"/>
                    <a:pt x="765239" y="7525"/>
                    <a:pt x="732282" y="7525"/>
                  </a:cubicBezTo>
                  <a:lnTo>
                    <a:pt x="698945" y="7525"/>
                  </a:lnTo>
                  <a:close/>
                  <a:moveTo>
                    <a:pt x="712661" y="108013"/>
                  </a:moveTo>
                  <a:lnTo>
                    <a:pt x="712661" y="19526"/>
                  </a:lnTo>
                  <a:lnTo>
                    <a:pt x="732187" y="19526"/>
                  </a:lnTo>
                  <a:cubicBezTo>
                    <a:pt x="758190" y="19526"/>
                    <a:pt x="775049" y="39052"/>
                    <a:pt x="775049" y="62865"/>
                  </a:cubicBezTo>
                  <a:cubicBezTo>
                    <a:pt x="775049" y="86677"/>
                    <a:pt x="762381" y="108013"/>
                    <a:pt x="732854" y="108013"/>
                  </a:cubicBezTo>
                  <a:lnTo>
                    <a:pt x="712661" y="108013"/>
                  </a:lnTo>
                  <a:close/>
                  <a:moveTo>
                    <a:pt x="616268" y="35338"/>
                  </a:moveTo>
                  <a:lnTo>
                    <a:pt x="603218" y="35338"/>
                  </a:lnTo>
                  <a:lnTo>
                    <a:pt x="603028" y="119825"/>
                  </a:lnTo>
                  <a:lnTo>
                    <a:pt x="616172" y="119825"/>
                  </a:lnTo>
                  <a:lnTo>
                    <a:pt x="616172" y="73628"/>
                  </a:lnTo>
                  <a:cubicBezTo>
                    <a:pt x="616172" y="60103"/>
                    <a:pt x="624364" y="46577"/>
                    <a:pt x="636651" y="46577"/>
                  </a:cubicBezTo>
                  <a:cubicBezTo>
                    <a:pt x="639128" y="46577"/>
                    <a:pt x="641318" y="46863"/>
                    <a:pt x="643795" y="47720"/>
                  </a:cubicBezTo>
                  <a:lnTo>
                    <a:pt x="643795" y="34671"/>
                  </a:lnTo>
                  <a:cubicBezTo>
                    <a:pt x="642080" y="34385"/>
                    <a:pt x="640652" y="34385"/>
                    <a:pt x="639128" y="34385"/>
                  </a:cubicBezTo>
                  <a:cubicBezTo>
                    <a:pt x="627317" y="34385"/>
                    <a:pt x="620078" y="40672"/>
                    <a:pt x="616077" y="50101"/>
                  </a:cubicBezTo>
                  <a:lnTo>
                    <a:pt x="616077" y="35243"/>
                  </a:lnTo>
                  <a:close/>
                  <a:moveTo>
                    <a:pt x="566738" y="35338"/>
                  </a:moveTo>
                  <a:lnTo>
                    <a:pt x="566738" y="81820"/>
                  </a:lnTo>
                  <a:cubicBezTo>
                    <a:pt x="566738" y="98679"/>
                    <a:pt x="557594" y="108966"/>
                    <a:pt x="543687" y="108966"/>
                  </a:cubicBezTo>
                  <a:cubicBezTo>
                    <a:pt x="533305" y="108966"/>
                    <a:pt x="526352" y="102679"/>
                    <a:pt x="526352" y="90106"/>
                  </a:cubicBezTo>
                  <a:lnTo>
                    <a:pt x="526352" y="35243"/>
                  </a:lnTo>
                  <a:lnTo>
                    <a:pt x="513207" y="35243"/>
                  </a:lnTo>
                  <a:lnTo>
                    <a:pt x="513207" y="93440"/>
                  </a:lnTo>
                  <a:cubicBezTo>
                    <a:pt x="513207" y="110109"/>
                    <a:pt x="523494" y="120777"/>
                    <a:pt x="540258" y="120777"/>
                  </a:cubicBezTo>
                  <a:cubicBezTo>
                    <a:pt x="552736" y="120777"/>
                    <a:pt x="562070" y="115919"/>
                    <a:pt x="566738" y="105156"/>
                  </a:cubicBezTo>
                  <a:lnTo>
                    <a:pt x="566738" y="119825"/>
                  </a:lnTo>
                  <a:lnTo>
                    <a:pt x="579882" y="119825"/>
                  </a:lnTo>
                  <a:lnTo>
                    <a:pt x="579882" y="35338"/>
                  </a:lnTo>
                  <a:lnTo>
                    <a:pt x="566738" y="35338"/>
                  </a:lnTo>
                  <a:close/>
                  <a:moveTo>
                    <a:pt x="530352" y="22289"/>
                  </a:moveTo>
                  <a:cubicBezTo>
                    <a:pt x="535210" y="22289"/>
                    <a:pt x="538829" y="18478"/>
                    <a:pt x="538829" y="13621"/>
                  </a:cubicBezTo>
                  <a:cubicBezTo>
                    <a:pt x="538829" y="8763"/>
                    <a:pt x="535210" y="5144"/>
                    <a:pt x="530352" y="5144"/>
                  </a:cubicBezTo>
                  <a:cubicBezTo>
                    <a:pt x="525494" y="5144"/>
                    <a:pt x="521684" y="8763"/>
                    <a:pt x="521684" y="13621"/>
                  </a:cubicBezTo>
                  <a:cubicBezTo>
                    <a:pt x="521684" y="18478"/>
                    <a:pt x="525304" y="22289"/>
                    <a:pt x="530352" y="22289"/>
                  </a:cubicBezTo>
                  <a:moveTo>
                    <a:pt x="563880" y="22289"/>
                  </a:moveTo>
                  <a:cubicBezTo>
                    <a:pt x="568833" y="22289"/>
                    <a:pt x="572548" y="18478"/>
                    <a:pt x="572548" y="13621"/>
                  </a:cubicBezTo>
                  <a:cubicBezTo>
                    <a:pt x="572548" y="8763"/>
                    <a:pt x="568928" y="5144"/>
                    <a:pt x="563880" y="5144"/>
                  </a:cubicBezTo>
                  <a:cubicBezTo>
                    <a:pt x="558832" y="5144"/>
                    <a:pt x="555403" y="8763"/>
                    <a:pt x="555403" y="13621"/>
                  </a:cubicBezTo>
                  <a:cubicBezTo>
                    <a:pt x="555403" y="18478"/>
                    <a:pt x="559022" y="22289"/>
                    <a:pt x="563880" y="22289"/>
                  </a:cubicBezTo>
                  <a:moveTo>
                    <a:pt x="500348" y="1905"/>
                  </a:moveTo>
                  <a:cubicBezTo>
                    <a:pt x="498062" y="1238"/>
                    <a:pt x="494348" y="762"/>
                    <a:pt x="492157" y="762"/>
                  </a:cubicBezTo>
                  <a:cubicBezTo>
                    <a:pt x="476345" y="762"/>
                    <a:pt x="467297" y="11240"/>
                    <a:pt x="467297" y="27432"/>
                  </a:cubicBezTo>
                  <a:lnTo>
                    <a:pt x="467297" y="35243"/>
                  </a:lnTo>
                  <a:lnTo>
                    <a:pt x="452819" y="35243"/>
                  </a:lnTo>
                  <a:lnTo>
                    <a:pt x="452819" y="45910"/>
                  </a:lnTo>
                  <a:lnTo>
                    <a:pt x="467297" y="45910"/>
                  </a:lnTo>
                  <a:lnTo>
                    <a:pt x="467297" y="119729"/>
                  </a:lnTo>
                  <a:lnTo>
                    <a:pt x="480441" y="119729"/>
                  </a:lnTo>
                  <a:lnTo>
                    <a:pt x="480441" y="45910"/>
                  </a:lnTo>
                  <a:lnTo>
                    <a:pt x="499110" y="45910"/>
                  </a:lnTo>
                  <a:lnTo>
                    <a:pt x="499110" y="35243"/>
                  </a:lnTo>
                  <a:lnTo>
                    <a:pt x="480441" y="35243"/>
                  </a:lnTo>
                  <a:lnTo>
                    <a:pt x="480441" y="27527"/>
                  </a:lnTo>
                  <a:cubicBezTo>
                    <a:pt x="480441" y="16573"/>
                    <a:pt x="486251" y="12573"/>
                    <a:pt x="492633" y="12573"/>
                  </a:cubicBezTo>
                  <a:cubicBezTo>
                    <a:pt x="495300" y="12573"/>
                    <a:pt x="497777" y="13049"/>
                    <a:pt x="500253" y="13906"/>
                  </a:cubicBezTo>
                  <a:lnTo>
                    <a:pt x="500253" y="1905"/>
                  </a:lnTo>
                  <a:close/>
                  <a:moveTo>
                    <a:pt x="375952" y="45910"/>
                  </a:moveTo>
                  <a:lnTo>
                    <a:pt x="399288" y="45910"/>
                  </a:lnTo>
                  <a:lnTo>
                    <a:pt x="399288" y="35243"/>
                  </a:lnTo>
                  <a:lnTo>
                    <a:pt x="375952" y="35243"/>
                  </a:lnTo>
                  <a:lnTo>
                    <a:pt x="375952" y="14192"/>
                  </a:lnTo>
                  <a:lnTo>
                    <a:pt x="362807" y="14192"/>
                  </a:lnTo>
                  <a:lnTo>
                    <a:pt x="362807" y="35243"/>
                  </a:lnTo>
                  <a:lnTo>
                    <a:pt x="349282" y="35243"/>
                  </a:lnTo>
                  <a:lnTo>
                    <a:pt x="349282" y="45910"/>
                  </a:lnTo>
                  <a:lnTo>
                    <a:pt x="362807" y="45910"/>
                  </a:lnTo>
                  <a:lnTo>
                    <a:pt x="362807" y="95059"/>
                  </a:lnTo>
                  <a:cubicBezTo>
                    <a:pt x="362807" y="111252"/>
                    <a:pt x="370142" y="120586"/>
                    <a:pt x="387858" y="120586"/>
                  </a:cubicBezTo>
                  <a:cubicBezTo>
                    <a:pt x="391382" y="120586"/>
                    <a:pt x="396907" y="119444"/>
                    <a:pt x="400241" y="117634"/>
                  </a:cubicBezTo>
                  <a:lnTo>
                    <a:pt x="400241" y="105156"/>
                  </a:lnTo>
                  <a:cubicBezTo>
                    <a:pt x="397383" y="107347"/>
                    <a:pt x="392906" y="108966"/>
                    <a:pt x="388715" y="108966"/>
                  </a:cubicBezTo>
                  <a:cubicBezTo>
                    <a:pt x="380238" y="108966"/>
                    <a:pt x="376047" y="104299"/>
                    <a:pt x="376047" y="95440"/>
                  </a:cubicBezTo>
                  <a:lnTo>
                    <a:pt x="376047" y="45910"/>
                  </a:lnTo>
                  <a:close/>
                  <a:moveTo>
                    <a:pt x="305086" y="75438"/>
                  </a:moveTo>
                  <a:lnTo>
                    <a:pt x="338423" y="35243"/>
                  </a:lnTo>
                  <a:lnTo>
                    <a:pt x="322707" y="35243"/>
                  </a:lnTo>
                  <a:lnTo>
                    <a:pt x="289560" y="75438"/>
                  </a:lnTo>
                  <a:lnTo>
                    <a:pt x="323564" y="119729"/>
                  </a:lnTo>
                  <a:lnTo>
                    <a:pt x="339376" y="119729"/>
                  </a:lnTo>
                  <a:lnTo>
                    <a:pt x="304991" y="75438"/>
                  </a:lnTo>
                  <a:close/>
                  <a:moveTo>
                    <a:pt x="274892" y="119729"/>
                  </a:moveTo>
                  <a:lnTo>
                    <a:pt x="287941" y="119729"/>
                  </a:lnTo>
                  <a:lnTo>
                    <a:pt x="287941" y="2572"/>
                  </a:lnTo>
                  <a:lnTo>
                    <a:pt x="274892" y="2572"/>
                  </a:lnTo>
                  <a:lnTo>
                    <a:pt x="274892" y="119729"/>
                  </a:lnTo>
                  <a:close/>
                  <a:moveTo>
                    <a:pt x="250317" y="103061"/>
                  </a:moveTo>
                  <a:cubicBezTo>
                    <a:pt x="244507" y="107061"/>
                    <a:pt x="235172" y="108871"/>
                    <a:pt x="227648" y="108871"/>
                  </a:cubicBezTo>
                  <a:cubicBezTo>
                    <a:pt x="210598" y="108871"/>
                    <a:pt x="199168" y="100013"/>
                    <a:pt x="197168" y="83058"/>
                  </a:cubicBezTo>
                  <a:lnTo>
                    <a:pt x="254889" y="83058"/>
                  </a:lnTo>
                  <a:cubicBezTo>
                    <a:pt x="255365" y="80391"/>
                    <a:pt x="255746" y="75438"/>
                    <a:pt x="255746" y="73247"/>
                  </a:cubicBezTo>
                  <a:cubicBezTo>
                    <a:pt x="255746" y="47720"/>
                    <a:pt x="241745" y="34195"/>
                    <a:pt x="221266" y="34195"/>
                  </a:cubicBezTo>
                  <a:cubicBezTo>
                    <a:pt x="200787" y="34195"/>
                    <a:pt x="183737" y="50197"/>
                    <a:pt x="183737" y="77724"/>
                  </a:cubicBezTo>
                  <a:cubicBezTo>
                    <a:pt x="183737" y="103442"/>
                    <a:pt x="200787" y="120586"/>
                    <a:pt x="226409" y="120586"/>
                  </a:cubicBezTo>
                  <a:cubicBezTo>
                    <a:pt x="233934" y="120586"/>
                    <a:pt x="244126" y="118777"/>
                    <a:pt x="250412" y="115443"/>
                  </a:cubicBezTo>
                  <a:lnTo>
                    <a:pt x="250412" y="103156"/>
                  </a:lnTo>
                  <a:close/>
                  <a:moveTo>
                    <a:pt x="242506" y="72009"/>
                  </a:moveTo>
                  <a:lnTo>
                    <a:pt x="197168" y="72009"/>
                  </a:lnTo>
                  <a:cubicBezTo>
                    <a:pt x="198787" y="54483"/>
                    <a:pt x="208979" y="45625"/>
                    <a:pt x="221171" y="45625"/>
                  </a:cubicBezTo>
                  <a:cubicBezTo>
                    <a:pt x="234506" y="45625"/>
                    <a:pt x="242506" y="54673"/>
                    <a:pt x="242506" y="68675"/>
                  </a:cubicBezTo>
                  <a:lnTo>
                    <a:pt x="242506" y="72009"/>
                  </a:lnTo>
                  <a:close/>
                  <a:moveTo>
                    <a:pt x="148590" y="35147"/>
                  </a:moveTo>
                  <a:lnTo>
                    <a:pt x="135541" y="35147"/>
                  </a:lnTo>
                  <a:lnTo>
                    <a:pt x="135350" y="119634"/>
                  </a:lnTo>
                  <a:lnTo>
                    <a:pt x="148495" y="119634"/>
                  </a:lnTo>
                  <a:lnTo>
                    <a:pt x="148495" y="73438"/>
                  </a:lnTo>
                  <a:cubicBezTo>
                    <a:pt x="148495" y="59912"/>
                    <a:pt x="156686" y="46387"/>
                    <a:pt x="168974" y="46387"/>
                  </a:cubicBezTo>
                  <a:cubicBezTo>
                    <a:pt x="171450" y="46387"/>
                    <a:pt x="173641" y="46672"/>
                    <a:pt x="176117" y="47530"/>
                  </a:cubicBezTo>
                  <a:lnTo>
                    <a:pt x="176117" y="34480"/>
                  </a:lnTo>
                  <a:cubicBezTo>
                    <a:pt x="174498" y="34195"/>
                    <a:pt x="172974" y="34195"/>
                    <a:pt x="171450" y="34195"/>
                  </a:cubicBezTo>
                  <a:cubicBezTo>
                    <a:pt x="159639" y="34195"/>
                    <a:pt x="152400" y="40481"/>
                    <a:pt x="148400" y="49911"/>
                  </a:cubicBezTo>
                  <a:lnTo>
                    <a:pt x="148400" y="35052"/>
                  </a:lnTo>
                  <a:close/>
                  <a:moveTo>
                    <a:pt x="96869" y="8668"/>
                  </a:moveTo>
                  <a:cubicBezTo>
                    <a:pt x="96869" y="13525"/>
                    <a:pt x="100584" y="17145"/>
                    <a:pt x="105347" y="17145"/>
                  </a:cubicBezTo>
                  <a:cubicBezTo>
                    <a:pt x="110109" y="17145"/>
                    <a:pt x="114014" y="13525"/>
                    <a:pt x="114014" y="8668"/>
                  </a:cubicBezTo>
                  <a:cubicBezTo>
                    <a:pt x="114014" y="3810"/>
                    <a:pt x="110204" y="0"/>
                    <a:pt x="105347" y="0"/>
                  </a:cubicBezTo>
                  <a:cubicBezTo>
                    <a:pt x="100489" y="0"/>
                    <a:pt x="96869" y="3810"/>
                    <a:pt x="96869" y="8668"/>
                  </a:cubicBezTo>
                  <a:moveTo>
                    <a:pt x="98870" y="119729"/>
                  </a:moveTo>
                  <a:lnTo>
                    <a:pt x="112014" y="119729"/>
                  </a:lnTo>
                  <a:lnTo>
                    <a:pt x="112014" y="35243"/>
                  </a:lnTo>
                  <a:lnTo>
                    <a:pt x="98870" y="35243"/>
                  </a:lnTo>
                  <a:lnTo>
                    <a:pt x="98870" y="119729"/>
                  </a:lnTo>
                  <a:close/>
                  <a:moveTo>
                    <a:pt x="62103" y="1905"/>
                  </a:moveTo>
                  <a:lnTo>
                    <a:pt x="62103" y="48101"/>
                  </a:lnTo>
                  <a:cubicBezTo>
                    <a:pt x="56483" y="39243"/>
                    <a:pt x="47625" y="33909"/>
                    <a:pt x="36386" y="33909"/>
                  </a:cubicBezTo>
                  <a:cubicBezTo>
                    <a:pt x="15240" y="33909"/>
                    <a:pt x="0" y="51721"/>
                    <a:pt x="0" y="78200"/>
                  </a:cubicBezTo>
                  <a:cubicBezTo>
                    <a:pt x="0" y="100679"/>
                    <a:pt x="12478" y="121063"/>
                    <a:pt x="36005" y="121063"/>
                  </a:cubicBezTo>
                  <a:cubicBezTo>
                    <a:pt x="48387" y="121063"/>
                    <a:pt x="56674" y="115443"/>
                    <a:pt x="62008" y="107252"/>
                  </a:cubicBezTo>
                  <a:lnTo>
                    <a:pt x="62008" y="119729"/>
                  </a:lnTo>
                  <a:lnTo>
                    <a:pt x="75152" y="119729"/>
                  </a:lnTo>
                  <a:lnTo>
                    <a:pt x="75152" y="1905"/>
                  </a:lnTo>
                  <a:lnTo>
                    <a:pt x="62008" y="1905"/>
                  </a:lnTo>
                  <a:close/>
                  <a:moveTo>
                    <a:pt x="37243" y="109061"/>
                  </a:moveTo>
                  <a:cubicBezTo>
                    <a:pt x="23908" y="109061"/>
                    <a:pt x="13716" y="96774"/>
                    <a:pt x="13716" y="78391"/>
                  </a:cubicBezTo>
                  <a:cubicBezTo>
                    <a:pt x="13716" y="56578"/>
                    <a:pt x="24765" y="45910"/>
                    <a:pt x="38100" y="45910"/>
                  </a:cubicBezTo>
                  <a:cubicBezTo>
                    <a:pt x="47625" y="45910"/>
                    <a:pt x="62103" y="53054"/>
                    <a:pt x="62103" y="76962"/>
                  </a:cubicBezTo>
                  <a:cubicBezTo>
                    <a:pt x="62103" y="100870"/>
                    <a:pt x="49244" y="109156"/>
                    <a:pt x="37243" y="109156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2A7AFDD8-CC80-634C-4EAA-5A84C7A61120}"/>
                </a:ext>
              </a:extLst>
            </p:cNvPr>
            <p:cNvSpPr/>
            <p:nvPr/>
          </p:nvSpPr>
          <p:spPr bwMode="gray">
            <a:xfrm>
              <a:off x="9035312" y="1869653"/>
              <a:ext cx="1202436" cy="120586"/>
            </a:xfrm>
            <a:custGeom>
              <a:avLst/>
              <a:gdLst>
                <a:gd name="connsiteX0" fmla="*/ 1197007 w 1202436"/>
                <a:gd name="connsiteY0" fmla="*/ 102965 h 120586"/>
                <a:gd name="connsiteX1" fmla="*/ 1174337 w 1202436"/>
                <a:gd name="connsiteY1" fmla="*/ 108776 h 120586"/>
                <a:gd name="connsiteX2" fmla="*/ 1143857 w 1202436"/>
                <a:gd name="connsiteY2" fmla="*/ 82963 h 120586"/>
                <a:gd name="connsiteX3" fmla="*/ 1201579 w 1202436"/>
                <a:gd name="connsiteY3" fmla="*/ 82963 h 120586"/>
                <a:gd name="connsiteX4" fmla="*/ 1202436 w 1202436"/>
                <a:gd name="connsiteY4" fmla="*/ 73152 h 120586"/>
                <a:gd name="connsiteX5" fmla="*/ 1167956 w 1202436"/>
                <a:gd name="connsiteY5" fmla="*/ 34100 h 120586"/>
                <a:gd name="connsiteX6" fmla="*/ 1130427 w 1202436"/>
                <a:gd name="connsiteY6" fmla="*/ 77629 h 120586"/>
                <a:gd name="connsiteX7" fmla="*/ 1173099 w 1202436"/>
                <a:gd name="connsiteY7" fmla="*/ 120491 h 120586"/>
                <a:gd name="connsiteX8" fmla="*/ 1197102 w 1202436"/>
                <a:gd name="connsiteY8" fmla="*/ 115348 h 120586"/>
                <a:gd name="connsiteX9" fmla="*/ 1197102 w 1202436"/>
                <a:gd name="connsiteY9" fmla="*/ 102965 h 120586"/>
                <a:gd name="connsiteX10" fmla="*/ 1189196 w 1202436"/>
                <a:gd name="connsiteY10" fmla="*/ 71914 h 120586"/>
                <a:gd name="connsiteX11" fmla="*/ 1143857 w 1202436"/>
                <a:gd name="connsiteY11" fmla="*/ 71914 h 120586"/>
                <a:gd name="connsiteX12" fmla="*/ 1167860 w 1202436"/>
                <a:gd name="connsiteY12" fmla="*/ 45530 h 120586"/>
                <a:gd name="connsiteX13" fmla="*/ 1189196 w 1202436"/>
                <a:gd name="connsiteY13" fmla="*/ 68580 h 120586"/>
                <a:gd name="connsiteX14" fmla="*/ 1189196 w 1202436"/>
                <a:gd name="connsiteY14" fmla="*/ 71914 h 120586"/>
                <a:gd name="connsiteX15" fmla="*/ 1113282 w 1202436"/>
                <a:gd name="connsiteY15" fmla="*/ 37909 h 120586"/>
                <a:gd name="connsiteX16" fmla="*/ 1092137 w 1202436"/>
                <a:gd name="connsiteY16" fmla="*/ 34290 h 120586"/>
                <a:gd name="connsiteX17" fmla="*/ 1064419 w 1202436"/>
                <a:gd name="connsiteY17" fmla="*/ 57245 h 120586"/>
                <a:gd name="connsiteX18" fmla="*/ 1085469 w 1202436"/>
                <a:gd name="connsiteY18" fmla="*/ 81248 h 120586"/>
                <a:gd name="connsiteX19" fmla="*/ 1104614 w 1202436"/>
                <a:gd name="connsiteY19" fmla="*/ 98107 h 120586"/>
                <a:gd name="connsiteX20" fmla="*/ 1088898 w 1202436"/>
                <a:gd name="connsiteY20" fmla="*/ 109252 h 120586"/>
                <a:gd name="connsiteX21" fmla="*/ 1064895 w 1202436"/>
                <a:gd name="connsiteY21" fmla="*/ 102584 h 120586"/>
                <a:gd name="connsiteX22" fmla="*/ 1064895 w 1202436"/>
                <a:gd name="connsiteY22" fmla="*/ 115443 h 120586"/>
                <a:gd name="connsiteX23" fmla="*/ 1089755 w 1202436"/>
                <a:gd name="connsiteY23" fmla="*/ 120587 h 120586"/>
                <a:gd name="connsiteX24" fmla="*/ 1118140 w 1202436"/>
                <a:gd name="connsiteY24" fmla="*/ 97060 h 120586"/>
                <a:gd name="connsiteX25" fmla="*/ 1095470 w 1202436"/>
                <a:gd name="connsiteY25" fmla="*/ 72390 h 120586"/>
                <a:gd name="connsiteX26" fmla="*/ 1077754 w 1202436"/>
                <a:gd name="connsiteY26" fmla="*/ 56674 h 120586"/>
                <a:gd name="connsiteX27" fmla="*/ 1092232 w 1202436"/>
                <a:gd name="connsiteY27" fmla="*/ 45720 h 120586"/>
                <a:gd name="connsiteX28" fmla="*/ 1113282 w 1202436"/>
                <a:gd name="connsiteY28" fmla="*/ 50387 h 120586"/>
                <a:gd name="connsiteX29" fmla="*/ 1113282 w 1202436"/>
                <a:gd name="connsiteY29" fmla="*/ 37909 h 120586"/>
                <a:gd name="connsiteX30" fmla="*/ 1045750 w 1202436"/>
                <a:gd name="connsiteY30" fmla="*/ 37909 h 120586"/>
                <a:gd name="connsiteX31" fmla="*/ 1024604 w 1202436"/>
                <a:gd name="connsiteY31" fmla="*/ 34290 h 120586"/>
                <a:gd name="connsiteX32" fmla="*/ 996887 w 1202436"/>
                <a:gd name="connsiteY32" fmla="*/ 57245 h 120586"/>
                <a:gd name="connsiteX33" fmla="*/ 1017937 w 1202436"/>
                <a:gd name="connsiteY33" fmla="*/ 81248 h 120586"/>
                <a:gd name="connsiteX34" fmla="*/ 1037082 w 1202436"/>
                <a:gd name="connsiteY34" fmla="*/ 98107 h 120586"/>
                <a:gd name="connsiteX35" fmla="*/ 1021366 w 1202436"/>
                <a:gd name="connsiteY35" fmla="*/ 109252 h 120586"/>
                <a:gd name="connsiteX36" fmla="*/ 997363 w 1202436"/>
                <a:gd name="connsiteY36" fmla="*/ 102584 h 120586"/>
                <a:gd name="connsiteX37" fmla="*/ 997363 w 1202436"/>
                <a:gd name="connsiteY37" fmla="*/ 115443 h 120586"/>
                <a:gd name="connsiteX38" fmla="*/ 1022223 w 1202436"/>
                <a:gd name="connsiteY38" fmla="*/ 120587 h 120586"/>
                <a:gd name="connsiteX39" fmla="*/ 1050608 w 1202436"/>
                <a:gd name="connsiteY39" fmla="*/ 97060 h 120586"/>
                <a:gd name="connsiteX40" fmla="*/ 1027938 w 1202436"/>
                <a:gd name="connsiteY40" fmla="*/ 72390 h 120586"/>
                <a:gd name="connsiteX41" fmla="*/ 1010222 w 1202436"/>
                <a:gd name="connsiteY41" fmla="*/ 56674 h 120586"/>
                <a:gd name="connsiteX42" fmla="*/ 1024700 w 1202436"/>
                <a:gd name="connsiteY42" fmla="*/ 45720 h 120586"/>
                <a:gd name="connsiteX43" fmla="*/ 1045750 w 1202436"/>
                <a:gd name="connsiteY43" fmla="*/ 50387 h 120586"/>
                <a:gd name="connsiteX44" fmla="*/ 1045750 w 1202436"/>
                <a:gd name="connsiteY44" fmla="*/ 37909 h 120586"/>
                <a:gd name="connsiteX45" fmla="*/ 921068 w 1202436"/>
                <a:gd name="connsiteY45" fmla="*/ 52769 h 120586"/>
                <a:gd name="connsiteX46" fmla="*/ 945071 w 1202436"/>
                <a:gd name="connsiteY46" fmla="*/ 45625 h 120586"/>
                <a:gd name="connsiteX47" fmla="*/ 964787 w 1202436"/>
                <a:gd name="connsiteY47" fmla="*/ 65818 h 120586"/>
                <a:gd name="connsiteX48" fmla="*/ 964787 w 1202436"/>
                <a:gd name="connsiteY48" fmla="*/ 70104 h 120586"/>
                <a:gd name="connsiteX49" fmla="*/ 949452 w 1202436"/>
                <a:gd name="connsiteY49" fmla="*/ 70104 h 120586"/>
                <a:gd name="connsiteX50" fmla="*/ 914972 w 1202436"/>
                <a:gd name="connsiteY50" fmla="*/ 95822 h 120586"/>
                <a:gd name="connsiteX51" fmla="*/ 941356 w 1202436"/>
                <a:gd name="connsiteY51" fmla="*/ 120491 h 120586"/>
                <a:gd name="connsiteX52" fmla="*/ 965073 w 1202436"/>
                <a:gd name="connsiteY52" fmla="*/ 109633 h 120586"/>
                <a:gd name="connsiteX53" fmla="*/ 965073 w 1202436"/>
                <a:gd name="connsiteY53" fmla="*/ 119634 h 120586"/>
                <a:gd name="connsiteX54" fmla="*/ 978122 w 1202436"/>
                <a:gd name="connsiteY54" fmla="*/ 119634 h 120586"/>
                <a:gd name="connsiteX55" fmla="*/ 978122 w 1202436"/>
                <a:gd name="connsiteY55" fmla="*/ 66104 h 120586"/>
                <a:gd name="connsiteX56" fmla="*/ 946309 w 1202436"/>
                <a:gd name="connsiteY56" fmla="*/ 33719 h 120586"/>
                <a:gd name="connsiteX57" fmla="*/ 921258 w 1202436"/>
                <a:gd name="connsiteY57" fmla="*/ 39529 h 120586"/>
                <a:gd name="connsiteX58" fmla="*/ 921258 w 1202436"/>
                <a:gd name="connsiteY58" fmla="*/ 52673 h 120586"/>
                <a:gd name="connsiteX59" fmla="*/ 964787 w 1202436"/>
                <a:gd name="connsiteY59" fmla="*/ 80581 h 120586"/>
                <a:gd name="connsiteX60" fmla="*/ 964787 w 1202436"/>
                <a:gd name="connsiteY60" fmla="*/ 91440 h 120586"/>
                <a:gd name="connsiteX61" fmla="*/ 945071 w 1202436"/>
                <a:gd name="connsiteY61" fmla="*/ 109442 h 120586"/>
                <a:gd name="connsiteX62" fmla="*/ 928688 w 1202436"/>
                <a:gd name="connsiteY62" fmla="*/ 95250 h 120586"/>
                <a:gd name="connsiteX63" fmla="*/ 950024 w 1202436"/>
                <a:gd name="connsiteY63" fmla="*/ 80581 h 120586"/>
                <a:gd name="connsiteX64" fmla="*/ 964692 w 1202436"/>
                <a:gd name="connsiteY64" fmla="*/ 80581 h 120586"/>
                <a:gd name="connsiteX65" fmla="*/ 872680 w 1202436"/>
                <a:gd name="connsiteY65" fmla="*/ 75248 h 120586"/>
                <a:gd name="connsiteX66" fmla="*/ 906018 w 1202436"/>
                <a:gd name="connsiteY66" fmla="*/ 35052 h 120586"/>
                <a:gd name="connsiteX67" fmla="*/ 890397 w 1202436"/>
                <a:gd name="connsiteY67" fmla="*/ 35052 h 120586"/>
                <a:gd name="connsiteX68" fmla="*/ 857250 w 1202436"/>
                <a:gd name="connsiteY68" fmla="*/ 75248 h 120586"/>
                <a:gd name="connsiteX69" fmla="*/ 891254 w 1202436"/>
                <a:gd name="connsiteY69" fmla="*/ 119634 h 120586"/>
                <a:gd name="connsiteX70" fmla="*/ 907066 w 1202436"/>
                <a:gd name="connsiteY70" fmla="*/ 119634 h 120586"/>
                <a:gd name="connsiteX71" fmla="*/ 872680 w 1202436"/>
                <a:gd name="connsiteY71" fmla="*/ 75248 h 120586"/>
                <a:gd name="connsiteX72" fmla="*/ 842486 w 1202436"/>
                <a:gd name="connsiteY72" fmla="*/ 119634 h 120586"/>
                <a:gd name="connsiteX73" fmla="*/ 855536 w 1202436"/>
                <a:gd name="connsiteY73" fmla="*/ 119634 h 120586"/>
                <a:gd name="connsiteX74" fmla="*/ 855536 w 1202436"/>
                <a:gd name="connsiteY74" fmla="*/ 2477 h 120586"/>
                <a:gd name="connsiteX75" fmla="*/ 842486 w 1202436"/>
                <a:gd name="connsiteY75" fmla="*/ 2477 h 120586"/>
                <a:gd name="connsiteX76" fmla="*/ 842486 w 1202436"/>
                <a:gd name="connsiteY76" fmla="*/ 119634 h 120586"/>
                <a:gd name="connsiteX77" fmla="*/ 766096 w 1202436"/>
                <a:gd name="connsiteY77" fmla="*/ 35147 h 120586"/>
                <a:gd name="connsiteX78" fmla="*/ 753142 w 1202436"/>
                <a:gd name="connsiteY78" fmla="*/ 35147 h 120586"/>
                <a:gd name="connsiteX79" fmla="*/ 753142 w 1202436"/>
                <a:gd name="connsiteY79" fmla="*/ 119634 h 120586"/>
                <a:gd name="connsiteX80" fmla="*/ 766096 w 1202436"/>
                <a:gd name="connsiteY80" fmla="*/ 119634 h 120586"/>
                <a:gd name="connsiteX81" fmla="*/ 766096 w 1202436"/>
                <a:gd name="connsiteY81" fmla="*/ 73438 h 120586"/>
                <a:gd name="connsiteX82" fmla="*/ 789432 w 1202436"/>
                <a:gd name="connsiteY82" fmla="*/ 45720 h 120586"/>
                <a:gd name="connsiteX83" fmla="*/ 806577 w 1202436"/>
                <a:gd name="connsiteY83" fmla="*/ 64865 h 120586"/>
                <a:gd name="connsiteX84" fmla="*/ 806577 w 1202436"/>
                <a:gd name="connsiteY84" fmla="*/ 119539 h 120586"/>
                <a:gd name="connsiteX85" fmla="*/ 819722 w 1202436"/>
                <a:gd name="connsiteY85" fmla="*/ 119539 h 120586"/>
                <a:gd name="connsiteX86" fmla="*/ 819722 w 1202436"/>
                <a:gd name="connsiteY86" fmla="*/ 61341 h 120586"/>
                <a:gd name="connsiteX87" fmla="*/ 792671 w 1202436"/>
                <a:gd name="connsiteY87" fmla="*/ 33814 h 120586"/>
                <a:gd name="connsiteX88" fmla="*/ 766001 w 1202436"/>
                <a:gd name="connsiteY88" fmla="*/ 49625 h 120586"/>
                <a:gd name="connsiteX89" fmla="*/ 766001 w 1202436"/>
                <a:gd name="connsiteY89" fmla="*/ 34957 h 120586"/>
                <a:gd name="connsiteX90" fmla="*/ 728472 w 1202436"/>
                <a:gd name="connsiteY90" fmla="*/ 102965 h 120586"/>
                <a:gd name="connsiteX91" fmla="*/ 705803 w 1202436"/>
                <a:gd name="connsiteY91" fmla="*/ 108776 h 120586"/>
                <a:gd name="connsiteX92" fmla="*/ 675323 w 1202436"/>
                <a:gd name="connsiteY92" fmla="*/ 82963 h 120586"/>
                <a:gd name="connsiteX93" fmla="*/ 733044 w 1202436"/>
                <a:gd name="connsiteY93" fmla="*/ 82963 h 120586"/>
                <a:gd name="connsiteX94" fmla="*/ 733901 w 1202436"/>
                <a:gd name="connsiteY94" fmla="*/ 73152 h 120586"/>
                <a:gd name="connsiteX95" fmla="*/ 699421 w 1202436"/>
                <a:gd name="connsiteY95" fmla="*/ 34100 h 120586"/>
                <a:gd name="connsiteX96" fmla="*/ 661892 w 1202436"/>
                <a:gd name="connsiteY96" fmla="*/ 77629 h 120586"/>
                <a:gd name="connsiteX97" fmla="*/ 704564 w 1202436"/>
                <a:gd name="connsiteY97" fmla="*/ 120491 h 120586"/>
                <a:gd name="connsiteX98" fmla="*/ 728567 w 1202436"/>
                <a:gd name="connsiteY98" fmla="*/ 115348 h 120586"/>
                <a:gd name="connsiteX99" fmla="*/ 728567 w 1202436"/>
                <a:gd name="connsiteY99" fmla="*/ 102965 h 120586"/>
                <a:gd name="connsiteX100" fmla="*/ 720662 w 1202436"/>
                <a:gd name="connsiteY100" fmla="*/ 71914 h 120586"/>
                <a:gd name="connsiteX101" fmla="*/ 675323 w 1202436"/>
                <a:gd name="connsiteY101" fmla="*/ 71914 h 120586"/>
                <a:gd name="connsiteX102" fmla="*/ 699326 w 1202436"/>
                <a:gd name="connsiteY102" fmla="*/ 45530 h 120586"/>
                <a:gd name="connsiteX103" fmla="*/ 720662 w 1202436"/>
                <a:gd name="connsiteY103" fmla="*/ 68580 h 120586"/>
                <a:gd name="connsiteX104" fmla="*/ 720662 w 1202436"/>
                <a:gd name="connsiteY104" fmla="*/ 71914 h 120586"/>
                <a:gd name="connsiteX105" fmla="*/ 621887 w 1202436"/>
                <a:gd name="connsiteY105" fmla="*/ 75248 h 120586"/>
                <a:gd name="connsiteX106" fmla="*/ 655225 w 1202436"/>
                <a:gd name="connsiteY106" fmla="*/ 35052 h 120586"/>
                <a:gd name="connsiteX107" fmla="*/ 639509 w 1202436"/>
                <a:gd name="connsiteY107" fmla="*/ 35052 h 120586"/>
                <a:gd name="connsiteX108" fmla="*/ 606362 w 1202436"/>
                <a:gd name="connsiteY108" fmla="*/ 75248 h 120586"/>
                <a:gd name="connsiteX109" fmla="*/ 640366 w 1202436"/>
                <a:gd name="connsiteY109" fmla="*/ 119634 h 120586"/>
                <a:gd name="connsiteX110" fmla="*/ 656177 w 1202436"/>
                <a:gd name="connsiteY110" fmla="*/ 119634 h 120586"/>
                <a:gd name="connsiteX111" fmla="*/ 621792 w 1202436"/>
                <a:gd name="connsiteY111" fmla="*/ 75248 h 120586"/>
                <a:gd name="connsiteX112" fmla="*/ 591693 w 1202436"/>
                <a:gd name="connsiteY112" fmla="*/ 119634 h 120586"/>
                <a:gd name="connsiteX113" fmla="*/ 604742 w 1202436"/>
                <a:gd name="connsiteY113" fmla="*/ 119634 h 120586"/>
                <a:gd name="connsiteX114" fmla="*/ 604742 w 1202436"/>
                <a:gd name="connsiteY114" fmla="*/ 2477 h 120586"/>
                <a:gd name="connsiteX115" fmla="*/ 591693 w 1202436"/>
                <a:gd name="connsiteY115" fmla="*/ 2477 h 120586"/>
                <a:gd name="connsiteX116" fmla="*/ 591693 w 1202436"/>
                <a:gd name="connsiteY116" fmla="*/ 119634 h 120586"/>
                <a:gd name="connsiteX117" fmla="*/ 515303 w 1202436"/>
                <a:gd name="connsiteY117" fmla="*/ 35147 h 120586"/>
                <a:gd name="connsiteX118" fmla="*/ 502253 w 1202436"/>
                <a:gd name="connsiteY118" fmla="*/ 35147 h 120586"/>
                <a:gd name="connsiteX119" fmla="*/ 502253 w 1202436"/>
                <a:gd name="connsiteY119" fmla="*/ 119634 h 120586"/>
                <a:gd name="connsiteX120" fmla="*/ 515303 w 1202436"/>
                <a:gd name="connsiteY120" fmla="*/ 119634 h 120586"/>
                <a:gd name="connsiteX121" fmla="*/ 515303 w 1202436"/>
                <a:gd name="connsiteY121" fmla="*/ 73438 h 120586"/>
                <a:gd name="connsiteX122" fmla="*/ 538639 w 1202436"/>
                <a:gd name="connsiteY122" fmla="*/ 45720 h 120586"/>
                <a:gd name="connsiteX123" fmla="*/ 555784 w 1202436"/>
                <a:gd name="connsiteY123" fmla="*/ 64865 h 120586"/>
                <a:gd name="connsiteX124" fmla="*/ 555784 w 1202436"/>
                <a:gd name="connsiteY124" fmla="*/ 119539 h 120586"/>
                <a:gd name="connsiteX125" fmla="*/ 568928 w 1202436"/>
                <a:gd name="connsiteY125" fmla="*/ 119539 h 120586"/>
                <a:gd name="connsiteX126" fmla="*/ 568928 w 1202436"/>
                <a:gd name="connsiteY126" fmla="*/ 61341 h 120586"/>
                <a:gd name="connsiteX127" fmla="*/ 541877 w 1202436"/>
                <a:gd name="connsiteY127" fmla="*/ 33814 h 120586"/>
                <a:gd name="connsiteX128" fmla="*/ 515207 w 1202436"/>
                <a:gd name="connsiteY128" fmla="*/ 49625 h 120586"/>
                <a:gd name="connsiteX129" fmla="*/ 515207 w 1202436"/>
                <a:gd name="connsiteY129" fmla="*/ 34957 h 120586"/>
                <a:gd name="connsiteX130" fmla="*/ 422815 w 1202436"/>
                <a:gd name="connsiteY130" fmla="*/ 52864 h 120586"/>
                <a:gd name="connsiteX131" fmla="*/ 446818 w 1202436"/>
                <a:gd name="connsiteY131" fmla="*/ 45720 h 120586"/>
                <a:gd name="connsiteX132" fmla="*/ 466535 w 1202436"/>
                <a:gd name="connsiteY132" fmla="*/ 65913 h 120586"/>
                <a:gd name="connsiteX133" fmla="*/ 466535 w 1202436"/>
                <a:gd name="connsiteY133" fmla="*/ 70199 h 120586"/>
                <a:gd name="connsiteX134" fmla="*/ 451199 w 1202436"/>
                <a:gd name="connsiteY134" fmla="*/ 70199 h 120586"/>
                <a:gd name="connsiteX135" fmla="*/ 416719 w 1202436"/>
                <a:gd name="connsiteY135" fmla="*/ 95917 h 120586"/>
                <a:gd name="connsiteX136" fmla="*/ 443103 w 1202436"/>
                <a:gd name="connsiteY136" fmla="*/ 120587 h 120586"/>
                <a:gd name="connsiteX137" fmla="*/ 466820 w 1202436"/>
                <a:gd name="connsiteY137" fmla="*/ 109728 h 120586"/>
                <a:gd name="connsiteX138" fmla="*/ 466820 w 1202436"/>
                <a:gd name="connsiteY138" fmla="*/ 119729 h 120586"/>
                <a:gd name="connsiteX139" fmla="*/ 479870 w 1202436"/>
                <a:gd name="connsiteY139" fmla="*/ 119729 h 120586"/>
                <a:gd name="connsiteX140" fmla="*/ 479870 w 1202436"/>
                <a:gd name="connsiteY140" fmla="*/ 66199 h 120586"/>
                <a:gd name="connsiteX141" fmla="*/ 448056 w 1202436"/>
                <a:gd name="connsiteY141" fmla="*/ 33814 h 120586"/>
                <a:gd name="connsiteX142" fmla="*/ 423005 w 1202436"/>
                <a:gd name="connsiteY142" fmla="*/ 39624 h 120586"/>
                <a:gd name="connsiteX143" fmla="*/ 423005 w 1202436"/>
                <a:gd name="connsiteY143" fmla="*/ 52769 h 120586"/>
                <a:gd name="connsiteX144" fmla="*/ 466535 w 1202436"/>
                <a:gd name="connsiteY144" fmla="*/ 80677 h 120586"/>
                <a:gd name="connsiteX145" fmla="*/ 466535 w 1202436"/>
                <a:gd name="connsiteY145" fmla="*/ 91535 h 120586"/>
                <a:gd name="connsiteX146" fmla="*/ 446818 w 1202436"/>
                <a:gd name="connsiteY146" fmla="*/ 109538 h 120586"/>
                <a:gd name="connsiteX147" fmla="*/ 430435 w 1202436"/>
                <a:gd name="connsiteY147" fmla="*/ 95345 h 120586"/>
                <a:gd name="connsiteX148" fmla="*/ 451771 w 1202436"/>
                <a:gd name="connsiteY148" fmla="*/ 80677 h 120586"/>
                <a:gd name="connsiteX149" fmla="*/ 466439 w 1202436"/>
                <a:gd name="connsiteY149" fmla="*/ 80677 h 120586"/>
                <a:gd name="connsiteX150" fmla="*/ 380810 w 1202436"/>
                <a:gd name="connsiteY150" fmla="*/ 35147 h 120586"/>
                <a:gd name="connsiteX151" fmla="*/ 367760 w 1202436"/>
                <a:gd name="connsiteY151" fmla="*/ 35147 h 120586"/>
                <a:gd name="connsiteX152" fmla="*/ 367570 w 1202436"/>
                <a:gd name="connsiteY152" fmla="*/ 119634 h 120586"/>
                <a:gd name="connsiteX153" fmla="*/ 380714 w 1202436"/>
                <a:gd name="connsiteY153" fmla="*/ 119634 h 120586"/>
                <a:gd name="connsiteX154" fmla="*/ 380714 w 1202436"/>
                <a:gd name="connsiteY154" fmla="*/ 73438 h 120586"/>
                <a:gd name="connsiteX155" fmla="*/ 401193 w 1202436"/>
                <a:gd name="connsiteY155" fmla="*/ 46387 h 120586"/>
                <a:gd name="connsiteX156" fmla="*/ 408337 w 1202436"/>
                <a:gd name="connsiteY156" fmla="*/ 47530 h 120586"/>
                <a:gd name="connsiteX157" fmla="*/ 408337 w 1202436"/>
                <a:gd name="connsiteY157" fmla="*/ 34576 h 120586"/>
                <a:gd name="connsiteX158" fmla="*/ 403670 w 1202436"/>
                <a:gd name="connsiteY158" fmla="*/ 34290 h 120586"/>
                <a:gd name="connsiteX159" fmla="*/ 380619 w 1202436"/>
                <a:gd name="connsiteY159" fmla="*/ 49911 h 120586"/>
                <a:gd name="connsiteX160" fmla="*/ 380619 w 1202436"/>
                <a:gd name="connsiteY160" fmla="*/ 35052 h 120586"/>
                <a:gd name="connsiteX161" fmla="*/ 307086 w 1202436"/>
                <a:gd name="connsiteY161" fmla="*/ 64199 h 120586"/>
                <a:gd name="connsiteX162" fmla="*/ 349948 w 1202436"/>
                <a:gd name="connsiteY162" fmla="*/ 7334 h 120586"/>
                <a:gd name="connsiteX163" fmla="*/ 333280 w 1202436"/>
                <a:gd name="connsiteY163" fmla="*/ 7334 h 120586"/>
                <a:gd name="connsiteX164" fmla="*/ 290417 w 1202436"/>
                <a:gd name="connsiteY164" fmla="*/ 64199 h 120586"/>
                <a:gd name="connsiteX165" fmla="*/ 334804 w 1202436"/>
                <a:gd name="connsiteY165" fmla="*/ 119729 h 120586"/>
                <a:gd name="connsiteX166" fmla="*/ 352330 w 1202436"/>
                <a:gd name="connsiteY166" fmla="*/ 119729 h 120586"/>
                <a:gd name="connsiteX167" fmla="*/ 307181 w 1202436"/>
                <a:gd name="connsiteY167" fmla="*/ 64199 h 120586"/>
                <a:gd name="connsiteX168" fmla="*/ 274225 w 1202436"/>
                <a:gd name="connsiteY168" fmla="*/ 119729 h 120586"/>
                <a:gd name="connsiteX169" fmla="*/ 287750 w 1202436"/>
                <a:gd name="connsiteY169" fmla="*/ 119729 h 120586"/>
                <a:gd name="connsiteX170" fmla="*/ 287750 w 1202436"/>
                <a:gd name="connsiteY170" fmla="*/ 7334 h 120586"/>
                <a:gd name="connsiteX171" fmla="*/ 274225 w 1202436"/>
                <a:gd name="connsiteY171" fmla="*/ 7334 h 120586"/>
                <a:gd name="connsiteX172" fmla="*/ 274225 w 1202436"/>
                <a:gd name="connsiteY172" fmla="*/ 119729 h 120586"/>
                <a:gd name="connsiteX173" fmla="*/ 207550 w 1202436"/>
                <a:gd name="connsiteY173" fmla="*/ 103061 h 120586"/>
                <a:gd name="connsiteX174" fmla="*/ 184880 w 1202436"/>
                <a:gd name="connsiteY174" fmla="*/ 108871 h 120586"/>
                <a:gd name="connsiteX175" fmla="*/ 154400 w 1202436"/>
                <a:gd name="connsiteY175" fmla="*/ 83058 h 120586"/>
                <a:gd name="connsiteX176" fmla="*/ 212122 w 1202436"/>
                <a:gd name="connsiteY176" fmla="*/ 83058 h 120586"/>
                <a:gd name="connsiteX177" fmla="*/ 212979 w 1202436"/>
                <a:gd name="connsiteY177" fmla="*/ 73247 h 120586"/>
                <a:gd name="connsiteX178" fmla="*/ 178499 w 1202436"/>
                <a:gd name="connsiteY178" fmla="*/ 34195 h 120586"/>
                <a:gd name="connsiteX179" fmla="*/ 140970 w 1202436"/>
                <a:gd name="connsiteY179" fmla="*/ 77724 h 120586"/>
                <a:gd name="connsiteX180" fmla="*/ 183642 w 1202436"/>
                <a:gd name="connsiteY180" fmla="*/ 120587 h 120586"/>
                <a:gd name="connsiteX181" fmla="*/ 207645 w 1202436"/>
                <a:gd name="connsiteY181" fmla="*/ 115443 h 120586"/>
                <a:gd name="connsiteX182" fmla="*/ 207645 w 1202436"/>
                <a:gd name="connsiteY182" fmla="*/ 103061 h 120586"/>
                <a:gd name="connsiteX183" fmla="*/ 199739 w 1202436"/>
                <a:gd name="connsiteY183" fmla="*/ 72009 h 120586"/>
                <a:gd name="connsiteX184" fmla="*/ 154400 w 1202436"/>
                <a:gd name="connsiteY184" fmla="*/ 72009 h 120586"/>
                <a:gd name="connsiteX185" fmla="*/ 178403 w 1202436"/>
                <a:gd name="connsiteY185" fmla="*/ 45625 h 120586"/>
                <a:gd name="connsiteX186" fmla="*/ 199739 w 1202436"/>
                <a:gd name="connsiteY186" fmla="*/ 68675 h 120586"/>
                <a:gd name="connsiteX187" fmla="*/ 199739 w 1202436"/>
                <a:gd name="connsiteY187" fmla="*/ 72009 h 120586"/>
                <a:gd name="connsiteX188" fmla="*/ 107442 w 1202436"/>
                <a:gd name="connsiteY188" fmla="*/ 8668 h 120586"/>
                <a:gd name="connsiteX189" fmla="*/ 115919 w 1202436"/>
                <a:gd name="connsiteY189" fmla="*/ 17145 h 120586"/>
                <a:gd name="connsiteX190" fmla="*/ 124587 w 1202436"/>
                <a:gd name="connsiteY190" fmla="*/ 8668 h 120586"/>
                <a:gd name="connsiteX191" fmla="*/ 115919 w 1202436"/>
                <a:gd name="connsiteY191" fmla="*/ 0 h 120586"/>
                <a:gd name="connsiteX192" fmla="*/ 107442 w 1202436"/>
                <a:gd name="connsiteY192" fmla="*/ 8668 h 120586"/>
                <a:gd name="connsiteX193" fmla="*/ 109442 w 1202436"/>
                <a:gd name="connsiteY193" fmla="*/ 119729 h 120586"/>
                <a:gd name="connsiteX194" fmla="*/ 122587 w 1202436"/>
                <a:gd name="connsiteY194" fmla="*/ 119729 h 120586"/>
                <a:gd name="connsiteX195" fmla="*/ 122587 w 1202436"/>
                <a:gd name="connsiteY195" fmla="*/ 35243 h 120586"/>
                <a:gd name="connsiteX196" fmla="*/ 109442 w 1202436"/>
                <a:gd name="connsiteY196" fmla="*/ 35243 h 120586"/>
                <a:gd name="connsiteX197" fmla="*/ 109442 w 1202436"/>
                <a:gd name="connsiteY197" fmla="*/ 119729 h 120586"/>
                <a:gd name="connsiteX198" fmla="*/ 0 w 1202436"/>
                <a:gd name="connsiteY198" fmla="*/ 7334 h 120586"/>
                <a:gd name="connsiteX199" fmla="*/ 0 w 1202436"/>
                <a:gd name="connsiteY199" fmla="*/ 119729 h 120586"/>
                <a:gd name="connsiteX200" fmla="*/ 34004 w 1202436"/>
                <a:gd name="connsiteY200" fmla="*/ 119729 h 120586"/>
                <a:gd name="connsiteX201" fmla="*/ 90011 w 1202436"/>
                <a:gd name="connsiteY201" fmla="*/ 62675 h 120586"/>
                <a:gd name="connsiteX202" fmla="*/ 33338 w 1202436"/>
                <a:gd name="connsiteY202" fmla="*/ 7334 h 120586"/>
                <a:gd name="connsiteX203" fmla="*/ 0 w 1202436"/>
                <a:gd name="connsiteY203" fmla="*/ 7334 h 120586"/>
                <a:gd name="connsiteX204" fmla="*/ 13716 w 1202436"/>
                <a:gd name="connsiteY204" fmla="*/ 107823 h 120586"/>
                <a:gd name="connsiteX205" fmla="*/ 13716 w 1202436"/>
                <a:gd name="connsiteY205" fmla="*/ 19336 h 120586"/>
                <a:gd name="connsiteX206" fmla="*/ 33242 w 1202436"/>
                <a:gd name="connsiteY206" fmla="*/ 19336 h 120586"/>
                <a:gd name="connsiteX207" fmla="*/ 76105 w 1202436"/>
                <a:gd name="connsiteY207" fmla="*/ 62675 h 120586"/>
                <a:gd name="connsiteX208" fmla="*/ 33909 w 1202436"/>
                <a:gd name="connsiteY208" fmla="*/ 107823 h 120586"/>
                <a:gd name="connsiteX209" fmla="*/ 13716 w 1202436"/>
                <a:gd name="connsiteY209" fmla="*/ 107823 h 120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</a:cxnLst>
              <a:rect l="l" t="t" r="r" b="b"/>
              <a:pathLst>
                <a:path w="1202436" h="120586">
                  <a:moveTo>
                    <a:pt x="1197007" y="102965"/>
                  </a:moveTo>
                  <a:cubicBezTo>
                    <a:pt x="1191197" y="106966"/>
                    <a:pt x="1181862" y="108776"/>
                    <a:pt x="1174337" y="108776"/>
                  </a:cubicBezTo>
                  <a:cubicBezTo>
                    <a:pt x="1157288" y="108776"/>
                    <a:pt x="1145858" y="99917"/>
                    <a:pt x="1143857" y="82963"/>
                  </a:cubicBezTo>
                  <a:lnTo>
                    <a:pt x="1201579" y="82963"/>
                  </a:lnTo>
                  <a:cubicBezTo>
                    <a:pt x="1202055" y="80296"/>
                    <a:pt x="1202436" y="75248"/>
                    <a:pt x="1202436" y="73152"/>
                  </a:cubicBezTo>
                  <a:cubicBezTo>
                    <a:pt x="1202436" y="47625"/>
                    <a:pt x="1188434" y="34100"/>
                    <a:pt x="1167956" y="34100"/>
                  </a:cubicBezTo>
                  <a:cubicBezTo>
                    <a:pt x="1147477" y="34100"/>
                    <a:pt x="1130427" y="50102"/>
                    <a:pt x="1130427" y="77629"/>
                  </a:cubicBezTo>
                  <a:cubicBezTo>
                    <a:pt x="1130427" y="103346"/>
                    <a:pt x="1147477" y="120491"/>
                    <a:pt x="1173099" y="120491"/>
                  </a:cubicBezTo>
                  <a:cubicBezTo>
                    <a:pt x="1180624" y="120491"/>
                    <a:pt x="1190816" y="118681"/>
                    <a:pt x="1197102" y="115348"/>
                  </a:cubicBezTo>
                  <a:lnTo>
                    <a:pt x="1197102" y="102965"/>
                  </a:lnTo>
                  <a:close/>
                  <a:moveTo>
                    <a:pt x="1189196" y="71914"/>
                  </a:moveTo>
                  <a:lnTo>
                    <a:pt x="1143857" y="71914"/>
                  </a:lnTo>
                  <a:cubicBezTo>
                    <a:pt x="1145477" y="54388"/>
                    <a:pt x="1155668" y="45530"/>
                    <a:pt x="1167860" y="45530"/>
                  </a:cubicBezTo>
                  <a:cubicBezTo>
                    <a:pt x="1181195" y="45530"/>
                    <a:pt x="1189196" y="54483"/>
                    <a:pt x="1189196" y="68580"/>
                  </a:cubicBezTo>
                  <a:lnTo>
                    <a:pt x="1189196" y="71914"/>
                  </a:lnTo>
                  <a:close/>
                  <a:moveTo>
                    <a:pt x="1113282" y="37909"/>
                  </a:moveTo>
                  <a:cubicBezTo>
                    <a:pt x="1109282" y="36100"/>
                    <a:pt x="1101757" y="34290"/>
                    <a:pt x="1092137" y="34290"/>
                  </a:cubicBezTo>
                  <a:cubicBezTo>
                    <a:pt x="1076801" y="34290"/>
                    <a:pt x="1064419" y="42767"/>
                    <a:pt x="1064419" y="57245"/>
                  </a:cubicBezTo>
                  <a:cubicBezTo>
                    <a:pt x="1064419" y="71723"/>
                    <a:pt x="1075277" y="77248"/>
                    <a:pt x="1085469" y="81248"/>
                  </a:cubicBezTo>
                  <a:cubicBezTo>
                    <a:pt x="1096994" y="85916"/>
                    <a:pt x="1104614" y="89440"/>
                    <a:pt x="1104614" y="98107"/>
                  </a:cubicBezTo>
                  <a:cubicBezTo>
                    <a:pt x="1104614" y="104584"/>
                    <a:pt x="1099661" y="109252"/>
                    <a:pt x="1088898" y="109252"/>
                  </a:cubicBezTo>
                  <a:cubicBezTo>
                    <a:pt x="1080707" y="109252"/>
                    <a:pt x="1071848" y="106775"/>
                    <a:pt x="1064895" y="102584"/>
                  </a:cubicBezTo>
                  <a:lnTo>
                    <a:pt x="1064895" y="115443"/>
                  </a:lnTo>
                  <a:cubicBezTo>
                    <a:pt x="1070039" y="118301"/>
                    <a:pt x="1079564" y="120587"/>
                    <a:pt x="1089755" y="120587"/>
                  </a:cubicBezTo>
                  <a:cubicBezTo>
                    <a:pt x="1107281" y="120587"/>
                    <a:pt x="1118140" y="111633"/>
                    <a:pt x="1118140" y="97060"/>
                  </a:cubicBezTo>
                  <a:cubicBezTo>
                    <a:pt x="1118140" y="83344"/>
                    <a:pt x="1107281" y="77248"/>
                    <a:pt x="1095470" y="72390"/>
                  </a:cubicBezTo>
                  <a:cubicBezTo>
                    <a:pt x="1086326" y="68390"/>
                    <a:pt x="1077754" y="65246"/>
                    <a:pt x="1077754" y="56674"/>
                  </a:cubicBezTo>
                  <a:cubicBezTo>
                    <a:pt x="1077754" y="50387"/>
                    <a:pt x="1083278" y="45720"/>
                    <a:pt x="1092232" y="45720"/>
                  </a:cubicBezTo>
                  <a:cubicBezTo>
                    <a:pt x="1100423" y="45720"/>
                    <a:pt x="1108615" y="47530"/>
                    <a:pt x="1113282" y="50387"/>
                  </a:cubicBezTo>
                  <a:lnTo>
                    <a:pt x="1113282" y="37909"/>
                  </a:lnTo>
                  <a:close/>
                  <a:moveTo>
                    <a:pt x="1045750" y="37909"/>
                  </a:moveTo>
                  <a:cubicBezTo>
                    <a:pt x="1041749" y="36100"/>
                    <a:pt x="1034225" y="34290"/>
                    <a:pt x="1024604" y="34290"/>
                  </a:cubicBezTo>
                  <a:cubicBezTo>
                    <a:pt x="1009269" y="34290"/>
                    <a:pt x="996887" y="42767"/>
                    <a:pt x="996887" y="57245"/>
                  </a:cubicBezTo>
                  <a:cubicBezTo>
                    <a:pt x="996887" y="71723"/>
                    <a:pt x="1007745" y="77248"/>
                    <a:pt x="1017937" y="81248"/>
                  </a:cubicBezTo>
                  <a:cubicBezTo>
                    <a:pt x="1029462" y="85916"/>
                    <a:pt x="1037082" y="89440"/>
                    <a:pt x="1037082" y="98107"/>
                  </a:cubicBezTo>
                  <a:cubicBezTo>
                    <a:pt x="1037082" y="104584"/>
                    <a:pt x="1032034" y="109252"/>
                    <a:pt x="1021366" y="109252"/>
                  </a:cubicBezTo>
                  <a:cubicBezTo>
                    <a:pt x="1013174" y="109252"/>
                    <a:pt x="1004316" y="106775"/>
                    <a:pt x="997363" y="102584"/>
                  </a:cubicBezTo>
                  <a:lnTo>
                    <a:pt x="997363" y="115443"/>
                  </a:lnTo>
                  <a:cubicBezTo>
                    <a:pt x="1002506" y="118301"/>
                    <a:pt x="1012031" y="120587"/>
                    <a:pt x="1022223" y="120587"/>
                  </a:cubicBezTo>
                  <a:cubicBezTo>
                    <a:pt x="1039749" y="120587"/>
                    <a:pt x="1050608" y="111633"/>
                    <a:pt x="1050608" y="97060"/>
                  </a:cubicBezTo>
                  <a:cubicBezTo>
                    <a:pt x="1050608" y="83344"/>
                    <a:pt x="1039749" y="77248"/>
                    <a:pt x="1027938" y="72390"/>
                  </a:cubicBezTo>
                  <a:cubicBezTo>
                    <a:pt x="1018794" y="68390"/>
                    <a:pt x="1010222" y="65246"/>
                    <a:pt x="1010222" y="56674"/>
                  </a:cubicBezTo>
                  <a:cubicBezTo>
                    <a:pt x="1010222" y="50387"/>
                    <a:pt x="1015746" y="45720"/>
                    <a:pt x="1024700" y="45720"/>
                  </a:cubicBezTo>
                  <a:cubicBezTo>
                    <a:pt x="1032891" y="45720"/>
                    <a:pt x="1041083" y="47530"/>
                    <a:pt x="1045750" y="50387"/>
                  </a:cubicBezTo>
                  <a:lnTo>
                    <a:pt x="1045750" y="37909"/>
                  </a:lnTo>
                  <a:close/>
                  <a:moveTo>
                    <a:pt x="921068" y="52769"/>
                  </a:moveTo>
                  <a:cubicBezTo>
                    <a:pt x="927449" y="48482"/>
                    <a:pt x="936879" y="45625"/>
                    <a:pt x="945071" y="45625"/>
                  </a:cubicBezTo>
                  <a:cubicBezTo>
                    <a:pt x="959930" y="45625"/>
                    <a:pt x="964787" y="53150"/>
                    <a:pt x="964787" y="65818"/>
                  </a:cubicBezTo>
                  <a:lnTo>
                    <a:pt x="964787" y="70104"/>
                  </a:lnTo>
                  <a:lnTo>
                    <a:pt x="949452" y="70104"/>
                  </a:lnTo>
                  <a:cubicBezTo>
                    <a:pt x="928307" y="70104"/>
                    <a:pt x="914972" y="79439"/>
                    <a:pt x="914972" y="95822"/>
                  </a:cubicBezTo>
                  <a:cubicBezTo>
                    <a:pt x="914972" y="110014"/>
                    <a:pt x="925449" y="120491"/>
                    <a:pt x="941356" y="120491"/>
                  </a:cubicBezTo>
                  <a:cubicBezTo>
                    <a:pt x="955358" y="120491"/>
                    <a:pt x="962216" y="114300"/>
                    <a:pt x="965073" y="109633"/>
                  </a:cubicBezTo>
                  <a:lnTo>
                    <a:pt x="965073" y="119634"/>
                  </a:lnTo>
                  <a:lnTo>
                    <a:pt x="978122" y="119634"/>
                  </a:lnTo>
                  <a:lnTo>
                    <a:pt x="978122" y="66104"/>
                  </a:lnTo>
                  <a:cubicBezTo>
                    <a:pt x="978122" y="45434"/>
                    <a:pt x="968788" y="33719"/>
                    <a:pt x="946309" y="33719"/>
                  </a:cubicBezTo>
                  <a:cubicBezTo>
                    <a:pt x="936784" y="33719"/>
                    <a:pt x="926973" y="36005"/>
                    <a:pt x="921258" y="39529"/>
                  </a:cubicBezTo>
                  <a:lnTo>
                    <a:pt x="921258" y="52673"/>
                  </a:lnTo>
                  <a:close/>
                  <a:moveTo>
                    <a:pt x="964787" y="80581"/>
                  </a:moveTo>
                  <a:lnTo>
                    <a:pt x="964787" y="91440"/>
                  </a:lnTo>
                  <a:cubicBezTo>
                    <a:pt x="964787" y="101822"/>
                    <a:pt x="957263" y="109442"/>
                    <a:pt x="945071" y="109442"/>
                  </a:cubicBezTo>
                  <a:cubicBezTo>
                    <a:pt x="934022" y="109442"/>
                    <a:pt x="928688" y="103442"/>
                    <a:pt x="928688" y="95250"/>
                  </a:cubicBezTo>
                  <a:cubicBezTo>
                    <a:pt x="928688" y="87058"/>
                    <a:pt x="934879" y="80581"/>
                    <a:pt x="950024" y="80581"/>
                  </a:cubicBezTo>
                  <a:lnTo>
                    <a:pt x="964692" y="80581"/>
                  </a:lnTo>
                  <a:close/>
                  <a:moveTo>
                    <a:pt x="872680" y="75248"/>
                  </a:moveTo>
                  <a:lnTo>
                    <a:pt x="906018" y="35052"/>
                  </a:lnTo>
                  <a:lnTo>
                    <a:pt x="890397" y="35052"/>
                  </a:lnTo>
                  <a:lnTo>
                    <a:pt x="857250" y="75248"/>
                  </a:lnTo>
                  <a:lnTo>
                    <a:pt x="891254" y="119634"/>
                  </a:lnTo>
                  <a:lnTo>
                    <a:pt x="907066" y="119634"/>
                  </a:lnTo>
                  <a:lnTo>
                    <a:pt x="872680" y="75248"/>
                  </a:lnTo>
                  <a:close/>
                  <a:moveTo>
                    <a:pt x="842486" y="119634"/>
                  </a:moveTo>
                  <a:lnTo>
                    <a:pt x="855536" y="119634"/>
                  </a:lnTo>
                  <a:lnTo>
                    <a:pt x="855536" y="2477"/>
                  </a:lnTo>
                  <a:lnTo>
                    <a:pt x="842486" y="2477"/>
                  </a:lnTo>
                  <a:lnTo>
                    <a:pt x="842486" y="119634"/>
                  </a:lnTo>
                  <a:close/>
                  <a:moveTo>
                    <a:pt x="766096" y="35147"/>
                  </a:moveTo>
                  <a:lnTo>
                    <a:pt x="753142" y="35147"/>
                  </a:lnTo>
                  <a:lnTo>
                    <a:pt x="753142" y="119634"/>
                  </a:lnTo>
                  <a:lnTo>
                    <a:pt x="766096" y="119634"/>
                  </a:lnTo>
                  <a:lnTo>
                    <a:pt x="766096" y="73438"/>
                  </a:lnTo>
                  <a:cubicBezTo>
                    <a:pt x="766096" y="55245"/>
                    <a:pt x="777621" y="45720"/>
                    <a:pt x="789432" y="45720"/>
                  </a:cubicBezTo>
                  <a:cubicBezTo>
                    <a:pt x="799243" y="45720"/>
                    <a:pt x="806577" y="52006"/>
                    <a:pt x="806577" y="64865"/>
                  </a:cubicBezTo>
                  <a:lnTo>
                    <a:pt x="806577" y="119539"/>
                  </a:lnTo>
                  <a:lnTo>
                    <a:pt x="819722" y="119539"/>
                  </a:lnTo>
                  <a:lnTo>
                    <a:pt x="819722" y="61341"/>
                  </a:lnTo>
                  <a:cubicBezTo>
                    <a:pt x="819722" y="44672"/>
                    <a:pt x="809244" y="33814"/>
                    <a:pt x="792671" y="33814"/>
                  </a:cubicBezTo>
                  <a:cubicBezTo>
                    <a:pt x="780479" y="33814"/>
                    <a:pt x="770954" y="39148"/>
                    <a:pt x="766001" y="49625"/>
                  </a:cubicBezTo>
                  <a:lnTo>
                    <a:pt x="766001" y="34957"/>
                  </a:lnTo>
                  <a:close/>
                  <a:moveTo>
                    <a:pt x="728472" y="102965"/>
                  </a:moveTo>
                  <a:cubicBezTo>
                    <a:pt x="722662" y="106966"/>
                    <a:pt x="713327" y="108776"/>
                    <a:pt x="705803" y="108776"/>
                  </a:cubicBezTo>
                  <a:cubicBezTo>
                    <a:pt x="688753" y="108776"/>
                    <a:pt x="677323" y="99917"/>
                    <a:pt x="675323" y="82963"/>
                  </a:cubicBezTo>
                  <a:lnTo>
                    <a:pt x="733044" y="82963"/>
                  </a:lnTo>
                  <a:cubicBezTo>
                    <a:pt x="733520" y="80296"/>
                    <a:pt x="733901" y="75248"/>
                    <a:pt x="733901" y="73152"/>
                  </a:cubicBezTo>
                  <a:cubicBezTo>
                    <a:pt x="733901" y="47625"/>
                    <a:pt x="719900" y="34100"/>
                    <a:pt x="699421" y="34100"/>
                  </a:cubicBezTo>
                  <a:cubicBezTo>
                    <a:pt x="677894" y="34100"/>
                    <a:pt x="661892" y="50102"/>
                    <a:pt x="661892" y="77629"/>
                  </a:cubicBezTo>
                  <a:cubicBezTo>
                    <a:pt x="661892" y="103346"/>
                    <a:pt x="678942" y="120491"/>
                    <a:pt x="704564" y="120491"/>
                  </a:cubicBezTo>
                  <a:cubicBezTo>
                    <a:pt x="712089" y="120491"/>
                    <a:pt x="722281" y="118681"/>
                    <a:pt x="728567" y="115348"/>
                  </a:cubicBezTo>
                  <a:lnTo>
                    <a:pt x="728567" y="102965"/>
                  </a:lnTo>
                  <a:close/>
                  <a:moveTo>
                    <a:pt x="720662" y="71914"/>
                  </a:moveTo>
                  <a:lnTo>
                    <a:pt x="675323" y="71914"/>
                  </a:lnTo>
                  <a:cubicBezTo>
                    <a:pt x="676942" y="54388"/>
                    <a:pt x="687134" y="45530"/>
                    <a:pt x="699326" y="45530"/>
                  </a:cubicBezTo>
                  <a:cubicBezTo>
                    <a:pt x="712661" y="45530"/>
                    <a:pt x="720662" y="54483"/>
                    <a:pt x="720662" y="68580"/>
                  </a:cubicBezTo>
                  <a:lnTo>
                    <a:pt x="720662" y="71914"/>
                  </a:lnTo>
                  <a:close/>
                  <a:moveTo>
                    <a:pt x="621887" y="75248"/>
                  </a:moveTo>
                  <a:lnTo>
                    <a:pt x="655225" y="35052"/>
                  </a:lnTo>
                  <a:lnTo>
                    <a:pt x="639509" y="35052"/>
                  </a:lnTo>
                  <a:lnTo>
                    <a:pt x="606362" y="75248"/>
                  </a:lnTo>
                  <a:lnTo>
                    <a:pt x="640366" y="119634"/>
                  </a:lnTo>
                  <a:lnTo>
                    <a:pt x="656177" y="119634"/>
                  </a:lnTo>
                  <a:lnTo>
                    <a:pt x="621792" y="75248"/>
                  </a:lnTo>
                  <a:close/>
                  <a:moveTo>
                    <a:pt x="591693" y="119634"/>
                  </a:moveTo>
                  <a:lnTo>
                    <a:pt x="604742" y="119634"/>
                  </a:lnTo>
                  <a:lnTo>
                    <a:pt x="604742" y="2477"/>
                  </a:lnTo>
                  <a:lnTo>
                    <a:pt x="591693" y="2477"/>
                  </a:lnTo>
                  <a:lnTo>
                    <a:pt x="591693" y="119634"/>
                  </a:lnTo>
                  <a:close/>
                  <a:moveTo>
                    <a:pt x="515303" y="35147"/>
                  </a:moveTo>
                  <a:lnTo>
                    <a:pt x="502253" y="35147"/>
                  </a:lnTo>
                  <a:lnTo>
                    <a:pt x="502253" y="119634"/>
                  </a:lnTo>
                  <a:lnTo>
                    <a:pt x="515303" y="119634"/>
                  </a:lnTo>
                  <a:lnTo>
                    <a:pt x="515303" y="73438"/>
                  </a:lnTo>
                  <a:cubicBezTo>
                    <a:pt x="515303" y="55245"/>
                    <a:pt x="526828" y="45720"/>
                    <a:pt x="538639" y="45720"/>
                  </a:cubicBezTo>
                  <a:cubicBezTo>
                    <a:pt x="548450" y="45720"/>
                    <a:pt x="555784" y="52006"/>
                    <a:pt x="555784" y="64865"/>
                  </a:cubicBezTo>
                  <a:lnTo>
                    <a:pt x="555784" y="119539"/>
                  </a:lnTo>
                  <a:lnTo>
                    <a:pt x="568928" y="119539"/>
                  </a:lnTo>
                  <a:lnTo>
                    <a:pt x="568928" y="61341"/>
                  </a:lnTo>
                  <a:cubicBezTo>
                    <a:pt x="568928" y="44672"/>
                    <a:pt x="558451" y="33814"/>
                    <a:pt x="541877" y="33814"/>
                  </a:cubicBezTo>
                  <a:cubicBezTo>
                    <a:pt x="529685" y="33814"/>
                    <a:pt x="520160" y="39148"/>
                    <a:pt x="515207" y="49625"/>
                  </a:cubicBezTo>
                  <a:lnTo>
                    <a:pt x="515207" y="34957"/>
                  </a:lnTo>
                  <a:close/>
                  <a:moveTo>
                    <a:pt x="422815" y="52864"/>
                  </a:moveTo>
                  <a:cubicBezTo>
                    <a:pt x="429196" y="48578"/>
                    <a:pt x="438626" y="45720"/>
                    <a:pt x="446818" y="45720"/>
                  </a:cubicBezTo>
                  <a:cubicBezTo>
                    <a:pt x="461677" y="45720"/>
                    <a:pt x="466535" y="53245"/>
                    <a:pt x="466535" y="65913"/>
                  </a:cubicBezTo>
                  <a:lnTo>
                    <a:pt x="466535" y="70199"/>
                  </a:lnTo>
                  <a:lnTo>
                    <a:pt x="451199" y="70199"/>
                  </a:lnTo>
                  <a:cubicBezTo>
                    <a:pt x="430054" y="70199"/>
                    <a:pt x="416719" y="79534"/>
                    <a:pt x="416719" y="95917"/>
                  </a:cubicBezTo>
                  <a:cubicBezTo>
                    <a:pt x="416719" y="110109"/>
                    <a:pt x="427196" y="120587"/>
                    <a:pt x="443103" y="120587"/>
                  </a:cubicBezTo>
                  <a:cubicBezTo>
                    <a:pt x="457105" y="120587"/>
                    <a:pt x="463963" y="114395"/>
                    <a:pt x="466820" y="109728"/>
                  </a:cubicBezTo>
                  <a:lnTo>
                    <a:pt x="466820" y="119729"/>
                  </a:lnTo>
                  <a:lnTo>
                    <a:pt x="479870" y="119729"/>
                  </a:lnTo>
                  <a:lnTo>
                    <a:pt x="479870" y="66199"/>
                  </a:lnTo>
                  <a:cubicBezTo>
                    <a:pt x="479870" y="45530"/>
                    <a:pt x="470535" y="33814"/>
                    <a:pt x="448056" y="33814"/>
                  </a:cubicBezTo>
                  <a:cubicBezTo>
                    <a:pt x="438531" y="33814"/>
                    <a:pt x="428720" y="36100"/>
                    <a:pt x="423005" y="39624"/>
                  </a:cubicBezTo>
                  <a:lnTo>
                    <a:pt x="423005" y="52769"/>
                  </a:lnTo>
                  <a:close/>
                  <a:moveTo>
                    <a:pt x="466535" y="80677"/>
                  </a:moveTo>
                  <a:lnTo>
                    <a:pt x="466535" y="91535"/>
                  </a:lnTo>
                  <a:cubicBezTo>
                    <a:pt x="466535" y="101918"/>
                    <a:pt x="459010" y="109538"/>
                    <a:pt x="446818" y="109538"/>
                  </a:cubicBezTo>
                  <a:cubicBezTo>
                    <a:pt x="435769" y="109538"/>
                    <a:pt x="430435" y="103537"/>
                    <a:pt x="430435" y="95345"/>
                  </a:cubicBezTo>
                  <a:cubicBezTo>
                    <a:pt x="430435" y="87154"/>
                    <a:pt x="436626" y="80677"/>
                    <a:pt x="451771" y="80677"/>
                  </a:cubicBezTo>
                  <a:lnTo>
                    <a:pt x="466439" y="80677"/>
                  </a:lnTo>
                  <a:close/>
                  <a:moveTo>
                    <a:pt x="380810" y="35147"/>
                  </a:moveTo>
                  <a:lnTo>
                    <a:pt x="367760" y="35147"/>
                  </a:lnTo>
                  <a:lnTo>
                    <a:pt x="367570" y="119634"/>
                  </a:lnTo>
                  <a:lnTo>
                    <a:pt x="380714" y="119634"/>
                  </a:lnTo>
                  <a:lnTo>
                    <a:pt x="380714" y="73438"/>
                  </a:lnTo>
                  <a:cubicBezTo>
                    <a:pt x="380714" y="59912"/>
                    <a:pt x="388906" y="46387"/>
                    <a:pt x="401193" y="46387"/>
                  </a:cubicBezTo>
                  <a:cubicBezTo>
                    <a:pt x="403670" y="46387"/>
                    <a:pt x="405860" y="46673"/>
                    <a:pt x="408337" y="47530"/>
                  </a:cubicBezTo>
                  <a:lnTo>
                    <a:pt x="408337" y="34576"/>
                  </a:lnTo>
                  <a:cubicBezTo>
                    <a:pt x="406718" y="34290"/>
                    <a:pt x="405194" y="34290"/>
                    <a:pt x="403670" y="34290"/>
                  </a:cubicBezTo>
                  <a:cubicBezTo>
                    <a:pt x="391859" y="34290"/>
                    <a:pt x="384620" y="40577"/>
                    <a:pt x="380619" y="49911"/>
                  </a:cubicBezTo>
                  <a:lnTo>
                    <a:pt x="380619" y="35052"/>
                  </a:lnTo>
                  <a:close/>
                  <a:moveTo>
                    <a:pt x="307086" y="64199"/>
                  </a:moveTo>
                  <a:lnTo>
                    <a:pt x="349948" y="7334"/>
                  </a:lnTo>
                  <a:lnTo>
                    <a:pt x="333280" y="7334"/>
                  </a:lnTo>
                  <a:lnTo>
                    <a:pt x="290417" y="64199"/>
                  </a:lnTo>
                  <a:lnTo>
                    <a:pt x="334804" y="119729"/>
                  </a:lnTo>
                  <a:lnTo>
                    <a:pt x="352330" y="119729"/>
                  </a:lnTo>
                  <a:lnTo>
                    <a:pt x="307181" y="64199"/>
                  </a:lnTo>
                  <a:close/>
                  <a:moveTo>
                    <a:pt x="274225" y="119729"/>
                  </a:moveTo>
                  <a:lnTo>
                    <a:pt x="287750" y="119729"/>
                  </a:lnTo>
                  <a:lnTo>
                    <a:pt x="287750" y="7334"/>
                  </a:lnTo>
                  <a:lnTo>
                    <a:pt x="274225" y="7334"/>
                  </a:lnTo>
                  <a:lnTo>
                    <a:pt x="274225" y="119729"/>
                  </a:lnTo>
                  <a:close/>
                  <a:moveTo>
                    <a:pt x="207550" y="103061"/>
                  </a:moveTo>
                  <a:cubicBezTo>
                    <a:pt x="201740" y="107061"/>
                    <a:pt x="192405" y="108871"/>
                    <a:pt x="184880" y="108871"/>
                  </a:cubicBezTo>
                  <a:cubicBezTo>
                    <a:pt x="167831" y="108871"/>
                    <a:pt x="156401" y="100013"/>
                    <a:pt x="154400" y="83058"/>
                  </a:cubicBezTo>
                  <a:lnTo>
                    <a:pt x="212122" y="83058"/>
                  </a:lnTo>
                  <a:cubicBezTo>
                    <a:pt x="212598" y="80391"/>
                    <a:pt x="212979" y="75343"/>
                    <a:pt x="212979" y="73247"/>
                  </a:cubicBezTo>
                  <a:cubicBezTo>
                    <a:pt x="212979" y="47720"/>
                    <a:pt x="198977" y="34195"/>
                    <a:pt x="178499" y="34195"/>
                  </a:cubicBezTo>
                  <a:cubicBezTo>
                    <a:pt x="158020" y="34195"/>
                    <a:pt x="140970" y="50197"/>
                    <a:pt x="140970" y="77724"/>
                  </a:cubicBezTo>
                  <a:cubicBezTo>
                    <a:pt x="140970" y="103442"/>
                    <a:pt x="158020" y="120587"/>
                    <a:pt x="183642" y="120587"/>
                  </a:cubicBezTo>
                  <a:cubicBezTo>
                    <a:pt x="191167" y="120587"/>
                    <a:pt x="201359" y="118777"/>
                    <a:pt x="207645" y="115443"/>
                  </a:cubicBezTo>
                  <a:lnTo>
                    <a:pt x="207645" y="103061"/>
                  </a:lnTo>
                  <a:close/>
                  <a:moveTo>
                    <a:pt x="199739" y="72009"/>
                  </a:moveTo>
                  <a:lnTo>
                    <a:pt x="154400" y="72009"/>
                  </a:lnTo>
                  <a:cubicBezTo>
                    <a:pt x="156020" y="54483"/>
                    <a:pt x="166211" y="45625"/>
                    <a:pt x="178403" y="45625"/>
                  </a:cubicBezTo>
                  <a:cubicBezTo>
                    <a:pt x="191738" y="45625"/>
                    <a:pt x="199739" y="54578"/>
                    <a:pt x="199739" y="68675"/>
                  </a:cubicBezTo>
                  <a:lnTo>
                    <a:pt x="199739" y="72009"/>
                  </a:lnTo>
                  <a:close/>
                  <a:moveTo>
                    <a:pt x="107442" y="8668"/>
                  </a:moveTo>
                  <a:cubicBezTo>
                    <a:pt x="107442" y="13526"/>
                    <a:pt x="111062" y="17145"/>
                    <a:pt x="115919" y="17145"/>
                  </a:cubicBezTo>
                  <a:cubicBezTo>
                    <a:pt x="120777" y="17145"/>
                    <a:pt x="124587" y="13526"/>
                    <a:pt x="124587" y="8668"/>
                  </a:cubicBezTo>
                  <a:cubicBezTo>
                    <a:pt x="124587" y="3810"/>
                    <a:pt x="120777" y="0"/>
                    <a:pt x="115919" y="0"/>
                  </a:cubicBezTo>
                  <a:cubicBezTo>
                    <a:pt x="111062" y="0"/>
                    <a:pt x="107442" y="3810"/>
                    <a:pt x="107442" y="8668"/>
                  </a:cubicBezTo>
                  <a:moveTo>
                    <a:pt x="109442" y="119729"/>
                  </a:moveTo>
                  <a:lnTo>
                    <a:pt x="122587" y="119729"/>
                  </a:lnTo>
                  <a:lnTo>
                    <a:pt x="122587" y="35243"/>
                  </a:lnTo>
                  <a:lnTo>
                    <a:pt x="109442" y="35243"/>
                  </a:lnTo>
                  <a:lnTo>
                    <a:pt x="109442" y="119729"/>
                  </a:lnTo>
                  <a:close/>
                  <a:moveTo>
                    <a:pt x="0" y="7334"/>
                  </a:moveTo>
                  <a:lnTo>
                    <a:pt x="0" y="119729"/>
                  </a:lnTo>
                  <a:lnTo>
                    <a:pt x="34004" y="119729"/>
                  </a:lnTo>
                  <a:cubicBezTo>
                    <a:pt x="71057" y="119729"/>
                    <a:pt x="90011" y="93345"/>
                    <a:pt x="90011" y="62675"/>
                  </a:cubicBezTo>
                  <a:cubicBezTo>
                    <a:pt x="90011" y="29813"/>
                    <a:pt x="66294" y="7334"/>
                    <a:pt x="33338" y="7334"/>
                  </a:cubicBezTo>
                  <a:lnTo>
                    <a:pt x="0" y="7334"/>
                  </a:lnTo>
                  <a:close/>
                  <a:moveTo>
                    <a:pt x="13716" y="107823"/>
                  </a:moveTo>
                  <a:lnTo>
                    <a:pt x="13716" y="19336"/>
                  </a:lnTo>
                  <a:lnTo>
                    <a:pt x="33242" y="19336"/>
                  </a:lnTo>
                  <a:cubicBezTo>
                    <a:pt x="59246" y="19336"/>
                    <a:pt x="76105" y="38862"/>
                    <a:pt x="76105" y="62675"/>
                  </a:cubicBezTo>
                  <a:cubicBezTo>
                    <a:pt x="76105" y="86487"/>
                    <a:pt x="63437" y="107823"/>
                    <a:pt x="33909" y="107823"/>
                  </a:cubicBezTo>
                  <a:lnTo>
                    <a:pt x="13716" y="1078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F0C69477-2365-F2D7-6EB9-A226F8993B1E}"/>
                </a:ext>
              </a:extLst>
            </p:cNvPr>
            <p:cNvSpPr/>
            <p:nvPr/>
          </p:nvSpPr>
          <p:spPr bwMode="gray">
            <a:xfrm>
              <a:off x="9029693" y="1603049"/>
              <a:ext cx="1300067" cy="204406"/>
            </a:xfrm>
            <a:custGeom>
              <a:avLst/>
              <a:gdLst>
                <a:gd name="connsiteX0" fmla="*/ 1273588 w 1300067"/>
                <a:gd name="connsiteY0" fmla="*/ 5239 h 204406"/>
                <a:gd name="connsiteX1" fmla="*/ 1273588 w 1300067"/>
                <a:gd name="connsiteY1" fmla="*/ 66580 h 204406"/>
                <a:gd name="connsiteX2" fmla="*/ 1240060 w 1300067"/>
                <a:gd name="connsiteY2" fmla="*/ 47815 h 204406"/>
                <a:gd name="connsiteX3" fmla="*/ 1191673 w 1300067"/>
                <a:gd name="connsiteY3" fmla="*/ 105442 h 204406"/>
                <a:gd name="connsiteX4" fmla="*/ 1239584 w 1300067"/>
                <a:gd name="connsiteY4" fmla="*/ 162878 h 204406"/>
                <a:gd name="connsiteX5" fmla="*/ 1273588 w 1300067"/>
                <a:gd name="connsiteY5" fmla="*/ 143923 h 204406"/>
                <a:gd name="connsiteX6" fmla="*/ 1273588 w 1300067"/>
                <a:gd name="connsiteY6" fmla="*/ 161354 h 204406"/>
                <a:gd name="connsiteX7" fmla="*/ 1300067 w 1300067"/>
                <a:gd name="connsiteY7" fmla="*/ 161354 h 204406"/>
                <a:gd name="connsiteX8" fmla="*/ 1300067 w 1300067"/>
                <a:gd name="connsiteY8" fmla="*/ 5239 h 204406"/>
                <a:gd name="connsiteX9" fmla="*/ 1273588 w 1300067"/>
                <a:gd name="connsiteY9" fmla="*/ 5239 h 204406"/>
                <a:gd name="connsiteX10" fmla="*/ 1245775 w 1300067"/>
                <a:gd name="connsiteY10" fmla="*/ 140113 h 204406"/>
                <a:gd name="connsiteX11" fmla="*/ 1218819 w 1300067"/>
                <a:gd name="connsiteY11" fmla="*/ 105918 h 204406"/>
                <a:gd name="connsiteX12" fmla="*/ 1245965 w 1300067"/>
                <a:gd name="connsiteY12" fmla="*/ 70390 h 204406"/>
                <a:gd name="connsiteX13" fmla="*/ 1273588 w 1300067"/>
                <a:gd name="connsiteY13" fmla="*/ 104394 h 204406"/>
                <a:gd name="connsiteX14" fmla="*/ 1245775 w 1300067"/>
                <a:gd name="connsiteY14" fmla="*/ 140208 h 204406"/>
                <a:gd name="connsiteX15" fmla="*/ 1102328 w 1300067"/>
                <a:gd name="connsiteY15" fmla="*/ 49435 h 204406"/>
                <a:gd name="connsiteX16" fmla="*/ 1075849 w 1300067"/>
                <a:gd name="connsiteY16" fmla="*/ 49435 h 204406"/>
                <a:gd name="connsiteX17" fmla="*/ 1075849 w 1300067"/>
                <a:gd name="connsiteY17" fmla="*/ 161354 h 204406"/>
                <a:gd name="connsiteX18" fmla="*/ 1102328 w 1300067"/>
                <a:gd name="connsiteY18" fmla="*/ 161354 h 204406"/>
                <a:gd name="connsiteX19" fmla="*/ 1102328 w 1300067"/>
                <a:gd name="connsiteY19" fmla="*/ 101346 h 204406"/>
                <a:gd name="connsiteX20" fmla="*/ 1126808 w 1300067"/>
                <a:gd name="connsiteY20" fmla="*/ 70199 h 204406"/>
                <a:gd name="connsiteX21" fmla="*/ 1146429 w 1300067"/>
                <a:gd name="connsiteY21" fmla="*/ 92488 h 204406"/>
                <a:gd name="connsiteX22" fmla="*/ 1146429 w 1300067"/>
                <a:gd name="connsiteY22" fmla="*/ 161354 h 204406"/>
                <a:gd name="connsiteX23" fmla="*/ 1172909 w 1300067"/>
                <a:gd name="connsiteY23" fmla="*/ 161354 h 204406"/>
                <a:gd name="connsiteX24" fmla="*/ 1172909 w 1300067"/>
                <a:gd name="connsiteY24" fmla="*/ 86963 h 204406"/>
                <a:gd name="connsiteX25" fmla="*/ 1136714 w 1300067"/>
                <a:gd name="connsiteY25" fmla="*/ 48101 h 204406"/>
                <a:gd name="connsiteX26" fmla="*/ 1102233 w 1300067"/>
                <a:gd name="connsiteY26" fmla="*/ 68675 h 204406"/>
                <a:gd name="connsiteX27" fmla="*/ 1102233 w 1300067"/>
                <a:gd name="connsiteY27" fmla="*/ 49435 h 204406"/>
                <a:gd name="connsiteX28" fmla="*/ 1023652 w 1300067"/>
                <a:gd name="connsiteY28" fmla="*/ 49435 h 204406"/>
                <a:gd name="connsiteX29" fmla="*/ 1023652 w 1300067"/>
                <a:gd name="connsiteY29" fmla="*/ 109537 h 204406"/>
                <a:gd name="connsiteX30" fmla="*/ 999173 w 1300067"/>
                <a:gd name="connsiteY30" fmla="*/ 140684 h 204406"/>
                <a:gd name="connsiteX31" fmla="*/ 979742 w 1300067"/>
                <a:gd name="connsiteY31" fmla="*/ 119062 h 204406"/>
                <a:gd name="connsiteX32" fmla="*/ 979742 w 1300067"/>
                <a:gd name="connsiteY32" fmla="*/ 49530 h 204406"/>
                <a:gd name="connsiteX33" fmla="*/ 953262 w 1300067"/>
                <a:gd name="connsiteY33" fmla="*/ 49530 h 204406"/>
                <a:gd name="connsiteX34" fmla="*/ 953262 w 1300067"/>
                <a:gd name="connsiteY34" fmla="*/ 125254 h 204406"/>
                <a:gd name="connsiteX35" fmla="*/ 989267 w 1300067"/>
                <a:gd name="connsiteY35" fmla="*/ 162592 h 204406"/>
                <a:gd name="connsiteX36" fmla="*/ 1023747 w 1300067"/>
                <a:gd name="connsiteY36" fmla="*/ 143161 h 204406"/>
                <a:gd name="connsiteX37" fmla="*/ 1023747 w 1300067"/>
                <a:gd name="connsiteY37" fmla="*/ 161449 h 204406"/>
                <a:gd name="connsiteX38" fmla="*/ 1050417 w 1300067"/>
                <a:gd name="connsiteY38" fmla="*/ 161449 h 204406"/>
                <a:gd name="connsiteX39" fmla="*/ 1050417 w 1300067"/>
                <a:gd name="connsiteY39" fmla="*/ 49435 h 204406"/>
                <a:gd name="connsiteX40" fmla="*/ 1023747 w 1300067"/>
                <a:gd name="connsiteY40" fmla="*/ 49435 h 204406"/>
                <a:gd name="connsiteX41" fmla="*/ 929640 w 1300067"/>
                <a:gd name="connsiteY41" fmla="*/ 52959 h 204406"/>
                <a:gd name="connsiteX42" fmla="*/ 901351 w 1300067"/>
                <a:gd name="connsiteY42" fmla="*/ 48101 h 204406"/>
                <a:gd name="connsiteX43" fmla="*/ 860298 w 1300067"/>
                <a:gd name="connsiteY43" fmla="*/ 81248 h 204406"/>
                <a:gd name="connsiteX44" fmla="*/ 884777 w 1300067"/>
                <a:gd name="connsiteY44" fmla="*/ 113062 h 204406"/>
                <a:gd name="connsiteX45" fmla="*/ 908399 w 1300067"/>
                <a:gd name="connsiteY45" fmla="*/ 130969 h 204406"/>
                <a:gd name="connsiteX46" fmla="*/ 892969 w 1300067"/>
                <a:gd name="connsiteY46" fmla="*/ 141351 h 204406"/>
                <a:gd name="connsiteX47" fmla="*/ 860965 w 1300067"/>
                <a:gd name="connsiteY47" fmla="*/ 131445 h 204406"/>
                <a:gd name="connsiteX48" fmla="*/ 860965 w 1300067"/>
                <a:gd name="connsiteY48" fmla="*/ 155734 h 204406"/>
                <a:gd name="connsiteX49" fmla="*/ 894493 w 1300067"/>
                <a:gd name="connsiteY49" fmla="*/ 162592 h 204406"/>
                <a:gd name="connsiteX50" fmla="*/ 935736 w 1300067"/>
                <a:gd name="connsiteY50" fmla="*/ 129254 h 204406"/>
                <a:gd name="connsiteX51" fmla="*/ 910304 w 1300067"/>
                <a:gd name="connsiteY51" fmla="*/ 98108 h 204406"/>
                <a:gd name="connsiteX52" fmla="*/ 887349 w 1300067"/>
                <a:gd name="connsiteY52" fmla="*/ 80486 h 204406"/>
                <a:gd name="connsiteX53" fmla="*/ 901922 w 1300067"/>
                <a:gd name="connsiteY53" fmla="*/ 69913 h 204406"/>
                <a:gd name="connsiteX54" fmla="*/ 929545 w 1300067"/>
                <a:gd name="connsiteY54" fmla="*/ 76581 h 204406"/>
                <a:gd name="connsiteX55" fmla="*/ 929545 w 1300067"/>
                <a:gd name="connsiteY55" fmla="*/ 53150 h 204406"/>
                <a:gd name="connsiteX56" fmla="*/ 835723 w 1300067"/>
                <a:gd name="connsiteY56" fmla="*/ 132207 h 204406"/>
                <a:gd name="connsiteX57" fmla="*/ 805910 w 1300067"/>
                <a:gd name="connsiteY57" fmla="*/ 141065 h 204406"/>
                <a:gd name="connsiteX58" fmla="*/ 771049 w 1300067"/>
                <a:gd name="connsiteY58" fmla="*/ 116110 h 204406"/>
                <a:gd name="connsiteX59" fmla="*/ 841248 w 1300067"/>
                <a:gd name="connsiteY59" fmla="*/ 116110 h 204406"/>
                <a:gd name="connsiteX60" fmla="*/ 842772 w 1300067"/>
                <a:gd name="connsiteY60" fmla="*/ 100203 h 204406"/>
                <a:gd name="connsiteX61" fmla="*/ 795338 w 1300067"/>
                <a:gd name="connsiteY61" fmla="*/ 48292 h 204406"/>
                <a:gd name="connsiteX62" fmla="*/ 744379 w 1300067"/>
                <a:gd name="connsiteY62" fmla="*/ 105442 h 204406"/>
                <a:gd name="connsiteX63" fmla="*/ 802005 w 1300067"/>
                <a:gd name="connsiteY63" fmla="*/ 162401 h 204406"/>
                <a:gd name="connsiteX64" fmla="*/ 835819 w 1300067"/>
                <a:gd name="connsiteY64" fmla="*/ 155067 h 204406"/>
                <a:gd name="connsiteX65" fmla="*/ 835819 w 1300067"/>
                <a:gd name="connsiteY65" fmla="*/ 132112 h 204406"/>
                <a:gd name="connsiteX66" fmla="*/ 817626 w 1300067"/>
                <a:gd name="connsiteY66" fmla="*/ 96202 h 204406"/>
                <a:gd name="connsiteX67" fmla="*/ 770573 w 1300067"/>
                <a:gd name="connsiteY67" fmla="*/ 96202 h 204406"/>
                <a:gd name="connsiteX68" fmla="*/ 795909 w 1300067"/>
                <a:gd name="connsiteY68" fmla="*/ 69056 h 204406"/>
                <a:gd name="connsiteX69" fmla="*/ 817531 w 1300067"/>
                <a:gd name="connsiteY69" fmla="*/ 92869 h 204406"/>
                <a:gd name="connsiteX70" fmla="*/ 817531 w 1300067"/>
                <a:gd name="connsiteY70" fmla="*/ 96202 h 204406"/>
                <a:gd name="connsiteX71" fmla="*/ 698849 w 1300067"/>
                <a:gd name="connsiteY71" fmla="*/ 49435 h 204406"/>
                <a:gd name="connsiteX72" fmla="*/ 698849 w 1300067"/>
                <a:gd name="connsiteY72" fmla="*/ 65532 h 204406"/>
                <a:gd name="connsiteX73" fmla="*/ 667703 w 1300067"/>
                <a:gd name="connsiteY73" fmla="*/ 48101 h 204406"/>
                <a:gd name="connsiteX74" fmla="*/ 621602 w 1300067"/>
                <a:gd name="connsiteY74" fmla="*/ 103918 h 204406"/>
                <a:gd name="connsiteX75" fmla="*/ 667131 w 1300067"/>
                <a:gd name="connsiteY75" fmla="*/ 157829 h 204406"/>
                <a:gd name="connsiteX76" fmla="*/ 698945 w 1300067"/>
                <a:gd name="connsiteY76" fmla="*/ 141256 h 204406"/>
                <a:gd name="connsiteX77" fmla="*/ 698945 w 1300067"/>
                <a:gd name="connsiteY77" fmla="*/ 150971 h 204406"/>
                <a:gd name="connsiteX78" fmla="*/ 668465 w 1300067"/>
                <a:gd name="connsiteY78" fmla="*/ 180118 h 204406"/>
                <a:gd name="connsiteX79" fmla="*/ 632460 w 1300067"/>
                <a:gd name="connsiteY79" fmla="*/ 169545 h 204406"/>
                <a:gd name="connsiteX80" fmla="*/ 632460 w 1300067"/>
                <a:gd name="connsiteY80" fmla="*/ 196501 h 204406"/>
                <a:gd name="connsiteX81" fmla="*/ 671132 w 1300067"/>
                <a:gd name="connsiteY81" fmla="*/ 204407 h 204406"/>
                <a:gd name="connsiteX82" fmla="*/ 725424 w 1300067"/>
                <a:gd name="connsiteY82" fmla="*/ 151162 h 204406"/>
                <a:gd name="connsiteX83" fmla="*/ 725424 w 1300067"/>
                <a:gd name="connsiteY83" fmla="*/ 49435 h 204406"/>
                <a:gd name="connsiteX84" fmla="*/ 698945 w 1300067"/>
                <a:gd name="connsiteY84" fmla="*/ 49435 h 204406"/>
                <a:gd name="connsiteX85" fmla="*/ 673513 w 1300067"/>
                <a:gd name="connsiteY85" fmla="*/ 136208 h 204406"/>
                <a:gd name="connsiteX86" fmla="*/ 649224 w 1300067"/>
                <a:gd name="connsiteY86" fmla="*/ 104013 h 204406"/>
                <a:gd name="connsiteX87" fmla="*/ 673989 w 1300067"/>
                <a:gd name="connsiteY87" fmla="*/ 70866 h 204406"/>
                <a:gd name="connsiteX88" fmla="*/ 698945 w 1300067"/>
                <a:gd name="connsiteY88" fmla="*/ 105537 h 204406"/>
                <a:gd name="connsiteX89" fmla="*/ 673608 w 1300067"/>
                <a:gd name="connsiteY89" fmla="*/ 136208 h 204406"/>
                <a:gd name="connsiteX90" fmla="*/ 525018 w 1300067"/>
                <a:gd name="connsiteY90" fmla="*/ 69342 h 204406"/>
                <a:gd name="connsiteX91" fmla="*/ 552831 w 1300067"/>
                <a:gd name="connsiteY91" fmla="*/ 69342 h 204406"/>
                <a:gd name="connsiteX92" fmla="*/ 552831 w 1300067"/>
                <a:gd name="connsiteY92" fmla="*/ 49435 h 204406"/>
                <a:gd name="connsiteX93" fmla="*/ 525018 w 1300067"/>
                <a:gd name="connsiteY93" fmla="*/ 49435 h 204406"/>
                <a:gd name="connsiteX94" fmla="*/ 525018 w 1300067"/>
                <a:gd name="connsiteY94" fmla="*/ 22479 h 204406"/>
                <a:gd name="connsiteX95" fmla="*/ 498539 w 1300067"/>
                <a:gd name="connsiteY95" fmla="*/ 22479 h 204406"/>
                <a:gd name="connsiteX96" fmla="*/ 498539 w 1300067"/>
                <a:gd name="connsiteY96" fmla="*/ 49435 h 204406"/>
                <a:gd name="connsiteX97" fmla="*/ 481774 w 1300067"/>
                <a:gd name="connsiteY97" fmla="*/ 49435 h 204406"/>
                <a:gd name="connsiteX98" fmla="*/ 481774 w 1300067"/>
                <a:gd name="connsiteY98" fmla="*/ 69342 h 204406"/>
                <a:gd name="connsiteX99" fmla="*/ 498539 w 1300067"/>
                <a:gd name="connsiteY99" fmla="*/ 69342 h 204406"/>
                <a:gd name="connsiteX100" fmla="*/ 498539 w 1300067"/>
                <a:gd name="connsiteY100" fmla="*/ 125825 h 204406"/>
                <a:gd name="connsiteX101" fmla="*/ 534734 w 1300067"/>
                <a:gd name="connsiteY101" fmla="*/ 162497 h 204406"/>
                <a:gd name="connsiteX102" fmla="*/ 554641 w 1300067"/>
                <a:gd name="connsiteY102" fmla="*/ 158782 h 204406"/>
                <a:gd name="connsiteX103" fmla="*/ 554641 w 1300067"/>
                <a:gd name="connsiteY103" fmla="*/ 136017 h 204406"/>
                <a:gd name="connsiteX104" fmla="*/ 539210 w 1300067"/>
                <a:gd name="connsiteY104" fmla="*/ 140684 h 204406"/>
                <a:gd name="connsiteX105" fmla="*/ 525113 w 1300067"/>
                <a:gd name="connsiteY105" fmla="*/ 126301 h 204406"/>
                <a:gd name="connsiteX106" fmla="*/ 525113 w 1300067"/>
                <a:gd name="connsiteY106" fmla="*/ 69342 h 204406"/>
                <a:gd name="connsiteX107" fmla="*/ 473583 w 1300067"/>
                <a:gd name="connsiteY107" fmla="*/ 161354 h 204406"/>
                <a:gd name="connsiteX108" fmla="*/ 431673 w 1300067"/>
                <a:gd name="connsiteY108" fmla="*/ 102870 h 204406"/>
                <a:gd name="connsiteX109" fmla="*/ 472726 w 1300067"/>
                <a:gd name="connsiteY109" fmla="*/ 49435 h 204406"/>
                <a:gd name="connsiteX110" fmla="*/ 441770 w 1300067"/>
                <a:gd name="connsiteY110" fmla="*/ 49435 h 204406"/>
                <a:gd name="connsiteX111" fmla="*/ 402241 w 1300067"/>
                <a:gd name="connsiteY111" fmla="*/ 102013 h 204406"/>
                <a:gd name="connsiteX112" fmla="*/ 402241 w 1300067"/>
                <a:gd name="connsiteY112" fmla="*/ 7906 h 204406"/>
                <a:gd name="connsiteX113" fmla="*/ 375761 w 1300067"/>
                <a:gd name="connsiteY113" fmla="*/ 7906 h 204406"/>
                <a:gd name="connsiteX114" fmla="*/ 375761 w 1300067"/>
                <a:gd name="connsiteY114" fmla="*/ 161354 h 204406"/>
                <a:gd name="connsiteX115" fmla="*/ 402241 w 1300067"/>
                <a:gd name="connsiteY115" fmla="*/ 161354 h 204406"/>
                <a:gd name="connsiteX116" fmla="*/ 402241 w 1300067"/>
                <a:gd name="connsiteY116" fmla="*/ 103537 h 204406"/>
                <a:gd name="connsiteX117" fmla="*/ 442436 w 1300067"/>
                <a:gd name="connsiteY117" fmla="*/ 161354 h 204406"/>
                <a:gd name="connsiteX118" fmla="*/ 473583 w 1300067"/>
                <a:gd name="connsiteY118" fmla="*/ 161354 h 204406"/>
                <a:gd name="connsiteX119" fmla="*/ 347663 w 1300067"/>
                <a:gd name="connsiteY119" fmla="*/ 132207 h 204406"/>
                <a:gd name="connsiteX120" fmla="*/ 317849 w 1300067"/>
                <a:gd name="connsiteY120" fmla="*/ 141065 h 204406"/>
                <a:gd name="connsiteX121" fmla="*/ 282988 w 1300067"/>
                <a:gd name="connsiteY121" fmla="*/ 116110 h 204406"/>
                <a:gd name="connsiteX122" fmla="*/ 353187 w 1300067"/>
                <a:gd name="connsiteY122" fmla="*/ 116110 h 204406"/>
                <a:gd name="connsiteX123" fmla="*/ 354711 w 1300067"/>
                <a:gd name="connsiteY123" fmla="*/ 100203 h 204406"/>
                <a:gd name="connsiteX124" fmla="*/ 307276 w 1300067"/>
                <a:gd name="connsiteY124" fmla="*/ 48292 h 204406"/>
                <a:gd name="connsiteX125" fmla="*/ 256318 w 1300067"/>
                <a:gd name="connsiteY125" fmla="*/ 105442 h 204406"/>
                <a:gd name="connsiteX126" fmla="*/ 313944 w 1300067"/>
                <a:gd name="connsiteY126" fmla="*/ 162401 h 204406"/>
                <a:gd name="connsiteX127" fmla="*/ 347758 w 1300067"/>
                <a:gd name="connsiteY127" fmla="*/ 155067 h 204406"/>
                <a:gd name="connsiteX128" fmla="*/ 347758 w 1300067"/>
                <a:gd name="connsiteY128" fmla="*/ 132112 h 204406"/>
                <a:gd name="connsiteX129" fmla="*/ 329565 w 1300067"/>
                <a:gd name="connsiteY129" fmla="*/ 96202 h 204406"/>
                <a:gd name="connsiteX130" fmla="*/ 282512 w 1300067"/>
                <a:gd name="connsiteY130" fmla="*/ 96202 h 204406"/>
                <a:gd name="connsiteX131" fmla="*/ 307848 w 1300067"/>
                <a:gd name="connsiteY131" fmla="*/ 69056 h 204406"/>
                <a:gd name="connsiteX132" fmla="*/ 329470 w 1300067"/>
                <a:gd name="connsiteY132" fmla="*/ 92869 h 204406"/>
                <a:gd name="connsiteX133" fmla="*/ 329470 w 1300067"/>
                <a:gd name="connsiteY133" fmla="*/ 96202 h 204406"/>
                <a:gd name="connsiteX134" fmla="*/ 213074 w 1300067"/>
                <a:gd name="connsiteY134" fmla="*/ 49435 h 204406"/>
                <a:gd name="connsiteX135" fmla="*/ 186595 w 1300067"/>
                <a:gd name="connsiteY135" fmla="*/ 49435 h 204406"/>
                <a:gd name="connsiteX136" fmla="*/ 186404 w 1300067"/>
                <a:gd name="connsiteY136" fmla="*/ 161354 h 204406"/>
                <a:gd name="connsiteX137" fmla="*/ 213074 w 1300067"/>
                <a:gd name="connsiteY137" fmla="*/ 161354 h 204406"/>
                <a:gd name="connsiteX138" fmla="*/ 213074 w 1300067"/>
                <a:gd name="connsiteY138" fmla="*/ 103537 h 204406"/>
                <a:gd name="connsiteX139" fmla="*/ 237553 w 1300067"/>
                <a:gd name="connsiteY139" fmla="*/ 72676 h 204406"/>
                <a:gd name="connsiteX140" fmla="*/ 248793 w 1300067"/>
                <a:gd name="connsiteY140" fmla="*/ 74867 h 204406"/>
                <a:gd name="connsiteX141" fmla="*/ 248793 w 1300067"/>
                <a:gd name="connsiteY141" fmla="*/ 49244 h 204406"/>
                <a:gd name="connsiteX142" fmla="*/ 241268 w 1300067"/>
                <a:gd name="connsiteY142" fmla="*/ 48577 h 204406"/>
                <a:gd name="connsiteX143" fmla="*/ 212979 w 1300067"/>
                <a:gd name="connsiteY143" fmla="*/ 69342 h 204406"/>
                <a:gd name="connsiteX144" fmla="*/ 212979 w 1300067"/>
                <a:gd name="connsiteY144" fmla="*/ 49435 h 204406"/>
                <a:gd name="connsiteX145" fmla="*/ 131636 w 1300067"/>
                <a:gd name="connsiteY145" fmla="*/ 15907 h 204406"/>
                <a:gd name="connsiteX146" fmla="*/ 147542 w 1300067"/>
                <a:gd name="connsiteY146" fmla="*/ 32004 h 204406"/>
                <a:gd name="connsiteX147" fmla="*/ 163449 w 1300067"/>
                <a:gd name="connsiteY147" fmla="*/ 15907 h 204406"/>
                <a:gd name="connsiteX148" fmla="*/ 147542 w 1300067"/>
                <a:gd name="connsiteY148" fmla="*/ 0 h 204406"/>
                <a:gd name="connsiteX149" fmla="*/ 131636 w 1300067"/>
                <a:gd name="connsiteY149" fmla="*/ 15907 h 204406"/>
                <a:gd name="connsiteX150" fmla="*/ 134303 w 1300067"/>
                <a:gd name="connsiteY150" fmla="*/ 161354 h 204406"/>
                <a:gd name="connsiteX151" fmla="*/ 160782 w 1300067"/>
                <a:gd name="connsiteY151" fmla="*/ 161354 h 204406"/>
                <a:gd name="connsiteX152" fmla="*/ 160782 w 1300067"/>
                <a:gd name="connsiteY152" fmla="*/ 49435 h 204406"/>
                <a:gd name="connsiteX153" fmla="*/ 134303 w 1300067"/>
                <a:gd name="connsiteY153" fmla="*/ 49435 h 204406"/>
                <a:gd name="connsiteX154" fmla="*/ 134303 w 1300067"/>
                <a:gd name="connsiteY154" fmla="*/ 161354 h 204406"/>
                <a:gd name="connsiteX155" fmla="*/ 81915 w 1300067"/>
                <a:gd name="connsiteY155" fmla="*/ 5239 h 204406"/>
                <a:gd name="connsiteX156" fmla="*/ 81915 w 1300067"/>
                <a:gd name="connsiteY156" fmla="*/ 66580 h 204406"/>
                <a:gd name="connsiteX157" fmla="*/ 48387 w 1300067"/>
                <a:gd name="connsiteY157" fmla="*/ 47815 h 204406"/>
                <a:gd name="connsiteX158" fmla="*/ 0 w 1300067"/>
                <a:gd name="connsiteY158" fmla="*/ 105442 h 204406"/>
                <a:gd name="connsiteX159" fmla="*/ 47911 w 1300067"/>
                <a:gd name="connsiteY159" fmla="*/ 162878 h 204406"/>
                <a:gd name="connsiteX160" fmla="*/ 81915 w 1300067"/>
                <a:gd name="connsiteY160" fmla="*/ 143923 h 204406"/>
                <a:gd name="connsiteX161" fmla="*/ 81915 w 1300067"/>
                <a:gd name="connsiteY161" fmla="*/ 161354 h 204406"/>
                <a:gd name="connsiteX162" fmla="*/ 108395 w 1300067"/>
                <a:gd name="connsiteY162" fmla="*/ 161354 h 204406"/>
                <a:gd name="connsiteX163" fmla="*/ 108395 w 1300067"/>
                <a:gd name="connsiteY163" fmla="*/ 5239 h 204406"/>
                <a:gd name="connsiteX164" fmla="*/ 81915 w 1300067"/>
                <a:gd name="connsiteY164" fmla="*/ 5239 h 204406"/>
                <a:gd name="connsiteX165" fmla="*/ 54102 w 1300067"/>
                <a:gd name="connsiteY165" fmla="*/ 140113 h 204406"/>
                <a:gd name="connsiteX166" fmla="*/ 27146 w 1300067"/>
                <a:gd name="connsiteY166" fmla="*/ 105918 h 204406"/>
                <a:gd name="connsiteX167" fmla="*/ 54293 w 1300067"/>
                <a:gd name="connsiteY167" fmla="*/ 70390 h 204406"/>
                <a:gd name="connsiteX168" fmla="*/ 81915 w 1300067"/>
                <a:gd name="connsiteY168" fmla="*/ 104394 h 204406"/>
                <a:gd name="connsiteX169" fmla="*/ 54102 w 1300067"/>
                <a:gd name="connsiteY169" fmla="*/ 140208 h 204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</a:cxnLst>
              <a:rect l="l" t="t" r="r" b="b"/>
              <a:pathLst>
                <a:path w="1300067" h="204406">
                  <a:moveTo>
                    <a:pt x="1273588" y="5239"/>
                  </a:moveTo>
                  <a:lnTo>
                    <a:pt x="1273588" y="66580"/>
                  </a:lnTo>
                  <a:cubicBezTo>
                    <a:pt x="1265873" y="54197"/>
                    <a:pt x="1253966" y="47815"/>
                    <a:pt x="1240060" y="47815"/>
                  </a:cubicBezTo>
                  <a:cubicBezTo>
                    <a:pt x="1212437" y="47815"/>
                    <a:pt x="1191673" y="69437"/>
                    <a:pt x="1191673" y="105442"/>
                  </a:cubicBezTo>
                  <a:cubicBezTo>
                    <a:pt x="1191673" y="135446"/>
                    <a:pt x="1208913" y="162878"/>
                    <a:pt x="1239584" y="162878"/>
                  </a:cubicBezTo>
                  <a:cubicBezTo>
                    <a:pt x="1254157" y="162878"/>
                    <a:pt x="1266063" y="156210"/>
                    <a:pt x="1273588" y="143923"/>
                  </a:cubicBezTo>
                  <a:lnTo>
                    <a:pt x="1273588" y="161354"/>
                  </a:lnTo>
                  <a:lnTo>
                    <a:pt x="1300067" y="161354"/>
                  </a:lnTo>
                  <a:lnTo>
                    <a:pt x="1300067" y="5239"/>
                  </a:lnTo>
                  <a:lnTo>
                    <a:pt x="1273588" y="5239"/>
                  </a:lnTo>
                  <a:close/>
                  <a:moveTo>
                    <a:pt x="1245775" y="140113"/>
                  </a:moveTo>
                  <a:cubicBezTo>
                    <a:pt x="1230725" y="140113"/>
                    <a:pt x="1218819" y="126683"/>
                    <a:pt x="1218819" y="105918"/>
                  </a:cubicBezTo>
                  <a:cubicBezTo>
                    <a:pt x="1218819" y="82486"/>
                    <a:pt x="1231392" y="70390"/>
                    <a:pt x="1245965" y="70390"/>
                  </a:cubicBezTo>
                  <a:cubicBezTo>
                    <a:pt x="1258538" y="70390"/>
                    <a:pt x="1273588" y="79915"/>
                    <a:pt x="1273588" y="104394"/>
                  </a:cubicBezTo>
                  <a:cubicBezTo>
                    <a:pt x="1273588" y="128873"/>
                    <a:pt x="1260824" y="140208"/>
                    <a:pt x="1245775" y="140208"/>
                  </a:cubicBezTo>
                  <a:moveTo>
                    <a:pt x="1102328" y="49435"/>
                  </a:moveTo>
                  <a:lnTo>
                    <a:pt x="1075849" y="49435"/>
                  </a:lnTo>
                  <a:lnTo>
                    <a:pt x="1075849" y="161354"/>
                  </a:lnTo>
                  <a:lnTo>
                    <a:pt x="1102328" y="161354"/>
                  </a:lnTo>
                  <a:lnTo>
                    <a:pt x="1102328" y="101346"/>
                  </a:lnTo>
                  <a:cubicBezTo>
                    <a:pt x="1102328" y="80391"/>
                    <a:pt x="1114044" y="70199"/>
                    <a:pt x="1126808" y="70199"/>
                  </a:cubicBezTo>
                  <a:cubicBezTo>
                    <a:pt x="1138523" y="70199"/>
                    <a:pt x="1146429" y="77438"/>
                    <a:pt x="1146429" y="92488"/>
                  </a:cubicBezTo>
                  <a:lnTo>
                    <a:pt x="1146429" y="161354"/>
                  </a:lnTo>
                  <a:lnTo>
                    <a:pt x="1172909" y="161354"/>
                  </a:lnTo>
                  <a:lnTo>
                    <a:pt x="1172909" y="86963"/>
                  </a:lnTo>
                  <a:cubicBezTo>
                    <a:pt x="1172909" y="62008"/>
                    <a:pt x="1158812" y="48101"/>
                    <a:pt x="1136714" y="48101"/>
                  </a:cubicBezTo>
                  <a:cubicBezTo>
                    <a:pt x="1120426" y="48101"/>
                    <a:pt x="1108234" y="55626"/>
                    <a:pt x="1102233" y="68675"/>
                  </a:cubicBezTo>
                  <a:lnTo>
                    <a:pt x="1102233" y="49435"/>
                  </a:lnTo>
                  <a:close/>
                  <a:moveTo>
                    <a:pt x="1023652" y="49435"/>
                  </a:moveTo>
                  <a:lnTo>
                    <a:pt x="1023652" y="109537"/>
                  </a:lnTo>
                  <a:cubicBezTo>
                    <a:pt x="1023652" y="131159"/>
                    <a:pt x="1013746" y="140684"/>
                    <a:pt x="999173" y="140684"/>
                  </a:cubicBezTo>
                  <a:cubicBezTo>
                    <a:pt x="987266" y="140684"/>
                    <a:pt x="979742" y="133350"/>
                    <a:pt x="979742" y="119062"/>
                  </a:cubicBezTo>
                  <a:lnTo>
                    <a:pt x="979742" y="49530"/>
                  </a:lnTo>
                  <a:lnTo>
                    <a:pt x="953262" y="49530"/>
                  </a:lnTo>
                  <a:lnTo>
                    <a:pt x="953262" y="125254"/>
                  </a:lnTo>
                  <a:cubicBezTo>
                    <a:pt x="953262" y="149352"/>
                    <a:pt x="966978" y="162592"/>
                    <a:pt x="989267" y="162592"/>
                  </a:cubicBezTo>
                  <a:cubicBezTo>
                    <a:pt x="1006031" y="162592"/>
                    <a:pt x="1017937" y="155734"/>
                    <a:pt x="1023747" y="143161"/>
                  </a:cubicBezTo>
                  <a:lnTo>
                    <a:pt x="1023747" y="161449"/>
                  </a:lnTo>
                  <a:lnTo>
                    <a:pt x="1050417" y="161449"/>
                  </a:lnTo>
                  <a:lnTo>
                    <a:pt x="1050417" y="49435"/>
                  </a:lnTo>
                  <a:lnTo>
                    <a:pt x="1023747" y="49435"/>
                  </a:lnTo>
                  <a:close/>
                  <a:moveTo>
                    <a:pt x="929640" y="52959"/>
                  </a:moveTo>
                  <a:cubicBezTo>
                    <a:pt x="922973" y="50101"/>
                    <a:pt x="912400" y="48101"/>
                    <a:pt x="901351" y="48101"/>
                  </a:cubicBezTo>
                  <a:cubicBezTo>
                    <a:pt x="878872" y="48101"/>
                    <a:pt x="860298" y="59817"/>
                    <a:pt x="860298" y="81248"/>
                  </a:cubicBezTo>
                  <a:cubicBezTo>
                    <a:pt x="860298" y="99155"/>
                    <a:pt x="872681" y="107537"/>
                    <a:pt x="884777" y="113062"/>
                  </a:cubicBezTo>
                  <a:cubicBezTo>
                    <a:pt x="897350" y="118396"/>
                    <a:pt x="908399" y="122110"/>
                    <a:pt x="908399" y="130969"/>
                  </a:cubicBezTo>
                  <a:cubicBezTo>
                    <a:pt x="908399" y="137350"/>
                    <a:pt x="902875" y="141351"/>
                    <a:pt x="892969" y="141351"/>
                  </a:cubicBezTo>
                  <a:cubicBezTo>
                    <a:pt x="880872" y="141351"/>
                    <a:pt x="868871" y="136684"/>
                    <a:pt x="860965" y="131445"/>
                  </a:cubicBezTo>
                  <a:lnTo>
                    <a:pt x="860965" y="155734"/>
                  </a:lnTo>
                  <a:cubicBezTo>
                    <a:pt x="868013" y="159448"/>
                    <a:pt x="880586" y="162592"/>
                    <a:pt x="894493" y="162592"/>
                  </a:cubicBezTo>
                  <a:cubicBezTo>
                    <a:pt x="918972" y="162592"/>
                    <a:pt x="935736" y="150685"/>
                    <a:pt x="935736" y="129254"/>
                  </a:cubicBezTo>
                  <a:cubicBezTo>
                    <a:pt x="935736" y="112490"/>
                    <a:pt x="922973" y="104299"/>
                    <a:pt x="910304" y="98108"/>
                  </a:cubicBezTo>
                  <a:cubicBezTo>
                    <a:pt x="898589" y="92583"/>
                    <a:pt x="887349" y="89059"/>
                    <a:pt x="887349" y="80486"/>
                  </a:cubicBezTo>
                  <a:cubicBezTo>
                    <a:pt x="887349" y="74295"/>
                    <a:pt x="892683" y="69913"/>
                    <a:pt x="901922" y="69913"/>
                  </a:cubicBezTo>
                  <a:cubicBezTo>
                    <a:pt x="912495" y="69913"/>
                    <a:pt x="922877" y="72581"/>
                    <a:pt x="929545" y="76581"/>
                  </a:cubicBezTo>
                  <a:lnTo>
                    <a:pt x="929545" y="53150"/>
                  </a:lnTo>
                  <a:close/>
                  <a:moveTo>
                    <a:pt x="835723" y="132207"/>
                  </a:moveTo>
                  <a:cubicBezTo>
                    <a:pt x="828389" y="137541"/>
                    <a:pt x="818102" y="141065"/>
                    <a:pt x="805910" y="141065"/>
                  </a:cubicBezTo>
                  <a:cubicBezTo>
                    <a:pt x="788003" y="141065"/>
                    <a:pt x="775049" y="132493"/>
                    <a:pt x="771049" y="116110"/>
                  </a:cubicBezTo>
                  <a:lnTo>
                    <a:pt x="841248" y="116110"/>
                  </a:lnTo>
                  <a:cubicBezTo>
                    <a:pt x="841915" y="111919"/>
                    <a:pt x="842772" y="104394"/>
                    <a:pt x="842772" y="100203"/>
                  </a:cubicBezTo>
                  <a:cubicBezTo>
                    <a:pt x="842772" y="65341"/>
                    <a:pt x="823531" y="48292"/>
                    <a:pt x="795338" y="48292"/>
                  </a:cubicBezTo>
                  <a:cubicBezTo>
                    <a:pt x="767144" y="48292"/>
                    <a:pt x="744379" y="68580"/>
                    <a:pt x="744379" y="105442"/>
                  </a:cubicBezTo>
                  <a:cubicBezTo>
                    <a:pt x="744379" y="138303"/>
                    <a:pt x="765620" y="162401"/>
                    <a:pt x="802005" y="162401"/>
                  </a:cubicBezTo>
                  <a:cubicBezTo>
                    <a:pt x="812864" y="162401"/>
                    <a:pt x="827627" y="160210"/>
                    <a:pt x="835819" y="155067"/>
                  </a:cubicBezTo>
                  <a:lnTo>
                    <a:pt x="835819" y="132112"/>
                  </a:lnTo>
                  <a:close/>
                  <a:moveTo>
                    <a:pt x="817626" y="96202"/>
                  </a:moveTo>
                  <a:lnTo>
                    <a:pt x="770573" y="96202"/>
                  </a:lnTo>
                  <a:cubicBezTo>
                    <a:pt x="773240" y="77914"/>
                    <a:pt x="784003" y="69056"/>
                    <a:pt x="795909" y="69056"/>
                  </a:cubicBezTo>
                  <a:cubicBezTo>
                    <a:pt x="810292" y="69056"/>
                    <a:pt x="816864" y="79248"/>
                    <a:pt x="817531" y="92869"/>
                  </a:cubicBezTo>
                  <a:lnTo>
                    <a:pt x="817531" y="96202"/>
                  </a:lnTo>
                  <a:close/>
                  <a:moveTo>
                    <a:pt x="698849" y="49435"/>
                  </a:moveTo>
                  <a:lnTo>
                    <a:pt x="698849" y="65532"/>
                  </a:lnTo>
                  <a:cubicBezTo>
                    <a:pt x="692658" y="54959"/>
                    <a:pt x="682752" y="48101"/>
                    <a:pt x="667703" y="48101"/>
                  </a:cubicBezTo>
                  <a:cubicBezTo>
                    <a:pt x="639699" y="48101"/>
                    <a:pt x="621602" y="72199"/>
                    <a:pt x="621602" y="103918"/>
                  </a:cubicBezTo>
                  <a:cubicBezTo>
                    <a:pt x="621602" y="140970"/>
                    <a:pt x="644081" y="157829"/>
                    <a:pt x="667131" y="157829"/>
                  </a:cubicBezTo>
                  <a:cubicBezTo>
                    <a:pt x="681704" y="157829"/>
                    <a:pt x="692277" y="152114"/>
                    <a:pt x="698945" y="141256"/>
                  </a:cubicBezTo>
                  <a:lnTo>
                    <a:pt x="698945" y="150971"/>
                  </a:lnTo>
                  <a:cubicBezTo>
                    <a:pt x="698945" y="171260"/>
                    <a:pt x="688562" y="180118"/>
                    <a:pt x="668465" y="180118"/>
                  </a:cubicBezTo>
                  <a:cubicBezTo>
                    <a:pt x="655415" y="180118"/>
                    <a:pt x="642176" y="176403"/>
                    <a:pt x="632460" y="169545"/>
                  </a:cubicBezTo>
                  <a:lnTo>
                    <a:pt x="632460" y="196501"/>
                  </a:lnTo>
                  <a:cubicBezTo>
                    <a:pt x="644366" y="202216"/>
                    <a:pt x="658273" y="204407"/>
                    <a:pt x="671132" y="204407"/>
                  </a:cubicBezTo>
                  <a:cubicBezTo>
                    <a:pt x="700278" y="204407"/>
                    <a:pt x="725424" y="188500"/>
                    <a:pt x="725424" y="151162"/>
                  </a:cubicBezTo>
                  <a:lnTo>
                    <a:pt x="725424" y="49435"/>
                  </a:lnTo>
                  <a:lnTo>
                    <a:pt x="698945" y="49435"/>
                  </a:lnTo>
                  <a:close/>
                  <a:moveTo>
                    <a:pt x="673513" y="136208"/>
                  </a:moveTo>
                  <a:cubicBezTo>
                    <a:pt x="660083" y="136208"/>
                    <a:pt x="649224" y="125825"/>
                    <a:pt x="649224" y="104013"/>
                  </a:cubicBezTo>
                  <a:cubicBezTo>
                    <a:pt x="649224" y="83915"/>
                    <a:pt x="658463" y="70866"/>
                    <a:pt x="673989" y="70866"/>
                  </a:cubicBezTo>
                  <a:cubicBezTo>
                    <a:pt x="687229" y="70866"/>
                    <a:pt x="698945" y="80105"/>
                    <a:pt x="698945" y="105537"/>
                  </a:cubicBezTo>
                  <a:cubicBezTo>
                    <a:pt x="698945" y="124301"/>
                    <a:pt x="687705" y="136208"/>
                    <a:pt x="673608" y="136208"/>
                  </a:cubicBezTo>
                  <a:moveTo>
                    <a:pt x="525018" y="69342"/>
                  </a:moveTo>
                  <a:lnTo>
                    <a:pt x="552831" y="69342"/>
                  </a:lnTo>
                  <a:lnTo>
                    <a:pt x="552831" y="49435"/>
                  </a:lnTo>
                  <a:lnTo>
                    <a:pt x="525018" y="49435"/>
                  </a:lnTo>
                  <a:lnTo>
                    <a:pt x="525018" y="22479"/>
                  </a:lnTo>
                  <a:lnTo>
                    <a:pt x="498539" y="22479"/>
                  </a:lnTo>
                  <a:lnTo>
                    <a:pt x="498539" y="49435"/>
                  </a:lnTo>
                  <a:lnTo>
                    <a:pt x="481774" y="49435"/>
                  </a:lnTo>
                  <a:lnTo>
                    <a:pt x="481774" y="69342"/>
                  </a:lnTo>
                  <a:lnTo>
                    <a:pt x="498539" y="69342"/>
                  </a:lnTo>
                  <a:lnTo>
                    <a:pt x="498539" y="125825"/>
                  </a:lnTo>
                  <a:cubicBezTo>
                    <a:pt x="498539" y="149447"/>
                    <a:pt x="510064" y="162497"/>
                    <a:pt x="534734" y="162497"/>
                  </a:cubicBezTo>
                  <a:cubicBezTo>
                    <a:pt x="540258" y="162497"/>
                    <a:pt x="549116" y="161354"/>
                    <a:pt x="554641" y="158782"/>
                  </a:cubicBezTo>
                  <a:lnTo>
                    <a:pt x="554641" y="136017"/>
                  </a:lnTo>
                  <a:cubicBezTo>
                    <a:pt x="550259" y="138874"/>
                    <a:pt x="544259" y="140684"/>
                    <a:pt x="539210" y="140684"/>
                  </a:cubicBezTo>
                  <a:cubicBezTo>
                    <a:pt x="530638" y="140684"/>
                    <a:pt x="525113" y="135827"/>
                    <a:pt x="525113" y="126301"/>
                  </a:cubicBezTo>
                  <a:lnTo>
                    <a:pt x="525113" y="69342"/>
                  </a:lnTo>
                  <a:close/>
                  <a:moveTo>
                    <a:pt x="473583" y="161354"/>
                  </a:moveTo>
                  <a:lnTo>
                    <a:pt x="431673" y="102870"/>
                  </a:lnTo>
                  <a:lnTo>
                    <a:pt x="472726" y="49435"/>
                  </a:lnTo>
                  <a:lnTo>
                    <a:pt x="441770" y="49435"/>
                  </a:lnTo>
                  <a:lnTo>
                    <a:pt x="402241" y="102013"/>
                  </a:lnTo>
                  <a:lnTo>
                    <a:pt x="402241" y="7906"/>
                  </a:lnTo>
                  <a:lnTo>
                    <a:pt x="375761" y="7906"/>
                  </a:lnTo>
                  <a:lnTo>
                    <a:pt x="375761" y="161354"/>
                  </a:lnTo>
                  <a:lnTo>
                    <a:pt x="402241" y="161354"/>
                  </a:lnTo>
                  <a:lnTo>
                    <a:pt x="402241" y="103537"/>
                  </a:lnTo>
                  <a:lnTo>
                    <a:pt x="442436" y="161354"/>
                  </a:lnTo>
                  <a:lnTo>
                    <a:pt x="473583" y="161354"/>
                  </a:lnTo>
                  <a:close/>
                  <a:moveTo>
                    <a:pt x="347663" y="132207"/>
                  </a:moveTo>
                  <a:cubicBezTo>
                    <a:pt x="340424" y="137541"/>
                    <a:pt x="330041" y="141065"/>
                    <a:pt x="317849" y="141065"/>
                  </a:cubicBezTo>
                  <a:cubicBezTo>
                    <a:pt x="299942" y="141065"/>
                    <a:pt x="286893" y="132493"/>
                    <a:pt x="282988" y="116110"/>
                  </a:cubicBezTo>
                  <a:lnTo>
                    <a:pt x="353187" y="116110"/>
                  </a:lnTo>
                  <a:cubicBezTo>
                    <a:pt x="353854" y="111919"/>
                    <a:pt x="354711" y="104394"/>
                    <a:pt x="354711" y="100203"/>
                  </a:cubicBezTo>
                  <a:cubicBezTo>
                    <a:pt x="354711" y="65341"/>
                    <a:pt x="335471" y="48292"/>
                    <a:pt x="307276" y="48292"/>
                  </a:cubicBezTo>
                  <a:cubicBezTo>
                    <a:pt x="279083" y="48292"/>
                    <a:pt x="256318" y="68580"/>
                    <a:pt x="256318" y="105442"/>
                  </a:cubicBezTo>
                  <a:cubicBezTo>
                    <a:pt x="256318" y="138303"/>
                    <a:pt x="277463" y="162401"/>
                    <a:pt x="313944" y="162401"/>
                  </a:cubicBezTo>
                  <a:cubicBezTo>
                    <a:pt x="324803" y="162401"/>
                    <a:pt x="339566" y="160210"/>
                    <a:pt x="347758" y="155067"/>
                  </a:cubicBezTo>
                  <a:lnTo>
                    <a:pt x="347758" y="132112"/>
                  </a:lnTo>
                  <a:close/>
                  <a:moveTo>
                    <a:pt x="329565" y="96202"/>
                  </a:moveTo>
                  <a:lnTo>
                    <a:pt x="282512" y="96202"/>
                  </a:lnTo>
                  <a:cubicBezTo>
                    <a:pt x="285179" y="77914"/>
                    <a:pt x="295942" y="69056"/>
                    <a:pt x="307848" y="69056"/>
                  </a:cubicBezTo>
                  <a:cubicBezTo>
                    <a:pt x="322231" y="69056"/>
                    <a:pt x="328803" y="79248"/>
                    <a:pt x="329470" y="92869"/>
                  </a:cubicBezTo>
                  <a:lnTo>
                    <a:pt x="329470" y="96202"/>
                  </a:lnTo>
                  <a:close/>
                  <a:moveTo>
                    <a:pt x="213074" y="49435"/>
                  </a:moveTo>
                  <a:lnTo>
                    <a:pt x="186595" y="49435"/>
                  </a:lnTo>
                  <a:lnTo>
                    <a:pt x="186404" y="161354"/>
                  </a:lnTo>
                  <a:lnTo>
                    <a:pt x="213074" y="161354"/>
                  </a:lnTo>
                  <a:lnTo>
                    <a:pt x="213074" y="103537"/>
                  </a:lnTo>
                  <a:cubicBezTo>
                    <a:pt x="213074" y="86106"/>
                    <a:pt x="222790" y="72676"/>
                    <a:pt x="237553" y="72676"/>
                  </a:cubicBezTo>
                  <a:cubicBezTo>
                    <a:pt x="241268" y="72676"/>
                    <a:pt x="244888" y="73152"/>
                    <a:pt x="248793" y="74867"/>
                  </a:cubicBezTo>
                  <a:lnTo>
                    <a:pt x="248793" y="49244"/>
                  </a:lnTo>
                  <a:cubicBezTo>
                    <a:pt x="245936" y="48577"/>
                    <a:pt x="243745" y="48577"/>
                    <a:pt x="241268" y="48577"/>
                  </a:cubicBezTo>
                  <a:cubicBezTo>
                    <a:pt x="227171" y="48577"/>
                    <a:pt x="217646" y="56959"/>
                    <a:pt x="212979" y="69342"/>
                  </a:cubicBezTo>
                  <a:lnTo>
                    <a:pt x="212979" y="49435"/>
                  </a:lnTo>
                  <a:close/>
                  <a:moveTo>
                    <a:pt x="131636" y="15907"/>
                  </a:moveTo>
                  <a:cubicBezTo>
                    <a:pt x="131636" y="24955"/>
                    <a:pt x="138684" y="32004"/>
                    <a:pt x="147542" y="32004"/>
                  </a:cubicBezTo>
                  <a:cubicBezTo>
                    <a:pt x="156401" y="32004"/>
                    <a:pt x="163449" y="24955"/>
                    <a:pt x="163449" y="15907"/>
                  </a:cubicBezTo>
                  <a:cubicBezTo>
                    <a:pt x="163449" y="6858"/>
                    <a:pt x="156401" y="0"/>
                    <a:pt x="147542" y="0"/>
                  </a:cubicBezTo>
                  <a:cubicBezTo>
                    <a:pt x="138684" y="0"/>
                    <a:pt x="131636" y="7048"/>
                    <a:pt x="131636" y="15907"/>
                  </a:cubicBezTo>
                  <a:moveTo>
                    <a:pt x="134303" y="161354"/>
                  </a:moveTo>
                  <a:lnTo>
                    <a:pt x="160782" y="161354"/>
                  </a:lnTo>
                  <a:lnTo>
                    <a:pt x="160782" y="49435"/>
                  </a:lnTo>
                  <a:lnTo>
                    <a:pt x="134303" y="49435"/>
                  </a:lnTo>
                  <a:lnTo>
                    <a:pt x="134303" y="161354"/>
                  </a:lnTo>
                  <a:close/>
                  <a:moveTo>
                    <a:pt x="81915" y="5239"/>
                  </a:moveTo>
                  <a:lnTo>
                    <a:pt x="81915" y="66580"/>
                  </a:lnTo>
                  <a:cubicBezTo>
                    <a:pt x="74200" y="54197"/>
                    <a:pt x="62294" y="47815"/>
                    <a:pt x="48387" y="47815"/>
                  </a:cubicBezTo>
                  <a:cubicBezTo>
                    <a:pt x="20765" y="47815"/>
                    <a:pt x="0" y="69437"/>
                    <a:pt x="0" y="105442"/>
                  </a:cubicBezTo>
                  <a:cubicBezTo>
                    <a:pt x="0" y="135446"/>
                    <a:pt x="17240" y="162878"/>
                    <a:pt x="47911" y="162878"/>
                  </a:cubicBezTo>
                  <a:cubicBezTo>
                    <a:pt x="62484" y="162878"/>
                    <a:pt x="74390" y="156210"/>
                    <a:pt x="81915" y="143923"/>
                  </a:cubicBezTo>
                  <a:lnTo>
                    <a:pt x="81915" y="161354"/>
                  </a:lnTo>
                  <a:lnTo>
                    <a:pt x="108395" y="161354"/>
                  </a:lnTo>
                  <a:lnTo>
                    <a:pt x="108395" y="5239"/>
                  </a:lnTo>
                  <a:lnTo>
                    <a:pt x="81915" y="5239"/>
                  </a:lnTo>
                  <a:close/>
                  <a:moveTo>
                    <a:pt x="54102" y="140113"/>
                  </a:moveTo>
                  <a:cubicBezTo>
                    <a:pt x="39053" y="140113"/>
                    <a:pt x="27146" y="126683"/>
                    <a:pt x="27146" y="105918"/>
                  </a:cubicBezTo>
                  <a:cubicBezTo>
                    <a:pt x="27146" y="82486"/>
                    <a:pt x="39719" y="70390"/>
                    <a:pt x="54293" y="70390"/>
                  </a:cubicBezTo>
                  <a:cubicBezTo>
                    <a:pt x="66866" y="70390"/>
                    <a:pt x="81915" y="79915"/>
                    <a:pt x="81915" y="104394"/>
                  </a:cubicBezTo>
                  <a:cubicBezTo>
                    <a:pt x="81915" y="128873"/>
                    <a:pt x="69152" y="140208"/>
                    <a:pt x="54102" y="14020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3238685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7015" userDrawn="1">
          <p15:clr>
            <a:srgbClr val="FBAE40"/>
          </p15:clr>
        </p15:guide>
        <p15:guide id="3" orient="horz" pos="1520" userDrawn="1">
          <p15:clr>
            <a:srgbClr val="FBAE40"/>
          </p15:clr>
        </p15:guide>
        <p15:guide id="4" orient="horz" pos="2500" userDrawn="1">
          <p15:clr>
            <a:srgbClr val="FBAE40"/>
          </p15:clr>
        </p15:guide>
        <p15:guide id="5" orient="horz" pos="2546" userDrawn="1">
          <p15:clr>
            <a:srgbClr val="FBAE40"/>
          </p15:clr>
        </p15:guide>
        <p15:guide id="6" orient="horz" pos="293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, la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3BA8EDE-AC5F-8AE6-88DE-F55FAC9B148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28416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hteck 21">
            <a:extLst>
              <a:ext uri="{FF2B5EF4-FFF2-40B4-BE49-F238E27FC236}">
                <a16:creationId xmlns:a16="http://schemas.microsoft.com/office/drawing/2014/main" id="{824E0FD8-8C35-4688-8D07-75D10A332885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CD4306A-EA89-ED66-FE51-8D7EB48773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95325" y="1930005"/>
            <a:ext cx="10440985" cy="2327560"/>
          </a:xfrm>
        </p:spPr>
        <p:txBody>
          <a:bodyPr vert="horz" lIns="0" tIns="0" rIns="0" bIns="0" anchor="b">
            <a:noAutofit/>
          </a:bodyPr>
          <a:lstStyle>
            <a:lvl1pPr algn="l">
              <a:lnSpc>
                <a:spcPts val="6000"/>
              </a:lnSpc>
              <a:defRPr sz="5500">
                <a:solidFill>
                  <a:schemeClr val="tx1"/>
                </a:solidFill>
              </a:defRPr>
            </a:lvl1pPr>
          </a:lstStyle>
          <a:p>
            <a:r>
              <a:rPr lang="de-DE" noProof="0" dirty="0"/>
              <a:t>Dies ist eine</a:t>
            </a:r>
            <a:br>
              <a:rPr lang="de-DE" noProof="0" dirty="0"/>
            </a:br>
            <a:r>
              <a:rPr lang="de-DE" noProof="0" dirty="0"/>
              <a:t>dreizeilige Headline.</a:t>
            </a:r>
            <a:br>
              <a:rPr lang="de-DE" noProof="0" dirty="0"/>
            </a:br>
            <a:r>
              <a:rPr lang="de-DE" noProof="0" dirty="0"/>
              <a:t>Direkt für Dich.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00106E3-D028-3E0A-88D1-5AC2B5D663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95325" y="4369503"/>
            <a:ext cx="10440983" cy="615553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 dirty="0"/>
              <a:t>Vor- und Nachname (ggf. Position) </a:t>
            </a:r>
            <a:br>
              <a:rPr lang="de-DE" noProof="0" dirty="0"/>
            </a:br>
            <a:r>
              <a:rPr lang="de-DE" noProof="0" dirty="0"/>
              <a:t>Stand: Datum (ggf. mit Ort) | weitere Infos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FB01E1C5-1EA4-ED79-07AA-2361F8712538}"/>
              </a:ext>
            </a:extLst>
          </p:cNvPr>
          <p:cNvGrpSpPr/>
          <p:nvPr userDrawn="1"/>
        </p:nvGrpSpPr>
        <p:grpSpPr bwMode="gray">
          <a:xfrm>
            <a:off x="9477719" y="5543790"/>
            <a:ext cx="2269032" cy="866534"/>
            <a:chOff x="8613546" y="1519134"/>
            <a:chExt cx="1716214" cy="655415"/>
          </a:xfrm>
          <a:solidFill>
            <a:schemeClr val="tx1"/>
          </a:solidFill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A833B58-CF64-BA1A-23CF-39FCC1747314}"/>
                </a:ext>
              </a:extLst>
            </p:cNvPr>
            <p:cNvSpPr/>
            <p:nvPr/>
          </p:nvSpPr>
          <p:spPr bwMode="gray">
            <a:xfrm>
              <a:off x="8824239" y="1611050"/>
              <a:ext cx="119561" cy="155638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E7B9E-4EDD-DAF7-A165-941A8585E19A}"/>
                </a:ext>
              </a:extLst>
            </p:cNvPr>
            <p:cNvSpPr/>
            <p:nvPr/>
          </p:nvSpPr>
          <p:spPr bwMode="gray">
            <a:xfrm>
              <a:off x="8759564" y="1600477"/>
              <a:ext cx="38004" cy="176784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C15A4BE-4E0A-68C8-DBF1-AE5098A1C74D}"/>
                </a:ext>
              </a:extLst>
            </p:cNvPr>
            <p:cNvSpPr/>
            <p:nvPr/>
          </p:nvSpPr>
          <p:spPr bwMode="gray">
            <a:xfrm>
              <a:off x="8613546" y="1611050"/>
              <a:ext cx="121158" cy="155638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4596F0F-8377-9076-15EC-C210DB95787F}"/>
                </a:ext>
              </a:extLst>
            </p:cNvPr>
            <p:cNvSpPr/>
            <p:nvPr/>
          </p:nvSpPr>
          <p:spPr bwMode="gray">
            <a:xfrm>
              <a:off x="8640025" y="1786977"/>
              <a:ext cx="277082" cy="71627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EA4F8A3E-653A-3F5F-7ABE-E2D7357143A3}"/>
                </a:ext>
              </a:extLst>
            </p:cNvPr>
            <p:cNvSpPr/>
            <p:nvPr/>
          </p:nvSpPr>
          <p:spPr bwMode="gray">
            <a:xfrm>
              <a:off x="8640025" y="1519134"/>
              <a:ext cx="276987" cy="71627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88DB7933-0D24-A244-96B4-A1F7E5003D41}"/>
                </a:ext>
              </a:extLst>
            </p:cNvPr>
            <p:cNvSpPr/>
            <p:nvPr/>
          </p:nvSpPr>
          <p:spPr bwMode="gray">
            <a:xfrm>
              <a:off x="9029502" y="2052915"/>
              <a:ext cx="1025080" cy="121634"/>
            </a:xfrm>
            <a:custGeom>
              <a:avLst/>
              <a:gdLst>
                <a:gd name="connsiteX0" fmla="*/ 1005459 w 1025080"/>
                <a:gd name="connsiteY0" fmla="*/ 111347 h 121634"/>
                <a:gd name="connsiteX1" fmla="*/ 1015270 w 1025080"/>
                <a:gd name="connsiteY1" fmla="*/ 121158 h 121634"/>
                <a:gd name="connsiteX2" fmla="*/ 1025080 w 1025080"/>
                <a:gd name="connsiteY2" fmla="*/ 111347 h 121634"/>
                <a:gd name="connsiteX3" fmla="*/ 1015270 w 1025080"/>
                <a:gd name="connsiteY3" fmla="*/ 101536 h 121634"/>
                <a:gd name="connsiteX4" fmla="*/ 1005459 w 1025080"/>
                <a:gd name="connsiteY4" fmla="*/ 111347 h 121634"/>
                <a:gd name="connsiteX5" fmla="*/ 933831 w 1025080"/>
                <a:gd name="connsiteY5" fmla="*/ 2000 h 121634"/>
                <a:gd name="connsiteX6" fmla="*/ 920782 w 1025080"/>
                <a:gd name="connsiteY6" fmla="*/ 2000 h 121634"/>
                <a:gd name="connsiteX7" fmla="*/ 920782 w 1025080"/>
                <a:gd name="connsiteY7" fmla="*/ 119825 h 121634"/>
                <a:gd name="connsiteX8" fmla="*/ 933831 w 1025080"/>
                <a:gd name="connsiteY8" fmla="*/ 119825 h 121634"/>
                <a:gd name="connsiteX9" fmla="*/ 933831 w 1025080"/>
                <a:gd name="connsiteY9" fmla="*/ 73628 h 121634"/>
                <a:gd name="connsiteX10" fmla="*/ 957167 w 1025080"/>
                <a:gd name="connsiteY10" fmla="*/ 45910 h 121634"/>
                <a:gd name="connsiteX11" fmla="*/ 974312 w 1025080"/>
                <a:gd name="connsiteY11" fmla="*/ 65056 h 121634"/>
                <a:gd name="connsiteX12" fmla="*/ 974312 w 1025080"/>
                <a:gd name="connsiteY12" fmla="*/ 119729 h 121634"/>
                <a:gd name="connsiteX13" fmla="*/ 987457 w 1025080"/>
                <a:gd name="connsiteY13" fmla="*/ 119729 h 121634"/>
                <a:gd name="connsiteX14" fmla="*/ 987457 w 1025080"/>
                <a:gd name="connsiteY14" fmla="*/ 61913 h 121634"/>
                <a:gd name="connsiteX15" fmla="*/ 960406 w 1025080"/>
                <a:gd name="connsiteY15" fmla="*/ 34099 h 121634"/>
                <a:gd name="connsiteX16" fmla="*/ 933736 w 1025080"/>
                <a:gd name="connsiteY16" fmla="*/ 49911 h 121634"/>
                <a:gd name="connsiteX17" fmla="*/ 933736 w 1025080"/>
                <a:gd name="connsiteY17" fmla="*/ 1905 h 121634"/>
                <a:gd name="connsiteX18" fmla="*/ 853440 w 1025080"/>
                <a:gd name="connsiteY18" fmla="*/ 78010 h 121634"/>
                <a:gd name="connsiteX19" fmla="*/ 884968 w 1025080"/>
                <a:gd name="connsiteY19" fmla="*/ 45815 h 121634"/>
                <a:gd name="connsiteX20" fmla="*/ 902970 w 1025080"/>
                <a:gd name="connsiteY20" fmla="*/ 50959 h 121634"/>
                <a:gd name="connsiteX21" fmla="*/ 902970 w 1025080"/>
                <a:gd name="connsiteY21" fmla="*/ 38481 h 121634"/>
                <a:gd name="connsiteX22" fmla="*/ 883634 w 1025080"/>
                <a:gd name="connsiteY22" fmla="*/ 33814 h 121634"/>
                <a:gd name="connsiteX23" fmla="*/ 839819 w 1025080"/>
                <a:gd name="connsiteY23" fmla="*/ 77819 h 121634"/>
                <a:gd name="connsiteX24" fmla="*/ 883349 w 1025080"/>
                <a:gd name="connsiteY24" fmla="*/ 121634 h 121634"/>
                <a:gd name="connsiteX25" fmla="*/ 903065 w 1025080"/>
                <a:gd name="connsiteY25" fmla="*/ 116777 h 121634"/>
                <a:gd name="connsiteX26" fmla="*/ 903065 w 1025080"/>
                <a:gd name="connsiteY26" fmla="*/ 104299 h 121634"/>
                <a:gd name="connsiteX27" fmla="*/ 885063 w 1025080"/>
                <a:gd name="connsiteY27" fmla="*/ 109823 h 121634"/>
                <a:gd name="connsiteX28" fmla="*/ 853535 w 1025080"/>
                <a:gd name="connsiteY28" fmla="*/ 78010 h 121634"/>
                <a:gd name="connsiteX29" fmla="*/ 806387 w 1025080"/>
                <a:gd name="connsiteY29" fmla="*/ 8858 h 121634"/>
                <a:gd name="connsiteX30" fmla="*/ 814864 w 1025080"/>
                <a:gd name="connsiteY30" fmla="*/ 17335 h 121634"/>
                <a:gd name="connsiteX31" fmla="*/ 823532 w 1025080"/>
                <a:gd name="connsiteY31" fmla="*/ 8858 h 121634"/>
                <a:gd name="connsiteX32" fmla="*/ 814864 w 1025080"/>
                <a:gd name="connsiteY32" fmla="*/ 191 h 121634"/>
                <a:gd name="connsiteX33" fmla="*/ 806387 w 1025080"/>
                <a:gd name="connsiteY33" fmla="*/ 8858 h 121634"/>
                <a:gd name="connsiteX34" fmla="*/ 808387 w 1025080"/>
                <a:gd name="connsiteY34" fmla="*/ 119920 h 121634"/>
                <a:gd name="connsiteX35" fmla="*/ 821531 w 1025080"/>
                <a:gd name="connsiteY35" fmla="*/ 119920 h 121634"/>
                <a:gd name="connsiteX36" fmla="*/ 821531 w 1025080"/>
                <a:gd name="connsiteY36" fmla="*/ 35433 h 121634"/>
                <a:gd name="connsiteX37" fmla="*/ 808387 w 1025080"/>
                <a:gd name="connsiteY37" fmla="*/ 35433 h 121634"/>
                <a:gd name="connsiteX38" fmla="*/ 808387 w 1025080"/>
                <a:gd name="connsiteY38" fmla="*/ 119920 h 121634"/>
                <a:gd name="connsiteX39" fmla="*/ 698945 w 1025080"/>
                <a:gd name="connsiteY39" fmla="*/ 7525 h 121634"/>
                <a:gd name="connsiteX40" fmla="*/ 698945 w 1025080"/>
                <a:gd name="connsiteY40" fmla="*/ 119920 h 121634"/>
                <a:gd name="connsiteX41" fmla="*/ 732949 w 1025080"/>
                <a:gd name="connsiteY41" fmla="*/ 119920 h 121634"/>
                <a:gd name="connsiteX42" fmla="*/ 788956 w 1025080"/>
                <a:gd name="connsiteY42" fmla="*/ 62865 h 121634"/>
                <a:gd name="connsiteX43" fmla="*/ 732282 w 1025080"/>
                <a:gd name="connsiteY43" fmla="*/ 7525 h 121634"/>
                <a:gd name="connsiteX44" fmla="*/ 698945 w 1025080"/>
                <a:gd name="connsiteY44" fmla="*/ 7525 h 121634"/>
                <a:gd name="connsiteX45" fmla="*/ 712661 w 1025080"/>
                <a:gd name="connsiteY45" fmla="*/ 108013 h 121634"/>
                <a:gd name="connsiteX46" fmla="*/ 712661 w 1025080"/>
                <a:gd name="connsiteY46" fmla="*/ 19526 h 121634"/>
                <a:gd name="connsiteX47" fmla="*/ 732187 w 1025080"/>
                <a:gd name="connsiteY47" fmla="*/ 19526 h 121634"/>
                <a:gd name="connsiteX48" fmla="*/ 775049 w 1025080"/>
                <a:gd name="connsiteY48" fmla="*/ 62865 h 121634"/>
                <a:gd name="connsiteX49" fmla="*/ 732854 w 1025080"/>
                <a:gd name="connsiteY49" fmla="*/ 108013 h 121634"/>
                <a:gd name="connsiteX50" fmla="*/ 712661 w 1025080"/>
                <a:gd name="connsiteY50" fmla="*/ 108013 h 121634"/>
                <a:gd name="connsiteX51" fmla="*/ 616268 w 1025080"/>
                <a:gd name="connsiteY51" fmla="*/ 35338 h 121634"/>
                <a:gd name="connsiteX52" fmla="*/ 603218 w 1025080"/>
                <a:gd name="connsiteY52" fmla="*/ 35338 h 121634"/>
                <a:gd name="connsiteX53" fmla="*/ 603028 w 1025080"/>
                <a:gd name="connsiteY53" fmla="*/ 119825 h 121634"/>
                <a:gd name="connsiteX54" fmla="*/ 616172 w 1025080"/>
                <a:gd name="connsiteY54" fmla="*/ 119825 h 121634"/>
                <a:gd name="connsiteX55" fmla="*/ 616172 w 1025080"/>
                <a:gd name="connsiteY55" fmla="*/ 73628 h 121634"/>
                <a:gd name="connsiteX56" fmla="*/ 636651 w 1025080"/>
                <a:gd name="connsiteY56" fmla="*/ 46577 h 121634"/>
                <a:gd name="connsiteX57" fmla="*/ 643795 w 1025080"/>
                <a:gd name="connsiteY57" fmla="*/ 47720 h 121634"/>
                <a:gd name="connsiteX58" fmla="*/ 643795 w 1025080"/>
                <a:gd name="connsiteY58" fmla="*/ 34671 h 121634"/>
                <a:gd name="connsiteX59" fmla="*/ 639128 w 1025080"/>
                <a:gd name="connsiteY59" fmla="*/ 34385 h 121634"/>
                <a:gd name="connsiteX60" fmla="*/ 616077 w 1025080"/>
                <a:gd name="connsiteY60" fmla="*/ 50101 h 121634"/>
                <a:gd name="connsiteX61" fmla="*/ 616077 w 1025080"/>
                <a:gd name="connsiteY61" fmla="*/ 35243 h 121634"/>
                <a:gd name="connsiteX62" fmla="*/ 566738 w 1025080"/>
                <a:gd name="connsiteY62" fmla="*/ 35338 h 121634"/>
                <a:gd name="connsiteX63" fmla="*/ 566738 w 1025080"/>
                <a:gd name="connsiteY63" fmla="*/ 81820 h 121634"/>
                <a:gd name="connsiteX64" fmla="*/ 543687 w 1025080"/>
                <a:gd name="connsiteY64" fmla="*/ 108966 h 121634"/>
                <a:gd name="connsiteX65" fmla="*/ 526352 w 1025080"/>
                <a:gd name="connsiteY65" fmla="*/ 90106 h 121634"/>
                <a:gd name="connsiteX66" fmla="*/ 526352 w 1025080"/>
                <a:gd name="connsiteY66" fmla="*/ 35243 h 121634"/>
                <a:gd name="connsiteX67" fmla="*/ 513207 w 1025080"/>
                <a:gd name="connsiteY67" fmla="*/ 35243 h 121634"/>
                <a:gd name="connsiteX68" fmla="*/ 513207 w 1025080"/>
                <a:gd name="connsiteY68" fmla="*/ 93440 h 121634"/>
                <a:gd name="connsiteX69" fmla="*/ 540258 w 1025080"/>
                <a:gd name="connsiteY69" fmla="*/ 120777 h 121634"/>
                <a:gd name="connsiteX70" fmla="*/ 566738 w 1025080"/>
                <a:gd name="connsiteY70" fmla="*/ 105156 h 121634"/>
                <a:gd name="connsiteX71" fmla="*/ 566738 w 1025080"/>
                <a:gd name="connsiteY71" fmla="*/ 119825 h 121634"/>
                <a:gd name="connsiteX72" fmla="*/ 579882 w 1025080"/>
                <a:gd name="connsiteY72" fmla="*/ 119825 h 121634"/>
                <a:gd name="connsiteX73" fmla="*/ 579882 w 1025080"/>
                <a:gd name="connsiteY73" fmla="*/ 35338 h 121634"/>
                <a:gd name="connsiteX74" fmla="*/ 566738 w 1025080"/>
                <a:gd name="connsiteY74" fmla="*/ 35338 h 121634"/>
                <a:gd name="connsiteX75" fmla="*/ 530352 w 1025080"/>
                <a:gd name="connsiteY75" fmla="*/ 22289 h 121634"/>
                <a:gd name="connsiteX76" fmla="*/ 538829 w 1025080"/>
                <a:gd name="connsiteY76" fmla="*/ 13621 h 121634"/>
                <a:gd name="connsiteX77" fmla="*/ 530352 w 1025080"/>
                <a:gd name="connsiteY77" fmla="*/ 5144 h 121634"/>
                <a:gd name="connsiteX78" fmla="*/ 521684 w 1025080"/>
                <a:gd name="connsiteY78" fmla="*/ 13621 h 121634"/>
                <a:gd name="connsiteX79" fmla="*/ 530352 w 1025080"/>
                <a:gd name="connsiteY79" fmla="*/ 22289 h 121634"/>
                <a:gd name="connsiteX80" fmla="*/ 563880 w 1025080"/>
                <a:gd name="connsiteY80" fmla="*/ 22289 h 121634"/>
                <a:gd name="connsiteX81" fmla="*/ 572548 w 1025080"/>
                <a:gd name="connsiteY81" fmla="*/ 13621 h 121634"/>
                <a:gd name="connsiteX82" fmla="*/ 563880 w 1025080"/>
                <a:gd name="connsiteY82" fmla="*/ 5144 h 121634"/>
                <a:gd name="connsiteX83" fmla="*/ 555403 w 1025080"/>
                <a:gd name="connsiteY83" fmla="*/ 13621 h 121634"/>
                <a:gd name="connsiteX84" fmla="*/ 563880 w 1025080"/>
                <a:gd name="connsiteY84" fmla="*/ 22289 h 121634"/>
                <a:gd name="connsiteX85" fmla="*/ 500348 w 1025080"/>
                <a:gd name="connsiteY85" fmla="*/ 1905 h 121634"/>
                <a:gd name="connsiteX86" fmla="*/ 492157 w 1025080"/>
                <a:gd name="connsiteY86" fmla="*/ 762 h 121634"/>
                <a:gd name="connsiteX87" fmla="*/ 467297 w 1025080"/>
                <a:gd name="connsiteY87" fmla="*/ 27432 h 121634"/>
                <a:gd name="connsiteX88" fmla="*/ 467297 w 1025080"/>
                <a:gd name="connsiteY88" fmla="*/ 35243 h 121634"/>
                <a:gd name="connsiteX89" fmla="*/ 452819 w 1025080"/>
                <a:gd name="connsiteY89" fmla="*/ 35243 h 121634"/>
                <a:gd name="connsiteX90" fmla="*/ 452819 w 1025080"/>
                <a:gd name="connsiteY90" fmla="*/ 45910 h 121634"/>
                <a:gd name="connsiteX91" fmla="*/ 467297 w 1025080"/>
                <a:gd name="connsiteY91" fmla="*/ 45910 h 121634"/>
                <a:gd name="connsiteX92" fmla="*/ 467297 w 1025080"/>
                <a:gd name="connsiteY92" fmla="*/ 119729 h 121634"/>
                <a:gd name="connsiteX93" fmla="*/ 480441 w 1025080"/>
                <a:gd name="connsiteY93" fmla="*/ 119729 h 121634"/>
                <a:gd name="connsiteX94" fmla="*/ 480441 w 1025080"/>
                <a:gd name="connsiteY94" fmla="*/ 45910 h 121634"/>
                <a:gd name="connsiteX95" fmla="*/ 499110 w 1025080"/>
                <a:gd name="connsiteY95" fmla="*/ 45910 h 121634"/>
                <a:gd name="connsiteX96" fmla="*/ 499110 w 1025080"/>
                <a:gd name="connsiteY96" fmla="*/ 35243 h 121634"/>
                <a:gd name="connsiteX97" fmla="*/ 480441 w 1025080"/>
                <a:gd name="connsiteY97" fmla="*/ 35243 h 121634"/>
                <a:gd name="connsiteX98" fmla="*/ 480441 w 1025080"/>
                <a:gd name="connsiteY98" fmla="*/ 27527 h 121634"/>
                <a:gd name="connsiteX99" fmla="*/ 492633 w 1025080"/>
                <a:gd name="connsiteY99" fmla="*/ 12573 h 121634"/>
                <a:gd name="connsiteX100" fmla="*/ 500253 w 1025080"/>
                <a:gd name="connsiteY100" fmla="*/ 13906 h 121634"/>
                <a:gd name="connsiteX101" fmla="*/ 500253 w 1025080"/>
                <a:gd name="connsiteY101" fmla="*/ 1905 h 121634"/>
                <a:gd name="connsiteX102" fmla="*/ 375952 w 1025080"/>
                <a:gd name="connsiteY102" fmla="*/ 45910 h 121634"/>
                <a:gd name="connsiteX103" fmla="*/ 399288 w 1025080"/>
                <a:gd name="connsiteY103" fmla="*/ 45910 h 121634"/>
                <a:gd name="connsiteX104" fmla="*/ 399288 w 1025080"/>
                <a:gd name="connsiteY104" fmla="*/ 35243 h 121634"/>
                <a:gd name="connsiteX105" fmla="*/ 375952 w 1025080"/>
                <a:gd name="connsiteY105" fmla="*/ 35243 h 121634"/>
                <a:gd name="connsiteX106" fmla="*/ 375952 w 1025080"/>
                <a:gd name="connsiteY106" fmla="*/ 14192 h 121634"/>
                <a:gd name="connsiteX107" fmla="*/ 362807 w 1025080"/>
                <a:gd name="connsiteY107" fmla="*/ 14192 h 121634"/>
                <a:gd name="connsiteX108" fmla="*/ 362807 w 1025080"/>
                <a:gd name="connsiteY108" fmla="*/ 35243 h 121634"/>
                <a:gd name="connsiteX109" fmla="*/ 349282 w 1025080"/>
                <a:gd name="connsiteY109" fmla="*/ 35243 h 121634"/>
                <a:gd name="connsiteX110" fmla="*/ 349282 w 1025080"/>
                <a:gd name="connsiteY110" fmla="*/ 45910 h 121634"/>
                <a:gd name="connsiteX111" fmla="*/ 362807 w 1025080"/>
                <a:gd name="connsiteY111" fmla="*/ 45910 h 121634"/>
                <a:gd name="connsiteX112" fmla="*/ 362807 w 1025080"/>
                <a:gd name="connsiteY112" fmla="*/ 95059 h 121634"/>
                <a:gd name="connsiteX113" fmla="*/ 387858 w 1025080"/>
                <a:gd name="connsiteY113" fmla="*/ 120586 h 121634"/>
                <a:gd name="connsiteX114" fmla="*/ 400241 w 1025080"/>
                <a:gd name="connsiteY114" fmla="*/ 117634 h 121634"/>
                <a:gd name="connsiteX115" fmla="*/ 400241 w 1025080"/>
                <a:gd name="connsiteY115" fmla="*/ 105156 h 121634"/>
                <a:gd name="connsiteX116" fmla="*/ 388715 w 1025080"/>
                <a:gd name="connsiteY116" fmla="*/ 108966 h 121634"/>
                <a:gd name="connsiteX117" fmla="*/ 376047 w 1025080"/>
                <a:gd name="connsiteY117" fmla="*/ 95440 h 121634"/>
                <a:gd name="connsiteX118" fmla="*/ 376047 w 1025080"/>
                <a:gd name="connsiteY118" fmla="*/ 45910 h 121634"/>
                <a:gd name="connsiteX119" fmla="*/ 305086 w 1025080"/>
                <a:gd name="connsiteY119" fmla="*/ 75438 h 121634"/>
                <a:gd name="connsiteX120" fmla="*/ 338423 w 1025080"/>
                <a:gd name="connsiteY120" fmla="*/ 35243 h 121634"/>
                <a:gd name="connsiteX121" fmla="*/ 322707 w 1025080"/>
                <a:gd name="connsiteY121" fmla="*/ 35243 h 121634"/>
                <a:gd name="connsiteX122" fmla="*/ 289560 w 1025080"/>
                <a:gd name="connsiteY122" fmla="*/ 75438 h 121634"/>
                <a:gd name="connsiteX123" fmla="*/ 323564 w 1025080"/>
                <a:gd name="connsiteY123" fmla="*/ 119729 h 121634"/>
                <a:gd name="connsiteX124" fmla="*/ 339376 w 1025080"/>
                <a:gd name="connsiteY124" fmla="*/ 119729 h 121634"/>
                <a:gd name="connsiteX125" fmla="*/ 304991 w 1025080"/>
                <a:gd name="connsiteY125" fmla="*/ 75438 h 121634"/>
                <a:gd name="connsiteX126" fmla="*/ 274892 w 1025080"/>
                <a:gd name="connsiteY126" fmla="*/ 119729 h 121634"/>
                <a:gd name="connsiteX127" fmla="*/ 287941 w 1025080"/>
                <a:gd name="connsiteY127" fmla="*/ 119729 h 121634"/>
                <a:gd name="connsiteX128" fmla="*/ 287941 w 1025080"/>
                <a:gd name="connsiteY128" fmla="*/ 2572 h 121634"/>
                <a:gd name="connsiteX129" fmla="*/ 274892 w 1025080"/>
                <a:gd name="connsiteY129" fmla="*/ 2572 h 121634"/>
                <a:gd name="connsiteX130" fmla="*/ 274892 w 1025080"/>
                <a:gd name="connsiteY130" fmla="*/ 119729 h 121634"/>
                <a:gd name="connsiteX131" fmla="*/ 250317 w 1025080"/>
                <a:gd name="connsiteY131" fmla="*/ 103061 h 121634"/>
                <a:gd name="connsiteX132" fmla="*/ 227648 w 1025080"/>
                <a:gd name="connsiteY132" fmla="*/ 108871 h 121634"/>
                <a:gd name="connsiteX133" fmla="*/ 197168 w 1025080"/>
                <a:gd name="connsiteY133" fmla="*/ 83058 h 121634"/>
                <a:gd name="connsiteX134" fmla="*/ 254889 w 1025080"/>
                <a:gd name="connsiteY134" fmla="*/ 83058 h 121634"/>
                <a:gd name="connsiteX135" fmla="*/ 255746 w 1025080"/>
                <a:gd name="connsiteY135" fmla="*/ 73247 h 121634"/>
                <a:gd name="connsiteX136" fmla="*/ 221266 w 1025080"/>
                <a:gd name="connsiteY136" fmla="*/ 34195 h 121634"/>
                <a:gd name="connsiteX137" fmla="*/ 183737 w 1025080"/>
                <a:gd name="connsiteY137" fmla="*/ 77724 h 121634"/>
                <a:gd name="connsiteX138" fmla="*/ 226409 w 1025080"/>
                <a:gd name="connsiteY138" fmla="*/ 120586 h 121634"/>
                <a:gd name="connsiteX139" fmla="*/ 250412 w 1025080"/>
                <a:gd name="connsiteY139" fmla="*/ 115443 h 121634"/>
                <a:gd name="connsiteX140" fmla="*/ 250412 w 1025080"/>
                <a:gd name="connsiteY140" fmla="*/ 103156 h 121634"/>
                <a:gd name="connsiteX141" fmla="*/ 242506 w 1025080"/>
                <a:gd name="connsiteY141" fmla="*/ 72009 h 121634"/>
                <a:gd name="connsiteX142" fmla="*/ 197168 w 1025080"/>
                <a:gd name="connsiteY142" fmla="*/ 72009 h 121634"/>
                <a:gd name="connsiteX143" fmla="*/ 221171 w 1025080"/>
                <a:gd name="connsiteY143" fmla="*/ 45625 h 121634"/>
                <a:gd name="connsiteX144" fmla="*/ 242506 w 1025080"/>
                <a:gd name="connsiteY144" fmla="*/ 68675 h 121634"/>
                <a:gd name="connsiteX145" fmla="*/ 242506 w 1025080"/>
                <a:gd name="connsiteY145" fmla="*/ 72009 h 121634"/>
                <a:gd name="connsiteX146" fmla="*/ 148590 w 1025080"/>
                <a:gd name="connsiteY146" fmla="*/ 35147 h 121634"/>
                <a:gd name="connsiteX147" fmla="*/ 135541 w 1025080"/>
                <a:gd name="connsiteY147" fmla="*/ 35147 h 121634"/>
                <a:gd name="connsiteX148" fmla="*/ 135350 w 1025080"/>
                <a:gd name="connsiteY148" fmla="*/ 119634 h 121634"/>
                <a:gd name="connsiteX149" fmla="*/ 148495 w 1025080"/>
                <a:gd name="connsiteY149" fmla="*/ 119634 h 121634"/>
                <a:gd name="connsiteX150" fmla="*/ 148495 w 1025080"/>
                <a:gd name="connsiteY150" fmla="*/ 73438 h 121634"/>
                <a:gd name="connsiteX151" fmla="*/ 168974 w 1025080"/>
                <a:gd name="connsiteY151" fmla="*/ 46387 h 121634"/>
                <a:gd name="connsiteX152" fmla="*/ 176117 w 1025080"/>
                <a:gd name="connsiteY152" fmla="*/ 47530 h 121634"/>
                <a:gd name="connsiteX153" fmla="*/ 176117 w 1025080"/>
                <a:gd name="connsiteY153" fmla="*/ 34480 h 121634"/>
                <a:gd name="connsiteX154" fmla="*/ 171450 w 1025080"/>
                <a:gd name="connsiteY154" fmla="*/ 34195 h 121634"/>
                <a:gd name="connsiteX155" fmla="*/ 148400 w 1025080"/>
                <a:gd name="connsiteY155" fmla="*/ 49911 h 121634"/>
                <a:gd name="connsiteX156" fmla="*/ 148400 w 1025080"/>
                <a:gd name="connsiteY156" fmla="*/ 35052 h 121634"/>
                <a:gd name="connsiteX157" fmla="*/ 96869 w 1025080"/>
                <a:gd name="connsiteY157" fmla="*/ 8668 h 121634"/>
                <a:gd name="connsiteX158" fmla="*/ 105347 w 1025080"/>
                <a:gd name="connsiteY158" fmla="*/ 17145 h 121634"/>
                <a:gd name="connsiteX159" fmla="*/ 114014 w 1025080"/>
                <a:gd name="connsiteY159" fmla="*/ 8668 h 121634"/>
                <a:gd name="connsiteX160" fmla="*/ 105347 w 1025080"/>
                <a:gd name="connsiteY160" fmla="*/ 0 h 121634"/>
                <a:gd name="connsiteX161" fmla="*/ 96869 w 1025080"/>
                <a:gd name="connsiteY161" fmla="*/ 8668 h 121634"/>
                <a:gd name="connsiteX162" fmla="*/ 98870 w 1025080"/>
                <a:gd name="connsiteY162" fmla="*/ 119729 h 121634"/>
                <a:gd name="connsiteX163" fmla="*/ 112014 w 1025080"/>
                <a:gd name="connsiteY163" fmla="*/ 119729 h 121634"/>
                <a:gd name="connsiteX164" fmla="*/ 112014 w 1025080"/>
                <a:gd name="connsiteY164" fmla="*/ 35243 h 121634"/>
                <a:gd name="connsiteX165" fmla="*/ 98870 w 1025080"/>
                <a:gd name="connsiteY165" fmla="*/ 35243 h 121634"/>
                <a:gd name="connsiteX166" fmla="*/ 98870 w 1025080"/>
                <a:gd name="connsiteY166" fmla="*/ 119729 h 121634"/>
                <a:gd name="connsiteX167" fmla="*/ 62103 w 1025080"/>
                <a:gd name="connsiteY167" fmla="*/ 1905 h 121634"/>
                <a:gd name="connsiteX168" fmla="*/ 62103 w 1025080"/>
                <a:gd name="connsiteY168" fmla="*/ 48101 h 121634"/>
                <a:gd name="connsiteX169" fmla="*/ 36386 w 1025080"/>
                <a:gd name="connsiteY169" fmla="*/ 33909 h 121634"/>
                <a:gd name="connsiteX170" fmla="*/ 0 w 1025080"/>
                <a:gd name="connsiteY170" fmla="*/ 78200 h 121634"/>
                <a:gd name="connsiteX171" fmla="*/ 36005 w 1025080"/>
                <a:gd name="connsiteY171" fmla="*/ 121063 h 121634"/>
                <a:gd name="connsiteX172" fmla="*/ 62008 w 1025080"/>
                <a:gd name="connsiteY172" fmla="*/ 107252 h 121634"/>
                <a:gd name="connsiteX173" fmla="*/ 62008 w 1025080"/>
                <a:gd name="connsiteY173" fmla="*/ 119729 h 121634"/>
                <a:gd name="connsiteX174" fmla="*/ 75152 w 1025080"/>
                <a:gd name="connsiteY174" fmla="*/ 119729 h 121634"/>
                <a:gd name="connsiteX175" fmla="*/ 75152 w 1025080"/>
                <a:gd name="connsiteY175" fmla="*/ 1905 h 121634"/>
                <a:gd name="connsiteX176" fmla="*/ 62008 w 1025080"/>
                <a:gd name="connsiteY176" fmla="*/ 1905 h 121634"/>
                <a:gd name="connsiteX177" fmla="*/ 37243 w 1025080"/>
                <a:gd name="connsiteY177" fmla="*/ 109061 h 121634"/>
                <a:gd name="connsiteX178" fmla="*/ 13716 w 1025080"/>
                <a:gd name="connsiteY178" fmla="*/ 78391 h 121634"/>
                <a:gd name="connsiteX179" fmla="*/ 38100 w 1025080"/>
                <a:gd name="connsiteY179" fmla="*/ 45910 h 121634"/>
                <a:gd name="connsiteX180" fmla="*/ 62103 w 1025080"/>
                <a:gd name="connsiteY180" fmla="*/ 76962 h 121634"/>
                <a:gd name="connsiteX181" fmla="*/ 37243 w 1025080"/>
                <a:gd name="connsiteY181" fmla="*/ 109156 h 121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</a:cxnLst>
              <a:rect l="l" t="t" r="r" b="b"/>
              <a:pathLst>
                <a:path w="1025080" h="121634">
                  <a:moveTo>
                    <a:pt x="1005459" y="111347"/>
                  </a:moveTo>
                  <a:cubicBezTo>
                    <a:pt x="1005459" y="116872"/>
                    <a:pt x="1009745" y="121158"/>
                    <a:pt x="1015270" y="121158"/>
                  </a:cubicBezTo>
                  <a:cubicBezTo>
                    <a:pt x="1020794" y="121158"/>
                    <a:pt x="1025080" y="116872"/>
                    <a:pt x="1025080" y="111347"/>
                  </a:cubicBezTo>
                  <a:cubicBezTo>
                    <a:pt x="1025080" y="105823"/>
                    <a:pt x="1020699" y="101536"/>
                    <a:pt x="1015270" y="101536"/>
                  </a:cubicBezTo>
                  <a:cubicBezTo>
                    <a:pt x="1009841" y="101536"/>
                    <a:pt x="1005459" y="105823"/>
                    <a:pt x="1005459" y="111347"/>
                  </a:cubicBezTo>
                  <a:moveTo>
                    <a:pt x="933831" y="2000"/>
                  </a:moveTo>
                  <a:lnTo>
                    <a:pt x="920782" y="2000"/>
                  </a:lnTo>
                  <a:lnTo>
                    <a:pt x="920782" y="119825"/>
                  </a:lnTo>
                  <a:lnTo>
                    <a:pt x="933831" y="119825"/>
                  </a:lnTo>
                  <a:lnTo>
                    <a:pt x="933831" y="73628"/>
                  </a:lnTo>
                  <a:cubicBezTo>
                    <a:pt x="933831" y="54578"/>
                    <a:pt x="946023" y="45910"/>
                    <a:pt x="957167" y="45910"/>
                  </a:cubicBezTo>
                  <a:cubicBezTo>
                    <a:pt x="966978" y="45910"/>
                    <a:pt x="974312" y="52388"/>
                    <a:pt x="974312" y="65056"/>
                  </a:cubicBezTo>
                  <a:lnTo>
                    <a:pt x="974312" y="119729"/>
                  </a:lnTo>
                  <a:lnTo>
                    <a:pt x="987457" y="119729"/>
                  </a:lnTo>
                  <a:lnTo>
                    <a:pt x="987457" y="61913"/>
                  </a:lnTo>
                  <a:cubicBezTo>
                    <a:pt x="987457" y="44768"/>
                    <a:pt x="976598" y="34099"/>
                    <a:pt x="960406" y="34099"/>
                  </a:cubicBezTo>
                  <a:cubicBezTo>
                    <a:pt x="947928" y="34099"/>
                    <a:pt x="938689" y="39433"/>
                    <a:pt x="933736" y="49911"/>
                  </a:cubicBezTo>
                  <a:lnTo>
                    <a:pt x="933736" y="1905"/>
                  </a:lnTo>
                  <a:close/>
                  <a:moveTo>
                    <a:pt x="853440" y="78010"/>
                  </a:moveTo>
                  <a:cubicBezTo>
                    <a:pt x="853440" y="60484"/>
                    <a:pt x="865251" y="45815"/>
                    <a:pt x="884968" y="45815"/>
                  </a:cubicBezTo>
                  <a:cubicBezTo>
                    <a:pt x="889921" y="45815"/>
                    <a:pt x="897826" y="47530"/>
                    <a:pt x="902970" y="50959"/>
                  </a:cubicBezTo>
                  <a:lnTo>
                    <a:pt x="902970" y="38481"/>
                  </a:lnTo>
                  <a:cubicBezTo>
                    <a:pt x="896684" y="34957"/>
                    <a:pt x="888778" y="33814"/>
                    <a:pt x="883634" y="33814"/>
                  </a:cubicBezTo>
                  <a:cubicBezTo>
                    <a:pt x="855250" y="33814"/>
                    <a:pt x="839819" y="55340"/>
                    <a:pt x="839819" y="77819"/>
                  </a:cubicBezTo>
                  <a:cubicBezTo>
                    <a:pt x="839819" y="100298"/>
                    <a:pt x="855440" y="121634"/>
                    <a:pt x="883349" y="121634"/>
                  </a:cubicBezTo>
                  <a:cubicBezTo>
                    <a:pt x="890016" y="121634"/>
                    <a:pt x="898398" y="119634"/>
                    <a:pt x="903065" y="116777"/>
                  </a:cubicBezTo>
                  <a:lnTo>
                    <a:pt x="903065" y="104299"/>
                  </a:lnTo>
                  <a:cubicBezTo>
                    <a:pt x="898588" y="107252"/>
                    <a:pt x="891540" y="109823"/>
                    <a:pt x="885063" y="109823"/>
                  </a:cubicBezTo>
                  <a:cubicBezTo>
                    <a:pt x="864013" y="109823"/>
                    <a:pt x="853726" y="94964"/>
                    <a:pt x="853535" y="78010"/>
                  </a:cubicBezTo>
                  <a:moveTo>
                    <a:pt x="806387" y="8858"/>
                  </a:moveTo>
                  <a:cubicBezTo>
                    <a:pt x="806387" y="13716"/>
                    <a:pt x="810006" y="17335"/>
                    <a:pt x="814864" y="17335"/>
                  </a:cubicBezTo>
                  <a:cubicBezTo>
                    <a:pt x="819722" y="17335"/>
                    <a:pt x="823532" y="13716"/>
                    <a:pt x="823532" y="8858"/>
                  </a:cubicBezTo>
                  <a:cubicBezTo>
                    <a:pt x="823532" y="4000"/>
                    <a:pt x="819722" y="191"/>
                    <a:pt x="814864" y="191"/>
                  </a:cubicBezTo>
                  <a:cubicBezTo>
                    <a:pt x="810006" y="191"/>
                    <a:pt x="806387" y="4000"/>
                    <a:pt x="806387" y="8858"/>
                  </a:cubicBezTo>
                  <a:moveTo>
                    <a:pt x="808387" y="119920"/>
                  </a:moveTo>
                  <a:lnTo>
                    <a:pt x="821531" y="119920"/>
                  </a:lnTo>
                  <a:lnTo>
                    <a:pt x="821531" y="35433"/>
                  </a:lnTo>
                  <a:lnTo>
                    <a:pt x="808387" y="35433"/>
                  </a:lnTo>
                  <a:lnTo>
                    <a:pt x="808387" y="119920"/>
                  </a:lnTo>
                  <a:close/>
                  <a:moveTo>
                    <a:pt x="698945" y="7525"/>
                  </a:moveTo>
                  <a:lnTo>
                    <a:pt x="698945" y="119920"/>
                  </a:lnTo>
                  <a:lnTo>
                    <a:pt x="732949" y="119920"/>
                  </a:lnTo>
                  <a:cubicBezTo>
                    <a:pt x="770001" y="119920"/>
                    <a:pt x="788956" y="93536"/>
                    <a:pt x="788956" y="62865"/>
                  </a:cubicBezTo>
                  <a:cubicBezTo>
                    <a:pt x="788956" y="30004"/>
                    <a:pt x="765239" y="7525"/>
                    <a:pt x="732282" y="7525"/>
                  </a:cubicBezTo>
                  <a:lnTo>
                    <a:pt x="698945" y="7525"/>
                  </a:lnTo>
                  <a:close/>
                  <a:moveTo>
                    <a:pt x="712661" y="108013"/>
                  </a:moveTo>
                  <a:lnTo>
                    <a:pt x="712661" y="19526"/>
                  </a:lnTo>
                  <a:lnTo>
                    <a:pt x="732187" y="19526"/>
                  </a:lnTo>
                  <a:cubicBezTo>
                    <a:pt x="758190" y="19526"/>
                    <a:pt x="775049" y="39052"/>
                    <a:pt x="775049" y="62865"/>
                  </a:cubicBezTo>
                  <a:cubicBezTo>
                    <a:pt x="775049" y="86677"/>
                    <a:pt x="762381" y="108013"/>
                    <a:pt x="732854" y="108013"/>
                  </a:cubicBezTo>
                  <a:lnTo>
                    <a:pt x="712661" y="108013"/>
                  </a:lnTo>
                  <a:close/>
                  <a:moveTo>
                    <a:pt x="616268" y="35338"/>
                  </a:moveTo>
                  <a:lnTo>
                    <a:pt x="603218" y="35338"/>
                  </a:lnTo>
                  <a:lnTo>
                    <a:pt x="603028" y="119825"/>
                  </a:lnTo>
                  <a:lnTo>
                    <a:pt x="616172" y="119825"/>
                  </a:lnTo>
                  <a:lnTo>
                    <a:pt x="616172" y="73628"/>
                  </a:lnTo>
                  <a:cubicBezTo>
                    <a:pt x="616172" y="60103"/>
                    <a:pt x="624364" y="46577"/>
                    <a:pt x="636651" y="46577"/>
                  </a:cubicBezTo>
                  <a:cubicBezTo>
                    <a:pt x="639128" y="46577"/>
                    <a:pt x="641318" y="46863"/>
                    <a:pt x="643795" y="47720"/>
                  </a:cubicBezTo>
                  <a:lnTo>
                    <a:pt x="643795" y="34671"/>
                  </a:lnTo>
                  <a:cubicBezTo>
                    <a:pt x="642080" y="34385"/>
                    <a:pt x="640652" y="34385"/>
                    <a:pt x="639128" y="34385"/>
                  </a:cubicBezTo>
                  <a:cubicBezTo>
                    <a:pt x="627317" y="34385"/>
                    <a:pt x="620078" y="40672"/>
                    <a:pt x="616077" y="50101"/>
                  </a:cubicBezTo>
                  <a:lnTo>
                    <a:pt x="616077" y="35243"/>
                  </a:lnTo>
                  <a:close/>
                  <a:moveTo>
                    <a:pt x="566738" y="35338"/>
                  </a:moveTo>
                  <a:lnTo>
                    <a:pt x="566738" y="81820"/>
                  </a:lnTo>
                  <a:cubicBezTo>
                    <a:pt x="566738" y="98679"/>
                    <a:pt x="557594" y="108966"/>
                    <a:pt x="543687" y="108966"/>
                  </a:cubicBezTo>
                  <a:cubicBezTo>
                    <a:pt x="533305" y="108966"/>
                    <a:pt x="526352" y="102679"/>
                    <a:pt x="526352" y="90106"/>
                  </a:cubicBezTo>
                  <a:lnTo>
                    <a:pt x="526352" y="35243"/>
                  </a:lnTo>
                  <a:lnTo>
                    <a:pt x="513207" y="35243"/>
                  </a:lnTo>
                  <a:lnTo>
                    <a:pt x="513207" y="93440"/>
                  </a:lnTo>
                  <a:cubicBezTo>
                    <a:pt x="513207" y="110109"/>
                    <a:pt x="523494" y="120777"/>
                    <a:pt x="540258" y="120777"/>
                  </a:cubicBezTo>
                  <a:cubicBezTo>
                    <a:pt x="552736" y="120777"/>
                    <a:pt x="562070" y="115919"/>
                    <a:pt x="566738" y="105156"/>
                  </a:cubicBezTo>
                  <a:lnTo>
                    <a:pt x="566738" y="119825"/>
                  </a:lnTo>
                  <a:lnTo>
                    <a:pt x="579882" y="119825"/>
                  </a:lnTo>
                  <a:lnTo>
                    <a:pt x="579882" y="35338"/>
                  </a:lnTo>
                  <a:lnTo>
                    <a:pt x="566738" y="35338"/>
                  </a:lnTo>
                  <a:close/>
                  <a:moveTo>
                    <a:pt x="530352" y="22289"/>
                  </a:moveTo>
                  <a:cubicBezTo>
                    <a:pt x="535210" y="22289"/>
                    <a:pt x="538829" y="18478"/>
                    <a:pt x="538829" y="13621"/>
                  </a:cubicBezTo>
                  <a:cubicBezTo>
                    <a:pt x="538829" y="8763"/>
                    <a:pt x="535210" y="5144"/>
                    <a:pt x="530352" y="5144"/>
                  </a:cubicBezTo>
                  <a:cubicBezTo>
                    <a:pt x="525494" y="5144"/>
                    <a:pt x="521684" y="8763"/>
                    <a:pt x="521684" y="13621"/>
                  </a:cubicBezTo>
                  <a:cubicBezTo>
                    <a:pt x="521684" y="18478"/>
                    <a:pt x="525304" y="22289"/>
                    <a:pt x="530352" y="22289"/>
                  </a:cubicBezTo>
                  <a:moveTo>
                    <a:pt x="563880" y="22289"/>
                  </a:moveTo>
                  <a:cubicBezTo>
                    <a:pt x="568833" y="22289"/>
                    <a:pt x="572548" y="18478"/>
                    <a:pt x="572548" y="13621"/>
                  </a:cubicBezTo>
                  <a:cubicBezTo>
                    <a:pt x="572548" y="8763"/>
                    <a:pt x="568928" y="5144"/>
                    <a:pt x="563880" y="5144"/>
                  </a:cubicBezTo>
                  <a:cubicBezTo>
                    <a:pt x="558832" y="5144"/>
                    <a:pt x="555403" y="8763"/>
                    <a:pt x="555403" y="13621"/>
                  </a:cubicBezTo>
                  <a:cubicBezTo>
                    <a:pt x="555403" y="18478"/>
                    <a:pt x="559022" y="22289"/>
                    <a:pt x="563880" y="22289"/>
                  </a:cubicBezTo>
                  <a:moveTo>
                    <a:pt x="500348" y="1905"/>
                  </a:moveTo>
                  <a:cubicBezTo>
                    <a:pt x="498062" y="1238"/>
                    <a:pt x="494348" y="762"/>
                    <a:pt x="492157" y="762"/>
                  </a:cubicBezTo>
                  <a:cubicBezTo>
                    <a:pt x="476345" y="762"/>
                    <a:pt x="467297" y="11240"/>
                    <a:pt x="467297" y="27432"/>
                  </a:cubicBezTo>
                  <a:lnTo>
                    <a:pt x="467297" y="35243"/>
                  </a:lnTo>
                  <a:lnTo>
                    <a:pt x="452819" y="35243"/>
                  </a:lnTo>
                  <a:lnTo>
                    <a:pt x="452819" y="45910"/>
                  </a:lnTo>
                  <a:lnTo>
                    <a:pt x="467297" y="45910"/>
                  </a:lnTo>
                  <a:lnTo>
                    <a:pt x="467297" y="119729"/>
                  </a:lnTo>
                  <a:lnTo>
                    <a:pt x="480441" y="119729"/>
                  </a:lnTo>
                  <a:lnTo>
                    <a:pt x="480441" y="45910"/>
                  </a:lnTo>
                  <a:lnTo>
                    <a:pt x="499110" y="45910"/>
                  </a:lnTo>
                  <a:lnTo>
                    <a:pt x="499110" y="35243"/>
                  </a:lnTo>
                  <a:lnTo>
                    <a:pt x="480441" y="35243"/>
                  </a:lnTo>
                  <a:lnTo>
                    <a:pt x="480441" y="27527"/>
                  </a:lnTo>
                  <a:cubicBezTo>
                    <a:pt x="480441" y="16573"/>
                    <a:pt x="486251" y="12573"/>
                    <a:pt x="492633" y="12573"/>
                  </a:cubicBezTo>
                  <a:cubicBezTo>
                    <a:pt x="495300" y="12573"/>
                    <a:pt x="497777" y="13049"/>
                    <a:pt x="500253" y="13906"/>
                  </a:cubicBezTo>
                  <a:lnTo>
                    <a:pt x="500253" y="1905"/>
                  </a:lnTo>
                  <a:close/>
                  <a:moveTo>
                    <a:pt x="375952" y="45910"/>
                  </a:moveTo>
                  <a:lnTo>
                    <a:pt x="399288" y="45910"/>
                  </a:lnTo>
                  <a:lnTo>
                    <a:pt x="399288" y="35243"/>
                  </a:lnTo>
                  <a:lnTo>
                    <a:pt x="375952" y="35243"/>
                  </a:lnTo>
                  <a:lnTo>
                    <a:pt x="375952" y="14192"/>
                  </a:lnTo>
                  <a:lnTo>
                    <a:pt x="362807" y="14192"/>
                  </a:lnTo>
                  <a:lnTo>
                    <a:pt x="362807" y="35243"/>
                  </a:lnTo>
                  <a:lnTo>
                    <a:pt x="349282" y="35243"/>
                  </a:lnTo>
                  <a:lnTo>
                    <a:pt x="349282" y="45910"/>
                  </a:lnTo>
                  <a:lnTo>
                    <a:pt x="362807" y="45910"/>
                  </a:lnTo>
                  <a:lnTo>
                    <a:pt x="362807" y="95059"/>
                  </a:lnTo>
                  <a:cubicBezTo>
                    <a:pt x="362807" y="111252"/>
                    <a:pt x="370142" y="120586"/>
                    <a:pt x="387858" y="120586"/>
                  </a:cubicBezTo>
                  <a:cubicBezTo>
                    <a:pt x="391382" y="120586"/>
                    <a:pt x="396907" y="119444"/>
                    <a:pt x="400241" y="117634"/>
                  </a:cubicBezTo>
                  <a:lnTo>
                    <a:pt x="400241" y="105156"/>
                  </a:lnTo>
                  <a:cubicBezTo>
                    <a:pt x="397383" y="107347"/>
                    <a:pt x="392906" y="108966"/>
                    <a:pt x="388715" y="108966"/>
                  </a:cubicBezTo>
                  <a:cubicBezTo>
                    <a:pt x="380238" y="108966"/>
                    <a:pt x="376047" y="104299"/>
                    <a:pt x="376047" y="95440"/>
                  </a:cubicBezTo>
                  <a:lnTo>
                    <a:pt x="376047" y="45910"/>
                  </a:lnTo>
                  <a:close/>
                  <a:moveTo>
                    <a:pt x="305086" y="75438"/>
                  </a:moveTo>
                  <a:lnTo>
                    <a:pt x="338423" y="35243"/>
                  </a:lnTo>
                  <a:lnTo>
                    <a:pt x="322707" y="35243"/>
                  </a:lnTo>
                  <a:lnTo>
                    <a:pt x="289560" y="75438"/>
                  </a:lnTo>
                  <a:lnTo>
                    <a:pt x="323564" y="119729"/>
                  </a:lnTo>
                  <a:lnTo>
                    <a:pt x="339376" y="119729"/>
                  </a:lnTo>
                  <a:lnTo>
                    <a:pt x="304991" y="75438"/>
                  </a:lnTo>
                  <a:close/>
                  <a:moveTo>
                    <a:pt x="274892" y="119729"/>
                  </a:moveTo>
                  <a:lnTo>
                    <a:pt x="287941" y="119729"/>
                  </a:lnTo>
                  <a:lnTo>
                    <a:pt x="287941" y="2572"/>
                  </a:lnTo>
                  <a:lnTo>
                    <a:pt x="274892" y="2572"/>
                  </a:lnTo>
                  <a:lnTo>
                    <a:pt x="274892" y="119729"/>
                  </a:lnTo>
                  <a:close/>
                  <a:moveTo>
                    <a:pt x="250317" y="103061"/>
                  </a:moveTo>
                  <a:cubicBezTo>
                    <a:pt x="244507" y="107061"/>
                    <a:pt x="235172" y="108871"/>
                    <a:pt x="227648" y="108871"/>
                  </a:cubicBezTo>
                  <a:cubicBezTo>
                    <a:pt x="210598" y="108871"/>
                    <a:pt x="199168" y="100013"/>
                    <a:pt x="197168" y="83058"/>
                  </a:cubicBezTo>
                  <a:lnTo>
                    <a:pt x="254889" y="83058"/>
                  </a:lnTo>
                  <a:cubicBezTo>
                    <a:pt x="255365" y="80391"/>
                    <a:pt x="255746" y="75438"/>
                    <a:pt x="255746" y="73247"/>
                  </a:cubicBezTo>
                  <a:cubicBezTo>
                    <a:pt x="255746" y="47720"/>
                    <a:pt x="241745" y="34195"/>
                    <a:pt x="221266" y="34195"/>
                  </a:cubicBezTo>
                  <a:cubicBezTo>
                    <a:pt x="200787" y="34195"/>
                    <a:pt x="183737" y="50197"/>
                    <a:pt x="183737" y="77724"/>
                  </a:cubicBezTo>
                  <a:cubicBezTo>
                    <a:pt x="183737" y="103442"/>
                    <a:pt x="200787" y="120586"/>
                    <a:pt x="226409" y="120586"/>
                  </a:cubicBezTo>
                  <a:cubicBezTo>
                    <a:pt x="233934" y="120586"/>
                    <a:pt x="244126" y="118777"/>
                    <a:pt x="250412" y="115443"/>
                  </a:cubicBezTo>
                  <a:lnTo>
                    <a:pt x="250412" y="103156"/>
                  </a:lnTo>
                  <a:close/>
                  <a:moveTo>
                    <a:pt x="242506" y="72009"/>
                  </a:moveTo>
                  <a:lnTo>
                    <a:pt x="197168" y="72009"/>
                  </a:lnTo>
                  <a:cubicBezTo>
                    <a:pt x="198787" y="54483"/>
                    <a:pt x="208979" y="45625"/>
                    <a:pt x="221171" y="45625"/>
                  </a:cubicBezTo>
                  <a:cubicBezTo>
                    <a:pt x="234506" y="45625"/>
                    <a:pt x="242506" y="54673"/>
                    <a:pt x="242506" y="68675"/>
                  </a:cubicBezTo>
                  <a:lnTo>
                    <a:pt x="242506" y="72009"/>
                  </a:lnTo>
                  <a:close/>
                  <a:moveTo>
                    <a:pt x="148590" y="35147"/>
                  </a:moveTo>
                  <a:lnTo>
                    <a:pt x="135541" y="35147"/>
                  </a:lnTo>
                  <a:lnTo>
                    <a:pt x="135350" y="119634"/>
                  </a:lnTo>
                  <a:lnTo>
                    <a:pt x="148495" y="119634"/>
                  </a:lnTo>
                  <a:lnTo>
                    <a:pt x="148495" y="73438"/>
                  </a:lnTo>
                  <a:cubicBezTo>
                    <a:pt x="148495" y="59912"/>
                    <a:pt x="156686" y="46387"/>
                    <a:pt x="168974" y="46387"/>
                  </a:cubicBezTo>
                  <a:cubicBezTo>
                    <a:pt x="171450" y="46387"/>
                    <a:pt x="173641" y="46672"/>
                    <a:pt x="176117" y="47530"/>
                  </a:cubicBezTo>
                  <a:lnTo>
                    <a:pt x="176117" y="34480"/>
                  </a:lnTo>
                  <a:cubicBezTo>
                    <a:pt x="174498" y="34195"/>
                    <a:pt x="172974" y="34195"/>
                    <a:pt x="171450" y="34195"/>
                  </a:cubicBezTo>
                  <a:cubicBezTo>
                    <a:pt x="159639" y="34195"/>
                    <a:pt x="152400" y="40481"/>
                    <a:pt x="148400" y="49911"/>
                  </a:cubicBezTo>
                  <a:lnTo>
                    <a:pt x="148400" y="35052"/>
                  </a:lnTo>
                  <a:close/>
                  <a:moveTo>
                    <a:pt x="96869" y="8668"/>
                  </a:moveTo>
                  <a:cubicBezTo>
                    <a:pt x="96869" y="13525"/>
                    <a:pt x="100584" y="17145"/>
                    <a:pt x="105347" y="17145"/>
                  </a:cubicBezTo>
                  <a:cubicBezTo>
                    <a:pt x="110109" y="17145"/>
                    <a:pt x="114014" y="13525"/>
                    <a:pt x="114014" y="8668"/>
                  </a:cubicBezTo>
                  <a:cubicBezTo>
                    <a:pt x="114014" y="3810"/>
                    <a:pt x="110204" y="0"/>
                    <a:pt x="105347" y="0"/>
                  </a:cubicBezTo>
                  <a:cubicBezTo>
                    <a:pt x="100489" y="0"/>
                    <a:pt x="96869" y="3810"/>
                    <a:pt x="96869" y="8668"/>
                  </a:cubicBezTo>
                  <a:moveTo>
                    <a:pt x="98870" y="119729"/>
                  </a:moveTo>
                  <a:lnTo>
                    <a:pt x="112014" y="119729"/>
                  </a:lnTo>
                  <a:lnTo>
                    <a:pt x="112014" y="35243"/>
                  </a:lnTo>
                  <a:lnTo>
                    <a:pt x="98870" y="35243"/>
                  </a:lnTo>
                  <a:lnTo>
                    <a:pt x="98870" y="119729"/>
                  </a:lnTo>
                  <a:close/>
                  <a:moveTo>
                    <a:pt x="62103" y="1905"/>
                  </a:moveTo>
                  <a:lnTo>
                    <a:pt x="62103" y="48101"/>
                  </a:lnTo>
                  <a:cubicBezTo>
                    <a:pt x="56483" y="39243"/>
                    <a:pt x="47625" y="33909"/>
                    <a:pt x="36386" y="33909"/>
                  </a:cubicBezTo>
                  <a:cubicBezTo>
                    <a:pt x="15240" y="33909"/>
                    <a:pt x="0" y="51721"/>
                    <a:pt x="0" y="78200"/>
                  </a:cubicBezTo>
                  <a:cubicBezTo>
                    <a:pt x="0" y="100679"/>
                    <a:pt x="12478" y="121063"/>
                    <a:pt x="36005" y="121063"/>
                  </a:cubicBezTo>
                  <a:cubicBezTo>
                    <a:pt x="48387" y="121063"/>
                    <a:pt x="56674" y="115443"/>
                    <a:pt x="62008" y="107252"/>
                  </a:cubicBezTo>
                  <a:lnTo>
                    <a:pt x="62008" y="119729"/>
                  </a:lnTo>
                  <a:lnTo>
                    <a:pt x="75152" y="119729"/>
                  </a:lnTo>
                  <a:lnTo>
                    <a:pt x="75152" y="1905"/>
                  </a:lnTo>
                  <a:lnTo>
                    <a:pt x="62008" y="1905"/>
                  </a:lnTo>
                  <a:close/>
                  <a:moveTo>
                    <a:pt x="37243" y="109061"/>
                  </a:moveTo>
                  <a:cubicBezTo>
                    <a:pt x="23908" y="109061"/>
                    <a:pt x="13716" y="96774"/>
                    <a:pt x="13716" y="78391"/>
                  </a:cubicBezTo>
                  <a:cubicBezTo>
                    <a:pt x="13716" y="56578"/>
                    <a:pt x="24765" y="45910"/>
                    <a:pt x="38100" y="45910"/>
                  </a:cubicBezTo>
                  <a:cubicBezTo>
                    <a:pt x="47625" y="45910"/>
                    <a:pt x="62103" y="53054"/>
                    <a:pt x="62103" y="76962"/>
                  </a:cubicBezTo>
                  <a:cubicBezTo>
                    <a:pt x="62103" y="100870"/>
                    <a:pt x="49244" y="109156"/>
                    <a:pt x="37243" y="109156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2A7AFDD8-CC80-634C-4EAA-5A84C7A61120}"/>
                </a:ext>
              </a:extLst>
            </p:cNvPr>
            <p:cNvSpPr/>
            <p:nvPr/>
          </p:nvSpPr>
          <p:spPr bwMode="gray">
            <a:xfrm>
              <a:off x="9035312" y="1869653"/>
              <a:ext cx="1202436" cy="120586"/>
            </a:xfrm>
            <a:custGeom>
              <a:avLst/>
              <a:gdLst>
                <a:gd name="connsiteX0" fmla="*/ 1197007 w 1202436"/>
                <a:gd name="connsiteY0" fmla="*/ 102965 h 120586"/>
                <a:gd name="connsiteX1" fmla="*/ 1174337 w 1202436"/>
                <a:gd name="connsiteY1" fmla="*/ 108776 h 120586"/>
                <a:gd name="connsiteX2" fmla="*/ 1143857 w 1202436"/>
                <a:gd name="connsiteY2" fmla="*/ 82963 h 120586"/>
                <a:gd name="connsiteX3" fmla="*/ 1201579 w 1202436"/>
                <a:gd name="connsiteY3" fmla="*/ 82963 h 120586"/>
                <a:gd name="connsiteX4" fmla="*/ 1202436 w 1202436"/>
                <a:gd name="connsiteY4" fmla="*/ 73152 h 120586"/>
                <a:gd name="connsiteX5" fmla="*/ 1167956 w 1202436"/>
                <a:gd name="connsiteY5" fmla="*/ 34100 h 120586"/>
                <a:gd name="connsiteX6" fmla="*/ 1130427 w 1202436"/>
                <a:gd name="connsiteY6" fmla="*/ 77629 h 120586"/>
                <a:gd name="connsiteX7" fmla="*/ 1173099 w 1202436"/>
                <a:gd name="connsiteY7" fmla="*/ 120491 h 120586"/>
                <a:gd name="connsiteX8" fmla="*/ 1197102 w 1202436"/>
                <a:gd name="connsiteY8" fmla="*/ 115348 h 120586"/>
                <a:gd name="connsiteX9" fmla="*/ 1197102 w 1202436"/>
                <a:gd name="connsiteY9" fmla="*/ 102965 h 120586"/>
                <a:gd name="connsiteX10" fmla="*/ 1189196 w 1202436"/>
                <a:gd name="connsiteY10" fmla="*/ 71914 h 120586"/>
                <a:gd name="connsiteX11" fmla="*/ 1143857 w 1202436"/>
                <a:gd name="connsiteY11" fmla="*/ 71914 h 120586"/>
                <a:gd name="connsiteX12" fmla="*/ 1167860 w 1202436"/>
                <a:gd name="connsiteY12" fmla="*/ 45530 h 120586"/>
                <a:gd name="connsiteX13" fmla="*/ 1189196 w 1202436"/>
                <a:gd name="connsiteY13" fmla="*/ 68580 h 120586"/>
                <a:gd name="connsiteX14" fmla="*/ 1189196 w 1202436"/>
                <a:gd name="connsiteY14" fmla="*/ 71914 h 120586"/>
                <a:gd name="connsiteX15" fmla="*/ 1113282 w 1202436"/>
                <a:gd name="connsiteY15" fmla="*/ 37909 h 120586"/>
                <a:gd name="connsiteX16" fmla="*/ 1092137 w 1202436"/>
                <a:gd name="connsiteY16" fmla="*/ 34290 h 120586"/>
                <a:gd name="connsiteX17" fmla="*/ 1064419 w 1202436"/>
                <a:gd name="connsiteY17" fmla="*/ 57245 h 120586"/>
                <a:gd name="connsiteX18" fmla="*/ 1085469 w 1202436"/>
                <a:gd name="connsiteY18" fmla="*/ 81248 h 120586"/>
                <a:gd name="connsiteX19" fmla="*/ 1104614 w 1202436"/>
                <a:gd name="connsiteY19" fmla="*/ 98107 h 120586"/>
                <a:gd name="connsiteX20" fmla="*/ 1088898 w 1202436"/>
                <a:gd name="connsiteY20" fmla="*/ 109252 h 120586"/>
                <a:gd name="connsiteX21" fmla="*/ 1064895 w 1202436"/>
                <a:gd name="connsiteY21" fmla="*/ 102584 h 120586"/>
                <a:gd name="connsiteX22" fmla="*/ 1064895 w 1202436"/>
                <a:gd name="connsiteY22" fmla="*/ 115443 h 120586"/>
                <a:gd name="connsiteX23" fmla="*/ 1089755 w 1202436"/>
                <a:gd name="connsiteY23" fmla="*/ 120587 h 120586"/>
                <a:gd name="connsiteX24" fmla="*/ 1118140 w 1202436"/>
                <a:gd name="connsiteY24" fmla="*/ 97060 h 120586"/>
                <a:gd name="connsiteX25" fmla="*/ 1095470 w 1202436"/>
                <a:gd name="connsiteY25" fmla="*/ 72390 h 120586"/>
                <a:gd name="connsiteX26" fmla="*/ 1077754 w 1202436"/>
                <a:gd name="connsiteY26" fmla="*/ 56674 h 120586"/>
                <a:gd name="connsiteX27" fmla="*/ 1092232 w 1202436"/>
                <a:gd name="connsiteY27" fmla="*/ 45720 h 120586"/>
                <a:gd name="connsiteX28" fmla="*/ 1113282 w 1202436"/>
                <a:gd name="connsiteY28" fmla="*/ 50387 h 120586"/>
                <a:gd name="connsiteX29" fmla="*/ 1113282 w 1202436"/>
                <a:gd name="connsiteY29" fmla="*/ 37909 h 120586"/>
                <a:gd name="connsiteX30" fmla="*/ 1045750 w 1202436"/>
                <a:gd name="connsiteY30" fmla="*/ 37909 h 120586"/>
                <a:gd name="connsiteX31" fmla="*/ 1024604 w 1202436"/>
                <a:gd name="connsiteY31" fmla="*/ 34290 h 120586"/>
                <a:gd name="connsiteX32" fmla="*/ 996887 w 1202436"/>
                <a:gd name="connsiteY32" fmla="*/ 57245 h 120586"/>
                <a:gd name="connsiteX33" fmla="*/ 1017937 w 1202436"/>
                <a:gd name="connsiteY33" fmla="*/ 81248 h 120586"/>
                <a:gd name="connsiteX34" fmla="*/ 1037082 w 1202436"/>
                <a:gd name="connsiteY34" fmla="*/ 98107 h 120586"/>
                <a:gd name="connsiteX35" fmla="*/ 1021366 w 1202436"/>
                <a:gd name="connsiteY35" fmla="*/ 109252 h 120586"/>
                <a:gd name="connsiteX36" fmla="*/ 997363 w 1202436"/>
                <a:gd name="connsiteY36" fmla="*/ 102584 h 120586"/>
                <a:gd name="connsiteX37" fmla="*/ 997363 w 1202436"/>
                <a:gd name="connsiteY37" fmla="*/ 115443 h 120586"/>
                <a:gd name="connsiteX38" fmla="*/ 1022223 w 1202436"/>
                <a:gd name="connsiteY38" fmla="*/ 120587 h 120586"/>
                <a:gd name="connsiteX39" fmla="*/ 1050608 w 1202436"/>
                <a:gd name="connsiteY39" fmla="*/ 97060 h 120586"/>
                <a:gd name="connsiteX40" fmla="*/ 1027938 w 1202436"/>
                <a:gd name="connsiteY40" fmla="*/ 72390 h 120586"/>
                <a:gd name="connsiteX41" fmla="*/ 1010222 w 1202436"/>
                <a:gd name="connsiteY41" fmla="*/ 56674 h 120586"/>
                <a:gd name="connsiteX42" fmla="*/ 1024700 w 1202436"/>
                <a:gd name="connsiteY42" fmla="*/ 45720 h 120586"/>
                <a:gd name="connsiteX43" fmla="*/ 1045750 w 1202436"/>
                <a:gd name="connsiteY43" fmla="*/ 50387 h 120586"/>
                <a:gd name="connsiteX44" fmla="*/ 1045750 w 1202436"/>
                <a:gd name="connsiteY44" fmla="*/ 37909 h 120586"/>
                <a:gd name="connsiteX45" fmla="*/ 921068 w 1202436"/>
                <a:gd name="connsiteY45" fmla="*/ 52769 h 120586"/>
                <a:gd name="connsiteX46" fmla="*/ 945071 w 1202436"/>
                <a:gd name="connsiteY46" fmla="*/ 45625 h 120586"/>
                <a:gd name="connsiteX47" fmla="*/ 964787 w 1202436"/>
                <a:gd name="connsiteY47" fmla="*/ 65818 h 120586"/>
                <a:gd name="connsiteX48" fmla="*/ 964787 w 1202436"/>
                <a:gd name="connsiteY48" fmla="*/ 70104 h 120586"/>
                <a:gd name="connsiteX49" fmla="*/ 949452 w 1202436"/>
                <a:gd name="connsiteY49" fmla="*/ 70104 h 120586"/>
                <a:gd name="connsiteX50" fmla="*/ 914972 w 1202436"/>
                <a:gd name="connsiteY50" fmla="*/ 95822 h 120586"/>
                <a:gd name="connsiteX51" fmla="*/ 941356 w 1202436"/>
                <a:gd name="connsiteY51" fmla="*/ 120491 h 120586"/>
                <a:gd name="connsiteX52" fmla="*/ 965073 w 1202436"/>
                <a:gd name="connsiteY52" fmla="*/ 109633 h 120586"/>
                <a:gd name="connsiteX53" fmla="*/ 965073 w 1202436"/>
                <a:gd name="connsiteY53" fmla="*/ 119634 h 120586"/>
                <a:gd name="connsiteX54" fmla="*/ 978122 w 1202436"/>
                <a:gd name="connsiteY54" fmla="*/ 119634 h 120586"/>
                <a:gd name="connsiteX55" fmla="*/ 978122 w 1202436"/>
                <a:gd name="connsiteY55" fmla="*/ 66104 h 120586"/>
                <a:gd name="connsiteX56" fmla="*/ 946309 w 1202436"/>
                <a:gd name="connsiteY56" fmla="*/ 33719 h 120586"/>
                <a:gd name="connsiteX57" fmla="*/ 921258 w 1202436"/>
                <a:gd name="connsiteY57" fmla="*/ 39529 h 120586"/>
                <a:gd name="connsiteX58" fmla="*/ 921258 w 1202436"/>
                <a:gd name="connsiteY58" fmla="*/ 52673 h 120586"/>
                <a:gd name="connsiteX59" fmla="*/ 964787 w 1202436"/>
                <a:gd name="connsiteY59" fmla="*/ 80581 h 120586"/>
                <a:gd name="connsiteX60" fmla="*/ 964787 w 1202436"/>
                <a:gd name="connsiteY60" fmla="*/ 91440 h 120586"/>
                <a:gd name="connsiteX61" fmla="*/ 945071 w 1202436"/>
                <a:gd name="connsiteY61" fmla="*/ 109442 h 120586"/>
                <a:gd name="connsiteX62" fmla="*/ 928688 w 1202436"/>
                <a:gd name="connsiteY62" fmla="*/ 95250 h 120586"/>
                <a:gd name="connsiteX63" fmla="*/ 950024 w 1202436"/>
                <a:gd name="connsiteY63" fmla="*/ 80581 h 120586"/>
                <a:gd name="connsiteX64" fmla="*/ 964692 w 1202436"/>
                <a:gd name="connsiteY64" fmla="*/ 80581 h 120586"/>
                <a:gd name="connsiteX65" fmla="*/ 872680 w 1202436"/>
                <a:gd name="connsiteY65" fmla="*/ 75248 h 120586"/>
                <a:gd name="connsiteX66" fmla="*/ 906018 w 1202436"/>
                <a:gd name="connsiteY66" fmla="*/ 35052 h 120586"/>
                <a:gd name="connsiteX67" fmla="*/ 890397 w 1202436"/>
                <a:gd name="connsiteY67" fmla="*/ 35052 h 120586"/>
                <a:gd name="connsiteX68" fmla="*/ 857250 w 1202436"/>
                <a:gd name="connsiteY68" fmla="*/ 75248 h 120586"/>
                <a:gd name="connsiteX69" fmla="*/ 891254 w 1202436"/>
                <a:gd name="connsiteY69" fmla="*/ 119634 h 120586"/>
                <a:gd name="connsiteX70" fmla="*/ 907066 w 1202436"/>
                <a:gd name="connsiteY70" fmla="*/ 119634 h 120586"/>
                <a:gd name="connsiteX71" fmla="*/ 872680 w 1202436"/>
                <a:gd name="connsiteY71" fmla="*/ 75248 h 120586"/>
                <a:gd name="connsiteX72" fmla="*/ 842486 w 1202436"/>
                <a:gd name="connsiteY72" fmla="*/ 119634 h 120586"/>
                <a:gd name="connsiteX73" fmla="*/ 855536 w 1202436"/>
                <a:gd name="connsiteY73" fmla="*/ 119634 h 120586"/>
                <a:gd name="connsiteX74" fmla="*/ 855536 w 1202436"/>
                <a:gd name="connsiteY74" fmla="*/ 2477 h 120586"/>
                <a:gd name="connsiteX75" fmla="*/ 842486 w 1202436"/>
                <a:gd name="connsiteY75" fmla="*/ 2477 h 120586"/>
                <a:gd name="connsiteX76" fmla="*/ 842486 w 1202436"/>
                <a:gd name="connsiteY76" fmla="*/ 119634 h 120586"/>
                <a:gd name="connsiteX77" fmla="*/ 766096 w 1202436"/>
                <a:gd name="connsiteY77" fmla="*/ 35147 h 120586"/>
                <a:gd name="connsiteX78" fmla="*/ 753142 w 1202436"/>
                <a:gd name="connsiteY78" fmla="*/ 35147 h 120586"/>
                <a:gd name="connsiteX79" fmla="*/ 753142 w 1202436"/>
                <a:gd name="connsiteY79" fmla="*/ 119634 h 120586"/>
                <a:gd name="connsiteX80" fmla="*/ 766096 w 1202436"/>
                <a:gd name="connsiteY80" fmla="*/ 119634 h 120586"/>
                <a:gd name="connsiteX81" fmla="*/ 766096 w 1202436"/>
                <a:gd name="connsiteY81" fmla="*/ 73438 h 120586"/>
                <a:gd name="connsiteX82" fmla="*/ 789432 w 1202436"/>
                <a:gd name="connsiteY82" fmla="*/ 45720 h 120586"/>
                <a:gd name="connsiteX83" fmla="*/ 806577 w 1202436"/>
                <a:gd name="connsiteY83" fmla="*/ 64865 h 120586"/>
                <a:gd name="connsiteX84" fmla="*/ 806577 w 1202436"/>
                <a:gd name="connsiteY84" fmla="*/ 119539 h 120586"/>
                <a:gd name="connsiteX85" fmla="*/ 819722 w 1202436"/>
                <a:gd name="connsiteY85" fmla="*/ 119539 h 120586"/>
                <a:gd name="connsiteX86" fmla="*/ 819722 w 1202436"/>
                <a:gd name="connsiteY86" fmla="*/ 61341 h 120586"/>
                <a:gd name="connsiteX87" fmla="*/ 792671 w 1202436"/>
                <a:gd name="connsiteY87" fmla="*/ 33814 h 120586"/>
                <a:gd name="connsiteX88" fmla="*/ 766001 w 1202436"/>
                <a:gd name="connsiteY88" fmla="*/ 49625 h 120586"/>
                <a:gd name="connsiteX89" fmla="*/ 766001 w 1202436"/>
                <a:gd name="connsiteY89" fmla="*/ 34957 h 120586"/>
                <a:gd name="connsiteX90" fmla="*/ 728472 w 1202436"/>
                <a:gd name="connsiteY90" fmla="*/ 102965 h 120586"/>
                <a:gd name="connsiteX91" fmla="*/ 705803 w 1202436"/>
                <a:gd name="connsiteY91" fmla="*/ 108776 h 120586"/>
                <a:gd name="connsiteX92" fmla="*/ 675323 w 1202436"/>
                <a:gd name="connsiteY92" fmla="*/ 82963 h 120586"/>
                <a:gd name="connsiteX93" fmla="*/ 733044 w 1202436"/>
                <a:gd name="connsiteY93" fmla="*/ 82963 h 120586"/>
                <a:gd name="connsiteX94" fmla="*/ 733901 w 1202436"/>
                <a:gd name="connsiteY94" fmla="*/ 73152 h 120586"/>
                <a:gd name="connsiteX95" fmla="*/ 699421 w 1202436"/>
                <a:gd name="connsiteY95" fmla="*/ 34100 h 120586"/>
                <a:gd name="connsiteX96" fmla="*/ 661892 w 1202436"/>
                <a:gd name="connsiteY96" fmla="*/ 77629 h 120586"/>
                <a:gd name="connsiteX97" fmla="*/ 704564 w 1202436"/>
                <a:gd name="connsiteY97" fmla="*/ 120491 h 120586"/>
                <a:gd name="connsiteX98" fmla="*/ 728567 w 1202436"/>
                <a:gd name="connsiteY98" fmla="*/ 115348 h 120586"/>
                <a:gd name="connsiteX99" fmla="*/ 728567 w 1202436"/>
                <a:gd name="connsiteY99" fmla="*/ 102965 h 120586"/>
                <a:gd name="connsiteX100" fmla="*/ 720662 w 1202436"/>
                <a:gd name="connsiteY100" fmla="*/ 71914 h 120586"/>
                <a:gd name="connsiteX101" fmla="*/ 675323 w 1202436"/>
                <a:gd name="connsiteY101" fmla="*/ 71914 h 120586"/>
                <a:gd name="connsiteX102" fmla="*/ 699326 w 1202436"/>
                <a:gd name="connsiteY102" fmla="*/ 45530 h 120586"/>
                <a:gd name="connsiteX103" fmla="*/ 720662 w 1202436"/>
                <a:gd name="connsiteY103" fmla="*/ 68580 h 120586"/>
                <a:gd name="connsiteX104" fmla="*/ 720662 w 1202436"/>
                <a:gd name="connsiteY104" fmla="*/ 71914 h 120586"/>
                <a:gd name="connsiteX105" fmla="*/ 621887 w 1202436"/>
                <a:gd name="connsiteY105" fmla="*/ 75248 h 120586"/>
                <a:gd name="connsiteX106" fmla="*/ 655225 w 1202436"/>
                <a:gd name="connsiteY106" fmla="*/ 35052 h 120586"/>
                <a:gd name="connsiteX107" fmla="*/ 639509 w 1202436"/>
                <a:gd name="connsiteY107" fmla="*/ 35052 h 120586"/>
                <a:gd name="connsiteX108" fmla="*/ 606362 w 1202436"/>
                <a:gd name="connsiteY108" fmla="*/ 75248 h 120586"/>
                <a:gd name="connsiteX109" fmla="*/ 640366 w 1202436"/>
                <a:gd name="connsiteY109" fmla="*/ 119634 h 120586"/>
                <a:gd name="connsiteX110" fmla="*/ 656177 w 1202436"/>
                <a:gd name="connsiteY110" fmla="*/ 119634 h 120586"/>
                <a:gd name="connsiteX111" fmla="*/ 621792 w 1202436"/>
                <a:gd name="connsiteY111" fmla="*/ 75248 h 120586"/>
                <a:gd name="connsiteX112" fmla="*/ 591693 w 1202436"/>
                <a:gd name="connsiteY112" fmla="*/ 119634 h 120586"/>
                <a:gd name="connsiteX113" fmla="*/ 604742 w 1202436"/>
                <a:gd name="connsiteY113" fmla="*/ 119634 h 120586"/>
                <a:gd name="connsiteX114" fmla="*/ 604742 w 1202436"/>
                <a:gd name="connsiteY114" fmla="*/ 2477 h 120586"/>
                <a:gd name="connsiteX115" fmla="*/ 591693 w 1202436"/>
                <a:gd name="connsiteY115" fmla="*/ 2477 h 120586"/>
                <a:gd name="connsiteX116" fmla="*/ 591693 w 1202436"/>
                <a:gd name="connsiteY116" fmla="*/ 119634 h 120586"/>
                <a:gd name="connsiteX117" fmla="*/ 515303 w 1202436"/>
                <a:gd name="connsiteY117" fmla="*/ 35147 h 120586"/>
                <a:gd name="connsiteX118" fmla="*/ 502253 w 1202436"/>
                <a:gd name="connsiteY118" fmla="*/ 35147 h 120586"/>
                <a:gd name="connsiteX119" fmla="*/ 502253 w 1202436"/>
                <a:gd name="connsiteY119" fmla="*/ 119634 h 120586"/>
                <a:gd name="connsiteX120" fmla="*/ 515303 w 1202436"/>
                <a:gd name="connsiteY120" fmla="*/ 119634 h 120586"/>
                <a:gd name="connsiteX121" fmla="*/ 515303 w 1202436"/>
                <a:gd name="connsiteY121" fmla="*/ 73438 h 120586"/>
                <a:gd name="connsiteX122" fmla="*/ 538639 w 1202436"/>
                <a:gd name="connsiteY122" fmla="*/ 45720 h 120586"/>
                <a:gd name="connsiteX123" fmla="*/ 555784 w 1202436"/>
                <a:gd name="connsiteY123" fmla="*/ 64865 h 120586"/>
                <a:gd name="connsiteX124" fmla="*/ 555784 w 1202436"/>
                <a:gd name="connsiteY124" fmla="*/ 119539 h 120586"/>
                <a:gd name="connsiteX125" fmla="*/ 568928 w 1202436"/>
                <a:gd name="connsiteY125" fmla="*/ 119539 h 120586"/>
                <a:gd name="connsiteX126" fmla="*/ 568928 w 1202436"/>
                <a:gd name="connsiteY126" fmla="*/ 61341 h 120586"/>
                <a:gd name="connsiteX127" fmla="*/ 541877 w 1202436"/>
                <a:gd name="connsiteY127" fmla="*/ 33814 h 120586"/>
                <a:gd name="connsiteX128" fmla="*/ 515207 w 1202436"/>
                <a:gd name="connsiteY128" fmla="*/ 49625 h 120586"/>
                <a:gd name="connsiteX129" fmla="*/ 515207 w 1202436"/>
                <a:gd name="connsiteY129" fmla="*/ 34957 h 120586"/>
                <a:gd name="connsiteX130" fmla="*/ 422815 w 1202436"/>
                <a:gd name="connsiteY130" fmla="*/ 52864 h 120586"/>
                <a:gd name="connsiteX131" fmla="*/ 446818 w 1202436"/>
                <a:gd name="connsiteY131" fmla="*/ 45720 h 120586"/>
                <a:gd name="connsiteX132" fmla="*/ 466535 w 1202436"/>
                <a:gd name="connsiteY132" fmla="*/ 65913 h 120586"/>
                <a:gd name="connsiteX133" fmla="*/ 466535 w 1202436"/>
                <a:gd name="connsiteY133" fmla="*/ 70199 h 120586"/>
                <a:gd name="connsiteX134" fmla="*/ 451199 w 1202436"/>
                <a:gd name="connsiteY134" fmla="*/ 70199 h 120586"/>
                <a:gd name="connsiteX135" fmla="*/ 416719 w 1202436"/>
                <a:gd name="connsiteY135" fmla="*/ 95917 h 120586"/>
                <a:gd name="connsiteX136" fmla="*/ 443103 w 1202436"/>
                <a:gd name="connsiteY136" fmla="*/ 120587 h 120586"/>
                <a:gd name="connsiteX137" fmla="*/ 466820 w 1202436"/>
                <a:gd name="connsiteY137" fmla="*/ 109728 h 120586"/>
                <a:gd name="connsiteX138" fmla="*/ 466820 w 1202436"/>
                <a:gd name="connsiteY138" fmla="*/ 119729 h 120586"/>
                <a:gd name="connsiteX139" fmla="*/ 479870 w 1202436"/>
                <a:gd name="connsiteY139" fmla="*/ 119729 h 120586"/>
                <a:gd name="connsiteX140" fmla="*/ 479870 w 1202436"/>
                <a:gd name="connsiteY140" fmla="*/ 66199 h 120586"/>
                <a:gd name="connsiteX141" fmla="*/ 448056 w 1202436"/>
                <a:gd name="connsiteY141" fmla="*/ 33814 h 120586"/>
                <a:gd name="connsiteX142" fmla="*/ 423005 w 1202436"/>
                <a:gd name="connsiteY142" fmla="*/ 39624 h 120586"/>
                <a:gd name="connsiteX143" fmla="*/ 423005 w 1202436"/>
                <a:gd name="connsiteY143" fmla="*/ 52769 h 120586"/>
                <a:gd name="connsiteX144" fmla="*/ 466535 w 1202436"/>
                <a:gd name="connsiteY144" fmla="*/ 80677 h 120586"/>
                <a:gd name="connsiteX145" fmla="*/ 466535 w 1202436"/>
                <a:gd name="connsiteY145" fmla="*/ 91535 h 120586"/>
                <a:gd name="connsiteX146" fmla="*/ 446818 w 1202436"/>
                <a:gd name="connsiteY146" fmla="*/ 109538 h 120586"/>
                <a:gd name="connsiteX147" fmla="*/ 430435 w 1202436"/>
                <a:gd name="connsiteY147" fmla="*/ 95345 h 120586"/>
                <a:gd name="connsiteX148" fmla="*/ 451771 w 1202436"/>
                <a:gd name="connsiteY148" fmla="*/ 80677 h 120586"/>
                <a:gd name="connsiteX149" fmla="*/ 466439 w 1202436"/>
                <a:gd name="connsiteY149" fmla="*/ 80677 h 120586"/>
                <a:gd name="connsiteX150" fmla="*/ 380810 w 1202436"/>
                <a:gd name="connsiteY150" fmla="*/ 35147 h 120586"/>
                <a:gd name="connsiteX151" fmla="*/ 367760 w 1202436"/>
                <a:gd name="connsiteY151" fmla="*/ 35147 h 120586"/>
                <a:gd name="connsiteX152" fmla="*/ 367570 w 1202436"/>
                <a:gd name="connsiteY152" fmla="*/ 119634 h 120586"/>
                <a:gd name="connsiteX153" fmla="*/ 380714 w 1202436"/>
                <a:gd name="connsiteY153" fmla="*/ 119634 h 120586"/>
                <a:gd name="connsiteX154" fmla="*/ 380714 w 1202436"/>
                <a:gd name="connsiteY154" fmla="*/ 73438 h 120586"/>
                <a:gd name="connsiteX155" fmla="*/ 401193 w 1202436"/>
                <a:gd name="connsiteY155" fmla="*/ 46387 h 120586"/>
                <a:gd name="connsiteX156" fmla="*/ 408337 w 1202436"/>
                <a:gd name="connsiteY156" fmla="*/ 47530 h 120586"/>
                <a:gd name="connsiteX157" fmla="*/ 408337 w 1202436"/>
                <a:gd name="connsiteY157" fmla="*/ 34576 h 120586"/>
                <a:gd name="connsiteX158" fmla="*/ 403670 w 1202436"/>
                <a:gd name="connsiteY158" fmla="*/ 34290 h 120586"/>
                <a:gd name="connsiteX159" fmla="*/ 380619 w 1202436"/>
                <a:gd name="connsiteY159" fmla="*/ 49911 h 120586"/>
                <a:gd name="connsiteX160" fmla="*/ 380619 w 1202436"/>
                <a:gd name="connsiteY160" fmla="*/ 35052 h 120586"/>
                <a:gd name="connsiteX161" fmla="*/ 307086 w 1202436"/>
                <a:gd name="connsiteY161" fmla="*/ 64199 h 120586"/>
                <a:gd name="connsiteX162" fmla="*/ 349948 w 1202436"/>
                <a:gd name="connsiteY162" fmla="*/ 7334 h 120586"/>
                <a:gd name="connsiteX163" fmla="*/ 333280 w 1202436"/>
                <a:gd name="connsiteY163" fmla="*/ 7334 h 120586"/>
                <a:gd name="connsiteX164" fmla="*/ 290417 w 1202436"/>
                <a:gd name="connsiteY164" fmla="*/ 64199 h 120586"/>
                <a:gd name="connsiteX165" fmla="*/ 334804 w 1202436"/>
                <a:gd name="connsiteY165" fmla="*/ 119729 h 120586"/>
                <a:gd name="connsiteX166" fmla="*/ 352330 w 1202436"/>
                <a:gd name="connsiteY166" fmla="*/ 119729 h 120586"/>
                <a:gd name="connsiteX167" fmla="*/ 307181 w 1202436"/>
                <a:gd name="connsiteY167" fmla="*/ 64199 h 120586"/>
                <a:gd name="connsiteX168" fmla="*/ 274225 w 1202436"/>
                <a:gd name="connsiteY168" fmla="*/ 119729 h 120586"/>
                <a:gd name="connsiteX169" fmla="*/ 287750 w 1202436"/>
                <a:gd name="connsiteY169" fmla="*/ 119729 h 120586"/>
                <a:gd name="connsiteX170" fmla="*/ 287750 w 1202436"/>
                <a:gd name="connsiteY170" fmla="*/ 7334 h 120586"/>
                <a:gd name="connsiteX171" fmla="*/ 274225 w 1202436"/>
                <a:gd name="connsiteY171" fmla="*/ 7334 h 120586"/>
                <a:gd name="connsiteX172" fmla="*/ 274225 w 1202436"/>
                <a:gd name="connsiteY172" fmla="*/ 119729 h 120586"/>
                <a:gd name="connsiteX173" fmla="*/ 207550 w 1202436"/>
                <a:gd name="connsiteY173" fmla="*/ 103061 h 120586"/>
                <a:gd name="connsiteX174" fmla="*/ 184880 w 1202436"/>
                <a:gd name="connsiteY174" fmla="*/ 108871 h 120586"/>
                <a:gd name="connsiteX175" fmla="*/ 154400 w 1202436"/>
                <a:gd name="connsiteY175" fmla="*/ 83058 h 120586"/>
                <a:gd name="connsiteX176" fmla="*/ 212122 w 1202436"/>
                <a:gd name="connsiteY176" fmla="*/ 83058 h 120586"/>
                <a:gd name="connsiteX177" fmla="*/ 212979 w 1202436"/>
                <a:gd name="connsiteY177" fmla="*/ 73247 h 120586"/>
                <a:gd name="connsiteX178" fmla="*/ 178499 w 1202436"/>
                <a:gd name="connsiteY178" fmla="*/ 34195 h 120586"/>
                <a:gd name="connsiteX179" fmla="*/ 140970 w 1202436"/>
                <a:gd name="connsiteY179" fmla="*/ 77724 h 120586"/>
                <a:gd name="connsiteX180" fmla="*/ 183642 w 1202436"/>
                <a:gd name="connsiteY180" fmla="*/ 120587 h 120586"/>
                <a:gd name="connsiteX181" fmla="*/ 207645 w 1202436"/>
                <a:gd name="connsiteY181" fmla="*/ 115443 h 120586"/>
                <a:gd name="connsiteX182" fmla="*/ 207645 w 1202436"/>
                <a:gd name="connsiteY182" fmla="*/ 103061 h 120586"/>
                <a:gd name="connsiteX183" fmla="*/ 199739 w 1202436"/>
                <a:gd name="connsiteY183" fmla="*/ 72009 h 120586"/>
                <a:gd name="connsiteX184" fmla="*/ 154400 w 1202436"/>
                <a:gd name="connsiteY184" fmla="*/ 72009 h 120586"/>
                <a:gd name="connsiteX185" fmla="*/ 178403 w 1202436"/>
                <a:gd name="connsiteY185" fmla="*/ 45625 h 120586"/>
                <a:gd name="connsiteX186" fmla="*/ 199739 w 1202436"/>
                <a:gd name="connsiteY186" fmla="*/ 68675 h 120586"/>
                <a:gd name="connsiteX187" fmla="*/ 199739 w 1202436"/>
                <a:gd name="connsiteY187" fmla="*/ 72009 h 120586"/>
                <a:gd name="connsiteX188" fmla="*/ 107442 w 1202436"/>
                <a:gd name="connsiteY188" fmla="*/ 8668 h 120586"/>
                <a:gd name="connsiteX189" fmla="*/ 115919 w 1202436"/>
                <a:gd name="connsiteY189" fmla="*/ 17145 h 120586"/>
                <a:gd name="connsiteX190" fmla="*/ 124587 w 1202436"/>
                <a:gd name="connsiteY190" fmla="*/ 8668 h 120586"/>
                <a:gd name="connsiteX191" fmla="*/ 115919 w 1202436"/>
                <a:gd name="connsiteY191" fmla="*/ 0 h 120586"/>
                <a:gd name="connsiteX192" fmla="*/ 107442 w 1202436"/>
                <a:gd name="connsiteY192" fmla="*/ 8668 h 120586"/>
                <a:gd name="connsiteX193" fmla="*/ 109442 w 1202436"/>
                <a:gd name="connsiteY193" fmla="*/ 119729 h 120586"/>
                <a:gd name="connsiteX194" fmla="*/ 122587 w 1202436"/>
                <a:gd name="connsiteY194" fmla="*/ 119729 h 120586"/>
                <a:gd name="connsiteX195" fmla="*/ 122587 w 1202436"/>
                <a:gd name="connsiteY195" fmla="*/ 35243 h 120586"/>
                <a:gd name="connsiteX196" fmla="*/ 109442 w 1202436"/>
                <a:gd name="connsiteY196" fmla="*/ 35243 h 120586"/>
                <a:gd name="connsiteX197" fmla="*/ 109442 w 1202436"/>
                <a:gd name="connsiteY197" fmla="*/ 119729 h 120586"/>
                <a:gd name="connsiteX198" fmla="*/ 0 w 1202436"/>
                <a:gd name="connsiteY198" fmla="*/ 7334 h 120586"/>
                <a:gd name="connsiteX199" fmla="*/ 0 w 1202436"/>
                <a:gd name="connsiteY199" fmla="*/ 119729 h 120586"/>
                <a:gd name="connsiteX200" fmla="*/ 34004 w 1202436"/>
                <a:gd name="connsiteY200" fmla="*/ 119729 h 120586"/>
                <a:gd name="connsiteX201" fmla="*/ 90011 w 1202436"/>
                <a:gd name="connsiteY201" fmla="*/ 62675 h 120586"/>
                <a:gd name="connsiteX202" fmla="*/ 33338 w 1202436"/>
                <a:gd name="connsiteY202" fmla="*/ 7334 h 120586"/>
                <a:gd name="connsiteX203" fmla="*/ 0 w 1202436"/>
                <a:gd name="connsiteY203" fmla="*/ 7334 h 120586"/>
                <a:gd name="connsiteX204" fmla="*/ 13716 w 1202436"/>
                <a:gd name="connsiteY204" fmla="*/ 107823 h 120586"/>
                <a:gd name="connsiteX205" fmla="*/ 13716 w 1202436"/>
                <a:gd name="connsiteY205" fmla="*/ 19336 h 120586"/>
                <a:gd name="connsiteX206" fmla="*/ 33242 w 1202436"/>
                <a:gd name="connsiteY206" fmla="*/ 19336 h 120586"/>
                <a:gd name="connsiteX207" fmla="*/ 76105 w 1202436"/>
                <a:gd name="connsiteY207" fmla="*/ 62675 h 120586"/>
                <a:gd name="connsiteX208" fmla="*/ 33909 w 1202436"/>
                <a:gd name="connsiteY208" fmla="*/ 107823 h 120586"/>
                <a:gd name="connsiteX209" fmla="*/ 13716 w 1202436"/>
                <a:gd name="connsiteY209" fmla="*/ 107823 h 120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</a:cxnLst>
              <a:rect l="l" t="t" r="r" b="b"/>
              <a:pathLst>
                <a:path w="1202436" h="120586">
                  <a:moveTo>
                    <a:pt x="1197007" y="102965"/>
                  </a:moveTo>
                  <a:cubicBezTo>
                    <a:pt x="1191197" y="106966"/>
                    <a:pt x="1181862" y="108776"/>
                    <a:pt x="1174337" y="108776"/>
                  </a:cubicBezTo>
                  <a:cubicBezTo>
                    <a:pt x="1157288" y="108776"/>
                    <a:pt x="1145858" y="99917"/>
                    <a:pt x="1143857" y="82963"/>
                  </a:cubicBezTo>
                  <a:lnTo>
                    <a:pt x="1201579" y="82963"/>
                  </a:lnTo>
                  <a:cubicBezTo>
                    <a:pt x="1202055" y="80296"/>
                    <a:pt x="1202436" y="75248"/>
                    <a:pt x="1202436" y="73152"/>
                  </a:cubicBezTo>
                  <a:cubicBezTo>
                    <a:pt x="1202436" y="47625"/>
                    <a:pt x="1188434" y="34100"/>
                    <a:pt x="1167956" y="34100"/>
                  </a:cubicBezTo>
                  <a:cubicBezTo>
                    <a:pt x="1147477" y="34100"/>
                    <a:pt x="1130427" y="50102"/>
                    <a:pt x="1130427" y="77629"/>
                  </a:cubicBezTo>
                  <a:cubicBezTo>
                    <a:pt x="1130427" y="103346"/>
                    <a:pt x="1147477" y="120491"/>
                    <a:pt x="1173099" y="120491"/>
                  </a:cubicBezTo>
                  <a:cubicBezTo>
                    <a:pt x="1180624" y="120491"/>
                    <a:pt x="1190816" y="118681"/>
                    <a:pt x="1197102" y="115348"/>
                  </a:cubicBezTo>
                  <a:lnTo>
                    <a:pt x="1197102" y="102965"/>
                  </a:lnTo>
                  <a:close/>
                  <a:moveTo>
                    <a:pt x="1189196" y="71914"/>
                  </a:moveTo>
                  <a:lnTo>
                    <a:pt x="1143857" y="71914"/>
                  </a:lnTo>
                  <a:cubicBezTo>
                    <a:pt x="1145477" y="54388"/>
                    <a:pt x="1155668" y="45530"/>
                    <a:pt x="1167860" y="45530"/>
                  </a:cubicBezTo>
                  <a:cubicBezTo>
                    <a:pt x="1181195" y="45530"/>
                    <a:pt x="1189196" y="54483"/>
                    <a:pt x="1189196" y="68580"/>
                  </a:cubicBezTo>
                  <a:lnTo>
                    <a:pt x="1189196" y="71914"/>
                  </a:lnTo>
                  <a:close/>
                  <a:moveTo>
                    <a:pt x="1113282" y="37909"/>
                  </a:moveTo>
                  <a:cubicBezTo>
                    <a:pt x="1109282" y="36100"/>
                    <a:pt x="1101757" y="34290"/>
                    <a:pt x="1092137" y="34290"/>
                  </a:cubicBezTo>
                  <a:cubicBezTo>
                    <a:pt x="1076801" y="34290"/>
                    <a:pt x="1064419" y="42767"/>
                    <a:pt x="1064419" y="57245"/>
                  </a:cubicBezTo>
                  <a:cubicBezTo>
                    <a:pt x="1064419" y="71723"/>
                    <a:pt x="1075277" y="77248"/>
                    <a:pt x="1085469" y="81248"/>
                  </a:cubicBezTo>
                  <a:cubicBezTo>
                    <a:pt x="1096994" y="85916"/>
                    <a:pt x="1104614" y="89440"/>
                    <a:pt x="1104614" y="98107"/>
                  </a:cubicBezTo>
                  <a:cubicBezTo>
                    <a:pt x="1104614" y="104584"/>
                    <a:pt x="1099661" y="109252"/>
                    <a:pt x="1088898" y="109252"/>
                  </a:cubicBezTo>
                  <a:cubicBezTo>
                    <a:pt x="1080707" y="109252"/>
                    <a:pt x="1071848" y="106775"/>
                    <a:pt x="1064895" y="102584"/>
                  </a:cubicBezTo>
                  <a:lnTo>
                    <a:pt x="1064895" y="115443"/>
                  </a:lnTo>
                  <a:cubicBezTo>
                    <a:pt x="1070039" y="118301"/>
                    <a:pt x="1079564" y="120587"/>
                    <a:pt x="1089755" y="120587"/>
                  </a:cubicBezTo>
                  <a:cubicBezTo>
                    <a:pt x="1107281" y="120587"/>
                    <a:pt x="1118140" y="111633"/>
                    <a:pt x="1118140" y="97060"/>
                  </a:cubicBezTo>
                  <a:cubicBezTo>
                    <a:pt x="1118140" y="83344"/>
                    <a:pt x="1107281" y="77248"/>
                    <a:pt x="1095470" y="72390"/>
                  </a:cubicBezTo>
                  <a:cubicBezTo>
                    <a:pt x="1086326" y="68390"/>
                    <a:pt x="1077754" y="65246"/>
                    <a:pt x="1077754" y="56674"/>
                  </a:cubicBezTo>
                  <a:cubicBezTo>
                    <a:pt x="1077754" y="50387"/>
                    <a:pt x="1083278" y="45720"/>
                    <a:pt x="1092232" y="45720"/>
                  </a:cubicBezTo>
                  <a:cubicBezTo>
                    <a:pt x="1100423" y="45720"/>
                    <a:pt x="1108615" y="47530"/>
                    <a:pt x="1113282" y="50387"/>
                  </a:cubicBezTo>
                  <a:lnTo>
                    <a:pt x="1113282" y="37909"/>
                  </a:lnTo>
                  <a:close/>
                  <a:moveTo>
                    <a:pt x="1045750" y="37909"/>
                  </a:moveTo>
                  <a:cubicBezTo>
                    <a:pt x="1041749" y="36100"/>
                    <a:pt x="1034225" y="34290"/>
                    <a:pt x="1024604" y="34290"/>
                  </a:cubicBezTo>
                  <a:cubicBezTo>
                    <a:pt x="1009269" y="34290"/>
                    <a:pt x="996887" y="42767"/>
                    <a:pt x="996887" y="57245"/>
                  </a:cubicBezTo>
                  <a:cubicBezTo>
                    <a:pt x="996887" y="71723"/>
                    <a:pt x="1007745" y="77248"/>
                    <a:pt x="1017937" y="81248"/>
                  </a:cubicBezTo>
                  <a:cubicBezTo>
                    <a:pt x="1029462" y="85916"/>
                    <a:pt x="1037082" y="89440"/>
                    <a:pt x="1037082" y="98107"/>
                  </a:cubicBezTo>
                  <a:cubicBezTo>
                    <a:pt x="1037082" y="104584"/>
                    <a:pt x="1032034" y="109252"/>
                    <a:pt x="1021366" y="109252"/>
                  </a:cubicBezTo>
                  <a:cubicBezTo>
                    <a:pt x="1013174" y="109252"/>
                    <a:pt x="1004316" y="106775"/>
                    <a:pt x="997363" y="102584"/>
                  </a:cubicBezTo>
                  <a:lnTo>
                    <a:pt x="997363" y="115443"/>
                  </a:lnTo>
                  <a:cubicBezTo>
                    <a:pt x="1002506" y="118301"/>
                    <a:pt x="1012031" y="120587"/>
                    <a:pt x="1022223" y="120587"/>
                  </a:cubicBezTo>
                  <a:cubicBezTo>
                    <a:pt x="1039749" y="120587"/>
                    <a:pt x="1050608" y="111633"/>
                    <a:pt x="1050608" y="97060"/>
                  </a:cubicBezTo>
                  <a:cubicBezTo>
                    <a:pt x="1050608" y="83344"/>
                    <a:pt x="1039749" y="77248"/>
                    <a:pt x="1027938" y="72390"/>
                  </a:cubicBezTo>
                  <a:cubicBezTo>
                    <a:pt x="1018794" y="68390"/>
                    <a:pt x="1010222" y="65246"/>
                    <a:pt x="1010222" y="56674"/>
                  </a:cubicBezTo>
                  <a:cubicBezTo>
                    <a:pt x="1010222" y="50387"/>
                    <a:pt x="1015746" y="45720"/>
                    <a:pt x="1024700" y="45720"/>
                  </a:cubicBezTo>
                  <a:cubicBezTo>
                    <a:pt x="1032891" y="45720"/>
                    <a:pt x="1041083" y="47530"/>
                    <a:pt x="1045750" y="50387"/>
                  </a:cubicBezTo>
                  <a:lnTo>
                    <a:pt x="1045750" y="37909"/>
                  </a:lnTo>
                  <a:close/>
                  <a:moveTo>
                    <a:pt x="921068" y="52769"/>
                  </a:moveTo>
                  <a:cubicBezTo>
                    <a:pt x="927449" y="48482"/>
                    <a:pt x="936879" y="45625"/>
                    <a:pt x="945071" y="45625"/>
                  </a:cubicBezTo>
                  <a:cubicBezTo>
                    <a:pt x="959930" y="45625"/>
                    <a:pt x="964787" y="53150"/>
                    <a:pt x="964787" y="65818"/>
                  </a:cubicBezTo>
                  <a:lnTo>
                    <a:pt x="964787" y="70104"/>
                  </a:lnTo>
                  <a:lnTo>
                    <a:pt x="949452" y="70104"/>
                  </a:lnTo>
                  <a:cubicBezTo>
                    <a:pt x="928307" y="70104"/>
                    <a:pt x="914972" y="79439"/>
                    <a:pt x="914972" y="95822"/>
                  </a:cubicBezTo>
                  <a:cubicBezTo>
                    <a:pt x="914972" y="110014"/>
                    <a:pt x="925449" y="120491"/>
                    <a:pt x="941356" y="120491"/>
                  </a:cubicBezTo>
                  <a:cubicBezTo>
                    <a:pt x="955358" y="120491"/>
                    <a:pt x="962216" y="114300"/>
                    <a:pt x="965073" y="109633"/>
                  </a:cubicBezTo>
                  <a:lnTo>
                    <a:pt x="965073" y="119634"/>
                  </a:lnTo>
                  <a:lnTo>
                    <a:pt x="978122" y="119634"/>
                  </a:lnTo>
                  <a:lnTo>
                    <a:pt x="978122" y="66104"/>
                  </a:lnTo>
                  <a:cubicBezTo>
                    <a:pt x="978122" y="45434"/>
                    <a:pt x="968788" y="33719"/>
                    <a:pt x="946309" y="33719"/>
                  </a:cubicBezTo>
                  <a:cubicBezTo>
                    <a:pt x="936784" y="33719"/>
                    <a:pt x="926973" y="36005"/>
                    <a:pt x="921258" y="39529"/>
                  </a:cubicBezTo>
                  <a:lnTo>
                    <a:pt x="921258" y="52673"/>
                  </a:lnTo>
                  <a:close/>
                  <a:moveTo>
                    <a:pt x="964787" y="80581"/>
                  </a:moveTo>
                  <a:lnTo>
                    <a:pt x="964787" y="91440"/>
                  </a:lnTo>
                  <a:cubicBezTo>
                    <a:pt x="964787" y="101822"/>
                    <a:pt x="957263" y="109442"/>
                    <a:pt x="945071" y="109442"/>
                  </a:cubicBezTo>
                  <a:cubicBezTo>
                    <a:pt x="934022" y="109442"/>
                    <a:pt x="928688" y="103442"/>
                    <a:pt x="928688" y="95250"/>
                  </a:cubicBezTo>
                  <a:cubicBezTo>
                    <a:pt x="928688" y="87058"/>
                    <a:pt x="934879" y="80581"/>
                    <a:pt x="950024" y="80581"/>
                  </a:cubicBezTo>
                  <a:lnTo>
                    <a:pt x="964692" y="80581"/>
                  </a:lnTo>
                  <a:close/>
                  <a:moveTo>
                    <a:pt x="872680" y="75248"/>
                  </a:moveTo>
                  <a:lnTo>
                    <a:pt x="906018" y="35052"/>
                  </a:lnTo>
                  <a:lnTo>
                    <a:pt x="890397" y="35052"/>
                  </a:lnTo>
                  <a:lnTo>
                    <a:pt x="857250" y="75248"/>
                  </a:lnTo>
                  <a:lnTo>
                    <a:pt x="891254" y="119634"/>
                  </a:lnTo>
                  <a:lnTo>
                    <a:pt x="907066" y="119634"/>
                  </a:lnTo>
                  <a:lnTo>
                    <a:pt x="872680" y="75248"/>
                  </a:lnTo>
                  <a:close/>
                  <a:moveTo>
                    <a:pt x="842486" y="119634"/>
                  </a:moveTo>
                  <a:lnTo>
                    <a:pt x="855536" y="119634"/>
                  </a:lnTo>
                  <a:lnTo>
                    <a:pt x="855536" y="2477"/>
                  </a:lnTo>
                  <a:lnTo>
                    <a:pt x="842486" y="2477"/>
                  </a:lnTo>
                  <a:lnTo>
                    <a:pt x="842486" y="119634"/>
                  </a:lnTo>
                  <a:close/>
                  <a:moveTo>
                    <a:pt x="766096" y="35147"/>
                  </a:moveTo>
                  <a:lnTo>
                    <a:pt x="753142" y="35147"/>
                  </a:lnTo>
                  <a:lnTo>
                    <a:pt x="753142" y="119634"/>
                  </a:lnTo>
                  <a:lnTo>
                    <a:pt x="766096" y="119634"/>
                  </a:lnTo>
                  <a:lnTo>
                    <a:pt x="766096" y="73438"/>
                  </a:lnTo>
                  <a:cubicBezTo>
                    <a:pt x="766096" y="55245"/>
                    <a:pt x="777621" y="45720"/>
                    <a:pt x="789432" y="45720"/>
                  </a:cubicBezTo>
                  <a:cubicBezTo>
                    <a:pt x="799243" y="45720"/>
                    <a:pt x="806577" y="52006"/>
                    <a:pt x="806577" y="64865"/>
                  </a:cubicBezTo>
                  <a:lnTo>
                    <a:pt x="806577" y="119539"/>
                  </a:lnTo>
                  <a:lnTo>
                    <a:pt x="819722" y="119539"/>
                  </a:lnTo>
                  <a:lnTo>
                    <a:pt x="819722" y="61341"/>
                  </a:lnTo>
                  <a:cubicBezTo>
                    <a:pt x="819722" y="44672"/>
                    <a:pt x="809244" y="33814"/>
                    <a:pt x="792671" y="33814"/>
                  </a:cubicBezTo>
                  <a:cubicBezTo>
                    <a:pt x="780479" y="33814"/>
                    <a:pt x="770954" y="39148"/>
                    <a:pt x="766001" y="49625"/>
                  </a:cubicBezTo>
                  <a:lnTo>
                    <a:pt x="766001" y="34957"/>
                  </a:lnTo>
                  <a:close/>
                  <a:moveTo>
                    <a:pt x="728472" y="102965"/>
                  </a:moveTo>
                  <a:cubicBezTo>
                    <a:pt x="722662" y="106966"/>
                    <a:pt x="713327" y="108776"/>
                    <a:pt x="705803" y="108776"/>
                  </a:cubicBezTo>
                  <a:cubicBezTo>
                    <a:pt x="688753" y="108776"/>
                    <a:pt x="677323" y="99917"/>
                    <a:pt x="675323" y="82963"/>
                  </a:cubicBezTo>
                  <a:lnTo>
                    <a:pt x="733044" y="82963"/>
                  </a:lnTo>
                  <a:cubicBezTo>
                    <a:pt x="733520" y="80296"/>
                    <a:pt x="733901" y="75248"/>
                    <a:pt x="733901" y="73152"/>
                  </a:cubicBezTo>
                  <a:cubicBezTo>
                    <a:pt x="733901" y="47625"/>
                    <a:pt x="719900" y="34100"/>
                    <a:pt x="699421" y="34100"/>
                  </a:cubicBezTo>
                  <a:cubicBezTo>
                    <a:pt x="677894" y="34100"/>
                    <a:pt x="661892" y="50102"/>
                    <a:pt x="661892" y="77629"/>
                  </a:cubicBezTo>
                  <a:cubicBezTo>
                    <a:pt x="661892" y="103346"/>
                    <a:pt x="678942" y="120491"/>
                    <a:pt x="704564" y="120491"/>
                  </a:cubicBezTo>
                  <a:cubicBezTo>
                    <a:pt x="712089" y="120491"/>
                    <a:pt x="722281" y="118681"/>
                    <a:pt x="728567" y="115348"/>
                  </a:cubicBezTo>
                  <a:lnTo>
                    <a:pt x="728567" y="102965"/>
                  </a:lnTo>
                  <a:close/>
                  <a:moveTo>
                    <a:pt x="720662" y="71914"/>
                  </a:moveTo>
                  <a:lnTo>
                    <a:pt x="675323" y="71914"/>
                  </a:lnTo>
                  <a:cubicBezTo>
                    <a:pt x="676942" y="54388"/>
                    <a:pt x="687134" y="45530"/>
                    <a:pt x="699326" y="45530"/>
                  </a:cubicBezTo>
                  <a:cubicBezTo>
                    <a:pt x="712661" y="45530"/>
                    <a:pt x="720662" y="54483"/>
                    <a:pt x="720662" y="68580"/>
                  </a:cubicBezTo>
                  <a:lnTo>
                    <a:pt x="720662" y="71914"/>
                  </a:lnTo>
                  <a:close/>
                  <a:moveTo>
                    <a:pt x="621887" y="75248"/>
                  </a:moveTo>
                  <a:lnTo>
                    <a:pt x="655225" y="35052"/>
                  </a:lnTo>
                  <a:lnTo>
                    <a:pt x="639509" y="35052"/>
                  </a:lnTo>
                  <a:lnTo>
                    <a:pt x="606362" y="75248"/>
                  </a:lnTo>
                  <a:lnTo>
                    <a:pt x="640366" y="119634"/>
                  </a:lnTo>
                  <a:lnTo>
                    <a:pt x="656177" y="119634"/>
                  </a:lnTo>
                  <a:lnTo>
                    <a:pt x="621792" y="75248"/>
                  </a:lnTo>
                  <a:close/>
                  <a:moveTo>
                    <a:pt x="591693" y="119634"/>
                  </a:moveTo>
                  <a:lnTo>
                    <a:pt x="604742" y="119634"/>
                  </a:lnTo>
                  <a:lnTo>
                    <a:pt x="604742" y="2477"/>
                  </a:lnTo>
                  <a:lnTo>
                    <a:pt x="591693" y="2477"/>
                  </a:lnTo>
                  <a:lnTo>
                    <a:pt x="591693" y="119634"/>
                  </a:lnTo>
                  <a:close/>
                  <a:moveTo>
                    <a:pt x="515303" y="35147"/>
                  </a:moveTo>
                  <a:lnTo>
                    <a:pt x="502253" y="35147"/>
                  </a:lnTo>
                  <a:lnTo>
                    <a:pt x="502253" y="119634"/>
                  </a:lnTo>
                  <a:lnTo>
                    <a:pt x="515303" y="119634"/>
                  </a:lnTo>
                  <a:lnTo>
                    <a:pt x="515303" y="73438"/>
                  </a:lnTo>
                  <a:cubicBezTo>
                    <a:pt x="515303" y="55245"/>
                    <a:pt x="526828" y="45720"/>
                    <a:pt x="538639" y="45720"/>
                  </a:cubicBezTo>
                  <a:cubicBezTo>
                    <a:pt x="548450" y="45720"/>
                    <a:pt x="555784" y="52006"/>
                    <a:pt x="555784" y="64865"/>
                  </a:cubicBezTo>
                  <a:lnTo>
                    <a:pt x="555784" y="119539"/>
                  </a:lnTo>
                  <a:lnTo>
                    <a:pt x="568928" y="119539"/>
                  </a:lnTo>
                  <a:lnTo>
                    <a:pt x="568928" y="61341"/>
                  </a:lnTo>
                  <a:cubicBezTo>
                    <a:pt x="568928" y="44672"/>
                    <a:pt x="558451" y="33814"/>
                    <a:pt x="541877" y="33814"/>
                  </a:cubicBezTo>
                  <a:cubicBezTo>
                    <a:pt x="529685" y="33814"/>
                    <a:pt x="520160" y="39148"/>
                    <a:pt x="515207" y="49625"/>
                  </a:cubicBezTo>
                  <a:lnTo>
                    <a:pt x="515207" y="34957"/>
                  </a:lnTo>
                  <a:close/>
                  <a:moveTo>
                    <a:pt x="422815" y="52864"/>
                  </a:moveTo>
                  <a:cubicBezTo>
                    <a:pt x="429196" y="48578"/>
                    <a:pt x="438626" y="45720"/>
                    <a:pt x="446818" y="45720"/>
                  </a:cubicBezTo>
                  <a:cubicBezTo>
                    <a:pt x="461677" y="45720"/>
                    <a:pt x="466535" y="53245"/>
                    <a:pt x="466535" y="65913"/>
                  </a:cubicBezTo>
                  <a:lnTo>
                    <a:pt x="466535" y="70199"/>
                  </a:lnTo>
                  <a:lnTo>
                    <a:pt x="451199" y="70199"/>
                  </a:lnTo>
                  <a:cubicBezTo>
                    <a:pt x="430054" y="70199"/>
                    <a:pt x="416719" y="79534"/>
                    <a:pt x="416719" y="95917"/>
                  </a:cubicBezTo>
                  <a:cubicBezTo>
                    <a:pt x="416719" y="110109"/>
                    <a:pt x="427196" y="120587"/>
                    <a:pt x="443103" y="120587"/>
                  </a:cubicBezTo>
                  <a:cubicBezTo>
                    <a:pt x="457105" y="120587"/>
                    <a:pt x="463963" y="114395"/>
                    <a:pt x="466820" y="109728"/>
                  </a:cubicBezTo>
                  <a:lnTo>
                    <a:pt x="466820" y="119729"/>
                  </a:lnTo>
                  <a:lnTo>
                    <a:pt x="479870" y="119729"/>
                  </a:lnTo>
                  <a:lnTo>
                    <a:pt x="479870" y="66199"/>
                  </a:lnTo>
                  <a:cubicBezTo>
                    <a:pt x="479870" y="45530"/>
                    <a:pt x="470535" y="33814"/>
                    <a:pt x="448056" y="33814"/>
                  </a:cubicBezTo>
                  <a:cubicBezTo>
                    <a:pt x="438531" y="33814"/>
                    <a:pt x="428720" y="36100"/>
                    <a:pt x="423005" y="39624"/>
                  </a:cubicBezTo>
                  <a:lnTo>
                    <a:pt x="423005" y="52769"/>
                  </a:lnTo>
                  <a:close/>
                  <a:moveTo>
                    <a:pt x="466535" y="80677"/>
                  </a:moveTo>
                  <a:lnTo>
                    <a:pt x="466535" y="91535"/>
                  </a:lnTo>
                  <a:cubicBezTo>
                    <a:pt x="466535" y="101918"/>
                    <a:pt x="459010" y="109538"/>
                    <a:pt x="446818" y="109538"/>
                  </a:cubicBezTo>
                  <a:cubicBezTo>
                    <a:pt x="435769" y="109538"/>
                    <a:pt x="430435" y="103537"/>
                    <a:pt x="430435" y="95345"/>
                  </a:cubicBezTo>
                  <a:cubicBezTo>
                    <a:pt x="430435" y="87154"/>
                    <a:pt x="436626" y="80677"/>
                    <a:pt x="451771" y="80677"/>
                  </a:cubicBezTo>
                  <a:lnTo>
                    <a:pt x="466439" y="80677"/>
                  </a:lnTo>
                  <a:close/>
                  <a:moveTo>
                    <a:pt x="380810" y="35147"/>
                  </a:moveTo>
                  <a:lnTo>
                    <a:pt x="367760" y="35147"/>
                  </a:lnTo>
                  <a:lnTo>
                    <a:pt x="367570" y="119634"/>
                  </a:lnTo>
                  <a:lnTo>
                    <a:pt x="380714" y="119634"/>
                  </a:lnTo>
                  <a:lnTo>
                    <a:pt x="380714" y="73438"/>
                  </a:lnTo>
                  <a:cubicBezTo>
                    <a:pt x="380714" y="59912"/>
                    <a:pt x="388906" y="46387"/>
                    <a:pt x="401193" y="46387"/>
                  </a:cubicBezTo>
                  <a:cubicBezTo>
                    <a:pt x="403670" y="46387"/>
                    <a:pt x="405860" y="46673"/>
                    <a:pt x="408337" y="47530"/>
                  </a:cubicBezTo>
                  <a:lnTo>
                    <a:pt x="408337" y="34576"/>
                  </a:lnTo>
                  <a:cubicBezTo>
                    <a:pt x="406718" y="34290"/>
                    <a:pt x="405194" y="34290"/>
                    <a:pt x="403670" y="34290"/>
                  </a:cubicBezTo>
                  <a:cubicBezTo>
                    <a:pt x="391859" y="34290"/>
                    <a:pt x="384620" y="40577"/>
                    <a:pt x="380619" y="49911"/>
                  </a:cubicBezTo>
                  <a:lnTo>
                    <a:pt x="380619" y="35052"/>
                  </a:lnTo>
                  <a:close/>
                  <a:moveTo>
                    <a:pt x="307086" y="64199"/>
                  </a:moveTo>
                  <a:lnTo>
                    <a:pt x="349948" y="7334"/>
                  </a:lnTo>
                  <a:lnTo>
                    <a:pt x="333280" y="7334"/>
                  </a:lnTo>
                  <a:lnTo>
                    <a:pt x="290417" y="64199"/>
                  </a:lnTo>
                  <a:lnTo>
                    <a:pt x="334804" y="119729"/>
                  </a:lnTo>
                  <a:lnTo>
                    <a:pt x="352330" y="119729"/>
                  </a:lnTo>
                  <a:lnTo>
                    <a:pt x="307181" y="64199"/>
                  </a:lnTo>
                  <a:close/>
                  <a:moveTo>
                    <a:pt x="274225" y="119729"/>
                  </a:moveTo>
                  <a:lnTo>
                    <a:pt x="287750" y="119729"/>
                  </a:lnTo>
                  <a:lnTo>
                    <a:pt x="287750" y="7334"/>
                  </a:lnTo>
                  <a:lnTo>
                    <a:pt x="274225" y="7334"/>
                  </a:lnTo>
                  <a:lnTo>
                    <a:pt x="274225" y="119729"/>
                  </a:lnTo>
                  <a:close/>
                  <a:moveTo>
                    <a:pt x="207550" y="103061"/>
                  </a:moveTo>
                  <a:cubicBezTo>
                    <a:pt x="201740" y="107061"/>
                    <a:pt x="192405" y="108871"/>
                    <a:pt x="184880" y="108871"/>
                  </a:cubicBezTo>
                  <a:cubicBezTo>
                    <a:pt x="167831" y="108871"/>
                    <a:pt x="156401" y="100013"/>
                    <a:pt x="154400" y="83058"/>
                  </a:cubicBezTo>
                  <a:lnTo>
                    <a:pt x="212122" y="83058"/>
                  </a:lnTo>
                  <a:cubicBezTo>
                    <a:pt x="212598" y="80391"/>
                    <a:pt x="212979" y="75343"/>
                    <a:pt x="212979" y="73247"/>
                  </a:cubicBezTo>
                  <a:cubicBezTo>
                    <a:pt x="212979" y="47720"/>
                    <a:pt x="198977" y="34195"/>
                    <a:pt x="178499" y="34195"/>
                  </a:cubicBezTo>
                  <a:cubicBezTo>
                    <a:pt x="158020" y="34195"/>
                    <a:pt x="140970" y="50197"/>
                    <a:pt x="140970" y="77724"/>
                  </a:cubicBezTo>
                  <a:cubicBezTo>
                    <a:pt x="140970" y="103442"/>
                    <a:pt x="158020" y="120587"/>
                    <a:pt x="183642" y="120587"/>
                  </a:cubicBezTo>
                  <a:cubicBezTo>
                    <a:pt x="191167" y="120587"/>
                    <a:pt x="201359" y="118777"/>
                    <a:pt x="207645" y="115443"/>
                  </a:cubicBezTo>
                  <a:lnTo>
                    <a:pt x="207645" y="103061"/>
                  </a:lnTo>
                  <a:close/>
                  <a:moveTo>
                    <a:pt x="199739" y="72009"/>
                  </a:moveTo>
                  <a:lnTo>
                    <a:pt x="154400" y="72009"/>
                  </a:lnTo>
                  <a:cubicBezTo>
                    <a:pt x="156020" y="54483"/>
                    <a:pt x="166211" y="45625"/>
                    <a:pt x="178403" y="45625"/>
                  </a:cubicBezTo>
                  <a:cubicBezTo>
                    <a:pt x="191738" y="45625"/>
                    <a:pt x="199739" y="54578"/>
                    <a:pt x="199739" y="68675"/>
                  </a:cubicBezTo>
                  <a:lnTo>
                    <a:pt x="199739" y="72009"/>
                  </a:lnTo>
                  <a:close/>
                  <a:moveTo>
                    <a:pt x="107442" y="8668"/>
                  </a:moveTo>
                  <a:cubicBezTo>
                    <a:pt x="107442" y="13526"/>
                    <a:pt x="111062" y="17145"/>
                    <a:pt x="115919" y="17145"/>
                  </a:cubicBezTo>
                  <a:cubicBezTo>
                    <a:pt x="120777" y="17145"/>
                    <a:pt x="124587" y="13526"/>
                    <a:pt x="124587" y="8668"/>
                  </a:cubicBezTo>
                  <a:cubicBezTo>
                    <a:pt x="124587" y="3810"/>
                    <a:pt x="120777" y="0"/>
                    <a:pt x="115919" y="0"/>
                  </a:cubicBezTo>
                  <a:cubicBezTo>
                    <a:pt x="111062" y="0"/>
                    <a:pt x="107442" y="3810"/>
                    <a:pt x="107442" y="8668"/>
                  </a:cubicBezTo>
                  <a:moveTo>
                    <a:pt x="109442" y="119729"/>
                  </a:moveTo>
                  <a:lnTo>
                    <a:pt x="122587" y="119729"/>
                  </a:lnTo>
                  <a:lnTo>
                    <a:pt x="122587" y="35243"/>
                  </a:lnTo>
                  <a:lnTo>
                    <a:pt x="109442" y="35243"/>
                  </a:lnTo>
                  <a:lnTo>
                    <a:pt x="109442" y="119729"/>
                  </a:lnTo>
                  <a:close/>
                  <a:moveTo>
                    <a:pt x="0" y="7334"/>
                  </a:moveTo>
                  <a:lnTo>
                    <a:pt x="0" y="119729"/>
                  </a:lnTo>
                  <a:lnTo>
                    <a:pt x="34004" y="119729"/>
                  </a:lnTo>
                  <a:cubicBezTo>
                    <a:pt x="71057" y="119729"/>
                    <a:pt x="90011" y="93345"/>
                    <a:pt x="90011" y="62675"/>
                  </a:cubicBezTo>
                  <a:cubicBezTo>
                    <a:pt x="90011" y="29813"/>
                    <a:pt x="66294" y="7334"/>
                    <a:pt x="33338" y="7334"/>
                  </a:cubicBezTo>
                  <a:lnTo>
                    <a:pt x="0" y="7334"/>
                  </a:lnTo>
                  <a:close/>
                  <a:moveTo>
                    <a:pt x="13716" y="107823"/>
                  </a:moveTo>
                  <a:lnTo>
                    <a:pt x="13716" y="19336"/>
                  </a:lnTo>
                  <a:lnTo>
                    <a:pt x="33242" y="19336"/>
                  </a:lnTo>
                  <a:cubicBezTo>
                    <a:pt x="59246" y="19336"/>
                    <a:pt x="76105" y="38862"/>
                    <a:pt x="76105" y="62675"/>
                  </a:cubicBezTo>
                  <a:cubicBezTo>
                    <a:pt x="76105" y="86487"/>
                    <a:pt x="63437" y="107823"/>
                    <a:pt x="33909" y="107823"/>
                  </a:cubicBezTo>
                  <a:lnTo>
                    <a:pt x="13716" y="1078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F0C69477-2365-F2D7-6EB9-A226F8993B1E}"/>
                </a:ext>
              </a:extLst>
            </p:cNvPr>
            <p:cNvSpPr/>
            <p:nvPr/>
          </p:nvSpPr>
          <p:spPr bwMode="gray">
            <a:xfrm>
              <a:off x="9029693" y="1603049"/>
              <a:ext cx="1300067" cy="204406"/>
            </a:xfrm>
            <a:custGeom>
              <a:avLst/>
              <a:gdLst>
                <a:gd name="connsiteX0" fmla="*/ 1273588 w 1300067"/>
                <a:gd name="connsiteY0" fmla="*/ 5239 h 204406"/>
                <a:gd name="connsiteX1" fmla="*/ 1273588 w 1300067"/>
                <a:gd name="connsiteY1" fmla="*/ 66580 h 204406"/>
                <a:gd name="connsiteX2" fmla="*/ 1240060 w 1300067"/>
                <a:gd name="connsiteY2" fmla="*/ 47815 h 204406"/>
                <a:gd name="connsiteX3" fmla="*/ 1191673 w 1300067"/>
                <a:gd name="connsiteY3" fmla="*/ 105442 h 204406"/>
                <a:gd name="connsiteX4" fmla="*/ 1239584 w 1300067"/>
                <a:gd name="connsiteY4" fmla="*/ 162878 h 204406"/>
                <a:gd name="connsiteX5" fmla="*/ 1273588 w 1300067"/>
                <a:gd name="connsiteY5" fmla="*/ 143923 h 204406"/>
                <a:gd name="connsiteX6" fmla="*/ 1273588 w 1300067"/>
                <a:gd name="connsiteY6" fmla="*/ 161354 h 204406"/>
                <a:gd name="connsiteX7" fmla="*/ 1300067 w 1300067"/>
                <a:gd name="connsiteY7" fmla="*/ 161354 h 204406"/>
                <a:gd name="connsiteX8" fmla="*/ 1300067 w 1300067"/>
                <a:gd name="connsiteY8" fmla="*/ 5239 h 204406"/>
                <a:gd name="connsiteX9" fmla="*/ 1273588 w 1300067"/>
                <a:gd name="connsiteY9" fmla="*/ 5239 h 204406"/>
                <a:gd name="connsiteX10" fmla="*/ 1245775 w 1300067"/>
                <a:gd name="connsiteY10" fmla="*/ 140113 h 204406"/>
                <a:gd name="connsiteX11" fmla="*/ 1218819 w 1300067"/>
                <a:gd name="connsiteY11" fmla="*/ 105918 h 204406"/>
                <a:gd name="connsiteX12" fmla="*/ 1245965 w 1300067"/>
                <a:gd name="connsiteY12" fmla="*/ 70390 h 204406"/>
                <a:gd name="connsiteX13" fmla="*/ 1273588 w 1300067"/>
                <a:gd name="connsiteY13" fmla="*/ 104394 h 204406"/>
                <a:gd name="connsiteX14" fmla="*/ 1245775 w 1300067"/>
                <a:gd name="connsiteY14" fmla="*/ 140208 h 204406"/>
                <a:gd name="connsiteX15" fmla="*/ 1102328 w 1300067"/>
                <a:gd name="connsiteY15" fmla="*/ 49435 h 204406"/>
                <a:gd name="connsiteX16" fmla="*/ 1075849 w 1300067"/>
                <a:gd name="connsiteY16" fmla="*/ 49435 h 204406"/>
                <a:gd name="connsiteX17" fmla="*/ 1075849 w 1300067"/>
                <a:gd name="connsiteY17" fmla="*/ 161354 h 204406"/>
                <a:gd name="connsiteX18" fmla="*/ 1102328 w 1300067"/>
                <a:gd name="connsiteY18" fmla="*/ 161354 h 204406"/>
                <a:gd name="connsiteX19" fmla="*/ 1102328 w 1300067"/>
                <a:gd name="connsiteY19" fmla="*/ 101346 h 204406"/>
                <a:gd name="connsiteX20" fmla="*/ 1126808 w 1300067"/>
                <a:gd name="connsiteY20" fmla="*/ 70199 h 204406"/>
                <a:gd name="connsiteX21" fmla="*/ 1146429 w 1300067"/>
                <a:gd name="connsiteY21" fmla="*/ 92488 h 204406"/>
                <a:gd name="connsiteX22" fmla="*/ 1146429 w 1300067"/>
                <a:gd name="connsiteY22" fmla="*/ 161354 h 204406"/>
                <a:gd name="connsiteX23" fmla="*/ 1172909 w 1300067"/>
                <a:gd name="connsiteY23" fmla="*/ 161354 h 204406"/>
                <a:gd name="connsiteX24" fmla="*/ 1172909 w 1300067"/>
                <a:gd name="connsiteY24" fmla="*/ 86963 h 204406"/>
                <a:gd name="connsiteX25" fmla="*/ 1136714 w 1300067"/>
                <a:gd name="connsiteY25" fmla="*/ 48101 h 204406"/>
                <a:gd name="connsiteX26" fmla="*/ 1102233 w 1300067"/>
                <a:gd name="connsiteY26" fmla="*/ 68675 h 204406"/>
                <a:gd name="connsiteX27" fmla="*/ 1102233 w 1300067"/>
                <a:gd name="connsiteY27" fmla="*/ 49435 h 204406"/>
                <a:gd name="connsiteX28" fmla="*/ 1023652 w 1300067"/>
                <a:gd name="connsiteY28" fmla="*/ 49435 h 204406"/>
                <a:gd name="connsiteX29" fmla="*/ 1023652 w 1300067"/>
                <a:gd name="connsiteY29" fmla="*/ 109537 h 204406"/>
                <a:gd name="connsiteX30" fmla="*/ 999173 w 1300067"/>
                <a:gd name="connsiteY30" fmla="*/ 140684 h 204406"/>
                <a:gd name="connsiteX31" fmla="*/ 979742 w 1300067"/>
                <a:gd name="connsiteY31" fmla="*/ 119062 h 204406"/>
                <a:gd name="connsiteX32" fmla="*/ 979742 w 1300067"/>
                <a:gd name="connsiteY32" fmla="*/ 49530 h 204406"/>
                <a:gd name="connsiteX33" fmla="*/ 953262 w 1300067"/>
                <a:gd name="connsiteY33" fmla="*/ 49530 h 204406"/>
                <a:gd name="connsiteX34" fmla="*/ 953262 w 1300067"/>
                <a:gd name="connsiteY34" fmla="*/ 125254 h 204406"/>
                <a:gd name="connsiteX35" fmla="*/ 989267 w 1300067"/>
                <a:gd name="connsiteY35" fmla="*/ 162592 h 204406"/>
                <a:gd name="connsiteX36" fmla="*/ 1023747 w 1300067"/>
                <a:gd name="connsiteY36" fmla="*/ 143161 h 204406"/>
                <a:gd name="connsiteX37" fmla="*/ 1023747 w 1300067"/>
                <a:gd name="connsiteY37" fmla="*/ 161449 h 204406"/>
                <a:gd name="connsiteX38" fmla="*/ 1050417 w 1300067"/>
                <a:gd name="connsiteY38" fmla="*/ 161449 h 204406"/>
                <a:gd name="connsiteX39" fmla="*/ 1050417 w 1300067"/>
                <a:gd name="connsiteY39" fmla="*/ 49435 h 204406"/>
                <a:gd name="connsiteX40" fmla="*/ 1023747 w 1300067"/>
                <a:gd name="connsiteY40" fmla="*/ 49435 h 204406"/>
                <a:gd name="connsiteX41" fmla="*/ 929640 w 1300067"/>
                <a:gd name="connsiteY41" fmla="*/ 52959 h 204406"/>
                <a:gd name="connsiteX42" fmla="*/ 901351 w 1300067"/>
                <a:gd name="connsiteY42" fmla="*/ 48101 h 204406"/>
                <a:gd name="connsiteX43" fmla="*/ 860298 w 1300067"/>
                <a:gd name="connsiteY43" fmla="*/ 81248 h 204406"/>
                <a:gd name="connsiteX44" fmla="*/ 884777 w 1300067"/>
                <a:gd name="connsiteY44" fmla="*/ 113062 h 204406"/>
                <a:gd name="connsiteX45" fmla="*/ 908399 w 1300067"/>
                <a:gd name="connsiteY45" fmla="*/ 130969 h 204406"/>
                <a:gd name="connsiteX46" fmla="*/ 892969 w 1300067"/>
                <a:gd name="connsiteY46" fmla="*/ 141351 h 204406"/>
                <a:gd name="connsiteX47" fmla="*/ 860965 w 1300067"/>
                <a:gd name="connsiteY47" fmla="*/ 131445 h 204406"/>
                <a:gd name="connsiteX48" fmla="*/ 860965 w 1300067"/>
                <a:gd name="connsiteY48" fmla="*/ 155734 h 204406"/>
                <a:gd name="connsiteX49" fmla="*/ 894493 w 1300067"/>
                <a:gd name="connsiteY49" fmla="*/ 162592 h 204406"/>
                <a:gd name="connsiteX50" fmla="*/ 935736 w 1300067"/>
                <a:gd name="connsiteY50" fmla="*/ 129254 h 204406"/>
                <a:gd name="connsiteX51" fmla="*/ 910304 w 1300067"/>
                <a:gd name="connsiteY51" fmla="*/ 98108 h 204406"/>
                <a:gd name="connsiteX52" fmla="*/ 887349 w 1300067"/>
                <a:gd name="connsiteY52" fmla="*/ 80486 h 204406"/>
                <a:gd name="connsiteX53" fmla="*/ 901922 w 1300067"/>
                <a:gd name="connsiteY53" fmla="*/ 69913 h 204406"/>
                <a:gd name="connsiteX54" fmla="*/ 929545 w 1300067"/>
                <a:gd name="connsiteY54" fmla="*/ 76581 h 204406"/>
                <a:gd name="connsiteX55" fmla="*/ 929545 w 1300067"/>
                <a:gd name="connsiteY55" fmla="*/ 53150 h 204406"/>
                <a:gd name="connsiteX56" fmla="*/ 835723 w 1300067"/>
                <a:gd name="connsiteY56" fmla="*/ 132207 h 204406"/>
                <a:gd name="connsiteX57" fmla="*/ 805910 w 1300067"/>
                <a:gd name="connsiteY57" fmla="*/ 141065 h 204406"/>
                <a:gd name="connsiteX58" fmla="*/ 771049 w 1300067"/>
                <a:gd name="connsiteY58" fmla="*/ 116110 h 204406"/>
                <a:gd name="connsiteX59" fmla="*/ 841248 w 1300067"/>
                <a:gd name="connsiteY59" fmla="*/ 116110 h 204406"/>
                <a:gd name="connsiteX60" fmla="*/ 842772 w 1300067"/>
                <a:gd name="connsiteY60" fmla="*/ 100203 h 204406"/>
                <a:gd name="connsiteX61" fmla="*/ 795338 w 1300067"/>
                <a:gd name="connsiteY61" fmla="*/ 48292 h 204406"/>
                <a:gd name="connsiteX62" fmla="*/ 744379 w 1300067"/>
                <a:gd name="connsiteY62" fmla="*/ 105442 h 204406"/>
                <a:gd name="connsiteX63" fmla="*/ 802005 w 1300067"/>
                <a:gd name="connsiteY63" fmla="*/ 162401 h 204406"/>
                <a:gd name="connsiteX64" fmla="*/ 835819 w 1300067"/>
                <a:gd name="connsiteY64" fmla="*/ 155067 h 204406"/>
                <a:gd name="connsiteX65" fmla="*/ 835819 w 1300067"/>
                <a:gd name="connsiteY65" fmla="*/ 132112 h 204406"/>
                <a:gd name="connsiteX66" fmla="*/ 817626 w 1300067"/>
                <a:gd name="connsiteY66" fmla="*/ 96202 h 204406"/>
                <a:gd name="connsiteX67" fmla="*/ 770573 w 1300067"/>
                <a:gd name="connsiteY67" fmla="*/ 96202 h 204406"/>
                <a:gd name="connsiteX68" fmla="*/ 795909 w 1300067"/>
                <a:gd name="connsiteY68" fmla="*/ 69056 h 204406"/>
                <a:gd name="connsiteX69" fmla="*/ 817531 w 1300067"/>
                <a:gd name="connsiteY69" fmla="*/ 92869 h 204406"/>
                <a:gd name="connsiteX70" fmla="*/ 817531 w 1300067"/>
                <a:gd name="connsiteY70" fmla="*/ 96202 h 204406"/>
                <a:gd name="connsiteX71" fmla="*/ 698849 w 1300067"/>
                <a:gd name="connsiteY71" fmla="*/ 49435 h 204406"/>
                <a:gd name="connsiteX72" fmla="*/ 698849 w 1300067"/>
                <a:gd name="connsiteY72" fmla="*/ 65532 h 204406"/>
                <a:gd name="connsiteX73" fmla="*/ 667703 w 1300067"/>
                <a:gd name="connsiteY73" fmla="*/ 48101 h 204406"/>
                <a:gd name="connsiteX74" fmla="*/ 621602 w 1300067"/>
                <a:gd name="connsiteY74" fmla="*/ 103918 h 204406"/>
                <a:gd name="connsiteX75" fmla="*/ 667131 w 1300067"/>
                <a:gd name="connsiteY75" fmla="*/ 157829 h 204406"/>
                <a:gd name="connsiteX76" fmla="*/ 698945 w 1300067"/>
                <a:gd name="connsiteY76" fmla="*/ 141256 h 204406"/>
                <a:gd name="connsiteX77" fmla="*/ 698945 w 1300067"/>
                <a:gd name="connsiteY77" fmla="*/ 150971 h 204406"/>
                <a:gd name="connsiteX78" fmla="*/ 668465 w 1300067"/>
                <a:gd name="connsiteY78" fmla="*/ 180118 h 204406"/>
                <a:gd name="connsiteX79" fmla="*/ 632460 w 1300067"/>
                <a:gd name="connsiteY79" fmla="*/ 169545 h 204406"/>
                <a:gd name="connsiteX80" fmla="*/ 632460 w 1300067"/>
                <a:gd name="connsiteY80" fmla="*/ 196501 h 204406"/>
                <a:gd name="connsiteX81" fmla="*/ 671132 w 1300067"/>
                <a:gd name="connsiteY81" fmla="*/ 204407 h 204406"/>
                <a:gd name="connsiteX82" fmla="*/ 725424 w 1300067"/>
                <a:gd name="connsiteY82" fmla="*/ 151162 h 204406"/>
                <a:gd name="connsiteX83" fmla="*/ 725424 w 1300067"/>
                <a:gd name="connsiteY83" fmla="*/ 49435 h 204406"/>
                <a:gd name="connsiteX84" fmla="*/ 698945 w 1300067"/>
                <a:gd name="connsiteY84" fmla="*/ 49435 h 204406"/>
                <a:gd name="connsiteX85" fmla="*/ 673513 w 1300067"/>
                <a:gd name="connsiteY85" fmla="*/ 136208 h 204406"/>
                <a:gd name="connsiteX86" fmla="*/ 649224 w 1300067"/>
                <a:gd name="connsiteY86" fmla="*/ 104013 h 204406"/>
                <a:gd name="connsiteX87" fmla="*/ 673989 w 1300067"/>
                <a:gd name="connsiteY87" fmla="*/ 70866 h 204406"/>
                <a:gd name="connsiteX88" fmla="*/ 698945 w 1300067"/>
                <a:gd name="connsiteY88" fmla="*/ 105537 h 204406"/>
                <a:gd name="connsiteX89" fmla="*/ 673608 w 1300067"/>
                <a:gd name="connsiteY89" fmla="*/ 136208 h 204406"/>
                <a:gd name="connsiteX90" fmla="*/ 525018 w 1300067"/>
                <a:gd name="connsiteY90" fmla="*/ 69342 h 204406"/>
                <a:gd name="connsiteX91" fmla="*/ 552831 w 1300067"/>
                <a:gd name="connsiteY91" fmla="*/ 69342 h 204406"/>
                <a:gd name="connsiteX92" fmla="*/ 552831 w 1300067"/>
                <a:gd name="connsiteY92" fmla="*/ 49435 h 204406"/>
                <a:gd name="connsiteX93" fmla="*/ 525018 w 1300067"/>
                <a:gd name="connsiteY93" fmla="*/ 49435 h 204406"/>
                <a:gd name="connsiteX94" fmla="*/ 525018 w 1300067"/>
                <a:gd name="connsiteY94" fmla="*/ 22479 h 204406"/>
                <a:gd name="connsiteX95" fmla="*/ 498539 w 1300067"/>
                <a:gd name="connsiteY95" fmla="*/ 22479 h 204406"/>
                <a:gd name="connsiteX96" fmla="*/ 498539 w 1300067"/>
                <a:gd name="connsiteY96" fmla="*/ 49435 h 204406"/>
                <a:gd name="connsiteX97" fmla="*/ 481774 w 1300067"/>
                <a:gd name="connsiteY97" fmla="*/ 49435 h 204406"/>
                <a:gd name="connsiteX98" fmla="*/ 481774 w 1300067"/>
                <a:gd name="connsiteY98" fmla="*/ 69342 h 204406"/>
                <a:gd name="connsiteX99" fmla="*/ 498539 w 1300067"/>
                <a:gd name="connsiteY99" fmla="*/ 69342 h 204406"/>
                <a:gd name="connsiteX100" fmla="*/ 498539 w 1300067"/>
                <a:gd name="connsiteY100" fmla="*/ 125825 h 204406"/>
                <a:gd name="connsiteX101" fmla="*/ 534734 w 1300067"/>
                <a:gd name="connsiteY101" fmla="*/ 162497 h 204406"/>
                <a:gd name="connsiteX102" fmla="*/ 554641 w 1300067"/>
                <a:gd name="connsiteY102" fmla="*/ 158782 h 204406"/>
                <a:gd name="connsiteX103" fmla="*/ 554641 w 1300067"/>
                <a:gd name="connsiteY103" fmla="*/ 136017 h 204406"/>
                <a:gd name="connsiteX104" fmla="*/ 539210 w 1300067"/>
                <a:gd name="connsiteY104" fmla="*/ 140684 h 204406"/>
                <a:gd name="connsiteX105" fmla="*/ 525113 w 1300067"/>
                <a:gd name="connsiteY105" fmla="*/ 126301 h 204406"/>
                <a:gd name="connsiteX106" fmla="*/ 525113 w 1300067"/>
                <a:gd name="connsiteY106" fmla="*/ 69342 h 204406"/>
                <a:gd name="connsiteX107" fmla="*/ 473583 w 1300067"/>
                <a:gd name="connsiteY107" fmla="*/ 161354 h 204406"/>
                <a:gd name="connsiteX108" fmla="*/ 431673 w 1300067"/>
                <a:gd name="connsiteY108" fmla="*/ 102870 h 204406"/>
                <a:gd name="connsiteX109" fmla="*/ 472726 w 1300067"/>
                <a:gd name="connsiteY109" fmla="*/ 49435 h 204406"/>
                <a:gd name="connsiteX110" fmla="*/ 441770 w 1300067"/>
                <a:gd name="connsiteY110" fmla="*/ 49435 h 204406"/>
                <a:gd name="connsiteX111" fmla="*/ 402241 w 1300067"/>
                <a:gd name="connsiteY111" fmla="*/ 102013 h 204406"/>
                <a:gd name="connsiteX112" fmla="*/ 402241 w 1300067"/>
                <a:gd name="connsiteY112" fmla="*/ 7906 h 204406"/>
                <a:gd name="connsiteX113" fmla="*/ 375761 w 1300067"/>
                <a:gd name="connsiteY113" fmla="*/ 7906 h 204406"/>
                <a:gd name="connsiteX114" fmla="*/ 375761 w 1300067"/>
                <a:gd name="connsiteY114" fmla="*/ 161354 h 204406"/>
                <a:gd name="connsiteX115" fmla="*/ 402241 w 1300067"/>
                <a:gd name="connsiteY115" fmla="*/ 161354 h 204406"/>
                <a:gd name="connsiteX116" fmla="*/ 402241 w 1300067"/>
                <a:gd name="connsiteY116" fmla="*/ 103537 h 204406"/>
                <a:gd name="connsiteX117" fmla="*/ 442436 w 1300067"/>
                <a:gd name="connsiteY117" fmla="*/ 161354 h 204406"/>
                <a:gd name="connsiteX118" fmla="*/ 473583 w 1300067"/>
                <a:gd name="connsiteY118" fmla="*/ 161354 h 204406"/>
                <a:gd name="connsiteX119" fmla="*/ 347663 w 1300067"/>
                <a:gd name="connsiteY119" fmla="*/ 132207 h 204406"/>
                <a:gd name="connsiteX120" fmla="*/ 317849 w 1300067"/>
                <a:gd name="connsiteY120" fmla="*/ 141065 h 204406"/>
                <a:gd name="connsiteX121" fmla="*/ 282988 w 1300067"/>
                <a:gd name="connsiteY121" fmla="*/ 116110 h 204406"/>
                <a:gd name="connsiteX122" fmla="*/ 353187 w 1300067"/>
                <a:gd name="connsiteY122" fmla="*/ 116110 h 204406"/>
                <a:gd name="connsiteX123" fmla="*/ 354711 w 1300067"/>
                <a:gd name="connsiteY123" fmla="*/ 100203 h 204406"/>
                <a:gd name="connsiteX124" fmla="*/ 307276 w 1300067"/>
                <a:gd name="connsiteY124" fmla="*/ 48292 h 204406"/>
                <a:gd name="connsiteX125" fmla="*/ 256318 w 1300067"/>
                <a:gd name="connsiteY125" fmla="*/ 105442 h 204406"/>
                <a:gd name="connsiteX126" fmla="*/ 313944 w 1300067"/>
                <a:gd name="connsiteY126" fmla="*/ 162401 h 204406"/>
                <a:gd name="connsiteX127" fmla="*/ 347758 w 1300067"/>
                <a:gd name="connsiteY127" fmla="*/ 155067 h 204406"/>
                <a:gd name="connsiteX128" fmla="*/ 347758 w 1300067"/>
                <a:gd name="connsiteY128" fmla="*/ 132112 h 204406"/>
                <a:gd name="connsiteX129" fmla="*/ 329565 w 1300067"/>
                <a:gd name="connsiteY129" fmla="*/ 96202 h 204406"/>
                <a:gd name="connsiteX130" fmla="*/ 282512 w 1300067"/>
                <a:gd name="connsiteY130" fmla="*/ 96202 h 204406"/>
                <a:gd name="connsiteX131" fmla="*/ 307848 w 1300067"/>
                <a:gd name="connsiteY131" fmla="*/ 69056 h 204406"/>
                <a:gd name="connsiteX132" fmla="*/ 329470 w 1300067"/>
                <a:gd name="connsiteY132" fmla="*/ 92869 h 204406"/>
                <a:gd name="connsiteX133" fmla="*/ 329470 w 1300067"/>
                <a:gd name="connsiteY133" fmla="*/ 96202 h 204406"/>
                <a:gd name="connsiteX134" fmla="*/ 213074 w 1300067"/>
                <a:gd name="connsiteY134" fmla="*/ 49435 h 204406"/>
                <a:gd name="connsiteX135" fmla="*/ 186595 w 1300067"/>
                <a:gd name="connsiteY135" fmla="*/ 49435 h 204406"/>
                <a:gd name="connsiteX136" fmla="*/ 186404 w 1300067"/>
                <a:gd name="connsiteY136" fmla="*/ 161354 h 204406"/>
                <a:gd name="connsiteX137" fmla="*/ 213074 w 1300067"/>
                <a:gd name="connsiteY137" fmla="*/ 161354 h 204406"/>
                <a:gd name="connsiteX138" fmla="*/ 213074 w 1300067"/>
                <a:gd name="connsiteY138" fmla="*/ 103537 h 204406"/>
                <a:gd name="connsiteX139" fmla="*/ 237553 w 1300067"/>
                <a:gd name="connsiteY139" fmla="*/ 72676 h 204406"/>
                <a:gd name="connsiteX140" fmla="*/ 248793 w 1300067"/>
                <a:gd name="connsiteY140" fmla="*/ 74867 h 204406"/>
                <a:gd name="connsiteX141" fmla="*/ 248793 w 1300067"/>
                <a:gd name="connsiteY141" fmla="*/ 49244 h 204406"/>
                <a:gd name="connsiteX142" fmla="*/ 241268 w 1300067"/>
                <a:gd name="connsiteY142" fmla="*/ 48577 h 204406"/>
                <a:gd name="connsiteX143" fmla="*/ 212979 w 1300067"/>
                <a:gd name="connsiteY143" fmla="*/ 69342 h 204406"/>
                <a:gd name="connsiteX144" fmla="*/ 212979 w 1300067"/>
                <a:gd name="connsiteY144" fmla="*/ 49435 h 204406"/>
                <a:gd name="connsiteX145" fmla="*/ 131636 w 1300067"/>
                <a:gd name="connsiteY145" fmla="*/ 15907 h 204406"/>
                <a:gd name="connsiteX146" fmla="*/ 147542 w 1300067"/>
                <a:gd name="connsiteY146" fmla="*/ 32004 h 204406"/>
                <a:gd name="connsiteX147" fmla="*/ 163449 w 1300067"/>
                <a:gd name="connsiteY147" fmla="*/ 15907 h 204406"/>
                <a:gd name="connsiteX148" fmla="*/ 147542 w 1300067"/>
                <a:gd name="connsiteY148" fmla="*/ 0 h 204406"/>
                <a:gd name="connsiteX149" fmla="*/ 131636 w 1300067"/>
                <a:gd name="connsiteY149" fmla="*/ 15907 h 204406"/>
                <a:gd name="connsiteX150" fmla="*/ 134303 w 1300067"/>
                <a:gd name="connsiteY150" fmla="*/ 161354 h 204406"/>
                <a:gd name="connsiteX151" fmla="*/ 160782 w 1300067"/>
                <a:gd name="connsiteY151" fmla="*/ 161354 h 204406"/>
                <a:gd name="connsiteX152" fmla="*/ 160782 w 1300067"/>
                <a:gd name="connsiteY152" fmla="*/ 49435 h 204406"/>
                <a:gd name="connsiteX153" fmla="*/ 134303 w 1300067"/>
                <a:gd name="connsiteY153" fmla="*/ 49435 h 204406"/>
                <a:gd name="connsiteX154" fmla="*/ 134303 w 1300067"/>
                <a:gd name="connsiteY154" fmla="*/ 161354 h 204406"/>
                <a:gd name="connsiteX155" fmla="*/ 81915 w 1300067"/>
                <a:gd name="connsiteY155" fmla="*/ 5239 h 204406"/>
                <a:gd name="connsiteX156" fmla="*/ 81915 w 1300067"/>
                <a:gd name="connsiteY156" fmla="*/ 66580 h 204406"/>
                <a:gd name="connsiteX157" fmla="*/ 48387 w 1300067"/>
                <a:gd name="connsiteY157" fmla="*/ 47815 h 204406"/>
                <a:gd name="connsiteX158" fmla="*/ 0 w 1300067"/>
                <a:gd name="connsiteY158" fmla="*/ 105442 h 204406"/>
                <a:gd name="connsiteX159" fmla="*/ 47911 w 1300067"/>
                <a:gd name="connsiteY159" fmla="*/ 162878 h 204406"/>
                <a:gd name="connsiteX160" fmla="*/ 81915 w 1300067"/>
                <a:gd name="connsiteY160" fmla="*/ 143923 h 204406"/>
                <a:gd name="connsiteX161" fmla="*/ 81915 w 1300067"/>
                <a:gd name="connsiteY161" fmla="*/ 161354 h 204406"/>
                <a:gd name="connsiteX162" fmla="*/ 108395 w 1300067"/>
                <a:gd name="connsiteY162" fmla="*/ 161354 h 204406"/>
                <a:gd name="connsiteX163" fmla="*/ 108395 w 1300067"/>
                <a:gd name="connsiteY163" fmla="*/ 5239 h 204406"/>
                <a:gd name="connsiteX164" fmla="*/ 81915 w 1300067"/>
                <a:gd name="connsiteY164" fmla="*/ 5239 h 204406"/>
                <a:gd name="connsiteX165" fmla="*/ 54102 w 1300067"/>
                <a:gd name="connsiteY165" fmla="*/ 140113 h 204406"/>
                <a:gd name="connsiteX166" fmla="*/ 27146 w 1300067"/>
                <a:gd name="connsiteY166" fmla="*/ 105918 h 204406"/>
                <a:gd name="connsiteX167" fmla="*/ 54293 w 1300067"/>
                <a:gd name="connsiteY167" fmla="*/ 70390 h 204406"/>
                <a:gd name="connsiteX168" fmla="*/ 81915 w 1300067"/>
                <a:gd name="connsiteY168" fmla="*/ 104394 h 204406"/>
                <a:gd name="connsiteX169" fmla="*/ 54102 w 1300067"/>
                <a:gd name="connsiteY169" fmla="*/ 140208 h 204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</a:cxnLst>
              <a:rect l="l" t="t" r="r" b="b"/>
              <a:pathLst>
                <a:path w="1300067" h="204406">
                  <a:moveTo>
                    <a:pt x="1273588" y="5239"/>
                  </a:moveTo>
                  <a:lnTo>
                    <a:pt x="1273588" y="66580"/>
                  </a:lnTo>
                  <a:cubicBezTo>
                    <a:pt x="1265873" y="54197"/>
                    <a:pt x="1253966" y="47815"/>
                    <a:pt x="1240060" y="47815"/>
                  </a:cubicBezTo>
                  <a:cubicBezTo>
                    <a:pt x="1212437" y="47815"/>
                    <a:pt x="1191673" y="69437"/>
                    <a:pt x="1191673" y="105442"/>
                  </a:cubicBezTo>
                  <a:cubicBezTo>
                    <a:pt x="1191673" y="135446"/>
                    <a:pt x="1208913" y="162878"/>
                    <a:pt x="1239584" y="162878"/>
                  </a:cubicBezTo>
                  <a:cubicBezTo>
                    <a:pt x="1254157" y="162878"/>
                    <a:pt x="1266063" y="156210"/>
                    <a:pt x="1273588" y="143923"/>
                  </a:cubicBezTo>
                  <a:lnTo>
                    <a:pt x="1273588" y="161354"/>
                  </a:lnTo>
                  <a:lnTo>
                    <a:pt x="1300067" y="161354"/>
                  </a:lnTo>
                  <a:lnTo>
                    <a:pt x="1300067" y="5239"/>
                  </a:lnTo>
                  <a:lnTo>
                    <a:pt x="1273588" y="5239"/>
                  </a:lnTo>
                  <a:close/>
                  <a:moveTo>
                    <a:pt x="1245775" y="140113"/>
                  </a:moveTo>
                  <a:cubicBezTo>
                    <a:pt x="1230725" y="140113"/>
                    <a:pt x="1218819" y="126683"/>
                    <a:pt x="1218819" y="105918"/>
                  </a:cubicBezTo>
                  <a:cubicBezTo>
                    <a:pt x="1218819" y="82486"/>
                    <a:pt x="1231392" y="70390"/>
                    <a:pt x="1245965" y="70390"/>
                  </a:cubicBezTo>
                  <a:cubicBezTo>
                    <a:pt x="1258538" y="70390"/>
                    <a:pt x="1273588" y="79915"/>
                    <a:pt x="1273588" y="104394"/>
                  </a:cubicBezTo>
                  <a:cubicBezTo>
                    <a:pt x="1273588" y="128873"/>
                    <a:pt x="1260824" y="140208"/>
                    <a:pt x="1245775" y="140208"/>
                  </a:cubicBezTo>
                  <a:moveTo>
                    <a:pt x="1102328" y="49435"/>
                  </a:moveTo>
                  <a:lnTo>
                    <a:pt x="1075849" y="49435"/>
                  </a:lnTo>
                  <a:lnTo>
                    <a:pt x="1075849" y="161354"/>
                  </a:lnTo>
                  <a:lnTo>
                    <a:pt x="1102328" y="161354"/>
                  </a:lnTo>
                  <a:lnTo>
                    <a:pt x="1102328" y="101346"/>
                  </a:lnTo>
                  <a:cubicBezTo>
                    <a:pt x="1102328" y="80391"/>
                    <a:pt x="1114044" y="70199"/>
                    <a:pt x="1126808" y="70199"/>
                  </a:cubicBezTo>
                  <a:cubicBezTo>
                    <a:pt x="1138523" y="70199"/>
                    <a:pt x="1146429" y="77438"/>
                    <a:pt x="1146429" y="92488"/>
                  </a:cubicBezTo>
                  <a:lnTo>
                    <a:pt x="1146429" y="161354"/>
                  </a:lnTo>
                  <a:lnTo>
                    <a:pt x="1172909" y="161354"/>
                  </a:lnTo>
                  <a:lnTo>
                    <a:pt x="1172909" y="86963"/>
                  </a:lnTo>
                  <a:cubicBezTo>
                    <a:pt x="1172909" y="62008"/>
                    <a:pt x="1158812" y="48101"/>
                    <a:pt x="1136714" y="48101"/>
                  </a:cubicBezTo>
                  <a:cubicBezTo>
                    <a:pt x="1120426" y="48101"/>
                    <a:pt x="1108234" y="55626"/>
                    <a:pt x="1102233" y="68675"/>
                  </a:cubicBezTo>
                  <a:lnTo>
                    <a:pt x="1102233" y="49435"/>
                  </a:lnTo>
                  <a:close/>
                  <a:moveTo>
                    <a:pt x="1023652" y="49435"/>
                  </a:moveTo>
                  <a:lnTo>
                    <a:pt x="1023652" y="109537"/>
                  </a:lnTo>
                  <a:cubicBezTo>
                    <a:pt x="1023652" y="131159"/>
                    <a:pt x="1013746" y="140684"/>
                    <a:pt x="999173" y="140684"/>
                  </a:cubicBezTo>
                  <a:cubicBezTo>
                    <a:pt x="987266" y="140684"/>
                    <a:pt x="979742" y="133350"/>
                    <a:pt x="979742" y="119062"/>
                  </a:cubicBezTo>
                  <a:lnTo>
                    <a:pt x="979742" y="49530"/>
                  </a:lnTo>
                  <a:lnTo>
                    <a:pt x="953262" y="49530"/>
                  </a:lnTo>
                  <a:lnTo>
                    <a:pt x="953262" y="125254"/>
                  </a:lnTo>
                  <a:cubicBezTo>
                    <a:pt x="953262" y="149352"/>
                    <a:pt x="966978" y="162592"/>
                    <a:pt x="989267" y="162592"/>
                  </a:cubicBezTo>
                  <a:cubicBezTo>
                    <a:pt x="1006031" y="162592"/>
                    <a:pt x="1017937" y="155734"/>
                    <a:pt x="1023747" y="143161"/>
                  </a:cubicBezTo>
                  <a:lnTo>
                    <a:pt x="1023747" y="161449"/>
                  </a:lnTo>
                  <a:lnTo>
                    <a:pt x="1050417" y="161449"/>
                  </a:lnTo>
                  <a:lnTo>
                    <a:pt x="1050417" y="49435"/>
                  </a:lnTo>
                  <a:lnTo>
                    <a:pt x="1023747" y="49435"/>
                  </a:lnTo>
                  <a:close/>
                  <a:moveTo>
                    <a:pt x="929640" y="52959"/>
                  </a:moveTo>
                  <a:cubicBezTo>
                    <a:pt x="922973" y="50101"/>
                    <a:pt x="912400" y="48101"/>
                    <a:pt x="901351" y="48101"/>
                  </a:cubicBezTo>
                  <a:cubicBezTo>
                    <a:pt x="878872" y="48101"/>
                    <a:pt x="860298" y="59817"/>
                    <a:pt x="860298" y="81248"/>
                  </a:cubicBezTo>
                  <a:cubicBezTo>
                    <a:pt x="860298" y="99155"/>
                    <a:pt x="872681" y="107537"/>
                    <a:pt x="884777" y="113062"/>
                  </a:cubicBezTo>
                  <a:cubicBezTo>
                    <a:pt x="897350" y="118396"/>
                    <a:pt x="908399" y="122110"/>
                    <a:pt x="908399" y="130969"/>
                  </a:cubicBezTo>
                  <a:cubicBezTo>
                    <a:pt x="908399" y="137350"/>
                    <a:pt x="902875" y="141351"/>
                    <a:pt x="892969" y="141351"/>
                  </a:cubicBezTo>
                  <a:cubicBezTo>
                    <a:pt x="880872" y="141351"/>
                    <a:pt x="868871" y="136684"/>
                    <a:pt x="860965" y="131445"/>
                  </a:cubicBezTo>
                  <a:lnTo>
                    <a:pt x="860965" y="155734"/>
                  </a:lnTo>
                  <a:cubicBezTo>
                    <a:pt x="868013" y="159448"/>
                    <a:pt x="880586" y="162592"/>
                    <a:pt x="894493" y="162592"/>
                  </a:cubicBezTo>
                  <a:cubicBezTo>
                    <a:pt x="918972" y="162592"/>
                    <a:pt x="935736" y="150685"/>
                    <a:pt x="935736" y="129254"/>
                  </a:cubicBezTo>
                  <a:cubicBezTo>
                    <a:pt x="935736" y="112490"/>
                    <a:pt x="922973" y="104299"/>
                    <a:pt x="910304" y="98108"/>
                  </a:cubicBezTo>
                  <a:cubicBezTo>
                    <a:pt x="898589" y="92583"/>
                    <a:pt x="887349" y="89059"/>
                    <a:pt x="887349" y="80486"/>
                  </a:cubicBezTo>
                  <a:cubicBezTo>
                    <a:pt x="887349" y="74295"/>
                    <a:pt x="892683" y="69913"/>
                    <a:pt x="901922" y="69913"/>
                  </a:cubicBezTo>
                  <a:cubicBezTo>
                    <a:pt x="912495" y="69913"/>
                    <a:pt x="922877" y="72581"/>
                    <a:pt x="929545" y="76581"/>
                  </a:cubicBezTo>
                  <a:lnTo>
                    <a:pt x="929545" y="53150"/>
                  </a:lnTo>
                  <a:close/>
                  <a:moveTo>
                    <a:pt x="835723" y="132207"/>
                  </a:moveTo>
                  <a:cubicBezTo>
                    <a:pt x="828389" y="137541"/>
                    <a:pt x="818102" y="141065"/>
                    <a:pt x="805910" y="141065"/>
                  </a:cubicBezTo>
                  <a:cubicBezTo>
                    <a:pt x="788003" y="141065"/>
                    <a:pt x="775049" y="132493"/>
                    <a:pt x="771049" y="116110"/>
                  </a:cubicBezTo>
                  <a:lnTo>
                    <a:pt x="841248" y="116110"/>
                  </a:lnTo>
                  <a:cubicBezTo>
                    <a:pt x="841915" y="111919"/>
                    <a:pt x="842772" y="104394"/>
                    <a:pt x="842772" y="100203"/>
                  </a:cubicBezTo>
                  <a:cubicBezTo>
                    <a:pt x="842772" y="65341"/>
                    <a:pt x="823531" y="48292"/>
                    <a:pt x="795338" y="48292"/>
                  </a:cubicBezTo>
                  <a:cubicBezTo>
                    <a:pt x="767144" y="48292"/>
                    <a:pt x="744379" y="68580"/>
                    <a:pt x="744379" y="105442"/>
                  </a:cubicBezTo>
                  <a:cubicBezTo>
                    <a:pt x="744379" y="138303"/>
                    <a:pt x="765620" y="162401"/>
                    <a:pt x="802005" y="162401"/>
                  </a:cubicBezTo>
                  <a:cubicBezTo>
                    <a:pt x="812864" y="162401"/>
                    <a:pt x="827627" y="160210"/>
                    <a:pt x="835819" y="155067"/>
                  </a:cubicBezTo>
                  <a:lnTo>
                    <a:pt x="835819" y="132112"/>
                  </a:lnTo>
                  <a:close/>
                  <a:moveTo>
                    <a:pt x="817626" y="96202"/>
                  </a:moveTo>
                  <a:lnTo>
                    <a:pt x="770573" y="96202"/>
                  </a:lnTo>
                  <a:cubicBezTo>
                    <a:pt x="773240" y="77914"/>
                    <a:pt x="784003" y="69056"/>
                    <a:pt x="795909" y="69056"/>
                  </a:cubicBezTo>
                  <a:cubicBezTo>
                    <a:pt x="810292" y="69056"/>
                    <a:pt x="816864" y="79248"/>
                    <a:pt x="817531" y="92869"/>
                  </a:cubicBezTo>
                  <a:lnTo>
                    <a:pt x="817531" y="96202"/>
                  </a:lnTo>
                  <a:close/>
                  <a:moveTo>
                    <a:pt x="698849" y="49435"/>
                  </a:moveTo>
                  <a:lnTo>
                    <a:pt x="698849" y="65532"/>
                  </a:lnTo>
                  <a:cubicBezTo>
                    <a:pt x="692658" y="54959"/>
                    <a:pt x="682752" y="48101"/>
                    <a:pt x="667703" y="48101"/>
                  </a:cubicBezTo>
                  <a:cubicBezTo>
                    <a:pt x="639699" y="48101"/>
                    <a:pt x="621602" y="72199"/>
                    <a:pt x="621602" y="103918"/>
                  </a:cubicBezTo>
                  <a:cubicBezTo>
                    <a:pt x="621602" y="140970"/>
                    <a:pt x="644081" y="157829"/>
                    <a:pt x="667131" y="157829"/>
                  </a:cubicBezTo>
                  <a:cubicBezTo>
                    <a:pt x="681704" y="157829"/>
                    <a:pt x="692277" y="152114"/>
                    <a:pt x="698945" y="141256"/>
                  </a:cubicBezTo>
                  <a:lnTo>
                    <a:pt x="698945" y="150971"/>
                  </a:lnTo>
                  <a:cubicBezTo>
                    <a:pt x="698945" y="171260"/>
                    <a:pt x="688562" y="180118"/>
                    <a:pt x="668465" y="180118"/>
                  </a:cubicBezTo>
                  <a:cubicBezTo>
                    <a:pt x="655415" y="180118"/>
                    <a:pt x="642176" y="176403"/>
                    <a:pt x="632460" y="169545"/>
                  </a:cubicBezTo>
                  <a:lnTo>
                    <a:pt x="632460" y="196501"/>
                  </a:lnTo>
                  <a:cubicBezTo>
                    <a:pt x="644366" y="202216"/>
                    <a:pt x="658273" y="204407"/>
                    <a:pt x="671132" y="204407"/>
                  </a:cubicBezTo>
                  <a:cubicBezTo>
                    <a:pt x="700278" y="204407"/>
                    <a:pt x="725424" y="188500"/>
                    <a:pt x="725424" y="151162"/>
                  </a:cubicBezTo>
                  <a:lnTo>
                    <a:pt x="725424" y="49435"/>
                  </a:lnTo>
                  <a:lnTo>
                    <a:pt x="698945" y="49435"/>
                  </a:lnTo>
                  <a:close/>
                  <a:moveTo>
                    <a:pt x="673513" y="136208"/>
                  </a:moveTo>
                  <a:cubicBezTo>
                    <a:pt x="660083" y="136208"/>
                    <a:pt x="649224" y="125825"/>
                    <a:pt x="649224" y="104013"/>
                  </a:cubicBezTo>
                  <a:cubicBezTo>
                    <a:pt x="649224" y="83915"/>
                    <a:pt x="658463" y="70866"/>
                    <a:pt x="673989" y="70866"/>
                  </a:cubicBezTo>
                  <a:cubicBezTo>
                    <a:pt x="687229" y="70866"/>
                    <a:pt x="698945" y="80105"/>
                    <a:pt x="698945" y="105537"/>
                  </a:cubicBezTo>
                  <a:cubicBezTo>
                    <a:pt x="698945" y="124301"/>
                    <a:pt x="687705" y="136208"/>
                    <a:pt x="673608" y="136208"/>
                  </a:cubicBezTo>
                  <a:moveTo>
                    <a:pt x="525018" y="69342"/>
                  </a:moveTo>
                  <a:lnTo>
                    <a:pt x="552831" y="69342"/>
                  </a:lnTo>
                  <a:lnTo>
                    <a:pt x="552831" y="49435"/>
                  </a:lnTo>
                  <a:lnTo>
                    <a:pt x="525018" y="49435"/>
                  </a:lnTo>
                  <a:lnTo>
                    <a:pt x="525018" y="22479"/>
                  </a:lnTo>
                  <a:lnTo>
                    <a:pt x="498539" y="22479"/>
                  </a:lnTo>
                  <a:lnTo>
                    <a:pt x="498539" y="49435"/>
                  </a:lnTo>
                  <a:lnTo>
                    <a:pt x="481774" y="49435"/>
                  </a:lnTo>
                  <a:lnTo>
                    <a:pt x="481774" y="69342"/>
                  </a:lnTo>
                  <a:lnTo>
                    <a:pt x="498539" y="69342"/>
                  </a:lnTo>
                  <a:lnTo>
                    <a:pt x="498539" y="125825"/>
                  </a:lnTo>
                  <a:cubicBezTo>
                    <a:pt x="498539" y="149447"/>
                    <a:pt x="510064" y="162497"/>
                    <a:pt x="534734" y="162497"/>
                  </a:cubicBezTo>
                  <a:cubicBezTo>
                    <a:pt x="540258" y="162497"/>
                    <a:pt x="549116" y="161354"/>
                    <a:pt x="554641" y="158782"/>
                  </a:cubicBezTo>
                  <a:lnTo>
                    <a:pt x="554641" y="136017"/>
                  </a:lnTo>
                  <a:cubicBezTo>
                    <a:pt x="550259" y="138874"/>
                    <a:pt x="544259" y="140684"/>
                    <a:pt x="539210" y="140684"/>
                  </a:cubicBezTo>
                  <a:cubicBezTo>
                    <a:pt x="530638" y="140684"/>
                    <a:pt x="525113" y="135827"/>
                    <a:pt x="525113" y="126301"/>
                  </a:cubicBezTo>
                  <a:lnTo>
                    <a:pt x="525113" y="69342"/>
                  </a:lnTo>
                  <a:close/>
                  <a:moveTo>
                    <a:pt x="473583" y="161354"/>
                  </a:moveTo>
                  <a:lnTo>
                    <a:pt x="431673" y="102870"/>
                  </a:lnTo>
                  <a:lnTo>
                    <a:pt x="472726" y="49435"/>
                  </a:lnTo>
                  <a:lnTo>
                    <a:pt x="441770" y="49435"/>
                  </a:lnTo>
                  <a:lnTo>
                    <a:pt x="402241" y="102013"/>
                  </a:lnTo>
                  <a:lnTo>
                    <a:pt x="402241" y="7906"/>
                  </a:lnTo>
                  <a:lnTo>
                    <a:pt x="375761" y="7906"/>
                  </a:lnTo>
                  <a:lnTo>
                    <a:pt x="375761" y="161354"/>
                  </a:lnTo>
                  <a:lnTo>
                    <a:pt x="402241" y="161354"/>
                  </a:lnTo>
                  <a:lnTo>
                    <a:pt x="402241" y="103537"/>
                  </a:lnTo>
                  <a:lnTo>
                    <a:pt x="442436" y="161354"/>
                  </a:lnTo>
                  <a:lnTo>
                    <a:pt x="473583" y="161354"/>
                  </a:lnTo>
                  <a:close/>
                  <a:moveTo>
                    <a:pt x="347663" y="132207"/>
                  </a:moveTo>
                  <a:cubicBezTo>
                    <a:pt x="340424" y="137541"/>
                    <a:pt x="330041" y="141065"/>
                    <a:pt x="317849" y="141065"/>
                  </a:cubicBezTo>
                  <a:cubicBezTo>
                    <a:pt x="299942" y="141065"/>
                    <a:pt x="286893" y="132493"/>
                    <a:pt x="282988" y="116110"/>
                  </a:cubicBezTo>
                  <a:lnTo>
                    <a:pt x="353187" y="116110"/>
                  </a:lnTo>
                  <a:cubicBezTo>
                    <a:pt x="353854" y="111919"/>
                    <a:pt x="354711" y="104394"/>
                    <a:pt x="354711" y="100203"/>
                  </a:cubicBezTo>
                  <a:cubicBezTo>
                    <a:pt x="354711" y="65341"/>
                    <a:pt x="335471" y="48292"/>
                    <a:pt x="307276" y="48292"/>
                  </a:cubicBezTo>
                  <a:cubicBezTo>
                    <a:pt x="279083" y="48292"/>
                    <a:pt x="256318" y="68580"/>
                    <a:pt x="256318" y="105442"/>
                  </a:cubicBezTo>
                  <a:cubicBezTo>
                    <a:pt x="256318" y="138303"/>
                    <a:pt x="277463" y="162401"/>
                    <a:pt x="313944" y="162401"/>
                  </a:cubicBezTo>
                  <a:cubicBezTo>
                    <a:pt x="324803" y="162401"/>
                    <a:pt x="339566" y="160210"/>
                    <a:pt x="347758" y="155067"/>
                  </a:cubicBezTo>
                  <a:lnTo>
                    <a:pt x="347758" y="132112"/>
                  </a:lnTo>
                  <a:close/>
                  <a:moveTo>
                    <a:pt x="329565" y="96202"/>
                  </a:moveTo>
                  <a:lnTo>
                    <a:pt x="282512" y="96202"/>
                  </a:lnTo>
                  <a:cubicBezTo>
                    <a:pt x="285179" y="77914"/>
                    <a:pt x="295942" y="69056"/>
                    <a:pt x="307848" y="69056"/>
                  </a:cubicBezTo>
                  <a:cubicBezTo>
                    <a:pt x="322231" y="69056"/>
                    <a:pt x="328803" y="79248"/>
                    <a:pt x="329470" y="92869"/>
                  </a:cubicBezTo>
                  <a:lnTo>
                    <a:pt x="329470" y="96202"/>
                  </a:lnTo>
                  <a:close/>
                  <a:moveTo>
                    <a:pt x="213074" y="49435"/>
                  </a:moveTo>
                  <a:lnTo>
                    <a:pt x="186595" y="49435"/>
                  </a:lnTo>
                  <a:lnTo>
                    <a:pt x="186404" y="161354"/>
                  </a:lnTo>
                  <a:lnTo>
                    <a:pt x="213074" y="161354"/>
                  </a:lnTo>
                  <a:lnTo>
                    <a:pt x="213074" y="103537"/>
                  </a:lnTo>
                  <a:cubicBezTo>
                    <a:pt x="213074" y="86106"/>
                    <a:pt x="222790" y="72676"/>
                    <a:pt x="237553" y="72676"/>
                  </a:cubicBezTo>
                  <a:cubicBezTo>
                    <a:pt x="241268" y="72676"/>
                    <a:pt x="244888" y="73152"/>
                    <a:pt x="248793" y="74867"/>
                  </a:cubicBezTo>
                  <a:lnTo>
                    <a:pt x="248793" y="49244"/>
                  </a:lnTo>
                  <a:cubicBezTo>
                    <a:pt x="245936" y="48577"/>
                    <a:pt x="243745" y="48577"/>
                    <a:pt x="241268" y="48577"/>
                  </a:cubicBezTo>
                  <a:cubicBezTo>
                    <a:pt x="227171" y="48577"/>
                    <a:pt x="217646" y="56959"/>
                    <a:pt x="212979" y="69342"/>
                  </a:cubicBezTo>
                  <a:lnTo>
                    <a:pt x="212979" y="49435"/>
                  </a:lnTo>
                  <a:close/>
                  <a:moveTo>
                    <a:pt x="131636" y="15907"/>
                  </a:moveTo>
                  <a:cubicBezTo>
                    <a:pt x="131636" y="24955"/>
                    <a:pt x="138684" y="32004"/>
                    <a:pt x="147542" y="32004"/>
                  </a:cubicBezTo>
                  <a:cubicBezTo>
                    <a:pt x="156401" y="32004"/>
                    <a:pt x="163449" y="24955"/>
                    <a:pt x="163449" y="15907"/>
                  </a:cubicBezTo>
                  <a:cubicBezTo>
                    <a:pt x="163449" y="6858"/>
                    <a:pt x="156401" y="0"/>
                    <a:pt x="147542" y="0"/>
                  </a:cubicBezTo>
                  <a:cubicBezTo>
                    <a:pt x="138684" y="0"/>
                    <a:pt x="131636" y="7048"/>
                    <a:pt x="131636" y="15907"/>
                  </a:cubicBezTo>
                  <a:moveTo>
                    <a:pt x="134303" y="161354"/>
                  </a:moveTo>
                  <a:lnTo>
                    <a:pt x="160782" y="161354"/>
                  </a:lnTo>
                  <a:lnTo>
                    <a:pt x="160782" y="49435"/>
                  </a:lnTo>
                  <a:lnTo>
                    <a:pt x="134303" y="49435"/>
                  </a:lnTo>
                  <a:lnTo>
                    <a:pt x="134303" y="161354"/>
                  </a:lnTo>
                  <a:close/>
                  <a:moveTo>
                    <a:pt x="81915" y="5239"/>
                  </a:moveTo>
                  <a:lnTo>
                    <a:pt x="81915" y="66580"/>
                  </a:lnTo>
                  <a:cubicBezTo>
                    <a:pt x="74200" y="54197"/>
                    <a:pt x="62294" y="47815"/>
                    <a:pt x="48387" y="47815"/>
                  </a:cubicBezTo>
                  <a:cubicBezTo>
                    <a:pt x="20765" y="47815"/>
                    <a:pt x="0" y="69437"/>
                    <a:pt x="0" y="105442"/>
                  </a:cubicBezTo>
                  <a:cubicBezTo>
                    <a:pt x="0" y="135446"/>
                    <a:pt x="17240" y="162878"/>
                    <a:pt x="47911" y="162878"/>
                  </a:cubicBezTo>
                  <a:cubicBezTo>
                    <a:pt x="62484" y="162878"/>
                    <a:pt x="74390" y="156210"/>
                    <a:pt x="81915" y="143923"/>
                  </a:cubicBezTo>
                  <a:lnTo>
                    <a:pt x="81915" y="161354"/>
                  </a:lnTo>
                  <a:lnTo>
                    <a:pt x="108395" y="161354"/>
                  </a:lnTo>
                  <a:lnTo>
                    <a:pt x="108395" y="5239"/>
                  </a:lnTo>
                  <a:lnTo>
                    <a:pt x="81915" y="5239"/>
                  </a:lnTo>
                  <a:close/>
                  <a:moveTo>
                    <a:pt x="54102" y="140113"/>
                  </a:moveTo>
                  <a:cubicBezTo>
                    <a:pt x="39053" y="140113"/>
                    <a:pt x="27146" y="126683"/>
                    <a:pt x="27146" y="105918"/>
                  </a:cubicBezTo>
                  <a:cubicBezTo>
                    <a:pt x="27146" y="82486"/>
                    <a:pt x="39719" y="70390"/>
                    <a:pt x="54293" y="70390"/>
                  </a:cubicBezTo>
                  <a:cubicBezTo>
                    <a:pt x="66866" y="70390"/>
                    <a:pt x="81915" y="79915"/>
                    <a:pt x="81915" y="104394"/>
                  </a:cubicBezTo>
                  <a:cubicBezTo>
                    <a:pt x="81915" y="128873"/>
                    <a:pt x="69152" y="140208"/>
                    <a:pt x="54102" y="14020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</p:spTree>
    <p:extLst>
      <p:ext uri="{BB962C8B-B14F-4D97-AF65-F5344CB8AC3E}">
        <p14:creationId xmlns:p14="http://schemas.microsoft.com/office/powerpoint/2010/main" val="24194763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7015" userDrawn="1">
          <p15:clr>
            <a:srgbClr val="FBAE40"/>
          </p15:clr>
        </p15:guide>
        <p15:guide id="3" orient="horz" pos="1214" userDrawn="1">
          <p15:clr>
            <a:srgbClr val="FBAE40"/>
          </p15:clr>
        </p15:guide>
        <p15:guide id="4" orient="horz" pos="2682" userDrawn="1">
          <p15:clr>
            <a:srgbClr val="FBAE40"/>
          </p15:clr>
        </p15:guide>
        <p15:guide id="5" orient="horz" pos="2750" userDrawn="1">
          <p15:clr>
            <a:srgbClr val="FBAE40"/>
          </p15:clr>
        </p15:guide>
        <p15:guide id="6" orient="horz" pos="31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0441246-EB0F-2911-5201-881D05A6DF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88393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hteck 21">
            <a:extLst>
              <a:ext uri="{FF2B5EF4-FFF2-40B4-BE49-F238E27FC236}">
                <a16:creationId xmlns:a16="http://schemas.microsoft.com/office/drawing/2014/main" id="{824E0FD8-8C35-4688-8D07-75D10A332885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CD4306A-EA89-ED66-FE51-8D7EB48773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95325" y="2789934"/>
            <a:ext cx="10440985" cy="1558119"/>
          </a:xfrm>
        </p:spPr>
        <p:txBody>
          <a:bodyPr vert="horz" lIns="0" tIns="0" rIns="0" bIns="0" anchor="t">
            <a:noAutofit/>
          </a:bodyPr>
          <a:lstStyle>
            <a:lvl1pPr algn="l">
              <a:lnSpc>
                <a:spcPts val="6000"/>
              </a:lnSpc>
              <a:defRPr sz="5500">
                <a:solidFill>
                  <a:schemeClr val="tx1"/>
                </a:solidFill>
              </a:defRPr>
            </a:lvl1pPr>
          </a:lstStyle>
          <a:p>
            <a:r>
              <a:rPr lang="de-DE" noProof="0" dirty="0"/>
              <a:t>Kapitel.</a:t>
            </a:r>
            <a:br>
              <a:rPr lang="de-DE" noProof="0" dirty="0"/>
            </a:br>
            <a:r>
              <a:rPr lang="de-DE" noProof="0" dirty="0"/>
              <a:t>Direkt für Dich.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FF80B6F-948F-9008-CEA2-8C20C518E482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A833B58-CF64-BA1A-23CF-39FCC1747314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E7B9E-4EDD-DAF7-A165-941A8585E19A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C15A4BE-4E0A-68C8-DBF1-AE5098A1C74D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4596F0F-8377-9076-15EC-C210DB95787F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EA4F8A3E-653A-3F5F-7ABE-E2D7357143A3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</p:spTree>
    <p:extLst>
      <p:ext uri="{BB962C8B-B14F-4D97-AF65-F5344CB8AC3E}">
        <p14:creationId xmlns:p14="http://schemas.microsoft.com/office/powerpoint/2010/main" val="4596009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7015" userDrawn="1">
          <p15:clr>
            <a:srgbClr val="FBAE40"/>
          </p15:clr>
        </p15:guide>
        <p15:guide id="3" orient="horz" pos="1752" userDrawn="1">
          <p15:clr>
            <a:srgbClr val="FBAE40"/>
          </p15:clr>
        </p15:guide>
        <p15:guide id="4" orient="horz" pos="273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, Bild run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D3BB626-4039-0CF4-F5DF-6522E9FF53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982483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hteck 25">
            <a:extLst>
              <a:ext uri="{FF2B5EF4-FFF2-40B4-BE49-F238E27FC236}">
                <a16:creationId xmlns:a16="http://schemas.microsoft.com/office/drawing/2014/main" id="{AA9991A5-E584-4348-5D31-D75265C90D11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CD4306A-EA89-ED66-FE51-8D7EB48773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95325" y="2789934"/>
            <a:ext cx="5400675" cy="1558119"/>
          </a:xfrm>
        </p:spPr>
        <p:txBody>
          <a:bodyPr vert="horz" lIns="0" tIns="0" rIns="0" bIns="0" anchor="t">
            <a:noAutofit/>
          </a:bodyPr>
          <a:lstStyle>
            <a:lvl1pPr algn="l">
              <a:lnSpc>
                <a:spcPts val="6000"/>
              </a:lnSpc>
              <a:defRPr sz="5500">
                <a:solidFill>
                  <a:schemeClr val="tx1"/>
                </a:solidFill>
              </a:defRPr>
            </a:lvl1pPr>
          </a:lstStyle>
          <a:p>
            <a:r>
              <a:rPr lang="de-DE" noProof="0" dirty="0"/>
              <a:t>Kapitel.</a:t>
            </a:r>
            <a:br>
              <a:rPr lang="de-DE" noProof="0" dirty="0"/>
            </a:br>
            <a:r>
              <a:rPr lang="de-DE" noProof="0" dirty="0"/>
              <a:t>Direkt für Dich.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FF80B6F-948F-9008-CEA2-8C20C518E482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A833B58-CF64-BA1A-23CF-39FCC1747314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E7B9E-4EDD-DAF7-A165-941A8585E19A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C15A4BE-4E0A-68C8-DBF1-AE5098A1C74D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4596F0F-8377-9076-15EC-C210DB95787F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EA4F8A3E-653A-3F5F-7ABE-E2D7357143A3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25" name="Bildplatzhalter 24">
            <a:extLst>
              <a:ext uri="{FF2B5EF4-FFF2-40B4-BE49-F238E27FC236}">
                <a16:creationId xmlns:a16="http://schemas.microsoft.com/office/drawing/2014/main" id="{BC1A92CF-62DA-31A1-A211-B014464C73A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7304742" y="1"/>
            <a:ext cx="4887258" cy="5507513"/>
          </a:xfrm>
          <a:custGeom>
            <a:avLst/>
            <a:gdLst>
              <a:gd name="connsiteX0" fmla="*/ 958139 w 4887258"/>
              <a:gd name="connsiteY0" fmla="*/ 0 h 5507513"/>
              <a:gd name="connsiteX1" fmla="*/ 4887258 w 4887258"/>
              <a:gd name="connsiteY1" fmla="*/ 0 h 5507513"/>
              <a:gd name="connsiteX2" fmla="*/ 4887258 w 4887258"/>
              <a:gd name="connsiteY2" fmla="*/ 5507513 h 5507513"/>
              <a:gd name="connsiteX3" fmla="*/ 2220666 w 4887258"/>
              <a:gd name="connsiteY3" fmla="*/ 5507513 h 5507513"/>
              <a:gd name="connsiteX4" fmla="*/ 559682 w 4887258"/>
              <a:gd name="connsiteY4" fmla="*/ 4983829 h 5507513"/>
              <a:gd name="connsiteX5" fmla="*/ 559682 w 4887258"/>
              <a:gd name="connsiteY5" fmla="*/ 4089737 h 5507513"/>
              <a:gd name="connsiteX6" fmla="*/ 0 w 4887258"/>
              <a:gd name="connsiteY6" fmla="*/ 2608614 h 5507513"/>
              <a:gd name="connsiteX7" fmla="*/ 559682 w 4887258"/>
              <a:gd name="connsiteY7" fmla="*/ 1127492 h 5507513"/>
              <a:gd name="connsiteX8" fmla="*/ 559682 w 4887258"/>
              <a:gd name="connsiteY8" fmla="*/ 233526 h 5507513"/>
              <a:gd name="connsiteX9" fmla="*/ 930561 w 4887258"/>
              <a:gd name="connsiteY9" fmla="*/ 12479 h 550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887258" h="5507513">
                <a:moveTo>
                  <a:pt x="958139" y="0"/>
                </a:moveTo>
                <a:lnTo>
                  <a:pt x="4887258" y="0"/>
                </a:lnTo>
                <a:lnTo>
                  <a:pt x="4887258" y="5507513"/>
                </a:lnTo>
                <a:lnTo>
                  <a:pt x="2220666" y="5507513"/>
                </a:lnTo>
                <a:cubicBezTo>
                  <a:pt x="1602471" y="5507513"/>
                  <a:pt x="1029687" y="5313787"/>
                  <a:pt x="559682" y="4983829"/>
                </a:cubicBezTo>
                <a:lnTo>
                  <a:pt x="559682" y="4089737"/>
                </a:lnTo>
                <a:cubicBezTo>
                  <a:pt x="211280" y="3694778"/>
                  <a:pt x="0" y="3176309"/>
                  <a:pt x="0" y="2608614"/>
                </a:cubicBezTo>
                <a:cubicBezTo>
                  <a:pt x="0" y="2040918"/>
                  <a:pt x="211153" y="1522449"/>
                  <a:pt x="559682" y="1127492"/>
                </a:cubicBezTo>
                <a:lnTo>
                  <a:pt x="559682" y="233526"/>
                </a:lnTo>
                <a:cubicBezTo>
                  <a:pt x="677184" y="151037"/>
                  <a:pt x="801109" y="77054"/>
                  <a:pt x="930561" y="12479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24" name="Freihandform: Form 23">
            <a:extLst>
              <a:ext uri="{FF2B5EF4-FFF2-40B4-BE49-F238E27FC236}">
                <a16:creationId xmlns:a16="http://schemas.microsoft.com/office/drawing/2014/main" id="{F5E97AEC-BF2A-8F15-4D2F-F47B5989ACCD}"/>
              </a:ext>
            </a:extLst>
          </p:cNvPr>
          <p:cNvSpPr/>
          <p:nvPr userDrawn="1"/>
        </p:nvSpPr>
        <p:spPr bwMode="gray">
          <a:xfrm>
            <a:off x="6634523" y="233525"/>
            <a:ext cx="1229901" cy="4750429"/>
          </a:xfrm>
          <a:custGeom>
            <a:avLst/>
            <a:gdLst>
              <a:gd name="connsiteX0" fmla="*/ 920972 w 920972"/>
              <a:gd name="connsiteY0" fmla="*/ 3557111 h 3557206"/>
              <a:gd name="connsiteX1" fmla="*/ 0 w 920972"/>
              <a:gd name="connsiteY1" fmla="*/ 1778508 h 3557206"/>
              <a:gd name="connsiteX2" fmla="*/ 920972 w 920972"/>
              <a:gd name="connsiteY2" fmla="*/ 0 h 3557206"/>
              <a:gd name="connsiteX3" fmla="*/ 920972 w 920972"/>
              <a:gd name="connsiteY3" fmla="*/ 669512 h 3557206"/>
              <a:gd name="connsiteX4" fmla="*/ 501872 w 920972"/>
              <a:gd name="connsiteY4" fmla="*/ 1778603 h 3557206"/>
              <a:gd name="connsiteX5" fmla="*/ 920972 w 920972"/>
              <a:gd name="connsiteY5" fmla="*/ 2887694 h 3557206"/>
              <a:gd name="connsiteX6" fmla="*/ 920972 w 920972"/>
              <a:gd name="connsiteY6" fmla="*/ 3557207 h 355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20972" h="3557206">
                <a:moveTo>
                  <a:pt x="920972" y="3557111"/>
                </a:moveTo>
                <a:cubicBezTo>
                  <a:pt x="363474" y="3162110"/>
                  <a:pt x="0" y="2512695"/>
                  <a:pt x="0" y="1778508"/>
                </a:cubicBezTo>
                <a:cubicBezTo>
                  <a:pt x="0" y="1044321"/>
                  <a:pt x="363569" y="395002"/>
                  <a:pt x="920972" y="0"/>
                </a:cubicBezTo>
                <a:lnTo>
                  <a:pt x="920972" y="669512"/>
                </a:lnTo>
                <a:cubicBezTo>
                  <a:pt x="659987" y="965264"/>
                  <a:pt x="501872" y="1353503"/>
                  <a:pt x="501872" y="1778603"/>
                </a:cubicBezTo>
                <a:cubicBezTo>
                  <a:pt x="501872" y="2203704"/>
                  <a:pt x="660082" y="2591943"/>
                  <a:pt x="920972" y="2887694"/>
                </a:cubicBezTo>
                <a:lnTo>
                  <a:pt x="920972" y="3557207"/>
                </a:lnTo>
                <a:close/>
              </a:path>
            </a:pathLst>
          </a:custGeom>
          <a:solidFill>
            <a:srgbClr val="FEA1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5043018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752" userDrawn="1">
          <p15:clr>
            <a:srgbClr val="FBAE40"/>
          </p15:clr>
        </p15:guide>
        <p15:guide id="4" orient="horz" pos="273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, Bild ecki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EC7B9F8-F3F2-08A6-61E9-23195A392FB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84727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eck 9">
            <a:extLst>
              <a:ext uri="{FF2B5EF4-FFF2-40B4-BE49-F238E27FC236}">
                <a16:creationId xmlns:a16="http://schemas.microsoft.com/office/drawing/2014/main" id="{55BA8418-69DD-E22C-6269-A631D33C8474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CD4306A-EA89-ED66-FE51-8D7EB48773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95325" y="2789934"/>
            <a:ext cx="5400675" cy="1558119"/>
          </a:xfrm>
        </p:spPr>
        <p:txBody>
          <a:bodyPr vert="horz" lIns="0" tIns="0" rIns="0" bIns="0" anchor="t">
            <a:noAutofit/>
          </a:bodyPr>
          <a:lstStyle>
            <a:lvl1pPr algn="l">
              <a:lnSpc>
                <a:spcPts val="6000"/>
              </a:lnSpc>
              <a:defRPr sz="5500">
                <a:solidFill>
                  <a:schemeClr val="tx1"/>
                </a:solidFill>
              </a:defRPr>
            </a:lvl1pPr>
          </a:lstStyle>
          <a:p>
            <a:r>
              <a:rPr lang="de-DE" noProof="0" dirty="0"/>
              <a:t>Kapitel.</a:t>
            </a:r>
            <a:br>
              <a:rPr lang="de-DE" noProof="0" dirty="0"/>
            </a:br>
            <a:r>
              <a:rPr lang="de-DE" noProof="0" dirty="0"/>
              <a:t>Direkt für Dich.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FF80B6F-948F-9008-CEA2-8C20C518E482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A833B58-CF64-BA1A-23CF-39FCC1747314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E7B9E-4EDD-DAF7-A165-941A8585E19A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C15A4BE-4E0A-68C8-DBF1-AE5098A1C74D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4596F0F-8377-9076-15EC-C210DB95787F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EA4F8A3E-653A-3F5F-7ABE-E2D7357143A3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08F44F7B-18F8-503D-CB87-4D67236A9D3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6634524" y="0"/>
            <a:ext cx="5559877" cy="5507513"/>
          </a:xfrm>
          <a:custGeom>
            <a:avLst/>
            <a:gdLst>
              <a:gd name="connsiteX0" fmla="*/ 0 w 5559877"/>
              <a:gd name="connsiteY0" fmla="*/ 0 h 5507513"/>
              <a:gd name="connsiteX1" fmla="*/ 5559877 w 5559877"/>
              <a:gd name="connsiteY1" fmla="*/ 0 h 5507513"/>
              <a:gd name="connsiteX2" fmla="*/ 5559877 w 5559877"/>
              <a:gd name="connsiteY2" fmla="*/ 5507513 h 5507513"/>
              <a:gd name="connsiteX3" fmla="*/ 403317 w 5559877"/>
              <a:gd name="connsiteY3" fmla="*/ 5507513 h 5507513"/>
              <a:gd name="connsiteX4" fmla="*/ 0 w 5559877"/>
              <a:gd name="connsiteY4" fmla="*/ 5104196 h 550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59877" h="5507513">
                <a:moveTo>
                  <a:pt x="0" y="0"/>
                </a:moveTo>
                <a:lnTo>
                  <a:pt x="5559877" y="0"/>
                </a:lnTo>
                <a:lnTo>
                  <a:pt x="5559877" y="5507513"/>
                </a:lnTo>
                <a:lnTo>
                  <a:pt x="403317" y="5507513"/>
                </a:lnTo>
                <a:cubicBezTo>
                  <a:pt x="180571" y="5507513"/>
                  <a:pt x="0" y="5326942"/>
                  <a:pt x="0" y="5104196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2696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752" userDrawn="1">
          <p15:clr>
            <a:srgbClr val="FBAE40"/>
          </p15:clr>
        </p15:guide>
        <p15:guide id="4" orient="horz" pos="273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la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C928839-8A08-64D0-1CF0-B87327C98B5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98579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384159D7-6C34-2AD1-DF4E-AC204C715E8E}"/>
              </a:ext>
            </a:extLst>
          </p:cNvPr>
          <p:cNvSpPr/>
          <p:nvPr userDrawn="1"/>
        </p:nvSpPr>
        <p:spPr bwMode="gray">
          <a:xfrm>
            <a:off x="9001125" y="223838"/>
            <a:ext cx="3190875" cy="6410326"/>
          </a:xfrm>
          <a:custGeom>
            <a:avLst/>
            <a:gdLst>
              <a:gd name="connsiteX0" fmla="*/ 364345 w 3190875"/>
              <a:gd name="connsiteY0" fmla="*/ 0 h 6410326"/>
              <a:gd name="connsiteX1" fmla="*/ 3190875 w 3190875"/>
              <a:gd name="connsiteY1" fmla="*/ 0 h 6410326"/>
              <a:gd name="connsiteX2" fmla="*/ 3190875 w 3190875"/>
              <a:gd name="connsiteY2" fmla="*/ 6410326 h 6410326"/>
              <a:gd name="connsiteX3" fmla="*/ 364345 w 3190875"/>
              <a:gd name="connsiteY3" fmla="*/ 6410326 h 6410326"/>
              <a:gd name="connsiteX4" fmla="*/ 0 w 3190875"/>
              <a:gd name="connsiteY4" fmla="*/ 6045981 h 6410326"/>
              <a:gd name="connsiteX5" fmla="*/ 0 w 3190875"/>
              <a:gd name="connsiteY5" fmla="*/ 364345 h 6410326"/>
              <a:gd name="connsiteX6" fmla="*/ 364345 w 3190875"/>
              <a:gd name="connsiteY6" fmla="*/ 0 h 6410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5" h="6410326">
                <a:moveTo>
                  <a:pt x="364345" y="0"/>
                </a:moveTo>
                <a:lnTo>
                  <a:pt x="3190875" y="0"/>
                </a:lnTo>
                <a:lnTo>
                  <a:pt x="3190875" y="6410326"/>
                </a:lnTo>
                <a:lnTo>
                  <a:pt x="364345" y="6410326"/>
                </a:lnTo>
                <a:cubicBezTo>
                  <a:pt x="163123" y="6410326"/>
                  <a:pt x="0" y="6247203"/>
                  <a:pt x="0" y="6045981"/>
                </a:cubicBezTo>
                <a:lnTo>
                  <a:pt x="0" y="364345"/>
                </a:lnTo>
                <a:cubicBezTo>
                  <a:pt x="0" y="163123"/>
                  <a:pt x="163123" y="0"/>
                  <a:pt x="36434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325" y="407502"/>
            <a:ext cx="7667625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 bwMode="gray">
          <a:xfrm>
            <a:off x="695326" y="1665288"/>
            <a:ext cx="7667624" cy="47513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B50C5BE7-B7D9-6C14-F3B9-54CF6E170787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  <a:solidFill>
            <a:schemeClr val="bg1"/>
          </a:solidFill>
        </p:grpSpPr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CEB4401E-03B6-7CC5-1E18-CFD815DF9B09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08FB7B45-C1A0-2C0D-CFDD-0781B6325124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6C8FB593-6E53-9415-973B-A5E2E84D9502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41035E1C-75AF-0B85-42D0-515DFEFAC2A7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65F417AA-D79A-733A-4826-813B3A0D4C92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38EE44C9-F37F-7F6B-FC25-2653E28D6E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9625013" y="658761"/>
            <a:ext cx="2124075" cy="4989294"/>
          </a:xfrm>
        </p:spPr>
        <p:txBody>
          <a:bodyPr/>
          <a:lstStyle>
            <a:lvl1pPr>
              <a:spcBef>
                <a:spcPts val="3000"/>
              </a:spcBef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1. Thema steht hier</a:t>
            </a:r>
          </a:p>
        </p:txBody>
      </p:sp>
    </p:spTree>
    <p:extLst>
      <p:ext uri="{BB962C8B-B14F-4D97-AF65-F5344CB8AC3E}">
        <p14:creationId xmlns:p14="http://schemas.microsoft.com/office/powerpoint/2010/main" val="12095826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063" userDrawn="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 userDrawn="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 userDrawn="1">
          <p15:clr>
            <a:srgbClr val="FBAE40"/>
          </p15:clr>
        </p15:guide>
        <p15:guide id="8" pos="526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hellbla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7D99B2C-962C-EC3F-8C2F-BA95744B65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35938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384159D7-6C34-2AD1-DF4E-AC204C715E8E}"/>
              </a:ext>
            </a:extLst>
          </p:cNvPr>
          <p:cNvSpPr/>
          <p:nvPr userDrawn="1"/>
        </p:nvSpPr>
        <p:spPr bwMode="gray">
          <a:xfrm>
            <a:off x="9001125" y="223838"/>
            <a:ext cx="3190875" cy="6410326"/>
          </a:xfrm>
          <a:custGeom>
            <a:avLst/>
            <a:gdLst>
              <a:gd name="connsiteX0" fmla="*/ 364345 w 3190875"/>
              <a:gd name="connsiteY0" fmla="*/ 0 h 6410326"/>
              <a:gd name="connsiteX1" fmla="*/ 3190875 w 3190875"/>
              <a:gd name="connsiteY1" fmla="*/ 0 h 6410326"/>
              <a:gd name="connsiteX2" fmla="*/ 3190875 w 3190875"/>
              <a:gd name="connsiteY2" fmla="*/ 6410326 h 6410326"/>
              <a:gd name="connsiteX3" fmla="*/ 364345 w 3190875"/>
              <a:gd name="connsiteY3" fmla="*/ 6410326 h 6410326"/>
              <a:gd name="connsiteX4" fmla="*/ 0 w 3190875"/>
              <a:gd name="connsiteY4" fmla="*/ 6045981 h 6410326"/>
              <a:gd name="connsiteX5" fmla="*/ 0 w 3190875"/>
              <a:gd name="connsiteY5" fmla="*/ 364345 h 6410326"/>
              <a:gd name="connsiteX6" fmla="*/ 364345 w 3190875"/>
              <a:gd name="connsiteY6" fmla="*/ 0 h 6410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5" h="6410326">
                <a:moveTo>
                  <a:pt x="364345" y="0"/>
                </a:moveTo>
                <a:lnTo>
                  <a:pt x="3190875" y="0"/>
                </a:lnTo>
                <a:lnTo>
                  <a:pt x="3190875" y="6410326"/>
                </a:lnTo>
                <a:lnTo>
                  <a:pt x="364345" y="6410326"/>
                </a:lnTo>
                <a:cubicBezTo>
                  <a:pt x="163123" y="6410326"/>
                  <a:pt x="0" y="6247203"/>
                  <a:pt x="0" y="6045981"/>
                </a:cubicBezTo>
                <a:lnTo>
                  <a:pt x="0" y="364345"/>
                </a:lnTo>
                <a:cubicBezTo>
                  <a:pt x="0" y="163123"/>
                  <a:pt x="163123" y="0"/>
                  <a:pt x="364345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325" y="407502"/>
            <a:ext cx="7667626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 bwMode="gray">
          <a:xfrm>
            <a:off x="695325" y="1665288"/>
            <a:ext cx="7667625" cy="47513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B50C5BE7-B7D9-6C14-F3B9-54CF6E170787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  <a:solidFill>
            <a:schemeClr val="tx1"/>
          </a:solidFill>
        </p:grpSpPr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CEB4401E-03B6-7CC5-1E18-CFD815DF9B09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08FB7B45-C1A0-2C0D-CFDD-0781B6325124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6C8FB593-6E53-9415-973B-A5E2E84D9502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41035E1C-75AF-0B85-42D0-515DFEFAC2A7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65F417AA-D79A-733A-4826-813B3A0D4C92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38EE44C9-F37F-7F6B-FC25-2653E28D6E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9625013" y="658762"/>
            <a:ext cx="2124075" cy="4989294"/>
          </a:xfrm>
        </p:spPr>
        <p:txBody>
          <a:bodyPr/>
          <a:lstStyle>
            <a:lvl1pPr>
              <a:spcBef>
                <a:spcPts val="3000"/>
              </a:spcBef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1. Thema steht hier</a:t>
            </a:r>
          </a:p>
        </p:txBody>
      </p:sp>
    </p:spTree>
    <p:extLst>
      <p:ext uri="{BB962C8B-B14F-4D97-AF65-F5344CB8AC3E}">
        <p14:creationId xmlns:p14="http://schemas.microsoft.com/office/powerpoint/2010/main" val="865442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5269" userDrawn="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 userDrawn="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 userDrawn="1">
          <p15:clr>
            <a:srgbClr val="FBAE40"/>
          </p15:clr>
        </p15:guide>
        <p15:guide id="8" pos="6063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2A896A75-9AEF-794E-5FE1-1845771FDB7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900129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325" y="407502"/>
            <a:ext cx="10117137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 bwMode="gray">
          <a:xfrm>
            <a:off x="695325" y="1665288"/>
            <a:ext cx="10117137" cy="47513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2020042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1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 userDrawn="1">
          <p15:clr>
            <a:srgbClr val="FBAE40"/>
          </p15:clr>
        </p15:guide>
        <p15:guide id="4" orient="horz" pos="1049" userDrawn="1">
          <p15:clr>
            <a:srgbClr val="FBAE40"/>
          </p15:clr>
        </p15:guide>
        <p15:guide id="5" pos="7401" userDrawn="1">
          <p15:clr>
            <a:srgbClr val="FBAE40"/>
          </p15:clr>
        </p15:guide>
        <p15:guide id="7" orient="horz" pos="4042" userDrawn="1">
          <p15:clr>
            <a:srgbClr val="FBAE40"/>
          </p15:clr>
        </p15:guide>
        <p15:guide id="8" orient="horz" pos="25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065910E-A27C-F6FA-4F64-E286E8B652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59060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065910E-A27C-F6FA-4F64-E286E8B652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>
            <a:extLst>
              <a:ext uri="{FF2B5EF4-FFF2-40B4-BE49-F238E27FC236}">
                <a16:creationId xmlns:a16="http://schemas.microsoft.com/office/drawing/2014/main" id="{E57A4704-128F-1C29-E952-AA09A682CACB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tIns="144000" rIns="216000" bIns="144000" rtlCol="0" anchor="t">
            <a:noAutofit/>
          </a:bodyPr>
          <a:lstStyle/>
          <a:p>
            <a:pPr algn="l"/>
            <a:endParaRPr lang="de-DE" sz="2000" dirty="0" err="1"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DF17B651-2941-F5C3-3231-B4600692B44D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5" name="Freihandform: Form 4">
              <a:extLst>
                <a:ext uri="{FF2B5EF4-FFF2-40B4-BE49-F238E27FC236}">
                  <a16:creationId xmlns:a16="http://schemas.microsoft.com/office/drawing/2014/main" id="{4C7E610C-5359-5BD6-DEE9-381AB81F25AC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8C990E17-C3DF-1FF0-9C56-DE9569945C76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1D1EF497-5405-DD91-0D2C-E1525E98DD15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263985A6-87BD-3DC9-E3DE-E0E66EE5C8B7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4AC44EC1-9969-1F56-296F-D00F4D949212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10" name="Titel 9">
            <a:extLst>
              <a:ext uri="{FF2B5EF4-FFF2-40B4-BE49-F238E27FC236}">
                <a16:creationId xmlns:a16="http://schemas.microsoft.com/office/drawing/2014/main" id="{EC1AC57C-8812-7FCC-5EBB-5B57A17146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Headline</a:t>
            </a:r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FA107CF8-F9EE-13F6-0E8B-34FD0F8745E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5325" y="1665287"/>
            <a:ext cx="10117138" cy="4751387"/>
          </a:xfrm>
        </p:spPr>
        <p:txBody>
          <a:bodyPr/>
          <a:lstStyle/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93119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blau mit Rah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065910E-A27C-F6FA-4F64-E286E8B652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39944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E57A4704-128F-1C29-E952-AA09A682CACB}"/>
              </a:ext>
            </a:extLst>
          </p:cNvPr>
          <p:cNvSpPr>
            <a:spLocks/>
          </p:cNvSpPr>
          <p:nvPr userDrawn="1"/>
        </p:nvSpPr>
        <p:spPr>
          <a:xfrm>
            <a:off x="228600" y="228600"/>
            <a:ext cx="11734800" cy="6400800"/>
          </a:xfrm>
          <a:custGeom>
            <a:avLst/>
            <a:gdLst>
              <a:gd name="connsiteX0" fmla="*/ 354796 w 11734800"/>
              <a:gd name="connsiteY0" fmla="*/ 0 h 6400800"/>
              <a:gd name="connsiteX1" fmla="*/ 11380004 w 11734800"/>
              <a:gd name="connsiteY1" fmla="*/ 0 h 6400800"/>
              <a:gd name="connsiteX2" fmla="*/ 11734800 w 11734800"/>
              <a:gd name="connsiteY2" fmla="*/ 354796 h 6400800"/>
              <a:gd name="connsiteX3" fmla="*/ 11734800 w 11734800"/>
              <a:gd name="connsiteY3" fmla="*/ 6046004 h 6400800"/>
              <a:gd name="connsiteX4" fmla="*/ 11380004 w 11734800"/>
              <a:gd name="connsiteY4" fmla="*/ 6400800 h 6400800"/>
              <a:gd name="connsiteX5" fmla="*/ 354796 w 11734800"/>
              <a:gd name="connsiteY5" fmla="*/ 6400800 h 6400800"/>
              <a:gd name="connsiteX6" fmla="*/ 0 w 11734800"/>
              <a:gd name="connsiteY6" fmla="*/ 6046004 h 6400800"/>
              <a:gd name="connsiteX7" fmla="*/ 0 w 11734800"/>
              <a:gd name="connsiteY7" fmla="*/ 354796 h 6400800"/>
              <a:gd name="connsiteX8" fmla="*/ 354796 w 11734800"/>
              <a:gd name="connsiteY8" fmla="*/ 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34800" h="6400800">
                <a:moveTo>
                  <a:pt x="354796" y="0"/>
                </a:moveTo>
                <a:lnTo>
                  <a:pt x="11380004" y="0"/>
                </a:lnTo>
                <a:cubicBezTo>
                  <a:pt x="11575952" y="0"/>
                  <a:pt x="11734800" y="158848"/>
                  <a:pt x="11734800" y="354796"/>
                </a:cubicBezTo>
                <a:lnTo>
                  <a:pt x="11734800" y="6046004"/>
                </a:lnTo>
                <a:cubicBezTo>
                  <a:pt x="11734800" y="6241952"/>
                  <a:pt x="11575952" y="6400800"/>
                  <a:pt x="11380004" y="6400800"/>
                </a:cubicBezTo>
                <a:lnTo>
                  <a:pt x="354796" y="6400800"/>
                </a:lnTo>
                <a:cubicBezTo>
                  <a:pt x="158848" y="6400800"/>
                  <a:pt x="0" y="6241952"/>
                  <a:pt x="0" y="6046004"/>
                </a:cubicBezTo>
                <a:lnTo>
                  <a:pt x="0" y="354796"/>
                </a:lnTo>
                <a:cubicBezTo>
                  <a:pt x="0" y="158848"/>
                  <a:pt x="158848" y="0"/>
                  <a:pt x="354796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tIns="144000" rIns="216000" bIns="144000" rtlCol="0" anchor="t">
            <a:noAutofit/>
          </a:bodyPr>
          <a:lstStyle/>
          <a:p>
            <a:pPr algn="l"/>
            <a:endParaRPr lang="de-DE" sz="2000" dirty="0" err="1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86F8115D-551E-F13D-5CBC-A9663BCA74C4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353F53EE-65E9-C8C3-EFE4-68127D2FE390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5A99A042-B91E-A69A-4E15-EC00255EBB15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E68B10AE-753C-F373-8C64-A7461BA25A2F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7624F686-32D9-0C38-0973-04F8C0D32CB8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00AB099E-03CC-2AAC-7260-F5461E9634F8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12" name="Titel 11">
            <a:extLst>
              <a:ext uri="{FF2B5EF4-FFF2-40B4-BE49-F238E27FC236}">
                <a16:creationId xmlns:a16="http://schemas.microsoft.com/office/drawing/2014/main" id="{1CDFB8DC-72F5-1823-45B8-39700B817E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Headline</a:t>
            </a:r>
            <a:endParaRPr lang="de-DE" dirty="0"/>
          </a:p>
        </p:txBody>
      </p:sp>
      <p:sp>
        <p:nvSpPr>
          <p:cNvPr id="16" name="Inhaltsplatzhalter 15">
            <a:extLst>
              <a:ext uri="{FF2B5EF4-FFF2-40B4-BE49-F238E27FC236}">
                <a16:creationId xmlns:a16="http://schemas.microsoft.com/office/drawing/2014/main" id="{34B8B74E-DE9B-5A4F-E392-D34F6E14E85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5325" y="1665287"/>
            <a:ext cx="10117138" cy="4751387"/>
          </a:xfrm>
        </p:spPr>
        <p:txBody>
          <a:bodyPr/>
          <a:lstStyle/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1298048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6D91B72-9A3F-43AB-0310-371CB3BDF9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413591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407502"/>
            <a:ext cx="10117138" cy="7524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de-DE" noProof="0" dirty="0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882766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 userDrawn="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 userDrawn="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01111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 userDrawn="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 userDrawn="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Fläche hel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19DF401-D7CE-3400-C8EF-58B32362FD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167276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reihandform: Form 2">
            <a:extLst>
              <a:ext uri="{FF2B5EF4-FFF2-40B4-BE49-F238E27FC236}">
                <a16:creationId xmlns:a16="http://schemas.microsoft.com/office/drawing/2014/main" id="{7D732B68-60F5-8379-004C-0732354037E9}"/>
              </a:ext>
            </a:extLst>
          </p:cNvPr>
          <p:cNvSpPr/>
          <p:nvPr userDrawn="1"/>
        </p:nvSpPr>
        <p:spPr>
          <a:xfrm>
            <a:off x="5048249" y="223838"/>
            <a:ext cx="7143750" cy="6410326"/>
          </a:xfrm>
          <a:custGeom>
            <a:avLst/>
            <a:gdLst>
              <a:gd name="connsiteX0" fmla="*/ 364345 w 7143750"/>
              <a:gd name="connsiteY0" fmla="*/ 0 h 6410326"/>
              <a:gd name="connsiteX1" fmla="*/ 2362200 w 7143750"/>
              <a:gd name="connsiteY1" fmla="*/ 0 h 6410326"/>
              <a:gd name="connsiteX2" fmla="*/ 3190875 w 7143750"/>
              <a:gd name="connsiteY2" fmla="*/ 0 h 6410326"/>
              <a:gd name="connsiteX3" fmla="*/ 7143750 w 7143750"/>
              <a:gd name="connsiteY3" fmla="*/ 0 h 6410326"/>
              <a:gd name="connsiteX4" fmla="*/ 7143750 w 7143750"/>
              <a:gd name="connsiteY4" fmla="*/ 6410326 h 6410326"/>
              <a:gd name="connsiteX5" fmla="*/ 3190875 w 7143750"/>
              <a:gd name="connsiteY5" fmla="*/ 6410326 h 6410326"/>
              <a:gd name="connsiteX6" fmla="*/ 2362200 w 7143750"/>
              <a:gd name="connsiteY6" fmla="*/ 6410326 h 6410326"/>
              <a:gd name="connsiteX7" fmla="*/ 364345 w 7143750"/>
              <a:gd name="connsiteY7" fmla="*/ 6410326 h 6410326"/>
              <a:gd name="connsiteX8" fmla="*/ 0 w 7143750"/>
              <a:gd name="connsiteY8" fmla="*/ 6045981 h 6410326"/>
              <a:gd name="connsiteX9" fmla="*/ 0 w 7143750"/>
              <a:gd name="connsiteY9" fmla="*/ 364345 h 6410326"/>
              <a:gd name="connsiteX10" fmla="*/ 364345 w 7143750"/>
              <a:gd name="connsiteY10" fmla="*/ 0 h 6410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143750" h="6410326">
                <a:moveTo>
                  <a:pt x="364345" y="0"/>
                </a:moveTo>
                <a:lnTo>
                  <a:pt x="2362200" y="0"/>
                </a:lnTo>
                <a:lnTo>
                  <a:pt x="3190875" y="0"/>
                </a:lnTo>
                <a:lnTo>
                  <a:pt x="7143750" y="0"/>
                </a:lnTo>
                <a:lnTo>
                  <a:pt x="7143750" y="6410326"/>
                </a:lnTo>
                <a:lnTo>
                  <a:pt x="3190875" y="6410326"/>
                </a:lnTo>
                <a:lnTo>
                  <a:pt x="2362200" y="6410326"/>
                </a:lnTo>
                <a:lnTo>
                  <a:pt x="364345" y="6410326"/>
                </a:lnTo>
                <a:cubicBezTo>
                  <a:pt x="163123" y="6410326"/>
                  <a:pt x="0" y="6247203"/>
                  <a:pt x="0" y="6045981"/>
                </a:cubicBezTo>
                <a:lnTo>
                  <a:pt x="0" y="364345"/>
                </a:lnTo>
                <a:cubicBezTo>
                  <a:pt x="0" y="163123"/>
                  <a:pt x="163123" y="0"/>
                  <a:pt x="364345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223838"/>
            <a:ext cx="3960813" cy="6410326"/>
          </a:xfrm>
        </p:spPr>
        <p:txBody>
          <a:bodyPr vert="horz" anchor="ctr"/>
          <a:lstStyle>
            <a:lvl1pPr algn="l">
              <a:defRPr/>
            </a:lvl1pPr>
          </a:lstStyle>
          <a:p>
            <a:r>
              <a:rPr lang="de-DE" noProof="0" dirty="0"/>
              <a:t>Hier steht </a:t>
            </a:r>
            <a:br>
              <a:rPr lang="de-DE" noProof="0" dirty="0"/>
            </a:br>
            <a:r>
              <a:rPr lang="de-DE" noProof="0" dirty="0"/>
              <a:t>ein Titel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B50C5BE7-B7D9-6C14-F3B9-54CF6E170787}"/>
              </a:ext>
            </a:extLst>
          </p:cNvPr>
          <p:cNvGrpSpPr/>
          <p:nvPr userDrawn="1"/>
        </p:nvGrpSpPr>
        <p:grpSpPr>
          <a:xfrm>
            <a:off x="11312455" y="5967857"/>
            <a:ext cx="436633" cy="448818"/>
            <a:chOff x="9449144" y="6858416"/>
            <a:chExt cx="436633" cy="448818"/>
          </a:xfrm>
          <a:solidFill>
            <a:schemeClr val="tx1"/>
          </a:solidFill>
        </p:grpSpPr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CEB4401E-03B6-7CC5-1E18-CFD815DF9B09}"/>
                </a:ext>
              </a:extLst>
            </p:cNvPr>
            <p:cNvSpPr/>
            <p:nvPr/>
          </p:nvSpPr>
          <p:spPr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08FB7B45-C1A0-2C0D-CFDD-0781B6325124}"/>
                </a:ext>
              </a:extLst>
            </p:cNvPr>
            <p:cNvSpPr/>
            <p:nvPr/>
          </p:nvSpPr>
          <p:spPr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6C8FB593-6E53-9415-973B-A5E2E84D9502}"/>
                </a:ext>
              </a:extLst>
            </p:cNvPr>
            <p:cNvSpPr/>
            <p:nvPr/>
          </p:nvSpPr>
          <p:spPr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41035E1C-75AF-0B85-42D0-515DFEFAC2A7}"/>
                </a:ext>
              </a:extLst>
            </p:cNvPr>
            <p:cNvSpPr/>
            <p:nvPr/>
          </p:nvSpPr>
          <p:spPr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65F417AA-D79A-733A-4826-813B3A0D4C92}"/>
                </a:ext>
              </a:extLst>
            </p:cNvPr>
            <p:cNvSpPr/>
            <p:nvPr/>
          </p:nvSpPr>
          <p:spPr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</p:spTree>
    <p:extLst>
      <p:ext uri="{BB962C8B-B14F-4D97-AF65-F5344CB8AC3E}">
        <p14:creationId xmlns:p14="http://schemas.microsoft.com/office/powerpoint/2010/main" val="20572894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 userDrawn="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 userDrawn="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 userDrawn="1">
          <p15:clr>
            <a:srgbClr val="FBAE40"/>
          </p15:clr>
        </p15:guide>
        <p15:guide id="9" pos="3182" userDrawn="1">
          <p15:clr>
            <a:srgbClr val="FBAE40"/>
          </p15:clr>
        </p15:guide>
        <p15:guide id="10" pos="2933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Fläche hel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B62F485-E351-3553-32FF-03D91968574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86629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B385C8FF-9FD3-5119-8C5C-CBA629B90DD4}"/>
              </a:ext>
            </a:extLst>
          </p:cNvPr>
          <p:cNvSpPr>
            <a:spLocks/>
          </p:cNvSpPr>
          <p:nvPr userDrawn="1"/>
        </p:nvSpPr>
        <p:spPr>
          <a:xfrm>
            <a:off x="5048249" y="228600"/>
            <a:ext cx="7143750" cy="6400800"/>
          </a:xfrm>
          <a:custGeom>
            <a:avLst/>
            <a:gdLst>
              <a:gd name="connsiteX0" fmla="*/ 364345 w 7143750"/>
              <a:gd name="connsiteY0" fmla="*/ 0 h 6410326"/>
              <a:gd name="connsiteX1" fmla="*/ 2362200 w 7143750"/>
              <a:gd name="connsiteY1" fmla="*/ 0 h 6410326"/>
              <a:gd name="connsiteX2" fmla="*/ 3190875 w 7143750"/>
              <a:gd name="connsiteY2" fmla="*/ 0 h 6410326"/>
              <a:gd name="connsiteX3" fmla="*/ 7143750 w 7143750"/>
              <a:gd name="connsiteY3" fmla="*/ 0 h 6410326"/>
              <a:gd name="connsiteX4" fmla="*/ 7143750 w 7143750"/>
              <a:gd name="connsiteY4" fmla="*/ 6410326 h 6410326"/>
              <a:gd name="connsiteX5" fmla="*/ 3190875 w 7143750"/>
              <a:gd name="connsiteY5" fmla="*/ 6410326 h 6410326"/>
              <a:gd name="connsiteX6" fmla="*/ 2362200 w 7143750"/>
              <a:gd name="connsiteY6" fmla="*/ 6410326 h 6410326"/>
              <a:gd name="connsiteX7" fmla="*/ 364345 w 7143750"/>
              <a:gd name="connsiteY7" fmla="*/ 6410326 h 6410326"/>
              <a:gd name="connsiteX8" fmla="*/ 0 w 7143750"/>
              <a:gd name="connsiteY8" fmla="*/ 6045981 h 6410326"/>
              <a:gd name="connsiteX9" fmla="*/ 0 w 7143750"/>
              <a:gd name="connsiteY9" fmla="*/ 364345 h 6410326"/>
              <a:gd name="connsiteX10" fmla="*/ 364345 w 7143750"/>
              <a:gd name="connsiteY10" fmla="*/ 0 h 6410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143750" h="6410326">
                <a:moveTo>
                  <a:pt x="364345" y="0"/>
                </a:moveTo>
                <a:lnTo>
                  <a:pt x="2362200" y="0"/>
                </a:lnTo>
                <a:lnTo>
                  <a:pt x="3190875" y="0"/>
                </a:lnTo>
                <a:lnTo>
                  <a:pt x="7143750" y="0"/>
                </a:lnTo>
                <a:lnTo>
                  <a:pt x="7143750" y="6410326"/>
                </a:lnTo>
                <a:lnTo>
                  <a:pt x="3190875" y="6410326"/>
                </a:lnTo>
                <a:lnTo>
                  <a:pt x="2362200" y="6410326"/>
                </a:lnTo>
                <a:lnTo>
                  <a:pt x="364345" y="6410326"/>
                </a:lnTo>
                <a:cubicBezTo>
                  <a:pt x="163123" y="6410326"/>
                  <a:pt x="0" y="6247203"/>
                  <a:pt x="0" y="6045981"/>
                </a:cubicBezTo>
                <a:lnTo>
                  <a:pt x="0" y="364345"/>
                </a:lnTo>
                <a:cubicBezTo>
                  <a:pt x="0" y="163123"/>
                  <a:pt x="163123" y="0"/>
                  <a:pt x="364345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noProof="0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B50C5BE7-B7D9-6C14-F3B9-54CF6E170787}"/>
              </a:ext>
            </a:extLst>
          </p:cNvPr>
          <p:cNvGrpSpPr/>
          <p:nvPr userDrawn="1"/>
        </p:nvGrpSpPr>
        <p:grpSpPr>
          <a:xfrm>
            <a:off x="11312455" y="5967857"/>
            <a:ext cx="436633" cy="448818"/>
            <a:chOff x="9449144" y="6858416"/>
            <a:chExt cx="436633" cy="448818"/>
          </a:xfrm>
          <a:solidFill>
            <a:schemeClr val="tx1"/>
          </a:solidFill>
        </p:grpSpPr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CEB4401E-03B6-7CC5-1E18-CFD815DF9B09}"/>
                </a:ext>
              </a:extLst>
            </p:cNvPr>
            <p:cNvSpPr/>
            <p:nvPr/>
          </p:nvSpPr>
          <p:spPr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08FB7B45-C1A0-2C0D-CFDD-0781B6325124}"/>
                </a:ext>
              </a:extLst>
            </p:cNvPr>
            <p:cNvSpPr/>
            <p:nvPr/>
          </p:nvSpPr>
          <p:spPr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6C8FB593-6E53-9415-973B-A5E2E84D9502}"/>
                </a:ext>
              </a:extLst>
            </p:cNvPr>
            <p:cNvSpPr/>
            <p:nvPr/>
          </p:nvSpPr>
          <p:spPr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41035E1C-75AF-0B85-42D0-515DFEFAC2A7}"/>
                </a:ext>
              </a:extLst>
            </p:cNvPr>
            <p:cNvSpPr/>
            <p:nvPr/>
          </p:nvSpPr>
          <p:spPr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65F417AA-D79A-733A-4826-813B3A0D4C92}"/>
                </a:ext>
              </a:extLst>
            </p:cNvPr>
            <p:cNvSpPr/>
            <p:nvPr/>
          </p:nvSpPr>
          <p:spPr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3" name="Titel 2">
            <a:extLst>
              <a:ext uri="{FF2B5EF4-FFF2-40B4-BE49-F238E27FC236}">
                <a16:creationId xmlns:a16="http://schemas.microsoft.com/office/drawing/2014/main" id="{A63655AB-E668-39C5-0462-C3EBABE341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407502"/>
            <a:ext cx="3960812" cy="7524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de-DE" noProof="0" dirty="0"/>
              <a:t>Headline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AA484F9E-7F8B-83F8-723E-E5CFC8DD5B1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5326" y="1665288"/>
            <a:ext cx="3960812" cy="47513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858296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 userDrawn="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 userDrawn="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 userDrawn="1">
          <p15:clr>
            <a:srgbClr val="FBAE40"/>
          </p15:clr>
        </p15:guide>
        <p15:guide id="8" pos="2933" userDrawn="1">
          <p15:clr>
            <a:srgbClr val="FBAE40"/>
          </p15:clr>
        </p15:guide>
        <p15:guide id="9" pos="3182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Rahmen hel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8873741-BFFF-35CC-6D4E-9577C9DD4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497192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B50C5BE7-B7D9-6C14-F3B9-54CF6E170787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  <a:solidFill>
            <a:schemeClr val="tx1"/>
          </a:solidFill>
        </p:grpSpPr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CEB4401E-03B6-7CC5-1E18-CFD815DF9B09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08FB7B45-C1A0-2C0D-CFDD-0781B6325124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6C8FB593-6E53-9415-973B-A5E2E84D9502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41035E1C-75AF-0B85-42D0-515DFEFAC2A7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65F417AA-D79A-733A-4826-813B3A0D4C92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3" name="Titel 2">
            <a:extLst>
              <a:ext uri="{FF2B5EF4-FFF2-40B4-BE49-F238E27FC236}">
                <a16:creationId xmlns:a16="http://schemas.microsoft.com/office/drawing/2014/main" id="{A63655AB-E668-39C5-0462-C3EBABE341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325" y="407502"/>
            <a:ext cx="3960813" cy="7524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de-DE" noProof="0" dirty="0"/>
              <a:t>Headline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AA484F9E-7F8B-83F8-723E-E5CFC8DD5B1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 bwMode="gray">
          <a:xfrm>
            <a:off x="695325" y="1665288"/>
            <a:ext cx="3960813" cy="47513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F8CE7AAF-11F9-2B34-0A7A-0E29C39D91B4}"/>
              </a:ext>
            </a:extLst>
          </p:cNvPr>
          <p:cNvSpPr/>
          <p:nvPr userDrawn="1"/>
        </p:nvSpPr>
        <p:spPr bwMode="gray">
          <a:xfrm>
            <a:off x="5060164" y="235800"/>
            <a:ext cx="7131836" cy="6386400"/>
          </a:xfrm>
          <a:custGeom>
            <a:avLst/>
            <a:gdLst>
              <a:gd name="connsiteX0" fmla="*/ 352274 w 7131836"/>
              <a:gd name="connsiteY0" fmla="*/ 0 h 6386400"/>
              <a:gd name="connsiteX1" fmla="*/ 7131836 w 7131836"/>
              <a:gd name="connsiteY1" fmla="*/ 0 h 6386400"/>
              <a:gd name="connsiteX2" fmla="*/ 7131836 w 7131836"/>
              <a:gd name="connsiteY2" fmla="*/ 6386400 h 6386400"/>
              <a:gd name="connsiteX3" fmla="*/ 352274 w 7131836"/>
              <a:gd name="connsiteY3" fmla="*/ 6386400 h 6386400"/>
              <a:gd name="connsiteX4" fmla="*/ 0 w 7131836"/>
              <a:gd name="connsiteY4" fmla="*/ 6034126 h 6386400"/>
              <a:gd name="connsiteX5" fmla="*/ 0 w 7131836"/>
              <a:gd name="connsiteY5" fmla="*/ 352274 h 6386400"/>
              <a:gd name="connsiteX6" fmla="*/ 352274 w 7131836"/>
              <a:gd name="connsiteY6" fmla="*/ 0 h 6386400"/>
              <a:gd name="connsiteX0" fmla="*/ 7131836 w 7223276"/>
              <a:gd name="connsiteY0" fmla="*/ 6386400 h 6477840"/>
              <a:gd name="connsiteX1" fmla="*/ 352274 w 7223276"/>
              <a:gd name="connsiteY1" fmla="*/ 6386400 h 6477840"/>
              <a:gd name="connsiteX2" fmla="*/ 0 w 7223276"/>
              <a:gd name="connsiteY2" fmla="*/ 6034126 h 6477840"/>
              <a:gd name="connsiteX3" fmla="*/ 0 w 7223276"/>
              <a:gd name="connsiteY3" fmla="*/ 352274 h 6477840"/>
              <a:gd name="connsiteX4" fmla="*/ 352274 w 7223276"/>
              <a:gd name="connsiteY4" fmla="*/ 0 h 6477840"/>
              <a:gd name="connsiteX5" fmla="*/ 7131836 w 7223276"/>
              <a:gd name="connsiteY5" fmla="*/ 0 h 6477840"/>
              <a:gd name="connsiteX6" fmla="*/ 7223276 w 7223276"/>
              <a:gd name="connsiteY6" fmla="*/ 6477840 h 6477840"/>
              <a:gd name="connsiteX0" fmla="*/ 7131836 w 7131836"/>
              <a:gd name="connsiteY0" fmla="*/ 6386400 h 6386400"/>
              <a:gd name="connsiteX1" fmla="*/ 352274 w 7131836"/>
              <a:gd name="connsiteY1" fmla="*/ 6386400 h 6386400"/>
              <a:gd name="connsiteX2" fmla="*/ 0 w 7131836"/>
              <a:gd name="connsiteY2" fmla="*/ 6034126 h 6386400"/>
              <a:gd name="connsiteX3" fmla="*/ 0 w 7131836"/>
              <a:gd name="connsiteY3" fmla="*/ 352274 h 6386400"/>
              <a:gd name="connsiteX4" fmla="*/ 352274 w 7131836"/>
              <a:gd name="connsiteY4" fmla="*/ 0 h 6386400"/>
              <a:gd name="connsiteX5" fmla="*/ 7131836 w 7131836"/>
              <a:gd name="connsiteY5" fmla="*/ 0 h 63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31836" h="6386400">
                <a:moveTo>
                  <a:pt x="7131836" y="6386400"/>
                </a:moveTo>
                <a:lnTo>
                  <a:pt x="352274" y="6386400"/>
                </a:lnTo>
                <a:cubicBezTo>
                  <a:pt x="157718" y="6386400"/>
                  <a:pt x="0" y="6228682"/>
                  <a:pt x="0" y="6034126"/>
                </a:cubicBezTo>
                <a:lnTo>
                  <a:pt x="0" y="352274"/>
                </a:lnTo>
                <a:cubicBezTo>
                  <a:pt x="0" y="157718"/>
                  <a:pt x="157718" y="0"/>
                  <a:pt x="352274" y="0"/>
                </a:cubicBezTo>
                <a:lnTo>
                  <a:pt x="7131836" y="0"/>
                </a:lnTo>
              </a:path>
            </a:pathLst>
          </a:cu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316061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 userDrawn="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 userDrawn="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 userDrawn="1">
          <p15:clr>
            <a:srgbClr val="FBAE40"/>
          </p15:clr>
        </p15:guide>
        <p15:guide id="8" pos="2933" userDrawn="1">
          <p15:clr>
            <a:srgbClr val="FBAE40"/>
          </p15:clr>
        </p15:guide>
        <p15:guide id="9" pos="318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Bild rund, Logo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A1764EB-54F3-300F-B474-F2953CD183D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87932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52C67660-D988-A3BE-76F9-CA43B6F37419}"/>
              </a:ext>
            </a:extLst>
          </p:cNvPr>
          <p:cNvSpPr/>
          <p:nvPr/>
        </p:nvSpPr>
        <p:spPr bwMode="gray">
          <a:xfrm>
            <a:off x="6816725" y="442764"/>
            <a:ext cx="1543502" cy="5972220"/>
          </a:xfrm>
          <a:custGeom>
            <a:avLst/>
            <a:gdLst>
              <a:gd name="connsiteX0" fmla="*/ 1158430 w 1158430"/>
              <a:gd name="connsiteY0" fmla="*/ 4482275 h 4482274"/>
              <a:gd name="connsiteX1" fmla="*/ 0 w 1158430"/>
              <a:gd name="connsiteY1" fmla="*/ 2241137 h 4482274"/>
              <a:gd name="connsiteX2" fmla="*/ 1158430 w 1158430"/>
              <a:gd name="connsiteY2" fmla="*/ 0 h 4482274"/>
              <a:gd name="connsiteX3" fmla="*/ 1158430 w 1158430"/>
              <a:gd name="connsiteY3" fmla="*/ 843629 h 4482274"/>
              <a:gd name="connsiteX4" fmla="*/ 631222 w 1158430"/>
              <a:gd name="connsiteY4" fmla="*/ 2241137 h 4482274"/>
              <a:gd name="connsiteX5" fmla="*/ 1158430 w 1158430"/>
              <a:gd name="connsiteY5" fmla="*/ 3638646 h 4482274"/>
              <a:gd name="connsiteX6" fmla="*/ 1158430 w 1158430"/>
              <a:gd name="connsiteY6" fmla="*/ 4482275 h 448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8430" h="4482274">
                <a:moveTo>
                  <a:pt x="1158430" y="4482275"/>
                </a:moveTo>
                <a:cubicBezTo>
                  <a:pt x="457200" y="3984593"/>
                  <a:pt x="0" y="3166300"/>
                  <a:pt x="0" y="2241137"/>
                </a:cubicBezTo>
                <a:cubicBezTo>
                  <a:pt x="0" y="1315974"/>
                  <a:pt x="457295" y="497872"/>
                  <a:pt x="1158430" y="0"/>
                </a:cubicBezTo>
                <a:lnTo>
                  <a:pt x="1158430" y="843629"/>
                </a:lnTo>
                <a:cubicBezTo>
                  <a:pt x="830199" y="1216343"/>
                  <a:pt x="631222" y="1705547"/>
                  <a:pt x="631222" y="2241137"/>
                </a:cubicBezTo>
                <a:cubicBezTo>
                  <a:pt x="631222" y="2776728"/>
                  <a:pt x="830199" y="3266027"/>
                  <a:pt x="1158430" y="3638646"/>
                </a:cubicBezTo>
                <a:lnTo>
                  <a:pt x="1158430" y="4482275"/>
                </a:lnTo>
                <a:close/>
              </a:path>
            </a:pathLst>
          </a:custGeom>
          <a:solidFill>
            <a:srgbClr val="FEA1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695325" y="407502"/>
            <a:ext cx="5761038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 bwMode="gray">
          <a:xfrm>
            <a:off x="695325" y="1665288"/>
            <a:ext cx="5761038" cy="475138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  <p:sp>
        <p:nvSpPr>
          <p:cNvPr id="22" name="Bildplatzhalter 21">
            <a:extLst>
              <a:ext uri="{FF2B5EF4-FFF2-40B4-BE49-F238E27FC236}">
                <a16:creationId xmlns:a16="http://schemas.microsoft.com/office/drawing/2014/main" id="{350F9110-A63E-8E8F-07EB-C773B178840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7657898" y="0"/>
            <a:ext cx="4534102" cy="6858000"/>
          </a:xfrm>
          <a:custGeom>
            <a:avLst/>
            <a:gdLst>
              <a:gd name="connsiteX0" fmla="*/ 3689565 w 4534102"/>
              <a:gd name="connsiteY0" fmla="*/ 6321975 h 6858000"/>
              <a:gd name="connsiteX1" fmla="*/ 3872670 w 4534102"/>
              <a:gd name="connsiteY1" fmla="*/ 6416676 h 6858000"/>
              <a:gd name="connsiteX2" fmla="*/ 4055773 w 4534102"/>
              <a:gd name="connsiteY2" fmla="*/ 6321975 h 6858000"/>
              <a:gd name="connsiteX3" fmla="*/ 3987016 w 4534102"/>
              <a:gd name="connsiteY3" fmla="*/ 6321975 h 6858000"/>
              <a:gd name="connsiteX4" fmla="*/ 3872795 w 4534102"/>
              <a:gd name="connsiteY4" fmla="*/ 6365044 h 6858000"/>
              <a:gd name="connsiteX5" fmla="*/ 3758575 w 4534102"/>
              <a:gd name="connsiteY5" fmla="*/ 6321975 h 6858000"/>
              <a:gd name="connsiteX6" fmla="*/ 3727597 w 4534102"/>
              <a:gd name="connsiteY6" fmla="*/ 6119982 h 6858000"/>
              <a:gd name="connsiteX7" fmla="*/ 3757570 w 4534102"/>
              <a:gd name="connsiteY7" fmla="*/ 6146805 h 6858000"/>
              <a:gd name="connsiteX8" fmla="*/ 3733138 w 4534102"/>
              <a:gd name="connsiteY8" fmla="*/ 6174762 h 6858000"/>
              <a:gd name="connsiteX9" fmla="*/ 3733138 w 4534102"/>
              <a:gd name="connsiteY9" fmla="*/ 6202466 h 6858000"/>
              <a:gd name="connsiteX10" fmla="*/ 3761473 w 4534102"/>
              <a:gd name="connsiteY10" fmla="*/ 6234327 h 6858000"/>
              <a:gd name="connsiteX11" fmla="*/ 3728479 w 4534102"/>
              <a:gd name="connsiteY11" fmla="*/ 6262914 h 6858000"/>
              <a:gd name="connsiteX12" fmla="*/ 3704930 w 4534102"/>
              <a:gd name="connsiteY12" fmla="*/ 6260647 h 6858000"/>
              <a:gd name="connsiteX13" fmla="*/ 3704930 w 4534102"/>
              <a:gd name="connsiteY13" fmla="*/ 6121619 h 6858000"/>
              <a:gd name="connsiteX14" fmla="*/ 3727597 w 4534102"/>
              <a:gd name="connsiteY14" fmla="*/ 6119982 h 6858000"/>
              <a:gd name="connsiteX15" fmla="*/ 4030083 w 4534102"/>
              <a:gd name="connsiteY15" fmla="*/ 6089380 h 6858000"/>
              <a:gd name="connsiteX16" fmla="*/ 3933117 w 4534102"/>
              <a:gd name="connsiteY16" fmla="*/ 6191385 h 6858000"/>
              <a:gd name="connsiteX17" fmla="*/ 4028573 w 4534102"/>
              <a:gd name="connsiteY17" fmla="*/ 6295153 h 6858000"/>
              <a:gd name="connsiteX18" fmla="*/ 4089650 w 4534102"/>
              <a:gd name="connsiteY18" fmla="*/ 6283440 h 6858000"/>
              <a:gd name="connsiteX19" fmla="*/ 4090908 w 4534102"/>
              <a:gd name="connsiteY19" fmla="*/ 6282685 h 6858000"/>
              <a:gd name="connsiteX20" fmla="*/ 4090908 w 4534102"/>
              <a:gd name="connsiteY20" fmla="*/ 6178918 h 6858000"/>
              <a:gd name="connsiteX21" fmla="*/ 4065722 w 4534102"/>
              <a:gd name="connsiteY21" fmla="*/ 6174635 h 6858000"/>
              <a:gd name="connsiteX22" fmla="*/ 4040662 w 4534102"/>
              <a:gd name="connsiteY22" fmla="*/ 6178918 h 6858000"/>
              <a:gd name="connsiteX23" fmla="*/ 4040662 w 4534102"/>
              <a:gd name="connsiteY23" fmla="*/ 6260647 h 6858000"/>
              <a:gd name="connsiteX24" fmla="*/ 4025928 w 4534102"/>
              <a:gd name="connsiteY24" fmla="*/ 6262914 h 6858000"/>
              <a:gd name="connsiteX25" fmla="*/ 3987016 w 4534102"/>
              <a:gd name="connsiteY25" fmla="*/ 6191511 h 6858000"/>
              <a:gd name="connsiteX26" fmla="*/ 4035877 w 4534102"/>
              <a:gd name="connsiteY26" fmla="*/ 6119982 h 6858000"/>
              <a:gd name="connsiteX27" fmla="*/ 4080834 w 4534102"/>
              <a:gd name="connsiteY27" fmla="*/ 6127663 h 6858000"/>
              <a:gd name="connsiteX28" fmla="*/ 4091034 w 4534102"/>
              <a:gd name="connsiteY28" fmla="*/ 6101722 h 6858000"/>
              <a:gd name="connsiteX29" fmla="*/ 4031721 w 4534102"/>
              <a:gd name="connsiteY29" fmla="*/ 6089380 h 6858000"/>
              <a:gd name="connsiteX30" fmla="*/ 4030210 w 4534102"/>
              <a:gd name="connsiteY30" fmla="*/ 6089380 h 6858000"/>
              <a:gd name="connsiteX31" fmla="*/ 3727346 w 4534102"/>
              <a:gd name="connsiteY31" fmla="*/ 6089380 h 6858000"/>
              <a:gd name="connsiteX32" fmla="*/ 3655943 w 4534102"/>
              <a:gd name="connsiteY32" fmla="*/ 6101092 h 6858000"/>
              <a:gd name="connsiteX33" fmla="*/ 3655817 w 4534102"/>
              <a:gd name="connsiteY33" fmla="*/ 6101092 h 6858000"/>
              <a:gd name="connsiteX34" fmla="*/ 3654557 w 4534102"/>
              <a:gd name="connsiteY34" fmla="*/ 6101722 h 6858000"/>
              <a:gd name="connsiteX35" fmla="*/ 3654557 w 4534102"/>
              <a:gd name="connsiteY35" fmla="*/ 6282685 h 6858000"/>
              <a:gd name="connsiteX36" fmla="*/ 3655943 w 4534102"/>
              <a:gd name="connsiteY36" fmla="*/ 6283440 h 6858000"/>
              <a:gd name="connsiteX37" fmla="*/ 3729612 w 4534102"/>
              <a:gd name="connsiteY37" fmla="*/ 6295153 h 6858000"/>
              <a:gd name="connsiteX38" fmla="*/ 3814742 w 4534102"/>
              <a:gd name="connsiteY38" fmla="*/ 6235964 h 6858000"/>
              <a:gd name="connsiteX39" fmla="*/ 3776711 w 4534102"/>
              <a:gd name="connsiteY39" fmla="*/ 6187103 h 6858000"/>
              <a:gd name="connsiteX40" fmla="*/ 3808823 w 4534102"/>
              <a:gd name="connsiteY40" fmla="*/ 6143657 h 6858000"/>
              <a:gd name="connsiteX41" fmla="*/ 3727346 w 4534102"/>
              <a:gd name="connsiteY41" fmla="*/ 6089380 h 6858000"/>
              <a:gd name="connsiteX42" fmla="*/ 3872796 w 4534102"/>
              <a:gd name="connsiteY42" fmla="*/ 6075401 h 6858000"/>
              <a:gd name="connsiteX43" fmla="*/ 3847610 w 4534102"/>
              <a:gd name="connsiteY43" fmla="*/ 6079556 h 6858000"/>
              <a:gd name="connsiteX44" fmla="*/ 3847610 w 4534102"/>
              <a:gd name="connsiteY44" fmla="*/ 6304975 h 6858000"/>
              <a:gd name="connsiteX45" fmla="*/ 3872796 w 4534102"/>
              <a:gd name="connsiteY45" fmla="*/ 6309130 h 6858000"/>
              <a:gd name="connsiteX46" fmla="*/ 3897857 w 4534102"/>
              <a:gd name="connsiteY46" fmla="*/ 6304975 h 6858000"/>
              <a:gd name="connsiteX47" fmla="*/ 3897857 w 4534102"/>
              <a:gd name="connsiteY47" fmla="*/ 6079556 h 6858000"/>
              <a:gd name="connsiteX48" fmla="*/ 3872796 w 4534102"/>
              <a:gd name="connsiteY48" fmla="*/ 6075401 h 6858000"/>
              <a:gd name="connsiteX49" fmla="*/ 3872670 w 4534102"/>
              <a:gd name="connsiteY49" fmla="*/ 5967856 h 6858000"/>
              <a:gd name="connsiteX50" fmla="*/ 3689565 w 4534102"/>
              <a:gd name="connsiteY50" fmla="*/ 6062556 h 6858000"/>
              <a:gd name="connsiteX51" fmla="*/ 3758324 w 4534102"/>
              <a:gd name="connsiteY51" fmla="*/ 6062556 h 6858000"/>
              <a:gd name="connsiteX52" fmla="*/ 3872543 w 4534102"/>
              <a:gd name="connsiteY52" fmla="*/ 6019488 h 6858000"/>
              <a:gd name="connsiteX53" fmla="*/ 3986764 w 4534102"/>
              <a:gd name="connsiteY53" fmla="*/ 6062556 h 6858000"/>
              <a:gd name="connsiteX54" fmla="*/ 4055774 w 4534102"/>
              <a:gd name="connsiteY54" fmla="*/ 6062556 h 6858000"/>
              <a:gd name="connsiteX55" fmla="*/ 3872670 w 4534102"/>
              <a:gd name="connsiteY55" fmla="*/ 5967856 h 6858000"/>
              <a:gd name="connsiteX56" fmla="*/ 1559842 w 4534102"/>
              <a:gd name="connsiteY56" fmla="*/ 0 h 6858000"/>
              <a:gd name="connsiteX57" fmla="*/ 3838777 w 4534102"/>
              <a:gd name="connsiteY57" fmla="*/ 0 h 6858000"/>
              <a:gd name="connsiteX58" fmla="*/ 4534102 w 4534102"/>
              <a:gd name="connsiteY58" fmla="*/ 0 h 6858000"/>
              <a:gd name="connsiteX59" fmla="*/ 4534102 w 4534102"/>
              <a:gd name="connsiteY59" fmla="*/ 6858000 h 6858000"/>
              <a:gd name="connsiteX60" fmla="*/ 3838777 w 4534102"/>
              <a:gd name="connsiteY60" fmla="*/ 6858000 h 6858000"/>
              <a:gd name="connsiteX61" fmla="*/ 1559825 w 4534102"/>
              <a:gd name="connsiteY61" fmla="*/ 6858000 h 6858000"/>
              <a:gd name="connsiteX62" fmla="*/ 1416684 w 4534102"/>
              <a:gd name="connsiteY62" fmla="*/ 6805829 h 6858000"/>
              <a:gd name="connsiteX63" fmla="*/ 702458 w 4534102"/>
              <a:gd name="connsiteY63" fmla="*/ 6415239 h 6858000"/>
              <a:gd name="connsiteX64" fmla="*/ 702458 w 4534102"/>
              <a:gd name="connsiteY64" fmla="*/ 5291180 h 6858000"/>
              <a:gd name="connsiteX65" fmla="*/ 0 w 4534102"/>
              <a:gd name="connsiteY65" fmla="*/ 3429002 h 6858000"/>
              <a:gd name="connsiteX66" fmla="*/ 702458 w 4534102"/>
              <a:gd name="connsiteY66" fmla="*/ 1566950 h 6858000"/>
              <a:gd name="connsiteX67" fmla="*/ 702458 w 4534102"/>
              <a:gd name="connsiteY67" fmla="*/ 442891 h 6858000"/>
              <a:gd name="connsiteX68" fmla="*/ 1416628 w 4534102"/>
              <a:gd name="connsiteY68" fmla="*/ 522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4534102" h="6858000">
                <a:moveTo>
                  <a:pt x="3689565" y="6321975"/>
                </a:moveTo>
                <a:cubicBezTo>
                  <a:pt x="3730241" y="6379274"/>
                  <a:pt x="3797111" y="6416676"/>
                  <a:pt x="3872670" y="6416676"/>
                </a:cubicBezTo>
                <a:cubicBezTo>
                  <a:pt x="3948229" y="6416676"/>
                  <a:pt x="4015097" y="6379274"/>
                  <a:pt x="4055773" y="6321975"/>
                </a:cubicBezTo>
                <a:lnTo>
                  <a:pt x="3987016" y="6321975"/>
                </a:lnTo>
                <a:cubicBezTo>
                  <a:pt x="3956540" y="6348798"/>
                  <a:pt x="3916620" y="6365044"/>
                  <a:pt x="3872795" y="6365044"/>
                </a:cubicBezTo>
                <a:cubicBezTo>
                  <a:pt x="3828971" y="6365044"/>
                  <a:pt x="3789051" y="6348798"/>
                  <a:pt x="3758575" y="6321975"/>
                </a:cubicBezTo>
                <a:close/>
                <a:moveTo>
                  <a:pt x="3727597" y="6119982"/>
                </a:moveTo>
                <a:cubicBezTo>
                  <a:pt x="3748376" y="6119982"/>
                  <a:pt x="3757570" y="6128420"/>
                  <a:pt x="3757570" y="6146805"/>
                </a:cubicBezTo>
                <a:cubicBezTo>
                  <a:pt x="3757570" y="6170354"/>
                  <a:pt x="3733138" y="6174762"/>
                  <a:pt x="3733138" y="6174762"/>
                </a:cubicBezTo>
                <a:cubicBezTo>
                  <a:pt x="3729738" y="6184962"/>
                  <a:pt x="3729990" y="6192140"/>
                  <a:pt x="3733138" y="6202466"/>
                </a:cubicBezTo>
                <a:cubicBezTo>
                  <a:pt x="3733138" y="6202466"/>
                  <a:pt x="3761473" y="6208763"/>
                  <a:pt x="3761473" y="6234327"/>
                </a:cubicBezTo>
                <a:cubicBezTo>
                  <a:pt x="3761473" y="6255106"/>
                  <a:pt x="3749887" y="6262914"/>
                  <a:pt x="3728479" y="6262914"/>
                </a:cubicBezTo>
                <a:cubicBezTo>
                  <a:pt x="3721301" y="6262914"/>
                  <a:pt x="3710093" y="6262032"/>
                  <a:pt x="3704930" y="6260647"/>
                </a:cubicBezTo>
                <a:lnTo>
                  <a:pt x="3704930" y="6121619"/>
                </a:lnTo>
                <a:cubicBezTo>
                  <a:pt x="3710471" y="6120360"/>
                  <a:pt x="3721174" y="6119982"/>
                  <a:pt x="3727597" y="6119982"/>
                </a:cubicBezTo>
                <a:close/>
                <a:moveTo>
                  <a:pt x="4030083" y="6089380"/>
                </a:moveTo>
                <a:cubicBezTo>
                  <a:pt x="3969385" y="6090262"/>
                  <a:pt x="3933117" y="6131064"/>
                  <a:pt x="3933117" y="6191385"/>
                </a:cubicBezTo>
                <a:cubicBezTo>
                  <a:pt x="3933117" y="6254728"/>
                  <a:pt x="3964600" y="6295153"/>
                  <a:pt x="4028573" y="6295153"/>
                </a:cubicBezTo>
                <a:cubicBezTo>
                  <a:pt x="4056908" y="6295153"/>
                  <a:pt x="4075671" y="6291123"/>
                  <a:pt x="4089650" y="6283440"/>
                </a:cubicBezTo>
                <a:lnTo>
                  <a:pt x="4090908" y="6282685"/>
                </a:lnTo>
                <a:lnTo>
                  <a:pt x="4090908" y="6178918"/>
                </a:lnTo>
                <a:cubicBezTo>
                  <a:pt x="4090908" y="6178918"/>
                  <a:pt x="4075671" y="6174635"/>
                  <a:pt x="4065722" y="6174635"/>
                </a:cubicBezTo>
                <a:cubicBezTo>
                  <a:pt x="4055775" y="6174635"/>
                  <a:pt x="4040662" y="6178918"/>
                  <a:pt x="4040662" y="6178918"/>
                </a:cubicBezTo>
                <a:lnTo>
                  <a:pt x="4040662" y="6260647"/>
                </a:lnTo>
                <a:cubicBezTo>
                  <a:pt x="4038143" y="6261654"/>
                  <a:pt x="4032225" y="6262914"/>
                  <a:pt x="4025928" y="6262914"/>
                </a:cubicBezTo>
                <a:cubicBezTo>
                  <a:pt x="4003260" y="6262914"/>
                  <a:pt x="3987016" y="6237097"/>
                  <a:pt x="3987016" y="6191511"/>
                </a:cubicBezTo>
                <a:cubicBezTo>
                  <a:pt x="3987016" y="6145923"/>
                  <a:pt x="4005150" y="6122752"/>
                  <a:pt x="4035877" y="6119982"/>
                </a:cubicBezTo>
                <a:cubicBezTo>
                  <a:pt x="4056404" y="6118218"/>
                  <a:pt x="4080834" y="6127663"/>
                  <a:pt x="4080834" y="6127663"/>
                </a:cubicBezTo>
                <a:cubicBezTo>
                  <a:pt x="4089146" y="6120737"/>
                  <a:pt x="4091916" y="6112552"/>
                  <a:pt x="4091034" y="6101722"/>
                </a:cubicBezTo>
                <a:cubicBezTo>
                  <a:pt x="4091034" y="6101722"/>
                  <a:pt x="4061945" y="6089380"/>
                  <a:pt x="4031721" y="6089380"/>
                </a:cubicBezTo>
                <a:cubicBezTo>
                  <a:pt x="4031218" y="6089380"/>
                  <a:pt x="4030714" y="6089380"/>
                  <a:pt x="4030210" y="6089380"/>
                </a:cubicBezTo>
                <a:close/>
                <a:moveTo>
                  <a:pt x="3727346" y="6089380"/>
                </a:moveTo>
                <a:cubicBezTo>
                  <a:pt x="3700396" y="6089380"/>
                  <a:pt x="3670298" y="6093914"/>
                  <a:pt x="3655943" y="6101092"/>
                </a:cubicBezTo>
                <a:lnTo>
                  <a:pt x="3655817" y="6101092"/>
                </a:lnTo>
                <a:lnTo>
                  <a:pt x="3654557" y="6101722"/>
                </a:lnTo>
                <a:lnTo>
                  <a:pt x="3654557" y="6282685"/>
                </a:lnTo>
                <a:lnTo>
                  <a:pt x="3655943" y="6283440"/>
                </a:lnTo>
                <a:cubicBezTo>
                  <a:pt x="3671684" y="6291123"/>
                  <a:pt x="3701278" y="6295153"/>
                  <a:pt x="3729612" y="6295153"/>
                </a:cubicBezTo>
                <a:cubicBezTo>
                  <a:pt x="3780992" y="6295153"/>
                  <a:pt x="3814742" y="6277018"/>
                  <a:pt x="3814742" y="6235964"/>
                </a:cubicBezTo>
                <a:cubicBezTo>
                  <a:pt x="3814742" y="6210652"/>
                  <a:pt x="3794593" y="6193777"/>
                  <a:pt x="3776711" y="6187103"/>
                </a:cubicBezTo>
                <a:cubicBezTo>
                  <a:pt x="3792326" y="6181184"/>
                  <a:pt x="3808823" y="6167332"/>
                  <a:pt x="3808823" y="6143657"/>
                </a:cubicBezTo>
                <a:cubicBezTo>
                  <a:pt x="3808823" y="6112552"/>
                  <a:pt x="3782000" y="6089380"/>
                  <a:pt x="3727346" y="6089380"/>
                </a:cubicBezTo>
                <a:close/>
                <a:moveTo>
                  <a:pt x="3872796" y="6075401"/>
                </a:moveTo>
                <a:cubicBezTo>
                  <a:pt x="3862973" y="6075401"/>
                  <a:pt x="3847610" y="6079556"/>
                  <a:pt x="3847610" y="6079556"/>
                </a:cubicBezTo>
                <a:lnTo>
                  <a:pt x="3847610" y="6304975"/>
                </a:lnTo>
                <a:cubicBezTo>
                  <a:pt x="3847610" y="6304975"/>
                  <a:pt x="3862847" y="6309130"/>
                  <a:pt x="3872796" y="6309130"/>
                </a:cubicBezTo>
                <a:cubicBezTo>
                  <a:pt x="3882745" y="6309130"/>
                  <a:pt x="3897857" y="6304975"/>
                  <a:pt x="3897857" y="6304975"/>
                </a:cubicBezTo>
                <a:lnTo>
                  <a:pt x="3897857" y="6079556"/>
                </a:lnTo>
                <a:cubicBezTo>
                  <a:pt x="3897857" y="6079556"/>
                  <a:pt x="3882620" y="6075401"/>
                  <a:pt x="3872796" y="6075401"/>
                </a:cubicBezTo>
                <a:close/>
                <a:moveTo>
                  <a:pt x="3872670" y="5967856"/>
                </a:moveTo>
                <a:cubicBezTo>
                  <a:pt x="3797111" y="5967856"/>
                  <a:pt x="3730241" y="6005257"/>
                  <a:pt x="3689565" y="6062556"/>
                </a:cubicBezTo>
                <a:lnTo>
                  <a:pt x="3758324" y="6062556"/>
                </a:lnTo>
                <a:cubicBezTo>
                  <a:pt x="3788799" y="6035733"/>
                  <a:pt x="3828719" y="6019488"/>
                  <a:pt x="3872543" y="6019488"/>
                </a:cubicBezTo>
                <a:cubicBezTo>
                  <a:pt x="3916367" y="6019488"/>
                  <a:pt x="3956287" y="6035733"/>
                  <a:pt x="3986764" y="6062556"/>
                </a:cubicBezTo>
                <a:lnTo>
                  <a:pt x="4055774" y="6062556"/>
                </a:lnTo>
                <a:cubicBezTo>
                  <a:pt x="4015098" y="6005257"/>
                  <a:pt x="3948229" y="5967856"/>
                  <a:pt x="3872670" y="5967856"/>
                </a:cubicBezTo>
                <a:close/>
                <a:moveTo>
                  <a:pt x="1559842" y="0"/>
                </a:moveTo>
                <a:lnTo>
                  <a:pt x="3838777" y="0"/>
                </a:lnTo>
                <a:lnTo>
                  <a:pt x="4534102" y="0"/>
                </a:lnTo>
                <a:lnTo>
                  <a:pt x="4534102" y="6858000"/>
                </a:lnTo>
                <a:lnTo>
                  <a:pt x="3838777" y="6858000"/>
                </a:lnTo>
                <a:lnTo>
                  <a:pt x="1559825" y="6858000"/>
                </a:lnTo>
                <a:lnTo>
                  <a:pt x="1416684" y="6805829"/>
                </a:lnTo>
                <a:cubicBezTo>
                  <a:pt x="1163006" y="6702242"/>
                  <a:pt x="923666" y="6570769"/>
                  <a:pt x="702458" y="6415239"/>
                </a:cubicBezTo>
                <a:lnTo>
                  <a:pt x="702458" y="5291180"/>
                </a:lnTo>
                <a:cubicBezTo>
                  <a:pt x="265119" y="4794574"/>
                  <a:pt x="0" y="4142627"/>
                  <a:pt x="0" y="3429002"/>
                </a:cubicBezTo>
                <a:cubicBezTo>
                  <a:pt x="0" y="2715376"/>
                  <a:pt x="265119" y="2063556"/>
                  <a:pt x="702458" y="1566950"/>
                </a:cubicBezTo>
                <a:lnTo>
                  <a:pt x="702458" y="442891"/>
                </a:lnTo>
                <a:cubicBezTo>
                  <a:pt x="923618" y="287313"/>
                  <a:pt x="1162946" y="155810"/>
                  <a:pt x="1416628" y="52205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27857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  <p15:guide id="9" pos="4067" userDrawn="1">
          <p15:clr>
            <a:srgbClr val="FBAE40"/>
          </p15:clr>
        </p15:guide>
        <p15:guide id="10" pos="4294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Bild rund &amp; breit, Logo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A1764EB-54F3-300F-B474-F2953CD183D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9619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A1764EB-54F3-300F-B474-F2953CD183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52C67660-D988-A3BE-76F9-CA43B6F37419}"/>
              </a:ext>
            </a:extLst>
          </p:cNvPr>
          <p:cNvSpPr/>
          <p:nvPr/>
        </p:nvSpPr>
        <p:spPr bwMode="gray">
          <a:xfrm>
            <a:off x="4187704" y="442764"/>
            <a:ext cx="1543502" cy="5972220"/>
          </a:xfrm>
          <a:custGeom>
            <a:avLst/>
            <a:gdLst>
              <a:gd name="connsiteX0" fmla="*/ 1158430 w 1158430"/>
              <a:gd name="connsiteY0" fmla="*/ 4482275 h 4482274"/>
              <a:gd name="connsiteX1" fmla="*/ 0 w 1158430"/>
              <a:gd name="connsiteY1" fmla="*/ 2241137 h 4482274"/>
              <a:gd name="connsiteX2" fmla="*/ 1158430 w 1158430"/>
              <a:gd name="connsiteY2" fmla="*/ 0 h 4482274"/>
              <a:gd name="connsiteX3" fmla="*/ 1158430 w 1158430"/>
              <a:gd name="connsiteY3" fmla="*/ 843629 h 4482274"/>
              <a:gd name="connsiteX4" fmla="*/ 631222 w 1158430"/>
              <a:gd name="connsiteY4" fmla="*/ 2241137 h 4482274"/>
              <a:gd name="connsiteX5" fmla="*/ 1158430 w 1158430"/>
              <a:gd name="connsiteY5" fmla="*/ 3638646 h 4482274"/>
              <a:gd name="connsiteX6" fmla="*/ 1158430 w 1158430"/>
              <a:gd name="connsiteY6" fmla="*/ 4482275 h 448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8430" h="4482274">
                <a:moveTo>
                  <a:pt x="1158430" y="4482275"/>
                </a:moveTo>
                <a:cubicBezTo>
                  <a:pt x="457200" y="3984593"/>
                  <a:pt x="0" y="3166300"/>
                  <a:pt x="0" y="2241137"/>
                </a:cubicBezTo>
                <a:cubicBezTo>
                  <a:pt x="0" y="1315974"/>
                  <a:pt x="457295" y="497872"/>
                  <a:pt x="1158430" y="0"/>
                </a:cubicBezTo>
                <a:lnTo>
                  <a:pt x="1158430" y="843629"/>
                </a:lnTo>
                <a:cubicBezTo>
                  <a:pt x="830199" y="1216343"/>
                  <a:pt x="631222" y="1705547"/>
                  <a:pt x="631222" y="2241137"/>
                </a:cubicBezTo>
                <a:cubicBezTo>
                  <a:pt x="631222" y="2776728"/>
                  <a:pt x="830199" y="3266027"/>
                  <a:pt x="1158430" y="3638646"/>
                </a:cubicBezTo>
                <a:lnTo>
                  <a:pt x="1158430" y="4482275"/>
                </a:lnTo>
                <a:close/>
              </a:path>
            </a:pathLst>
          </a:custGeom>
          <a:solidFill>
            <a:srgbClr val="FEA1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695325" y="407502"/>
            <a:ext cx="3132138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 bwMode="gray">
          <a:xfrm>
            <a:off x="695325" y="1665288"/>
            <a:ext cx="3132138" cy="475138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52FCA07D-363D-618E-390D-0B33F2AD3C9C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028877" y="0"/>
            <a:ext cx="7163123" cy="6858000"/>
          </a:xfrm>
          <a:custGeom>
            <a:avLst/>
            <a:gdLst>
              <a:gd name="connsiteX0" fmla="*/ 6318586 w 7163123"/>
              <a:gd name="connsiteY0" fmla="*/ 6321975 h 6858000"/>
              <a:gd name="connsiteX1" fmla="*/ 6501691 w 7163123"/>
              <a:gd name="connsiteY1" fmla="*/ 6416676 h 6858000"/>
              <a:gd name="connsiteX2" fmla="*/ 6684794 w 7163123"/>
              <a:gd name="connsiteY2" fmla="*/ 6321975 h 6858000"/>
              <a:gd name="connsiteX3" fmla="*/ 6616037 w 7163123"/>
              <a:gd name="connsiteY3" fmla="*/ 6321975 h 6858000"/>
              <a:gd name="connsiteX4" fmla="*/ 6501816 w 7163123"/>
              <a:gd name="connsiteY4" fmla="*/ 6365044 h 6858000"/>
              <a:gd name="connsiteX5" fmla="*/ 6387596 w 7163123"/>
              <a:gd name="connsiteY5" fmla="*/ 6321975 h 6858000"/>
              <a:gd name="connsiteX6" fmla="*/ 6356618 w 7163123"/>
              <a:gd name="connsiteY6" fmla="*/ 6119982 h 6858000"/>
              <a:gd name="connsiteX7" fmla="*/ 6386591 w 7163123"/>
              <a:gd name="connsiteY7" fmla="*/ 6146805 h 6858000"/>
              <a:gd name="connsiteX8" fmla="*/ 6362159 w 7163123"/>
              <a:gd name="connsiteY8" fmla="*/ 6174762 h 6858000"/>
              <a:gd name="connsiteX9" fmla="*/ 6362159 w 7163123"/>
              <a:gd name="connsiteY9" fmla="*/ 6202466 h 6858000"/>
              <a:gd name="connsiteX10" fmla="*/ 6390494 w 7163123"/>
              <a:gd name="connsiteY10" fmla="*/ 6234327 h 6858000"/>
              <a:gd name="connsiteX11" fmla="*/ 6357500 w 7163123"/>
              <a:gd name="connsiteY11" fmla="*/ 6262914 h 6858000"/>
              <a:gd name="connsiteX12" fmla="*/ 6333951 w 7163123"/>
              <a:gd name="connsiteY12" fmla="*/ 6260647 h 6858000"/>
              <a:gd name="connsiteX13" fmla="*/ 6333951 w 7163123"/>
              <a:gd name="connsiteY13" fmla="*/ 6121619 h 6858000"/>
              <a:gd name="connsiteX14" fmla="*/ 6356618 w 7163123"/>
              <a:gd name="connsiteY14" fmla="*/ 6119982 h 6858000"/>
              <a:gd name="connsiteX15" fmla="*/ 6659104 w 7163123"/>
              <a:gd name="connsiteY15" fmla="*/ 6089380 h 6858000"/>
              <a:gd name="connsiteX16" fmla="*/ 6562138 w 7163123"/>
              <a:gd name="connsiteY16" fmla="*/ 6191385 h 6858000"/>
              <a:gd name="connsiteX17" fmla="*/ 6657594 w 7163123"/>
              <a:gd name="connsiteY17" fmla="*/ 6295153 h 6858000"/>
              <a:gd name="connsiteX18" fmla="*/ 6718671 w 7163123"/>
              <a:gd name="connsiteY18" fmla="*/ 6283440 h 6858000"/>
              <a:gd name="connsiteX19" fmla="*/ 6719929 w 7163123"/>
              <a:gd name="connsiteY19" fmla="*/ 6282685 h 6858000"/>
              <a:gd name="connsiteX20" fmla="*/ 6719929 w 7163123"/>
              <a:gd name="connsiteY20" fmla="*/ 6178918 h 6858000"/>
              <a:gd name="connsiteX21" fmla="*/ 6694743 w 7163123"/>
              <a:gd name="connsiteY21" fmla="*/ 6174635 h 6858000"/>
              <a:gd name="connsiteX22" fmla="*/ 6669683 w 7163123"/>
              <a:gd name="connsiteY22" fmla="*/ 6178918 h 6858000"/>
              <a:gd name="connsiteX23" fmla="*/ 6669683 w 7163123"/>
              <a:gd name="connsiteY23" fmla="*/ 6260647 h 6858000"/>
              <a:gd name="connsiteX24" fmla="*/ 6654949 w 7163123"/>
              <a:gd name="connsiteY24" fmla="*/ 6262914 h 6858000"/>
              <a:gd name="connsiteX25" fmla="*/ 6616037 w 7163123"/>
              <a:gd name="connsiteY25" fmla="*/ 6191511 h 6858000"/>
              <a:gd name="connsiteX26" fmla="*/ 6664898 w 7163123"/>
              <a:gd name="connsiteY26" fmla="*/ 6119982 h 6858000"/>
              <a:gd name="connsiteX27" fmla="*/ 6709855 w 7163123"/>
              <a:gd name="connsiteY27" fmla="*/ 6127663 h 6858000"/>
              <a:gd name="connsiteX28" fmla="*/ 6720055 w 7163123"/>
              <a:gd name="connsiteY28" fmla="*/ 6101722 h 6858000"/>
              <a:gd name="connsiteX29" fmla="*/ 6660742 w 7163123"/>
              <a:gd name="connsiteY29" fmla="*/ 6089380 h 6858000"/>
              <a:gd name="connsiteX30" fmla="*/ 6659231 w 7163123"/>
              <a:gd name="connsiteY30" fmla="*/ 6089380 h 6858000"/>
              <a:gd name="connsiteX31" fmla="*/ 6356367 w 7163123"/>
              <a:gd name="connsiteY31" fmla="*/ 6089380 h 6858000"/>
              <a:gd name="connsiteX32" fmla="*/ 6284964 w 7163123"/>
              <a:gd name="connsiteY32" fmla="*/ 6101092 h 6858000"/>
              <a:gd name="connsiteX33" fmla="*/ 6284838 w 7163123"/>
              <a:gd name="connsiteY33" fmla="*/ 6101092 h 6858000"/>
              <a:gd name="connsiteX34" fmla="*/ 6283578 w 7163123"/>
              <a:gd name="connsiteY34" fmla="*/ 6101722 h 6858000"/>
              <a:gd name="connsiteX35" fmla="*/ 6283578 w 7163123"/>
              <a:gd name="connsiteY35" fmla="*/ 6282685 h 6858000"/>
              <a:gd name="connsiteX36" fmla="*/ 6284964 w 7163123"/>
              <a:gd name="connsiteY36" fmla="*/ 6283440 h 6858000"/>
              <a:gd name="connsiteX37" fmla="*/ 6358633 w 7163123"/>
              <a:gd name="connsiteY37" fmla="*/ 6295153 h 6858000"/>
              <a:gd name="connsiteX38" fmla="*/ 6443763 w 7163123"/>
              <a:gd name="connsiteY38" fmla="*/ 6235964 h 6858000"/>
              <a:gd name="connsiteX39" fmla="*/ 6405732 w 7163123"/>
              <a:gd name="connsiteY39" fmla="*/ 6187103 h 6858000"/>
              <a:gd name="connsiteX40" fmla="*/ 6437844 w 7163123"/>
              <a:gd name="connsiteY40" fmla="*/ 6143657 h 6858000"/>
              <a:gd name="connsiteX41" fmla="*/ 6356367 w 7163123"/>
              <a:gd name="connsiteY41" fmla="*/ 6089380 h 6858000"/>
              <a:gd name="connsiteX42" fmla="*/ 6501817 w 7163123"/>
              <a:gd name="connsiteY42" fmla="*/ 6075401 h 6858000"/>
              <a:gd name="connsiteX43" fmla="*/ 6476631 w 7163123"/>
              <a:gd name="connsiteY43" fmla="*/ 6079556 h 6858000"/>
              <a:gd name="connsiteX44" fmla="*/ 6476631 w 7163123"/>
              <a:gd name="connsiteY44" fmla="*/ 6304975 h 6858000"/>
              <a:gd name="connsiteX45" fmla="*/ 6501817 w 7163123"/>
              <a:gd name="connsiteY45" fmla="*/ 6309130 h 6858000"/>
              <a:gd name="connsiteX46" fmla="*/ 6526878 w 7163123"/>
              <a:gd name="connsiteY46" fmla="*/ 6304975 h 6858000"/>
              <a:gd name="connsiteX47" fmla="*/ 6526878 w 7163123"/>
              <a:gd name="connsiteY47" fmla="*/ 6079556 h 6858000"/>
              <a:gd name="connsiteX48" fmla="*/ 6501817 w 7163123"/>
              <a:gd name="connsiteY48" fmla="*/ 6075401 h 6858000"/>
              <a:gd name="connsiteX49" fmla="*/ 6501691 w 7163123"/>
              <a:gd name="connsiteY49" fmla="*/ 5967856 h 6858000"/>
              <a:gd name="connsiteX50" fmla="*/ 6318586 w 7163123"/>
              <a:gd name="connsiteY50" fmla="*/ 6062556 h 6858000"/>
              <a:gd name="connsiteX51" fmla="*/ 6387345 w 7163123"/>
              <a:gd name="connsiteY51" fmla="*/ 6062556 h 6858000"/>
              <a:gd name="connsiteX52" fmla="*/ 6501564 w 7163123"/>
              <a:gd name="connsiteY52" fmla="*/ 6019488 h 6858000"/>
              <a:gd name="connsiteX53" fmla="*/ 6615785 w 7163123"/>
              <a:gd name="connsiteY53" fmla="*/ 6062556 h 6858000"/>
              <a:gd name="connsiteX54" fmla="*/ 6684795 w 7163123"/>
              <a:gd name="connsiteY54" fmla="*/ 6062556 h 6858000"/>
              <a:gd name="connsiteX55" fmla="*/ 6501691 w 7163123"/>
              <a:gd name="connsiteY55" fmla="*/ 5967856 h 6858000"/>
              <a:gd name="connsiteX56" fmla="*/ 1559842 w 7163123"/>
              <a:gd name="connsiteY56" fmla="*/ 0 h 6858000"/>
              <a:gd name="connsiteX57" fmla="*/ 3377704 w 7163123"/>
              <a:gd name="connsiteY57" fmla="*/ 0 h 6858000"/>
              <a:gd name="connsiteX58" fmla="*/ 3838777 w 7163123"/>
              <a:gd name="connsiteY58" fmla="*/ 0 h 6858000"/>
              <a:gd name="connsiteX59" fmla="*/ 4534102 w 7163123"/>
              <a:gd name="connsiteY59" fmla="*/ 0 h 6858000"/>
              <a:gd name="connsiteX60" fmla="*/ 7163123 w 7163123"/>
              <a:gd name="connsiteY60" fmla="*/ 0 h 6858000"/>
              <a:gd name="connsiteX61" fmla="*/ 7163123 w 7163123"/>
              <a:gd name="connsiteY61" fmla="*/ 6858000 h 6858000"/>
              <a:gd name="connsiteX62" fmla="*/ 4534102 w 7163123"/>
              <a:gd name="connsiteY62" fmla="*/ 6858000 h 6858000"/>
              <a:gd name="connsiteX63" fmla="*/ 3838777 w 7163123"/>
              <a:gd name="connsiteY63" fmla="*/ 6858000 h 6858000"/>
              <a:gd name="connsiteX64" fmla="*/ 3377704 w 7163123"/>
              <a:gd name="connsiteY64" fmla="*/ 6858000 h 6858000"/>
              <a:gd name="connsiteX65" fmla="*/ 1559825 w 7163123"/>
              <a:gd name="connsiteY65" fmla="*/ 6858000 h 6858000"/>
              <a:gd name="connsiteX66" fmla="*/ 1416684 w 7163123"/>
              <a:gd name="connsiteY66" fmla="*/ 6805829 h 6858000"/>
              <a:gd name="connsiteX67" fmla="*/ 702458 w 7163123"/>
              <a:gd name="connsiteY67" fmla="*/ 6415239 h 6858000"/>
              <a:gd name="connsiteX68" fmla="*/ 702458 w 7163123"/>
              <a:gd name="connsiteY68" fmla="*/ 5291180 h 6858000"/>
              <a:gd name="connsiteX69" fmla="*/ 0 w 7163123"/>
              <a:gd name="connsiteY69" fmla="*/ 3429002 h 6858000"/>
              <a:gd name="connsiteX70" fmla="*/ 702458 w 7163123"/>
              <a:gd name="connsiteY70" fmla="*/ 1566950 h 6858000"/>
              <a:gd name="connsiteX71" fmla="*/ 702458 w 7163123"/>
              <a:gd name="connsiteY71" fmla="*/ 442891 h 6858000"/>
              <a:gd name="connsiteX72" fmla="*/ 1416628 w 7163123"/>
              <a:gd name="connsiteY72" fmla="*/ 522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7163123" h="6858000">
                <a:moveTo>
                  <a:pt x="6318586" y="6321975"/>
                </a:moveTo>
                <a:cubicBezTo>
                  <a:pt x="6359262" y="6379274"/>
                  <a:pt x="6426132" y="6416676"/>
                  <a:pt x="6501691" y="6416676"/>
                </a:cubicBezTo>
                <a:cubicBezTo>
                  <a:pt x="6577250" y="6416676"/>
                  <a:pt x="6644118" y="6379274"/>
                  <a:pt x="6684794" y="6321975"/>
                </a:cubicBezTo>
                <a:lnTo>
                  <a:pt x="6616037" y="6321975"/>
                </a:lnTo>
                <a:cubicBezTo>
                  <a:pt x="6585561" y="6348798"/>
                  <a:pt x="6545641" y="6365044"/>
                  <a:pt x="6501816" y="6365044"/>
                </a:cubicBezTo>
                <a:cubicBezTo>
                  <a:pt x="6457992" y="6365044"/>
                  <a:pt x="6418072" y="6348798"/>
                  <a:pt x="6387596" y="6321975"/>
                </a:cubicBezTo>
                <a:close/>
                <a:moveTo>
                  <a:pt x="6356618" y="6119982"/>
                </a:moveTo>
                <a:cubicBezTo>
                  <a:pt x="6377397" y="6119982"/>
                  <a:pt x="6386591" y="6128420"/>
                  <a:pt x="6386591" y="6146805"/>
                </a:cubicBezTo>
                <a:cubicBezTo>
                  <a:pt x="6386591" y="6170354"/>
                  <a:pt x="6362159" y="6174762"/>
                  <a:pt x="6362159" y="6174762"/>
                </a:cubicBezTo>
                <a:cubicBezTo>
                  <a:pt x="6358759" y="6184962"/>
                  <a:pt x="6359011" y="6192140"/>
                  <a:pt x="6362159" y="6202466"/>
                </a:cubicBezTo>
                <a:cubicBezTo>
                  <a:pt x="6362159" y="6202466"/>
                  <a:pt x="6390494" y="6208763"/>
                  <a:pt x="6390494" y="6234327"/>
                </a:cubicBezTo>
                <a:cubicBezTo>
                  <a:pt x="6390494" y="6255106"/>
                  <a:pt x="6378908" y="6262914"/>
                  <a:pt x="6357500" y="6262914"/>
                </a:cubicBezTo>
                <a:cubicBezTo>
                  <a:pt x="6350322" y="6262914"/>
                  <a:pt x="6339114" y="6262032"/>
                  <a:pt x="6333951" y="6260647"/>
                </a:cubicBezTo>
                <a:lnTo>
                  <a:pt x="6333951" y="6121619"/>
                </a:lnTo>
                <a:cubicBezTo>
                  <a:pt x="6339492" y="6120360"/>
                  <a:pt x="6350195" y="6119982"/>
                  <a:pt x="6356618" y="6119982"/>
                </a:cubicBezTo>
                <a:close/>
                <a:moveTo>
                  <a:pt x="6659104" y="6089380"/>
                </a:moveTo>
                <a:cubicBezTo>
                  <a:pt x="6598406" y="6090262"/>
                  <a:pt x="6562138" y="6131064"/>
                  <a:pt x="6562138" y="6191385"/>
                </a:cubicBezTo>
                <a:cubicBezTo>
                  <a:pt x="6562138" y="6254728"/>
                  <a:pt x="6593621" y="6295153"/>
                  <a:pt x="6657594" y="6295153"/>
                </a:cubicBezTo>
                <a:cubicBezTo>
                  <a:pt x="6685929" y="6295153"/>
                  <a:pt x="6704692" y="6291123"/>
                  <a:pt x="6718671" y="6283440"/>
                </a:cubicBezTo>
                <a:lnTo>
                  <a:pt x="6719929" y="6282685"/>
                </a:lnTo>
                <a:lnTo>
                  <a:pt x="6719929" y="6178918"/>
                </a:lnTo>
                <a:cubicBezTo>
                  <a:pt x="6719929" y="6178918"/>
                  <a:pt x="6704692" y="6174635"/>
                  <a:pt x="6694743" y="6174635"/>
                </a:cubicBezTo>
                <a:cubicBezTo>
                  <a:pt x="6684796" y="6174635"/>
                  <a:pt x="6669683" y="6178918"/>
                  <a:pt x="6669683" y="6178918"/>
                </a:cubicBezTo>
                <a:lnTo>
                  <a:pt x="6669683" y="6260647"/>
                </a:lnTo>
                <a:cubicBezTo>
                  <a:pt x="6667164" y="6261654"/>
                  <a:pt x="6661246" y="6262914"/>
                  <a:pt x="6654949" y="6262914"/>
                </a:cubicBezTo>
                <a:cubicBezTo>
                  <a:pt x="6632281" y="6262914"/>
                  <a:pt x="6616037" y="6237097"/>
                  <a:pt x="6616037" y="6191511"/>
                </a:cubicBezTo>
                <a:cubicBezTo>
                  <a:pt x="6616037" y="6145923"/>
                  <a:pt x="6634171" y="6122752"/>
                  <a:pt x="6664898" y="6119982"/>
                </a:cubicBezTo>
                <a:cubicBezTo>
                  <a:pt x="6685425" y="6118218"/>
                  <a:pt x="6709855" y="6127663"/>
                  <a:pt x="6709855" y="6127663"/>
                </a:cubicBezTo>
                <a:cubicBezTo>
                  <a:pt x="6718167" y="6120737"/>
                  <a:pt x="6720937" y="6112552"/>
                  <a:pt x="6720055" y="6101722"/>
                </a:cubicBezTo>
                <a:cubicBezTo>
                  <a:pt x="6720055" y="6101722"/>
                  <a:pt x="6690966" y="6089380"/>
                  <a:pt x="6660742" y="6089380"/>
                </a:cubicBezTo>
                <a:cubicBezTo>
                  <a:pt x="6660239" y="6089380"/>
                  <a:pt x="6659735" y="6089380"/>
                  <a:pt x="6659231" y="6089380"/>
                </a:cubicBezTo>
                <a:close/>
                <a:moveTo>
                  <a:pt x="6356367" y="6089380"/>
                </a:moveTo>
                <a:cubicBezTo>
                  <a:pt x="6329417" y="6089380"/>
                  <a:pt x="6299319" y="6093914"/>
                  <a:pt x="6284964" y="6101092"/>
                </a:cubicBezTo>
                <a:lnTo>
                  <a:pt x="6284838" y="6101092"/>
                </a:lnTo>
                <a:lnTo>
                  <a:pt x="6283578" y="6101722"/>
                </a:lnTo>
                <a:lnTo>
                  <a:pt x="6283578" y="6282685"/>
                </a:lnTo>
                <a:lnTo>
                  <a:pt x="6284964" y="6283440"/>
                </a:lnTo>
                <a:cubicBezTo>
                  <a:pt x="6300705" y="6291123"/>
                  <a:pt x="6330299" y="6295153"/>
                  <a:pt x="6358633" y="6295153"/>
                </a:cubicBezTo>
                <a:cubicBezTo>
                  <a:pt x="6410013" y="6295153"/>
                  <a:pt x="6443763" y="6277018"/>
                  <a:pt x="6443763" y="6235964"/>
                </a:cubicBezTo>
                <a:cubicBezTo>
                  <a:pt x="6443763" y="6210652"/>
                  <a:pt x="6423614" y="6193777"/>
                  <a:pt x="6405732" y="6187103"/>
                </a:cubicBezTo>
                <a:cubicBezTo>
                  <a:pt x="6421347" y="6181184"/>
                  <a:pt x="6437844" y="6167332"/>
                  <a:pt x="6437844" y="6143657"/>
                </a:cubicBezTo>
                <a:cubicBezTo>
                  <a:pt x="6437844" y="6112552"/>
                  <a:pt x="6411021" y="6089380"/>
                  <a:pt x="6356367" y="6089380"/>
                </a:cubicBezTo>
                <a:close/>
                <a:moveTo>
                  <a:pt x="6501817" y="6075401"/>
                </a:moveTo>
                <a:cubicBezTo>
                  <a:pt x="6491994" y="6075401"/>
                  <a:pt x="6476631" y="6079556"/>
                  <a:pt x="6476631" y="6079556"/>
                </a:cubicBezTo>
                <a:lnTo>
                  <a:pt x="6476631" y="6304975"/>
                </a:lnTo>
                <a:cubicBezTo>
                  <a:pt x="6476631" y="6304975"/>
                  <a:pt x="6491868" y="6309130"/>
                  <a:pt x="6501817" y="6309130"/>
                </a:cubicBezTo>
                <a:cubicBezTo>
                  <a:pt x="6511766" y="6309130"/>
                  <a:pt x="6526878" y="6304975"/>
                  <a:pt x="6526878" y="6304975"/>
                </a:cubicBezTo>
                <a:lnTo>
                  <a:pt x="6526878" y="6079556"/>
                </a:lnTo>
                <a:cubicBezTo>
                  <a:pt x="6526878" y="6079556"/>
                  <a:pt x="6511641" y="6075401"/>
                  <a:pt x="6501817" y="6075401"/>
                </a:cubicBezTo>
                <a:close/>
                <a:moveTo>
                  <a:pt x="6501691" y="5967856"/>
                </a:moveTo>
                <a:cubicBezTo>
                  <a:pt x="6426132" y="5967856"/>
                  <a:pt x="6359262" y="6005257"/>
                  <a:pt x="6318586" y="6062556"/>
                </a:cubicBezTo>
                <a:lnTo>
                  <a:pt x="6387345" y="6062556"/>
                </a:lnTo>
                <a:cubicBezTo>
                  <a:pt x="6417820" y="6035733"/>
                  <a:pt x="6457740" y="6019488"/>
                  <a:pt x="6501564" y="6019488"/>
                </a:cubicBezTo>
                <a:cubicBezTo>
                  <a:pt x="6545388" y="6019488"/>
                  <a:pt x="6585308" y="6035733"/>
                  <a:pt x="6615785" y="6062556"/>
                </a:cubicBezTo>
                <a:lnTo>
                  <a:pt x="6684795" y="6062556"/>
                </a:lnTo>
                <a:cubicBezTo>
                  <a:pt x="6644119" y="6005257"/>
                  <a:pt x="6577250" y="5967856"/>
                  <a:pt x="6501691" y="5967856"/>
                </a:cubicBezTo>
                <a:close/>
                <a:moveTo>
                  <a:pt x="1559842" y="0"/>
                </a:moveTo>
                <a:lnTo>
                  <a:pt x="3377704" y="0"/>
                </a:lnTo>
                <a:lnTo>
                  <a:pt x="3838777" y="0"/>
                </a:lnTo>
                <a:lnTo>
                  <a:pt x="4534102" y="0"/>
                </a:lnTo>
                <a:lnTo>
                  <a:pt x="7163123" y="0"/>
                </a:lnTo>
                <a:lnTo>
                  <a:pt x="7163123" y="6858000"/>
                </a:lnTo>
                <a:lnTo>
                  <a:pt x="4534102" y="6858000"/>
                </a:lnTo>
                <a:lnTo>
                  <a:pt x="3838777" y="6858000"/>
                </a:lnTo>
                <a:lnTo>
                  <a:pt x="3377704" y="6858000"/>
                </a:lnTo>
                <a:lnTo>
                  <a:pt x="1559825" y="6858000"/>
                </a:lnTo>
                <a:lnTo>
                  <a:pt x="1416684" y="6805829"/>
                </a:lnTo>
                <a:cubicBezTo>
                  <a:pt x="1163006" y="6702242"/>
                  <a:pt x="923666" y="6570769"/>
                  <a:pt x="702458" y="6415239"/>
                </a:cubicBezTo>
                <a:lnTo>
                  <a:pt x="702458" y="5291180"/>
                </a:lnTo>
                <a:cubicBezTo>
                  <a:pt x="265119" y="4794574"/>
                  <a:pt x="0" y="4142627"/>
                  <a:pt x="0" y="3429002"/>
                </a:cubicBezTo>
                <a:cubicBezTo>
                  <a:pt x="0" y="2715376"/>
                  <a:pt x="265119" y="2063556"/>
                  <a:pt x="702458" y="1566950"/>
                </a:cubicBezTo>
                <a:lnTo>
                  <a:pt x="702458" y="442891"/>
                </a:lnTo>
                <a:cubicBezTo>
                  <a:pt x="923618" y="287313"/>
                  <a:pt x="1162946" y="155810"/>
                  <a:pt x="1416628" y="52205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14843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  <p15:guide id="9" pos="2411" userDrawn="1">
          <p15:clr>
            <a:srgbClr val="FBAE40"/>
          </p15:clr>
        </p15:guide>
        <p15:guide id="10" pos="263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Bild rund, Logo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1462DB91-A27D-31FC-20D9-C937F3B8C86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89236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9F206E07-53D2-62D6-8374-452474E1BE5F}"/>
              </a:ext>
            </a:extLst>
          </p:cNvPr>
          <p:cNvSpPr/>
          <p:nvPr userDrawn="1"/>
        </p:nvSpPr>
        <p:spPr bwMode="gray">
          <a:xfrm>
            <a:off x="11312455" y="5967856"/>
            <a:ext cx="436633" cy="448820"/>
          </a:xfrm>
          <a:custGeom>
            <a:avLst/>
            <a:gdLst>
              <a:gd name="connsiteX0" fmla="*/ 35008 w 436633"/>
              <a:gd name="connsiteY0" fmla="*/ 354119 h 448820"/>
              <a:gd name="connsiteX1" fmla="*/ 104018 w 436633"/>
              <a:gd name="connsiteY1" fmla="*/ 354119 h 448820"/>
              <a:gd name="connsiteX2" fmla="*/ 218238 w 436633"/>
              <a:gd name="connsiteY2" fmla="*/ 397188 h 448820"/>
              <a:gd name="connsiteX3" fmla="*/ 332459 w 436633"/>
              <a:gd name="connsiteY3" fmla="*/ 354119 h 448820"/>
              <a:gd name="connsiteX4" fmla="*/ 401216 w 436633"/>
              <a:gd name="connsiteY4" fmla="*/ 354119 h 448820"/>
              <a:gd name="connsiteX5" fmla="*/ 218113 w 436633"/>
              <a:gd name="connsiteY5" fmla="*/ 448820 h 448820"/>
              <a:gd name="connsiteX6" fmla="*/ 35008 w 436633"/>
              <a:gd name="connsiteY6" fmla="*/ 354119 h 448820"/>
              <a:gd name="connsiteX7" fmla="*/ 73040 w 436633"/>
              <a:gd name="connsiteY7" fmla="*/ 152126 h 448820"/>
              <a:gd name="connsiteX8" fmla="*/ 50373 w 436633"/>
              <a:gd name="connsiteY8" fmla="*/ 153763 h 448820"/>
              <a:gd name="connsiteX9" fmla="*/ 50373 w 436633"/>
              <a:gd name="connsiteY9" fmla="*/ 292791 h 448820"/>
              <a:gd name="connsiteX10" fmla="*/ 73922 w 436633"/>
              <a:gd name="connsiteY10" fmla="*/ 295058 h 448820"/>
              <a:gd name="connsiteX11" fmla="*/ 106916 w 436633"/>
              <a:gd name="connsiteY11" fmla="*/ 266471 h 448820"/>
              <a:gd name="connsiteX12" fmla="*/ 78581 w 436633"/>
              <a:gd name="connsiteY12" fmla="*/ 234610 h 448820"/>
              <a:gd name="connsiteX13" fmla="*/ 78581 w 436633"/>
              <a:gd name="connsiteY13" fmla="*/ 206906 h 448820"/>
              <a:gd name="connsiteX14" fmla="*/ 103013 w 436633"/>
              <a:gd name="connsiteY14" fmla="*/ 178949 h 448820"/>
              <a:gd name="connsiteX15" fmla="*/ 73040 w 436633"/>
              <a:gd name="connsiteY15" fmla="*/ 152126 h 448820"/>
              <a:gd name="connsiteX16" fmla="*/ 375526 w 436633"/>
              <a:gd name="connsiteY16" fmla="*/ 121524 h 448820"/>
              <a:gd name="connsiteX17" fmla="*/ 375653 w 436633"/>
              <a:gd name="connsiteY17" fmla="*/ 121524 h 448820"/>
              <a:gd name="connsiteX18" fmla="*/ 377164 w 436633"/>
              <a:gd name="connsiteY18" fmla="*/ 121524 h 448820"/>
              <a:gd name="connsiteX19" fmla="*/ 436477 w 436633"/>
              <a:gd name="connsiteY19" fmla="*/ 133866 h 448820"/>
              <a:gd name="connsiteX20" fmla="*/ 426277 w 436633"/>
              <a:gd name="connsiteY20" fmla="*/ 159807 h 448820"/>
              <a:gd name="connsiteX21" fmla="*/ 381320 w 436633"/>
              <a:gd name="connsiteY21" fmla="*/ 152126 h 448820"/>
              <a:gd name="connsiteX22" fmla="*/ 332459 w 436633"/>
              <a:gd name="connsiteY22" fmla="*/ 223655 h 448820"/>
              <a:gd name="connsiteX23" fmla="*/ 371371 w 436633"/>
              <a:gd name="connsiteY23" fmla="*/ 295058 h 448820"/>
              <a:gd name="connsiteX24" fmla="*/ 386105 w 436633"/>
              <a:gd name="connsiteY24" fmla="*/ 292791 h 448820"/>
              <a:gd name="connsiteX25" fmla="*/ 386105 w 436633"/>
              <a:gd name="connsiteY25" fmla="*/ 211062 h 448820"/>
              <a:gd name="connsiteX26" fmla="*/ 411165 w 436633"/>
              <a:gd name="connsiteY26" fmla="*/ 206779 h 448820"/>
              <a:gd name="connsiteX27" fmla="*/ 436351 w 436633"/>
              <a:gd name="connsiteY27" fmla="*/ 211062 h 448820"/>
              <a:gd name="connsiteX28" fmla="*/ 436351 w 436633"/>
              <a:gd name="connsiteY28" fmla="*/ 314829 h 448820"/>
              <a:gd name="connsiteX29" fmla="*/ 435093 w 436633"/>
              <a:gd name="connsiteY29" fmla="*/ 315584 h 448820"/>
              <a:gd name="connsiteX30" fmla="*/ 374016 w 436633"/>
              <a:gd name="connsiteY30" fmla="*/ 327297 h 448820"/>
              <a:gd name="connsiteX31" fmla="*/ 278560 w 436633"/>
              <a:gd name="connsiteY31" fmla="*/ 223529 h 448820"/>
              <a:gd name="connsiteX32" fmla="*/ 375526 w 436633"/>
              <a:gd name="connsiteY32" fmla="*/ 121524 h 448820"/>
              <a:gd name="connsiteX33" fmla="*/ 72789 w 436633"/>
              <a:gd name="connsiteY33" fmla="*/ 121524 h 448820"/>
              <a:gd name="connsiteX34" fmla="*/ 154266 w 436633"/>
              <a:gd name="connsiteY34" fmla="*/ 175801 h 448820"/>
              <a:gd name="connsiteX35" fmla="*/ 122154 w 436633"/>
              <a:gd name="connsiteY35" fmla="*/ 219247 h 448820"/>
              <a:gd name="connsiteX36" fmla="*/ 160185 w 436633"/>
              <a:gd name="connsiteY36" fmla="*/ 268108 h 448820"/>
              <a:gd name="connsiteX37" fmla="*/ 75055 w 436633"/>
              <a:gd name="connsiteY37" fmla="*/ 327297 h 448820"/>
              <a:gd name="connsiteX38" fmla="*/ 1386 w 436633"/>
              <a:gd name="connsiteY38" fmla="*/ 315584 h 448820"/>
              <a:gd name="connsiteX39" fmla="*/ 0 w 436633"/>
              <a:gd name="connsiteY39" fmla="*/ 314829 h 448820"/>
              <a:gd name="connsiteX40" fmla="*/ 0 w 436633"/>
              <a:gd name="connsiteY40" fmla="*/ 133866 h 448820"/>
              <a:gd name="connsiteX41" fmla="*/ 1260 w 436633"/>
              <a:gd name="connsiteY41" fmla="*/ 133236 h 448820"/>
              <a:gd name="connsiteX42" fmla="*/ 1386 w 436633"/>
              <a:gd name="connsiteY42" fmla="*/ 133236 h 448820"/>
              <a:gd name="connsiteX43" fmla="*/ 72789 w 436633"/>
              <a:gd name="connsiteY43" fmla="*/ 121524 h 448820"/>
              <a:gd name="connsiteX44" fmla="*/ 218239 w 436633"/>
              <a:gd name="connsiteY44" fmla="*/ 107545 h 448820"/>
              <a:gd name="connsiteX45" fmla="*/ 243300 w 436633"/>
              <a:gd name="connsiteY45" fmla="*/ 111700 h 448820"/>
              <a:gd name="connsiteX46" fmla="*/ 243300 w 436633"/>
              <a:gd name="connsiteY46" fmla="*/ 337119 h 448820"/>
              <a:gd name="connsiteX47" fmla="*/ 218239 w 436633"/>
              <a:gd name="connsiteY47" fmla="*/ 341274 h 448820"/>
              <a:gd name="connsiteX48" fmla="*/ 193053 w 436633"/>
              <a:gd name="connsiteY48" fmla="*/ 337119 h 448820"/>
              <a:gd name="connsiteX49" fmla="*/ 193053 w 436633"/>
              <a:gd name="connsiteY49" fmla="*/ 111700 h 448820"/>
              <a:gd name="connsiteX50" fmla="*/ 218239 w 436633"/>
              <a:gd name="connsiteY50" fmla="*/ 107545 h 448820"/>
              <a:gd name="connsiteX51" fmla="*/ 218113 w 436633"/>
              <a:gd name="connsiteY51" fmla="*/ 0 h 448820"/>
              <a:gd name="connsiteX52" fmla="*/ 401217 w 436633"/>
              <a:gd name="connsiteY52" fmla="*/ 94700 h 448820"/>
              <a:gd name="connsiteX53" fmla="*/ 332207 w 436633"/>
              <a:gd name="connsiteY53" fmla="*/ 94700 h 448820"/>
              <a:gd name="connsiteX54" fmla="*/ 217986 w 436633"/>
              <a:gd name="connsiteY54" fmla="*/ 51632 h 448820"/>
              <a:gd name="connsiteX55" fmla="*/ 103767 w 436633"/>
              <a:gd name="connsiteY55" fmla="*/ 94700 h 448820"/>
              <a:gd name="connsiteX56" fmla="*/ 35008 w 436633"/>
              <a:gd name="connsiteY56" fmla="*/ 94700 h 448820"/>
              <a:gd name="connsiteX57" fmla="*/ 218113 w 436633"/>
              <a:gd name="connsiteY57" fmla="*/ 0 h 448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436633" h="448820">
                <a:moveTo>
                  <a:pt x="35008" y="354119"/>
                </a:moveTo>
                <a:lnTo>
                  <a:pt x="104018" y="354119"/>
                </a:lnTo>
                <a:cubicBezTo>
                  <a:pt x="134494" y="380942"/>
                  <a:pt x="174414" y="397188"/>
                  <a:pt x="218238" y="397188"/>
                </a:cubicBezTo>
                <a:cubicBezTo>
                  <a:pt x="262063" y="397188"/>
                  <a:pt x="301983" y="380942"/>
                  <a:pt x="332459" y="354119"/>
                </a:cubicBezTo>
                <a:lnTo>
                  <a:pt x="401216" y="354119"/>
                </a:lnTo>
                <a:cubicBezTo>
                  <a:pt x="360540" y="411418"/>
                  <a:pt x="293672" y="448820"/>
                  <a:pt x="218113" y="448820"/>
                </a:cubicBezTo>
                <a:cubicBezTo>
                  <a:pt x="142554" y="448820"/>
                  <a:pt x="75684" y="411418"/>
                  <a:pt x="35008" y="354119"/>
                </a:cubicBezTo>
                <a:close/>
                <a:moveTo>
                  <a:pt x="73040" y="152126"/>
                </a:moveTo>
                <a:cubicBezTo>
                  <a:pt x="66617" y="152126"/>
                  <a:pt x="55914" y="152504"/>
                  <a:pt x="50373" y="153763"/>
                </a:cubicBezTo>
                <a:lnTo>
                  <a:pt x="50373" y="292791"/>
                </a:lnTo>
                <a:cubicBezTo>
                  <a:pt x="55536" y="294176"/>
                  <a:pt x="66744" y="295058"/>
                  <a:pt x="73922" y="295058"/>
                </a:cubicBezTo>
                <a:cubicBezTo>
                  <a:pt x="95330" y="295058"/>
                  <a:pt x="106916" y="287250"/>
                  <a:pt x="106916" y="266471"/>
                </a:cubicBezTo>
                <a:cubicBezTo>
                  <a:pt x="106916" y="240907"/>
                  <a:pt x="78581" y="234610"/>
                  <a:pt x="78581" y="234610"/>
                </a:cubicBezTo>
                <a:cubicBezTo>
                  <a:pt x="75433" y="224284"/>
                  <a:pt x="75181" y="217106"/>
                  <a:pt x="78581" y="206906"/>
                </a:cubicBezTo>
                <a:cubicBezTo>
                  <a:pt x="78581" y="206906"/>
                  <a:pt x="103013" y="202498"/>
                  <a:pt x="103013" y="178949"/>
                </a:cubicBezTo>
                <a:cubicBezTo>
                  <a:pt x="103013" y="160564"/>
                  <a:pt x="93819" y="152126"/>
                  <a:pt x="73040" y="152126"/>
                </a:cubicBezTo>
                <a:close/>
                <a:moveTo>
                  <a:pt x="375526" y="121524"/>
                </a:moveTo>
                <a:lnTo>
                  <a:pt x="375653" y="121524"/>
                </a:lnTo>
                <a:cubicBezTo>
                  <a:pt x="376157" y="121524"/>
                  <a:pt x="376661" y="121524"/>
                  <a:pt x="377164" y="121524"/>
                </a:cubicBezTo>
                <a:cubicBezTo>
                  <a:pt x="407388" y="121524"/>
                  <a:pt x="436477" y="133866"/>
                  <a:pt x="436477" y="133866"/>
                </a:cubicBezTo>
                <a:cubicBezTo>
                  <a:pt x="437359" y="144696"/>
                  <a:pt x="434589" y="152881"/>
                  <a:pt x="426277" y="159807"/>
                </a:cubicBezTo>
                <a:cubicBezTo>
                  <a:pt x="426277" y="159807"/>
                  <a:pt x="401847" y="150362"/>
                  <a:pt x="381320" y="152126"/>
                </a:cubicBezTo>
                <a:cubicBezTo>
                  <a:pt x="350593" y="154896"/>
                  <a:pt x="332459" y="178067"/>
                  <a:pt x="332459" y="223655"/>
                </a:cubicBezTo>
                <a:cubicBezTo>
                  <a:pt x="332459" y="269241"/>
                  <a:pt x="348703" y="295058"/>
                  <a:pt x="371371" y="295058"/>
                </a:cubicBezTo>
                <a:cubicBezTo>
                  <a:pt x="377668" y="295058"/>
                  <a:pt x="383586" y="293798"/>
                  <a:pt x="386105" y="292791"/>
                </a:cubicBezTo>
                <a:lnTo>
                  <a:pt x="386105" y="211062"/>
                </a:lnTo>
                <a:cubicBezTo>
                  <a:pt x="386105" y="211062"/>
                  <a:pt x="401218" y="206779"/>
                  <a:pt x="411165" y="206779"/>
                </a:cubicBezTo>
                <a:cubicBezTo>
                  <a:pt x="421114" y="206779"/>
                  <a:pt x="436351" y="211062"/>
                  <a:pt x="436351" y="211062"/>
                </a:cubicBezTo>
                <a:lnTo>
                  <a:pt x="436351" y="314829"/>
                </a:lnTo>
                <a:lnTo>
                  <a:pt x="435093" y="315584"/>
                </a:lnTo>
                <a:cubicBezTo>
                  <a:pt x="421114" y="323267"/>
                  <a:pt x="402351" y="327297"/>
                  <a:pt x="374016" y="327297"/>
                </a:cubicBezTo>
                <a:cubicBezTo>
                  <a:pt x="310043" y="327297"/>
                  <a:pt x="278560" y="286872"/>
                  <a:pt x="278560" y="223529"/>
                </a:cubicBezTo>
                <a:cubicBezTo>
                  <a:pt x="278560" y="163208"/>
                  <a:pt x="314828" y="122406"/>
                  <a:pt x="375526" y="121524"/>
                </a:cubicBezTo>
                <a:close/>
                <a:moveTo>
                  <a:pt x="72789" y="121524"/>
                </a:moveTo>
                <a:cubicBezTo>
                  <a:pt x="127443" y="121524"/>
                  <a:pt x="154266" y="144696"/>
                  <a:pt x="154266" y="175801"/>
                </a:cubicBezTo>
                <a:cubicBezTo>
                  <a:pt x="154266" y="199476"/>
                  <a:pt x="137769" y="213328"/>
                  <a:pt x="122154" y="219247"/>
                </a:cubicBezTo>
                <a:cubicBezTo>
                  <a:pt x="140036" y="225921"/>
                  <a:pt x="160185" y="242796"/>
                  <a:pt x="160185" y="268108"/>
                </a:cubicBezTo>
                <a:cubicBezTo>
                  <a:pt x="160185" y="309162"/>
                  <a:pt x="126435" y="327297"/>
                  <a:pt x="75055" y="327297"/>
                </a:cubicBezTo>
                <a:cubicBezTo>
                  <a:pt x="46721" y="327297"/>
                  <a:pt x="17127" y="323267"/>
                  <a:pt x="1386" y="315584"/>
                </a:cubicBezTo>
                <a:lnTo>
                  <a:pt x="0" y="314829"/>
                </a:lnTo>
                <a:lnTo>
                  <a:pt x="0" y="133866"/>
                </a:lnTo>
                <a:lnTo>
                  <a:pt x="1260" y="133236"/>
                </a:lnTo>
                <a:lnTo>
                  <a:pt x="1386" y="133236"/>
                </a:lnTo>
                <a:cubicBezTo>
                  <a:pt x="15741" y="126058"/>
                  <a:pt x="45839" y="121524"/>
                  <a:pt x="72789" y="121524"/>
                </a:cubicBezTo>
                <a:close/>
                <a:moveTo>
                  <a:pt x="218239" y="107545"/>
                </a:moveTo>
                <a:cubicBezTo>
                  <a:pt x="228063" y="107545"/>
                  <a:pt x="243300" y="111700"/>
                  <a:pt x="243300" y="111700"/>
                </a:cubicBezTo>
                <a:lnTo>
                  <a:pt x="243300" y="337119"/>
                </a:lnTo>
                <a:cubicBezTo>
                  <a:pt x="243300" y="337119"/>
                  <a:pt x="228188" y="341274"/>
                  <a:pt x="218239" y="341274"/>
                </a:cubicBezTo>
                <a:cubicBezTo>
                  <a:pt x="208290" y="341274"/>
                  <a:pt x="193053" y="337119"/>
                  <a:pt x="193053" y="337119"/>
                </a:cubicBezTo>
                <a:lnTo>
                  <a:pt x="193053" y="111700"/>
                </a:lnTo>
                <a:cubicBezTo>
                  <a:pt x="193053" y="111700"/>
                  <a:pt x="208416" y="107545"/>
                  <a:pt x="218239" y="107545"/>
                </a:cubicBezTo>
                <a:close/>
                <a:moveTo>
                  <a:pt x="218113" y="0"/>
                </a:moveTo>
                <a:cubicBezTo>
                  <a:pt x="293672" y="0"/>
                  <a:pt x="360541" y="37401"/>
                  <a:pt x="401217" y="94700"/>
                </a:cubicBezTo>
                <a:lnTo>
                  <a:pt x="332207" y="94700"/>
                </a:lnTo>
                <a:cubicBezTo>
                  <a:pt x="301730" y="67877"/>
                  <a:pt x="261810" y="51632"/>
                  <a:pt x="217986" y="51632"/>
                </a:cubicBezTo>
                <a:cubicBezTo>
                  <a:pt x="174162" y="51632"/>
                  <a:pt x="134242" y="67877"/>
                  <a:pt x="103767" y="94700"/>
                </a:cubicBezTo>
                <a:lnTo>
                  <a:pt x="35008" y="94700"/>
                </a:lnTo>
                <a:cubicBezTo>
                  <a:pt x="75684" y="37401"/>
                  <a:pt x="142554" y="0"/>
                  <a:pt x="218113" y="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noProof="0" dirty="0"/>
          </a:p>
        </p:txBody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52C67660-D988-A3BE-76F9-CA43B6F37419}"/>
              </a:ext>
            </a:extLst>
          </p:cNvPr>
          <p:cNvSpPr/>
          <p:nvPr/>
        </p:nvSpPr>
        <p:spPr bwMode="gray">
          <a:xfrm>
            <a:off x="6816725" y="442764"/>
            <a:ext cx="1543502" cy="5972220"/>
          </a:xfrm>
          <a:custGeom>
            <a:avLst/>
            <a:gdLst>
              <a:gd name="connsiteX0" fmla="*/ 1158430 w 1158430"/>
              <a:gd name="connsiteY0" fmla="*/ 4482275 h 4482274"/>
              <a:gd name="connsiteX1" fmla="*/ 0 w 1158430"/>
              <a:gd name="connsiteY1" fmla="*/ 2241137 h 4482274"/>
              <a:gd name="connsiteX2" fmla="*/ 1158430 w 1158430"/>
              <a:gd name="connsiteY2" fmla="*/ 0 h 4482274"/>
              <a:gd name="connsiteX3" fmla="*/ 1158430 w 1158430"/>
              <a:gd name="connsiteY3" fmla="*/ 843629 h 4482274"/>
              <a:gd name="connsiteX4" fmla="*/ 631222 w 1158430"/>
              <a:gd name="connsiteY4" fmla="*/ 2241137 h 4482274"/>
              <a:gd name="connsiteX5" fmla="*/ 1158430 w 1158430"/>
              <a:gd name="connsiteY5" fmla="*/ 3638646 h 4482274"/>
              <a:gd name="connsiteX6" fmla="*/ 1158430 w 1158430"/>
              <a:gd name="connsiteY6" fmla="*/ 4482275 h 448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8430" h="4482274">
                <a:moveTo>
                  <a:pt x="1158430" y="4482275"/>
                </a:moveTo>
                <a:cubicBezTo>
                  <a:pt x="457200" y="3984593"/>
                  <a:pt x="0" y="3166300"/>
                  <a:pt x="0" y="2241137"/>
                </a:cubicBezTo>
                <a:cubicBezTo>
                  <a:pt x="0" y="1315974"/>
                  <a:pt x="457295" y="497872"/>
                  <a:pt x="1158430" y="0"/>
                </a:cubicBezTo>
                <a:lnTo>
                  <a:pt x="1158430" y="843629"/>
                </a:lnTo>
                <a:cubicBezTo>
                  <a:pt x="830199" y="1216343"/>
                  <a:pt x="631222" y="1705547"/>
                  <a:pt x="631222" y="2241137"/>
                </a:cubicBezTo>
                <a:cubicBezTo>
                  <a:pt x="631222" y="2776728"/>
                  <a:pt x="830199" y="3266027"/>
                  <a:pt x="1158430" y="3638646"/>
                </a:cubicBezTo>
                <a:lnTo>
                  <a:pt x="1158430" y="4482275"/>
                </a:lnTo>
                <a:close/>
              </a:path>
            </a:pathLst>
          </a:custGeom>
          <a:solidFill>
            <a:srgbClr val="FEA1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695325" y="407502"/>
            <a:ext cx="5761038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 bwMode="gray">
          <a:xfrm>
            <a:off x="695325" y="1665288"/>
            <a:ext cx="5761038" cy="475138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C3AA2A63-8C9D-723A-34EC-905B494463D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7657898" y="0"/>
            <a:ext cx="4534100" cy="6858000"/>
          </a:xfrm>
          <a:custGeom>
            <a:avLst/>
            <a:gdLst>
              <a:gd name="connsiteX0" fmla="*/ 3689565 w 4534100"/>
              <a:gd name="connsiteY0" fmla="*/ 6321975 h 6858000"/>
              <a:gd name="connsiteX1" fmla="*/ 3872670 w 4534100"/>
              <a:gd name="connsiteY1" fmla="*/ 6416676 h 6858000"/>
              <a:gd name="connsiteX2" fmla="*/ 4055773 w 4534100"/>
              <a:gd name="connsiteY2" fmla="*/ 6321975 h 6858000"/>
              <a:gd name="connsiteX3" fmla="*/ 3987016 w 4534100"/>
              <a:gd name="connsiteY3" fmla="*/ 6321975 h 6858000"/>
              <a:gd name="connsiteX4" fmla="*/ 3872795 w 4534100"/>
              <a:gd name="connsiteY4" fmla="*/ 6365044 h 6858000"/>
              <a:gd name="connsiteX5" fmla="*/ 3758575 w 4534100"/>
              <a:gd name="connsiteY5" fmla="*/ 6321975 h 6858000"/>
              <a:gd name="connsiteX6" fmla="*/ 3727597 w 4534100"/>
              <a:gd name="connsiteY6" fmla="*/ 6119982 h 6858000"/>
              <a:gd name="connsiteX7" fmla="*/ 3757570 w 4534100"/>
              <a:gd name="connsiteY7" fmla="*/ 6146805 h 6858000"/>
              <a:gd name="connsiteX8" fmla="*/ 3733138 w 4534100"/>
              <a:gd name="connsiteY8" fmla="*/ 6174762 h 6858000"/>
              <a:gd name="connsiteX9" fmla="*/ 3733138 w 4534100"/>
              <a:gd name="connsiteY9" fmla="*/ 6202466 h 6858000"/>
              <a:gd name="connsiteX10" fmla="*/ 3761473 w 4534100"/>
              <a:gd name="connsiteY10" fmla="*/ 6234327 h 6858000"/>
              <a:gd name="connsiteX11" fmla="*/ 3728479 w 4534100"/>
              <a:gd name="connsiteY11" fmla="*/ 6262914 h 6858000"/>
              <a:gd name="connsiteX12" fmla="*/ 3704930 w 4534100"/>
              <a:gd name="connsiteY12" fmla="*/ 6260647 h 6858000"/>
              <a:gd name="connsiteX13" fmla="*/ 3704930 w 4534100"/>
              <a:gd name="connsiteY13" fmla="*/ 6121619 h 6858000"/>
              <a:gd name="connsiteX14" fmla="*/ 3727597 w 4534100"/>
              <a:gd name="connsiteY14" fmla="*/ 6119982 h 6858000"/>
              <a:gd name="connsiteX15" fmla="*/ 4030083 w 4534100"/>
              <a:gd name="connsiteY15" fmla="*/ 6089380 h 6858000"/>
              <a:gd name="connsiteX16" fmla="*/ 3933117 w 4534100"/>
              <a:gd name="connsiteY16" fmla="*/ 6191385 h 6858000"/>
              <a:gd name="connsiteX17" fmla="*/ 4028573 w 4534100"/>
              <a:gd name="connsiteY17" fmla="*/ 6295153 h 6858000"/>
              <a:gd name="connsiteX18" fmla="*/ 4089650 w 4534100"/>
              <a:gd name="connsiteY18" fmla="*/ 6283440 h 6858000"/>
              <a:gd name="connsiteX19" fmla="*/ 4090908 w 4534100"/>
              <a:gd name="connsiteY19" fmla="*/ 6282685 h 6858000"/>
              <a:gd name="connsiteX20" fmla="*/ 4090908 w 4534100"/>
              <a:gd name="connsiteY20" fmla="*/ 6178918 h 6858000"/>
              <a:gd name="connsiteX21" fmla="*/ 4065722 w 4534100"/>
              <a:gd name="connsiteY21" fmla="*/ 6174635 h 6858000"/>
              <a:gd name="connsiteX22" fmla="*/ 4040662 w 4534100"/>
              <a:gd name="connsiteY22" fmla="*/ 6178918 h 6858000"/>
              <a:gd name="connsiteX23" fmla="*/ 4040662 w 4534100"/>
              <a:gd name="connsiteY23" fmla="*/ 6260647 h 6858000"/>
              <a:gd name="connsiteX24" fmla="*/ 4025928 w 4534100"/>
              <a:gd name="connsiteY24" fmla="*/ 6262914 h 6858000"/>
              <a:gd name="connsiteX25" fmla="*/ 3987016 w 4534100"/>
              <a:gd name="connsiteY25" fmla="*/ 6191511 h 6858000"/>
              <a:gd name="connsiteX26" fmla="*/ 4035877 w 4534100"/>
              <a:gd name="connsiteY26" fmla="*/ 6119982 h 6858000"/>
              <a:gd name="connsiteX27" fmla="*/ 4080834 w 4534100"/>
              <a:gd name="connsiteY27" fmla="*/ 6127663 h 6858000"/>
              <a:gd name="connsiteX28" fmla="*/ 4091034 w 4534100"/>
              <a:gd name="connsiteY28" fmla="*/ 6101722 h 6858000"/>
              <a:gd name="connsiteX29" fmla="*/ 4031721 w 4534100"/>
              <a:gd name="connsiteY29" fmla="*/ 6089380 h 6858000"/>
              <a:gd name="connsiteX30" fmla="*/ 4030210 w 4534100"/>
              <a:gd name="connsiteY30" fmla="*/ 6089380 h 6858000"/>
              <a:gd name="connsiteX31" fmla="*/ 3727346 w 4534100"/>
              <a:gd name="connsiteY31" fmla="*/ 6089380 h 6858000"/>
              <a:gd name="connsiteX32" fmla="*/ 3655943 w 4534100"/>
              <a:gd name="connsiteY32" fmla="*/ 6101092 h 6858000"/>
              <a:gd name="connsiteX33" fmla="*/ 3655817 w 4534100"/>
              <a:gd name="connsiteY33" fmla="*/ 6101092 h 6858000"/>
              <a:gd name="connsiteX34" fmla="*/ 3654557 w 4534100"/>
              <a:gd name="connsiteY34" fmla="*/ 6101722 h 6858000"/>
              <a:gd name="connsiteX35" fmla="*/ 3654557 w 4534100"/>
              <a:gd name="connsiteY35" fmla="*/ 6282685 h 6858000"/>
              <a:gd name="connsiteX36" fmla="*/ 3655943 w 4534100"/>
              <a:gd name="connsiteY36" fmla="*/ 6283440 h 6858000"/>
              <a:gd name="connsiteX37" fmla="*/ 3729612 w 4534100"/>
              <a:gd name="connsiteY37" fmla="*/ 6295153 h 6858000"/>
              <a:gd name="connsiteX38" fmla="*/ 3814742 w 4534100"/>
              <a:gd name="connsiteY38" fmla="*/ 6235964 h 6858000"/>
              <a:gd name="connsiteX39" fmla="*/ 3776711 w 4534100"/>
              <a:gd name="connsiteY39" fmla="*/ 6187103 h 6858000"/>
              <a:gd name="connsiteX40" fmla="*/ 3808823 w 4534100"/>
              <a:gd name="connsiteY40" fmla="*/ 6143657 h 6858000"/>
              <a:gd name="connsiteX41" fmla="*/ 3727346 w 4534100"/>
              <a:gd name="connsiteY41" fmla="*/ 6089380 h 6858000"/>
              <a:gd name="connsiteX42" fmla="*/ 3872796 w 4534100"/>
              <a:gd name="connsiteY42" fmla="*/ 6075401 h 6858000"/>
              <a:gd name="connsiteX43" fmla="*/ 3847610 w 4534100"/>
              <a:gd name="connsiteY43" fmla="*/ 6079556 h 6858000"/>
              <a:gd name="connsiteX44" fmla="*/ 3847610 w 4534100"/>
              <a:gd name="connsiteY44" fmla="*/ 6304975 h 6858000"/>
              <a:gd name="connsiteX45" fmla="*/ 3872796 w 4534100"/>
              <a:gd name="connsiteY45" fmla="*/ 6309130 h 6858000"/>
              <a:gd name="connsiteX46" fmla="*/ 3897857 w 4534100"/>
              <a:gd name="connsiteY46" fmla="*/ 6304975 h 6858000"/>
              <a:gd name="connsiteX47" fmla="*/ 3897857 w 4534100"/>
              <a:gd name="connsiteY47" fmla="*/ 6079556 h 6858000"/>
              <a:gd name="connsiteX48" fmla="*/ 3872796 w 4534100"/>
              <a:gd name="connsiteY48" fmla="*/ 6075401 h 6858000"/>
              <a:gd name="connsiteX49" fmla="*/ 3872670 w 4534100"/>
              <a:gd name="connsiteY49" fmla="*/ 5967856 h 6858000"/>
              <a:gd name="connsiteX50" fmla="*/ 3689565 w 4534100"/>
              <a:gd name="connsiteY50" fmla="*/ 6062556 h 6858000"/>
              <a:gd name="connsiteX51" fmla="*/ 3758324 w 4534100"/>
              <a:gd name="connsiteY51" fmla="*/ 6062556 h 6858000"/>
              <a:gd name="connsiteX52" fmla="*/ 3872543 w 4534100"/>
              <a:gd name="connsiteY52" fmla="*/ 6019488 h 6858000"/>
              <a:gd name="connsiteX53" fmla="*/ 3986764 w 4534100"/>
              <a:gd name="connsiteY53" fmla="*/ 6062556 h 6858000"/>
              <a:gd name="connsiteX54" fmla="*/ 4055774 w 4534100"/>
              <a:gd name="connsiteY54" fmla="*/ 6062556 h 6858000"/>
              <a:gd name="connsiteX55" fmla="*/ 3872670 w 4534100"/>
              <a:gd name="connsiteY55" fmla="*/ 5967856 h 6858000"/>
              <a:gd name="connsiteX56" fmla="*/ 1559842 w 4534100"/>
              <a:gd name="connsiteY56" fmla="*/ 0 h 6858000"/>
              <a:gd name="connsiteX57" fmla="*/ 4534100 w 4534100"/>
              <a:gd name="connsiteY57" fmla="*/ 0 h 6858000"/>
              <a:gd name="connsiteX58" fmla="*/ 4534100 w 4534100"/>
              <a:gd name="connsiteY58" fmla="*/ 6858000 h 6858000"/>
              <a:gd name="connsiteX59" fmla="*/ 1559825 w 4534100"/>
              <a:gd name="connsiteY59" fmla="*/ 6858000 h 6858000"/>
              <a:gd name="connsiteX60" fmla="*/ 1416684 w 4534100"/>
              <a:gd name="connsiteY60" fmla="*/ 6805829 h 6858000"/>
              <a:gd name="connsiteX61" fmla="*/ 702458 w 4534100"/>
              <a:gd name="connsiteY61" fmla="*/ 6415239 h 6858000"/>
              <a:gd name="connsiteX62" fmla="*/ 702458 w 4534100"/>
              <a:gd name="connsiteY62" fmla="*/ 5291180 h 6858000"/>
              <a:gd name="connsiteX63" fmla="*/ 0 w 4534100"/>
              <a:gd name="connsiteY63" fmla="*/ 3429002 h 6858000"/>
              <a:gd name="connsiteX64" fmla="*/ 702458 w 4534100"/>
              <a:gd name="connsiteY64" fmla="*/ 1566950 h 6858000"/>
              <a:gd name="connsiteX65" fmla="*/ 702458 w 4534100"/>
              <a:gd name="connsiteY65" fmla="*/ 442891 h 6858000"/>
              <a:gd name="connsiteX66" fmla="*/ 1416628 w 4534100"/>
              <a:gd name="connsiteY66" fmla="*/ 522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4534100" h="6858000">
                <a:moveTo>
                  <a:pt x="3689565" y="6321975"/>
                </a:moveTo>
                <a:cubicBezTo>
                  <a:pt x="3730241" y="6379274"/>
                  <a:pt x="3797111" y="6416676"/>
                  <a:pt x="3872670" y="6416676"/>
                </a:cubicBezTo>
                <a:cubicBezTo>
                  <a:pt x="3948229" y="6416676"/>
                  <a:pt x="4015097" y="6379274"/>
                  <a:pt x="4055773" y="6321975"/>
                </a:cubicBezTo>
                <a:lnTo>
                  <a:pt x="3987016" y="6321975"/>
                </a:lnTo>
                <a:cubicBezTo>
                  <a:pt x="3956540" y="6348798"/>
                  <a:pt x="3916620" y="6365044"/>
                  <a:pt x="3872795" y="6365044"/>
                </a:cubicBezTo>
                <a:cubicBezTo>
                  <a:pt x="3828971" y="6365044"/>
                  <a:pt x="3789051" y="6348798"/>
                  <a:pt x="3758575" y="6321975"/>
                </a:cubicBezTo>
                <a:close/>
                <a:moveTo>
                  <a:pt x="3727597" y="6119982"/>
                </a:moveTo>
                <a:cubicBezTo>
                  <a:pt x="3748376" y="6119982"/>
                  <a:pt x="3757570" y="6128420"/>
                  <a:pt x="3757570" y="6146805"/>
                </a:cubicBezTo>
                <a:cubicBezTo>
                  <a:pt x="3757570" y="6170354"/>
                  <a:pt x="3733138" y="6174762"/>
                  <a:pt x="3733138" y="6174762"/>
                </a:cubicBezTo>
                <a:cubicBezTo>
                  <a:pt x="3729738" y="6184962"/>
                  <a:pt x="3729990" y="6192140"/>
                  <a:pt x="3733138" y="6202466"/>
                </a:cubicBezTo>
                <a:cubicBezTo>
                  <a:pt x="3733138" y="6202466"/>
                  <a:pt x="3761473" y="6208763"/>
                  <a:pt x="3761473" y="6234327"/>
                </a:cubicBezTo>
                <a:cubicBezTo>
                  <a:pt x="3761473" y="6255106"/>
                  <a:pt x="3749887" y="6262914"/>
                  <a:pt x="3728479" y="6262914"/>
                </a:cubicBezTo>
                <a:cubicBezTo>
                  <a:pt x="3721301" y="6262914"/>
                  <a:pt x="3710093" y="6262032"/>
                  <a:pt x="3704930" y="6260647"/>
                </a:cubicBezTo>
                <a:lnTo>
                  <a:pt x="3704930" y="6121619"/>
                </a:lnTo>
                <a:cubicBezTo>
                  <a:pt x="3710471" y="6120360"/>
                  <a:pt x="3721174" y="6119982"/>
                  <a:pt x="3727597" y="6119982"/>
                </a:cubicBezTo>
                <a:close/>
                <a:moveTo>
                  <a:pt x="4030083" y="6089380"/>
                </a:moveTo>
                <a:cubicBezTo>
                  <a:pt x="3969385" y="6090262"/>
                  <a:pt x="3933117" y="6131064"/>
                  <a:pt x="3933117" y="6191385"/>
                </a:cubicBezTo>
                <a:cubicBezTo>
                  <a:pt x="3933117" y="6254728"/>
                  <a:pt x="3964600" y="6295153"/>
                  <a:pt x="4028573" y="6295153"/>
                </a:cubicBezTo>
                <a:cubicBezTo>
                  <a:pt x="4056908" y="6295153"/>
                  <a:pt x="4075671" y="6291123"/>
                  <a:pt x="4089650" y="6283440"/>
                </a:cubicBezTo>
                <a:lnTo>
                  <a:pt x="4090908" y="6282685"/>
                </a:lnTo>
                <a:lnTo>
                  <a:pt x="4090908" y="6178918"/>
                </a:lnTo>
                <a:cubicBezTo>
                  <a:pt x="4090908" y="6178918"/>
                  <a:pt x="4075671" y="6174635"/>
                  <a:pt x="4065722" y="6174635"/>
                </a:cubicBezTo>
                <a:cubicBezTo>
                  <a:pt x="4055775" y="6174635"/>
                  <a:pt x="4040662" y="6178918"/>
                  <a:pt x="4040662" y="6178918"/>
                </a:cubicBezTo>
                <a:lnTo>
                  <a:pt x="4040662" y="6260647"/>
                </a:lnTo>
                <a:cubicBezTo>
                  <a:pt x="4038143" y="6261654"/>
                  <a:pt x="4032225" y="6262914"/>
                  <a:pt x="4025928" y="6262914"/>
                </a:cubicBezTo>
                <a:cubicBezTo>
                  <a:pt x="4003260" y="6262914"/>
                  <a:pt x="3987016" y="6237097"/>
                  <a:pt x="3987016" y="6191511"/>
                </a:cubicBezTo>
                <a:cubicBezTo>
                  <a:pt x="3987016" y="6145923"/>
                  <a:pt x="4005150" y="6122752"/>
                  <a:pt x="4035877" y="6119982"/>
                </a:cubicBezTo>
                <a:cubicBezTo>
                  <a:pt x="4056404" y="6118218"/>
                  <a:pt x="4080834" y="6127663"/>
                  <a:pt x="4080834" y="6127663"/>
                </a:cubicBezTo>
                <a:cubicBezTo>
                  <a:pt x="4089146" y="6120737"/>
                  <a:pt x="4091916" y="6112552"/>
                  <a:pt x="4091034" y="6101722"/>
                </a:cubicBezTo>
                <a:cubicBezTo>
                  <a:pt x="4091034" y="6101722"/>
                  <a:pt x="4061945" y="6089380"/>
                  <a:pt x="4031721" y="6089380"/>
                </a:cubicBezTo>
                <a:cubicBezTo>
                  <a:pt x="4031218" y="6089380"/>
                  <a:pt x="4030714" y="6089380"/>
                  <a:pt x="4030210" y="6089380"/>
                </a:cubicBezTo>
                <a:close/>
                <a:moveTo>
                  <a:pt x="3727346" y="6089380"/>
                </a:moveTo>
                <a:cubicBezTo>
                  <a:pt x="3700396" y="6089380"/>
                  <a:pt x="3670298" y="6093914"/>
                  <a:pt x="3655943" y="6101092"/>
                </a:cubicBezTo>
                <a:lnTo>
                  <a:pt x="3655817" y="6101092"/>
                </a:lnTo>
                <a:lnTo>
                  <a:pt x="3654557" y="6101722"/>
                </a:lnTo>
                <a:lnTo>
                  <a:pt x="3654557" y="6282685"/>
                </a:lnTo>
                <a:lnTo>
                  <a:pt x="3655943" y="6283440"/>
                </a:lnTo>
                <a:cubicBezTo>
                  <a:pt x="3671684" y="6291123"/>
                  <a:pt x="3701278" y="6295153"/>
                  <a:pt x="3729612" y="6295153"/>
                </a:cubicBezTo>
                <a:cubicBezTo>
                  <a:pt x="3780992" y="6295153"/>
                  <a:pt x="3814742" y="6277018"/>
                  <a:pt x="3814742" y="6235964"/>
                </a:cubicBezTo>
                <a:cubicBezTo>
                  <a:pt x="3814742" y="6210652"/>
                  <a:pt x="3794593" y="6193777"/>
                  <a:pt x="3776711" y="6187103"/>
                </a:cubicBezTo>
                <a:cubicBezTo>
                  <a:pt x="3792326" y="6181184"/>
                  <a:pt x="3808823" y="6167332"/>
                  <a:pt x="3808823" y="6143657"/>
                </a:cubicBezTo>
                <a:cubicBezTo>
                  <a:pt x="3808823" y="6112552"/>
                  <a:pt x="3782000" y="6089380"/>
                  <a:pt x="3727346" y="6089380"/>
                </a:cubicBezTo>
                <a:close/>
                <a:moveTo>
                  <a:pt x="3872796" y="6075401"/>
                </a:moveTo>
                <a:cubicBezTo>
                  <a:pt x="3862973" y="6075401"/>
                  <a:pt x="3847610" y="6079556"/>
                  <a:pt x="3847610" y="6079556"/>
                </a:cubicBezTo>
                <a:lnTo>
                  <a:pt x="3847610" y="6304975"/>
                </a:lnTo>
                <a:cubicBezTo>
                  <a:pt x="3847610" y="6304975"/>
                  <a:pt x="3862847" y="6309130"/>
                  <a:pt x="3872796" y="6309130"/>
                </a:cubicBezTo>
                <a:cubicBezTo>
                  <a:pt x="3882745" y="6309130"/>
                  <a:pt x="3897857" y="6304975"/>
                  <a:pt x="3897857" y="6304975"/>
                </a:cubicBezTo>
                <a:lnTo>
                  <a:pt x="3897857" y="6079556"/>
                </a:lnTo>
                <a:cubicBezTo>
                  <a:pt x="3897857" y="6079556"/>
                  <a:pt x="3882620" y="6075401"/>
                  <a:pt x="3872796" y="6075401"/>
                </a:cubicBezTo>
                <a:close/>
                <a:moveTo>
                  <a:pt x="3872670" y="5967856"/>
                </a:moveTo>
                <a:cubicBezTo>
                  <a:pt x="3797111" y="5967856"/>
                  <a:pt x="3730241" y="6005257"/>
                  <a:pt x="3689565" y="6062556"/>
                </a:cubicBezTo>
                <a:lnTo>
                  <a:pt x="3758324" y="6062556"/>
                </a:lnTo>
                <a:cubicBezTo>
                  <a:pt x="3788799" y="6035733"/>
                  <a:pt x="3828719" y="6019488"/>
                  <a:pt x="3872543" y="6019488"/>
                </a:cubicBezTo>
                <a:cubicBezTo>
                  <a:pt x="3916367" y="6019488"/>
                  <a:pt x="3956287" y="6035733"/>
                  <a:pt x="3986764" y="6062556"/>
                </a:cubicBezTo>
                <a:lnTo>
                  <a:pt x="4055774" y="6062556"/>
                </a:lnTo>
                <a:cubicBezTo>
                  <a:pt x="4015098" y="6005257"/>
                  <a:pt x="3948229" y="5967856"/>
                  <a:pt x="3872670" y="5967856"/>
                </a:cubicBezTo>
                <a:close/>
                <a:moveTo>
                  <a:pt x="1559842" y="0"/>
                </a:moveTo>
                <a:lnTo>
                  <a:pt x="4534100" y="0"/>
                </a:lnTo>
                <a:lnTo>
                  <a:pt x="4534100" y="6858000"/>
                </a:lnTo>
                <a:lnTo>
                  <a:pt x="1559825" y="6858000"/>
                </a:lnTo>
                <a:lnTo>
                  <a:pt x="1416684" y="6805829"/>
                </a:lnTo>
                <a:cubicBezTo>
                  <a:pt x="1163006" y="6702242"/>
                  <a:pt x="923666" y="6570769"/>
                  <a:pt x="702458" y="6415239"/>
                </a:cubicBezTo>
                <a:lnTo>
                  <a:pt x="702458" y="5291180"/>
                </a:lnTo>
                <a:cubicBezTo>
                  <a:pt x="265119" y="4794574"/>
                  <a:pt x="0" y="4142627"/>
                  <a:pt x="0" y="3429002"/>
                </a:cubicBezTo>
                <a:cubicBezTo>
                  <a:pt x="0" y="2715376"/>
                  <a:pt x="265119" y="2063556"/>
                  <a:pt x="702458" y="1566950"/>
                </a:cubicBezTo>
                <a:lnTo>
                  <a:pt x="702458" y="442891"/>
                </a:lnTo>
                <a:cubicBezTo>
                  <a:pt x="923618" y="287313"/>
                  <a:pt x="1162946" y="155810"/>
                  <a:pt x="1416628" y="5220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9441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  <p15:guide id="9" pos="4067" userDrawn="1">
          <p15:clr>
            <a:srgbClr val="FBAE40"/>
          </p15:clr>
        </p15:guide>
        <p15:guide id="10" pos="429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Bild rund, ohne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89A4EE1-77A0-C677-22E5-43CCF0EBE7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801695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52C67660-D988-A3BE-76F9-CA43B6F37419}"/>
              </a:ext>
            </a:extLst>
          </p:cNvPr>
          <p:cNvSpPr/>
          <p:nvPr/>
        </p:nvSpPr>
        <p:spPr>
          <a:xfrm>
            <a:off x="6816725" y="442764"/>
            <a:ext cx="1543502" cy="5972220"/>
          </a:xfrm>
          <a:custGeom>
            <a:avLst/>
            <a:gdLst>
              <a:gd name="connsiteX0" fmla="*/ 1158430 w 1158430"/>
              <a:gd name="connsiteY0" fmla="*/ 4482275 h 4482274"/>
              <a:gd name="connsiteX1" fmla="*/ 0 w 1158430"/>
              <a:gd name="connsiteY1" fmla="*/ 2241137 h 4482274"/>
              <a:gd name="connsiteX2" fmla="*/ 1158430 w 1158430"/>
              <a:gd name="connsiteY2" fmla="*/ 0 h 4482274"/>
              <a:gd name="connsiteX3" fmla="*/ 1158430 w 1158430"/>
              <a:gd name="connsiteY3" fmla="*/ 843629 h 4482274"/>
              <a:gd name="connsiteX4" fmla="*/ 631222 w 1158430"/>
              <a:gd name="connsiteY4" fmla="*/ 2241137 h 4482274"/>
              <a:gd name="connsiteX5" fmla="*/ 1158430 w 1158430"/>
              <a:gd name="connsiteY5" fmla="*/ 3638646 h 4482274"/>
              <a:gd name="connsiteX6" fmla="*/ 1158430 w 1158430"/>
              <a:gd name="connsiteY6" fmla="*/ 4482275 h 448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8430" h="4482274">
                <a:moveTo>
                  <a:pt x="1158430" y="4482275"/>
                </a:moveTo>
                <a:cubicBezTo>
                  <a:pt x="457200" y="3984593"/>
                  <a:pt x="0" y="3166300"/>
                  <a:pt x="0" y="2241137"/>
                </a:cubicBezTo>
                <a:cubicBezTo>
                  <a:pt x="0" y="1315974"/>
                  <a:pt x="457295" y="497872"/>
                  <a:pt x="1158430" y="0"/>
                </a:cubicBezTo>
                <a:lnTo>
                  <a:pt x="1158430" y="843629"/>
                </a:lnTo>
                <a:cubicBezTo>
                  <a:pt x="830199" y="1216343"/>
                  <a:pt x="631222" y="1705547"/>
                  <a:pt x="631222" y="2241137"/>
                </a:cubicBezTo>
                <a:cubicBezTo>
                  <a:pt x="631222" y="2776728"/>
                  <a:pt x="830199" y="3266027"/>
                  <a:pt x="1158430" y="3638646"/>
                </a:cubicBezTo>
                <a:lnTo>
                  <a:pt x="1158430" y="4482275"/>
                </a:lnTo>
                <a:close/>
              </a:path>
            </a:pathLst>
          </a:custGeom>
          <a:solidFill>
            <a:srgbClr val="FEA1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695325" y="407502"/>
            <a:ext cx="5761038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695325" y="1665288"/>
            <a:ext cx="5761038" cy="475138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8558D2A9-AACE-816B-25CE-FEBDCA8BBB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657898" y="0"/>
            <a:ext cx="4534100" cy="6858000"/>
          </a:xfrm>
          <a:custGeom>
            <a:avLst/>
            <a:gdLst>
              <a:gd name="connsiteX0" fmla="*/ 1559842 w 4534100"/>
              <a:gd name="connsiteY0" fmla="*/ 0 h 6858000"/>
              <a:gd name="connsiteX1" fmla="*/ 4534100 w 4534100"/>
              <a:gd name="connsiteY1" fmla="*/ 0 h 6858000"/>
              <a:gd name="connsiteX2" fmla="*/ 4534100 w 4534100"/>
              <a:gd name="connsiteY2" fmla="*/ 6858000 h 6858000"/>
              <a:gd name="connsiteX3" fmla="*/ 1559825 w 4534100"/>
              <a:gd name="connsiteY3" fmla="*/ 6858000 h 6858000"/>
              <a:gd name="connsiteX4" fmla="*/ 1416684 w 4534100"/>
              <a:gd name="connsiteY4" fmla="*/ 6805829 h 6858000"/>
              <a:gd name="connsiteX5" fmla="*/ 702458 w 4534100"/>
              <a:gd name="connsiteY5" fmla="*/ 6415239 h 6858000"/>
              <a:gd name="connsiteX6" fmla="*/ 702458 w 4534100"/>
              <a:gd name="connsiteY6" fmla="*/ 5291180 h 6858000"/>
              <a:gd name="connsiteX7" fmla="*/ 0 w 4534100"/>
              <a:gd name="connsiteY7" fmla="*/ 3429002 h 6858000"/>
              <a:gd name="connsiteX8" fmla="*/ 702458 w 4534100"/>
              <a:gd name="connsiteY8" fmla="*/ 1566950 h 6858000"/>
              <a:gd name="connsiteX9" fmla="*/ 702458 w 4534100"/>
              <a:gd name="connsiteY9" fmla="*/ 442891 h 6858000"/>
              <a:gd name="connsiteX10" fmla="*/ 1416628 w 4534100"/>
              <a:gd name="connsiteY10" fmla="*/ 522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534100" h="6858000">
                <a:moveTo>
                  <a:pt x="1559842" y="0"/>
                </a:moveTo>
                <a:lnTo>
                  <a:pt x="4534100" y="0"/>
                </a:lnTo>
                <a:lnTo>
                  <a:pt x="4534100" y="6858000"/>
                </a:lnTo>
                <a:lnTo>
                  <a:pt x="1559825" y="6858000"/>
                </a:lnTo>
                <a:lnTo>
                  <a:pt x="1416684" y="6805829"/>
                </a:lnTo>
                <a:cubicBezTo>
                  <a:pt x="1163006" y="6702242"/>
                  <a:pt x="923666" y="6570769"/>
                  <a:pt x="702458" y="6415239"/>
                </a:cubicBezTo>
                <a:lnTo>
                  <a:pt x="702458" y="5291180"/>
                </a:lnTo>
                <a:cubicBezTo>
                  <a:pt x="265119" y="4794574"/>
                  <a:pt x="0" y="4142627"/>
                  <a:pt x="0" y="3429002"/>
                </a:cubicBezTo>
                <a:cubicBezTo>
                  <a:pt x="0" y="2715376"/>
                  <a:pt x="265119" y="2063556"/>
                  <a:pt x="702458" y="1566950"/>
                </a:cubicBezTo>
                <a:lnTo>
                  <a:pt x="702458" y="442891"/>
                </a:lnTo>
                <a:cubicBezTo>
                  <a:pt x="923618" y="287313"/>
                  <a:pt x="1162946" y="155810"/>
                  <a:pt x="1416628" y="5220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9657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  <p15:guide id="9" pos="4294" userDrawn="1">
          <p15:clr>
            <a:srgbClr val="FBAE40"/>
          </p15:clr>
        </p15:guide>
        <p15:guide id="10" pos="4067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rund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91CD33A-B315-3C29-8877-5AF27C93AF4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589461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CA3AF15D-B373-27A0-3ABB-0853CFE5ABA4}"/>
              </a:ext>
            </a:extLst>
          </p:cNvPr>
          <p:cNvSpPr/>
          <p:nvPr/>
        </p:nvSpPr>
        <p:spPr bwMode="gray">
          <a:xfrm flipH="1">
            <a:off x="4192032" y="442563"/>
            <a:ext cx="1543606" cy="5972621"/>
          </a:xfrm>
          <a:custGeom>
            <a:avLst/>
            <a:gdLst>
              <a:gd name="connsiteX0" fmla="*/ 1158430 w 1158430"/>
              <a:gd name="connsiteY0" fmla="*/ 4482275 h 4482274"/>
              <a:gd name="connsiteX1" fmla="*/ 0 w 1158430"/>
              <a:gd name="connsiteY1" fmla="*/ 2241137 h 4482274"/>
              <a:gd name="connsiteX2" fmla="*/ 1158430 w 1158430"/>
              <a:gd name="connsiteY2" fmla="*/ 0 h 4482274"/>
              <a:gd name="connsiteX3" fmla="*/ 1158430 w 1158430"/>
              <a:gd name="connsiteY3" fmla="*/ 843629 h 4482274"/>
              <a:gd name="connsiteX4" fmla="*/ 631222 w 1158430"/>
              <a:gd name="connsiteY4" fmla="*/ 2241137 h 4482274"/>
              <a:gd name="connsiteX5" fmla="*/ 1158430 w 1158430"/>
              <a:gd name="connsiteY5" fmla="*/ 3638646 h 4482274"/>
              <a:gd name="connsiteX6" fmla="*/ 1158430 w 1158430"/>
              <a:gd name="connsiteY6" fmla="*/ 4482275 h 448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8430" h="4482274">
                <a:moveTo>
                  <a:pt x="1158430" y="4482275"/>
                </a:moveTo>
                <a:cubicBezTo>
                  <a:pt x="457200" y="3984593"/>
                  <a:pt x="0" y="3166300"/>
                  <a:pt x="0" y="2241137"/>
                </a:cubicBezTo>
                <a:cubicBezTo>
                  <a:pt x="0" y="1315974"/>
                  <a:pt x="457295" y="497872"/>
                  <a:pt x="1158430" y="0"/>
                </a:cubicBezTo>
                <a:lnTo>
                  <a:pt x="1158430" y="843629"/>
                </a:lnTo>
                <a:cubicBezTo>
                  <a:pt x="830199" y="1216343"/>
                  <a:pt x="631222" y="1705547"/>
                  <a:pt x="631222" y="2241137"/>
                </a:cubicBezTo>
                <a:cubicBezTo>
                  <a:pt x="631222" y="2776728"/>
                  <a:pt x="830199" y="3266027"/>
                  <a:pt x="1158430" y="3638646"/>
                </a:cubicBezTo>
                <a:lnTo>
                  <a:pt x="1158430" y="4482275"/>
                </a:lnTo>
                <a:close/>
              </a:path>
            </a:pathLst>
          </a:custGeom>
          <a:solidFill>
            <a:srgbClr val="FEA1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7AD8949C-83AD-7046-3937-996C160F3AC9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 bwMode="gray">
          <a:xfrm>
            <a:off x="-1" y="0"/>
            <a:ext cx="4894410" cy="6858000"/>
          </a:xfrm>
          <a:custGeom>
            <a:avLst/>
            <a:gdLst>
              <a:gd name="connsiteX0" fmla="*/ 0 w 4894410"/>
              <a:gd name="connsiteY0" fmla="*/ 0 h 6858000"/>
              <a:gd name="connsiteX1" fmla="*/ 3335096 w 4894410"/>
              <a:gd name="connsiteY1" fmla="*/ 0 h 6858000"/>
              <a:gd name="connsiteX2" fmla="*/ 3477688 w 4894410"/>
              <a:gd name="connsiteY2" fmla="*/ 51978 h 6858000"/>
              <a:gd name="connsiteX3" fmla="*/ 4191905 w 4894410"/>
              <a:gd name="connsiteY3" fmla="*/ 442690 h 6858000"/>
              <a:gd name="connsiteX4" fmla="*/ 4191905 w 4894410"/>
              <a:gd name="connsiteY4" fmla="*/ 1566825 h 6858000"/>
              <a:gd name="connsiteX5" fmla="*/ 4894410 w 4894410"/>
              <a:gd name="connsiteY5" fmla="*/ 3429001 h 6858000"/>
              <a:gd name="connsiteX6" fmla="*/ 4191905 w 4894410"/>
              <a:gd name="connsiteY6" fmla="*/ 5291305 h 6858000"/>
              <a:gd name="connsiteX7" fmla="*/ 4191905 w 4894410"/>
              <a:gd name="connsiteY7" fmla="*/ 6415438 h 6858000"/>
              <a:gd name="connsiteX8" fmla="*/ 3477632 w 4894410"/>
              <a:gd name="connsiteY8" fmla="*/ 6806055 h 6858000"/>
              <a:gd name="connsiteX9" fmla="*/ 3335111 w 4894410"/>
              <a:gd name="connsiteY9" fmla="*/ 6858000 h 6858000"/>
              <a:gd name="connsiteX10" fmla="*/ 0 w 4894410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94410" h="6858000">
                <a:moveTo>
                  <a:pt x="0" y="0"/>
                </a:moveTo>
                <a:lnTo>
                  <a:pt x="3335096" y="0"/>
                </a:lnTo>
                <a:lnTo>
                  <a:pt x="3477688" y="51978"/>
                </a:lnTo>
                <a:cubicBezTo>
                  <a:pt x="3731386" y="155590"/>
                  <a:pt x="3970730" y="287101"/>
                  <a:pt x="4191905" y="442690"/>
                </a:cubicBezTo>
                <a:lnTo>
                  <a:pt x="4191905" y="1566825"/>
                </a:lnTo>
                <a:cubicBezTo>
                  <a:pt x="4629274" y="2063464"/>
                  <a:pt x="4894410" y="2715328"/>
                  <a:pt x="4894410" y="3429001"/>
                </a:cubicBezTo>
                <a:cubicBezTo>
                  <a:pt x="4894410" y="4142674"/>
                  <a:pt x="4629274" y="4794665"/>
                  <a:pt x="4191905" y="5291305"/>
                </a:cubicBezTo>
                <a:lnTo>
                  <a:pt x="4191905" y="6415438"/>
                </a:lnTo>
                <a:cubicBezTo>
                  <a:pt x="3970683" y="6570979"/>
                  <a:pt x="3731327" y="6702461"/>
                  <a:pt x="3477632" y="6806055"/>
                </a:cubicBezTo>
                <a:lnTo>
                  <a:pt x="333511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6096000" y="408063"/>
            <a:ext cx="5653087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 bwMode="gray">
          <a:xfrm>
            <a:off x="6096000" y="1665288"/>
            <a:ext cx="5653087" cy="388723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853813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  <p15:guide id="9" pos="3613" userDrawn="1">
          <p15:clr>
            <a:srgbClr val="FBAE40"/>
          </p15:clr>
        </p15:guide>
        <p15:guide id="10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rund &amp; breit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91CD33A-B315-3C29-8877-5AF27C93AF4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101946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1CD33A-B315-3C29-8877-5AF27C93AF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CA3AF15D-B373-27A0-3ABB-0853CFE5ABA4}"/>
              </a:ext>
            </a:extLst>
          </p:cNvPr>
          <p:cNvSpPr/>
          <p:nvPr/>
        </p:nvSpPr>
        <p:spPr bwMode="gray">
          <a:xfrm flipH="1">
            <a:off x="6389132" y="442563"/>
            <a:ext cx="1543606" cy="5972621"/>
          </a:xfrm>
          <a:custGeom>
            <a:avLst/>
            <a:gdLst>
              <a:gd name="connsiteX0" fmla="*/ 1158430 w 1158430"/>
              <a:gd name="connsiteY0" fmla="*/ 4482275 h 4482274"/>
              <a:gd name="connsiteX1" fmla="*/ 0 w 1158430"/>
              <a:gd name="connsiteY1" fmla="*/ 2241137 h 4482274"/>
              <a:gd name="connsiteX2" fmla="*/ 1158430 w 1158430"/>
              <a:gd name="connsiteY2" fmla="*/ 0 h 4482274"/>
              <a:gd name="connsiteX3" fmla="*/ 1158430 w 1158430"/>
              <a:gd name="connsiteY3" fmla="*/ 843629 h 4482274"/>
              <a:gd name="connsiteX4" fmla="*/ 631222 w 1158430"/>
              <a:gd name="connsiteY4" fmla="*/ 2241137 h 4482274"/>
              <a:gd name="connsiteX5" fmla="*/ 1158430 w 1158430"/>
              <a:gd name="connsiteY5" fmla="*/ 3638646 h 4482274"/>
              <a:gd name="connsiteX6" fmla="*/ 1158430 w 1158430"/>
              <a:gd name="connsiteY6" fmla="*/ 4482275 h 448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8430" h="4482274">
                <a:moveTo>
                  <a:pt x="1158430" y="4482275"/>
                </a:moveTo>
                <a:cubicBezTo>
                  <a:pt x="457200" y="3984593"/>
                  <a:pt x="0" y="3166300"/>
                  <a:pt x="0" y="2241137"/>
                </a:cubicBezTo>
                <a:cubicBezTo>
                  <a:pt x="0" y="1315974"/>
                  <a:pt x="457295" y="497872"/>
                  <a:pt x="1158430" y="0"/>
                </a:cubicBezTo>
                <a:lnTo>
                  <a:pt x="1158430" y="843629"/>
                </a:lnTo>
                <a:cubicBezTo>
                  <a:pt x="830199" y="1216343"/>
                  <a:pt x="631222" y="1705547"/>
                  <a:pt x="631222" y="2241137"/>
                </a:cubicBezTo>
                <a:cubicBezTo>
                  <a:pt x="631222" y="2776728"/>
                  <a:pt x="830199" y="3266027"/>
                  <a:pt x="1158430" y="3638646"/>
                </a:cubicBezTo>
                <a:lnTo>
                  <a:pt x="1158430" y="4482275"/>
                </a:lnTo>
                <a:close/>
              </a:path>
            </a:pathLst>
          </a:custGeom>
          <a:solidFill>
            <a:srgbClr val="FEA1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F554C167-C292-8F60-1B3C-96BA5C2A7F4D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 bwMode="gray">
          <a:xfrm>
            <a:off x="-1" y="0"/>
            <a:ext cx="7091510" cy="6858000"/>
          </a:xfrm>
          <a:custGeom>
            <a:avLst/>
            <a:gdLst>
              <a:gd name="connsiteX0" fmla="*/ 0 w 7091510"/>
              <a:gd name="connsiteY0" fmla="*/ 0 h 6858000"/>
              <a:gd name="connsiteX1" fmla="*/ 2197100 w 7091510"/>
              <a:gd name="connsiteY1" fmla="*/ 0 h 6858000"/>
              <a:gd name="connsiteX2" fmla="*/ 2792361 w 7091510"/>
              <a:gd name="connsiteY2" fmla="*/ 0 h 6858000"/>
              <a:gd name="connsiteX3" fmla="*/ 5532196 w 7091510"/>
              <a:gd name="connsiteY3" fmla="*/ 0 h 6858000"/>
              <a:gd name="connsiteX4" fmla="*/ 5674788 w 7091510"/>
              <a:gd name="connsiteY4" fmla="*/ 51978 h 6858000"/>
              <a:gd name="connsiteX5" fmla="*/ 6389005 w 7091510"/>
              <a:gd name="connsiteY5" fmla="*/ 442690 h 6858000"/>
              <a:gd name="connsiteX6" fmla="*/ 6389005 w 7091510"/>
              <a:gd name="connsiteY6" fmla="*/ 1566825 h 6858000"/>
              <a:gd name="connsiteX7" fmla="*/ 7091510 w 7091510"/>
              <a:gd name="connsiteY7" fmla="*/ 3429001 h 6858000"/>
              <a:gd name="connsiteX8" fmla="*/ 6389005 w 7091510"/>
              <a:gd name="connsiteY8" fmla="*/ 5291305 h 6858000"/>
              <a:gd name="connsiteX9" fmla="*/ 6389005 w 7091510"/>
              <a:gd name="connsiteY9" fmla="*/ 6415438 h 6858000"/>
              <a:gd name="connsiteX10" fmla="*/ 5674732 w 7091510"/>
              <a:gd name="connsiteY10" fmla="*/ 6806055 h 6858000"/>
              <a:gd name="connsiteX11" fmla="*/ 5532211 w 7091510"/>
              <a:gd name="connsiteY11" fmla="*/ 6858000 h 6858000"/>
              <a:gd name="connsiteX12" fmla="*/ 2792361 w 7091510"/>
              <a:gd name="connsiteY12" fmla="*/ 6858000 h 6858000"/>
              <a:gd name="connsiteX13" fmla="*/ 2197100 w 7091510"/>
              <a:gd name="connsiteY13" fmla="*/ 6858000 h 6858000"/>
              <a:gd name="connsiteX14" fmla="*/ 0 w 7091510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091510" h="6858000">
                <a:moveTo>
                  <a:pt x="0" y="0"/>
                </a:moveTo>
                <a:lnTo>
                  <a:pt x="2197100" y="0"/>
                </a:lnTo>
                <a:lnTo>
                  <a:pt x="2792361" y="0"/>
                </a:lnTo>
                <a:lnTo>
                  <a:pt x="5532196" y="0"/>
                </a:lnTo>
                <a:lnTo>
                  <a:pt x="5674788" y="51978"/>
                </a:lnTo>
                <a:cubicBezTo>
                  <a:pt x="5928486" y="155590"/>
                  <a:pt x="6167830" y="287101"/>
                  <a:pt x="6389005" y="442690"/>
                </a:cubicBezTo>
                <a:lnTo>
                  <a:pt x="6389005" y="1566825"/>
                </a:lnTo>
                <a:cubicBezTo>
                  <a:pt x="6826374" y="2063464"/>
                  <a:pt x="7091510" y="2715328"/>
                  <a:pt x="7091510" y="3429001"/>
                </a:cubicBezTo>
                <a:cubicBezTo>
                  <a:pt x="7091510" y="4142674"/>
                  <a:pt x="6826374" y="4794665"/>
                  <a:pt x="6389005" y="5291305"/>
                </a:cubicBezTo>
                <a:lnTo>
                  <a:pt x="6389005" y="6415438"/>
                </a:lnTo>
                <a:cubicBezTo>
                  <a:pt x="6167783" y="6570979"/>
                  <a:pt x="5928427" y="6702461"/>
                  <a:pt x="5674732" y="6806055"/>
                </a:cubicBezTo>
                <a:lnTo>
                  <a:pt x="5532211" y="6858000"/>
                </a:lnTo>
                <a:lnTo>
                  <a:pt x="2792361" y="6858000"/>
                </a:lnTo>
                <a:lnTo>
                  <a:pt x="21971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8291513" y="408063"/>
            <a:ext cx="3457574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 bwMode="gray">
          <a:xfrm>
            <a:off x="8291513" y="1665288"/>
            <a:ext cx="3457574" cy="388723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1822336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  <p15:guide id="9" pos="4997" userDrawn="1">
          <p15:clr>
            <a:srgbClr val="FBAE40"/>
          </p15:clr>
        </p15:guide>
        <p15:guide id="10" pos="5223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Bild eckig, Logo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B2FF27E0-437E-3BF0-9698-83B95AF205E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29797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73168C1A-1D96-71E4-A06C-720A03407B7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16725" y="228600"/>
            <a:ext cx="5375272" cy="6400800"/>
          </a:xfrm>
          <a:custGeom>
            <a:avLst/>
            <a:gdLst>
              <a:gd name="connsiteX0" fmla="*/ 4530738 w 5375272"/>
              <a:gd name="connsiteY0" fmla="*/ 6093375 h 6400800"/>
              <a:gd name="connsiteX1" fmla="*/ 4713843 w 5375272"/>
              <a:gd name="connsiteY1" fmla="*/ 6188076 h 6400800"/>
              <a:gd name="connsiteX2" fmla="*/ 4896946 w 5375272"/>
              <a:gd name="connsiteY2" fmla="*/ 6093375 h 6400800"/>
              <a:gd name="connsiteX3" fmla="*/ 4828189 w 5375272"/>
              <a:gd name="connsiteY3" fmla="*/ 6093375 h 6400800"/>
              <a:gd name="connsiteX4" fmla="*/ 4713968 w 5375272"/>
              <a:gd name="connsiteY4" fmla="*/ 6136444 h 6400800"/>
              <a:gd name="connsiteX5" fmla="*/ 4599748 w 5375272"/>
              <a:gd name="connsiteY5" fmla="*/ 6093375 h 6400800"/>
              <a:gd name="connsiteX6" fmla="*/ 4568770 w 5375272"/>
              <a:gd name="connsiteY6" fmla="*/ 5891382 h 6400800"/>
              <a:gd name="connsiteX7" fmla="*/ 4598743 w 5375272"/>
              <a:gd name="connsiteY7" fmla="*/ 5918205 h 6400800"/>
              <a:gd name="connsiteX8" fmla="*/ 4574311 w 5375272"/>
              <a:gd name="connsiteY8" fmla="*/ 5946162 h 6400800"/>
              <a:gd name="connsiteX9" fmla="*/ 4574311 w 5375272"/>
              <a:gd name="connsiteY9" fmla="*/ 5973866 h 6400800"/>
              <a:gd name="connsiteX10" fmla="*/ 4602646 w 5375272"/>
              <a:gd name="connsiteY10" fmla="*/ 6005727 h 6400800"/>
              <a:gd name="connsiteX11" fmla="*/ 4569652 w 5375272"/>
              <a:gd name="connsiteY11" fmla="*/ 6034314 h 6400800"/>
              <a:gd name="connsiteX12" fmla="*/ 4546103 w 5375272"/>
              <a:gd name="connsiteY12" fmla="*/ 6032047 h 6400800"/>
              <a:gd name="connsiteX13" fmla="*/ 4546103 w 5375272"/>
              <a:gd name="connsiteY13" fmla="*/ 5893019 h 6400800"/>
              <a:gd name="connsiteX14" fmla="*/ 4568770 w 5375272"/>
              <a:gd name="connsiteY14" fmla="*/ 5891382 h 6400800"/>
              <a:gd name="connsiteX15" fmla="*/ 4871256 w 5375272"/>
              <a:gd name="connsiteY15" fmla="*/ 5860780 h 6400800"/>
              <a:gd name="connsiteX16" fmla="*/ 4774290 w 5375272"/>
              <a:gd name="connsiteY16" fmla="*/ 5962785 h 6400800"/>
              <a:gd name="connsiteX17" fmla="*/ 4869746 w 5375272"/>
              <a:gd name="connsiteY17" fmla="*/ 6066553 h 6400800"/>
              <a:gd name="connsiteX18" fmla="*/ 4930823 w 5375272"/>
              <a:gd name="connsiteY18" fmla="*/ 6054840 h 6400800"/>
              <a:gd name="connsiteX19" fmla="*/ 4932081 w 5375272"/>
              <a:gd name="connsiteY19" fmla="*/ 6054085 h 6400800"/>
              <a:gd name="connsiteX20" fmla="*/ 4932081 w 5375272"/>
              <a:gd name="connsiteY20" fmla="*/ 5950318 h 6400800"/>
              <a:gd name="connsiteX21" fmla="*/ 4906895 w 5375272"/>
              <a:gd name="connsiteY21" fmla="*/ 5946035 h 6400800"/>
              <a:gd name="connsiteX22" fmla="*/ 4881835 w 5375272"/>
              <a:gd name="connsiteY22" fmla="*/ 5950318 h 6400800"/>
              <a:gd name="connsiteX23" fmla="*/ 4881835 w 5375272"/>
              <a:gd name="connsiteY23" fmla="*/ 6032047 h 6400800"/>
              <a:gd name="connsiteX24" fmla="*/ 4867101 w 5375272"/>
              <a:gd name="connsiteY24" fmla="*/ 6034314 h 6400800"/>
              <a:gd name="connsiteX25" fmla="*/ 4828189 w 5375272"/>
              <a:gd name="connsiteY25" fmla="*/ 5962911 h 6400800"/>
              <a:gd name="connsiteX26" fmla="*/ 4877050 w 5375272"/>
              <a:gd name="connsiteY26" fmla="*/ 5891382 h 6400800"/>
              <a:gd name="connsiteX27" fmla="*/ 4922007 w 5375272"/>
              <a:gd name="connsiteY27" fmla="*/ 5899063 h 6400800"/>
              <a:gd name="connsiteX28" fmla="*/ 4932207 w 5375272"/>
              <a:gd name="connsiteY28" fmla="*/ 5873122 h 6400800"/>
              <a:gd name="connsiteX29" fmla="*/ 4872894 w 5375272"/>
              <a:gd name="connsiteY29" fmla="*/ 5860780 h 6400800"/>
              <a:gd name="connsiteX30" fmla="*/ 4871383 w 5375272"/>
              <a:gd name="connsiteY30" fmla="*/ 5860780 h 6400800"/>
              <a:gd name="connsiteX31" fmla="*/ 4568519 w 5375272"/>
              <a:gd name="connsiteY31" fmla="*/ 5860780 h 6400800"/>
              <a:gd name="connsiteX32" fmla="*/ 4497116 w 5375272"/>
              <a:gd name="connsiteY32" fmla="*/ 5872492 h 6400800"/>
              <a:gd name="connsiteX33" fmla="*/ 4496990 w 5375272"/>
              <a:gd name="connsiteY33" fmla="*/ 5872492 h 6400800"/>
              <a:gd name="connsiteX34" fmla="*/ 4495730 w 5375272"/>
              <a:gd name="connsiteY34" fmla="*/ 5873122 h 6400800"/>
              <a:gd name="connsiteX35" fmla="*/ 4495730 w 5375272"/>
              <a:gd name="connsiteY35" fmla="*/ 6054085 h 6400800"/>
              <a:gd name="connsiteX36" fmla="*/ 4497116 w 5375272"/>
              <a:gd name="connsiteY36" fmla="*/ 6054840 h 6400800"/>
              <a:gd name="connsiteX37" fmla="*/ 4570785 w 5375272"/>
              <a:gd name="connsiteY37" fmla="*/ 6066553 h 6400800"/>
              <a:gd name="connsiteX38" fmla="*/ 4655915 w 5375272"/>
              <a:gd name="connsiteY38" fmla="*/ 6007364 h 6400800"/>
              <a:gd name="connsiteX39" fmla="*/ 4617884 w 5375272"/>
              <a:gd name="connsiteY39" fmla="*/ 5958503 h 6400800"/>
              <a:gd name="connsiteX40" fmla="*/ 4649996 w 5375272"/>
              <a:gd name="connsiteY40" fmla="*/ 5915057 h 6400800"/>
              <a:gd name="connsiteX41" fmla="*/ 4568519 w 5375272"/>
              <a:gd name="connsiteY41" fmla="*/ 5860780 h 6400800"/>
              <a:gd name="connsiteX42" fmla="*/ 4713969 w 5375272"/>
              <a:gd name="connsiteY42" fmla="*/ 5846801 h 6400800"/>
              <a:gd name="connsiteX43" fmla="*/ 4688783 w 5375272"/>
              <a:gd name="connsiteY43" fmla="*/ 5850956 h 6400800"/>
              <a:gd name="connsiteX44" fmla="*/ 4688783 w 5375272"/>
              <a:gd name="connsiteY44" fmla="*/ 6076375 h 6400800"/>
              <a:gd name="connsiteX45" fmla="*/ 4713969 w 5375272"/>
              <a:gd name="connsiteY45" fmla="*/ 6080530 h 6400800"/>
              <a:gd name="connsiteX46" fmla="*/ 4739030 w 5375272"/>
              <a:gd name="connsiteY46" fmla="*/ 6076375 h 6400800"/>
              <a:gd name="connsiteX47" fmla="*/ 4739030 w 5375272"/>
              <a:gd name="connsiteY47" fmla="*/ 5850956 h 6400800"/>
              <a:gd name="connsiteX48" fmla="*/ 4713969 w 5375272"/>
              <a:gd name="connsiteY48" fmla="*/ 5846801 h 6400800"/>
              <a:gd name="connsiteX49" fmla="*/ 4713843 w 5375272"/>
              <a:gd name="connsiteY49" fmla="*/ 5739256 h 6400800"/>
              <a:gd name="connsiteX50" fmla="*/ 4530738 w 5375272"/>
              <a:gd name="connsiteY50" fmla="*/ 5833956 h 6400800"/>
              <a:gd name="connsiteX51" fmla="*/ 4599497 w 5375272"/>
              <a:gd name="connsiteY51" fmla="*/ 5833956 h 6400800"/>
              <a:gd name="connsiteX52" fmla="*/ 4713716 w 5375272"/>
              <a:gd name="connsiteY52" fmla="*/ 5790888 h 6400800"/>
              <a:gd name="connsiteX53" fmla="*/ 4827937 w 5375272"/>
              <a:gd name="connsiteY53" fmla="*/ 5833956 h 6400800"/>
              <a:gd name="connsiteX54" fmla="*/ 4896947 w 5375272"/>
              <a:gd name="connsiteY54" fmla="*/ 5833956 h 6400800"/>
              <a:gd name="connsiteX55" fmla="*/ 4713843 w 5375272"/>
              <a:gd name="connsiteY55" fmla="*/ 5739256 h 6400800"/>
              <a:gd name="connsiteX56" fmla="*/ 342891 w 5375272"/>
              <a:gd name="connsiteY56" fmla="*/ 0 h 6400800"/>
              <a:gd name="connsiteX57" fmla="*/ 5375272 w 5375272"/>
              <a:gd name="connsiteY57" fmla="*/ 0 h 6400800"/>
              <a:gd name="connsiteX58" fmla="*/ 5375272 w 5375272"/>
              <a:gd name="connsiteY58" fmla="*/ 6400800 h 6400800"/>
              <a:gd name="connsiteX59" fmla="*/ 342891 w 5375272"/>
              <a:gd name="connsiteY59" fmla="*/ 6400800 h 6400800"/>
              <a:gd name="connsiteX60" fmla="*/ 0 w 5375272"/>
              <a:gd name="connsiteY60" fmla="*/ 6057909 h 6400800"/>
              <a:gd name="connsiteX61" fmla="*/ 0 w 5375272"/>
              <a:gd name="connsiteY61" fmla="*/ 342891 h 6400800"/>
              <a:gd name="connsiteX62" fmla="*/ 342891 w 5375272"/>
              <a:gd name="connsiteY62" fmla="*/ 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5375272" h="6400800">
                <a:moveTo>
                  <a:pt x="4530738" y="6093375"/>
                </a:moveTo>
                <a:cubicBezTo>
                  <a:pt x="4571414" y="6150674"/>
                  <a:pt x="4638284" y="6188076"/>
                  <a:pt x="4713843" y="6188076"/>
                </a:cubicBezTo>
                <a:cubicBezTo>
                  <a:pt x="4789402" y="6188076"/>
                  <a:pt x="4856270" y="6150674"/>
                  <a:pt x="4896946" y="6093375"/>
                </a:cubicBezTo>
                <a:lnTo>
                  <a:pt x="4828189" y="6093375"/>
                </a:lnTo>
                <a:cubicBezTo>
                  <a:pt x="4797713" y="6120198"/>
                  <a:pt x="4757793" y="6136444"/>
                  <a:pt x="4713968" y="6136444"/>
                </a:cubicBezTo>
                <a:cubicBezTo>
                  <a:pt x="4670144" y="6136444"/>
                  <a:pt x="4630224" y="6120198"/>
                  <a:pt x="4599748" y="6093375"/>
                </a:cubicBezTo>
                <a:close/>
                <a:moveTo>
                  <a:pt x="4568770" y="5891382"/>
                </a:moveTo>
                <a:cubicBezTo>
                  <a:pt x="4589549" y="5891382"/>
                  <a:pt x="4598743" y="5899820"/>
                  <a:pt x="4598743" y="5918205"/>
                </a:cubicBezTo>
                <a:cubicBezTo>
                  <a:pt x="4598743" y="5941754"/>
                  <a:pt x="4574311" y="5946162"/>
                  <a:pt x="4574311" y="5946162"/>
                </a:cubicBezTo>
                <a:cubicBezTo>
                  <a:pt x="4570911" y="5956362"/>
                  <a:pt x="4571163" y="5963540"/>
                  <a:pt x="4574311" y="5973866"/>
                </a:cubicBezTo>
                <a:cubicBezTo>
                  <a:pt x="4574311" y="5973866"/>
                  <a:pt x="4602646" y="5980163"/>
                  <a:pt x="4602646" y="6005727"/>
                </a:cubicBezTo>
                <a:cubicBezTo>
                  <a:pt x="4602646" y="6026506"/>
                  <a:pt x="4591060" y="6034314"/>
                  <a:pt x="4569652" y="6034314"/>
                </a:cubicBezTo>
                <a:cubicBezTo>
                  <a:pt x="4562474" y="6034314"/>
                  <a:pt x="4551266" y="6033432"/>
                  <a:pt x="4546103" y="6032047"/>
                </a:cubicBezTo>
                <a:lnTo>
                  <a:pt x="4546103" y="5893019"/>
                </a:lnTo>
                <a:cubicBezTo>
                  <a:pt x="4551644" y="5891760"/>
                  <a:pt x="4562347" y="5891382"/>
                  <a:pt x="4568770" y="5891382"/>
                </a:cubicBezTo>
                <a:close/>
                <a:moveTo>
                  <a:pt x="4871256" y="5860780"/>
                </a:moveTo>
                <a:cubicBezTo>
                  <a:pt x="4810558" y="5861662"/>
                  <a:pt x="4774290" y="5902464"/>
                  <a:pt x="4774290" y="5962785"/>
                </a:cubicBezTo>
                <a:cubicBezTo>
                  <a:pt x="4774290" y="6026128"/>
                  <a:pt x="4805773" y="6066553"/>
                  <a:pt x="4869746" y="6066553"/>
                </a:cubicBezTo>
                <a:cubicBezTo>
                  <a:pt x="4898081" y="6066553"/>
                  <a:pt x="4916844" y="6062523"/>
                  <a:pt x="4930823" y="6054840"/>
                </a:cubicBezTo>
                <a:lnTo>
                  <a:pt x="4932081" y="6054085"/>
                </a:lnTo>
                <a:lnTo>
                  <a:pt x="4932081" y="5950318"/>
                </a:lnTo>
                <a:cubicBezTo>
                  <a:pt x="4932081" y="5950318"/>
                  <a:pt x="4916844" y="5946035"/>
                  <a:pt x="4906895" y="5946035"/>
                </a:cubicBezTo>
                <a:cubicBezTo>
                  <a:pt x="4896948" y="5946035"/>
                  <a:pt x="4881835" y="5950318"/>
                  <a:pt x="4881835" y="5950318"/>
                </a:cubicBezTo>
                <a:lnTo>
                  <a:pt x="4881835" y="6032047"/>
                </a:lnTo>
                <a:cubicBezTo>
                  <a:pt x="4879316" y="6033054"/>
                  <a:pt x="4873398" y="6034314"/>
                  <a:pt x="4867101" y="6034314"/>
                </a:cubicBezTo>
                <a:cubicBezTo>
                  <a:pt x="4844433" y="6034314"/>
                  <a:pt x="4828189" y="6008497"/>
                  <a:pt x="4828189" y="5962911"/>
                </a:cubicBezTo>
                <a:cubicBezTo>
                  <a:pt x="4828189" y="5917323"/>
                  <a:pt x="4846323" y="5894152"/>
                  <a:pt x="4877050" y="5891382"/>
                </a:cubicBezTo>
                <a:cubicBezTo>
                  <a:pt x="4897577" y="5889618"/>
                  <a:pt x="4922007" y="5899063"/>
                  <a:pt x="4922007" y="5899063"/>
                </a:cubicBezTo>
                <a:cubicBezTo>
                  <a:pt x="4930319" y="5892137"/>
                  <a:pt x="4933089" y="5883952"/>
                  <a:pt x="4932207" y="5873122"/>
                </a:cubicBezTo>
                <a:cubicBezTo>
                  <a:pt x="4932207" y="5873122"/>
                  <a:pt x="4903118" y="5860780"/>
                  <a:pt x="4872894" y="5860780"/>
                </a:cubicBezTo>
                <a:cubicBezTo>
                  <a:pt x="4872391" y="5860780"/>
                  <a:pt x="4871887" y="5860780"/>
                  <a:pt x="4871383" y="5860780"/>
                </a:cubicBezTo>
                <a:close/>
                <a:moveTo>
                  <a:pt x="4568519" y="5860780"/>
                </a:moveTo>
                <a:cubicBezTo>
                  <a:pt x="4541569" y="5860780"/>
                  <a:pt x="4511471" y="5865314"/>
                  <a:pt x="4497116" y="5872492"/>
                </a:cubicBezTo>
                <a:lnTo>
                  <a:pt x="4496990" y="5872492"/>
                </a:lnTo>
                <a:lnTo>
                  <a:pt x="4495730" y="5873122"/>
                </a:lnTo>
                <a:lnTo>
                  <a:pt x="4495730" y="6054085"/>
                </a:lnTo>
                <a:lnTo>
                  <a:pt x="4497116" y="6054840"/>
                </a:lnTo>
                <a:cubicBezTo>
                  <a:pt x="4512857" y="6062523"/>
                  <a:pt x="4542451" y="6066553"/>
                  <a:pt x="4570785" y="6066553"/>
                </a:cubicBezTo>
                <a:cubicBezTo>
                  <a:pt x="4622165" y="6066553"/>
                  <a:pt x="4655915" y="6048418"/>
                  <a:pt x="4655915" y="6007364"/>
                </a:cubicBezTo>
                <a:cubicBezTo>
                  <a:pt x="4655915" y="5982052"/>
                  <a:pt x="4635766" y="5965177"/>
                  <a:pt x="4617884" y="5958503"/>
                </a:cubicBezTo>
                <a:cubicBezTo>
                  <a:pt x="4633499" y="5952584"/>
                  <a:pt x="4649996" y="5938732"/>
                  <a:pt x="4649996" y="5915057"/>
                </a:cubicBezTo>
                <a:cubicBezTo>
                  <a:pt x="4649996" y="5883952"/>
                  <a:pt x="4623173" y="5860780"/>
                  <a:pt x="4568519" y="5860780"/>
                </a:cubicBezTo>
                <a:close/>
                <a:moveTo>
                  <a:pt x="4713969" y="5846801"/>
                </a:moveTo>
                <a:cubicBezTo>
                  <a:pt x="4704146" y="5846801"/>
                  <a:pt x="4688783" y="5850956"/>
                  <a:pt x="4688783" y="5850956"/>
                </a:cubicBezTo>
                <a:lnTo>
                  <a:pt x="4688783" y="6076375"/>
                </a:lnTo>
                <a:cubicBezTo>
                  <a:pt x="4688783" y="6076375"/>
                  <a:pt x="4704020" y="6080530"/>
                  <a:pt x="4713969" y="6080530"/>
                </a:cubicBezTo>
                <a:cubicBezTo>
                  <a:pt x="4723918" y="6080530"/>
                  <a:pt x="4739030" y="6076375"/>
                  <a:pt x="4739030" y="6076375"/>
                </a:cubicBezTo>
                <a:lnTo>
                  <a:pt x="4739030" y="5850956"/>
                </a:lnTo>
                <a:cubicBezTo>
                  <a:pt x="4739030" y="5850956"/>
                  <a:pt x="4723793" y="5846801"/>
                  <a:pt x="4713969" y="5846801"/>
                </a:cubicBezTo>
                <a:close/>
                <a:moveTo>
                  <a:pt x="4713843" y="5739256"/>
                </a:moveTo>
                <a:cubicBezTo>
                  <a:pt x="4638284" y="5739256"/>
                  <a:pt x="4571414" y="5776657"/>
                  <a:pt x="4530738" y="5833956"/>
                </a:cubicBezTo>
                <a:lnTo>
                  <a:pt x="4599497" y="5833956"/>
                </a:lnTo>
                <a:cubicBezTo>
                  <a:pt x="4629972" y="5807133"/>
                  <a:pt x="4669892" y="5790888"/>
                  <a:pt x="4713716" y="5790888"/>
                </a:cubicBezTo>
                <a:cubicBezTo>
                  <a:pt x="4757540" y="5790888"/>
                  <a:pt x="4797460" y="5807133"/>
                  <a:pt x="4827937" y="5833956"/>
                </a:cubicBezTo>
                <a:lnTo>
                  <a:pt x="4896947" y="5833956"/>
                </a:lnTo>
                <a:cubicBezTo>
                  <a:pt x="4856271" y="5776657"/>
                  <a:pt x="4789402" y="5739256"/>
                  <a:pt x="4713843" y="5739256"/>
                </a:cubicBezTo>
                <a:close/>
                <a:moveTo>
                  <a:pt x="342891" y="0"/>
                </a:moveTo>
                <a:lnTo>
                  <a:pt x="5375272" y="0"/>
                </a:lnTo>
                <a:lnTo>
                  <a:pt x="5375272" y="6400800"/>
                </a:lnTo>
                <a:lnTo>
                  <a:pt x="342891" y="6400800"/>
                </a:lnTo>
                <a:cubicBezTo>
                  <a:pt x="153518" y="6400800"/>
                  <a:pt x="0" y="6247282"/>
                  <a:pt x="0" y="6057909"/>
                </a:cubicBezTo>
                <a:lnTo>
                  <a:pt x="0" y="342891"/>
                </a:lnTo>
                <a:cubicBezTo>
                  <a:pt x="0" y="153518"/>
                  <a:pt x="153518" y="0"/>
                  <a:pt x="342891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695325" y="407502"/>
            <a:ext cx="5761038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 bwMode="gray">
          <a:xfrm>
            <a:off x="695325" y="1665288"/>
            <a:ext cx="5761038" cy="475138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3842164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  <p15:guide id="8" pos="4067" userDrawn="1">
          <p15:clr>
            <a:srgbClr val="FBAE40"/>
          </p15:clr>
        </p15:guide>
        <p15:guide id="9" pos="429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Bild eckig, Logo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4346F8EB-61F5-FC84-A0A2-F59C8CBB1D3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712800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8D3C8C3D-85EB-87E9-72CB-433E7BF4DC10}"/>
              </a:ext>
            </a:extLst>
          </p:cNvPr>
          <p:cNvSpPr/>
          <p:nvPr userDrawn="1"/>
        </p:nvSpPr>
        <p:spPr bwMode="gray">
          <a:xfrm>
            <a:off x="11312455" y="5967856"/>
            <a:ext cx="436633" cy="448820"/>
          </a:xfrm>
          <a:custGeom>
            <a:avLst/>
            <a:gdLst>
              <a:gd name="connsiteX0" fmla="*/ 35008 w 436633"/>
              <a:gd name="connsiteY0" fmla="*/ 354119 h 448820"/>
              <a:gd name="connsiteX1" fmla="*/ 104018 w 436633"/>
              <a:gd name="connsiteY1" fmla="*/ 354119 h 448820"/>
              <a:gd name="connsiteX2" fmla="*/ 218238 w 436633"/>
              <a:gd name="connsiteY2" fmla="*/ 397188 h 448820"/>
              <a:gd name="connsiteX3" fmla="*/ 332459 w 436633"/>
              <a:gd name="connsiteY3" fmla="*/ 354119 h 448820"/>
              <a:gd name="connsiteX4" fmla="*/ 401216 w 436633"/>
              <a:gd name="connsiteY4" fmla="*/ 354119 h 448820"/>
              <a:gd name="connsiteX5" fmla="*/ 218113 w 436633"/>
              <a:gd name="connsiteY5" fmla="*/ 448820 h 448820"/>
              <a:gd name="connsiteX6" fmla="*/ 35008 w 436633"/>
              <a:gd name="connsiteY6" fmla="*/ 354119 h 448820"/>
              <a:gd name="connsiteX7" fmla="*/ 73040 w 436633"/>
              <a:gd name="connsiteY7" fmla="*/ 152126 h 448820"/>
              <a:gd name="connsiteX8" fmla="*/ 50373 w 436633"/>
              <a:gd name="connsiteY8" fmla="*/ 153763 h 448820"/>
              <a:gd name="connsiteX9" fmla="*/ 50373 w 436633"/>
              <a:gd name="connsiteY9" fmla="*/ 292791 h 448820"/>
              <a:gd name="connsiteX10" fmla="*/ 73922 w 436633"/>
              <a:gd name="connsiteY10" fmla="*/ 295058 h 448820"/>
              <a:gd name="connsiteX11" fmla="*/ 106916 w 436633"/>
              <a:gd name="connsiteY11" fmla="*/ 266471 h 448820"/>
              <a:gd name="connsiteX12" fmla="*/ 78581 w 436633"/>
              <a:gd name="connsiteY12" fmla="*/ 234610 h 448820"/>
              <a:gd name="connsiteX13" fmla="*/ 78581 w 436633"/>
              <a:gd name="connsiteY13" fmla="*/ 206906 h 448820"/>
              <a:gd name="connsiteX14" fmla="*/ 103013 w 436633"/>
              <a:gd name="connsiteY14" fmla="*/ 178949 h 448820"/>
              <a:gd name="connsiteX15" fmla="*/ 73040 w 436633"/>
              <a:gd name="connsiteY15" fmla="*/ 152126 h 448820"/>
              <a:gd name="connsiteX16" fmla="*/ 375526 w 436633"/>
              <a:gd name="connsiteY16" fmla="*/ 121524 h 448820"/>
              <a:gd name="connsiteX17" fmla="*/ 375653 w 436633"/>
              <a:gd name="connsiteY17" fmla="*/ 121524 h 448820"/>
              <a:gd name="connsiteX18" fmla="*/ 377164 w 436633"/>
              <a:gd name="connsiteY18" fmla="*/ 121524 h 448820"/>
              <a:gd name="connsiteX19" fmla="*/ 436477 w 436633"/>
              <a:gd name="connsiteY19" fmla="*/ 133866 h 448820"/>
              <a:gd name="connsiteX20" fmla="*/ 426277 w 436633"/>
              <a:gd name="connsiteY20" fmla="*/ 159807 h 448820"/>
              <a:gd name="connsiteX21" fmla="*/ 381320 w 436633"/>
              <a:gd name="connsiteY21" fmla="*/ 152126 h 448820"/>
              <a:gd name="connsiteX22" fmla="*/ 332459 w 436633"/>
              <a:gd name="connsiteY22" fmla="*/ 223655 h 448820"/>
              <a:gd name="connsiteX23" fmla="*/ 371371 w 436633"/>
              <a:gd name="connsiteY23" fmla="*/ 295058 h 448820"/>
              <a:gd name="connsiteX24" fmla="*/ 386105 w 436633"/>
              <a:gd name="connsiteY24" fmla="*/ 292791 h 448820"/>
              <a:gd name="connsiteX25" fmla="*/ 386105 w 436633"/>
              <a:gd name="connsiteY25" fmla="*/ 211062 h 448820"/>
              <a:gd name="connsiteX26" fmla="*/ 411165 w 436633"/>
              <a:gd name="connsiteY26" fmla="*/ 206779 h 448820"/>
              <a:gd name="connsiteX27" fmla="*/ 436351 w 436633"/>
              <a:gd name="connsiteY27" fmla="*/ 211062 h 448820"/>
              <a:gd name="connsiteX28" fmla="*/ 436351 w 436633"/>
              <a:gd name="connsiteY28" fmla="*/ 314829 h 448820"/>
              <a:gd name="connsiteX29" fmla="*/ 435093 w 436633"/>
              <a:gd name="connsiteY29" fmla="*/ 315584 h 448820"/>
              <a:gd name="connsiteX30" fmla="*/ 374016 w 436633"/>
              <a:gd name="connsiteY30" fmla="*/ 327297 h 448820"/>
              <a:gd name="connsiteX31" fmla="*/ 278560 w 436633"/>
              <a:gd name="connsiteY31" fmla="*/ 223529 h 448820"/>
              <a:gd name="connsiteX32" fmla="*/ 375526 w 436633"/>
              <a:gd name="connsiteY32" fmla="*/ 121524 h 448820"/>
              <a:gd name="connsiteX33" fmla="*/ 72789 w 436633"/>
              <a:gd name="connsiteY33" fmla="*/ 121524 h 448820"/>
              <a:gd name="connsiteX34" fmla="*/ 154266 w 436633"/>
              <a:gd name="connsiteY34" fmla="*/ 175801 h 448820"/>
              <a:gd name="connsiteX35" fmla="*/ 122154 w 436633"/>
              <a:gd name="connsiteY35" fmla="*/ 219247 h 448820"/>
              <a:gd name="connsiteX36" fmla="*/ 160185 w 436633"/>
              <a:gd name="connsiteY36" fmla="*/ 268108 h 448820"/>
              <a:gd name="connsiteX37" fmla="*/ 75055 w 436633"/>
              <a:gd name="connsiteY37" fmla="*/ 327297 h 448820"/>
              <a:gd name="connsiteX38" fmla="*/ 1386 w 436633"/>
              <a:gd name="connsiteY38" fmla="*/ 315584 h 448820"/>
              <a:gd name="connsiteX39" fmla="*/ 0 w 436633"/>
              <a:gd name="connsiteY39" fmla="*/ 314829 h 448820"/>
              <a:gd name="connsiteX40" fmla="*/ 0 w 436633"/>
              <a:gd name="connsiteY40" fmla="*/ 133866 h 448820"/>
              <a:gd name="connsiteX41" fmla="*/ 1260 w 436633"/>
              <a:gd name="connsiteY41" fmla="*/ 133236 h 448820"/>
              <a:gd name="connsiteX42" fmla="*/ 1386 w 436633"/>
              <a:gd name="connsiteY42" fmla="*/ 133236 h 448820"/>
              <a:gd name="connsiteX43" fmla="*/ 72789 w 436633"/>
              <a:gd name="connsiteY43" fmla="*/ 121524 h 448820"/>
              <a:gd name="connsiteX44" fmla="*/ 218239 w 436633"/>
              <a:gd name="connsiteY44" fmla="*/ 107545 h 448820"/>
              <a:gd name="connsiteX45" fmla="*/ 243300 w 436633"/>
              <a:gd name="connsiteY45" fmla="*/ 111700 h 448820"/>
              <a:gd name="connsiteX46" fmla="*/ 243300 w 436633"/>
              <a:gd name="connsiteY46" fmla="*/ 337119 h 448820"/>
              <a:gd name="connsiteX47" fmla="*/ 218239 w 436633"/>
              <a:gd name="connsiteY47" fmla="*/ 341274 h 448820"/>
              <a:gd name="connsiteX48" fmla="*/ 193053 w 436633"/>
              <a:gd name="connsiteY48" fmla="*/ 337119 h 448820"/>
              <a:gd name="connsiteX49" fmla="*/ 193053 w 436633"/>
              <a:gd name="connsiteY49" fmla="*/ 111700 h 448820"/>
              <a:gd name="connsiteX50" fmla="*/ 218239 w 436633"/>
              <a:gd name="connsiteY50" fmla="*/ 107545 h 448820"/>
              <a:gd name="connsiteX51" fmla="*/ 218113 w 436633"/>
              <a:gd name="connsiteY51" fmla="*/ 0 h 448820"/>
              <a:gd name="connsiteX52" fmla="*/ 401217 w 436633"/>
              <a:gd name="connsiteY52" fmla="*/ 94700 h 448820"/>
              <a:gd name="connsiteX53" fmla="*/ 332207 w 436633"/>
              <a:gd name="connsiteY53" fmla="*/ 94700 h 448820"/>
              <a:gd name="connsiteX54" fmla="*/ 217986 w 436633"/>
              <a:gd name="connsiteY54" fmla="*/ 51632 h 448820"/>
              <a:gd name="connsiteX55" fmla="*/ 103767 w 436633"/>
              <a:gd name="connsiteY55" fmla="*/ 94700 h 448820"/>
              <a:gd name="connsiteX56" fmla="*/ 35008 w 436633"/>
              <a:gd name="connsiteY56" fmla="*/ 94700 h 448820"/>
              <a:gd name="connsiteX57" fmla="*/ 218113 w 436633"/>
              <a:gd name="connsiteY57" fmla="*/ 0 h 448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436633" h="448820">
                <a:moveTo>
                  <a:pt x="35008" y="354119"/>
                </a:moveTo>
                <a:lnTo>
                  <a:pt x="104018" y="354119"/>
                </a:lnTo>
                <a:cubicBezTo>
                  <a:pt x="134494" y="380942"/>
                  <a:pt x="174414" y="397188"/>
                  <a:pt x="218238" y="397188"/>
                </a:cubicBezTo>
                <a:cubicBezTo>
                  <a:pt x="262063" y="397188"/>
                  <a:pt x="301983" y="380942"/>
                  <a:pt x="332459" y="354119"/>
                </a:cubicBezTo>
                <a:lnTo>
                  <a:pt x="401216" y="354119"/>
                </a:lnTo>
                <a:cubicBezTo>
                  <a:pt x="360540" y="411418"/>
                  <a:pt x="293672" y="448820"/>
                  <a:pt x="218113" y="448820"/>
                </a:cubicBezTo>
                <a:cubicBezTo>
                  <a:pt x="142554" y="448820"/>
                  <a:pt x="75684" y="411418"/>
                  <a:pt x="35008" y="354119"/>
                </a:cubicBezTo>
                <a:close/>
                <a:moveTo>
                  <a:pt x="73040" y="152126"/>
                </a:moveTo>
                <a:cubicBezTo>
                  <a:pt x="66617" y="152126"/>
                  <a:pt x="55914" y="152504"/>
                  <a:pt x="50373" y="153763"/>
                </a:cubicBezTo>
                <a:lnTo>
                  <a:pt x="50373" y="292791"/>
                </a:lnTo>
                <a:cubicBezTo>
                  <a:pt x="55536" y="294176"/>
                  <a:pt x="66744" y="295058"/>
                  <a:pt x="73922" y="295058"/>
                </a:cubicBezTo>
                <a:cubicBezTo>
                  <a:pt x="95330" y="295058"/>
                  <a:pt x="106916" y="287250"/>
                  <a:pt x="106916" y="266471"/>
                </a:cubicBezTo>
                <a:cubicBezTo>
                  <a:pt x="106916" y="240907"/>
                  <a:pt x="78581" y="234610"/>
                  <a:pt x="78581" y="234610"/>
                </a:cubicBezTo>
                <a:cubicBezTo>
                  <a:pt x="75433" y="224284"/>
                  <a:pt x="75181" y="217106"/>
                  <a:pt x="78581" y="206906"/>
                </a:cubicBezTo>
                <a:cubicBezTo>
                  <a:pt x="78581" y="206906"/>
                  <a:pt x="103013" y="202498"/>
                  <a:pt x="103013" y="178949"/>
                </a:cubicBezTo>
                <a:cubicBezTo>
                  <a:pt x="103013" y="160564"/>
                  <a:pt x="93819" y="152126"/>
                  <a:pt x="73040" y="152126"/>
                </a:cubicBezTo>
                <a:close/>
                <a:moveTo>
                  <a:pt x="375526" y="121524"/>
                </a:moveTo>
                <a:lnTo>
                  <a:pt x="375653" y="121524"/>
                </a:lnTo>
                <a:cubicBezTo>
                  <a:pt x="376157" y="121524"/>
                  <a:pt x="376661" y="121524"/>
                  <a:pt x="377164" y="121524"/>
                </a:cubicBezTo>
                <a:cubicBezTo>
                  <a:pt x="407388" y="121524"/>
                  <a:pt x="436477" y="133866"/>
                  <a:pt x="436477" y="133866"/>
                </a:cubicBezTo>
                <a:cubicBezTo>
                  <a:pt x="437359" y="144696"/>
                  <a:pt x="434589" y="152881"/>
                  <a:pt x="426277" y="159807"/>
                </a:cubicBezTo>
                <a:cubicBezTo>
                  <a:pt x="426277" y="159807"/>
                  <a:pt x="401847" y="150362"/>
                  <a:pt x="381320" y="152126"/>
                </a:cubicBezTo>
                <a:cubicBezTo>
                  <a:pt x="350593" y="154896"/>
                  <a:pt x="332459" y="178067"/>
                  <a:pt x="332459" y="223655"/>
                </a:cubicBezTo>
                <a:cubicBezTo>
                  <a:pt x="332459" y="269241"/>
                  <a:pt x="348703" y="295058"/>
                  <a:pt x="371371" y="295058"/>
                </a:cubicBezTo>
                <a:cubicBezTo>
                  <a:pt x="377668" y="295058"/>
                  <a:pt x="383586" y="293798"/>
                  <a:pt x="386105" y="292791"/>
                </a:cubicBezTo>
                <a:lnTo>
                  <a:pt x="386105" y="211062"/>
                </a:lnTo>
                <a:cubicBezTo>
                  <a:pt x="386105" y="211062"/>
                  <a:pt x="401218" y="206779"/>
                  <a:pt x="411165" y="206779"/>
                </a:cubicBezTo>
                <a:cubicBezTo>
                  <a:pt x="421114" y="206779"/>
                  <a:pt x="436351" y="211062"/>
                  <a:pt x="436351" y="211062"/>
                </a:cubicBezTo>
                <a:lnTo>
                  <a:pt x="436351" y="314829"/>
                </a:lnTo>
                <a:lnTo>
                  <a:pt x="435093" y="315584"/>
                </a:lnTo>
                <a:cubicBezTo>
                  <a:pt x="421114" y="323267"/>
                  <a:pt x="402351" y="327297"/>
                  <a:pt x="374016" y="327297"/>
                </a:cubicBezTo>
                <a:cubicBezTo>
                  <a:pt x="310043" y="327297"/>
                  <a:pt x="278560" y="286872"/>
                  <a:pt x="278560" y="223529"/>
                </a:cubicBezTo>
                <a:cubicBezTo>
                  <a:pt x="278560" y="163208"/>
                  <a:pt x="314828" y="122406"/>
                  <a:pt x="375526" y="121524"/>
                </a:cubicBezTo>
                <a:close/>
                <a:moveTo>
                  <a:pt x="72789" y="121524"/>
                </a:moveTo>
                <a:cubicBezTo>
                  <a:pt x="127443" y="121524"/>
                  <a:pt x="154266" y="144696"/>
                  <a:pt x="154266" y="175801"/>
                </a:cubicBezTo>
                <a:cubicBezTo>
                  <a:pt x="154266" y="199476"/>
                  <a:pt x="137769" y="213328"/>
                  <a:pt x="122154" y="219247"/>
                </a:cubicBezTo>
                <a:cubicBezTo>
                  <a:pt x="140036" y="225921"/>
                  <a:pt x="160185" y="242796"/>
                  <a:pt x="160185" y="268108"/>
                </a:cubicBezTo>
                <a:cubicBezTo>
                  <a:pt x="160185" y="309162"/>
                  <a:pt x="126435" y="327297"/>
                  <a:pt x="75055" y="327297"/>
                </a:cubicBezTo>
                <a:cubicBezTo>
                  <a:pt x="46721" y="327297"/>
                  <a:pt x="17127" y="323267"/>
                  <a:pt x="1386" y="315584"/>
                </a:cubicBezTo>
                <a:lnTo>
                  <a:pt x="0" y="314829"/>
                </a:lnTo>
                <a:lnTo>
                  <a:pt x="0" y="133866"/>
                </a:lnTo>
                <a:lnTo>
                  <a:pt x="1260" y="133236"/>
                </a:lnTo>
                <a:lnTo>
                  <a:pt x="1386" y="133236"/>
                </a:lnTo>
                <a:cubicBezTo>
                  <a:pt x="15741" y="126058"/>
                  <a:pt x="45839" y="121524"/>
                  <a:pt x="72789" y="121524"/>
                </a:cubicBezTo>
                <a:close/>
                <a:moveTo>
                  <a:pt x="218239" y="107545"/>
                </a:moveTo>
                <a:cubicBezTo>
                  <a:pt x="228063" y="107545"/>
                  <a:pt x="243300" y="111700"/>
                  <a:pt x="243300" y="111700"/>
                </a:cubicBezTo>
                <a:lnTo>
                  <a:pt x="243300" y="337119"/>
                </a:lnTo>
                <a:cubicBezTo>
                  <a:pt x="243300" y="337119"/>
                  <a:pt x="228188" y="341274"/>
                  <a:pt x="218239" y="341274"/>
                </a:cubicBezTo>
                <a:cubicBezTo>
                  <a:pt x="208290" y="341274"/>
                  <a:pt x="193053" y="337119"/>
                  <a:pt x="193053" y="337119"/>
                </a:cubicBezTo>
                <a:lnTo>
                  <a:pt x="193053" y="111700"/>
                </a:lnTo>
                <a:cubicBezTo>
                  <a:pt x="193053" y="111700"/>
                  <a:pt x="208416" y="107545"/>
                  <a:pt x="218239" y="107545"/>
                </a:cubicBezTo>
                <a:close/>
                <a:moveTo>
                  <a:pt x="218113" y="0"/>
                </a:moveTo>
                <a:cubicBezTo>
                  <a:pt x="293672" y="0"/>
                  <a:pt x="360541" y="37401"/>
                  <a:pt x="401217" y="94700"/>
                </a:cubicBezTo>
                <a:lnTo>
                  <a:pt x="332207" y="94700"/>
                </a:lnTo>
                <a:cubicBezTo>
                  <a:pt x="301730" y="67877"/>
                  <a:pt x="261810" y="51632"/>
                  <a:pt x="217986" y="51632"/>
                </a:cubicBezTo>
                <a:cubicBezTo>
                  <a:pt x="174162" y="51632"/>
                  <a:pt x="134242" y="67877"/>
                  <a:pt x="103767" y="94700"/>
                </a:cubicBezTo>
                <a:lnTo>
                  <a:pt x="35008" y="94700"/>
                </a:lnTo>
                <a:cubicBezTo>
                  <a:pt x="75684" y="37401"/>
                  <a:pt x="142554" y="0"/>
                  <a:pt x="218113" y="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noProof="0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5B5266D4-0C00-3802-1E8E-D810764ED7DC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16725" y="228600"/>
            <a:ext cx="5375273" cy="6400800"/>
          </a:xfrm>
          <a:custGeom>
            <a:avLst/>
            <a:gdLst>
              <a:gd name="connsiteX0" fmla="*/ 4530738 w 5375273"/>
              <a:gd name="connsiteY0" fmla="*/ 6093375 h 6400800"/>
              <a:gd name="connsiteX1" fmla="*/ 4713843 w 5375273"/>
              <a:gd name="connsiteY1" fmla="*/ 6188076 h 6400800"/>
              <a:gd name="connsiteX2" fmla="*/ 4896946 w 5375273"/>
              <a:gd name="connsiteY2" fmla="*/ 6093375 h 6400800"/>
              <a:gd name="connsiteX3" fmla="*/ 4828189 w 5375273"/>
              <a:gd name="connsiteY3" fmla="*/ 6093375 h 6400800"/>
              <a:gd name="connsiteX4" fmla="*/ 4713968 w 5375273"/>
              <a:gd name="connsiteY4" fmla="*/ 6136444 h 6400800"/>
              <a:gd name="connsiteX5" fmla="*/ 4599748 w 5375273"/>
              <a:gd name="connsiteY5" fmla="*/ 6093375 h 6400800"/>
              <a:gd name="connsiteX6" fmla="*/ 4568770 w 5375273"/>
              <a:gd name="connsiteY6" fmla="*/ 5891382 h 6400800"/>
              <a:gd name="connsiteX7" fmla="*/ 4598743 w 5375273"/>
              <a:gd name="connsiteY7" fmla="*/ 5918205 h 6400800"/>
              <a:gd name="connsiteX8" fmla="*/ 4574311 w 5375273"/>
              <a:gd name="connsiteY8" fmla="*/ 5946162 h 6400800"/>
              <a:gd name="connsiteX9" fmla="*/ 4574311 w 5375273"/>
              <a:gd name="connsiteY9" fmla="*/ 5973866 h 6400800"/>
              <a:gd name="connsiteX10" fmla="*/ 4602646 w 5375273"/>
              <a:gd name="connsiteY10" fmla="*/ 6005727 h 6400800"/>
              <a:gd name="connsiteX11" fmla="*/ 4569652 w 5375273"/>
              <a:gd name="connsiteY11" fmla="*/ 6034314 h 6400800"/>
              <a:gd name="connsiteX12" fmla="*/ 4546103 w 5375273"/>
              <a:gd name="connsiteY12" fmla="*/ 6032047 h 6400800"/>
              <a:gd name="connsiteX13" fmla="*/ 4546103 w 5375273"/>
              <a:gd name="connsiteY13" fmla="*/ 5893019 h 6400800"/>
              <a:gd name="connsiteX14" fmla="*/ 4568770 w 5375273"/>
              <a:gd name="connsiteY14" fmla="*/ 5891382 h 6400800"/>
              <a:gd name="connsiteX15" fmla="*/ 4871256 w 5375273"/>
              <a:gd name="connsiteY15" fmla="*/ 5860780 h 6400800"/>
              <a:gd name="connsiteX16" fmla="*/ 4774290 w 5375273"/>
              <a:gd name="connsiteY16" fmla="*/ 5962785 h 6400800"/>
              <a:gd name="connsiteX17" fmla="*/ 4869746 w 5375273"/>
              <a:gd name="connsiteY17" fmla="*/ 6066553 h 6400800"/>
              <a:gd name="connsiteX18" fmla="*/ 4930823 w 5375273"/>
              <a:gd name="connsiteY18" fmla="*/ 6054840 h 6400800"/>
              <a:gd name="connsiteX19" fmla="*/ 4932081 w 5375273"/>
              <a:gd name="connsiteY19" fmla="*/ 6054085 h 6400800"/>
              <a:gd name="connsiteX20" fmla="*/ 4932081 w 5375273"/>
              <a:gd name="connsiteY20" fmla="*/ 5950318 h 6400800"/>
              <a:gd name="connsiteX21" fmla="*/ 4906895 w 5375273"/>
              <a:gd name="connsiteY21" fmla="*/ 5946035 h 6400800"/>
              <a:gd name="connsiteX22" fmla="*/ 4881835 w 5375273"/>
              <a:gd name="connsiteY22" fmla="*/ 5950318 h 6400800"/>
              <a:gd name="connsiteX23" fmla="*/ 4881835 w 5375273"/>
              <a:gd name="connsiteY23" fmla="*/ 6032047 h 6400800"/>
              <a:gd name="connsiteX24" fmla="*/ 4867101 w 5375273"/>
              <a:gd name="connsiteY24" fmla="*/ 6034314 h 6400800"/>
              <a:gd name="connsiteX25" fmla="*/ 4828189 w 5375273"/>
              <a:gd name="connsiteY25" fmla="*/ 5962911 h 6400800"/>
              <a:gd name="connsiteX26" fmla="*/ 4877050 w 5375273"/>
              <a:gd name="connsiteY26" fmla="*/ 5891382 h 6400800"/>
              <a:gd name="connsiteX27" fmla="*/ 4922007 w 5375273"/>
              <a:gd name="connsiteY27" fmla="*/ 5899063 h 6400800"/>
              <a:gd name="connsiteX28" fmla="*/ 4932207 w 5375273"/>
              <a:gd name="connsiteY28" fmla="*/ 5873122 h 6400800"/>
              <a:gd name="connsiteX29" fmla="*/ 4872894 w 5375273"/>
              <a:gd name="connsiteY29" fmla="*/ 5860780 h 6400800"/>
              <a:gd name="connsiteX30" fmla="*/ 4871383 w 5375273"/>
              <a:gd name="connsiteY30" fmla="*/ 5860780 h 6400800"/>
              <a:gd name="connsiteX31" fmla="*/ 4568519 w 5375273"/>
              <a:gd name="connsiteY31" fmla="*/ 5860780 h 6400800"/>
              <a:gd name="connsiteX32" fmla="*/ 4497116 w 5375273"/>
              <a:gd name="connsiteY32" fmla="*/ 5872492 h 6400800"/>
              <a:gd name="connsiteX33" fmla="*/ 4496990 w 5375273"/>
              <a:gd name="connsiteY33" fmla="*/ 5872492 h 6400800"/>
              <a:gd name="connsiteX34" fmla="*/ 4495730 w 5375273"/>
              <a:gd name="connsiteY34" fmla="*/ 5873122 h 6400800"/>
              <a:gd name="connsiteX35" fmla="*/ 4495730 w 5375273"/>
              <a:gd name="connsiteY35" fmla="*/ 6054085 h 6400800"/>
              <a:gd name="connsiteX36" fmla="*/ 4497116 w 5375273"/>
              <a:gd name="connsiteY36" fmla="*/ 6054840 h 6400800"/>
              <a:gd name="connsiteX37" fmla="*/ 4570785 w 5375273"/>
              <a:gd name="connsiteY37" fmla="*/ 6066553 h 6400800"/>
              <a:gd name="connsiteX38" fmla="*/ 4655915 w 5375273"/>
              <a:gd name="connsiteY38" fmla="*/ 6007364 h 6400800"/>
              <a:gd name="connsiteX39" fmla="*/ 4617884 w 5375273"/>
              <a:gd name="connsiteY39" fmla="*/ 5958503 h 6400800"/>
              <a:gd name="connsiteX40" fmla="*/ 4649996 w 5375273"/>
              <a:gd name="connsiteY40" fmla="*/ 5915057 h 6400800"/>
              <a:gd name="connsiteX41" fmla="*/ 4568519 w 5375273"/>
              <a:gd name="connsiteY41" fmla="*/ 5860780 h 6400800"/>
              <a:gd name="connsiteX42" fmla="*/ 4713969 w 5375273"/>
              <a:gd name="connsiteY42" fmla="*/ 5846801 h 6400800"/>
              <a:gd name="connsiteX43" fmla="*/ 4688783 w 5375273"/>
              <a:gd name="connsiteY43" fmla="*/ 5850956 h 6400800"/>
              <a:gd name="connsiteX44" fmla="*/ 4688783 w 5375273"/>
              <a:gd name="connsiteY44" fmla="*/ 6076375 h 6400800"/>
              <a:gd name="connsiteX45" fmla="*/ 4713969 w 5375273"/>
              <a:gd name="connsiteY45" fmla="*/ 6080530 h 6400800"/>
              <a:gd name="connsiteX46" fmla="*/ 4739030 w 5375273"/>
              <a:gd name="connsiteY46" fmla="*/ 6076375 h 6400800"/>
              <a:gd name="connsiteX47" fmla="*/ 4739030 w 5375273"/>
              <a:gd name="connsiteY47" fmla="*/ 5850956 h 6400800"/>
              <a:gd name="connsiteX48" fmla="*/ 4713969 w 5375273"/>
              <a:gd name="connsiteY48" fmla="*/ 5846801 h 6400800"/>
              <a:gd name="connsiteX49" fmla="*/ 4713843 w 5375273"/>
              <a:gd name="connsiteY49" fmla="*/ 5739256 h 6400800"/>
              <a:gd name="connsiteX50" fmla="*/ 4530738 w 5375273"/>
              <a:gd name="connsiteY50" fmla="*/ 5833956 h 6400800"/>
              <a:gd name="connsiteX51" fmla="*/ 4599497 w 5375273"/>
              <a:gd name="connsiteY51" fmla="*/ 5833956 h 6400800"/>
              <a:gd name="connsiteX52" fmla="*/ 4713716 w 5375273"/>
              <a:gd name="connsiteY52" fmla="*/ 5790888 h 6400800"/>
              <a:gd name="connsiteX53" fmla="*/ 4827937 w 5375273"/>
              <a:gd name="connsiteY53" fmla="*/ 5833956 h 6400800"/>
              <a:gd name="connsiteX54" fmla="*/ 4896947 w 5375273"/>
              <a:gd name="connsiteY54" fmla="*/ 5833956 h 6400800"/>
              <a:gd name="connsiteX55" fmla="*/ 4713843 w 5375273"/>
              <a:gd name="connsiteY55" fmla="*/ 5739256 h 6400800"/>
              <a:gd name="connsiteX56" fmla="*/ 342891 w 5375273"/>
              <a:gd name="connsiteY56" fmla="*/ 0 h 6400800"/>
              <a:gd name="connsiteX57" fmla="*/ 5375273 w 5375273"/>
              <a:gd name="connsiteY57" fmla="*/ 0 h 6400800"/>
              <a:gd name="connsiteX58" fmla="*/ 5375273 w 5375273"/>
              <a:gd name="connsiteY58" fmla="*/ 6400800 h 6400800"/>
              <a:gd name="connsiteX59" fmla="*/ 342891 w 5375273"/>
              <a:gd name="connsiteY59" fmla="*/ 6400800 h 6400800"/>
              <a:gd name="connsiteX60" fmla="*/ 0 w 5375273"/>
              <a:gd name="connsiteY60" fmla="*/ 6057909 h 6400800"/>
              <a:gd name="connsiteX61" fmla="*/ 0 w 5375273"/>
              <a:gd name="connsiteY61" fmla="*/ 342891 h 6400800"/>
              <a:gd name="connsiteX62" fmla="*/ 342891 w 5375273"/>
              <a:gd name="connsiteY62" fmla="*/ 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5375273" h="6400800">
                <a:moveTo>
                  <a:pt x="4530738" y="6093375"/>
                </a:moveTo>
                <a:cubicBezTo>
                  <a:pt x="4571414" y="6150674"/>
                  <a:pt x="4638284" y="6188076"/>
                  <a:pt x="4713843" y="6188076"/>
                </a:cubicBezTo>
                <a:cubicBezTo>
                  <a:pt x="4789402" y="6188076"/>
                  <a:pt x="4856270" y="6150674"/>
                  <a:pt x="4896946" y="6093375"/>
                </a:cubicBezTo>
                <a:lnTo>
                  <a:pt x="4828189" y="6093375"/>
                </a:lnTo>
                <a:cubicBezTo>
                  <a:pt x="4797713" y="6120198"/>
                  <a:pt x="4757793" y="6136444"/>
                  <a:pt x="4713968" y="6136444"/>
                </a:cubicBezTo>
                <a:cubicBezTo>
                  <a:pt x="4670144" y="6136444"/>
                  <a:pt x="4630224" y="6120198"/>
                  <a:pt x="4599748" y="6093375"/>
                </a:cubicBezTo>
                <a:close/>
                <a:moveTo>
                  <a:pt x="4568770" y="5891382"/>
                </a:moveTo>
                <a:cubicBezTo>
                  <a:pt x="4589549" y="5891382"/>
                  <a:pt x="4598743" y="5899820"/>
                  <a:pt x="4598743" y="5918205"/>
                </a:cubicBezTo>
                <a:cubicBezTo>
                  <a:pt x="4598743" y="5941754"/>
                  <a:pt x="4574311" y="5946162"/>
                  <a:pt x="4574311" y="5946162"/>
                </a:cubicBezTo>
                <a:cubicBezTo>
                  <a:pt x="4570911" y="5956362"/>
                  <a:pt x="4571163" y="5963540"/>
                  <a:pt x="4574311" y="5973866"/>
                </a:cubicBezTo>
                <a:cubicBezTo>
                  <a:pt x="4574311" y="5973866"/>
                  <a:pt x="4602646" y="5980163"/>
                  <a:pt x="4602646" y="6005727"/>
                </a:cubicBezTo>
                <a:cubicBezTo>
                  <a:pt x="4602646" y="6026506"/>
                  <a:pt x="4591060" y="6034314"/>
                  <a:pt x="4569652" y="6034314"/>
                </a:cubicBezTo>
                <a:cubicBezTo>
                  <a:pt x="4562474" y="6034314"/>
                  <a:pt x="4551266" y="6033432"/>
                  <a:pt x="4546103" y="6032047"/>
                </a:cubicBezTo>
                <a:lnTo>
                  <a:pt x="4546103" y="5893019"/>
                </a:lnTo>
                <a:cubicBezTo>
                  <a:pt x="4551644" y="5891760"/>
                  <a:pt x="4562347" y="5891382"/>
                  <a:pt x="4568770" y="5891382"/>
                </a:cubicBezTo>
                <a:close/>
                <a:moveTo>
                  <a:pt x="4871256" y="5860780"/>
                </a:moveTo>
                <a:cubicBezTo>
                  <a:pt x="4810558" y="5861662"/>
                  <a:pt x="4774290" y="5902464"/>
                  <a:pt x="4774290" y="5962785"/>
                </a:cubicBezTo>
                <a:cubicBezTo>
                  <a:pt x="4774290" y="6026128"/>
                  <a:pt x="4805773" y="6066553"/>
                  <a:pt x="4869746" y="6066553"/>
                </a:cubicBezTo>
                <a:cubicBezTo>
                  <a:pt x="4898081" y="6066553"/>
                  <a:pt x="4916844" y="6062523"/>
                  <a:pt x="4930823" y="6054840"/>
                </a:cubicBezTo>
                <a:lnTo>
                  <a:pt x="4932081" y="6054085"/>
                </a:lnTo>
                <a:lnTo>
                  <a:pt x="4932081" y="5950318"/>
                </a:lnTo>
                <a:cubicBezTo>
                  <a:pt x="4932081" y="5950318"/>
                  <a:pt x="4916844" y="5946035"/>
                  <a:pt x="4906895" y="5946035"/>
                </a:cubicBezTo>
                <a:cubicBezTo>
                  <a:pt x="4896948" y="5946035"/>
                  <a:pt x="4881835" y="5950318"/>
                  <a:pt x="4881835" y="5950318"/>
                </a:cubicBezTo>
                <a:lnTo>
                  <a:pt x="4881835" y="6032047"/>
                </a:lnTo>
                <a:cubicBezTo>
                  <a:pt x="4879316" y="6033054"/>
                  <a:pt x="4873398" y="6034314"/>
                  <a:pt x="4867101" y="6034314"/>
                </a:cubicBezTo>
                <a:cubicBezTo>
                  <a:pt x="4844433" y="6034314"/>
                  <a:pt x="4828189" y="6008497"/>
                  <a:pt x="4828189" y="5962911"/>
                </a:cubicBezTo>
                <a:cubicBezTo>
                  <a:pt x="4828189" y="5917323"/>
                  <a:pt x="4846323" y="5894152"/>
                  <a:pt x="4877050" y="5891382"/>
                </a:cubicBezTo>
                <a:cubicBezTo>
                  <a:pt x="4897577" y="5889618"/>
                  <a:pt x="4922007" y="5899063"/>
                  <a:pt x="4922007" y="5899063"/>
                </a:cubicBezTo>
                <a:cubicBezTo>
                  <a:pt x="4930319" y="5892137"/>
                  <a:pt x="4933089" y="5883952"/>
                  <a:pt x="4932207" y="5873122"/>
                </a:cubicBezTo>
                <a:cubicBezTo>
                  <a:pt x="4932207" y="5873122"/>
                  <a:pt x="4903118" y="5860780"/>
                  <a:pt x="4872894" y="5860780"/>
                </a:cubicBezTo>
                <a:cubicBezTo>
                  <a:pt x="4872391" y="5860780"/>
                  <a:pt x="4871887" y="5860780"/>
                  <a:pt x="4871383" y="5860780"/>
                </a:cubicBezTo>
                <a:close/>
                <a:moveTo>
                  <a:pt x="4568519" y="5860780"/>
                </a:moveTo>
                <a:cubicBezTo>
                  <a:pt x="4541569" y="5860780"/>
                  <a:pt x="4511471" y="5865314"/>
                  <a:pt x="4497116" y="5872492"/>
                </a:cubicBezTo>
                <a:lnTo>
                  <a:pt x="4496990" y="5872492"/>
                </a:lnTo>
                <a:lnTo>
                  <a:pt x="4495730" y="5873122"/>
                </a:lnTo>
                <a:lnTo>
                  <a:pt x="4495730" y="6054085"/>
                </a:lnTo>
                <a:lnTo>
                  <a:pt x="4497116" y="6054840"/>
                </a:lnTo>
                <a:cubicBezTo>
                  <a:pt x="4512857" y="6062523"/>
                  <a:pt x="4542451" y="6066553"/>
                  <a:pt x="4570785" y="6066553"/>
                </a:cubicBezTo>
                <a:cubicBezTo>
                  <a:pt x="4622165" y="6066553"/>
                  <a:pt x="4655915" y="6048418"/>
                  <a:pt x="4655915" y="6007364"/>
                </a:cubicBezTo>
                <a:cubicBezTo>
                  <a:pt x="4655915" y="5982052"/>
                  <a:pt x="4635766" y="5965177"/>
                  <a:pt x="4617884" y="5958503"/>
                </a:cubicBezTo>
                <a:cubicBezTo>
                  <a:pt x="4633499" y="5952584"/>
                  <a:pt x="4649996" y="5938732"/>
                  <a:pt x="4649996" y="5915057"/>
                </a:cubicBezTo>
                <a:cubicBezTo>
                  <a:pt x="4649996" y="5883952"/>
                  <a:pt x="4623173" y="5860780"/>
                  <a:pt x="4568519" y="5860780"/>
                </a:cubicBezTo>
                <a:close/>
                <a:moveTo>
                  <a:pt x="4713969" y="5846801"/>
                </a:moveTo>
                <a:cubicBezTo>
                  <a:pt x="4704146" y="5846801"/>
                  <a:pt x="4688783" y="5850956"/>
                  <a:pt x="4688783" y="5850956"/>
                </a:cubicBezTo>
                <a:lnTo>
                  <a:pt x="4688783" y="6076375"/>
                </a:lnTo>
                <a:cubicBezTo>
                  <a:pt x="4688783" y="6076375"/>
                  <a:pt x="4704020" y="6080530"/>
                  <a:pt x="4713969" y="6080530"/>
                </a:cubicBezTo>
                <a:cubicBezTo>
                  <a:pt x="4723918" y="6080530"/>
                  <a:pt x="4739030" y="6076375"/>
                  <a:pt x="4739030" y="6076375"/>
                </a:cubicBezTo>
                <a:lnTo>
                  <a:pt x="4739030" y="5850956"/>
                </a:lnTo>
                <a:cubicBezTo>
                  <a:pt x="4739030" y="5850956"/>
                  <a:pt x="4723793" y="5846801"/>
                  <a:pt x="4713969" y="5846801"/>
                </a:cubicBezTo>
                <a:close/>
                <a:moveTo>
                  <a:pt x="4713843" y="5739256"/>
                </a:moveTo>
                <a:cubicBezTo>
                  <a:pt x="4638284" y="5739256"/>
                  <a:pt x="4571414" y="5776657"/>
                  <a:pt x="4530738" y="5833956"/>
                </a:cubicBezTo>
                <a:lnTo>
                  <a:pt x="4599497" y="5833956"/>
                </a:lnTo>
                <a:cubicBezTo>
                  <a:pt x="4629972" y="5807133"/>
                  <a:pt x="4669892" y="5790888"/>
                  <a:pt x="4713716" y="5790888"/>
                </a:cubicBezTo>
                <a:cubicBezTo>
                  <a:pt x="4757540" y="5790888"/>
                  <a:pt x="4797460" y="5807133"/>
                  <a:pt x="4827937" y="5833956"/>
                </a:cubicBezTo>
                <a:lnTo>
                  <a:pt x="4896947" y="5833956"/>
                </a:lnTo>
                <a:cubicBezTo>
                  <a:pt x="4856271" y="5776657"/>
                  <a:pt x="4789402" y="5739256"/>
                  <a:pt x="4713843" y="5739256"/>
                </a:cubicBezTo>
                <a:close/>
                <a:moveTo>
                  <a:pt x="342891" y="0"/>
                </a:moveTo>
                <a:lnTo>
                  <a:pt x="5375273" y="0"/>
                </a:lnTo>
                <a:lnTo>
                  <a:pt x="5375273" y="6400800"/>
                </a:lnTo>
                <a:lnTo>
                  <a:pt x="342891" y="6400800"/>
                </a:lnTo>
                <a:cubicBezTo>
                  <a:pt x="153518" y="6400800"/>
                  <a:pt x="0" y="6247282"/>
                  <a:pt x="0" y="6057909"/>
                </a:cubicBezTo>
                <a:lnTo>
                  <a:pt x="0" y="342891"/>
                </a:lnTo>
                <a:cubicBezTo>
                  <a:pt x="0" y="153518"/>
                  <a:pt x="153518" y="0"/>
                  <a:pt x="342891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695325" y="407502"/>
            <a:ext cx="5761038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 bwMode="gray">
          <a:xfrm>
            <a:off x="695325" y="1665288"/>
            <a:ext cx="5761038" cy="475138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2817450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  <p15:guide id="8" pos="4067" userDrawn="1">
          <p15:clr>
            <a:srgbClr val="FBAE40"/>
          </p15:clr>
        </p15:guide>
        <p15:guide id="9" pos="429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69B8E9D-1B20-CEC0-6383-882A5D07E38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169295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695325" y="407502"/>
            <a:ext cx="6370493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 bwMode="gray">
          <a:xfrm>
            <a:off x="695325" y="1665288"/>
            <a:ext cx="6370494" cy="475138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47892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  <p15:guide id="8" pos="4452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Bild eckig, oh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6F3F0FAF-10ED-B69E-9652-564CA211561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52778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Bildplatzhalter 5">
            <a:extLst>
              <a:ext uri="{FF2B5EF4-FFF2-40B4-BE49-F238E27FC236}">
                <a16:creationId xmlns:a16="http://schemas.microsoft.com/office/drawing/2014/main" id="{4049147E-026A-6C3A-06A2-E195469087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816725" y="228600"/>
            <a:ext cx="5375273" cy="6400800"/>
          </a:xfrm>
          <a:custGeom>
            <a:avLst/>
            <a:gdLst>
              <a:gd name="connsiteX0" fmla="*/ 342891 w 5375273"/>
              <a:gd name="connsiteY0" fmla="*/ 0 h 6400800"/>
              <a:gd name="connsiteX1" fmla="*/ 5375273 w 5375273"/>
              <a:gd name="connsiteY1" fmla="*/ 0 h 6400800"/>
              <a:gd name="connsiteX2" fmla="*/ 5375273 w 5375273"/>
              <a:gd name="connsiteY2" fmla="*/ 6400800 h 6400800"/>
              <a:gd name="connsiteX3" fmla="*/ 342891 w 5375273"/>
              <a:gd name="connsiteY3" fmla="*/ 6400800 h 6400800"/>
              <a:gd name="connsiteX4" fmla="*/ 0 w 5375273"/>
              <a:gd name="connsiteY4" fmla="*/ 6057909 h 6400800"/>
              <a:gd name="connsiteX5" fmla="*/ 0 w 5375273"/>
              <a:gd name="connsiteY5" fmla="*/ 342891 h 6400800"/>
              <a:gd name="connsiteX6" fmla="*/ 342891 w 5375273"/>
              <a:gd name="connsiteY6" fmla="*/ 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75273" h="6400800">
                <a:moveTo>
                  <a:pt x="342891" y="0"/>
                </a:moveTo>
                <a:lnTo>
                  <a:pt x="5375273" y="0"/>
                </a:lnTo>
                <a:lnTo>
                  <a:pt x="5375273" y="6400800"/>
                </a:lnTo>
                <a:lnTo>
                  <a:pt x="342891" y="6400800"/>
                </a:lnTo>
                <a:cubicBezTo>
                  <a:pt x="153518" y="6400800"/>
                  <a:pt x="0" y="6247282"/>
                  <a:pt x="0" y="6057909"/>
                </a:cubicBezTo>
                <a:lnTo>
                  <a:pt x="0" y="342891"/>
                </a:lnTo>
                <a:cubicBezTo>
                  <a:pt x="0" y="153518"/>
                  <a:pt x="153518" y="0"/>
                  <a:pt x="342891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695325" y="407502"/>
            <a:ext cx="5761038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695325" y="1665288"/>
            <a:ext cx="5761038" cy="475138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2596721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  <p15:guide id="9" pos="4067" userDrawn="1">
          <p15:clr>
            <a:srgbClr val="FBAE40"/>
          </p15:clr>
        </p15:guide>
        <p15:guide id="10" pos="4294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eckig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628E231A-91CD-075F-BC0F-642899DD873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64141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Bildplatzhalter 5">
            <a:extLst>
              <a:ext uri="{FF2B5EF4-FFF2-40B4-BE49-F238E27FC236}">
                <a16:creationId xmlns:a16="http://schemas.microsoft.com/office/drawing/2014/main" id="{A092C0B0-D916-BA17-E068-CC093E51CAB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228600"/>
            <a:ext cx="5483225" cy="6400800"/>
          </a:xfrm>
          <a:custGeom>
            <a:avLst/>
            <a:gdLst>
              <a:gd name="connsiteX0" fmla="*/ 0 w 5483225"/>
              <a:gd name="connsiteY0" fmla="*/ 0 h 6400800"/>
              <a:gd name="connsiteX1" fmla="*/ 5140334 w 5483225"/>
              <a:gd name="connsiteY1" fmla="*/ 0 h 6400800"/>
              <a:gd name="connsiteX2" fmla="*/ 5483225 w 5483225"/>
              <a:gd name="connsiteY2" fmla="*/ 342891 h 6400800"/>
              <a:gd name="connsiteX3" fmla="*/ 5483225 w 5483225"/>
              <a:gd name="connsiteY3" fmla="*/ 6057909 h 6400800"/>
              <a:gd name="connsiteX4" fmla="*/ 5140334 w 5483225"/>
              <a:gd name="connsiteY4" fmla="*/ 6400800 h 6400800"/>
              <a:gd name="connsiteX5" fmla="*/ 0 w 5483225"/>
              <a:gd name="connsiteY5" fmla="*/ 640080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3225" h="6400800">
                <a:moveTo>
                  <a:pt x="0" y="0"/>
                </a:moveTo>
                <a:lnTo>
                  <a:pt x="5140334" y="0"/>
                </a:lnTo>
                <a:cubicBezTo>
                  <a:pt x="5329707" y="0"/>
                  <a:pt x="5483225" y="153518"/>
                  <a:pt x="5483225" y="342891"/>
                </a:cubicBezTo>
                <a:lnTo>
                  <a:pt x="5483225" y="6057909"/>
                </a:lnTo>
                <a:cubicBezTo>
                  <a:pt x="5483225" y="6247282"/>
                  <a:pt x="5329707" y="6400800"/>
                  <a:pt x="5140334" y="6400800"/>
                </a:cubicBezTo>
                <a:lnTo>
                  <a:pt x="0" y="6400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6096000" y="408063"/>
            <a:ext cx="5653087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6096000" y="1665288"/>
            <a:ext cx="5653087" cy="388723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4097349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  <p15:guide id="9" pos="3840" userDrawn="1">
          <p15:clr>
            <a:srgbClr val="FBAE40"/>
          </p15:clr>
        </p15:guide>
        <p15:guide id="10" pos="345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klein eckig + Inhal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EDA6B33-3EA0-D60D-95BD-333F88C66F6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883982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DA6B33-3EA0-D60D-95BD-333F88C66F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AF9E4C2-BC23-89D8-99EB-01BA0869B0E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228600"/>
            <a:ext cx="4020663" cy="6400800"/>
          </a:xfrm>
          <a:custGeom>
            <a:avLst/>
            <a:gdLst>
              <a:gd name="connsiteX0" fmla="*/ 0 w 4020663"/>
              <a:gd name="connsiteY0" fmla="*/ 0 h 6400800"/>
              <a:gd name="connsiteX1" fmla="*/ 3677772 w 4020663"/>
              <a:gd name="connsiteY1" fmla="*/ 0 h 6400800"/>
              <a:gd name="connsiteX2" fmla="*/ 4020663 w 4020663"/>
              <a:gd name="connsiteY2" fmla="*/ 342891 h 6400800"/>
              <a:gd name="connsiteX3" fmla="*/ 4020663 w 4020663"/>
              <a:gd name="connsiteY3" fmla="*/ 6057909 h 6400800"/>
              <a:gd name="connsiteX4" fmla="*/ 3677772 w 4020663"/>
              <a:gd name="connsiteY4" fmla="*/ 6400800 h 6400800"/>
              <a:gd name="connsiteX5" fmla="*/ 0 w 4020663"/>
              <a:gd name="connsiteY5" fmla="*/ 640080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20663" h="6400800">
                <a:moveTo>
                  <a:pt x="0" y="0"/>
                </a:moveTo>
                <a:lnTo>
                  <a:pt x="3677772" y="0"/>
                </a:lnTo>
                <a:cubicBezTo>
                  <a:pt x="3867145" y="0"/>
                  <a:pt x="4020663" y="153518"/>
                  <a:pt x="4020663" y="342891"/>
                </a:cubicBezTo>
                <a:lnTo>
                  <a:pt x="4020663" y="6057909"/>
                </a:lnTo>
                <a:cubicBezTo>
                  <a:pt x="4020663" y="6247282"/>
                  <a:pt x="3867145" y="6400800"/>
                  <a:pt x="3677772" y="6400800"/>
                </a:cubicBezTo>
                <a:lnTo>
                  <a:pt x="0" y="6400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4872038" y="408063"/>
            <a:ext cx="6877049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4872038" y="1665288"/>
            <a:ext cx="6877049" cy="388723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2319013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  <p15:guide id="8" pos="3069" userDrawn="1">
          <p15:clr>
            <a:srgbClr val="FBAE40"/>
          </p15:clr>
        </p15:guide>
        <p15:guide id="9" pos="2547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vollflächig, Logo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75CCD67-C320-467E-CA79-66583AD3DB3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28600" y="228600"/>
            <a:ext cx="11734800" cy="6400800"/>
          </a:xfrm>
          <a:custGeom>
            <a:avLst/>
            <a:gdLst>
              <a:gd name="connsiteX0" fmla="*/ 11118863 w 11734800"/>
              <a:gd name="connsiteY0" fmla="*/ 6093375 h 6400800"/>
              <a:gd name="connsiteX1" fmla="*/ 11301968 w 11734800"/>
              <a:gd name="connsiteY1" fmla="*/ 6188076 h 6400800"/>
              <a:gd name="connsiteX2" fmla="*/ 11485071 w 11734800"/>
              <a:gd name="connsiteY2" fmla="*/ 6093375 h 6400800"/>
              <a:gd name="connsiteX3" fmla="*/ 11416314 w 11734800"/>
              <a:gd name="connsiteY3" fmla="*/ 6093375 h 6400800"/>
              <a:gd name="connsiteX4" fmla="*/ 11302093 w 11734800"/>
              <a:gd name="connsiteY4" fmla="*/ 6136444 h 6400800"/>
              <a:gd name="connsiteX5" fmla="*/ 11187873 w 11734800"/>
              <a:gd name="connsiteY5" fmla="*/ 6093375 h 6400800"/>
              <a:gd name="connsiteX6" fmla="*/ 11156895 w 11734800"/>
              <a:gd name="connsiteY6" fmla="*/ 5891382 h 6400800"/>
              <a:gd name="connsiteX7" fmla="*/ 11186868 w 11734800"/>
              <a:gd name="connsiteY7" fmla="*/ 5918205 h 6400800"/>
              <a:gd name="connsiteX8" fmla="*/ 11162436 w 11734800"/>
              <a:gd name="connsiteY8" fmla="*/ 5946162 h 6400800"/>
              <a:gd name="connsiteX9" fmla="*/ 11162436 w 11734800"/>
              <a:gd name="connsiteY9" fmla="*/ 5973866 h 6400800"/>
              <a:gd name="connsiteX10" fmla="*/ 11190771 w 11734800"/>
              <a:gd name="connsiteY10" fmla="*/ 6005727 h 6400800"/>
              <a:gd name="connsiteX11" fmla="*/ 11157777 w 11734800"/>
              <a:gd name="connsiteY11" fmla="*/ 6034314 h 6400800"/>
              <a:gd name="connsiteX12" fmla="*/ 11134228 w 11734800"/>
              <a:gd name="connsiteY12" fmla="*/ 6032047 h 6400800"/>
              <a:gd name="connsiteX13" fmla="*/ 11134228 w 11734800"/>
              <a:gd name="connsiteY13" fmla="*/ 5893019 h 6400800"/>
              <a:gd name="connsiteX14" fmla="*/ 11156895 w 11734800"/>
              <a:gd name="connsiteY14" fmla="*/ 5891382 h 6400800"/>
              <a:gd name="connsiteX15" fmla="*/ 11459381 w 11734800"/>
              <a:gd name="connsiteY15" fmla="*/ 5860780 h 6400800"/>
              <a:gd name="connsiteX16" fmla="*/ 11362415 w 11734800"/>
              <a:gd name="connsiteY16" fmla="*/ 5962785 h 6400800"/>
              <a:gd name="connsiteX17" fmla="*/ 11457871 w 11734800"/>
              <a:gd name="connsiteY17" fmla="*/ 6066553 h 6400800"/>
              <a:gd name="connsiteX18" fmla="*/ 11518948 w 11734800"/>
              <a:gd name="connsiteY18" fmla="*/ 6054840 h 6400800"/>
              <a:gd name="connsiteX19" fmla="*/ 11520206 w 11734800"/>
              <a:gd name="connsiteY19" fmla="*/ 6054085 h 6400800"/>
              <a:gd name="connsiteX20" fmla="*/ 11520206 w 11734800"/>
              <a:gd name="connsiteY20" fmla="*/ 5950318 h 6400800"/>
              <a:gd name="connsiteX21" fmla="*/ 11495020 w 11734800"/>
              <a:gd name="connsiteY21" fmla="*/ 5946035 h 6400800"/>
              <a:gd name="connsiteX22" fmla="*/ 11469960 w 11734800"/>
              <a:gd name="connsiteY22" fmla="*/ 5950318 h 6400800"/>
              <a:gd name="connsiteX23" fmla="*/ 11469960 w 11734800"/>
              <a:gd name="connsiteY23" fmla="*/ 6032047 h 6400800"/>
              <a:gd name="connsiteX24" fmla="*/ 11455226 w 11734800"/>
              <a:gd name="connsiteY24" fmla="*/ 6034314 h 6400800"/>
              <a:gd name="connsiteX25" fmla="*/ 11416314 w 11734800"/>
              <a:gd name="connsiteY25" fmla="*/ 5962911 h 6400800"/>
              <a:gd name="connsiteX26" fmla="*/ 11465175 w 11734800"/>
              <a:gd name="connsiteY26" fmla="*/ 5891382 h 6400800"/>
              <a:gd name="connsiteX27" fmla="*/ 11510132 w 11734800"/>
              <a:gd name="connsiteY27" fmla="*/ 5899063 h 6400800"/>
              <a:gd name="connsiteX28" fmla="*/ 11520332 w 11734800"/>
              <a:gd name="connsiteY28" fmla="*/ 5873122 h 6400800"/>
              <a:gd name="connsiteX29" fmla="*/ 11461019 w 11734800"/>
              <a:gd name="connsiteY29" fmla="*/ 5860780 h 6400800"/>
              <a:gd name="connsiteX30" fmla="*/ 11459508 w 11734800"/>
              <a:gd name="connsiteY30" fmla="*/ 5860780 h 6400800"/>
              <a:gd name="connsiteX31" fmla="*/ 11156644 w 11734800"/>
              <a:gd name="connsiteY31" fmla="*/ 5860780 h 6400800"/>
              <a:gd name="connsiteX32" fmla="*/ 11085241 w 11734800"/>
              <a:gd name="connsiteY32" fmla="*/ 5872492 h 6400800"/>
              <a:gd name="connsiteX33" fmla="*/ 11085115 w 11734800"/>
              <a:gd name="connsiteY33" fmla="*/ 5872492 h 6400800"/>
              <a:gd name="connsiteX34" fmla="*/ 11083855 w 11734800"/>
              <a:gd name="connsiteY34" fmla="*/ 5873122 h 6400800"/>
              <a:gd name="connsiteX35" fmla="*/ 11083855 w 11734800"/>
              <a:gd name="connsiteY35" fmla="*/ 6054085 h 6400800"/>
              <a:gd name="connsiteX36" fmla="*/ 11085241 w 11734800"/>
              <a:gd name="connsiteY36" fmla="*/ 6054840 h 6400800"/>
              <a:gd name="connsiteX37" fmla="*/ 11158910 w 11734800"/>
              <a:gd name="connsiteY37" fmla="*/ 6066553 h 6400800"/>
              <a:gd name="connsiteX38" fmla="*/ 11244040 w 11734800"/>
              <a:gd name="connsiteY38" fmla="*/ 6007364 h 6400800"/>
              <a:gd name="connsiteX39" fmla="*/ 11206009 w 11734800"/>
              <a:gd name="connsiteY39" fmla="*/ 5958503 h 6400800"/>
              <a:gd name="connsiteX40" fmla="*/ 11238121 w 11734800"/>
              <a:gd name="connsiteY40" fmla="*/ 5915057 h 6400800"/>
              <a:gd name="connsiteX41" fmla="*/ 11156644 w 11734800"/>
              <a:gd name="connsiteY41" fmla="*/ 5860780 h 6400800"/>
              <a:gd name="connsiteX42" fmla="*/ 11302094 w 11734800"/>
              <a:gd name="connsiteY42" fmla="*/ 5846801 h 6400800"/>
              <a:gd name="connsiteX43" fmla="*/ 11276908 w 11734800"/>
              <a:gd name="connsiteY43" fmla="*/ 5850956 h 6400800"/>
              <a:gd name="connsiteX44" fmla="*/ 11276908 w 11734800"/>
              <a:gd name="connsiteY44" fmla="*/ 6076375 h 6400800"/>
              <a:gd name="connsiteX45" fmla="*/ 11302094 w 11734800"/>
              <a:gd name="connsiteY45" fmla="*/ 6080530 h 6400800"/>
              <a:gd name="connsiteX46" fmla="*/ 11327155 w 11734800"/>
              <a:gd name="connsiteY46" fmla="*/ 6076375 h 6400800"/>
              <a:gd name="connsiteX47" fmla="*/ 11327155 w 11734800"/>
              <a:gd name="connsiteY47" fmla="*/ 5850956 h 6400800"/>
              <a:gd name="connsiteX48" fmla="*/ 11302094 w 11734800"/>
              <a:gd name="connsiteY48" fmla="*/ 5846801 h 6400800"/>
              <a:gd name="connsiteX49" fmla="*/ 11301968 w 11734800"/>
              <a:gd name="connsiteY49" fmla="*/ 5739256 h 6400800"/>
              <a:gd name="connsiteX50" fmla="*/ 11118863 w 11734800"/>
              <a:gd name="connsiteY50" fmla="*/ 5833956 h 6400800"/>
              <a:gd name="connsiteX51" fmla="*/ 11187622 w 11734800"/>
              <a:gd name="connsiteY51" fmla="*/ 5833956 h 6400800"/>
              <a:gd name="connsiteX52" fmla="*/ 11301841 w 11734800"/>
              <a:gd name="connsiteY52" fmla="*/ 5790888 h 6400800"/>
              <a:gd name="connsiteX53" fmla="*/ 11416062 w 11734800"/>
              <a:gd name="connsiteY53" fmla="*/ 5833956 h 6400800"/>
              <a:gd name="connsiteX54" fmla="*/ 11485072 w 11734800"/>
              <a:gd name="connsiteY54" fmla="*/ 5833956 h 6400800"/>
              <a:gd name="connsiteX55" fmla="*/ 11301968 w 11734800"/>
              <a:gd name="connsiteY55" fmla="*/ 5739256 h 6400800"/>
              <a:gd name="connsiteX56" fmla="*/ 354796 w 11734800"/>
              <a:gd name="connsiteY56" fmla="*/ 0 h 6400800"/>
              <a:gd name="connsiteX57" fmla="*/ 11380004 w 11734800"/>
              <a:gd name="connsiteY57" fmla="*/ 0 h 6400800"/>
              <a:gd name="connsiteX58" fmla="*/ 11734800 w 11734800"/>
              <a:gd name="connsiteY58" fmla="*/ 354796 h 6400800"/>
              <a:gd name="connsiteX59" fmla="*/ 11734800 w 11734800"/>
              <a:gd name="connsiteY59" fmla="*/ 6046004 h 6400800"/>
              <a:gd name="connsiteX60" fmla="*/ 11380004 w 11734800"/>
              <a:gd name="connsiteY60" fmla="*/ 6400800 h 6400800"/>
              <a:gd name="connsiteX61" fmla="*/ 354796 w 11734800"/>
              <a:gd name="connsiteY61" fmla="*/ 6400800 h 6400800"/>
              <a:gd name="connsiteX62" fmla="*/ 0 w 11734800"/>
              <a:gd name="connsiteY62" fmla="*/ 6046004 h 6400800"/>
              <a:gd name="connsiteX63" fmla="*/ 0 w 11734800"/>
              <a:gd name="connsiteY63" fmla="*/ 354796 h 6400800"/>
              <a:gd name="connsiteX64" fmla="*/ 354796 w 11734800"/>
              <a:gd name="connsiteY64" fmla="*/ 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1734800" h="6400800">
                <a:moveTo>
                  <a:pt x="11118863" y="6093375"/>
                </a:moveTo>
                <a:cubicBezTo>
                  <a:pt x="11159539" y="6150674"/>
                  <a:pt x="11226409" y="6188076"/>
                  <a:pt x="11301968" y="6188076"/>
                </a:cubicBezTo>
                <a:cubicBezTo>
                  <a:pt x="11377527" y="6188076"/>
                  <a:pt x="11444395" y="6150674"/>
                  <a:pt x="11485071" y="6093375"/>
                </a:cubicBezTo>
                <a:lnTo>
                  <a:pt x="11416314" y="6093375"/>
                </a:lnTo>
                <a:cubicBezTo>
                  <a:pt x="11385838" y="6120198"/>
                  <a:pt x="11345918" y="6136444"/>
                  <a:pt x="11302093" y="6136444"/>
                </a:cubicBezTo>
                <a:cubicBezTo>
                  <a:pt x="11258269" y="6136444"/>
                  <a:pt x="11218349" y="6120198"/>
                  <a:pt x="11187873" y="6093375"/>
                </a:cubicBezTo>
                <a:close/>
                <a:moveTo>
                  <a:pt x="11156895" y="5891382"/>
                </a:moveTo>
                <a:cubicBezTo>
                  <a:pt x="11177674" y="5891382"/>
                  <a:pt x="11186868" y="5899820"/>
                  <a:pt x="11186868" y="5918205"/>
                </a:cubicBezTo>
                <a:cubicBezTo>
                  <a:pt x="11186868" y="5941754"/>
                  <a:pt x="11162436" y="5946162"/>
                  <a:pt x="11162436" y="5946162"/>
                </a:cubicBezTo>
                <a:cubicBezTo>
                  <a:pt x="11159036" y="5956362"/>
                  <a:pt x="11159288" y="5963540"/>
                  <a:pt x="11162436" y="5973866"/>
                </a:cubicBezTo>
                <a:cubicBezTo>
                  <a:pt x="11162436" y="5973866"/>
                  <a:pt x="11190771" y="5980163"/>
                  <a:pt x="11190771" y="6005727"/>
                </a:cubicBezTo>
                <a:cubicBezTo>
                  <a:pt x="11190771" y="6026506"/>
                  <a:pt x="11179185" y="6034314"/>
                  <a:pt x="11157777" y="6034314"/>
                </a:cubicBezTo>
                <a:cubicBezTo>
                  <a:pt x="11150599" y="6034314"/>
                  <a:pt x="11139391" y="6033432"/>
                  <a:pt x="11134228" y="6032047"/>
                </a:cubicBezTo>
                <a:lnTo>
                  <a:pt x="11134228" y="5893019"/>
                </a:lnTo>
                <a:cubicBezTo>
                  <a:pt x="11139769" y="5891760"/>
                  <a:pt x="11150472" y="5891382"/>
                  <a:pt x="11156895" y="5891382"/>
                </a:cubicBezTo>
                <a:close/>
                <a:moveTo>
                  <a:pt x="11459381" y="5860780"/>
                </a:moveTo>
                <a:cubicBezTo>
                  <a:pt x="11398683" y="5861662"/>
                  <a:pt x="11362415" y="5902464"/>
                  <a:pt x="11362415" y="5962785"/>
                </a:cubicBezTo>
                <a:cubicBezTo>
                  <a:pt x="11362415" y="6026128"/>
                  <a:pt x="11393898" y="6066553"/>
                  <a:pt x="11457871" y="6066553"/>
                </a:cubicBezTo>
                <a:cubicBezTo>
                  <a:pt x="11486206" y="6066553"/>
                  <a:pt x="11504969" y="6062523"/>
                  <a:pt x="11518948" y="6054840"/>
                </a:cubicBezTo>
                <a:lnTo>
                  <a:pt x="11520206" y="6054085"/>
                </a:lnTo>
                <a:lnTo>
                  <a:pt x="11520206" y="5950318"/>
                </a:lnTo>
                <a:cubicBezTo>
                  <a:pt x="11520206" y="5950318"/>
                  <a:pt x="11504969" y="5946035"/>
                  <a:pt x="11495020" y="5946035"/>
                </a:cubicBezTo>
                <a:cubicBezTo>
                  <a:pt x="11485073" y="5946035"/>
                  <a:pt x="11469960" y="5950318"/>
                  <a:pt x="11469960" y="5950318"/>
                </a:cubicBezTo>
                <a:lnTo>
                  <a:pt x="11469960" y="6032047"/>
                </a:lnTo>
                <a:cubicBezTo>
                  <a:pt x="11467441" y="6033054"/>
                  <a:pt x="11461523" y="6034314"/>
                  <a:pt x="11455226" y="6034314"/>
                </a:cubicBezTo>
                <a:cubicBezTo>
                  <a:pt x="11432558" y="6034314"/>
                  <a:pt x="11416314" y="6008497"/>
                  <a:pt x="11416314" y="5962911"/>
                </a:cubicBezTo>
                <a:cubicBezTo>
                  <a:pt x="11416314" y="5917323"/>
                  <a:pt x="11434448" y="5894152"/>
                  <a:pt x="11465175" y="5891382"/>
                </a:cubicBezTo>
                <a:cubicBezTo>
                  <a:pt x="11485702" y="5889618"/>
                  <a:pt x="11510132" y="5899063"/>
                  <a:pt x="11510132" y="5899063"/>
                </a:cubicBezTo>
                <a:cubicBezTo>
                  <a:pt x="11518444" y="5892137"/>
                  <a:pt x="11521214" y="5883952"/>
                  <a:pt x="11520332" y="5873122"/>
                </a:cubicBezTo>
                <a:cubicBezTo>
                  <a:pt x="11520332" y="5873122"/>
                  <a:pt x="11491243" y="5860780"/>
                  <a:pt x="11461019" y="5860780"/>
                </a:cubicBezTo>
                <a:cubicBezTo>
                  <a:pt x="11460516" y="5860780"/>
                  <a:pt x="11460012" y="5860780"/>
                  <a:pt x="11459508" y="5860780"/>
                </a:cubicBezTo>
                <a:close/>
                <a:moveTo>
                  <a:pt x="11156644" y="5860780"/>
                </a:moveTo>
                <a:cubicBezTo>
                  <a:pt x="11129694" y="5860780"/>
                  <a:pt x="11099596" y="5865314"/>
                  <a:pt x="11085241" y="5872492"/>
                </a:cubicBezTo>
                <a:lnTo>
                  <a:pt x="11085115" y="5872492"/>
                </a:lnTo>
                <a:lnTo>
                  <a:pt x="11083855" y="5873122"/>
                </a:lnTo>
                <a:lnTo>
                  <a:pt x="11083855" y="6054085"/>
                </a:lnTo>
                <a:lnTo>
                  <a:pt x="11085241" y="6054840"/>
                </a:lnTo>
                <a:cubicBezTo>
                  <a:pt x="11100982" y="6062523"/>
                  <a:pt x="11130576" y="6066553"/>
                  <a:pt x="11158910" y="6066553"/>
                </a:cubicBezTo>
                <a:cubicBezTo>
                  <a:pt x="11210290" y="6066553"/>
                  <a:pt x="11244040" y="6048418"/>
                  <a:pt x="11244040" y="6007364"/>
                </a:cubicBezTo>
                <a:cubicBezTo>
                  <a:pt x="11244040" y="5982052"/>
                  <a:pt x="11223891" y="5965177"/>
                  <a:pt x="11206009" y="5958503"/>
                </a:cubicBezTo>
                <a:cubicBezTo>
                  <a:pt x="11221624" y="5952584"/>
                  <a:pt x="11238121" y="5938732"/>
                  <a:pt x="11238121" y="5915057"/>
                </a:cubicBezTo>
                <a:cubicBezTo>
                  <a:pt x="11238121" y="5883952"/>
                  <a:pt x="11211298" y="5860780"/>
                  <a:pt x="11156644" y="5860780"/>
                </a:cubicBezTo>
                <a:close/>
                <a:moveTo>
                  <a:pt x="11302094" y="5846801"/>
                </a:moveTo>
                <a:cubicBezTo>
                  <a:pt x="11292271" y="5846801"/>
                  <a:pt x="11276908" y="5850956"/>
                  <a:pt x="11276908" y="5850956"/>
                </a:cubicBezTo>
                <a:lnTo>
                  <a:pt x="11276908" y="6076375"/>
                </a:lnTo>
                <a:cubicBezTo>
                  <a:pt x="11276908" y="6076375"/>
                  <a:pt x="11292145" y="6080530"/>
                  <a:pt x="11302094" y="6080530"/>
                </a:cubicBezTo>
                <a:cubicBezTo>
                  <a:pt x="11312043" y="6080530"/>
                  <a:pt x="11327155" y="6076375"/>
                  <a:pt x="11327155" y="6076375"/>
                </a:cubicBezTo>
                <a:lnTo>
                  <a:pt x="11327155" y="5850956"/>
                </a:lnTo>
                <a:cubicBezTo>
                  <a:pt x="11327155" y="5850956"/>
                  <a:pt x="11311918" y="5846801"/>
                  <a:pt x="11302094" y="5846801"/>
                </a:cubicBezTo>
                <a:close/>
                <a:moveTo>
                  <a:pt x="11301968" y="5739256"/>
                </a:moveTo>
                <a:cubicBezTo>
                  <a:pt x="11226409" y="5739256"/>
                  <a:pt x="11159539" y="5776657"/>
                  <a:pt x="11118863" y="5833956"/>
                </a:cubicBezTo>
                <a:lnTo>
                  <a:pt x="11187622" y="5833956"/>
                </a:lnTo>
                <a:cubicBezTo>
                  <a:pt x="11218097" y="5807133"/>
                  <a:pt x="11258017" y="5790888"/>
                  <a:pt x="11301841" y="5790888"/>
                </a:cubicBezTo>
                <a:cubicBezTo>
                  <a:pt x="11345665" y="5790888"/>
                  <a:pt x="11385585" y="5807133"/>
                  <a:pt x="11416062" y="5833956"/>
                </a:cubicBezTo>
                <a:lnTo>
                  <a:pt x="11485072" y="5833956"/>
                </a:lnTo>
                <a:cubicBezTo>
                  <a:pt x="11444396" y="5776657"/>
                  <a:pt x="11377527" y="5739256"/>
                  <a:pt x="11301968" y="5739256"/>
                </a:cubicBezTo>
                <a:close/>
                <a:moveTo>
                  <a:pt x="354796" y="0"/>
                </a:moveTo>
                <a:lnTo>
                  <a:pt x="11380004" y="0"/>
                </a:lnTo>
                <a:cubicBezTo>
                  <a:pt x="11575952" y="0"/>
                  <a:pt x="11734800" y="158848"/>
                  <a:pt x="11734800" y="354796"/>
                </a:cubicBezTo>
                <a:lnTo>
                  <a:pt x="11734800" y="6046004"/>
                </a:lnTo>
                <a:cubicBezTo>
                  <a:pt x="11734800" y="6241952"/>
                  <a:pt x="11575952" y="6400800"/>
                  <a:pt x="11380004" y="6400800"/>
                </a:cubicBezTo>
                <a:lnTo>
                  <a:pt x="354796" y="6400800"/>
                </a:lnTo>
                <a:cubicBezTo>
                  <a:pt x="158848" y="6400800"/>
                  <a:pt x="0" y="6241952"/>
                  <a:pt x="0" y="6046004"/>
                </a:cubicBezTo>
                <a:lnTo>
                  <a:pt x="0" y="354796"/>
                </a:lnTo>
                <a:cubicBezTo>
                  <a:pt x="0" y="158848"/>
                  <a:pt x="158848" y="0"/>
                  <a:pt x="35479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212866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vollflächig, Logo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813DC317-99A0-BF56-7B3E-442E8FC8DF0E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3" name="Freihandform: Form 2">
              <a:extLst>
                <a:ext uri="{FF2B5EF4-FFF2-40B4-BE49-F238E27FC236}">
                  <a16:creationId xmlns:a16="http://schemas.microsoft.com/office/drawing/2014/main" id="{74F02506-8B01-AE1B-B662-99A9D8E11870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127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4" name="Freihandform: Form 3">
              <a:extLst>
                <a:ext uri="{FF2B5EF4-FFF2-40B4-BE49-F238E27FC236}">
                  <a16:creationId xmlns:a16="http://schemas.microsoft.com/office/drawing/2014/main" id="{429E1E60-B46B-1C31-EE98-E18A1660B542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127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5" name="Freihandform: Form 4">
              <a:extLst>
                <a:ext uri="{FF2B5EF4-FFF2-40B4-BE49-F238E27FC236}">
                  <a16:creationId xmlns:a16="http://schemas.microsoft.com/office/drawing/2014/main" id="{239A9EBB-F9B7-DD63-1142-DD9B71E7370D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127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1D1BE36D-DBF5-A644-1221-D3FA5B576FBC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867ABFB5-14CF-EAA0-2062-0F38E27638E1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75CCD67-C320-467E-CA79-66583AD3DB3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228600" y="228600"/>
            <a:ext cx="11734800" cy="6400800"/>
          </a:xfrm>
          <a:custGeom>
            <a:avLst/>
            <a:gdLst>
              <a:gd name="connsiteX0" fmla="*/ 11118863 w 11734800"/>
              <a:gd name="connsiteY0" fmla="*/ 6093375 h 6400800"/>
              <a:gd name="connsiteX1" fmla="*/ 11301968 w 11734800"/>
              <a:gd name="connsiteY1" fmla="*/ 6188076 h 6400800"/>
              <a:gd name="connsiteX2" fmla="*/ 11485071 w 11734800"/>
              <a:gd name="connsiteY2" fmla="*/ 6093375 h 6400800"/>
              <a:gd name="connsiteX3" fmla="*/ 11416314 w 11734800"/>
              <a:gd name="connsiteY3" fmla="*/ 6093375 h 6400800"/>
              <a:gd name="connsiteX4" fmla="*/ 11302093 w 11734800"/>
              <a:gd name="connsiteY4" fmla="*/ 6136444 h 6400800"/>
              <a:gd name="connsiteX5" fmla="*/ 11187873 w 11734800"/>
              <a:gd name="connsiteY5" fmla="*/ 6093375 h 6400800"/>
              <a:gd name="connsiteX6" fmla="*/ 11156895 w 11734800"/>
              <a:gd name="connsiteY6" fmla="*/ 5891382 h 6400800"/>
              <a:gd name="connsiteX7" fmla="*/ 11186868 w 11734800"/>
              <a:gd name="connsiteY7" fmla="*/ 5918205 h 6400800"/>
              <a:gd name="connsiteX8" fmla="*/ 11162436 w 11734800"/>
              <a:gd name="connsiteY8" fmla="*/ 5946162 h 6400800"/>
              <a:gd name="connsiteX9" fmla="*/ 11162436 w 11734800"/>
              <a:gd name="connsiteY9" fmla="*/ 5973866 h 6400800"/>
              <a:gd name="connsiteX10" fmla="*/ 11190771 w 11734800"/>
              <a:gd name="connsiteY10" fmla="*/ 6005727 h 6400800"/>
              <a:gd name="connsiteX11" fmla="*/ 11157777 w 11734800"/>
              <a:gd name="connsiteY11" fmla="*/ 6034314 h 6400800"/>
              <a:gd name="connsiteX12" fmla="*/ 11134228 w 11734800"/>
              <a:gd name="connsiteY12" fmla="*/ 6032047 h 6400800"/>
              <a:gd name="connsiteX13" fmla="*/ 11134228 w 11734800"/>
              <a:gd name="connsiteY13" fmla="*/ 5893019 h 6400800"/>
              <a:gd name="connsiteX14" fmla="*/ 11156895 w 11734800"/>
              <a:gd name="connsiteY14" fmla="*/ 5891382 h 6400800"/>
              <a:gd name="connsiteX15" fmla="*/ 11459381 w 11734800"/>
              <a:gd name="connsiteY15" fmla="*/ 5860780 h 6400800"/>
              <a:gd name="connsiteX16" fmla="*/ 11362415 w 11734800"/>
              <a:gd name="connsiteY16" fmla="*/ 5962785 h 6400800"/>
              <a:gd name="connsiteX17" fmla="*/ 11457871 w 11734800"/>
              <a:gd name="connsiteY17" fmla="*/ 6066553 h 6400800"/>
              <a:gd name="connsiteX18" fmla="*/ 11518948 w 11734800"/>
              <a:gd name="connsiteY18" fmla="*/ 6054840 h 6400800"/>
              <a:gd name="connsiteX19" fmla="*/ 11520206 w 11734800"/>
              <a:gd name="connsiteY19" fmla="*/ 6054085 h 6400800"/>
              <a:gd name="connsiteX20" fmla="*/ 11520206 w 11734800"/>
              <a:gd name="connsiteY20" fmla="*/ 5950318 h 6400800"/>
              <a:gd name="connsiteX21" fmla="*/ 11495020 w 11734800"/>
              <a:gd name="connsiteY21" fmla="*/ 5946035 h 6400800"/>
              <a:gd name="connsiteX22" fmla="*/ 11469960 w 11734800"/>
              <a:gd name="connsiteY22" fmla="*/ 5950318 h 6400800"/>
              <a:gd name="connsiteX23" fmla="*/ 11469960 w 11734800"/>
              <a:gd name="connsiteY23" fmla="*/ 6032047 h 6400800"/>
              <a:gd name="connsiteX24" fmla="*/ 11455226 w 11734800"/>
              <a:gd name="connsiteY24" fmla="*/ 6034314 h 6400800"/>
              <a:gd name="connsiteX25" fmla="*/ 11416314 w 11734800"/>
              <a:gd name="connsiteY25" fmla="*/ 5962911 h 6400800"/>
              <a:gd name="connsiteX26" fmla="*/ 11465175 w 11734800"/>
              <a:gd name="connsiteY26" fmla="*/ 5891382 h 6400800"/>
              <a:gd name="connsiteX27" fmla="*/ 11510132 w 11734800"/>
              <a:gd name="connsiteY27" fmla="*/ 5899063 h 6400800"/>
              <a:gd name="connsiteX28" fmla="*/ 11520332 w 11734800"/>
              <a:gd name="connsiteY28" fmla="*/ 5873122 h 6400800"/>
              <a:gd name="connsiteX29" fmla="*/ 11461019 w 11734800"/>
              <a:gd name="connsiteY29" fmla="*/ 5860780 h 6400800"/>
              <a:gd name="connsiteX30" fmla="*/ 11459508 w 11734800"/>
              <a:gd name="connsiteY30" fmla="*/ 5860780 h 6400800"/>
              <a:gd name="connsiteX31" fmla="*/ 11156644 w 11734800"/>
              <a:gd name="connsiteY31" fmla="*/ 5860780 h 6400800"/>
              <a:gd name="connsiteX32" fmla="*/ 11085241 w 11734800"/>
              <a:gd name="connsiteY32" fmla="*/ 5872492 h 6400800"/>
              <a:gd name="connsiteX33" fmla="*/ 11085115 w 11734800"/>
              <a:gd name="connsiteY33" fmla="*/ 5872492 h 6400800"/>
              <a:gd name="connsiteX34" fmla="*/ 11083855 w 11734800"/>
              <a:gd name="connsiteY34" fmla="*/ 5873122 h 6400800"/>
              <a:gd name="connsiteX35" fmla="*/ 11083855 w 11734800"/>
              <a:gd name="connsiteY35" fmla="*/ 6054085 h 6400800"/>
              <a:gd name="connsiteX36" fmla="*/ 11085241 w 11734800"/>
              <a:gd name="connsiteY36" fmla="*/ 6054840 h 6400800"/>
              <a:gd name="connsiteX37" fmla="*/ 11158910 w 11734800"/>
              <a:gd name="connsiteY37" fmla="*/ 6066553 h 6400800"/>
              <a:gd name="connsiteX38" fmla="*/ 11244040 w 11734800"/>
              <a:gd name="connsiteY38" fmla="*/ 6007364 h 6400800"/>
              <a:gd name="connsiteX39" fmla="*/ 11206009 w 11734800"/>
              <a:gd name="connsiteY39" fmla="*/ 5958503 h 6400800"/>
              <a:gd name="connsiteX40" fmla="*/ 11238121 w 11734800"/>
              <a:gd name="connsiteY40" fmla="*/ 5915057 h 6400800"/>
              <a:gd name="connsiteX41" fmla="*/ 11156644 w 11734800"/>
              <a:gd name="connsiteY41" fmla="*/ 5860780 h 6400800"/>
              <a:gd name="connsiteX42" fmla="*/ 11302094 w 11734800"/>
              <a:gd name="connsiteY42" fmla="*/ 5846801 h 6400800"/>
              <a:gd name="connsiteX43" fmla="*/ 11276908 w 11734800"/>
              <a:gd name="connsiteY43" fmla="*/ 5850956 h 6400800"/>
              <a:gd name="connsiteX44" fmla="*/ 11276908 w 11734800"/>
              <a:gd name="connsiteY44" fmla="*/ 6076375 h 6400800"/>
              <a:gd name="connsiteX45" fmla="*/ 11302094 w 11734800"/>
              <a:gd name="connsiteY45" fmla="*/ 6080530 h 6400800"/>
              <a:gd name="connsiteX46" fmla="*/ 11327155 w 11734800"/>
              <a:gd name="connsiteY46" fmla="*/ 6076375 h 6400800"/>
              <a:gd name="connsiteX47" fmla="*/ 11327155 w 11734800"/>
              <a:gd name="connsiteY47" fmla="*/ 5850956 h 6400800"/>
              <a:gd name="connsiteX48" fmla="*/ 11302094 w 11734800"/>
              <a:gd name="connsiteY48" fmla="*/ 5846801 h 6400800"/>
              <a:gd name="connsiteX49" fmla="*/ 11301968 w 11734800"/>
              <a:gd name="connsiteY49" fmla="*/ 5739256 h 6400800"/>
              <a:gd name="connsiteX50" fmla="*/ 11118863 w 11734800"/>
              <a:gd name="connsiteY50" fmla="*/ 5833956 h 6400800"/>
              <a:gd name="connsiteX51" fmla="*/ 11187622 w 11734800"/>
              <a:gd name="connsiteY51" fmla="*/ 5833956 h 6400800"/>
              <a:gd name="connsiteX52" fmla="*/ 11301841 w 11734800"/>
              <a:gd name="connsiteY52" fmla="*/ 5790888 h 6400800"/>
              <a:gd name="connsiteX53" fmla="*/ 11416062 w 11734800"/>
              <a:gd name="connsiteY53" fmla="*/ 5833956 h 6400800"/>
              <a:gd name="connsiteX54" fmla="*/ 11485072 w 11734800"/>
              <a:gd name="connsiteY54" fmla="*/ 5833956 h 6400800"/>
              <a:gd name="connsiteX55" fmla="*/ 11301968 w 11734800"/>
              <a:gd name="connsiteY55" fmla="*/ 5739256 h 6400800"/>
              <a:gd name="connsiteX56" fmla="*/ 354796 w 11734800"/>
              <a:gd name="connsiteY56" fmla="*/ 0 h 6400800"/>
              <a:gd name="connsiteX57" fmla="*/ 11380004 w 11734800"/>
              <a:gd name="connsiteY57" fmla="*/ 0 h 6400800"/>
              <a:gd name="connsiteX58" fmla="*/ 11734800 w 11734800"/>
              <a:gd name="connsiteY58" fmla="*/ 354796 h 6400800"/>
              <a:gd name="connsiteX59" fmla="*/ 11734800 w 11734800"/>
              <a:gd name="connsiteY59" fmla="*/ 6046004 h 6400800"/>
              <a:gd name="connsiteX60" fmla="*/ 11380004 w 11734800"/>
              <a:gd name="connsiteY60" fmla="*/ 6400800 h 6400800"/>
              <a:gd name="connsiteX61" fmla="*/ 354796 w 11734800"/>
              <a:gd name="connsiteY61" fmla="*/ 6400800 h 6400800"/>
              <a:gd name="connsiteX62" fmla="*/ 0 w 11734800"/>
              <a:gd name="connsiteY62" fmla="*/ 6046004 h 6400800"/>
              <a:gd name="connsiteX63" fmla="*/ 0 w 11734800"/>
              <a:gd name="connsiteY63" fmla="*/ 354796 h 6400800"/>
              <a:gd name="connsiteX64" fmla="*/ 354796 w 11734800"/>
              <a:gd name="connsiteY64" fmla="*/ 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1734800" h="6400800">
                <a:moveTo>
                  <a:pt x="11118863" y="6093375"/>
                </a:moveTo>
                <a:cubicBezTo>
                  <a:pt x="11159539" y="6150674"/>
                  <a:pt x="11226409" y="6188076"/>
                  <a:pt x="11301968" y="6188076"/>
                </a:cubicBezTo>
                <a:cubicBezTo>
                  <a:pt x="11377527" y="6188076"/>
                  <a:pt x="11444395" y="6150674"/>
                  <a:pt x="11485071" y="6093375"/>
                </a:cubicBezTo>
                <a:lnTo>
                  <a:pt x="11416314" y="6093375"/>
                </a:lnTo>
                <a:cubicBezTo>
                  <a:pt x="11385838" y="6120198"/>
                  <a:pt x="11345918" y="6136444"/>
                  <a:pt x="11302093" y="6136444"/>
                </a:cubicBezTo>
                <a:cubicBezTo>
                  <a:pt x="11258269" y="6136444"/>
                  <a:pt x="11218349" y="6120198"/>
                  <a:pt x="11187873" y="6093375"/>
                </a:cubicBezTo>
                <a:close/>
                <a:moveTo>
                  <a:pt x="11156895" y="5891382"/>
                </a:moveTo>
                <a:cubicBezTo>
                  <a:pt x="11177674" y="5891382"/>
                  <a:pt x="11186868" y="5899820"/>
                  <a:pt x="11186868" y="5918205"/>
                </a:cubicBezTo>
                <a:cubicBezTo>
                  <a:pt x="11186868" y="5941754"/>
                  <a:pt x="11162436" y="5946162"/>
                  <a:pt x="11162436" y="5946162"/>
                </a:cubicBezTo>
                <a:cubicBezTo>
                  <a:pt x="11159036" y="5956362"/>
                  <a:pt x="11159288" y="5963540"/>
                  <a:pt x="11162436" y="5973866"/>
                </a:cubicBezTo>
                <a:cubicBezTo>
                  <a:pt x="11162436" y="5973866"/>
                  <a:pt x="11190771" y="5980163"/>
                  <a:pt x="11190771" y="6005727"/>
                </a:cubicBezTo>
                <a:cubicBezTo>
                  <a:pt x="11190771" y="6026506"/>
                  <a:pt x="11179185" y="6034314"/>
                  <a:pt x="11157777" y="6034314"/>
                </a:cubicBezTo>
                <a:cubicBezTo>
                  <a:pt x="11150599" y="6034314"/>
                  <a:pt x="11139391" y="6033432"/>
                  <a:pt x="11134228" y="6032047"/>
                </a:cubicBezTo>
                <a:lnTo>
                  <a:pt x="11134228" y="5893019"/>
                </a:lnTo>
                <a:cubicBezTo>
                  <a:pt x="11139769" y="5891760"/>
                  <a:pt x="11150472" y="5891382"/>
                  <a:pt x="11156895" y="5891382"/>
                </a:cubicBezTo>
                <a:close/>
                <a:moveTo>
                  <a:pt x="11459381" y="5860780"/>
                </a:moveTo>
                <a:cubicBezTo>
                  <a:pt x="11398683" y="5861662"/>
                  <a:pt x="11362415" y="5902464"/>
                  <a:pt x="11362415" y="5962785"/>
                </a:cubicBezTo>
                <a:cubicBezTo>
                  <a:pt x="11362415" y="6026128"/>
                  <a:pt x="11393898" y="6066553"/>
                  <a:pt x="11457871" y="6066553"/>
                </a:cubicBezTo>
                <a:cubicBezTo>
                  <a:pt x="11486206" y="6066553"/>
                  <a:pt x="11504969" y="6062523"/>
                  <a:pt x="11518948" y="6054840"/>
                </a:cubicBezTo>
                <a:lnTo>
                  <a:pt x="11520206" y="6054085"/>
                </a:lnTo>
                <a:lnTo>
                  <a:pt x="11520206" y="5950318"/>
                </a:lnTo>
                <a:cubicBezTo>
                  <a:pt x="11520206" y="5950318"/>
                  <a:pt x="11504969" y="5946035"/>
                  <a:pt x="11495020" y="5946035"/>
                </a:cubicBezTo>
                <a:cubicBezTo>
                  <a:pt x="11485073" y="5946035"/>
                  <a:pt x="11469960" y="5950318"/>
                  <a:pt x="11469960" y="5950318"/>
                </a:cubicBezTo>
                <a:lnTo>
                  <a:pt x="11469960" y="6032047"/>
                </a:lnTo>
                <a:cubicBezTo>
                  <a:pt x="11467441" y="6033054"/>
                  <a:pt x="11461523" y="6034314"/>
                  <a:pt x="11455226" y="6034314"/>
                </a:cubicBezTo>
                <a:cubicBezTo>
                  <a:pt x="11432558" y="6034314"/>
                  <a:pt x="11416314" y="6008497"/>
                  <a:pt x="11416314" y="5962911"/>
                </a:cubicBezTo>
                <a:cubicBezTo>
                  <a:pt x="11416314" y="5917323"/>
                  <a:pt x="11434448" y="5894152"/>
                  <a:pt x="11465175" y="5891382"/>
                </a:cubicBezTo>
                <a:cubicBezTo>
                  <a:pt x="11485702" y="5889618"/>
                  <a:pt x="11510132" y="5899063"/>
                  <a:pt x="11510132" y="5899063"/>
                </a:cubicBezTo>
                <a:cubicBezTo>
                  <a:pt x="11518444" y="5892137"/>
                  <a:pt x="11521214" y="5883952"/>
                  <a:pt x="11520332" y="5873122"/>
                </a:cubicBezTo>
                <a:cubicBezTo>
                  <a:pt x="11520332" y="5873122"/>
                  <a:pt x="11491243" y="5860780"/>
                  <a:pt x="11461019" y="5860780"/>
                </a:cubicBezTo>
                <a:cubicBezTo>
                  <a:pt x="11460516" y="5860780"/>
                  <a:pt x="11460012" y="5860780"/>
                  <a:pt x="11459508" y="5860780"/>
                </a:cubicBezTo>
                <a:close/>
                <a:moveTo>
                  <a:pt x="11156644" y="5860780"/>
                </a:moveTo>
                <a:cubicBezTo>
                  <a:pt x="11129694" y="5860780"/>
                  <a:pt x="11099596" y="5865314"/>
                  <a:pt x="11085241" y="5872492"/>
                </a:cubicBezTo>
                <a:lnTo>
                  <a:pt x="11085115" y="5872492"/>
                </a:lnTo>
                <a:lnTo>
                  <a:pt x="11083855" y="5873122"/>
                </a:lnTo>
                <a:lnTo>
                  <a:pt x="11083855" y="6054085"/>
                </a:lnTo>
                <a:lnTo>
                  <a:pt x="11085241" y="6054840"/>
                </a:lnTo>
                <a:cubicBezTo>
                  <a:pt x="11100982" y="6062523"/>
                  <a:pt x="11130576" y="6066553"/>
                  <a:pt x="11158910" y="6066553"/>
                </a:cubicBezTo>
                <a:cubicBezTo>
                  <a:pt x="11210290" y="6066553"/>
                  <a:pt x="11244040" y="6048418"/>
                  <a:pt x="11244040" y="6007364"/>
                </a:cubicBezTo>
                <a:cubicBezTo>
                  <a:pt x="11244040" y="5982052"/>
                  <a:pt x="11223891" y="5965177"/>
                  <a:pt x="11206009" y="5958503"/>
                </a:cubicBezTo>
                <a:cubicBezTo>
                  <a:pt x="11221624" y="5952584"/>
                  <a:pt x="11238121" y="5938732"/>
                  <a:pt x="11238121" y="5915057"/>
                </a:cubicBezTo>
                <a:cubicBezTo>
                  <a:pt x="11238121" y="5883952"/>
                  <a:pt x="11211298" y="5860780"/>
                  <a:pt x="11156644" y="5860780"/>
                </a:cubicBezTo>
                <a:close/>
                <a:moveTo>
                  <a:pt x="11302094" y="5846801"/>
                </a:moveTo>
                <a:cubicBezTo>
                  <a:pt x="11292271" y="5846801"/>
                  <a:pt x="11276908" y="5850956"/>
                  <a:pt x="11276908" y="5850956"/>
                </a:cubicBezTo>
                <a:lnTo>
                  <a:pt x="11276908" y="6076375"/>
                </a:lnTo>
                <a:cubicBezTo>
                  <a:pt x="11276908" y="6076375"/>
                  <a:pt x="11292145" y="6080530"/>
                  <a:pt x="11302094" y="6080530"/>
                </a:cubicBezTo>
                <a:cubicBezTo>
                  <a:pt x="11312043" y="6080530"/>
                  <a:pt x="11327155" y="6076375"/>
                  <a:pt x="11327155" y="6076375"/>
                </a:cubicBezTo>
                <a:lnTo>
                  <a:pt x="11327155" y="5850956"/>
                </a:lnTo>
                <a:cubicBezTo>
                  <a:pt x="11327155" y="5850956"/>
                  <a:pt x="11311918" y="5846801"/>
                  <a:pt x="11302094" y="5846801"/>
                </a:cubicBezTo>
                <a:close/>
                <a:moveTo>
                  <a:pt x="11301968" y="5739256"/>
                </a:moveTo>
                <a:cubicBezTo>
                  <a:pt x="11226409" y="5739256"/>
                  <a:pt x="11159539" y="5776657"/>
                  <a:pt x="11118863" y="5833956"/>
                </a:cubicBezTo>
                <a:lnTo>
                  <a:pt x="11187622" y="5833956"/>
                </a:lnTo>
                <a:cubicBezTo>
                  <a:pt x="11218097" y="5807133"/>
                  <a:pt x="11258017" y="5790888"/>
                  <a:pt x="11301841" y="5790888"/>
                </a:cubicBezTo>
                <a:cubicBezTo>
                  <a:pt x="11345665" y="5790888"/>
                  <a:pt x="11385585" y="5807133"/>
                  <a:pt x="11416062" y="5833956"/>
                </a:cubicBezTo>
                <a:lnTo>
                  <a:pt x="11485072" y="5833956"/>
                </a:lnTo>
                <a:cubicBezTo>
                  <a:pt x="11444396" y="5776657"/>
                  <a:pt x="11377527" y="5739256"/>
                  <a:pt x="11301968" y="5739256"/>
                </a:cubicBezTo>
                <a:close/>
                <a:moveTo>
                  <a:pt x="354796" y="0"/>
                </a:moveTo>
                <a:lnTo>
                  <a:pt x="11380004" y="0"/>
                </a:lnTo>
                <a:cubicBezTo>
                  <a:pt x="11575952" y="0"/>
                  <a:pt x="11734800" y="158848"/>
                  <a:pt x="11734800" y="354796"/>
                </a:cubicBezTo>
                <a:lnTo>
                  <a:pt x="11734800" y="6046004"/>
                </a:lnTo>
                <a:cubicBezTo>
                  <a:pt x="11734800" y="6241952"/>
                  <a:pt x="11575952" y="6400800"/>
                  <a:pt x="11380004" y="6400800"/>
                </a:cubicBezTo>
                <a:lnTo>
                  <a:pt x="354796" y="6400800"/>
                </a:lnTo>
                <a:cubicBezTo>
                  <a:pt x="158848" y="6400800"/>
                  <a:pt x="0" y="6241952"/>
                  <a:pt x="0" y="6046004"/>
                </a:cubicBezTo>
                <a:lnTo>
                  <a:pt x="0" y="354796"/>
                </a:lnTo>
                <a:cubicBezTo>
                  <a:pt x="0" y="158848"/>
                  <a:pt x="158848" y="0"/>
                  <a:pt x="354796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172315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vollflächig, oh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45C9DE6F-6271-9100-CE86-C568C0928B8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228600" y="228600"/>
            <a:ext cx="11734800" cy="6400800"/>
          </a:xfrm>
          <a:custGeom>
            <a:avLst/>
            <a:gdLst>
              <a:gd name="connsiteX0" fmla="*/ 354796 w 11734800"/>
              <a:gd name="connsiteY0" fmla="*/ 0 h 6400800"/>
              <a:gd name="connsiteX1" fmla="*/ 11380004 w 11734800"/>
              <a:gd name="connsiteY1" fmla="*/ 0 h 6400800"/>
              <a:gd name="connsiteX2" fmla="*/ 11734800 w 11734800"/>
              <a:gd name="connsiteY2" fmla="*/ 354796 h 6400800"/>
              <a:gd name="connsiteX3" fmla="*/ 11734800 w 11734800"/>
              <a:gd name="connsiteY3" fmla="*/ 6046004 h 6400800"/>
              <a:gd name="connsiteX4" fmla="*/ 11380004 w 11734800"/>
              <a:gd name="connsiteY4" fmla="*/ 6400800 h 6400800"/>
              <a:gd name="connsiteX5" fmla="*/ 354796 w 11734800"/>
              <a:gd name="connsiteY5" fmla="*/ 6400800 h 6400800"/>
              <a:gd name="connsiteX6" fmla="*/ 0 w 11734800"/>
              <a:gd name="connsiteY6" fmla="*/ 6046004 h 6400800"/>
              <a:gd name="connsiteX7" fmla="*/ 0 w 11734800"/>
              <a:gd name="connsiteY7" fmla="*/ 354796 h 6400800"/>
              <a:gd name="connsiteX8" fmla="*/ 354796 w 11734800"/>
              <a:gd name="connsiteY8" fmla="*/ 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34800" h="6400800">
                <a:moveTo>
                  <a:pt x="354796" y="0"/>
                </a:moveTo>
                <a:lnTo>
                  <a:pt x="11380004" y="0"/>
                </a:lnTo>
                <a:cubicBezTo>
                  <a:pt x="11575952" y="0"/>
                  <a:pt x="11734800" y="158848"/>
                  <a:pt x="11734800" y="354796"/>
                </a:cubicBezTo>
                <a:lnTo>
                  <a:pt x="11734800" y="6046004"/>
                </a:lnTo>
                <a:cubicBezTo>
                  <a:pt x="11734800" y="6241952"/>
                  <a:pt x="11575952" y="6400800"/>
                  <a:pt x="11380004" y="6400800"/>
                </a:cubicBezTo>
                <a:lnTo>
                  <a:pt x="354796" y="6400800"/>
                </a:lnTo>
                <a:cubicBezTo>
                  <a:pt x="158848" y="6400800"/>
                  <a:pt x="0" y="6241952"/>
                  <a:pt x="0" y="6046004"/>
                </a:cubicBezTo>
                <a:lnTo>
                  <a:pt x="0" y="354796"/>
                </a:lnTo>
                <a:cubicBezTo>
                  <a:pt x="0" y="158848"/>
                  <a:pt x="158848" y="0"/>
                  <a:pt x="354796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01655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686168F-DBA8-DA5A-74B6-B39A2DFCAB9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52039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86D7BD68-313C-9851-8529-850A73D9FF2F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325" y="2336898"/>
            <a:ext cx="10117137" cy="769441"/>
          </a:xfrm>
        </p:spPr>
        <p:txBody>
          <a:bodyPr vert="horz" anchor="b"/>
          <a:lstStyle>
            <a:lvl1pPr algn="ctr">
              <a:defRPr/>
            </a:lvl1pPr>
          </a:lstStyle>
          <a:p>
            <a:r>
              <a:rPr lang="de-DE" noProof="0" dirty="0" err="1"/>
              <a:t>Keyfact</a:t>
            </a:r>
            <a:r>
              <a:rPr lang="de-DE" noProof="0" dirty="0"/>
              <a:t> Headline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FAAFBE2-9616-10DB-0B8C-4D41B9CBEE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695326" y="3223715"/>
            <a:ext cx="10117136" cy="615553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b="1"/>
            </a:lvl1pPr>
          </a:lstStyle>
          <a:p>
            <a:pPr lvl="0"/>
            <a:r>
              <a:rPr lang="de-DE" noProof="0" dirty="0"/>
              <a:t>Hier steht ein spannender </a:t>
            </a:r>
            <a:r>
              <a:rPr lang="de-DE" noProof="0" dirty="0" err="1"/>
              <a:t>Keyfact</a:t>
            </a:r>
            <a:r>
              <a:rPr lang="de-DE" noProof="0" dirty="0"/>
              <a:t>. </a:t>
            </a:r>
          </a:p>
          <a:p>
            <a:pPr lvl="0"/>
            <a:r>
              <a:rPr lang="de-DE" noProof="0" dirty="0"/>
              <a:t>Wichtige Aspekte können in BIG-Blau hervorgehoben werden.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308544CE-3C34-2DB7-67D4-A4DC75BD3A99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BB7DA9C6-3AAD-0CBE-7D84-73F14D8F7661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E56C2AD8-593C-913B-C983-CA2056283A08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29B484D1-1E3C-A543-24F0-C453317F1683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FD744E85-E6C5-D15F-CAA3-B37A59DE1E0B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BCDC43B-099A-1047-8F22-F076D1F42266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18" name="Grafik 16">
            <a:extLst>
              <a:ext uri="{FF2B5EF4-FFF2-40B4-BE49-F238E27FC236}">
                <a16:creationId xmlns:a16="http://schemas.microsoft.com/office/drawing/2014/main" id="{59E32384-DEF8-8384-A07A-B3C7A1A7143C}"/>
              </a:ext>
            </a:extLst>
          </p:cNvPr>
          <p:cNvSpPr/>
          <p:nvPr/>
        </p:nvSpPr>
        <p:spPr bwMode="gray">
          <a:xfrm>
            <a:off x="7870031" y="876875"/>
            <a:ext cx="2057400" cy="1652004"/>
          </a:xfrm>
          <a:custGeom>
            <a:avLst/>
            <a:gdLst>
              <a:gd name="connsiteX0" fmla="*/ 1101638 w 1538815"/>
              <a:gd name="connsiteY0" fmla="*/ 932798 h 1235602"/>
              <a:gd name="connsiteX1" fmla="*/ 1114973 w 1538815"/>
              <a:gd name="connsiteY1" fmla="*/ 905176 h 1235602"/>
              <a:gd name="connsiteX2" fmla="*/ 1108115 w 1538815"/>
              <a:gd name="connsiteY2" fmla="*/ 909271 h 1235602"/>
              <a:gd name="connsiteX3" fmla="*/ 1076396 w 1538815"/>
              <a:gd name="connsiteY3" fmla="*/ 936608 h 1235602"/>
              <a:gd name="connsiteX4" fmla="*/ 1074968 w 1538815"/>
              <a:gd name="connsiteY4" fmla="*/ 939751 h 1235602"/>
              <a:gd name="connsiteX5" fmla="*/ 1076587 w 1538815"/>
              <a:gd name="connsiteY5" fmla="*/ 942418 h 1235602"/>
              <a:gd name="connsiteX6" fmla="*/ 1081730 w 1538815"/>
              <a:gd name="connsiteY6" fmla="*/ 941275 h 1235602"/>
              <a:gd name="connsiteX7" fmla="*/ 1101733 w 1538815"/>
              <a:gd name="connsiteY7" fmla="*/ 932798 h 1235602"/>
              <a:gd name="connsiteX8" fmla="*/ 977051 w 1538815"/>
              <a:gd name="connsiteY8" fmla="*/ 1001188 h 1235602"/>
              <a:gd name="connsiteX9" fmla="*/ 980575 w 1538815"/>
              <a:gd name="connsiteY9" fmla="*/ 1002521 h 1235602"/>
              <a:gd name="connsiteX10" fmla="*/ 1007245 w 1538815"/>
              <a:gd name="connsiteY10" fmla="*/ 990996 h 1235602"/>
              <a:gd name="connsiteX11" fmla="*/ 1053727 w 1538815"/>
              <a:gd name="connsiteY11" fmla="*/ 952229 h 1235602"/>
              <a:gd name="connsiteX12" fmla="*/ 1054108 w 1538815"/>
              <a:gd name="connsiteY12" fmla="*/ 949181 h 1235602"/>
              <a:gd name="connsiteX13" fmla="*/ 1047059 w 1538815"/>
              <a:gd name="connsiteY13" fmla="*/ 951658 h 1235602"/>
              <a:gd name="connsiteX14" fmla="*/ 1034867 w 1538815"/>
              <a:gd name="connsiteY14" fmla="*/ 958611 h 1235602"/>
              <a:gd name="connsiteX15" fmla="*/ 1020961 w 1538815"/>
              <a:gd name="connsiteY15" fmla="*/ 963183 h 1235602"/>
              <a:gd name="connsiteX16" fmla="*/ 996291 w 1538815"/>
              <a:gd name="connsiteY16" fmla="*/ 984328 h 1235602"/>
              <a:gd name="connsiteX17" fmla="*/ 989433 w 1538815"/>
              <a:gd name="connsiteY17" fmla="*/ 991758 h 1235602"/>
              <a:gd name="connsiteX18" fmla="*/ 976860 w 1538815"/>
              <a:gd name="connsiteY18" fmla="*/ 1001283 h 1235602"/>
              <a:gd name="connsiteX19" fmla="*/ 1027914 w 1538815"/>
              <a:gd name="connsiteY19" fmla="*/ 953658 h 1235602"/>
              <a:gd name="connsiteX20" fmla="*/ 1048012 w 1538815"/>
              <a:gd name="connsiteY20" fmla="*/ 942228 h 1235602"/>
              <a:gd name="connsiteX21" fmla="*/ 1066776 w 1538815"/>
              <a:gd name="connsiteY21" fmla="*/ 928131 h 1235602"/>
              <a:gd name="connsiteX22" fmla="*/ 1079254 w 1538815"/>
              <a:gd name="connsiteY22" fmla="*/ 920416 h 1235602"/>
              <a:gd name="connsiteX23" fmla="*/ 1109163 w 1538815"/>
              <a:gd name="connsiteY23" fmla="*/ 898794 h 1235602"/>
              <a:gd name="connsiteX24" fmla="*/ 1119640 w 1538815"/>
              <a:gd name="connsiteY24" fmla="*/ 890031 h 1235602"/>
              <a:gd name="connsiteX25" fmla="*/ 1067443 w 1538815"/>
              <a:gd name="connsiteY25" fmla="*/ 901842 h 1235602"/>
              <a:gd name="connsiteX26" fmla="*/ 1067252 w 1538815"/>
              <a:gd name="connsiteY26" fmla="*/ 913653 h 1235602"/>
              <a:gd name="connsiteX27" fmla="*/ 1044488 w 1538815"/>
              <a:gd name="connsiteY27" fmla="*/ 929083 h 1235602"/>
              <a:gd name="connsiteX28" fmla="*/ 1033534 w 1538815"/>
              <a:gd name="connsiteY28" fmla="*/ 935656 h 1235602"/>
              <a:gd name="connsiteX29" fmla="*/ 1027914 w 1538815"/>
              <a:gd name="connsiteY29" fmla="*/ 953563 h 1235602"/>
              <a:gd name="connsiteX30" fmla="*/ 133612 w 1538815"/>
              <a:gd name="connsiteY30" fmla="*/ 508840 h 1235602"/>
              <a:gd name="connsiteX31" fmla="*/ 130945 w 1538815"/>
              <a:gd name="connsiteY31" fmla="*/ 508840 h 1235602"/>
              <a:gd name="connsiteX32" fmla="*/ 58650 w 1538815"/>
              <a:gd name="connsiteY32" fmla="*/ 565990 h 1235602"/>
              <a:gd name="connsiteX33" fmla="*/ 53411 w 1538815"/>
              <a:gd name="connsiteY33" fmla="*/ 571134 h 1235602"/>
              <a:gd name="connsiteX34" fmla="*/ 53126 w 1538815"/>
              <a:gd name="connsiteY34" fmla="*/ 577039 h 1235602"/>
              <a:gd name="connsiteX35" fmla="*/ 62079 w 1538815"/>
              <a:gd name="connsiteY35" fmla="*/ 572182 h 1235602"/>
              <a:gd name="connsiteX36" fmla="*/ 97131 w 1538815"/>
              <a:gd name="connsiteY36" fmla="*/ 551798 h 1235602"/>
              <a:gd name="connsiteX37" fmla="*/ 132088 w 1538815"/>
              <a:gd name="connsiteY37" fmla="*/ 533986 h 1235602"/>
              <a:gd name="connsiteX38" fmla="*/ 133612 w 1538815"/>
              <a:gd name="connsiteY38" fmla="*/ 508840 h 1235602"/>
              <a:gd name="connsiteX39" fmla="*/ 1192602 w 1538815"/>
              <a:gd name="connsiteY39" fmla="*/ 870790 h 1235602"/>
              <a:gd name="connsiteX40" fmla="*/ 1182410 w 1538815"/>
              <a:gd name="connsiteY40" fmla="*/ 870028 h 1235602"/>
              <a:gd name="connsiteX41" fmla="*/ 1163169 w 1538815"/>
              <a:gd name="connsiteY41" fmla="*/ 873267 h 1235602"/>
              <a:gd name="connsiteX42" fmla="*/ 1156121 w 1538815"/>
              <a:gd name="connsiteY42" fmla="*/ 874696 h 1235602"/>
              <a:gd name="connsiteX43" fmla="*/ 1138976 w 1538815"/>
              <a:gd name="connsiteY43" fmla="*/ 881458 h 1235602"/>
              <a:gd name="connsiteX44" fmla="*/ 1122307 w 1538815"/>
              <a:gd name="connsiteY44" fmla="*/ 907462 h 1235602"/>
              <a:gd name="connsiteX45" fmla="*/ 1120497 w 1538815"/>
              <a:gd name="connsiteY45" fmla="*/ 912891 h 1235602"/>
              <a:gd name="connsiteX46" fmla="*/ 1146405 w 1538815"/>
              <a:gd name="connsiteY46" fmla="*/ 895174 h 1235602"/>
              <a:gd name="connsiteX47" fmla="*/ 1155740 w 1538815"/>
              <a:gd name="connsiteY47" fmla="*/ 889840 h 1235602"/>
              <a:gd name="connsiteX48" fmla="*/ 1174218 w 1538815"/>
              <a:gd name="connsiteY48" fmla="*/ 884221 h 1235602"/>
              <a:gd name="connsiteX49" fmla="*/ 1181648 w 1538815"/>
              <a:gd name="connsiteY49" fmla="*/ 886602 h 1235602"/>
              <a:gd name="connsiteX50" fmla="*/ 1205079 w 1538815"/>
              <a:gd name="connsiteY50" fmla="*/ 872029 h 1235602"/>
              <a:gd name="connsiteX51" fmla="*/ 1241370 w 1538815"/>
              <a:gd name="connsiteY51" fmla="*/ 846978 h 1235602"/>
              <a:gd name="connsiteX52" fmla="*/ 1246894 w 1538815"/>
              <a:gd name="connsiteY52" fmla="*/ 842215 h 1235602"/>
              <a:gd name="connsiteX53" fmla="*/ 1258134 w 1538815"/>
              <a:gd name="connsiteY53" fmla="*/ 829357 h 1235602"/>
              <a:gd name="connsiteX54" fmla="*/ 1200602 w 1538815"/>
              <a:gd name="connsiteY54" fmla="*/ 856408 h 1235602"/>
              <a:gd name="connsiteX55" fmla="*/ 1192411 w 1538815"/>
              <a:gd name="connsiteY55" fmla="*/ 870790 h 1235602"/>
              <a:gd name="connsiteX56" fmla="*/ 143804 w 1538815"/>
              <a:gd name="connsiteY56" fmla="*/ 443499 h 1235602"/>
              <a:gd name="connsiteX57" fmla="*/ 151233 w 1538815"/>
              <a:gd name="connsiteY57" fmla="*/ 427116 h 1235602"/>
              <a:gd name="connsiteX58" fmla="*/ 158186 w 1538815"/>
              <a:gd name="connsiteY58" fmla="*/ 409971 h 1235602"/>
              <a:gd name="connsiteX59" fmla="*/ 157329 w 1538815"/>
              <a:gd name="connsiteY59" fmla="*/ 406732 h 1235602"/>
              <a:gd name="connsiteX60" fmla="*/ 152567 w 1538815"/>
              <a:gd name="connsiteY60" fmla="*/ 406732 h 1235602"/>
              <a:gd name="connsiteX61" fmla="*/ 93607 w 1538815"/>
              <a:gd name="connsiteY61" fmla="*/ 457024 h 1235602"/>
              <a:gd name="connsiteX62" fmla="*/ 53411 w 1538815"/>
              <a:gd name="connsiteY62" fmla="*/ 492267 h 1235602"/>
              <a:gd name="connsiteX63" fmla="*/ 53221 w 1538815"/>
              <a:gd name="connsiteY63" fmla="*/ 498839 h 1235602"/>
              <a:gd name="connsiteX64" fmla="*/ 82463 w 1538815"/>
              <a:gd name="connsiteY64" fmla="*/ 484171 h 1235602"/>
              <a:gd name="connsiteX65" fmla="*/ 116657 w 1538815"/>
              <a:gd name="connsiteY65" fmla="*/ 458929 h 1235602"/>
              <a:gd name="connsiteX66" fmla="*/ 143804 w 1538815"/>
              <a:gd name="connsiteY66" fmla="*/ 443404 h 1235602"/>
              <a:gd name="connsiteX67" fmla="*/ 180570 w 1538815"/>
              <a:gd name="connsiteY67" fmla="*/ 742965 h 1235602"/>
              <a:gd name="connsiteX68" fmla="*/ 145232 w 1538815"/>
              <a:gd name="connsiteY68" fmla="*/ 769254 h 1235602"/>
              <a:gd name="connsiteX69" fmla="*/ 115705 w 1538815"/>
              <a:gd name="connsiteY69" fmla="*/ 794114 h 1235602"/>
              <a:gd name="connsiteX70" fmla="*/ 102846 w 1538815"/>
              <a:gd name="connsiteY70" fmla="*/ 804592 h 1235602"/>
              <a:gd name="connsiteX71" fmla="*/ 94845 w 1538815"/>
              <a:gd name="connsiteY71" fmla="*/ 816593 h 1235602"/>
              <a:gd name="connsiteX72" fmla="*/ 92750 w 1538815"/>
              <a:gd name="connsiteY72" fmla="*/ 824689 h 1235602"/>
              <a:gd name="connsiteX73" fmla="*/ 88654 w 1538815"/>
              <a:gd name="connsiteY73" fmla="*/ 828309 h 1235602"/>
              <a:gd name="connsiteX74" fmla="*/ 87416 w 1538815"/>
              <a:gd name="connsiteY74" fmla="*/ 833357 h 1235602"/>
              <a:gd name="connsiteX75" fmla="*/ 100751 w 1538815"/>
              <a:gd name="connsiteY75" fmla="*/ 838596 h 1235602"/>
              <a:gd name="connsiteX76" fmla="*/ 117038 w 1538815"/>
              <a:gd name="connsiteY76" fmla="*/ 826404 h 1235602"/>
              <a:gd name="connsiteX77" fmla="*/ 132469 w 1538815"/>
              <a:gd name="connsiteY77" fmla="*/ 816498 h 1235602"/>
              <a:gd name="connsiteX78" fmla="*/ 157329 w 1538815"/>
              <a:gd name="connsiteY78" fmla="*/ 800782 h 1235602"/>
              <a:gd name="connsiteX79" fmla="*/ 170188 w 1538815"/>
              <a:gd name="connsiteY79" fmla="*/ 785161 h 1235602"/>
              <a:gd name="connsiteX80" fmla="*/ 163425 w 1538815"/>
              <a:gd name="connsiteY80" fmla="*/ 784875 h 1235602"/>
              <a:gd name="connsiteX81" fmla="*/ 126182 w 1538815"/>
              <a:gd name="connsiteY81" fmla="*/ 804496 h 1235602"/>
              <a:gd name="connsiteX82" fmla="*/ 112181 w 1538815"/>
              <a:gd name="connsiteY82" fmla="*/ 813164 h 1235602"/>
              <a:gd name="connsiteX83" fmla="*/ 109418 w 1538815"/>
              <a:gd name="connsiteY83" fmla="*/ 811735 h 1235602"/>
              <a:gd name="connsiteX84" fmla="*/ 110276 w 1538815"/>
              <a:gd name="connsiteY84" fmla="*/ 808402 h 1235602"/>
              <a:gd name="connsiteX85" fmla="*/ 111514 w 1538815"/>
              <a:gd name="connsiteY85" fmla="*/ 807068 h 1235602"/>
              <a:gd name="connsiteX86" fmla="*/ 137041 w 1538815"/>
              <a:gd name="connsiteY86" fmla="*/ 792781 h 1235602"/>
              <a:gd name="connsiteX87" fmla="*/ 186761 w 1538815"/>
              <a:gd name="connsiteY87" fmla="*/ 765158 h 1235602"/>
              <a:gd name="connsiteX88" fmla="*/ 192762 w 1538815"/>
              <a:gd name="connsiteY88" fmla="*/ 761253 h 1235602"/>
              <a:gd name="connsiteX89" fmla="*/ 193524 w 1538815"/>
              <a:gd name="connsiteY89" fmla="*/ 754776 h 1235602"/>
              <a:gd name="connsiteX90" fmla="*/ 180570 w 1538815"/>
              <a:gd name="connsiteY90" fmla="*/ 742965 h 1235602"/>
              <a:gd name="connsiteX91" fmla="*/ 872276 w 1538815"/>
              <a:gd name="connsiteY91" fmla="*/ 1025953 h 1235602"/>
              <a:gd name="connsiteX92" fmla="*/ 874562 w 1538815"/>
              <a:gd name="connsiteY92" fmla="*/ 1027000 h 1235602"/>
              <a:gd name="connsiteX93" fmla="*/ 961049 w 1538815"/>
              <a:gd name="connsiteY93" fmla="*/ 1008046 h 1235602"/>
              <a:gd name="connsiteX94" fmla="*/ 962668 w 1538815"/>
              <a:gd name="connsiteY94" fmla="*/ 1007188 h 1235602"/>
              <a:gd name="connsiteX95" fmla="*/ 963430 w 1538815"/>
              <a:gd name="connsiteY95" fmla="*/ 1005664 h 1235602"/>
              <a:gd name="connsiteX96" fmla="*/ 961525 w 1538815"/>
              <a:gd name="connsiteY96" fmla="*/ 995187 h 1235602"/>
              <a:gd name="connsiteX97" fmla="*/ 966573 w 1538815"/>
              <a:gd name="connsiteY97" fmla="*/ 985471 h 1235602"/>
              <a:gd name="connsiteX98" fmla="*/ 974765 w 1538815"/>
              <a:gd name="connsiteY98" fmla="*/ 978137 h 1235602"/>
              <a:gd name="connsiteX99" fmla="*/ 997529 w 1538815"/>
              <a:gd name="connsiteY99" fmla="*/ 959278 h 1235602"/>
              <a:gd name="connsiteX100" fmla="*/ 1043154 w 1538815"/>
              <a:gd name="connsiteY100" fmla="*/ 919082 h 1235602"/>
              <a:gd name="connsiteX101" fmla="*/ 1051822 w 1538815"/>
              <a:gd name="connsiteY101" fmla="*/ 912129 h 1235602"/>
              <a:gd name="connsiteX102" fmla="*/ 1053346 w 1538815"/>
              <a:gd name="connsiteY102" fmla="*/ 906414 h 1235602"/>
              <a:gd name="connsiteX103" fmla="*/ 1012293 w 1538815"/>
              <a:gd name="connsiteY103" fmla="*/ 914224 h 1235602"/>
              <a:gd name="connsiteX104" fmla="*/ 1014008 w 1538815"/>
              <a:gd name="connsiteY104" fmla="*/ 925559 h 1235602"/>
              <a:gd name="connsiteX105" fmla="*/ 1008293 w 1538815"/>
              <a:gd name="connsiteY105" fmla="*/ 930417 h 1235602"/>
              <a:gd name="connsiteX106" fmla="*/ 984099 w 1538815"/>
              <a:gd name="connsiteY106" fmla="*/ 946800 h 1235602"/>
              <a:gd name="connsiteX107" fmla="*/ 943332 w 1538815"/>
              <a:gd name="connsiteY107" fmla="*/ 988615 h 1235602"/>
              <a:gd name="connsiteX108" fmla="*/ 908661 w 1538815"/>
              <a:gd name="connsiteY108" fmla="*/ 1004140 h 1235602"/>
              <a:gd name="connsiteX109" fmla="*/ 899803 w 1538815"/>
              <a:gd name="connsiteY109" fmla="*/ 1002045 h 1235602"/>
              <a:gd name="connsiteX110" fmla="*/ 872276 w 1538815"/>
              <a:gd name="connsiteY110" fmla="*/ 1026143 h 1235602"/>
              <a:gd name="connsiteX111" fmla="*/ 144470 w 1538815"/>
              <a:gd name="connsiteY111" fmla="*/ 663907 h 1235602"/>
              <a:gd name="connsiteX112" fmla="*/ 143137 w 1538815"/>
              <a:gd name="connsiteY112" fmla="*/ 652858 h 1235602"/>
              <a:gd name="connsiteX113" fmla="*/ 129135 w 1538815"/>
              <a:gd name="connsiteY113" fmla="*/ 648953 h 1235602"/>
              <a:gd name="connsiteX114" fmla="*/ 118467 w 1538815"/>
              <a:gd name="connsiteY114" fmla="*/ 659050 h 1235602"/>
              <a:gd name="connsiteX115" fmla="*/ 90368 w 1538815"/>
              <a:gd name="connsiteY115" fmla="*/ 680195 h 1235602"/>
              <a:gd name="connsiteX116" fmla="*/ 57507 w 1538815"/>
              <a:gd name="connsiteY116" fmla="*/ 704198 h 1235602"/>
              <a:gd name="connsiteX117" fmla="*/ 43410 w 1538815"/>
              <a:gd name="connsiteY117" fmla="*/ 718581 h 1235602"/>
              <a:gd name="connsiteX118" fmla="*/ 43886 w 1538815"/>
              <a:gd name="connsiteY118" fmla="*/ 725915 h 1235602"/>
              <a:gd name="connsiteX119" fmla="*/ 38552 w 1538815"/>
              <a:gd name="connsiteY119" fmla="*/ 732964 h 1235602"/>
              <a:gd name="connsiteX120" fmla="*/ 38267 w 1538815"/>
              <a:gd name="connsiteY120" fmla="*/ 738298 h 1235602"/>
              <a:gd name="connsiteX121" fmla="*/ 40934 w 1538815"/>
              <a:gd name="connsiteY121" fmla="*/ 745156 h 1235602"/>
              <a:gd name="connsiteX122" fmla="*/ 53888 w 1538815"/>
              <a:gd name="connsiteY122" fmla="*/ 748775 h 1235602"/>
              <a:gd name="connsiteX123" fmla="*/ 115229 w 1538815"/>
              <a:gd name="connsiteY123" fmla="*/ 704103 h 1235602"/>
              <a:gd name="connsiteX124" fmla="*/ 127802 w 1538815"/>
              <a:gd name="connsiteY124" fmla="*/ 693244 h 1235602"/>
              <a:gd name="connsiteX125" fmla="*/ 131421 w 1538815"/>
              <a:gd name="connsiteY125" fmla="*/ 683529 h 1235602"/>
              <a:gd name="connsiteX126" fmla="*/ 117419 w 1538815"/>
              <a:gd name="connsiteY126" fmla="*/ 688101 h 1235602"/>
              <a:gd name="connsiteX127" fmla="*/ 92750 w 1538815"/>
              <a:gd name="connsiteY127" fmla="*/ 700579 h 1235602"/>
              <a:gd name="connsiteX128" fmla="*/ 84082 w 1538815"/>
              <a:gd name="connsiteY128" fmla="*/ 699626 h 1235602"/>
              <a:gd name="connsiteX129" fmla="*/ 114086 w 1538815"/>
              <a:gd name="connsiteY129" fmla="*/ 681624 h 1235602"/>
              <a:gd name="connsiteX130" fmla="*/ 144470 w 1538815"/>
              <a:gd name="connsiteY130" fmla="*/ 664003 h 1235602"/>
              <a:gd name="connsiteX131" fmla="*/ 21407 w 1538815"/>
              <a:gd name="connsiteY131" fmla="*/ 672861 h 1235602"/>
              <a:gd name="connsiteX132" fmla="*/ 25598 w 1538815"/>
              <a:gd name="connsiteY132" fmla="*/ 672289 h 1235602"/>
              <a:gd name="connsiteX133" fmla="*/ 66365 w 1538815"/>
              <a:gd name="connsiteY133" fmla="*/ 640571 h 1235602"/>
              <a:gd name="connsiteX134" fmla="*/ 83987 w 1538815"/>
              <a:gd name="connsiteY134" fmla="*/ 632570 h 1235602"/>
              <a:gd name="connsiteX135" fmla="*/ 89130 w 1538815"/>
              <a:gd name="connsiteY135" fmla="*/ 630856 h 1235602"/>
              <a:gd name="connsiteX136" fmla="*/ 104751 w 1538815"/>
              <a:gd name="connsiteY136" fmla="*/ 618092 h 1235602"/>
              <a:gd name="connsiteX137" fmla="*/ 112657 w 1538815"/>
              <a:gd name="connsiteY137" fmla="*/ 610567 h 1235602"/>
              <a:gd name="connsiteX138" fmla="*/ 116086 w 1538815"/>
              <a:gd name="connsiteY138" fmla="*/ 610282 h 1235602"/>
              <a:gd name="connsiteX139" fmla="*/ 115419 w 1538815"/>
              <a:gd name="connsiteY139" fmla="*/ 615044 h 1235602"/>
              <a:gd name="connsiteX140" fmla="*/ 105037 w 1538815"/>
              <a:gd name="connsiteY140" fmla="*/ 622759 h 1235602"/>
              <a:gd name="connsiteX141" fmla="*/ 54173 w 1538815"/>
              <a:gd name="connsiteY141" fmla="*/ 667241 h 1235602"/>
              <a:gd name="connsiteX142" fmla="*/ 69223 w 1538815"/>
              <a:gd name="connsiteY142" fmla="*/ 664098 h 1235602"/>
              <a:gd name="connsiteX143" fmla="*/ 78367 w 1538815"/>
              <a:gd name="connsiteY143" fmla="*/ 661621 h 1235602"/>
              <a:gd name="connsiteX144" fmla="*/ 51221 w 1538815"/>
              <a:gd name="connsiteY144" fmla="*/ 679147 h 1235602"/>
              <a:gd name="connsiteX145" fmla="*/ 27884 w 1538815"/>
              <a:gd name="connsiteY145" fmla="*/ 689530 h 1235602"/>
              <a:gd name="connsiteX146" fmla="*/ 24551 w 1538815"/>
              <a:gd name="connsiteY146" fmla="*/ 693530 h 1235602"/>
              <a:gd name="connsiteX147" fmla="*/ 30075 w 1538815"/>
              <a:gd name="connsiteY147" fmla="*/ 710104 h 1235602"/>
              <a:gd name="connsiteX148" fmla="*/ 40076 w 1538815"/>
              <a:gd name="connsiteY148" fmla="*/ 704293 h 1235602"/>
              <a:gd name="connsiteX149" fmla="*/ 68651 w 1538815"/>
              <a:gd name="connsiteY149" fmla="*/ 683815 h 1235602"/>
              <a:gd name="connsiteX150" fmla="*/ 89797 w 1538815"/>
              <a:gd name="connsiteY150" fmla="*/ 674480 h 1235602"/>
              <a:gd name="connsiteX151" fmla="*/ 96274 w 1538815"/>
              <a:gd name="connsiteY151" fmla="*/ 671242 h 1235602"/>
              <a:gd name="connsiteX152" fmla="*/ 130564 w 1538815"/>
              <a:gd name="connsiteY152" fmla="*/ 640857 h 1235602"/>
              <a:gd name="connsiteX153" fmla="*/ 115895 w 1538815"/>
              <a:gd name="connsiteY153" fmla="*/ 645810 h 1235602"/>
              <a:gd name="connsiteX154" fmla="*/ 102656 w 1538815"/>
              <a:gd name="connsiteY154" fmla="*/ 648477 h 1235602"/>
              <a:gd name="connsiteX155" fmla="*/ 119134 w 1538815"/>
              <a:gd name="connsiteY155" fmla="*/ 638857 h 1235602"/>
              <a:gd name="connsiteX156" fmla="*/ 134183 w 1538815"/>
              <a:gd name="connsiteY156" fmla="*/ 610948 h 1235602"/>
              <a:gd name="connsiteX157" fmla="*/ 128564 w 1538815"/>
              <a:gd name="connsiteY157" fmla="*/ 602185 h 1235602"/>
              <a:gd name="connsiteX158" fmla="*/ 127230 w 1538815"/>
              <a:gd name="connsiteY158" fmla="*/ 595994 h 1235602"/>
              <a:gd name="connsiteX159" fmla="*/ 79986 w 1538815"/>
              <a:gd name="connsiteY159" fmla="*/ 616949 h 1235602"/>
              <a:gd name="connsiteX160" fmla="*/ 102465 w 1538815"/>
              <a:gd name="connsiteY160" fmla="*/ 601138 h 1235602"/>
              <a:gd name="connsiteX161" fmla="*/ 131040 w 1538815"/>
              <a:gd name="connsiteY161" fmla="*/ 581611 h 1235602"/>
              <a:gd name="connsiteX162" fmla="*/ 129897 w 1538815"/>
              <a:gd name="connsiteY162" fmla="*/ 559799 h 1235602"/>
              <a:gd name="connsiteX163" fmla="*/ 110657 w 1538815"/>
              <a:gd name="connsiteY163" fmla="*/ 556751 h 1235602"/>
              <a:gd name="connsiteX164" fmla="*/ 93702 w 1538815"/>
              <a:gd name="connsiteY164" fmla="*/ 563704 h 1235602"/>
              <a:gd name="connsiteX165" fmla="*/ 75128 w 1538815"/>
              <a:gd name="connsiteY165" fmla="*/ 571610 h 1235602"/>
              <a:gd name="connsiteX166" fmla="*/ 52554 w 1538815"/>
              <a:gd name="connsiteY166" fmla="*/ 583993 h 1235602"/>
              <a:gd name="connsiteX167" fmla="*/ 28361 w 1538815"/>
              <a:gd name="connsiteY167" fmla="*/ 597328 h 1235602"/>
              <a:gd name="connsiteX168" fmla="*/ 13406 w 1538815"/>
              <a:gd name="connsiteY168" fmla="*/ 609520 h 1235602"/>
              <a:gd name="connsiteX169" fmla="*/ 15216 w 1538815"/>
              <a:gd name="connsiteY169" fmla="*/ 626855 h 1235602"/>
              <a:gd name="connsiteX170" fmla="*/ 16454 w 1538815"/>
              <a:gd name="connsiteY170" fmla="*/ 628189 h 1235602"/>
              <a:gd name="connsiteX171" fmla="*/ 19121 w 1538815"/>
              <a:gd name="connsiteY171" fmla="*/ 629332 h 1235602"/>
              <a:gd name="connsiteX172" fmla="*/ 23503 w 1538815"/>
              <a:gd name="connsiteY172" fmla="*/ 624664 h 1235602"/>
              <a:gd name="connsiteX173" fmla="*/ 90940 w 1538815"/>
              <a:gd name="connsiteY173" fmla="*/ 577706 h 1235602"/>
              <a:gd name="connsiteX174" fmla="*/ 105037 w 1538815"/>
              <a:gd name="connsiteY174" fmla="*/ 566371 h 1235602"/>
              <a:gd name="connsiteX175" fmla="*/ 112276 w 1538815"/>
              <a:gd name="connsiteY175" fmla="*/ 561418 h 1235602"/>
              <a:gd name="connsiteX176" fmla="*/ 103037 w 1538815"/>
              <a:gd name="connsiteY176" fmla="*/ 574563 h 1235602"/>
              <a:gd name="connsiteX177" fmla="*/ 37886 w 1538815"/>
              <a:gd name="connsiteY177" fmla="*/ 626188 h 1235602"/>
              <a:gd name="connsiteX178" fmla="*/ 27789 w 1538815"/>
              <a:gd name="connsiteY178" fmla="*/ 641238 h 1235602"/>
              <a:gd name="connsiteX179" fmla="*/ 46744 w 1538815"/>
              <a:gd name="connsiteY179" fmla="*/ 632475 h 1235602"/>
              <a:gd name="connsiteX180" fmla="*/ 51030 w 1538815"/>
              <a:gd name="connsiteY180" fmla="*/ 629522 h 1235602"/>
              <a:gd name="connsiteX181" fmla="*/ 52649 w 1538815"/>
              <a:gd name="connsiteY181" fmla="*/ 629808 h 1235602"/>
              <a:gd name="connsiteX182" fmla="*/ 53221 w 1538815"/>
              <a:gd name="connsiteY182" fmla="*/ 633046 h 1235602"/>
              <a:gd name="connsiteX183" fmla="*/ 49792 w 1538815"/>
              <a:gd name="connsiteY183" fmla="*/ 637142 h 1235602"/>
              <a:gd name="connsiteX184" fmla="*/ 23979 w 1538815"/>
              <a:gd name="connsiteY184" fmla="*/ 655049 h 1235602"/>
              <a:gd name="connsiteX185" fmla="*/ 19407 w 1538815"/>
              <a:gd name="connsiteY185" fmla="*/ 666193 h 1235602"/>
              <a:gd name="connsiteX186" fmla="*/ 21312 w 1538815"/>
              <a:gd name="connsiteY186" fmla="*/ 672956 h 1235602"/>
              <a:gd name="connsiteX187" fmla="*/ 87320 w 1538815"/>
              <a:gd name="connsiteY187" fmla="*/ 783732 h 1235602"/>
              <a:gd name="connsiteX188" fmla="*/ 71604 w 1538815"/>
              <a:gd name="connsiteY188" fmla="*/ 798972 h 1235602"/>
              <a:gd name="connsiteX189" fmla="*/ 71795 w 1538815"/>
              <a:gd name="connsiteY189" fmla="*/ 807259 h 1235602"/>
              <a:gd name="connsiteX190" fmla="*/ 78176 w 1538815"/>
              <a:gd name="connsiteY190" fmla="*/ 808878 h 1235602"/>
              <a:gd name="connsiteX191" fmla="*/ 88749 w 1538815"/>
              <a:gd name="connsiteY191" fmla="*/ 801544 h 1235602"/>
              <a:gd name="connsiteX192" fmla="*/ 103989 w 1538815"/>
              <a:gd name="connsiteY192" fmla="*/ 791257 h 1235602"/>
              <a:gd name="connsiteX193" fmla="*/ 138374 w 1538815"/>
              <a:gd name="connsiteY193" fmla="*/ 769825 h 1235602"/>
              <a:gd name="connsiteX194" fmla="*/ 142565 w 1538815"/>
              <a:gd name="connsiteY194" fmla="*/ 763444 h 1235602"/>
              <a:gd name="connsiteX195" fmla="*/ 114276 w 1538815"/>
              <a:gd name="connsiteY195" fmla="*/ 777160 h 1235602"/>
              <a:gd name="connsiteX196" fmla="*/ 86654 w 1538815"/>
              <a:gd name="connsiteY196" fmla="*/ 783827 h 1235602"/>
              <a:gd name="connsiteX197" fmla="*/ 131231 w 1538815"/>
              <a:gd name="connsiteY197" fmla="*/ 757729 h 1235602"/>
              <a:gd name="connsiteX198" fmla="*/ 136279 w 1538815"/>
              <a:gd name="connsiteY198" fmla="*/ 755347 h 1235602"/>
              <a:gd name="connsiteX199" fmla="*/ 171902 w 1538815"/>
              <a:gd name="connsiteY199" fmla="*/ 731440 h 1235602"/>
              <a:gd name="connsiteX200" fmla="*/ 167711 w 1538815"/>
              <a:gd name="connsiteY200" fmla="*/ 719343 h 1235602"/>
              <a:gd name="connsiteX201" fmla="*/ 145328 w 1538815"/>
              <a:gd name="connsiteY201" fmla="*/ 729439 h 1235602"/>
              <a:gd name="connsiteX202" fmla="*/ 141613 w 1538815"/>
              <a:gd name="connsiteY202" fmla="*/ 722581 h 1235602"/>
              <a:gd name="connsiteX203" fmla="*/ 123325 w 1538815"/>
              <a:gd name="connsiteY203" fmla="*/ 732297 h 1235602"/>
              <a:gd name="connsiteX204" fmla="*/ 123706 w 1538815"/>
              <a:gd name="connsiteY204" fmla="*/ 726201 h 1235602"/>
              <a:gd name="connsiteX205" fmla="*/ 144089 w 1538815"/>
              <a:gd name="connsiteY205" fmla="*/ 713818 h 1235602"/>
              <a:gd name="connsiteX206" fmla="*/ 159615 w 1538815"/>
              <a:gd name="connsiteY206" fmla="*/ 705246 h 1235602"/>
              <a:gd name="connsiteX207" fmla="*/ 149709 w 1538815"/>
              <a:gd name="connsiteY207" fmla="*/ 682005 h 1235602"/>
              <a:gd name="connsiteX208" fmla="*/ 136088 w 1538815"/>
              <a:gd name="connsiteY208" fmla="*/ 690387 h 1235602"/>
              <a:gd name="connsiteX209" fmla="*/ 121229 w 1538815"/>
              <a:gd name="connsiteY209" fmla="*/ 704103 h 1235602"/>
              <a:gd name="connsiteX210" fmla="*/ 111038 w 1538815"/>
              <a:gd name="connsiteY210" fmla="*/ 712104 h 1235602"/>
              <a:gd name="connsiteX211" fmla="*/ 66175 w 1538815"/>
              <a:gd name="connsiteY211" fmla="*/ 753252 h 1235602"/>
              <a:gd name="connsiteX212" fmla="*/ 60269 w 1538815"/>
              <a:gd name="connsiteY212" fmla="*/ 759919 h 1235602"/>
              <a:gd name="connsiteX213" fmla="*/ 73223 w 1538815"/>
              <a:gd name="connsiteY213" fmla="*/ 755728 h 1235602"/>
              <a:gd name="connsiteX214" fmla="*/ 84368 w 1538815"/>
              <a:gd name="connsiteY214" fmla="*/ 749251 h 1235602"/>
              <a:gd name="connsiteX215" fmla="*/ 92369 w 1538815"/>
              <a:gd name="connsiteY215" fmla="*/ 745346 h 1235602"/>
              <a:gd name="connsiteX216" fmla="*/ 76557 w 1538815"/>
              <a:gd name="connsiteY216" fmla="*/ 758300 h 1235602"/>
              <a:gd name="connsiteX217" fmla="*/ 59698 w 1538815"/>
              <a:gd name="connsiteY217" fmla="*/ 772016 h 1235602"/>
              <a:gd name="connsiteX218" fmla="*/ 59888 w 1538815"/>
              <a:gd name="connsiteY218" fmla="*/ 778684 h 1235602"/>
              <a:gd name="connsiteX219" fmla="*/ 66365 w 1538815"/>
              <a:gd name="connsiteY219" fmla="*/ 780589 h 1235602"/>
              <a:gd name="connsiteX220" fmla="*/ 81415 w 1538815"/>
              <a:gd name="connsiteY220" fmla="*/ 769921 h 1235602"/>
              <a:gd name="connsiteX221" fmla="*/ 107418 w 1538815"/>
              <a:gd name="connsiteY221" fmla="*/ 752299 h 1235602"/>
              <a:gd name="connsiteX222" fmla="*/ 123611 w 1538815"/>
              <a:gd name="connsiteY222" fmla="*/ 743632 h 1235602"/>
              <a:gd name="connsiteX223" fmla="*/ 132850 w 1538815"/>
              <a:gd name="connsiteY223" fmla="*/ 738393 h 1235602"/>
              <a:gd name="connsiteX224" fmla="*/ 115895 w 1538815"/>
              <a:gd name="connsiteY224" fmla="*/ 752966 h 1235602"/>
              <a:gd name="connsiteX225" fmla="*/ 91226 w 1538815"/>
              <a:gd name="connsiteY225" fmla="*/ 772492 h 1235602"/>
              <a:gd name="connsiteX226" fmla="*/ 87416 w 1538815"/>
              <a:gd name="connsiteY226" fmla="*/ 783827 h 1235602"/>
              <a:gd name="connsiteX227" fmla="*/ 70366 w 1538815"/>
              <a:gd name="connsiteY227" fmla="*/ 525414 h 1235602"/>
              <a:gd name="connsiteX228" fmla="*/ 69794 w 1538815"/>
              <a:gd name="connsiteY228" fmla="*/ 528843 h 1235602"/>
              <a:gd name="connsiteX229" fmla="*/ 33123 w 1538815"/>
              <a:gd name="connsiteY229" fmla="*/ 556561 h 1235602"/>
              <a:gd name="connsiteX230" fmla="*/ 29599 w 1538815"/>
              <a:gd name="connsiteY230" fmla="*/ 557323 h 1235602"/>
              <a:gd name="connsiteX231" fmla="*/ 24932 w 1538815"/>
              <a:gd name="connsiteY231" fmla="*/ 553036 h 1235602"/>
              <a:gd name="connsiteX232" fmla="*/ 27789 w 1538815"/>
              <a:gd name="connsiteY232" fmla="*/ 544369 h 1235602"/>
              <a:gd name="connsiteX233" fmla="*/ 50078 w 1538815"/>
              <a:gd name="connsiteY233" fmla="*/ 517889 h 1235602"/>
              <a:gd name="connsiteX234" fmla="*/ 59603 w 1538815"/>
              <a:gd name="connsiteY234" fmla="*/ 501697 h 1235602"/>
              <a:gd name="connsiteX235" fmla="*/ 43696 w 1538815"/>
              <a:gd name="connsiteY235" fmla="*/ 513127 h 1235602"/>
              <a:gd name="connsiteX236" fmla="*/ 25979 w 1538815"/>
              <a:gd name="connsiteY236" fmla="*/ 521604 h 1235602"/>
              <a:gd name="connsiteX237" fmla="*/ 17502 w 1538815"/>
              <a:gd name="connsiteY237" fmla="*/ 581516 h 1235602"/>
              <a:gd name="connsiteX238" fmla="*/ 22455 w 1538815"/>
              <a:gd name="connsiteY238" fmla="*/ 579135 h 1235602"/>
              <a:gd name="connsiteX239" fmla="*/ 57983 w 1538815"/>
              <a:gd name="connsiteY239" fmla="*/ 552655 h 1235602"/>
              <a:gd name="connsiteX240" fmla="*/ 74938 w 1538815"/>
              <a:gd name="connsiteY240" fmla="*/ 541606 h 1235602"/>
              <a:gd name="connsiteX241" fmla="*/ 128468 w 1538815"/>
              <a:gd name="connsiteY241" fmla="*/ 505888 h 1235602"/>
              <a:gd name="connsiteX242" fmla="*/ 129421 w 1538815"/>
              <a:gd name="connsiteY242" fmla="*/ 497982 h 1235602"/>
              <a:gd name="connsiteX243" fmla="*/ 88082 w 1538815"/>
              <a:gd name="connsiteY243" fmla="*/ 517318 h 1235602"/>
              <a:gd name="connsiteX244" fmla="*/ 70080 w 1538815"/>
              <a:gd name="connsiteY244" fmla="*/ 526176 h 1235602"/>
              <a:gd name="connsiteX245" fmla="*/ 79510 w 1538815"/>
              <a:gd name="connsiteY245" fmla="*/ 515889 h 1235602"/>
              <a:gd name="connsiteX246" fmla="*/ 124944 w 1538815"/>
              <a:gd name="connsiteY246" fmla="*/ 491791 h 1235602"/>
              <a:gd name="connsiteX247" fmla="*/ 130278 w 1538815"/>
              <a:gd name="connsiteY247" fmla="*/ 490171 h 1235602"/>
              <a:gd name="connsiteX248" fmla="*/ 140184 w 1538815"/>
              <a:gd name="connsiteY248" fmla="*/ 477884 h 1235602"/>
              <a:gd name="connsiteX249" fmla="*/ 143899 w 1538815"/>
              <a:gd name="connsiteY249" fmla="*/ 455977 h 1235602"/>
              <a:gd name="connsiteX250" fmla="*/ 142756 w 1538815"/>
              <a:gd name="connsiteY250" fmla="*/ 451024 h 1235602"/>
              <a:gd name="connsiteX251" fmla="*/ 127421 w 1538815"/>
              <a:gd name="connsiteY251" fmla="*/ 462263 h 1235602"/>
              <a:gd name="connsiteX252" fmla="*/ 80653 w 1538815"/>
              <a:gd name="connsiteY252" fmla="*/ 503887 h 1235602"/>
              <a:gd name="connsiteX253" fmla="*/ 58555 w 1538815"/>
              <a:gd name="connsiteY253" fmla="*/ 525890 h 1235602"/>
              <a:gd name="connsiteX254" fmla="*/ 56650 w 1538815"/>
              <a:gd name="connsiteY254" fmla="*/ 530557 h 1235602"/>
              <a:gd name="connsiteX255" fmla="*/ 62936 w 1538815"/>
              <a:gd name="connsiteY255" fmla="*/ 530938 h 1235602"/>
              <a:gd name="connsiteX256" fmla="*/ 70461 w 1538815"/>
              <a:gd name="connsiteY256" fmla="*/ 525604 h 1235602"/>
              <a:gd name="connsiteX257" fmla="*/ 83415 w 1538815"/>
              <a:gd name="connsiteY257" fmla="*/ 448166 h 1235602"/>
              <a:gd name="connsiteX258" fmla="*/ 62841 w 1538815"/>
              <a:gd name="connsiteY258" fmla="*/ 460549 h 1235602"/>
              <a:gd name="connsiteX259" fmla="*/ 42839 w 1538815"/>
              <a:gd name="connsiteY259" fmla="*/ 473788 h 1235602"/>
              <a:gd name="connsiteX260" fmla="*/ 37314 w 1538815"/>
              <a:gd name="connsiteY260" fmla="*/ 480837 h 1235602"/>
              <a:gd name="connsiteX261" fmla="*/ 34457 w 1538815"/>
              <a:gd name="connsiteY261" fmla="*/ 491600 h 1235602"/>
              <a:gd name="connsiteX262" fmla="*/ 33885 w 1538815"/>
              <a:gd name="connsiteY262" fmla="*/ 501982 h 1235602"/>
              <a:gd name="connsiteX263" fmla="*/ 40934 w 1538815"/>
              <a:gd name="connsiteY263" fmla="*/ 495601 h 1235602"/>
              <a:gd name="connsiteX264" fmla="*/ 58936 w 1538815"/>
              <a:gd name="connsiteY264" fmla="*/ 477313 h 1235602"/>
              <a:gd name="connsiteX265" fmla="*/ 67889 w 1538815"/>
              <a:gd name="connsiteY265" fmla="*/ 468264 h 1235602"/>
              <a:gd name="connsiteX266" fmla="*/ 80177 w 1538815"/>
              <a:gd name="connsiteY266" fmla="*/ 454548 h 1235602"/>
              <a:gd name="connsiteX267" fmla="*/ 82653 w 1538815"/>
              <a:gd name="connsiteY267" fmla="*/ 448071 h 1235602"/>
              <a:gd name="connsiteX268" fmla="*/ 112943 w 1538815"/>
              <a:gd name="connsiteY268" fmla="*/ 426735 h 1235602"/>
              <a:gd name="connsiteX269" fmla="*/ 143042 w 1538815"/>
              <a:gd name="connsiteY269" fmla="*/ 405780 h 1235602"/>
              <a:gd name="connsiteX270" fmla="*/ 147709 w 1538815"/>
              <a:gd name="connsiteY270" fmla="*/ 402922 h 1235602"/>
              <a:gd name="connsiteX271" fmla="*/ 164092 w 1538815"/>
              <a:gd name="connsiteY271" fmla="*/ 385587 h 1235602"/>
              <a:gd name="connsiteX272" fmla="*/ 172569 w 1538815"/>
              <a:gd name="connsiteY272" fmla="*/ 365108 h 1235602"/>
              <a:gd name="connsiteX273" fmla="*/ 173331 w 1538815"/>
              <a:gd name="connsiteY273" fmla="*/ 356155 h 1235602"/>
              <a:gd name="connsiteX274" fmla="*/ 170378 w 1538815"/>
              <a:gd name="connsiteY274" fmla="*/ 352630 h 1235602"/>
              <a:gd name="connsiteX275" fmla="*/ 155519 w 1538815"/>
              <a:gd name="connsiteY275" fmla="*/ 371395 h 1235602"/>
              <a:gd name="connsiteX276" fmla="*/ 127611 w 1538815"/>
              <a:gd name="connsiteY276" fmla="*/ 392826 h 1235602"/>
              <a:gd name="connsiteX277" fmla="*/ 86273 w 1538815"/>
              <a:gd name="connsiteY277" fmla="*/ 426830 h 1235602"/>
              <a:gd name="connsiteX278" fmla="*/ 65794 w 1538815"/>
              <a:gd name="connsiteY278" fmla="*/ 449309 h 1235602"/>
              <a:gd name="connsiteX279" fmla="*/ 74747 w 1538815"/>
              <a:gd name="connsiteY279" fmla="*/ 449404 h 1235602"/>
              <a:gd name="connsiteX280" fmla="*/ 83415 w 1538815"/>
              <a:gd name="connsiteY280" fmla="*/ 448071 h 1235602"/>
              <a:gd name="connsiteX281" fmla="*/ 192381 w 1538815"/>
              <a:gd name="connsiteY281" fmla="*/ 294814 h 1235602"/>
              <a:gd name="connsiteX282" fmla="*/ 192191 w 1538815"/>
              <a:gd name="connsiteY282" fmla="*/ 305291 h 1235602"/>
              <a:gd name="connsiteX283" fmla="*/ 186190 w 1538815"/>
              <a:gd name="connsiteY283" fmla="*/ 312340 h 1235602"/>
              <a:gd name="connsiteX284" fmla="*/ 134945 w 1538815"/>
              <a:gd name="connsiteY284" fmla="*/ 365203 h 1235602"/>
              <a:gd name="connsiteX285" fmla="*/ 111895 w 1538815"/>
              <a:gd name="connsiteY285" fmla="*/ 386349 h 1235602"/>
              <a:gd name="connsiteX286" fmla="*/ 105608 w 1538815"/>
              <a:gd name="connsiteY286" fmla="*/ 392921 h 1235602"/>
              <a:gd name="connsiteX287" fmla="*/ 106275 w 1538815"/>
              <a:gd name="connsiteY287" fmla="*/ 396255 h 1235602"/>
              <a:gd name="connsiteX288" fmla="*/ 119801 w 1538815"/>
              <a:gd name="connsiteY288" fmla="*/ 387492 h 1235602"/>
              <a:gd name="connsiteX289" fmla="*/ 132088 w 1538815"/>
              <a:gd name="connsiteY289" fmla="*/ 376348 h 1235602"/>
              <a:gd name="connsiteX290" fmla="*/ 153329 w 1538815"/>
              <a:gd name="connsiteY290" fmla="*/ 357202 h 1235602"/>
              <a:gd name="connsiteX291" fmla="*/ 160282 w 1538815"/>
              <a:gd name="connsiteY291" fmla="*/ 351297 h 1235602"/>
              <a:gd name="connsiteX292" fmla="*/ 173617 w 1538815"/>
              <a:gd name="connsiteY292" fmla="*/ 341391 h 1235602"/>
              <a:gd name="connsiteX293" fmla="*/ 188857 w 1538815"/>
              <a:gd name="connsiteY293" fmla="*/ 323389 h 1235602"/>
              <a:gd name="connsiteX294" fmla="*/ 216003 w 1538815"/>
              <a:gd name="connsiteY294" fmla="*/ 277288 h 1235602"/>
              <a:gd name="connsiteX295" fmla="*/ 222004 w 1538815"/>
              <a:gd name="connsiteY295" fmla="*/ 265762 h 1235602"/>
              <a:gd name="connsiteX296" fmla="*/ 192286 w 1538815"/>
              <a:gd name="connsiteY296" fmla="*/ 295480 h 1235602"/>
              <a:gd name="connsiteX297" fmla="*/ 185428 w 1538815"/>
              <a:gd name="connsiteY297" fmla="*/ 296147 h 1235602"/>
              <a:gd name="connsiteX298" fmla="*/ 171140 w 1538815"/>
              <a:gd name="connsiteY298" fmla="*/ 307863 h 1235602"/>
              <a:gd name="connsiteX299" fmla="*/ 140184 w 1538815"/>
              <a:gd name="connsiteY299" fmla="*/ 336914 h 1235602"/>
              <a:gd name="connsiteX300" fmla="*/ 108466 w 1538815"/>
              <a:gd name="connsiteY300" fmla="*/ 367680 h 1235602"/>
              <a:gd name="connsiteX301" fmla="*/ 91988 w 1538815"/>
              <a:gd name="connsiteY301" fmla="*/ 387682 h 1235602"/>
              <a:gd name="connsiteX302" fmla="*/ 87797 w 1538815"/>
              <a:gd name="connsiteY302" fmla="*/ 397969 h 1235602"/>
              <a:gd name="connsiteX303" fmla="*/ 117610 w 1538815"/>
              <a:gd name="connsiteY303" fmla="*/ 371585 h 1235602"/>
              <a:gd name="connsiteX304" fmla="*/ 162949 w 1538815"/>
              <a:gd name="connsiteY304" fmla="*/ 325579 h 1235602"/>
              <a:gd name="connsiteX305" fmla="*/ 192286 w 1538815"/>
              <a:gd name="connsiteY305" fmla="*/ 294814 h 1235602"/>
              <a:gd name="connsiteX306" fmla="*/ 867894 w 1538815"/>
              <a:gd name="connsiteY306" fmla="*/ 941180 h 1235602"/>
              <a:gd name="connsiteX307" fmla="*/ 873323 w 1538815"/>
              <a:gd name="connsiteY307" fmla="*/ 933941 h 1235602"/>
              <a:gd name="connsiteX308" fmla="*/ 877324 w 1538815"/>
              <a:gd name="connsiteY308" fmla="*/ 929369 h 1235602"/>
              <a:gd name="connsiteX309" fmla="*/ 872276 w 1538815"/>
              <a:gd name="connsiteY309" fmla="*/ 924702 h 1235602"/>
              <a:gd name="connsiteX310" fmla="*/ 846654 w 1538815"/>
              <a:gd name="connsiteY310" fmla="*/ 925178 h 1235602"/>
              <a:gd name="connsiteX311" fmla="*/ 830747 w 1538815"/>
              <a:gd name="connsiteY311" fmla="*/ 923749 h 1235602"/>
              <a:gd name="connsiteX312" fmla="*/ 821698 w 1538815"/>
              <a:gd name="connsiteY312" fmla="*/ 922225 h 1235602"/>
              <a:gd name="connsiteX313" fmla="*/ 794075 w 1538815"/>
              <a:gd name="connsiteY313" fmla="*/ 923083 h 1235602"/>
              <a:gd name="connsiteX314" fmla="*/ 773597 w 1538815"/>
              <a:gd name="connsiteY314" fmla="*/ 928798 h 1235602"/>
              <a:gd name="connsiteX315" fmla="*/ 765119 w 1538815"/>
              <a:gd name="connsiteY315" fmla="*/ 921082 h 1235602"/>
              <a:gd name="connsiteX316" fmla="*/ 699111 w 1538815"/>
              <a:gd name="connsiteY316" fmla="*/ 915272 h 1235602"/>
              <a:gd name="connsiteX317" fmla="*/ 670060 w 1538815"/>
              <a:gd name="connsiteY317" fmla="*/ 923559 h 1235602"/>
              <a:gd name="connsiteX318" fmla="*/ 631579 w 1538815"/>
              <a:gd name="connsiteY318" fmla="*/ 949086 h 1235602"/>
              <a:gd name="connsiteX319" fmla="*/ 616148 w 1538815"/>
              <a:gd name="connsiteY319" fmla="*/ 959182 h 1235602"/>
              <a:gd name="connsiteX320" fmla="*/ 558713 w 1538815"/>
              <a:gd name="connsiteY320" fmla="*/ 992520 h 1235602"/>
              <a:gd name="connsiteX321" fmla="*/ 546140 w 1538815"/>
              <a:gd name="connsiteY321" fmla="*/ 1000330 h 1235602"/>
              <a:gd name="connsiteX322" fmla="*/ 518327 w 1538815"/>
              <a:gd name="connsiteY322" fmla="*/ 1014808 h 1235602"/>
              <a:gd name="connsiteX323" fmla="*/ 492990 w 1538815"/>
              <a:gd name="connsiteY323" fmla="*/ 1029001 h 1235602"/>
              <a:gd name="connsiteX324" fmla="*/ 477179 w 1538815"/>
              <a:gd name="connsiteY324" fmla="*/ 1033382 h 1235602"/>
              <a:gd name="connsiteX325" fmla="*/ 472416 w 1538815"/>
              <a:gd name="connsiteY325" fmla="*/ 1031477 h 1235602"/>
              <a:gd name="connsiteX326" fmla="*/ 474226 w 1538815"/>
              <a:gd name="connsiteY326" fmla="*/ 1025191 h 1235602"/>
              <a:gd name="connsiteX327" fmla="*/ 516136 w 1538815"/>
              <a:gd name="connsiteY327" fmla="*/ 1002331 h 1235602"/>
              <a:gd name="connsiteX328" fmla="*/ 539377 w 1538815"/>
              <a:gd name="connsiteY328" fmla="*/ 991282 h 1235602"/>
              <a:gd name="connsiteX329" fmla="*/ 570619 w 1538815"/>
              <a:gd name="connsiteY329" fmla="*/ 975470 h 1235602"/>
              <a:gd name="connsiteX330" fmla="*/ 590145 w 1538815"/>
              <a:gd name="connsiteY330" fmla="*/ 964993 h 1235602"/>
              <a:gd name="connsiteX331" fmla="*/ 630627 w 1538815"/>
              <a:gd name="connsiteY331" fmla="*/ 942704 h 1235602"/>
              <a:gd name="connsiteX332" fmla="*/ 662916 w 1538815"/>
              <a:gd name="connsiteY332" fmla="*/ 920416 h 1235602"/>
              <a:gd name="connsiteX333" fmla="*/ 657201 w 1538815"/>
              <a:gd name="connsiteY333" fmla="*/ 912891 h 1235602"/>
              <a:gd name="connsiteX334" fmla="*/ 635675 w 1538815"/>
              <a:gd name="connsiteY334" fmla="*/ 909081 h 1235602"/>
              <a:gd name="connsiteX335" fmla="*/ 540710 w 1538815"/>
              <a:gd name="connsiteY335" fmla="*/ 894889 h 1235602"/>
              <a:gd name="connsiteX336" fmla="*/ 519755 w 1538815"/>
              <a:gd name="connsiteY336" fmla="*/ 888031 h 1235602"/>
              <a:gd name="connsiteX337" fmla="*/ 518422 w 1538815"/>
              <a:gd name="connsiteY337" fmla="*/ 884983 h 1235602"/>
              <a:gd name="connsiteX338" fmla="*/ 520041 w 1538815"/>
              <a:gd name="connsiteY338" fmla="*/ 882030 h 1235602"/>
              <a:gd name="connsiteX339" fmla="*/ 525089 w 1538815"/>
              <a:gd name="connsiteY339" fmla="*/ 880411 h 1235602"/>
              <a:gd name="connsiteX340" fmla="*/ 544901 w 1538815"/>
              <a:gd name="connsiteY340" fmla="*/ 884411 h 1235602"/>
              <a:gd name="connsiteX341" fmla="*/ 606433 w 1538815"/>
              <a:gd name="connsiteY341" fmla="*/ 896127 h 1235602"/>
              <a:gd name="connsiteX342" fmla="*/ 632150 w 1538815"/>
              <a:gd name="connsiteY342" fmla="*/ 899365 h 1235602"/>
              <a:gd name="connsiteX343" fmla="*/ 674441 w 1538815"/>
              <a:gd name="connsiteY343" fmla="*/ 903271 h 1235602"/>
              <a:gd name="connsiteX344" fmla="*/ 695396 w 1538815"/>
              <a:gd name="connsiteY344" fmla="*/ 899842 h 1235602"/>
              <a:gd name="connsiteX345" fmla="*/ 708636 w 1538815"/>
              <a:gd name="connsiteY345" fmla="*/ 906033 h 1235602"/>
              <a:gd name="connsiteX346" fmla="*/ 747308 w 1538815"/>
              <a:gd name="connsiteY346" fmla="*/ 907843 h 1235602"/>
              <a:gd name="connsiteX347" fmla="*/ 804362 w 1538815"/>
              <a:gd name="connsiteY347" fmla="*/ 911367 h 1235602"/>
              <a:gd name="connsiteX348" fmla="*/ 815411 w 1538815"/>
              <a:gd name="connsiteY348" fmla="*/ 911367 h 1235602"/>
              <a:gd name="connsiteX349" fmla="*/ 830175 w 1538815"/>
              <a:gd name="connsiteY349" fmla="*/ 910891 h 1235602"/>
              <a:gd name="connsiteX350" fmla="*/ 915043 w 1538815"/>
              <a:gd name="connsiteY350" fmla="*/ 912796 h 1235602"/>
              <a:gd name="connsiteX351" fmla="*/ 955619 w 1538815"/>
              <a:gd name="connsiteY351" fmla="*/ 910129 h 1235602"/>
              <a:gd name="connsiteX352" fmla="*/ 977717 w 1538815"/>
              <a:gd name="connsiteY352" fmla="*/ 908033 h 1235602"/>
              <a:gd name="connsiteX353" fmla="*/ 1055537 w 1538815"/>
              <a:gd name="connsiteY353" fmla="*/ 892793 h 1235602"/>
              <a:gd name="connsiteX354" fmla="*/ 1147263 w 1538815"/>
              <a:gd name="connsiteY354" fmla="*/ 864313 h 1235602"/>
              <a:gd name="connsiteX355" fmla="*/ 1188792 w 1538815"/>
              <a:gd name="connsiteY355" fmla="*/ 848978 h 1235602"/>
              <a:gd name="connsiteX356" fmla="*/ 1212128 w 1538815"/>
              <a:gd name="connsiteY356" fmla="*/ 838215 h 1235602"/>
              <a:gd name="connsiteX357" fmla="*/ 1279565 w 1538815"/>
              <a:gd name="connsiteY357" fmla="*/ 799924 h 1235602"/>
              <a:gd name="connsiteX358" fmla="*/ 1307663 w 1538815"/>
              <a:gd name="connsiteY358" fmla="*/ 782113 h 1235602"/>
              <a:gd name="connsiteX359" fmla="*/ 1355384 w 1538815"/>
              <a:gd name="connsiteY359" fmla="*/ 744108 h 1235602"/>
              <a:gd name="connsiteX360" fmla="*/ 1412058 w 1538815"/>
              <a:gd name="connsiteY360" fmla="*/ 683338 h 1235602"/>
              <a:gd name="connsiteX361" fmla="*/ 1439109 w 1538815"/>
              <a:gd name="connsiteY361" fmla="*/ 643619 h 1235602"/>
              <a:gd name="connsiteX362" fmla="*/ 1490543 w 1538815"/>
              <a:gd name="connsiteY362" fmla="*/ 549131 h 1235602"/>
              <a:gd name="connsiteX363" fmla="*/ 1508165 w 1538815"/>
              <a:gd name="connsiteY363" fmla="*/ 498458 h 1235602"/>
              <a:gd name="connsiteX364" fmla="*/ 1516547 w 1538815"/>
              <a:gd name="connsiteY364" fmla="*/ 464263 h 1235602"/>
              <a:gd name="connsiteX365" fmla="*/ 1523976 w 1538815"/>
              <a:gd name="connsiteY365" fmla="*/ 379681 h 1235602"/>
              <a:gd name="connsiteX366" fmla="*/ 1505307 w 1538815"/>
              <a:gd name="connsiteY366" fmla="*/ 306529 h 1235602"/>
              <a:gd name="connsiteX367" fmla="*/ 1463874 w 1538815"/>
              <a:gd name="connsiteY367" fmla="*/ 250141 h 1235602"/>
              <a:gd name="connsiteX368" fmla="*/ 1424059 w 1538815"/>
              <a:gd name="connsiteY368" fmla="*/ 214423 h 1235602"/>
              <a:gd name="connsiteX369" fmla="*/ 1379196 w 1538815"/>
              <a:gd name="connsiteY369" fmla="*/ 182038 h 1235602"/>
              <a:gd name="connsiteX370" fmla="*/ 1312235 w 1538815"/>
              <a:gd name="connsiteY370" fmla="*/ 139366 h 1235602"/>
              <a:gd name="connsiteX371" fmla="*/ 1278041 w 1538815"/>
              <a:gd name="connsiteY371" fmla="*/ 120982 h 1235602"/>
              <a:gd name="connsiteX372" fmla="*/ 1189363 w 1538815"/>
              <a:gd name="connsiteY372" fmla="*/ 79358 h 1235602"/>
              <a:gd name="connsiteX373" fmla="*/ 1152692 w 1538815"/>
              <a:gd name="connsiteY373" fmla="*/ 66785 h 1235602"/>
              <a:gd name="connsiteX374" fmla="*/ 1105543 w 1538815"/>
              <a:gd name="connsiteY374" fmla="*/ 50497 h 1235602"/>
              <a:gd name="connsiteX375" fmla="*/ 1073348 w 1538815"/>
              <a:gd name="connsiteY375" fmla="*/ 42401 h 1235602"/>
              <a:gd name="connsiteX376" fmla="*/ 1008102 w 1538815"/>
              <a:gd name="connsiteY376" fmla="*/ 29161 h 1235602"/>
              <a:gd name="connsiteX377" fmla="*/ 925616 w 1538815"/>
              <a:gd name="connsiteY377" fmla="*/ 18398 h 1235602"/>
              <a:gd name="connsiteX378" fmla="*/ 864846 w 1538815"/>
              <a:gd name="connsiteY378" fmla="*/ 15445 h 1235602"/>
              <a:gd name="connsiteX379" fmla="*/ 844558 w 1538815"/>
              <a:gd name="connsiteY379" fmla="*/ 13921 h 1235602"/>
              <a:gd name="connsiteX380" fmla="*/ 770739 w 1538815"/>
              <a:gd name="connsiteY380" fmla="*/ 16303 h 1235602"/>
              <a:gd name="connsiteX381" fmla="*/ 614339 w 1538815"/>
              <a:gd name="connsiteY381" fmla="*/ 43068 h 1235602"/>
              <a:gd name="connsiteX382" fmla="*/ 518327 w 1538815"/>
              <a:gd name="connsiteY382" fmla="*/ 75453 h 1235602"/>
              <a:gd name="connsiteX383" fmla="*/ 467368 w 1538815"/>
              <a:gd name="connsiteY383" fmla="*/ 96979 h 1235602"/>
              <a:gd name="connsiteX384" fmla="*/ 442793 w 1538815"/>
              <a:gd name="connsiteY384" fmla="*/ 109552 h 1235602"/>
              <a:gd name="connsiteX385" fmla="*/ 318492 w 1538815"/>
              <a:gd name="connsiteY385" fmla="*/ 189467 h 1235602"/>
              <a:gd name="connsiteX386" fmla="*/ 298109 w 1538815"/>
              <a:gd name="connsiteY386" fmla="*/ 205564 h 1235602"/>
              <a:gd name="connsiteX387" fmla="*/ 240006 w 1538815"/>
              <a:gd name="connsiteY387" fmla="*/ 267382 h 1235602"/>
              <a:gd name="connsiteX388" fmla="*/ 236958 w 1538815"/>
              <a:gd name="connsiteY388" fmla="*/ 272049 h 1235602"/>
              <a:gd name="connsiteX389" fmla="*/ 190286 w 1538815"/>
              <a:gd name="connsiteY389" fmla="*/ 355488 h 1235602"/>
              <a:gd name="connsiteX390" fmla="*/ 183237 w 1538815"/>
              <a:gd name="connsiteY390" fmla="*/ 372538 h 1235602"/>
              <a:gd name="connsiteX391" fmla="*/ 180284 w 1538815"/>
              <a:gd name="connsiteY391" fmla="*/ 381205 h 1235602"/>
              <a:gd name="connsiteX392" fmla="*/ 170759 w 1538815"/>
              <a:gd name="connsiteY392" fmla="*/ 411019 h 1235602"/>
              <a:gd name="connsiteX393" fmla="*/ 169331 w 1538815"/>
              <a:gd name="connsiteY393" fmla="*/ 414448 h 1235602"/>
              <a:gd name="connsiteX394" fmla="*/ 153043 w 1538815"/>
              <a:gd name="connsiteY394" fmla="*/ 484552 h 1235602"/>
              <a:gd name="connsiteX395" fmla="*/ 146947 w 1538815"/>
              <a:gd name="connsiteY395" fmla="*/ 517222 h 1235602"/>
              <a:gd name="connsiteX396" fmla="*/ 142851 w 1538815"/>
              <a:gd name="connsiteY396" fmla="*/ 559323 h 1235602"/>
              <a:gd name="connsiteX397" fmla="*/ 145518 w 1538815"/>
              <a:gd name="connsiteY397" fmla="*/ 581135 h 1235602"/>
              <a:gd name="connsiteX398" fmla="*/ 145994 w 1538815"/>
              <a:gd name="connsiteY398" fmla="*/ 589993 h 1235602"/>
              <a:gd name="connsiteX399" fmla="*/ 146280 w 1538815"/>
              <a:gd name="connsiteY399" fmla="*/ 611996 h 1235602"/>
              <a:gd name="connsiteX400" fmla="*/ 155329 w 1538815"/>
              <a:gd name="connsiteY400" fmla="*/ 625998 h 1235602"/>
              <a:gd name="connsiteX401" fmla="*/ 158758 w 1538815"/>
              <a:gd name="connsiteY401" fmla="*/ 662098 h 1235602"/>
              <a:gd name="connsiteX402" fmla="*/ 161806 w 1538815"/>
              <a:gd name="connsiteY402" fmla="*/ 670575 h 1235602"/>
              <a:gd name="connsiteX403" fmla="*/ 190762 w 1538815"/>
              <a:gd name="connsiteY403" fmla="*/ 736012 h 1235602"/>
              <a:gd name="connsiteX404" fmla="*/ 215717 w 1538815"/>
              <a:gd name="connsiteY404" fmla="*/ 762967 h 1235602"/>
              <a:gd name="connsiteX405" fmla="*/ 250103 w 1538815"/>
              <a:gd name="connsiteY405" fmla="*/ 790590 h 1235602"/>
              <a:gd name="connsiteX406" fmla="*/ 271248 w 1538815"/>
              <a:gd name="connsiteY406" fmla="*/ 801734 h 1235602"/>
              <a:gd name="connsiteX407" fmla="*/ 305062 w 1538815"/>
              <a:gd name="connsiteY407" fmla="*/ 816117 h 1235602"/>
              <a:gd name="connsiteX408" fmla="*/ 309920 w 1538815"/>
              <a:gd name="connsiteY408" fmla="*/ 826880 h 1235602"/>
              <a:gd name="connsiteX409" fmla="*/ 303157 w 1538815"/>
              <a:gd name="connsiteY409" fmla="*/ 831738 h 1235602"/>
              <a:gd name="connsiteX410" fmla="*/ 290393 w 1538815"/>
              <a:gd name="connsiteY410" fmla="*/ 824689 h 1235602"/>
              <a:gd name="connsiteX411" fmla="*/ 266486 w 1538815"/>
              <a:gd name="connsiteY411" fmla="*/ 810973 h 1235602"/>
              <a:gd name="connsiteX412" fmla="*/ 251627 w 1538815"/>
              <a:gd name="connsiteY412" fmla="*/ 821451 h 1235602"/>
              <a:gd name="connsiteX413" fmla="*/ 214193 w 1538815"/>
              <a:gd name="connsiteY413" fmla="*/ 856979 h 1235602"/>
              <a:gd name="connsiteX414" fmla="*/ 193715 w 1538815"/>
              <a:gd name="connsiteY414" fmla="*/ 878125 h 1235602"/>
              <a:gd name="connsiteX415" fmla="*/ 163139 w 1538815"/>
              <a:gd name="connsiteY415" fmla="*/ 915653 h 1235602"/>
              <a:gd name="connsiteX416" fmla="*/ 161044 w 1538815"/>
              <a:gd name="connsiteY416" fmla="*/ 910700 h 1235602"/>
              <a:gd name="connsiteX417" fmla="*/ 165902 w 1538815"/>
              <a:gd name="connsiteY417" fmla="*/ 900985 h 1235602"/>
              <a:gd name="connsiteX418" fmla="*/ 212098 w 1538815"/>
              <a:gd name="connsiteY418" fmla="*/ 853550 h 1235602"/>
              <a:gd name="connsiteX419" fmla="*/ 234291 w 1538815"/>
              <a:gd name="connsiteY419" fmla="*/ 826880 h 1235602"/>
              <a:gd name="connsiteX420" fmla="*/ 227052 w 1538815"/>
              <a:gd name="connsiteY420" fmla="*/ 829357 h 1235602"/>
              <a:gd name="connsiteX421" fmla="*/ 218575 w 1538815"/>
              <a:gd name="connsiteY421" fmla="*/ 832881 h 1235602"/>
              <a:gd name="connsiteX422" fmla="*/ 208288 w 1538815"/>
              <a:gd name="connsiteY422" fmla="*/ 836024 h 1235602"/>
              <a:gd name="connsiteX423" fmla="*/ 250579 w 1538815"/>
              <a:gd name="connsiteY423" fmla="*/ 801734 h 1235602"/>
              <a:gd name="connsiteX424" fmla="*/ 244388 w 1538815"/>
              <a:gd name="connsiteY424" fmla="*/ 796876 h 1235602"/>
              <a:gd name="connsiteX425" fmla="*/ 212003 w 1538815"/>
              <a:gd name="connsiteY425" fmla="*/ 772588 h 1235602"/>
              <a:gd name="connsiteX426" fmla="*/ 199239 w 1538815"/>
              <a:gd name="connsiteY426" fmla="*/ 773254 h 1235602"/>
              <a:gd name="connsiteX427" fmla="*/ 158567 w 1538815"/>
              <a:gd name="connsiteY427" fmla="*/ 805258 h 1235602"/>
              <a:gd name="connsiteX428" fmla="*/ 139041 w 1538815"/>
              <a:gd name="connsiteY428" fmla="*/ 822213 h 1235602"/>
              <a:gd name="connsiteX429" fmla="*/ 120372 w 1538815"/>
              <a:gd name="connsiteY429" fmla="*/ 837358 h 1235602"/>
              <a:gd name="connsiteX430" fmla="*/ 109799 w 1538815"/>
              <a:gd name="connsiteY430" fmla="*/ 845073 h 1235602"/>
              <a:gd name="connsiteX431" fmla="*/ 108561 w 1538815"/>
              <a:gd name="connsiteY431" fmla="*/ 862504 h 1235602"/>
              <a:gd name="connsiteX432" fmla="*/ 108656 w 1538815"/>
              <a:gd name="connsiteY432" fmla="*/ 871076 h 1235602"/>
              <a:gd name="connsiteX433" fmla="*/ 128564 w 1538815"/>
              <a:gd name="connsiteY433" fmla="*/ 904509 h 1235602"/>
              <a:gd name="connsiteX434" fmla="*/ 147995 w 1538815"/>
              <a:gd name="connsiteY434" fmla="*/ 926702 h 1235602"/>
              <a:gd name="connsiteX435" fmla="*/ 161806 w 1538815"/>
              <a:gd name="connsiteY435" fmla="*/ 928798 h 1235602"/>
              <a:gd name="connsiteX436" fmla="*/ 145137 w 1538815"/>
              <a:gd name="connsiteY436" fmla="*/ 947181 h 1235602"/>
              <a:gd name="connsiteX437" fmla="*/ 139517 w 1538815"/>
              <a:gd name="connsiteY437" fmla="*/ 936322 h 1235602"/>
              <a:gd name="connsiteX438" fmla="*/ 103799 w 1538815"/>
              <a:gd name="connsiteY438" fmla="*/ 892317 h 1235602"/>
              <a:gd name="connsiteX439" fmla="*/ 85511 w 1538815"/>
              <a:gd name="connsiteY439" fmla="*/ 866980 h 1235602"/>
              <a:gd name="connsiteX440" fmla="*/ 81034 w 1538815"/>
              <a:gd name="connsiteY440" fmla="*/ 859360 h 1235602"/>
              <a:gd name="connsiteX441" fmla="*/ 67413 w 1538815"/>
              <a:gd name="connsiteY441" fmla="*/ 831357 h 1235602"/>
              <a:gd name="connsiteX442" fmla="*/ 49316 w 1538815"/>
              <a:gd name="connsiteY442" fmla="*/ 795067 h 1235602"/>
              <a:gd name="connsiteX443" fmla="*/ 39029 w 1538815"/>
              <a:gd name="connsiteY443" fmla="*/ 780017 h 1235602"/>
              <a:gd name="connsiteX444" fmla="*/ 33409 w 1538815"/>
              <a:gd name="connsiteY444" fmla="*/ 768682 h 1235602"/>
              <a:gd name="connsiteX445" fmla="*/ 19693 w 1538815"/>
              <a:gd name="connsiteY445" fmla="*/ 734773 h 1235602"/>
              <a:gd name="connsiteX446" fmla="*/ 15692 w 1538815"/>
              <a:gd name="connsiteY446" fmla="*/ 726582 h 1235602"/>
              <a:gd name="connsiteX447" fmla="*/ 5501 w 1538815"/>
              <a:gd name="connsiteY447" fmla="*/ 668289 h 1235602"/>
              <a:gd name="connsiteX448" fmla="*/ 1310 w 1538815"/>
              <a:gd name="connsiteY448" fmla="*/ 625903 h 1235602"/>
              <a:gd name="connsiteX449" fmla="*/ 1405 w 1538815"/>
              <a:gd name="connsiteY449" fmla="*/ 587041 h 1235602"/>
              <a:gd name="connsiteX450" fmla="*/ 8358 w 1538815"/>
              <a:gd name="connsiteY450" fmla="*/ 543035 h 1235602"/>
              <a:gd name="connsiteX451" fmla="*/ 49030 w 1538815"/>
              <a:gd name="connsiteY451" fmla="*/ 432259 h 1235602"/>
              <a:gd name="connsiteX452" fmla="*/ 94655 w 1538815"/>
              <a:gd name="connsiteY452" fmla="*/ 364918 h 1235602"/>
              <a:gd name="connsiteX453" fmla="*/ 151614 w 1538815"/>
              <a:gd name="connsiteY453" fmla="*/ 310054 h 1235602"/>
              <a:gd name="connsiteX454" fmla="*/ 165235 w 1538815"/>
              <a:gd name="connsiteY454" fmla="*/ 297671 h 1235602"/>
              <a:gd name="connsiteX455" fmla="*/ 221242 w 1538815"/>
              <a:gd name="connsiteY455" fmla="*/ 246427 h 1235602"/>
              <a:gd name="connsiteX456" fmla="*/ 254865 w 1538815"/>
              <a:gd name="connsiteY456" fmla="*/ 214804 h 1235602"/>
              <a:gd name="connsiteX457" fmla="*/ 268772 w 1538815"/>
              <a:gd name="connsiteY457" fmla="*/ 209565 h 1235602"/>
              <a:gd name="connsiteX458" fmla="*/ 273915 w 1538815"/>
              <a:gd name="connsiteY458" fmla="*/ 208327 h 1235602"/>
              <a:gd name="connsiteX459" fmla="*/ 281249 w 1538815"/>
              <a:gd name="connsiteY459" fmla="*/ 202802 h 1235602"/>
              <a:gd name="connsiteX460" fmla="*/ 363831 w 1538815"/>
              <a:gd name="connsiteY460" fmla="*/ 140318 h 1235602"/>
              <a:gd name="connsiteX461" fmla="*/ 465749 w 1538815"/>
              <a:gd name="connsiteY461" fmla="*/ 84311 h 1235602"/>
              <a:gd name="connsiteX462" fmla="*/ 549283 w 1538815"/>
              <a:gd name="connsiteY462" fmla="*/ 49640 h 1235602"/>
              <a:gd name="connsiteX463" fmla="*/ 612910 w 1538815"/>
              <a:gd name="connsiteY463" fmla="*/ 30590 h 1235602"/>
              <a:gd name="connsiteX464" fmla="*/ 641390 w 1538815"/>
              <a:gd name="connsiteY464" fmla="*/ 22875 h 1235602"/>
              <a:gd name="connsiteX465" fmla="*/ 774644 w 1538815"/>
              <a:gd name="connsiteY465" fmla="*/ 2587 h 1235602"/>
              <a:gd name="connsiteX466" fmla="*/ 793123 w 1538815"/>
              <a:gd name="connsiteY466" fmla="*/ 1539 h 1235602"/>
              <a:gd name="connsiteX467" fmla="*/ 881705 w 1538815"/>
              <a:gd name="connsiteY467" fmla="*/ 2682 h 1235602"/>
              <a:gd name="connsiteX468" fmla="*/ 938855 w 1538815"/>
              <a:gd name="connsiteY468" fmla="*/ 6301 h 1235602"/>
              <a:gd name="connsiteX469" fmla="*/ 1042964 w 1538815"/>
              <a:gd name="connsiteY469" fmla="*/ 21922 h 1235602"/>
              <a:gd name="connsiteX470" fmla="*/ 1096971 w 1538815"/>
              <a:gd name="connsiteY470" fmla="*/ 34210 h 1235602"/>
              <a:gd name="connsiteX471" fmla="*/ 1123450 w 1538815"/>
              <a:gd name="connsiteY471" fmla="*/ 42211 h 1235602"/>
              <a:gd name="connsiteX472" fmla="*/ 1162121 w 1538815"/>
              <a:gd name="connsiteY472" fmla="*/ 54784 h 1235602"/>
              <a:gd name="connsiteX473" fmla="*/ 1222320 w 1538815"/>
              <a:gd name="connsiteY473" fmla="*/ 78406 h 1235602"/>
              <a:gd name="connsiteX474" fmla="*/ 1234130 w 1538815"/>
              <a:gd name="connsiteY474" fmla="*/ 83549 h 1235602"/>
              <a:gd name="connsiteX475" fmla="*/ 1254514 w 1538815"/>
              <a:gd name="connsiteY475" fmla="*/ 92312 h 1235602"/>
              <a:gd name="connsiteX476" fmla="*/ 1320522 w 1538815"/>
              <a:gd name="connsiteY476" fmla="*/ 129364 h 1235602"/>
              <a:gd name="connsiteX477" fmla="*/ 1400151 w 1538815"/>
              <a:gd name="connsiteY477" fmla="*/ 179656 h 1235602"/>
              <a:gd name="connsiteX478" fmla="*/ 1471493 w 1538815"/>
              <a:gd name="connsiteY478" fmla="*/ 238045 h 1235602"/>
              <a:gd name="connsiteX479" fmla="*/ 1500354 w 1538815"/>
              <a:gd name="connsiteY479" fmla="*/ 271668 h 1235602"/>
              <a:gd name="connsiteX480" fmla="*/ 1528834 w 1538815"/>
              <a:gd name="connsiteY480" fmla="*/ 329389 h 1235602"/>
              <a:gd name="connsiteX481" fmla="*/ 1538264 w 1538815"/>
              <a:gd name="connsiteY481" fmla="*/ 376538 h 1235602"/>
              <a:gd name="connsiteX482" fmla="*/ 1537597 w 1538815"/>
              <a:gd name="connsiteY482" fmla="*/ 409780 h 1235602"/>
              <a:gd name="connsiteX483" fmla="*/ 1535216 w 1538815"/>
              <a:gd name="connsiteY483" fmla="*/ 437498 h 1235602"/>
              <a:gd name="connsiteX484" fmla="*/ 1516451 w 1538815"/>
              <a:gd name="connsiteY484" fmla="*/ 512746 h 1235602"/>
              <a:gd name="connsiteX485" fmla="*/ 1513022 w 1538815"/>
              <a:gd name="connsiteY485" fmla="*/ 523318 h 1235602"/>
              <a:gd name="connsiteX486" fmla="*/ 1479971 w 1538815"/>
              <a:gd name="connsiteY486" fmla="*/ 597709 h 1235602"/>
              <a:gd name="connsiteX487" fmla="*/ 1463207 w 1538815"/>
              <a:gd name="connsiteY487" fmla="*/ 628760 h 1235602"/>
              <a:gd name="connsiteX488" fmla="*/ 1425392 w 1538815"/>
              <a:gd name="connsiteY488" fmla="*/ 688006 h 1235602"/>
              <a:gd name="connsiteX489" fmla="*/ 1405009 w 1538815"/>
              <a:gd name="connsiteY489" fmla="*/ 714199 h 1235602"/>
              <a:gd name="connsiteX490" fmla="*/ 1401104 w 1538815"/>
              <a:gd name="connsiteY490" fmla="*/ 718105 h 1235602"/>
              <a:gd name="connsiteX491" fmla="*/ 1375577 w 1538815"/>
              <a:gd name="connsiteY491" fmla="*/ 742203 h 1235602"/>
              <a:gd name="connsiteX492" fmla="*/ 1332905 w 1538815"/>
              <a:gd name="connsiteY492" fmla="*/ 785542 h 1235602"/>
              <a:gd name="connsiteX493" fmla="*/ 1309568 w 1538815"/>
              <a:gd name="connsiteY493" fmla="*/ 803734 h 1235602"/>
              <a:gd name="connsiteX494" fmla="*/ 1300520 w 1538815"/>
              <a:gd name="connsiteY494" fmla="*/ 814879 h 1235602"/>
              <a:gd name="connsiteX495" fmla="*/ 1277088 w 1538815"/>
              <a:gd name="connsiteY495" fmla="*/ 842025 h 1235602"/>
              <a:gd name="connsiteX496" fmla="*/ 1230130 w 1538815"/>
              <a:gd name="connsiteY496" fmla="*/ 871552 h 1235602"/>
              <a:gd name="connsiteX497" fmla="*/ 1184600 w 1538815"/>
              <a:gd name="connsiteY497" fmla="*/ 903366 h 1235602"/>
              <a:gd name="connsiteX498" fmla="*/ 1156502 w 1538815"/>
              <a:gd name="connsiteY498" fmla="*/ 920225 h 1235602"/>
              <a:gd name="connsiteX499" fmla="*/ 1136499 w 1538815"/>
              <a:gd name="connsiteY499" fmla="*/ 933560 h 1235602"/>
              <a:gd name="connsiteX500" fmla="*/ 1105162 w 1538815"/>
              <a:gd name="connsiteY500" fmla="*/ 952801 h 1235602"/>
              <a:gd name="connsiteX501" fmla="*/ 1102019 w 1538815"/>
              <a:gd name="connsiteY501" fmla="*/ 954706 h 1235602"/>
              <a:gd name="connsiteX502" fmla="*/ 1048869 w 1538815"/>
              <a:gd name="connsiteY502" fmla="*/ 988138 h 1235602"/>
              <a:gd name="connsiteX503" fmla="*/ 1042583 w 1538815"/>
              <a:gd name="connsiteY503" fmla="*/ 991948 h 1235602"/>
              <a:gd name="connsiteX504" fmla="*/ 991052 w 1538815"/>
              <a:gd name="connsiteY504" fmla="*/ 1011856 h 1235602"/>
              <a:gd name="connsiteX505" fmla="*/ 956096 w 1538815"/>
              <a:gd name="connsiteY505" fmla="*/ 1022905 h 1235602"/>
              <a:gd name="connsiteX506" fmla="*/ 909137 w 1538815"/>
              <a:gd name="connsiteY506" fmla="*/ 1033096 h 1235602"/>
              <a:gd name="connsiteX507" fmla="*/ 845701 w 1538815"/>
              <a:gd name="connsiteY507" fmla="*/ 1044907 h 1235602"/>
              <a:gd name="connsiteX508" fmla="*/ 823698 w 1538815"/>
              <a:gd name="connsiteY508" fmla="*/ 1046908 h 1235602"/>
              <a:gd name="connsiteX509" fmla="*/ 789027 w 1538815"/>
              <a:gd name="connsiteY509" fmla="*/ 1051003 h 1235602"/>
              <a:gd name="connsiteX510" fmla="*/ 730353 w 1538815"/>
              <a:gd name="connsiteY510" fmla="*/ 1057004 h 1235602"/>
              <a:gd name="connsiteX511" fmla="*/ 691682 w 1538815"/>
              <a:gd name="connsiteY511" fmla="*/ 1059290 h 1235602"/>
              <a:gd name="connsiteX512" fmla="*/ 617958 w 1538815"/>
              <a:gd name="connsiteY512" fmla="*/ 1061290 h 1235602"/>
              <a:gd name="connsiteX513" fmla="*/ 558998 w 1538815"/>
              <a:gd name="connsiteY513" fmla="*/ 1062529 h 1235602"/>
              <a:gd name="connsiteX514" fmla="*/ 538805 w 1538815"/>
              <a:gd name="connsiteY514" fmla="*/ 1062433 h 1235602"/>
              <a:gd name="connsiteX515" fmla="*/ 448794 w 1538815"/>
              <a:gd name="connsiteY515" fmla="*/ 1054147 h 1235602"/>
              <a:gd name="connsiteX516" fmla="*/ 431935 w 1538815"/>
              <a:gd name="connsiteY516" fmla="*/ 1048336 h 1235602"/>
              <a:gd name="connsiteX517" fmla="*/ 438317 w 1538815"/>
              <a:gd name="connsiteY517" fmla="*/ 1041669 h 1235602"/>
              <a:gd name="connsiteX518" fmla="*/ 510040 w 1538815"/>
              <a:gd name="connsiteY518" fmla="*/ 1047384 h 1235602"/>
              <a:gd name="connsiteX519" fmla="*/ 516422 w 1538815"/>
              <a:gd name="connsiteY519" fmla="*/ 1047765 h 1235602"/>
              <a:gd name="connsiteX520" fmla="*/ 518898 w 1538815"/>
              <a:gd name="connsiteY520" fmla="*/ 1039669 h 1235602"/>
              <a:gd name="connsiteX521" fmla="*/ 525756 w 1538815"/>
              <a:gd name="connsiteY521" fmla="*/ 1033763 h 1235602"/>
              <a:gd name="connsiteX522" fmla="*/ 548426 w 1538815"/>
              <a:gd name="connsiteY522" fmla="*/ 1021381 h 1235602"/>
              <a:gd name="connsiteX523" fmla="*/ 600527 w 1538815"/>
              <a:gd name="connsiteY523" fmla="*/ 993758 h 1235602"/>
              <a:gd name="connsiteX524" fmla="*/ 607290 w 1538815"/>
              <a:gd name="connsiteY524" fmla="*/ 990710 h 1235602"/>
              <a:gd name="connsiteX525" fmla="*/ 667964 w 1538815"/>
              <a:gd name="connsiteY525" fmla="*/ 959563 h 1235602"/>
              <a:gd name="connsiteX526" fmla="*/ 728543 w 1538815"/>
              <a:gd name="connsiteY526" fmla="*/ 932703 h 1235602"/>
              <a:gd name="connsiteX527" fmla="*/ 735687 w 1538815"/>
              <a:gd name="connsiteY527" fmla="*/ 932512 h 1235602"/>
              <a:gd name="connsiteX528" fmla="*/ 736735 w 1538815"/>
              <a:gd name="connsiteY528" fmla="*/ 933655 h 1235602"/>
              <a:gd name="connsiteX529" fmla="*/ 734735 w 1538815"/>
              <a:gd name="connsiteY529" fmla="*/ 936513 h 1235602"/>
              <a:gd name="connsiteX530" fmla="*/ 691967 w 1538815"/>
              <a:gd name="connsiteY530" fmla="*/ 958039 h 1235602"/>
              <a:gd name="connsiteX531" fmla="*/ 666059 w 1538815"/>
              <a:gd name="connsiteY531" fmla="*/ 972327 h 1235602"/>
              <a:gd name="connsiteX532" fmla="*/ 615291 w 1538815"/>
              <a:gd name="connsiteY532" fmla="*/ 998140 h 1235602"/>
              <a:gd name="connsiteX533" fmla="*/ 587383 w 1538815"/>
              <a:gd name="connsiteY533" fmla="*/ 1012427 h 1235602"/>
              <a:gd name="connsiteX534" fmla="*/ 552902 w 1538815"/>
              <a:gd name="connsiteY534" fmla="*/ 1029953 h 1235602"/>
              <a:gd name="connsiteX535" fmla="*/ 544711 w 1538815"/>
              <a:gd name="connsiteY535" fmla="*/ 1034239 h 1235602"/>
              <a:gd name="connsiteX536" fmla="*/ 539948 w 1538815"/>
              <a:gd name="connsiteY536" fmla="*/ 1041383 h 1235602"/>
              <a:gd name="connsiteX537" fmla="*/ 546616 w 1538815"/>
              <a:gd name="connsiteY537" fmla="*/ 1049670 h 1235602"/>
              <a:gd name="connsiteX538" fmla="*/ 571667 w 1538815"/>
              <a:gd name="connsiteY538" fmla="*/ 1047193 h 1235602"/>
              <a:gd name="connsiteX539" fmla="*/ 619482 w 1538815"/>
              <a:gd name="connsiteY539" fmla="*/ 1023476 h 1235602"/>
              <a:gd name="connsiteX540" fmla="*/ 656534 w 1538815"/>
              <a:gd name="connsiteY540" fmla="*/ 1002807 h 1235602"/>
              <a:gd name="connsiteX541" fmla="*/ 698540 w 1538815"/>
              <a:gd name="connsiteY541" fmla="*/ 975851 h 1235602"/>
              <a:gd name="connsiteX542" fmla="*/ 730544 w 1538815"/>
              <a:gd name="connsiteY542" fmla="*/ 953753 h 1235602"/>
              <a:gd name="connsiteX543" fmla="*/ 745117 w 1538815"/>
              <a:gd name="connsiteY543" fmla="*/ 946038 h 1235602"/>
              <a:gd name="connsiteX544" fmla="*/ 752451 w 1538815"/>
              <a:gd name="connsiteY544" fmla="*/ 936989 h 1235602"/>
              <a:gd name="connsiteX545" fmla="*/ 757595 w 1538815"/>
              <a:gd name="connsiteY545" fmla="*/ 932608 h 1235602"/>
              <a:gd name="connsiteX546" fmla="*/ 765405 w 1538815"/>
              <a:gd name="connsiteY546" fmla="*/ 931846 h 1235602"/>
              <a:gd name="connsiteX547" fmla="*/ 764834 w 1538815"/>
              <a:gd name="connsiteY547" fmla="*/ 937465 h 1235602"/>
              <a:gd name="connsiteX548" fmla="*/ 759404 w 1538815"/>
              <a:gd name="connsiteY548" fmla="*/ 942418 h 1235602"/>
              <a:gd name="connsiteX549" fmla="*/ 725019 w 1538815"/>
              <a:gd name="connsiteY549" fmla="*/ 970231 h 1235602"/>
              <a:gd name="connsiteX550" fmla="*/ 692825 w 1538815"/>
              <a:gd name="connsiteY550" fmla="*/ 991282 h 1235602"/>
              <a:gd name="connsiteX551" fmla="*/ 686633 w 1538815"/>
              <a:gd name="connsiteY551" fmla="*/ 995282 h 1235602"/>
              <a:gd name="connsiteX552" fmla="*/ 630245 w 1538815"/>
              <a:gd name="connsiteY552" fmla="*/ 1030620 h 1235602"/>
              <a:gd name="connsiteX553" fmla="*/ 608433 w 1538815"/>
              <a:gd name="connsiteY553" fmla="*/ 1040621 h 1235602"/>
              <a:gd name="connsiteX554" fmla="*/ 599861 w 1538815"/>
              <a:gd name="connsiteY554" fmla="*/ 1044431 h 1235602"/>
              <a:gd name="connsiteX555" fmla="*/ 636532 w 1538815"/>
              <a:gd name="connsiteY555" fmla="*/ 1049765 h 1235602"/>
              <a:gd name="connsiteX556" fmla="*/ 649010 w 1538815"/>
              <a:gd name="connsiteY556" fmla="*/ 1043383 h 1235602"/>
              <a:gd name="connsiteX557" fmla="*/ 669488 w 1538815"/>
              <a:gd name="connsiteY557" fmla="*/ 1028429 h 1235602"/>
              <a:gd name="connsiteX558" fmla="*/ 708160 w 1538815"/>
              <a:gd name="connsiteY558" fmla="*/ 1011189 h 1235602"/>
              <a:gd name="connsiteX559" fmla="*/ 726448 w 1538815"/>
              <a:gd name="connsiteY559" fmla="*/ 1002426 h 1235602"/>
              <a:gd name="connsiteX560" fmla="*/ 776740 w 1538815"/>
              <a:gd name="connsiteY560" fmla="*/ 971374 h 1235602"/>
              <a:gd name="connsiteX561" fmla="*/ 807791 w 1538815"/>
              <a:gd name="connsiteY561" fmla="*/ 947943 h 1235602"/>
              <a:gd name="connsiteX562" fmla="*/ 826175 w 1538815"/>
              <a:gd name="connsiteY562" fmla="*/ 936418 h 1235602"/>
              <a:gd name="connsiteX563" fmla="*/ 821984 w 1538815"/>
              <a:gd name="connsiteY563" fmla="*/ 946609 h 1235602"/>
              <a:gd name="connsiteX564" fmla="*/ 767405 w 1538815"/>
              <a:gd name="connsiteY564" fmla="*/ 990805 h 1235602"/>
              <a:gd name="connsiteX565" fmla="*/ 724067 w 1538815"/>
              <a:gd name="connsiteY565" fmla="*/ 1015285 h 1235602"/>
              <a:gd name="connsiteX566" fmla="*/ 677870 w 1538815"/>
              <a:gd name="connsiteY566" fmla="*/ 1038145 h 1235602"/>
              <a:gd name="connsiteX567" fmla="*/ 669012 w 1538815"/>
              <a:gd name="connsiteY567" fmla="*/ 1044526 h 1235602"/>
              <a:gd name="connsiteX568" fmla="*/ 676537 w 1538815"/>
              <a:gd name="connsiteY568" fmla="*/ 1047479 h 1235602"/>
              <a:gd name="connsiteX569" fmla="*/ 691301 w 1538815"/>
              <a:gd name="connsiteY569" fmla="*/ 1047003 h 1235602"/>
              <a:gd name="connsiteX570" fmla="*/ 735592 w 1538815"/>
              <a:gd name="connsiteY570" fmla="*/ 1044336 h 1235602"/>
              <a:gd name="connsiteX571" fmla="*/ 800457 w 1538815"/>
              <a:gd name="connsiteY571" fmla="*/ 1036049 h 1235602"/>
              <a:gd name="connsiteX572" fmla="*/ 804077 w 1538815"/>
              <a:gd name="connsiteY572" fmla="*/ 1026238 h 1235602"/>
              <a:gd name="connsiteX573" fmla="*/ 809125 w 1538815"/>
              <a:gd name="connsiteY573" fmla="*/ 1018714 h 1235602"/>
              <a:gd name="connsiteX574" fmla="*/ 851416 w 1538815"/>
              <a:gd name="connsiteY574" fmla="*/ 986043 h 1235602"/>
              <a:gd name="connsiteX575" fmla="*/ 897422 w 1538815"/>
              <a:gd name="connsiteY575" fmla="*/ 951658 h 1235602"/>
              <a:gd name="connsiteX576" fmla="*/ 909614 w 1538815"/>
              <a:gd name="connsiteY576" fmla="*/ 943180 h 1235602"/>
              <a:gd name="connsiteX577" fmla="*/ 914376 w 1538815"/>
              <a:gd name="connsiteY577" fmla="*/ 943466 h 1235602"/>
              <a:gd name="connsiteX578" fmla="*/ 914376 w 1538815"/>
              <a:gd name="connsiteY578" fmla="*/ 948229 h 1235602"/>
              <a:gd name="connsiteX579" fmla="*/ 899993 w 1538815"/>
              <a:gd name="connsiteY579" fmla="*/ 962516 h 1235602"/>
              <a:gd name="connsiteX580" fmla="*/ 848273 w 1538815"/>
              <a:gd name="connsiteY580" fmla="*/ 1001664 h 1235602"/>
              <a:gd name="connsiteX581" fmla="*/ 835795 w 1538815"/>
              <a:gd name="connsiteY581" fmla="*/ 1018904 h 1235602"/>
              <a:gd name="connsiteX582" fmla="*/ 826651 w 1538815"/>
              <a:gd name="connsiteY582" fmla="*/ 1033477 h 1235602"/>
              <a:gd name="connsiteX583" fmla="*/ 862274 w 1538815"/>
              <a:gd name="connsiteY583" fmla="*/ 1028620 h 1235602"/>
              <a:gd name="connsiteX584" fmla="*/ 863608 w 1538815"/>
              <a:gd name="connsiteY584" fmla="*/ 1024333 h 1235602"/>
              <a:gd name="connsiteX585" fmla="*/ 861512 w 1538815"/>
              <a:gd name="connsiteY585" fmla="*/ 1013951 h 1235602"/>
              <a:gd name="connsiteX586" fmla="*/ 868561 w 1538815"/>
              <a:gd name="connsiteY586" fmla="*/ 1006045 h 1235602"/>
              <a:gd name="connsiteX587" fmla="*/ 889992 w 1538815"/>
              <a:gd name="connsiteY587" fmla="*/ 988996 h 1235602"/>
              <a:gd name="connsiteX588" fmla="*/ 909518 w 1538815"/>
              <a:gd name="connsiteY588" fmla="*/ 972136 h 1235602"/>
              <a:gd name="connsiteX589" fmla="*/ 953143 w 1538815"/>
              <a:gd name="connsiteY589" fmla="*/ 940609 h 1235602"/>
              <a:gd name="connsiteX590" fmla="*/ 954667 w 1538815"/>
              <a:gd name="connsiteY590" fmla="*/ 948610 h 1235602"/>
              <a:gd name="connsiteX591" fmla="*/ 938951 w 1538815"/>
              <a:gd name="connsiteY591" fmla="*/ 958516 h 1235602"/>
              <a:gd name="connsiteX592" fmla="*/ 928854 w 1538815"/>
              <a:gd name="connsiteY592" fmla="*/ 966612 h 1235602"/>
              <a:gd name="connsiteX593" fmla="*/ 923330 w 1538815"/>
              <a:gd name="connsiteY593" fmla="*/ 977089 h 1235602"/>
              <a:gd name="connsiteX594" fmla="*/ 923520 w 1538815"/>
              <a:gd name="connsiteY594" fmla="*/ 978804 h 1235602"/>
              <a:gd name="connsiteX595" fmla="*/ 926568 w 1538815"/>
              <a:gd name="connsiteY595" fmla="*/ 979852 h 1235602"/>
              <a:gd name="connsiteX596" fmla="*/ 942380 w 1538815"/>
              <a:gd name="connsiteY596" fmla="*/ 970422 h 1235602"/>
              <a:gd name="connsiteX597" fmla="*/ 1002102 w 1538815"/>
              <a:gd name="connsiteY597" fmla="*/ 920606 h 1235602"/>
              <a:gd name="connsiteX598" fmla="*/ 983432 w 1538815"/>
              <a:gd name="connsiteY598" fmla="*/ 918892 h 1235602"/>
              <a:gd name="connsiteX599" fmla="*/ 976670 w 1538815"/>
              <a:gd name="connsiteY599" fmla="*/ 930607 h 1235602"/>
              <a:gd name="connsiteX600" fmla="*/ 963144 w 1538815"/>
              <a:gd name="connsiteY600" fmla="*/ 939942 h 1235602"/>
              <a:gd name="connsiteX601" fmla="*/ 969431 w 1538815"/>
              <a:gd name="connsiteY601" fmla="*/ 924511 h 1235602"/>
              <a:gd name="connsiteX602" fmla="*/ 966478 w 1538815"/>
              <a:gd name="connsiteY602" fmla="*/ 921749 h 1235602"/>
              <a:gd name="connsiteX603" fmla="*/ 948476 w 1538815"/>
              <a:gd name="connsiteY603" fmla="*/ 923464 h 1235602"/>
              <a:gd name="connsiteX604" fmla="*/ 927330 w 1538815"/>
              <a:gd name="connsiteY604" fmla="*/ 925940 h 1235602"/>
              <a:gd name="connsiteX605" fmla="*/ 921901 w 1538815"/>
              <a:gd name="connsiteY605" fmla="*/ 924892 h 1235602"/>
              <a:gd name="connsiteX606" fmla="*/ 882372 w 1538815"/>
              <a:gd name="connsiteY606" fmla="*/ 934894 h 1235602"/>
              <a:gd name="connsiteX607" fmla="*/ 873228 w 1538815"/>
              <a:gd name="connsiteY607" fmla="*/ 941180 h 1235602"/>
              <a:gd name="connsiteX608" fmla="*/ 868180 w 1538815"/>
              <a:gd name="connsiteY608" fmla="*/ 940894 h 1235602"/>
              <a:gd name="connsiteX609" fmla="*/ 868180 w 1538815"/>
              <a:gd name="connsiteY609" fmla="*/ 941561 h 1235602"/>
              <a:gd name="connsiteX610" fmla="*/ 236196 w 1538815"/>
              <a:gd name="connsiteY610" fmla="*/ 1189021 h 1235602"/>
              <a:gd name="connsiteX611" fmla="*/ 247150 w 1538815"/>
              <a:gd name="connsiteY611" fmla="*/ 1179686 h 1235602"/>
              <a:gd name="connsiteX612" fmla="*/ 261342 w 1538815"/>
              <a:gd name="connsiteY612" fmla="*/ 1170923 h 1235602"/>
              <a:gd name="connsiteX613" fmla="*/ 295346 w 1538815"/>
              <a:gd name="connsiteY613" fmla="*/ 1145206 h 1235602"/>
              <a:gd name="connsiteX614" fmla="*/ 308015 w 1538815"/>
              <a:gd name="connsiteY614" fmla="*/ 1132252 h 1235602"/>
              <a:gd name="connsiteX615" fmla="*/ 306586 w 1538815"/>
              <a:gd name="connsiteY615" fmla="*/ 1120441 h 1235602"/>
              <a:gd name="connsiteX616" fmla="*/ 305348 w 1538815"/>
              <a:gd name="connsiteY616" fmla="*/ 1108630 h 1235602"/>
              <a:gd name="connsiteX617" fmla="*/ 282964 w 1538815"/>
              <a:gd name="connsiteY617" fmla="*/ 1135014 h 1235602"/>
              <a:gd name="connsiteX618" fmla="*/ 280487 w 1538815"/>
              <a:gd name="connsiteY618" fmla="*/ 1137681 h 1235602"/>
              <a:gd name="connsiteX619" fmla="*/ 269915 w 1538815"/>
              <a:gd name="connsiteY619" fmla="*/ 1150444 h 1235602"/>
              <a:gd name="connsiteX620" fmla="*/ 252865 w 1538815"/>
              <a:gd name="connsiteY620" fmla="*/ 1167113 h 1235602"/>
              <a:gd name="connsiteX621" fmla="*/ 236101 w 1538815"/>
              <a:gd name="connsiteY621" fmla="*/ 1188925 h 1235602"/>
              <a:gd name="connsiteX622" fmla="*/ 274010 w 1538815"/>
              <a:gd name="connsiteY622" fmla="*/ 1105677 h 1235602"/>
              <a:gd name="connsiteX623" fmla="*/ 274010 w 1538815"/>
              <a:gd name="connsiteY623" fmla="*/ 1106344 h 1235602"/>
              <a:gd name="connsiteX624" fmla="*/ 278678 w 1538815"/>
              <a:gd name="connsiteY624" fmla="*/ 1101295 h 1235602"/>
              <a:gd name="connsiteX625" fmla="*/ 292965 w 1538815"/>
              <a:gd name="connsiteY625" fmla="*/ 1098724 h 1235602"/>
              <a:gd name="connsiteX626" fmla="*/ 308396 w 1538815"/>
              <a:gd name="connsiteY626" fmla="*/ 1098724 h 1235602"/>
              <a:gd name="connsiteX627" fmla="*/ 317063 w 1538815"/>
              <a:gd name="connsiteY627" fmla="*/ 984233 h 1235602"/>
              <a:gd name="connsiteX628" fmla="*/ 318968 w 1538815"/>
              <a:gd name="connsiteY628" fmla="*/ 932608 h 1235602"/>
              <a:gd name="connsiteX629" fmla="*/ 317444 w 1538815"/>
              <a:gd name="connsiteY629" fmla="*/ 926512 h 1235602"/>
              <a:gd name="connsiteX630" fmla="*/ 304967 w 1538815"/>
              <a:gd name="connsiteY630" fmla="*/ 928607 h 1235602"/>
              <a:gd name="connsiteX631" fmla="*/ 205430 w 1538815"/>
              <a:gd name="connsiteY631" fmla="*/ 947657 h 1235602"/>
              <a:gd name="connsiteX632" fmla="*/ 191333 w 1538815"/>
              <a:gd name="connsiteY632" fmla="*/ 952134 h 1235602"/>
              <a:gd name="connsiteX633" fmla="*/ 176760 w 1538815"/>
              <a:gd name="connsiteY633" fmla="*/ 976804 h 1235602"/>
              <a:gd name="connsiteX634" fmla="*/ 183999 w 1538815"/>
              <a:gd name="connsiteY634" fmla="*/ 1020619 h 1235602"/>
              <a:gd name="connsiteX635" fmla="*/ 210764 w 1538815"/>
              <a:gd name="connsiteY635" fmla="*/ 1039192 h 1235602"/>
              <a:gd name="connsiteX636" fmla="*/ 246959 w 1538815"/>
              <a:gd name="connsiteY636" fmla="*/ 1031953 h 1235602"/>
              <a:gd name="connsiteX637" fmla="*/ 254294 w 1538815"/>
              <a:gd name="connsiteY637" fmla="*/ 1035097 h 1235602"/>
              <a:gd name="connsiteX638" fmla="*/ 190952 w 1538815"/>
              <a:gd name="connsiteY638" fmla="*/ 1047670 h 1235602"/>
              <a:gd name="connsiteX639" fmla="*/ 189047 w 1538815"/>
              <a:gd name="connsiteY639" fmla="*/ 1060814 h 1235602"/>
              <a:gd name="connsiteX640" fmla="*/ 203144 w 1538815"/>
              <a:gd name="connsiteY640" fmla="*/ 1146634 h 1235602"/>
              <a:gd name="connsiteX641" fmla="*/ 211145 w 1538815"/>
              <a:gd name="connsiteY641" fmla="*/ 1176924 h 1235602"/>
              <a:gd name="connsiteX642" fmla="*/ 217527 w 1538815"/>
              <a:gd name="connsiteY642" fmla="*/ 1182258 h 1235602"/>
              <a:gd name="connsiteX643" fmla="*/ 233434 w 1538815"/>
              <a:gd name="connsiteY643" fmla="*/ 1158350 h 1235602"/>
              <a:gd name="connsiteX644" fmla="*/ 241244 w 1538815"/>
              <a:gd name="connsiteY644" fmla="*/ 1148444 h 1235602"/>
              <a:gd name="connsiteX645" fmla="*/ 250198 w 1538815"/>
              <a:gd name="connsiteY645" fmla="*/ 1141872 h 1235602"/>
              <a:gd name="connsiteX646" fmla="*/ 289536 w 1538815"/>
              <a:gd name="connsiteY646" fmla="*/ 1105963 h 1235602"/>
              <a:gd name="connsiteX647" fmla="*/ 273820 w 1538815"/>
              <a:gd name="connsiteY647" fmla="*/ 1105772 h 1235602"/>
              <a:gd name="connsiteX648" fmla="*/ 354020 w 1538815"/>
              <a:gd name="connsiteY648" fmla="*/ 1100438 h 1235602"/>
              <a:gd name="connsiteX649" fmla="*/ 328112 w 1538815"/>
              <a:gd name="connsiteY649" fmla="*/ 1130156 h 1235602"/>
              <a:gd name="connsiteX650" fmla="*/ 308015 w 1538815"/>
              <a:gd name="connsiteY650" fmla="*/ 1149206 h 1235602"/>
              <a:gd name="connsiteX651" fmla="*/ 260199 w 1538815"/>
              <a:gd name="connsiteY651" fmla="*/ 1190068 h 1235602"/>
              <a:gd name="connsiteX652" fmla="*/ 236387 w 1538815"/>
              <a:gd name="connsiteY652" fmla="*/ 1210452 h 1235602"/>
              <a:gd name="connsiteX653" fmla="*/ 223718 w 1538815"/>
              <a:gd name="connsiteY653" fmla="*/ 1226263 h 1235602"/>
              <a:gd name="connsiteX654" fmla="*/ 212574 w 1538815"/>
              <a:gd name="connsiteY654" fmla="*/ 1235407 h 1235602"/>
              <a:gd name="connsiteX655" fmla="*/ 205335 w 1538815"/>
              <a:gd name="connsiteY655" fmla="*/ 1231597 h 1235602"/>
              <a:gd name="connsiteX656" fmla="*/ 200954 w 1538815"/>
              <a:gd name="connsiteY656" fmla="*/ 1196926 h 1235602"/>
              <a:gd name="connsiteX657" fmla="*/ 199334 w 1538815"/>
              <a:gd name="connsiteY657" fmla="*/ 1187878 h 1235602"/>
              <a:gd name="connsiteX658" fmla="*/ 186285 w 1538815"/>
              <a:gd name="connsiteY658" fmla="*/ 1126346 h 1235602"/>
              <a:gd name="connsiteX659" fmla="*/ 178760 w 1538815"/>
              <a:gd name="connsiteY659" fmla="*/ 1073101 h 1235602"/>
              <a:gd name="connsiteX660" fmla="*/ 176570 w 1538815"/>
              <a:gd name="connsiteY660" fmla="*/ 1058433 h 1235602"/>
              <a:gd name="connsiteX661" fmla="*/ 163139 w 1538815"/>
              <a:gd name="connsiteY661" fmla="*/ 974232 h 1235602"/>
              <a:gd name="connsiteX662" fmla="*/ 161615 w 1538815"/>
              <a:gd name="connsiteY662" fmla="*/ 961849 h 1235602"/>
              <a:gd name="connsiteX663" fmla="*/ 174474 w 1538815"/>
              <a:gd name="connsiteY663" fmla="*/ 943657 h 1235602"/>
              <a:gd name="connsiteX664" fmla="*/ 176760 w 1538815"/>
              <a:gd name="connsiteY664" fmla="*/ 940990 h 1235602"/>
              <a:gd name="connsiteX665" fmla="*/ 229910 w 1538815"/>
              <a:gd name="connsiteY665" fmla="*/ 892984 h 1235602"/>
              <a:gd name="connsiteX666" fmla="*/ 250769 w 1538815"/>
              <a:gd name="connsiteY666" fmla="*/ 872029 h 1235602"/>
              <a:gd name="connsiteX667" fmla="*/ 264390 w 1538815"/>
              <a:gd name="connsiteY667" fmla="*/ 854884 h 1235602"/>
              <a:gd name="connsiteX668" fmla="*/ 274677 w 1538815"/>
              <a:gd name="connsiteY668" fmla="*/ 844692 h 1235602"/>
              <a:gd name="connsiteX669" fmla="*/ 282964 w 1538815"/>
              <a:gd name="connsiteY669" fmla="*/ 844025 h 1235602"/>
              <a:gd name="connsiteX670" fmla="*/ 284869 w 1538815"/>
              <a:gd name="connsiteY670" fmla="*/ 852502 h 1235602"/>
              <a:gd name="connsiteX671" fmla="*/ 278201 w 1538815"/>
              <a:gd name="connsiteY671" fmla="*/ 871362 h 1235602"/>
              <a:gd name="connsiteX672" fmla="*/ 274868 w 1538815"/>
              <a:gd name="connsiteY672" fmla="*/ 875648 h 1235602"/>
              <a:gd name="connsiteX673" fmla="*/ 248769 w 1538815"/>
              <a:gd name="connsiteY673" fmla="*/ 898984 h 1235602"/>
              <a:gd name="connsiteX674" fmla="*/ 239816 w 1538815"/>
              <a:gd name="connsiteY674" fmla="*/ 908224 h 1235602"/>
              <a:gd name="connsiteX675" fmla="*/ 233243 w 1538815"/>
              <a:gd name="connsiteY675" fmla="*/ 914320 h 1235602"/>
              <a:gd name="connsiteX676" fmla="*/ 213241 w 1538815"/>
              <a:gd name="connsiteY676" fmla="*/ 926797 h 1235602"/>
              <a:gd name="connsiteX677" fmla="*/ 211907 w 1538815"/>
              <a:gd name="connsiteY677" fmla="*/ 931369 h 1235602"/>
              <a:gd name="connsiteX678" fmla="*/ 215717 w 1538815"/>
              <a:gd name="connsiteY678" fmla="*/ 934608 h 1235602"/>
              <a:gd name="connsiteX679" fmla="*/ 222956 w 1538815"/>
              <a:gd name="connsiteY679" fmla="*/ 934036 h 1235602"/>
              <a:gd name="connsiteX680" fmla="*/ 237244 w 1538815"/>
              <a:gd name="connsiteY680" fmla="*/ 930322 h 1235602"/>
              <a:gd name="connsiteX681" fmla="*/ 308491 w 1538815"/>
              <a:gd name="connsiteY681" fmla="*/ 921273 h 1235602"/>
              <a:gd name="connsiteX682" fmla="*/ 316492 w 1538815"/>
              <a:gd name="connsiteY682" fmla="*/ 920130 h 1235602"/>
              <a:gd name="connsiteX683" fmla="*/ 317921 w 1538815"/>
              <a:gd name="connsiteY683" fmla="*/ 898032 h 1235602"/>
              <a:gd name="connsiteX684" fmla="*/ 316301 w 1538815"/>
              <a:gd name="connsiteY684" fmla="*/ 894889 h 1235602"/>
              <a:gd name="connsiteX685" fmla="*/ 312301 w 1538815"/>
              <a:gd name="connsiteY685" fmla="*/ 885649 h 1235602"/>
              <a:gd name="connsiteX686" fmla="*/ 310205 w 1538815"/>
              <a:gd name="connsiteY686" fmla="*/ 876886 h 1235602"/>
              <a:gd name="connsiteX687" fmla="*/ 313253 w 1538815"/>
              <a:gd name="connsiteY687" fmla="*/ 871076 h 1235602"/>
              <a:gd name="connsiteX688" fmla="*/ 319826 w 1538815"/>
              <a:gd name="connsiteY688" fmla="*/ 872505 h 1235602"/>
              <a:gd name="connsiteX689" fmla="*/ 329351 w 1538815"/>
              <a:gd name="connsiteY689" fmla="*/ 896127 h 1235602"/>
              <a:gd name="connsiteX690" fmla="*/ 328684 w 1538815"/>
              <a:gd name="connsiteY690" fmla="*/ 1005379 h 1235602"/>
              <a:gd name="connsiteX691" fmla="*/ 321350 w 1538815"/>
              <a:gd name="connsiteY691" fmla="*/ 1081007 h 1235602"/>
              <a:gd name="connsiteX692" fmla="*/ 320873 w 1538815"/>
              <a:gd name="connsiteY692" fmla="*/ 1106915 h 1235602"/>
              <a:gd name="connsiteX693" fmla="*/ 323445 w 1538815"/>
              <a:gd name="connsiteY693" fmla="*/ 1109963 h 1235602"/>
              <a:gd name="connsiteX694" fmla="*/ 336304 w 1538815"/>
              <a:gd name="connsiteY694" fmla="*/ 1097676 h 1235602"/>
              <a:gd name="connsiteX695" fmla="*/ 349353 w 1538815"/>
              <a:gd name="connsiteY695" fmla="*/ 1084817 h 1235602"/>
              <a:gd name="connsiteX696" fmla="*/ 350687 w 1538815"/>
              <a:gd name="connsiteY696" fmla="*/ 1083579 h 1235602"/>
              <a:gd name="connsiteX697" fmla="*/ 389644 w 1538815"/>
              <a:gd name="connsiteY697" fmla="*/ 1049575 h 1235602"/>
              <a:gd name="connsiteX698" fmla="*/ 411837 w 1538815"/>
              <a:gd name="connsiteY698" fmla="*/ 1030144 h 1235602"/>
              <a:gd name="connsiteX699" fmla="*/ 414218 w 1538815"/>
              <a:gd name="connsiteY699" fmla="*/ 1027381 h 1235602"/>
              <a:gd name="connsiteX700" fmla="*/ 433078 w 1538815"/>
              <a:gd name="connsiteY700" fmla="*/ 1005188 h 1235602"/>
              <a:gd name="connsiteX701" fmla="*/ 439174 w 1538815"/>
              <a:gd name="connsiteY701" fmla="*/ 1001473 h 1235602"/>
              <a:gd name="connsiteX702" fmla="*/ 445746 w 1538815"/>
              <a:gd name="connsiteY702" fmla="*/ 998425 h 1235602"/>
              <a:gd name="connsiteX703" fmla="*/ 481465 w 1538815"/>
              <a:gd name="connsiteY703" fmla="*/ 969279 h 1235602"/>
              <a:gd name="connsiteX704" fmla="*/ 491752 w 1538815"/>
              <a:gd name="connsiteY704" fmla="*/ 958801 h 1235602"/>
              <a:gd name="connsiteX705" fmla="*/ 505373 w 1538815"/>
              <a:gd name="connsiteY705" fmla="*/ 948133 h 1235602"/>
              <a:gd name="connsiteX706" fmla="*/ 510326 w 1538815"/>
              <a:gd name="connsiteY706" fmla="*/ 952229 h 1235602"/>
              <a:gd name="connsiteX707" fmla="*/ 520327 w 1538815"/>
              <a:gd name="connsiteY707" fmla="*/ 954134 h 1235602"/>
              <a:gd name="connsiteX708" fmla="*/ 531281 w 1538815"/>
              <a:gd name="connsiteY708" fmla="*/ 947181 h 1235602"/>
              <a:gd name="connsiteX709" fmla="*/ 545663 w 1538815"/>
              <a:gd name="connsiteY709" fmla="*/ 938989 h 1235602"/>
              <a:gd name="connsiteX710" fmla="*/ 559760 w 1538815"/>
              <a:gd name="connsiteY710" fmla="*/ 927845 h 1235602"/>
              <a:gd name="connsiteX711" fmla="*/ 563094 w 1538815"/>
              <a:gd name="connsiteY711" fmla="*/ 926988 h 1235602"/>
              <a:gd name="connsiteX712" fmla="*/ 563951 w 1538815"/>
              <a:gd name="connsiteY712" fmla="*/ 931560 h 1235602"/>
              <a:gd name="connsiteX713" fmla="*/ 557760 w 1538815"/>
              <a:gd name="connsiteY713" fmla="*/ 937942 h 1235602"/>
              <a:gd name="connsiteX714" fmla="*/ 496133 w 1538815"/>
              <a:gd name="connsiteY714" fmla="*/ 974899 h 1235602"/>
              <a:gd name="connsiteX715" fmla="*/ 486989 w 1538815"/>
              <a:gd name="connsiteY715" fmla="*/ 980995 h 1235602"/>
              <a:gd name="connsiteX716" fmla="*/ 485180 w 1538815"/>
              <a:gd name="connsiteY716" fmla="*/ 985662 h 1235602"/>
              <a:gd name="connsiteX717" fmla="*/ 495657 w 1538815"/>
              <a:gd name="connsiteY717" fmla="*/ 985376 h 1235602"/>
              <a:gd name="connsiteX718" fmla="*/ 581858 w 1538815"/>
              <a:gd name="connsiteY718" fmla="*/ 947848 h 1235602"/>
              <a:gd name="connsiteX719" fmla="*/ 615005 w 1538815"/>
              <a:gd name="connsiteY719" fmla="*/ 927940 h 1235602"/>
              <a:gd name="connsiteX720" fmla="*/ 644914 w 1538815"/>
              <a:gd name="connsiteY720" fmla="*/ 917368 h 1235602"/>
              <a:gd name="connsiteX721" fmla="*/ 622721 w 1538815"/>
              <a:gd name="connsiteY721" fmla="*/ 933941 h 1235602"/>
              <a:gd name="connsiteX722" fmla="*/ 554522 w 1538815"/>
              <a:gd name="connsiteY722" fmla="*/ 970612 h 1235602"/>
              <a:gd name="connsiteX723" fmla="*/ 521756 w 1538815"/>
              <a:gd name="connsiteY723" fmla="*/ 982519 h 1235602"/>
              <a:gd name="connsiteX724" fmla="*/ 471368 w 1538815"/>
              <a:gd name="connsiteY724" fmla="*/ 1000426 h 1235602"/>
              <a:gd name="connsiteX725" fmla="*/ 452890 w 1538815"/>
              <a:gd name="connsiteY725" fmla="*/ 1012427 h 1235602"/>
              <a:gd name="connsiteX726" fmla="*/ 449556 w 1538815"/>
              <a:gd name="connsiteY726" fmla="*/ 1016713 h 1235602"/>
              <a:gd name="connsiteX727" fmla="*/ 448413 w 1538815"/>
              <a:gd name="connsiteY727" fmla="*/ 1022524 h 1235602"/>
              <a:gd name="connsiteX728" fmla="*/ 414885 w 1538815"/>
              <a:gd name="connsiteY728" fmla="*/ 1043383 h 1235602"/>
              <a:gd name="connsiteX729" fmla="*/ 371451 w 1538815"/>
              <a:gd name="connsiteY729" fmla="*/ 1080721 h 1235602"/>
              <a:gd name="connsiteX730" fmla="*/ 364022 w 1538815"/>
              <a:gd name="connsiteY730" fmla="*/ 1085198 h 1235602"/>
              <a:gd name="connsiteX731" fmla="*/ 368213 w 1538815"/>
              <a:gd name="connsiteY731" fmla="*/ 1077197 h 1235602"/>
              <a:gd name="connsiteX732" fmla="*/ 355259 w 1538815"/>
              <a:gd name="connsiteY732" fmla="*/ 1088151 h 1235602"/>
              <a:gd name="connsiteX733" fmla="*/ 354020 w 1538815"/>
              <a:gd name="connsiteY733" fmla="*/ 1100533 h 1235602"/>
              <a:gd name="connsiteX734" fmla="*/ 173712 w 1538815"/>
              <a:gd name="connsiteY734" fmla="*/ 860027 h 1235602"/>
              <a:gd name="connsiteX735" fmla="*/ 170283 w 1538815"/>
              <a:gd name="connsiteY735" fmla="*/ 864885 h 1235602"/>
              <a:gd name="connsiteX736" fmla="*/ 149138 w 1538815"/>
              <a:gd name="connsiteY736" fmla="*/ 879744 h 1235602"/>
              <a:gd name="connsiteX737" fmla="*/ 135422 w 1538815"/>
              <a:gd name="connsiteY737" fmla="*/ 884316 h 1235602"/>
              <a:gd name="connsiteX738" fmla="*/ 128183 w 1538815"/>
              <a:gd name="connsiteY738" fmla="*/ 875648 h 1235602"/>
              <a:gd name="connsiteX739" fmla="*/ 135898 w 1538815"/>
              <a:gd name="connsiteY739" fmla="*/ 863456 h 1235602"/>
              <a:gd name="connsiteX740" fmla="*/ 168188 w 1538815"/>
              <a:gd name="connsiteY740" fmla="*/ 838882 h 1235602"/>
              <a:gd name="connsiteX741" fmla="*/ 183237 w 1538815"/>
              <a:gd name="connsiteY741" fmla="*/ 825547 h 1235602"/>
              <a:gd name="connsiteX742" fmla="*/ 198953 w 1538815"/>
              <a:gd name="connsiteY742" fmla="*/ 810211 h 1235602"/>
              <a:gd name="connsiteX743" fmla="*/ 155615 w 1538815"/>
              <a:gd name="connsiteY743" fmla="*/ 827642 h 1235602"/>
              <a:gd name="connsiteX744" fmla="*/ 214289 w 1538815"/>
              <a:gd name="connsiteY744" fmla="*/ 788685 h 1235602"/>
              <a:gd name="connsiteX745" fmla="*/ 219718 w 1538815"/>
              <a:gd name="connsiteY745" fmla="*/ 787828 h 1235602"/>
              <a:gd name="connsiteX746" fmla="*/ 222766 w 1538815"/>
              <a:gd name="connsiteY746" fmla="*/ 789447 h 1235602"/>
              <a:gd name="connsiteX747" fmla="*/ 223337 w 1538815"/>
              <a:gd name="connsiteY747" fmla="*/ 792781 h 1235602"/>
              <a:gd name="connsiteX748" fmla="*/ 212860 w 1538815"/>
              <a:gd name="connsiteY748" fmla="*/ 805354 h 1235602"/>
              <a:gd name="connsiteX749" fmla="*/ 173998 w 1538815"/>
              <a:gd name="connsiteY749" fmla="*/ 839167 h 1235602"/>
              <a:gd name="connsiteX750" fmla="*/ 154757 w 1538815"/>
              <a:gd name="connsiteY750" fmla="*/ 858789 h 1235602"/>
              <a:gd name="connsiteX751" fmla="*/ 155234 w 1538815"/>
              <a:gd name="connsiteY751" fmla="*/ 865456 h 1235602"/>
              <a:gd name="connsiteX752" fmla="*/ 161806 w 1538815"/>
              <a:gd name="connsiteY752" fmla="*/ 866790 h 1235602"/>
              <a:gd name="connsiteX753" fmla="*/ 173712 w 1538815"/>
              <a:gd name="connsiteY753" fmla="*/ 860027 h 1235602"/>
              <a:gd name="connsiteX754" fmla="*/ 176665 w 1538815"/>
              <a:gd name="connsiteY754" fmla="*/ 916225 h 1235602"/>
              <a:gd name="connsiteX755" fmla="*/ 188952 w 1538815"/>
              <a:gd name="connsiteY755" fmla="*/ 902890 h 1235602"/>
              <a:gd name="connsiteX756" fmla="*/ 228386 w 1538815"/>
              <a:gd name="connsiteY756" fmla="*/ 869457 h 1235602"/>
              <a:gd name="connsiteX757" fmla="*/ 253627 w 1538815"/>
              <a:gd name="connsiteY757" fmla="*/ 845073 h 1235602"/>
              <a:gd name="connsiteX758" fmla="*/ 274677 w 1538815"/>
              <a:gd name="connsiteY758" fmla="*/ 827356 h 1235602"/>
              <a:gd name="connsiteX759" fmla="*/ 274201 w 1538815"/>
              <a:gd name="connsiteY759" fmla="*/ 834976 h 1235602"/>
              <a:gd name="connsiteX760" fmla="*/ 224099 w 1538815"/>
              <a:gd name="connsiteY760" fmla="*/ 881268 h 1235602"/>
              <a:gd name="connsiteX761" fmla="*/ 176665 w 1538815"/>
              <a:gd name="connsiteY761" fmla="*/ 916320 h 1235602"/>
              <a:gd name="connsiteX762" fmla="*/ 300871 w 1538815"/>
              <a:gd name="connsiteY762" fmla="*/ 952896 h 1235602"/>
              <a:gd name="connsiteX763" fmla="*/ 292965 w 1538815"/>
              <a:gd name="connsiteY763" fmla="*/ 957277 h 1235602"/>
              <a:gd name="connsiteX764" fmla="*/ 211336 w 1538815"/>
              <a:gd name="connsiteY764" fmla="*/ 970993 h 1235602"/>
              <a:gd name="connsiteX765" fmla="*/ 186476 w 1538815"/>
              <a:gd name="connsiteY765" fmla="*/ 970708 h 1235602"/>
              <a:gd name="connsiteX766" fmla="*/ 190190 w 1538815"/>
              <a:gd name="connsiteY766" fmla="*/ 967279 h 1235602"/>
              <a:gd name="connsiteX767" fmla="*/ 201144 w 1538815"/>
              <a:gd name="connsiteY767" fmla="*/ 966231 h 1235602"/>
              <a:gd name="connsiteX768" fmla="*/ 220099 w 1538815"/>
              <a:gd name="connsiteY768" fmla="*/ 962040 h 1235602"/>
              <a:gd name="connsiteX769" fmla="*/ 232291 w 1538815"/>
              <a:gd name="connsiteY769" fmla="*/ 958516 h 1235602"/>
              <a:gd name="connsiteX770" fmla="*/ 299823 w 1538815"/>
              <a:gd name="connsiteY770" fmla="*/ 950419 h 1235602"/>
              <a:gd name="connsiteX771" fmla="*/ 300776 w 1538815"/>
              <a:gd name="connsiteY771" fmla="*/ 952896 h 1235602"/>
              <a:gd name="connsiteX772" fmla="*/ 295537 w 1538815"/>
              <a:gd name="connsiteY772" fmla="*/ 987376 h 1235602"/>
              <a:gd name="connsiteX773" fmla="*/ 287726 w 1538815"/>
              <a:gd name="connsiteY773" fmla="*/ 992806 h 1235602"/>
              <a:gd name="connsiteX774" fmla="*/ 253722 w 1538815"/>
              <a:gd name="connsiteY774" fmla="*/ 1001092 h 1235602"/>
              <a:gd name="connsiteX775" fmla="*/ 211145 w 1538815"/>
              <a:gd name="connsiteY775" fmla="*/ 1012808 h 1235602"/>
              <a:gd name="connsiteX776" fmla="*/ 192762 w 1538815"/>
              <a:gd name="connsiteY776" fmla="*/ 1010617 h 1235602"/>
              <a:gd name="connsiteX777" fmla="*/ 195143 w 1538815"/>
              <a:gd name="connsiteY777" fmla="*/ 1008331 h 1235602"/>
              <a:gd name="connsiteX778" fmla="*/ 247150 w 1538815"/>
              <a:gd name="connsiteY778" fmla="*/ 996330 h 1235602"/>
              <a:gd name="connsiteX779" fmla="*/ 282964 w 1538815"/>
              <a:gd name="connsiteY779" fmla="*/ 987853 h 1235602"/>
              <a:gd name="connsiteX780" fmla="*/ 295537 w 1538815"/>
              <a:gd name="connsiteY780" fmla="*/ 987472 h 1235602"/>
              <a:gd name="connsiteX781" fmla="*/ 273629 w 1538815"/>
              <a:gd name="connsiteY781" fmla="*/ 1105963 h 1235602"/>
              <a:gd name="connsiteX782" fmla="*/ 258675 w 1538815"/>
              <a:gd name="connsiteY782" fmla="*/ 1112535 h 1235602"/>
              <a:gd name="connsiteX783" fmla="*/ 213717 w 1538815"/>
              <a:gd name="connsiteY783" fmla="*/ 1118536 h 1235602"/>
              <a:gd name="connsiteX784" fmla="*/ 209431 w 1538815"/>
              <a:gd name="connsiteY784" fmla="*/ 1115773 h 1235602"/>
              <a:gd name="connsiteX785" fmla="*/ 212384 w 1538815"/>
              <a:gd name="connsiteY785" fmla="*/ 1109868 h 1235602"/>
              <a:gd name="connsiteX786" fmla="*/ 235720 w 1538815"/>
              <a:gd name="connsiteY786" fmla="*/ 1099390 h 1235602"/>
              <a:gd name="connsiteX787" fmla="*/ 250769 w 1538815"/>
              <a:gd name="connsiteY787" fmla="*/ 1093104 h 1235602"/>
              <a:gd name="connsiteX788" fmla="*/ 223814 w 1538815"/>
              <a:gd name="connsiteY788" fmla="*/ 1113106 h 1235602"/>
              <a:gd name="connsiteX789" fmla="*/ 257723 w 1538815"/>
              <a:gd name="connsiteY789" fmla="*/ 1108630 h 1235602"/>
              <a:gd name="connsiteX790" fmla="*/ 273629 w 1538815"/>
              <a:gd name="connsiteY790" fmla="*/ 1106629 h 1235602"/>
              <a:gd name="connsiteX791" fmla="*/ 273629 w 1538815"/>
              <a:gd name="connsiteY791" fmla="*/ 1105963 h 1235602"/>
              <a:gd name="connsiteX792" fmla="*/ 258866 w 1538815"/>
              <a:gd name="connsiteY792" fmla="*/ 1069196 h 1235602"/>
              <a:gd name="connsiteX793" fmla="*/ 256008 w 1538815"/>
              <a:gd name="connsiteY793" fmla="*/ 1072911 h 1235602"/>
              <a:gd name="connsiteX794" fmla="*/ 212479 w 1538815"/>
              <a:gd name="connsiteY794" fmla="*/ 1080626 h 1235602"/>
              <a:gd name="connsiteX795" fmla="*/ 205240 w 1538815"/>
              <a:gd name="connsiteY795" fmla="*/ 1079578 h 1235602"/>
              <a:gd name="connsiteX796" fmla="*/ 201430 w 1538815"/>
              <a:gd name="connsiteY796" fmla="*/ 1074054 h 1235602"/>
              <a:gd name="connsiteX797" fmla="*/ 208097 w 1538815"/>
              <a:gd name="connsiteY797" fmla="*/ 1069006 h 1235602"/>
              <a:gd name="connsiteX798" fmla="*/ 249722 w 1538815"/>
              <a:gd name="connsiteY798" fmla="*/ 1069768 h 1235602"/>
              <a:gd name="connsiteX799" fmla="*/ 258866 w 1538815"/>
              <a:gd name="connsiteY799" fmla="*/ 1069101 h 1235602"/>
              <a:gd name="connsiteX800" fmla="*/ 891897 w 1538815"/>
              <a:gd name="connsiteY800" fmla="*/ 595613 h 1235602"/>
              <a:gd name="connsiteX801" fmla="*/ 913519 w 1538815"/>
              <a:gd name="connsiteY801" fmla="*/ 598090 h 1235602"/>
              <a:gd name="connsiteX802" fmla="*/ 975050 w 1538815"/>
              <a:gd name="connsiteY802" fmla="*/ 595899 h 1235602"/>
              <a:gd name="connsiteX803" fmla="*/ 981527 w 1538815"/>
              <a:gd name="connsiteY803" fmla="*/ 585136 h 1235602"/>
              <a:gd name="connsiteX804" fmla="*/ 988004 w 1538815"/>
              <a:gd name="connsiteY804" fmla="*/ 571134 h 1235602"/>
              <a:gd name="connsiteX805" fmla="*/ 996767 w 1538815"/>
              <a:gd name="connsiteY805" fmla="*/ 550560 h 1235602"/>
              <a:gd name="connsiteX806" fmla="*/ 1002387 w 1538815"/>
              <a:gd name="connsiteY806" fmla="*/ 539320 h 1235602"/>
              <a:gd name="connsiteX807" fmla="*/ 1013246 w 1538815"/>
              <a:gd name="connsiteY807" fmla="*/ 534748 h 1235602"/>
              <a:gd name="connsiteX808" fmla="*/ 1020104 w 1538815"/>
              <a:gd name="connsiteY808" fmla="*/ 535510 h 1235602"/>
              <a:gd name="connsiteX809" fmla="*/ 1050679 w 1538815"/>
              <a:gd name="connsiteY809" fmla="*/ 535796 h 1235602"/>
              <a:gd name="connsiteX810" fmla="*/ 1064681 w 1538815"/>
              <a:gd name="connsiteY810" fmla="*/ 536939 h 1235602"/>
              <a:gd name="connsiteX811" fmla="*/ 1077063 w 1538815"/>
              <a:gd name="connsiteY811" fmla="*/ 539225 h 1235602"/>
              <a:gd name="connsiteX812" fmla="*/ 1081635 w 1538815"/>
              <a:gd name="connsiteY812" fmla="*/ 541225 h 1235602"/>
              <a:gd name="connsiteX813" fmla="*/ 1074777 w 1538815"/>
              <a:gd name="connsiteY813" fmla="*/ 548845 h 1235602"/>
              <a:gd name="connsiteX814" fmla="*/ 1077635 w 1538815"/>
              <a:gd name="connsiteY814" fmla="*/ 620759 h 1235602"/>
              <a:gd name="connsiteX815" fmla="*/ 1094589 w 1538815"/>
              <a:gd name="connsiteY815" fmla="*/ 619807 h 1235602"/>
              <a:gd name="connsiteX816" fmla="*/ 1129546 w 1538815"/>
              <a:gd name="connsiteY816" fmla="*/ 616949 h 1235602"/>
              <a:gd name="connsiteX817" fmla="*/ 1134975 w 1538815"/>
              <a:gd name="connsiteY817" fmla="*/ 617711 h 1235602"/>
              <a:gd name="connsiteX818" fmla="*/ 1132784 w 1538815"/>
              <a:gd name="connsiteY818" fmla="*/ 624855 h 1235602"/>
              <a:gd name="connsiteX819" fmla="*/ 1118878 w 1538815"/>
              <a:gd name="connsiteY819" fmla="*/ 626093 h 1235602"/>
              <a:gd name="connsiteX820" fmla="*/ 1085636 w 1538815"/>
              <a:gd name="connsiteY820" fmla="*/ 631141 h 1235602"/>
              <a:gd name="connsiteX821" fmla="*/ 1077921 w 1538815"/>
              <a:gd name="connsiteY821" fmla="*/ 638761 h 1235602"/>
              <a:gd name="connsiteX822" fmla="*/ 1069824 w 1538815"/>
              <a:gd name="connsiteY822" fmla="*/ 638666 h 1235602"/>
              <a:gd name="connsiteX823" fmla="*/ 1061061 w 1538815"/>
              <a:gd name="connsiteY823" fmla="*/ 624379 h 1235602"/>
              <a:gd name="connsiteX824" fmla="*/ 1066871 w 1538815"/>
              <a:gd name="connsiteY824" fmla="*/ 613901 h 1235602"/>
              <a:gd name="connsiteX825" fmla="*/ 1066871 w 1538815"/>
              <a:gd name="connsiteY825" fmla="*/ 599899 h 1235602"/>
              <a:gd name="connsiteX826" fmla="*/ 1066109 w 1538815"/>
              <a:gd name="connsiteY826" fmla="*/ 583135 h 1235602"/>
              <a:gd name="connsiteX827" fmla="*/ 1065062 w 1538815"/>
              <a:gd name="connsiteY827" fmla="*/ 550846 h 1235602"/>
              <a:gd name="connsiteX828" fmla="*/ 1058585 w 1538815"/>
              <a:gd name="connsiteY828" fmla="*/ 545035 h 1235602"/>
              <a:gd name="connsiteX829" fmla="*/ 1030581 w 1538815"/>
              <a:gd name="connsiteY829" fmla="*/ 544083 h 1235602"/>
              <a:gd name="connsiteX830" fmla="*/ 1017627 w 1538815"/>
              <a:gd name="connsiteY830" fmla="*/ 541225 h 1235602"/>
              <a:gd name="connsiteX831" fmla="*/ 1014770 w 1538815"/>
              <a:gd name="connsiteY831" fmla="*/ 542749 h 1235602"/>
              <a:gd name="connsiteX832" fmla="*/ 1001720 w 1538815"/>
              <a:gd name="connsiteY832" fmla="*/ 561704 h 1235602"/>
              <a:gd name="connsiteX833" fmla="*/ 994100 w 1538815"/>
              <a:gd name="connsiteY833" fmla="*/ 578182 h 1235602"/>
              <a:gd name="connsiteX834" fmla="*/ 989147 w 1538815"/>
              <a:gd name="connsiteY834" fmla="*/ 603614 h 1235602"/>
              <a:gd name="connsiteX835" fmla="*/ 977527 w 1538815"/>
              <a:gd name="connsiteY835" fmla="*/ 616187 h 1235602"/>
              <a:gd name="connsiteX836" fmla="*/ 974860 w 1538815"/>
              <a:gd name="connsiteY836" fmla="*/ 616854 h 1235602"/>
              <a:gd name="connsiteX837" fmla="*/ 969431 w 1538815"/>
              <a:gd name="connsiteY837" fmla="*/ 605329 h 1235602"/>
              <a:gd name="connsiteX838" fmla="*/ 963239 w 1538815"/>
              <a:gd name="connsiteY838" fmla="*/ 604567 h 1235602"/>
              <a:gd name="connsiteX839" fmla="*/ 922568 w 1538815"/>
              <a:gd name="connsiteY839" fmla="*/ 606281 h 1235602"/>
              <a:gd name="connsiteX840" fmla="*/ 904375 w 1538815"/>
              <a:gd name="connsiteY840" fmla="*/ 607329 h 1235602"/>
              <a:gd name="connsiteX841" fmla="*/ 893421 w 1538815"/>
              <a:gd name="connsiteY841" fmla="*/ 605519 h 1235602"/>
              <a:gd name="connsiteX842" fmla="*/ 891707 w 1538815"/>
              <a:gd name="connsiteY842" fmla="*/ 603709 h 1235602"/>
              <a:gd name="connsiteX843" fmla="*/ 891611 w 1538815"/>
              <a:gd name="connsiteY843" fmla="*/ 600185 h 1235602"/>
              <a:gd name="connsiteX844" fmla="*/ 885801 w 1538815"/>
              <a:gd name="connsiteY844" fmla="*/ 602947 h 1235602"/>
              <a:gd name="connsiteX845" fmla="*/ 880658 w 1538815"/>
              <a:gd name="connsiteY845" fmla="*/ 602090 h 1235602"/>
              <a:gd name="connsiteX846" fmla="*/ 879515 w 1538815"/>
              <a:gd name="connsiteY846" fmla="*/ 595613 h 1235602"/>
              <a:gd name="connsiteX847" fmla="*/ 880181 w 1538815"/>
              <a:gd name="connsiteY847" fmla="*/ 594375 h 1235602"/>
              <a:gd name="connsiteX848" fmla="*/ 889040 w 1538815"/>
              <a:gd name="connsiteY848" fmla="*/ 575420 h 1235602"/>
              <a:gd name="connsiteX849" fmla="*/ 905423 w 1538815"/>
              <a:gd name="connsiteY849" fmla="*/ 536558 h 1235602"/>
              <a:gd name="connsiteX850" fmla="*/ 924568 w 1538815"/>
              <a:gd name="connsiteY850" fmla="*/ 495886 h 1235602"/>
              <a:gd name="connsiteX851" fmla="*/ 948190 w 1538815"/>
              <a:gd name="connsiteY851" fmla="*/ 446452 h 1235602"/>
              <a:gd name="connsiteX852" fmla="*/ 962096 w 1538815"/>
              <a:gd name="connsiteY852" fmla="*/ 414257 h 1235602"/>
              <a:gd name="connsiteX853" fmla="*/ 975336 w 1538815"/>
              <a:gd name="connsiteY853" fmla="*/ 387968 h 1235602"/>
              <a:gd name="connsiteX854" fmla="*/ 978956 w 1538815"/>
              <a:gd name="connsiteY854" fmla="*/ 386635 h 1235602"/>
              <a:gd name="connsiteX855" fmla="*/ 981432 w 1538815"/>
              <a:gd name="connsiteY855" fmla="*/ 389397 h 1235602"/>
              <a:gd name="connsiteX856" fmla="*/ 981623 w 1538815"/>
              <a:gd name="connsiteY856" fmla="*/ 394731 h 1235602"/>
              <a:gd name="connsiteX857" fmla="*/ 972764 w 1538815"/>
              <a:gd name="connsiteY857" fmla="*/ 413781 h 1235602"/>
              <a:gd name="connsiteX858" fmla="*/ 969716 w 1538815"/>
              <a:gd name="connsiteY858" fmla="*/ 420067 h 1235602"/>
              <a:gd name="connsiteX859" fmla="*/ 915519 w 1538815"/>
              <a:gd name="connsiteY859" fmla="*/ 534367 h 1235602"/>
              <a:gd name="connsiteX860" fmla="*/ 893421 w 1538815"/>
              <a:gd name="connsiteY860" fmla="*/ 589041 h 1235602"/>
              <a:gd name="connsiteX861" fmla="*/ 891897 w 1538815"/>
              <a:gd name="connsiteY861" fmla="*/ 595423 h 1235602"/>
              <a:gd name="connsiteX862" fmla="*/ 1371005 w 1538815"/>
              <a:gd name="connsiteY862" fmla="*/ 414638 h 1235602"/>
              <a:gd name="connsiteX863" fmla="*/ 1351574 w 1538815"/>
              <a:gd name="connsiteY863" fmla="*/ 411495 h 1235602"/>
              <a:gd name="connsiteX864" fmla="*/ 1349192 w 1538815"/>
              <a:gd name="connsiteY864" fmla="*/ 411685 h 1235602"/>
              <a:gd name="connsiteX865" fmla="*/ 1344335 w 1538815"/>
              <a:gd name="connsiteY865" fmla="*/ 413495 h 1235602"/>
              <a:gd name="connsiteX866" fmla="*/ 1308521 w 1538815"/>
              <a:gd name="connsiteY866" fmla="*/ 409018 h 1235602"/>
              <a:gd name="connsiteX867" fmla="*/ 1277755 w 1538815"/>
              <a:gd name="connsiteY867" fmla="*/ 409304 h 1235602"/>
              <a:gd name="connsiteX868" fmla="*/ 1271945 w 1538815"/>
              <a:gd name="connsiteY868" fmla="*/ 414448 h 1235602"/>
              <a:gd name="connsiteX869" fmla="*/ 1262229 w 1538815"/>
              <a:gd name="connsiteY869" fmla="*/ 413781 h 1235602"/>
              <a:gd name="connsiteX870" fmla="*/ 1261753 w 1538815"/>
              <a:gd name="connsiteY870" fmla="*/ 418448 h 1235602"/>
              <a:gd name="connsiteX871" fmla="*/ 1272230 w 1538815"/>
              <a:gd name="connsiteY871" fmla="*/ 487885 h 1235602"/>
              <a:gd name="connsiteX872" fmla="*/ 1273088 w 1538815"/>
              <a:gd name="connsiteY872" fmla="*/ 491981 h 1235602"/>
              <a:gd name="connsiteX873" fmla="*/ 1272897 w 1538815"/>
              <a:gd name="connsiteY873" fmla="*/ 536749 h 1235602"/>
              <a:gd name="connsiteX874" fmla="*/ 1273278 w 1538815"/>
              <a:gd name="connsiteY874" fmla="*/ 544559 h 1235602"/>
              <a:gd name="connsiteX875" fmla="*/ 1325666 w 1538815"/>
              <a:gd name="connsiteY875" fmla="*/ 543226 h 1235602"/>
              <a:gd name="connsiteX876" fmla="*/ 1334619 w 1538815"/>
              <a:gd name="connsiteY876" fmla="*/ 535129 h 1235602"/>
              <a:gd name="connsiteX877" fmla="*/ 1335858 w 1538815"/>
              <a:gd name="connsiteY877" fmla="*/ 528271 h 1235602"/>
              <a:gd name="connsiteX878" fmla="*/ 1344335 w 1538815"/>
              <a:gd name="connsiteY878" fmla="*/ 509317 h 1235602"/>
              <a:gd name="connsiteX879" fmla="*/ 1350240 w 1538815"/>
              <a:gd name="connsiteY879" fmla="*/ 497506 h 1235602"/>
              <a:gd name="connsiteX880" fmla="*/ 1358051 w 1538815"/>
              <a:gd name="connsiteY880" fmla="*/ 467883 h 1235602"/>
              <a:gd name="connsiteX881" fmla="*/ 1370814 w 1538815"/>
              <a:gd name="connsiteY881" fmla="*/ 430831 h 1235602"/>
              <a:gd name="connsiteX882" fmla="*/ 1371005 w 1538815"/>
              <a:gd name="connsiteY882" fmla="*/ 414733 h 1235602"/>
              <a:gd name="connsiteX883" fmla="*/ 1258324 w 1538815"/>
              <a:gd name="connsiteY883" fmla="*/ 551131 h 1235602"/>
              <a:gd name="connsiteX884" fmla="*/ 1265087 w 1538815"/>
              <a:gd name="connsiteY884" fmla="*/ 509412 h 1235602"/>
              <a:gd name="connsiteX885" fmla="*/ 1256991 w 1538815"/>
              <a:gd name="connsiteY885" fmla="*/ 439498 h 1235602"/>
              <a:gd name="connsiteX886" fmla="*/ 1253371 w 1538815"/>
              <a:gd name="connsiteY886" fmla="*/ 424449 h 1235602"/>
              <a:gd name="connsiteX887" fmla="*/ 1253371 w 1538815"/>
              <a:gd name="connsiteY887" fmla="*/ 416257 h 1235602"/>
              <a:gd name="connsiteX888" fmla="*/ 1252133 w 1538815"/>
              <a:gd name="connsiteY888" fmla="*/ 402256 h 1235602"/>
              <a:gd name="connsiteX889" fmla="*/ 1252704 w 1538815"/>
              <a:gd name="connsiteY889" fmla="*/ 393588 h 1235602"/>
              <a:gd name="connsiteX890" fmla="*/ 1254038 w 1538815"/>
              <a:gd name="connsiteY890" fmla="*/ 393588 h 1235602"/>
              <a:gd name="connsiteX891" fmla="*/ 1278422 w 1538815"/>
              <a:gd name="connsiteY891" fmla="*/ 400351 h 1235602"/>
              <a:gd name="connsiteX892" fmla="*/ 1303568 w 1538815"/>
              <a:gd name="connsiteY892" fmla="*/ 400922 h 1235602"/>
              <a:gd name="connsiteX893" fmla="*/ 1345383 w 1538815"/>
              <a:gd name="connsiteY893" fmla="*/ 405399 h 1235602"/>
              <a:gd name="connsiteX894" fmla="*/ 1356431 w 1538815"/>
              <a:gd name="connsiteY894" fmla="*/ 405208 h 1235602"/>
              <a:gd name="connsiteX895" fmla="*/ 1368719 w 1538815"/>
              <a:gd name="connsiteY895" fmla="*/ 406161 h 1235602"/>
              <a:gd name="connsiteX896" fmla="*/ 1379006 w 1538815"/>
              <a:gd name="connsiteY896" fmla="*/ 404065 h 1235602"/>
              <a:gd name="connsiteX897" fmla="*/ 1387578 w 1538815"/>
              <a:gd name="connsiteY897" fmla="*/ 402446 h 1235602"/>
              <a:gd name="connsiteX898" fmla="*/ 1386912 w 1538815"/>
              <a:gd name="connsiteY898" fmla="*/ 410161 h 1235602"/>
              <a:gd name="connsiteX899" fmla="*/ 1377767 w 1538815"/>
              <a:gd name="connsiteY899" fmla="*/ 435117 h 1235602"/>
              <a:gd name="connsiteX900" fmla="*/ 1360146 w 1538815"/>
              <a:gd name="connsiteY900" fmla="*/ 485504 h 1235602"/>
              <a:gd name="connsiteX901" fmla="*/ 1341763 w 1538815"/>
              <a:gd name="connsiteY901" fmla="*/ 535606 h 1235602"/>
              <a:gd name="connsiteX902" fmla="*/ 1341763 w 1538815"/>
              <a:gd name="connsiteY902" fmla="*/ 543607 h 1235602"/>
              <a:gd name="connsiteX903" fmla="*/ 1337191 w 1538815"/>
              <a:gd name="connsiteY903" fmla="*/ 551417 h 1235602"/>
              <a:gd name="connsiteX904" fmla="*/ 1323284 w 1538815"/>
              <a:gd name="connsiteY904" fmla="*/ 551608 h 1235602"/>
              <a:gd name="connsiteX905" fmla="*/ 1280041 w 1538815"/>
              <a:gd name="connsiteY905" fmla="*/ 555132 h 1235602"/>
              <a:gd name="connsiteX906" fmla="*/ 1270040 w 1538815"/>
              <a:gd name="connsiteY906" fmla="*/ 551608 h 1235602"/>
              <a:gd name="connsiteX907" fmla="*/ 1264992 w 1538815"/>
              <a:gd name="connsiteY907" fmla="*/ 550465 h 1235602"/>
              <a:gd name="connsiteX908" fmla="*/ 1258419 w 1538815"/>
              <a:gd name="connsiteY908" fmla="*/ 551227 h 1235602"/>
              <a:gd name="connsiteX909" fmla="*/ 345257 w 1538815"/>
              <a:gd name="connsiteY909" fmla="*/ 331485 h 1235602"/>
              <a:gd name="connsiteX910" fmla="*/ 344019 w 1538815"/>
              <a:gd name="connsiteY910" fmla="*/ 336438 h 1235602"/>
              <a:gd name="connsiteX911" fmla="*/ 327065 w 1538815"/>
              <a:gd name="connsiteY911" fmla="*/ 341486 h 1235602"/>
              <a:gd name="connsiteX912" fmla="*/ 322302 w 1538815"/>
              <a:gd name="connsiteY912" fmla="*/ 363298 h 1235602"/>
              <a:gd name="connsiteX913" fmla="*/ 321254 w 1538815"/>
              <a:gd name="connsiteY913" fmla="*/ 368061 h 1235602"/>
              <a:gd name="connsiteX914" fmla="*/ 317444 w 1538815"/>
              <a:gd name="connsiteY914" fmla="*/ 378348 h 1235602"/>
              <a:gd name="connsiteX915" fmla="*/ 311634 w 1538815"/>
              <a:gd name="connsiteY915" fmla="*/ 389397 h 1235602"/>
              <a:gd name="connsiteX916" fmla="*/ 298585 w 1538815"/>
              <a:gd name="connsiteY916" fmla="*/ 424735 h 1235602"/>
              <a:gd name="connsiteX917" fmla="*/ 289060 w 1538815"/>
              <a:gd name="connsiteY917" fmla="*/ 450928 h 1235602"/>
              <a:gd name="connsiteX918" fmla="*/ 278678 w 1538815"/>
              <a:gd name="connsiteY918" fmla="*/ 476932 h 1235602"/>
              <a:gd name="connsiteX919" fmla="*/ 254865 w 1538815"/>
              <a:gd name="connsiteY919" fmla="*/ 532272 h 1235602"/>
              <a:gd name="connsiteX920" fmla="*/ 243530 w 1538815"/>
              <a:gd name="connsiteY920" fmla="*/ 561228 h 1235602"/>
              <a:gd name="connsiteX921" fmla="*/ 251722 w 1538815"/>
              <a:gd name="connsiteY921" fmla="*/ 564847 h 1235602"/>
              <a:gd name="connsiteX922" fmla="*/ 269915 w 1538815"/>
              <a:gd name="connsiteY922" fmla="*/ 565609 h 1235602"/>
              <a:gd name="connsiteX923" fmla="*/ 297918 w 1538815"/>
              <a:gd name="connsiteY923" fmla="*/ 565990 h 1235602"/>
              <a:gd name="connsiteX924" fmla="*/ 331541 w 1538815"/>
              <a:gd name="connsiteY924" fmla="*/ 563895 h 1235602"/>
              <a:gd name="connsiteX925" fmla="*/ 340495 w 1538815"/>
              <a:gd name="connsiteY925" fmla="*/ 563228 h 1235602"/>
              <a:gd name="connsiteX926" fmla="*/ 339066 w 1538815"/>
              <a:gd name="connsiteY926" fmla="*/ 569515 h 1235602"/>
              <a:gd name="connsiteX927" fmla="*/ 343829 w 1538815"/>
              <a:gd name="connsiteY927" fmla="*/ 573991 h 1235602"/>
              <a:gd name="connsiteX928" fmla="*/ 347258 w 1538815"/>
              <a:gd name="connsiteY928" fmla="*/ 576087 h 1235602"/>
              <a:gd name="connsiteX929" fmla="*/ 346496 w 1538815"/>
              <a:gd name="connsiteY929" fmla="*/ 579706 h 1235602"/>
              <a:gd name="connsiteX930" fmla="*/ 344114 w 1538815"/>
              <a:gd name="connsiteY930" fmla="*/ 580945 h 1235602"/>
              <a:gd name="connsiteX931" fmla="*/ 325922 w 1538815"/>
              <a:gd name="connsiteY931" fmla="*/ 580945 h 1235602"/>
              <a:gd name="connsiteX932" fmla="*/ 320492 w 1538815"/>
              <a:gd name="connsiteY932" fmla="*/ 579897 h 1235602"/>
              <a:gd name="connsiteX933" fmla="*/ 299156 w 1538815"/>
              <a:gd name="connsiteY933" fmla="*/ 576277 h 1235602"/>
              <a:gd name="connsiteX934" fmla="*/ 254294 w 1538815"/>
              <a:gd name="connsiteY934" fmla="*/ 577706 h 1235602"/>
              <a:gd name="connsiteX935" fmla="*/ 233910 w 1538815"/>
              <a:gd name="connsiteY935" fmla="*/ 573229 h 1235602"/>
              <a:gd name="connsiteX936" fmla="*/ 229433 w 1538815"/>
              <a:gd name="connsiteY936" fmla="*/ 569229 h 1235602"/>
              <a:gd name="connsiteX937" fmla="*/ 242578 w 1538815"/>
              <a:gd name="connsiteY937" fmla="*/ 535225 h 1235602"/>
              <a:gd name="connsiteX938" fmla="*/ 266962 w 1538815"/>
              <a:gd name="connsiteY938" fmla="*/ 476932 h 1235602"/>
              <a:gd name="connsiteX939" fmla="*/ 284202 w 1538815"/>
              <a:gd name="connsiteY939" fmla="*/ 432355 h 1235602"/>
              <a:gd name="connsiteX940" fmla="*/ 286869 w 1538815"/>
              <a:gd name="connsiteY940" fmla="*/ 425878 h 1235602"/>
              <a:gd name="connsiteX941" fmla="*/ 307253 w 1538815"/>
              <a:gd name="connsiteY941" fmla="*/ 381205 h 1235602"/>
              <a:gd name="connsiteX942" fmla="*/ 319445 w 1538815"/>
              <a:gd name="connsiteY942" fmla="*/ 346820 h 1235602"/>
              <a:gd name="connsiteX943" fmla="*/ 325636 w 1538815"/>
              <a:gd name="connsiteY943" fmla="*/ 332723 h 1235602"/>
              <a:gd name="connsiteX944" fmla="*/ 333065 w 1538815"/>
              <a:gd name="connsiteY944" fmla="*/ 327103 h 1235602"/>
              <a:gd name="connsiteX945" fmla="*/ 344305 w 1538815"/>
              <a:gd name="connsiteY945" fmla="*/ 331009 h 1235602"/>
              <a:gd name="connsiteX946" fmla="*/ 345257 w 1538815"/>
              <a:gd name="connsiteY946" fmla="*/ 331961 h 1235602"/>
              <a:gd name="connsiteX947" fmla="*/ 345257 w 1538815"/>
              <a:gd name="connsiteY947" fmla="*/ 331390 h 1235602"/>
              <a:gd name="connsiteX948" fmla="*/ 664345 w 1538815"/>
              <a:gd name="connsiteY948" fmla="*/ 350630 h 1235602"/>
              <a:gd name="connsiteX949" fmla="*/ 675394 w 1538815"/>
              <a:gd name="connsiteY949" fmla="*/ 345582 h 1235602"/>
              <a:gd name="connsiteX950" fmla="*/ 701969 w 1538815"/>
              <a:gd name="connsiteY950" fmla="*/ 343772 h 1235602"/>
              <a:gd name="connsiteX951" fmla="*/ 746450 w 1538815"/>
              <a:gd name="connsiteY951" fmla="*/ 338629 h 1235602"/>
              <a:gd name="connsiteX952" fmla="*/ 753404 w 1538815"/>
              <a:gd name="connsiteY952" fmla="*/ 338724 h 1235602"/>
              <a:gd name="connsiteX953" fmla="*/ 756261 w 1538815"/>
              <a:gd name="connsiteY953" fmla="*/ 342820 h 1235602"/>
              <a:gd name="connsiteX954" fmla="*/ 749498 w 1538815"/>
              <a:gd name="connsiteY954" fmla="*/ 382634 h 1235602"/>
              <a:gd name="connsiteX955" fmla="*/ 744545 w 1538815"/>
              <a:gd name="connsiteY955" fmla="*/ 437117 h 1235602"/>
              <a:gd name="connsiteX956" fmla="*/ 744831 w 1538815"/>
              <a:gd name="connsiteY956" fmla="*/ 443213 h 1235602"/>
              <a:gd name="connsiteX957" fmla="*/ 752070 w 1538815"/>
              <a:gd name="connsiteY957" fmla="*/ 443118 h 1235602"/>
              <a:gd name="connsiteX958" fmla="*/ 774359 w 1538815"/>
              <a:gd name="connsiteY958" fmla="*/ 441118 h 1235602"/>
              <a:gd name="connsiteX959" fmla="*/ 778454 w 1538815"/>
              <a:gd name="connsiteY959" fmla="*/ 440356 h 1235602"/>
              <a:gd name="connsiteX960" fmla="*/ 787694 w 1538815"/>
              <a:gd name="connsiteY960" fmla="*/ 430926 h 1235602"/>
              <a:gd name="connsiteX961" fmla="*/ 790265 w 1538815"/>
              <a:gd name="connsiteY961" fmla="*/ 409971 h 1235602"/>
              <a:gd name="connsiteX962" fmla="*/ 791694 w 1538815"/>
              <a:gd name="connsiteY962" fmla="*/ 373585 h 1235602"/>
              <a:gd name="connsiteX963" fmla="*/ 788837 w 1538815"/>
              <a:gd name="connsiteY963" fmla="*/ 365965 h 1235602"/>
              <a:gd name="connsiteX964" fmla="*/ 788456 w 1538815"/>
              <a:gd name="connsiteY964" fmla="*/ 356917 h 1235602"/>
              <a:gd name="connsiteX965" fmla="*/ 791218 w 1538815"/>
              <a:gd name="connsiteY965" fmla="*/ 355393 h 1235602"/>
              <a:gd name="connsiteX966" fmla="*/ 835890 w 1538815"/>
              <a:gd name="connsiteY966" fmla="*/ 353392 h 1235602"/>
              <a:gd name="connsiteX967" fmla="*/ 872276 w 1538815"/>
              <a:gd name="connsiteY967" fmla="*/ 352630 h 1235602"/>
              <a:gd name="connsiteX968" fmla="*/ 877133 w 1538815"/>
              <a:gd name="connsiteY968" fmla="*/ 360346 h 1235602"/>
              <a:gd name="connsiteX969" fmla="*/ 876276 w 1538815"/>
              <a:gd name="connsiteY969" fmla="*/ 363013 h 1235602"/>
              <a:gd name="connsiteX970" fmla="*/ 871418 w 1538815"/>
              <a:gd name="connsiteY970" fmla="*/ 362251 h 1235602"/>
              <a:gd name="connsiteX971" fmla="*/ 859227 w 1538815"/>
              <a:gd name="connsiteY971" fmla="*/ 360346 h 1235602"/>
              <a:gd name="connsiteX972" fmla="*/ 807506 w 1538815"/>
              <a:gd name="connsiteY972" fmla="*/ 364156 h 1235602"/>
              <a:gd name="connsiteX973" fmla="*/ 797885 w 1538815"/>
              <a:gd name="connsiteY973" fmla="*/ 361203 h 1235602"/>
              <a:gd name="connsiteX974" fmla="*/ 798838 w 1538815"/>
              <a:gd name="connsiteY974" fmla="*/ 371680 h 1235602"/>
              <a:gd name="connsiteX975" fmla="*/ 797123 w 1538815"/>
              <a:gd name="connsiteY975" fmla="*/ 379015 h 1235602"/>
              <a:gd name="connsiteX976" fmla="*/ 799886 w 1538815"/>
              <a:gd name="connsiteY976" fmla="*/ 384825 h 1235602"/>
              <a:gd name="connsiteX977" fmla="*/ 800171 w 1538815"/>
              <a:gd name="connsiteY977" fmla="*/ 393302 h 1235602"/>
              <a:gd name="connsiteX978" fmla="*/ 794552 w 1538815"/>
              <a:gd name="connsiteY978" fmla="*/ 450547 h 1235602"/>
              <a:gd name="connsiteX979" fmla="*/ 793504 w 1538815"/>
              <a:gd name="connsiteY979" fmla="*/ 454643 h 1235602"/>
              <a:gd name="connsiteX980" fmla="*/ 788551 w 1538815"/>
              <a:gd name="connsiteY980" fmla="*/ 459025 h 1235602"/>
              <a:gd name="connsiteX981" fmla="*/ 783788 w 1538815"/>
              <a:gd name="connsiteY981" fmla="*/ 455024 h 1235602"/>
              <a:gd name="connsiteX982" fmla="*/ 782169 w 1538815"/>
              <a:gd name="connsiteY982" fmla="*/ 450547 h 1235602"/>
              <a:gd name="connsiteX983" fmla="*/ 741974 w 1538815"/>
              <a:gd name="connsiteY983" fmla="*/ 453214 h 1235602"/>
              <a:gd name="connsiteX984" fmla="*/ 729591 w 1538815"/>
              <a:gd name="connsiteY984" fmla="*/ 448071 h 1235602"/>
              <a:gd name="connsiteX985" fmla="*/ 736640 w 1538815"/>
              <a:gd name="connsiteY985" fmla="*/ 423211 h 1235602"/>
              <a:gd name="connsiteX986" fmla="*/ 743307 w 1538815"/>
              <a:gd name="connsiteY986" fmla="*/ 358917 h 1235602"/>
              <a:gd name="connsiteX987" fmla="*/ 743593 w 1538815"/>
              <a:gd name="connsiteY987" fmla="*/ 356155 h 1235602"/>
              <a:gd name="connsiteX988" fmla="*/ 738449 w 1538815"/>
              <a:gd name="connsiteY988" fmla="*/ 350344 h 1235602"/>
              <a:gd name="connsiteX989" fmla="*/ 732830 w 1538815"/>
              <a:gd name="connsiteY989" fmla="*/ 350154 h 1235602"/>
              <a:gd name="connsiteX990" fmla="*/ 695111 w 1538815"/>
              <a:gd name="connsiteY990" fmla="*/ 353202 h 1235602"/>
              <a:gd name="connsiteX991" fmla="*/ 672727 w 1538815"/>
              <a:gd name="connsiteY991" fmla="*/ 354631 h 1235602"/>
              <a:gd name="connsiteX992" fmla="*/ 664440 w 1538815"/>
              <a:gd name="connsiteY992" fmla="*/ 350249 h 1235602"/>
              <a:gd name="connsiteX993" fmla="*/ 664440 w 1538815"/>
              <a:gd name="connsiteY993" fmla="*/ 350725 h 1235602"/>
              <a:gd name="connsiteX994" fmla="*/ 540520 w 1538815"/>
              <a:gd name="connsiteY994" fmla="*/ 343677 h 1235602"/>
              <a:gd name="connsiteX995" fmla="*/ 544806 w 1538815"/>
              <a:gd name="connsiteY995" fmla="*/ 347296 h 1235602"/>
              <a:gd name="connsiteX996" fmla="*/ 549854 w 1538815"/>
              <a:gd name="connsiteY996" fmla="*/ 356821 h 1235602"/>
              <a:gd name="connsiteX997" fmla="*/ 560618 w 1538815"/>
              <a:gd name="connsiteY997" fmla="*/ 461692 h 1235602"/>
              <a:gd name="connsiteX998" fmla="*/ 562332 w 1538815"/>
              <a:gd name="connsiteY998" fmla="*/ 496839 h 1235602"/>
              <a:gd name="connsiteX999" fmla="*/ 564428 w 1538815"/>
              <a:gd name="connsiteY999" fmla="*/ 558751 h 1235602"/>
              <a:gd name="connsiteX1000" fmla="*/ 568238 w 1538815"/>
              <a:gd name="connsiteY1000" fmla="*/ 587993 h 1235602"/>
              <a:gd name="connsiteX1001" fmla="*/ 569666 w 1538815"/>
              <a:gd name="connsiteY1001" fmla="*/ 604662 h 1235602"/>
              <a:gd name="connsiteX1002" fmla="*/ 566809 w 1538815"/>
              <a:gd name="connsiteY1002" fmla="*/ 610758 h 1235602"/>
              <a:gd name="connsiteX1003" fmla="*/ 563094 w 1538815"/>
              <a:gd name="connsiteY1003" fmla="*/ 611996 h 1235602"/>
              <a:gd name="connsiteX1004" fmla="*/ 559951 w 1538815"/>
              <a:gd name="connsiteY1004" fmla="*/ 609424 h 1235602"/>
              <a:gd name="connsiteX1005" fmla="*/ 559094 w 1538815"/>
              <a:gd name="connsiteY1005" fmla="*/ 603995 h 1235602"/>
              <a:gd name="connsiteX1006" fmla="*/ 553950 w 1538815"/>
              <a:gd name="connsiteY1006" fmla="*/ 528176 h 1235602"/>
              <a:gd name="connsiteX1007" fmla="*/ 549473 w 1538815"/>
              <a:gd name="connsiteY1007" fmla="*/ 443975 h 1235602"/>
              <a:gd name="connsiteX1008" fmla="*/ 544806 w 1538815"/>
              <a:gd name="connsiteY1008" fmla="*/ 399303 h 1235602"/>
              <a:gd name="connsiteX1009" fmla="*/ 539758 w 1538815"/>
              <a:gd name="connsiteY1009" fmla="*/ 353297 h 1235602"/>
              <a:gd name="connsiteX1010" fmla="*/ 540996 w 1538815"/>
              <a:gd name="connsiteY1010" fmla="*/ 343772 h 1235602"/>
              <a:gd name="connsiteX1011" fmla="*/ 540520 w 1538815"/>
              <a:gd name="connsiteY1011" fmla="*/ 343772 h 1235602"/>
              <a:gd name="connsiteX1012" fmla="*/ 1149739 w 1538815"/>
              <a:gd name="connsiteY1012" fmla="*/ 403970 h 1235602"/>
              <a:gd name="connsiteX1013" fmla="*/ 1157930 w 1538815"/>
              <a:gd name="connsiteY1013" fmla="*/ 405113 h 1235602"/>
              <a:gd name="connsiteX1014" fmla="*/ 1160598 w 1538815"/>
              <a:gd name="connsiteY1014" fmla="*/ 425878 h 1235602"/>
              <a:gd name="connsiteX1015" fmla="*/ 1159264 w 1538815"/>
              <a:gd name="connsiteY1015" fmla="*/ 466645 h 1235602"/>
              <a:gd name="connsiteX1016" fmla="*/ 1158788 w 1538815"/>
              <a:gd name="connsiteY1016" fmla="*/ 508840 h 1235602"/>
              <a:gd name="connsiteX1017" fmla="*/ 1157454 w 1538815"/>
              <a:gd name="connsiteY1017" fmla="*/ 557989 h 1235602"/>
              <a:gd name="connsiteX1018" fmla="*/ 1157930 w 1538815"/>
              <a:gd name="connsiteY1018" fmla="*/ 591708 h 1235602"/>
              <a:gd name="connsiteX1019" fmla="*/ 1157930 w 1538815"/>
              <a:gd name="connsiteY1019" fmla="*/ 614187 h 1235602"/>
              <a:gd name="connsiteX1020" fmla="*/ 1158311 w 1538815"/>
              <a:gd name="connsiteY1020" fmla="*/ 619807 h 1235602"/>
              <a:gd name="connsiteX1021" fmla="*/ 1161550 w 1538815"/>
              <a:gd name="connsiteY1021" fmla="*/ 633142 h 1235602"/>
              <a:gd name="connsiteX1022" fmla="*/ 1161836 w 1538815"/>
              <a:gd name="connsiteY1022" fmla="*/ 645619 h 1235602"/>
              <a:gd name="connsiteX1023" fmla="*/ 1157930 w 1538815"/>
              <a:gd name="connsiteY1023" fmla="*/ 652573 h 1235602"/>
              <a:gd name="connsiteX1024" fmla="*/ 1153073 w 1538815"/>
              <a:gd name="connsiteY1024" fmla="*/ 651430 h 1235602"/>
              <a:gd name="connsiteX1025" fmla="*/ 1150787 w 1538815"/>
              <a:gd name="connsiteY1025" fmla="*/ 643524 h 1235602"/>
              <a:gd name="connsiteX1026" fmla="*/ 1148691 w 1538815"/>
              <a:gd name="connsiteY1026" fmla="*/ 595804 h 1235602"/>
              <a:gd name="connsiteX1027" fmla="*/ 1148405 w 1538815"/>
              <a:gd name="connsiteY1027" fmla="*/ 560656 h 1235602"/>
              <a:gd name="connsiteX1028" fmla="*/ 1149167 w 1538815"/>
              <a:gd name="connsiteY1028" fmla="*/ 527033 h 1235602"/>
              <a:gd name="connsiteX1029" fmla="*/ 1149929 w 1538815"/>
              <a:gd name="connsiteY1029" fmla="*/ 483504 h 1235602"/>
              <a:gd name="connsiteX1030" fmla="*/ 1151263 w 1538815"/>
              <a:gd name="connsiteY1030" fmla="*/ 439975 h 1235602"/>
              <a:gd name="connsiteX1031" fmla="*/ 1150215 w 1538815"/>
              <a:gd name="connsiteY1031" fmla="*/ 416162 h 1235602"/>
              <a:gd name="connsiteX1032" fmla="*/ 1150406 w 1538815"/>
              <a:gd name="connsiteY1032" fmla="*/ 403970 h 1235602"/>
              <a:gd name="connsiteX1033" fmla="*/ 1149929 w 1538815"/>
              <a:gd name="connsiteY1033" fmla="*/ 403970 h 1235602"/>
              <a:gd name="connsiteX1034" fmla="*/ 1328142 w 1538815"/>
              <a:gd name="connsiteY1034" fmla="*/ 599328 h 1235602"/>
              <a:gd name="connsiteX1035" fmla="*/ 1314712 w 1538815"/>
              <a:gd name="connsiteY1035" fmla="*/ 587041 h 1235602"/>
              <a:gd name="connsiteX1036" fmla="*/ 1309950 w 1538815"/>
              <a:gd name="connsiteY1036" fmla="*/ 584374 h 1235602"/>
              <a:gd name="connsiteX1037" fmla="*/ 1306616 w 1538815"/>
              <a:gd name="connsiteY1037" fmla="*/ 589041 h 1235602"/>
              <a:gd name="connsiteX1038" fmla="*/ 1283565 w 1538815"/>
              <a:gd name="connsiteY1038" fmla="*/ 587993 h 1235602"/>
              <a:gd name="connsiteX1039" fmla="*/ 1276803 w 1538815"/>
              <a:gd name="connsiteY1039" fmla="*/ 588565 h 1235602"/>
              <a:gd name="connsiteX1040" fmla="*/ 1253085 w 1538815"/>
              <a:gd name="connsiteY1040" fmla="*/ 600090 h 1235602"/>
              <a:gd name="connsiteX1041" fmla="*/ 1243275 w 1538815"/>
              <a:gd name="connsiteY1041" fmla="*/ 630284 h 1235602"/>
              <a:gd name="connsiteX1042" fmla="*/ 1265277 w 1538815"/>
              <a:gd name="connsiteY1042" fmla="*/ 653811 h 1235602"/>
              <a:gd name="connsiteX1043" fmla="*/ 1296710 w 1538815"/>
              <a:gd name="connsiteY1043" fmla="*/ 658478 h 1235602"/>
              <a:gd name="connsiteX1044" fmla="*/ 1306616 w 1538815"/>
              <a:gd name="connsiteY1044" fmla="*/ 653906 h 1235602"/>
              <a:gd name="connsiteX1045" fmla="*/ 1311759 w 1538815"/>
              <a:gd name="connsiteY1045" fmla="*/ 649144 h 1235602"/>
              <a:gd name="connsiteX1046" fmla="*/ 1326904 w 1538815"/>
              <a:gd name="connsiteY1046" fmla="*/ 618664 h 1235602"/>
              <a:gd name="connsiteX1047" fmla="*/ 1330333 w 1538815"/>
              <a:gd name="connsiteY1047" fmla="*/ 606757 h 1235602"/>
              <a:gd name="connsiteX1048" fmla="*/ 1332524 w 1538815"/>
              <a:gd name="connsiteY1048" fmla="*/ 616282 h 1235602"/>
              <a:gd name="connsiteX1049" fmla="*/ 1326428 w 1538815"/>
              <a:gd name="connsiteY1049" fmla="*/ 643810 h 1235602"/>
              <a:gd name="connsiteX1050" fmla="*/ 1312807 w 1538815"/>
              <a:gd name="connsiteY1050" fmla="*/ 657716 h 1235602"/>
              <a:gd name="connsiteX1051" fmla="*/ 1270897 w 1538815"/>
              <a:gd name="connsiteY1051" fmla="*/ 663431 h 1235602"/>
              <a:gd name="connsiteX1052" fmla="*/ 1261467 w 1538815"/>
              <a:gd name="connsiteY1052" fmla="*/ 660859 h 1235602"/>
              <a:gd name="connsiteX1053" fmla="*/ 1233464 w 1538815"/>
              <a:gd name="connsiteY1053" fmla="*/ 629427 h 1235602"/>
              <a:gd name="connsiteX1054" fmla="*/ 1240893 w 1538815"/>
              <a:gd name="connsiteY1054" fmla="*/ 600471 h 1235602"/>
              <a:gd name="connsiteX1055" fmla="*/ 1253562 w 1538815"/>
              <a:gd name="connsiteY1055" fmla="*/ 587422 h 1235602"/>
              <a:gd name="connsiteX1056" fmla="*/ 1277660 w 1538815"/>
              <a:gd name="connsiteY1056" fmla="*/ 577325 h 1235602"/>
              <a:gd name="connsiteX1057" fmla="*/ 1300043 w 1538815"/>
              <a:gd name="connsiteY1057" fmla="*/ 577039 h 1235602"/>
              <a:gd name="connsiteX1058" fmla="*/ 1325380 w 1538815"/>
              <a:gd name="connsiteY1058" fmla="*/ 590089 h 1235602"/>
              <a:gd name="connsiteX1059" fmla="*/ 1328142 w 1538815"/>
              <a:gd name="connsiteY1059" fmla="*/ 599328 h 1235602"/>
              <a:gd name="connsiteX1060" fmla="*/ 888563 w 1538815"/>
              <a:gd name="connsiteY1060" fmla="*/ 356250 h 1235602"/>
              <a:gd name="connsiteX1061" fmla="*/ 891230 w 1538815"/>
              <a:gd name="connsiteY1061" fmla="*/ 371299 h 1235602"/>
              <a:gd name="connsiteX1062" fmla="*/ 890087 w 1538815"/>
              <a:gd name="connsiteY1062" fmla="*/ 378253 h 1235602"/>
              <a:gd name="connsiteX1063" fmla="*/ 876943 w 1538815"/>
              <a:gd name="connsiteY1063" fmla="*/ 440165 h 1235602"/>
              <a:gd name="connsiteX1064" fmla="*/ 875038 w 1538815"/>
              <a:gd name="connsiteY1064" fmla="*/ 455500 h 1235602"/>
              <a:gd name="connsiteX1065" fmla="*/ 868275 w 1538815"/>
              <a:gd name="connsiteY1065" fmla="*/ 515603 h 1235602"/>
              <a:gd name="connsiteX1066" fmla="*/ 862751 w 1538815"/>
              <a:gd name="connsiteY1066" fmla="*/ 560180 h 1235602"/>
              <a:gd name="connsiteX1067" fmla="*/ 860655 w 1538815"/>
              <a:gd name="connsiteY1067" fmla="*/ 576182 h 1235602"/>
              <a:gd name="connsiteX1068" fmla="*/ 853702 w 1538815"/>
              <a:gd name="connsiteY1068" fmla="*/ 577516 h 1235602"/>
              <a:gd name="connsiteX1069" fmla="*/ 851130 w 1538815"/>
              <a:gd name="connsiteY1069" fmla="*/ 574468 h 1235602"/>
              <a:gd name="connsiteX1070" fmla="*/ 851130 w 1538815"/>
              <a:gd name="connsiteY1070" fmla="*/ 570277 h 1235602"/>
              <a:gd name="connsiteX1071" fmla="*/ 856940 w 1538815"/>
              <a:gd name="connsiteY1071" fmla="*/ 528462 h 1235602"/>
              <a:gd name="connsiteX1072" fmla="*/ 863417 w 1538815"/>
              <a:gd name="connsiteY1072" fmla="*/ 485314 h 1235602"/>
              <a:gd name="connsiteX1073" fmla="*/ 864656 w 1538815"/>
              <a:gd name="connsiteY1073" fmla="*/ 465692 h 1235602"/>
              <a:gd name="connsiteX1074" fmla="*/ 880372 w 1538815"/>
              <a:gd name="connsiteY1074" fmla="*/ 378538 h 1235602"/>
              <a:gd name="connsiteX1075" fmla="*/ 885230 w 1538815"/>
              <a:gd name="connsiteY1075" fmla="*/ 361012 h 1235602"/>
              <a:gd name="connsiteX1076" fmla="*/ 888659 w 1538815"/>
              <a:gd name="connsiteY1076" fmla="*/ 356345 h 1235602"/>
              <a:gd name="connsiteX1077" fmla="*/ 664535 w 1538815"/>
              <a:gd name="connsiteY1077" fmla="*/ 350249 h 1235602"/>
              <a:gd name="connsiteX1078" fmla="*/ 663869 w 1538815"/>
              <a:gd name="connsiteY1078" fmla="*/ 353011 h 1235602"/>
              <a:gd name="connsiteX1079" fmla="*/ 657963 w 1538815"/>
              <a:gd name="connsiteY1079" fmla="*/ 368632 h 1235602"/>
              <a:gd name="connsiteX1080" fmla="*/ 656915 w 1538815"/>
              <a:gd name="connsiteY1080" fmla="*/ 435974 h 1235602"/>
              <a:gd name="connsiteX1081" fmla="*/ 655201 w 1538815"/>
              <a:gd name="connsiteY1081" fmla="*/ 473788 h 1235602"/>
              <a:gd name="connsiteX1082" fmla="*/ 655106 w 1538815"/>
              <a:gd name="connsiteY1082" fmla="*/ 483599 h 1235602"/>
              <a:gd name="connsiteX1083" fmla="*/ 651391 w 1538815"/>
              <a:gd name="connsiteY1083" fmla="*/ 535320 h 1235602"/>
              <a:gd name="connsiteX1084" fmla="*/ 651105 w 1538815"/>
              <a:gd name="connsiteY1084" fmla="*/ 538082 h 1235602"/>
              <a:gd name="connsiteX1085" fmla="*/ 647676 w 1538815"/>
              <a:gd name="connsiteY1085" fmla="*/ 575515 h 1235602"/>
              <a:gd name="connsiteX1086" fmla="*/ 647390 w 1538815"/>
              <a:gd name="connsiteY1086" fmla="*/ 579611 h 1235602"/>
              <a:gd name="connsiteX1087" fmla="*/ 644152 w 1538815"/>
              <a:gd name="connsiteY1087" fmla="*/ 581707 h 1235602"/>
              <a:gd name="connsiteX1088" fmla="*/ 640723 w 1538815"/>
              <a:gd name="connsiteY1088" fmla="*/ 580183 h 1235602"/>
              <a:gd name="connsiteX1089" fmla="*/ 639675 w 1538815"/>
              <a:gd name="connsiteY1089" fmla="*/ 571991 h 1235602"/>
              <a:gd name="connsiteX1090" fmla="*/ 640342 w 1538815"/>
              <a:gd name="connsiteY1090" fmla="*/ 550941 h 1235602"/>
              <a:gd name="connsiteX1091" fmla="*/ 641961 w 1538815"/>
              <a:gd name="connsiteY1091" fmla="*/ 527224 h 1235602"/>
              <a:gd name="connsiteX1092" fmla="*/ 643009 w 1538815"/>
              <a:gd name="connsiteY1092" fmla="*/ 502078 h 1235602"/>
              <a:gd name="connsiteX1093" fmla="*/ 643676 w 1538815"/>
              <a:gd name="connsiteY1093" fmla="*/ 495315 h 1235602"/>
              <a:gd name="connsiteX1094" fmla="*/ 646819 w 1538815"/>
              <a:gd name="connsiteY1094" fmla="*/ 480361 h 1235602"/>
              <a:gd name="connsiteX1095" fmla="*/ 647676 w 1538815"/>
              <a:gd name="connsiteY1095" fmla="*/ 457882 h 1235602"/>
              <a:gd name="connsiteX1096" fmla="*/ 649295 w 1538815"/>
              <a:gd name="connsiteY1096" fmla="*/ 387682 h 1235602"/>
              <a:gd name="connsiteX1097" fmla="*/ 650629 w 1538815"/>
              <a:gd name="connsiteY1097" fmla="*/ 376538 h 1235602"/>
              <a:gd name="connsiteX1098" fmla="*/ 652248 w 1538815"/>
              <a:gd name="connsiteY1098" fmla="*/ 356059 h 1235602"/>
              <a:gd name="connsiteX1099" fmla="*/ 659106 w 1538815"/>
              <a:gd name="connsiteY1099" fmla="*/ 347296 h 1235602"/>
              <a:gd name="connsiteX1100" fmla="*/ 664726 w 1538815"/>
              <a:gd name="connsiteY1100" fmla="*/ 350440 h 1235602"/>
              <a:gd name="connsiteX1101" fmla="*/ 664726 w 1538815"/>
              <a:gd name="connsiteY1101" fmla="*/ 349963 h 1235602"/>
              <a:gd name="connsiteX1102" fmla="*/ 788837 w 1538815"/>
              <a:gd name="connsiteY1102" fmla="*/ 602281 h 1235602"/>
              <a:gd name="connsiteX1103" fmla="*/ 775216 w 1538815"/>
              <a:gd name="connsiteY1103" fmla="*/ 610091 h 1235602"/>
              <a:gd name="connsiteX1104" fmla="*/ 774644 w 1538815"/>
              <a:gd name="connsiteY1104" fmla="*/ 591041 h 1235602"/>
              <a:gd name="connsiteX1105" fmla="*/ 778740 w 1538815"/>
              <a:gd name="connsiteY1105" fmla="*/ 563228 h 1235602"/>
              <a:gd name="connsiteX1106" fmla="*/ 780550 w 1538815"/>
              <a:gd name="connsiteY1106" fmla="*/ 545988 h 1235602"/>
              <a:gd name="connsiteX1107" fmla="*/ 736544 w 1538815"/>
              <a:gd name="connsiteY1107" fmla="*/ 549036 h 1235602"/>
              <a:gd name="connsiteX1108" fmla="*/ 721781 w 1538815"/>
              <a:gd name="connsiteY1108" fmla="*/ 555608 h 1235602"/>
              <a:gd name="connsiteX1109" fmla="*/ 716256 w 1538815"/>
              <a:gd name="connsiteY1109" fmla="*/ 536844 h 1235602"/>
              <a:gd name="connsiteX1110" fmla="*/ 723876 w 1538815"/>
              <a:gd name="connsiteY1110" fmla="*/ 538082 h 1235602"/>
              <a:gd name="connsiteX1111" fmla="*/ 737497 w 1538815"/>
              <a:gd name="connsiteY1111" fmla="*/ 539606 h 1235602"/>
              <a:gd name="connsiteX1112" fmla="*/ 761214 w 1538815"/>
              <a:gd name="connsiteY1112" fmla="*/ 538368 h 1235602"/>
              <a:gd name="connsiteX1113" fmla="*/ 783503 w 1538815"/>
              <a:gd name="connsiteY1113" fmla="*/ 536558 h 1235602"/>
              <a:gd name="connsiteX1114" fmla="*/ 793313 w 1538815"/>
              <a:gd name="connsiteY1114" fmla="*/ 539797 h 1235602"/>
              <a:gd name="connsiteX1115" fmla="*/ 787694 w 1538815"/>
              <a:gd name="connsiteY1115" fmla="*/ 590851 h 1235602"/>
              <a:gd name="connsiteX1116" fmla="*/ 805505 w 1538815"/>
              <a:gd name="connsiteY1116" fmla="*/ 589041 h 1235602"/>
              <a:gd name="connsiteX1117" fmla="*/ 822269 w 1538815"/>
              <a:gd name="connsiteY1117" fmla="*/ 588184 h 1235602"/>
              <a:gd name="connsiteX1118" fmla="*/ 831699 w 1538815"/>
              <a:gd name="connsiteY1118" fmla="*/ 589803 h 1235602"/>
              <a:gd name="connsiteX1119" fmla="*/ 833509 w 1538815"/>
              <a:gd name="connsiteY1119" fmla="*/ 593137 h 1235602"/>
              <a:gd name="connsiteX1120" fmla="*/ 831318 w 1538815"/>
              <a:gd name="connsiteY1120" fmla="*/ 596280 h 1235602"/>
              <a:gd name="connsiteX1121" fmla="*/ 825889 w 1538815"/>
              <a:gd name="connsiteY1121" fmla="*/ 597232 h 1235602"/>
              <a:gd name="connsiteX1122" fmla="*/ 805220 w 1538815"/>
              <a:gd name="connsiteY1122" fmla="*/ 599233 h 1235602"/>
              <a:gd name="connsiteX1123" fmla="*/ 788741 w 1538815"/>
              <a:gd name="connsiteY1123" fmla="*/ 602281 h 1235602"/>
              <a:gd name="connsiteX1124" fmla="*/ 345448 w 1538815"/>
              <a:gd name="connsiteY1124" fmla="*/ 332152 h 1235602"/>
              <a:gd name="connsiteX1125" fmla="*/ 351544 w 1538815"/>
              <a:gd name="connsiteY1125" fmla="*/ 329008 h 1235602"/>
              <a:gd name="connsiteX1126" fmla="*/ 364117 w 1538815"/>
              <a:gd name="connsiteY1126" fmla="*/ 327961 h 1235602"/>
              <a:gd name="connsiteX1127" fmla="*/ 457938 w 1538815"/>
              <a:gd name="connsiteY1127" fmla="*/ 329675 h 1235602"/>
              <a:gd name="connsiteX1128" fmla="*/ 484608 w 1538815"/>
              <a:gd name="connsiteY1128" fmla="*/ 330723 h 1235602"/>
              <a:gd name="connsiteX1129" fmla="*/ 514898 w 1538815"/>
              <a:gd name="connsiteY1129" fmla="*/ 336819 h 1235602"/>
              <a:gd name="connsiteX1130" fmla="*/ 516136 w 1538815"/>
              <a:gd name="connsiteY1130" fmla="*/ 340534 h 1235602"/>
              <a:gd name="connsiteX1131" fmla="*/ 514517 w 1538815"/>
              <a:gd name="connsiteY1131" fmla="*/ 346915 h 1235602"/>
              <a:gd name="connsiteX1132" fmla="*/ 506897 w 1538815"/>
              <a:gd name="connsiteY1132" fmla="*/ 345963 h 1235602"/>
              <a:gd name="connsiteX1133" fmla="*/ 488894 w 1538815"/>
              <a:gd name="connsiteY1133" fmla="*/ 339581 h 1235602"/>
              <a:gd name="connsiteX1134" fmla="*/ 418886 w 1538815"/>
              <a:gd name="connsiteY1134" fmla="*/ 337295 h 1235602"/>
              <a:gd name="connsiteX1135" fmla="*/ 358592 w 1538815"/>
              <a:gd name="connsiteY1135" fmla="*/ 337962 h 1235602"/>
              <a:gd name="connsiteX1136" fmla="*/ 345448 w 1538815"/>
              <a:gd name="connsiteY1136" fmla="*/ 331580 h 1235602"/>
              <a:gd name="connsiteX1137" fmla="*/ 345448 w 1538815"/>
              <a:gd name="connsiteY1137" fmla="*/ 332152 h 1235602"/>
              <a:gd name="connsiteX1138" fmla="*/ 459938 w 1538815"/>
              <a:gd name="connsiteY1138" fmla="*/ 512555 h 1235602"/>
              <a:gd name="connsiteX1139" fmla="*/ 426410 w 1538815"/>
              <a:gd name="connsiteY1139" fmla="*/ 513508 h 1235602"/>
              <a:gd name="connsiteX1140" fmla="*/ 395073 w 1538815"/>
              <a:gd name="connsiteY1140" fmla="*/ 515508 h 1235602"/>
              <a:gd name="connsiteX1141" fmla="*/ 396788 w 1538815"/>
              <a:gd name="connsiteY1141" fmla="*/ 512650 h 1235602"/>
              <a:gd name="connsiteX1142" fmla="*/ 401550 w 1538815"/>
              <a:gd name="connsiteY1142" fmla="*/ 505411 h 1235602"/>
              <a:gd name="connsiteX1143" fmla="*/ 430220 w 1538815"/>
              <a:gd name="connsiteY1143" fmla="*/ 504745 h 1235602"/>
              <a:gd name="connsiteX1144" fmla="*/ 444222 w 1538815"/>
              <a:gd name="connsiteY1144" fmla="*/ 504649 h 1235602"/>
              <a:gd name="connsiteX1145" fmla="*/ 466034 w 1538815"/>
              <a:gd name="connsiteY1145" fmla="*/ 500458 h 1235602"/>
              <a:gd name="connsiteX1146" fmla="*/ 480893 w 1538815"/>
              <a:gd name="connsiteY1146" fmla="*/ 497125 h 1235602"/>
              <a:gd name="connsiteX1147" fmla="*/ 483846 w 1538815"/>
              <a:gd name="connsiteY1147" fmla="*/ 499411 h 1235602"/>
              <a:gd name="connsiteX1148" fmla="*/ 482417 w 1538815"/>
              <a:gd name="connsiteY1148" fmla="*/ 502840 h 1235602"/>
              <a:gd name="connsiteX1149" fmla="*/ 471083 w 1538815"/>
              <a:gd name="connsiteY1149" fmla="*/ 524080 h 1235602"/>
              <a:gd name="connsiteX1150" fmla="*/ 471464 w 1538815"/>
              <a:gd name="connsiteY1150" fmla="*/ 536749 h 1235602"/>
              <a:gd name="connsiteX1151" fmla="*/ 471845 w 1538815"/>
              <a:gd name="connsiteY1151" fmla="*/ 573229 h 1235602"/>
              <a:gd name="connsiteX1152" fmla="*/ 470416 w 1538815"/>
              <a:gd name="connsiteY1152" fmla="*/ 578563 h 1235602"/>
              <a:gd name="connsiteX1153" fmla="*/ 467177 w 1538815"/>
              <a:gd name="connsiteY1153" fmla="*/ 580659 h 1235602"/>
              <a:gd name="connsiteX1154" fmla="*/ 463653 w 1538815"/>
              <a:gd name="connsiteY1154" fmla="*/ 579040 h 1235602"/>
              <a:gd name="connsiteX1155" fmla="*/ 461462 w 1538815"/>
              <a:gd name="connsiteY1155" fmla="*/ 568372 h 1235602"/>
              <a:gd name="connsiteX1156" fmla="*/ 461177 w 1538815"/>
              <a:gd name="connsiteY1156" fmla="*/ 539130 h 1235602"/>
              <a:gd name="connsiteX1157" fmla="*/ 459843 w 1538815"/>
              <a:gd name="connsiteY1157" fmla="*/ 512650 h 1235602"/>
              <a:gd name="connsiteX1158" fmla="*/ 1001911 w 1538815"/>
              <a:gd name="connsiteY1158" fmla="*/ 382539 h 1235602"/>
              <a:gd name="connsiteX1159" fmla="*/ 1031153 w 1538815"/>
              <a:gd name="connsiteY1159" fmla="*/ 380920 h 1235602"/>
              <a:gd name="connsiteX1160" fmla="*/ 1098113 w 1538815"/>
              <a:gd name="connsiteY1160" fmla="*/ 386539 h 1235602"/>
              <a:gd name="connsiteX1161" fmla="*/ 1144215 w 1538815"/>
              <a:gd name="connsiteY1161" fmla="*/ 389778 h 1235602"/>
              <a:gd name="connsiteX1162" fmla="*/ 1158121 w 1538815"/>
              <a:gd name="connsiteY1162" fmla="*/ 388635 h 1235602"/>
              <a:gd name="connsiteX1163" fmla="*/ 1163455 w 1538815"/>
              <a:gd name="connsiteY1163" fmla="*/ 389778 h 1235602"/>
              <a:gd name="connsiteX1164" fmla="*/ 1165360 w 1538815"/>
              <a:gd name="connsiteY1164" fmla="*/ 393112 h 1235602"/>
              <a:gd name="connsiteX1165" fmla="*/ 1164312 w 1538815"/>
              <a:gd name="connsiteY1165" fmla="*/ 395493 h 1235602"/>
              <a:gd name="connsiteX1166" fmla="*/ 1152596 w 1538815"/>
              <a:gd name="connsiteY1166" fmla="*/ 399779 h 1235602"/>
              <a:gd name="connsiteX1167" fmla="*/ 1149644 w 1538815"/>
              <a:gd name="connsiteY1167" fmla="*/ 404161 h 1235602"/>
              <a:gd name="connsiteX1168" fmla="*/ 1150120 w 1538815"/>
              <a:gd name="connsiteY1168" fmla="*/ 404161 h 1235602"/>
              <a:gd name="connsiteX1169" fmla="*/ 1136880 w 1538815"/>
              <a:gd name="connsiteY1169" fmla="*/ 398636 h 1235602"/>
              <a:gd name="connsiteX1170" fmla="*/ 1125736 w 1538815"/>
              <a:gd name="connsiteY1170" fmla="*/ 398255 h 1235602"/>
              <a:gd name="connsiteX1171" fmla="*/ 1064490 w 1538815"/>
              <a:gd name="connsiteY1171" fmla="*/ 391969 h 1235602"/>
              <a:gd name="connsiteX1172" fmla="*/ 1010007 w 1538815"/>
              <a:gd name="connsiteY1172" fmla="*/ 389206 h 1235602"/>
              <a:gd name="connsiteX1173" fmla="*/ 1004387 w 1538815"/>
              <a:gd name="connsiteY1173" fmla="*/ 388635 h 1235602"/>
              <a:gd name="connsiteX1174" fmla="*/ 1001720 w 1538815"/>
              <a:gd name="connsiteY1174" fmla="*/ 381967 h 1235602"/>
              <a:gd name="connsiteX1175" fmla="*/ 1001720 w 1538815"/>
              <a:gd name="connsiteY1175" fmla="*/ 382539 h 1235602"/>
              <a:gd name="connsiteX1176" fmla="*/ 1041630 w 1538815"/>
              <a:gd name="connsiteY1176" fmla="*/ 490171 h 1235602"/>
              <a:gd name="connsiteX1177" fmla="*/ 1052013 w 1538815"/>
              <a:gd name="connsiteY1177" fmla="*/ 490171 h 1235602"/>
              <a:gd name="connsiteX1178" fmla="*/ 1061633 w 1538815"/>
              <a:gd name="connsiteY1178" fmla="*/ 491600 h 1235602"/>
              <a:gd name="connsiteX1179" fmla="*/ 1078206 w 1538815"/>
              <a:gd name="connsiteY1179" fmla="*/ 481313 h 1235602"/>
              <a:gd name="connsiteX1180" fmla="*/ 1078968 w 1538815"/>
              <a:gd name="connsiteY1180" fmla="*/ 477503 h 1235602"/>
              <a:gd name="connsiteX1181" fmla="*/ 1063442 w 1538815"/>
              <a:gd name="connsiteY1181" fmla="*/ 462835 h 1235602"/>
              <a:gd name="connsiteX1182" fmla="*/ 1061823 w 1538815"/>
              <a:gd name="connsiteY1182" fmla="*/ 460549 h 1235602"/>
              <a:gd name="connsiteX1183" fmla="*/ 1056775 w 1538815"/>
              <a:gd name="connsiteY1183" fmla="*/ 460168 h 1235602"/>
              <a:gd name="connsiteX1184" fmla="*/ 1052298 w 1538815"/>
              <a:gd name="connsiteY1184" fmla="*/ 465311 h 1235602"/>
              <a:gd name="connsiteX1185" fmla="*/ 1041630 w 1538815"/>
              <a:gd name="connsiteY1185" fmla="*/ 486361 h 1235602"/>
              <a:gd name="connsiteX1186" fmla="*/ 1041630 w 1538815"/>
              <a:gd name="connsiteY1186" fmla="*/ 490076 h 1235602"/>
              <a:gd name="connsiteX1187" fmla="*/ 1058680 w 1538815"/>
              <a:gd name="connsiteY1187" fmla="*/ 439022 h 1235602"/>
              <a:gd name="connsiteX1188" fmla="*/ 1061823 w 1538815"/>
              <a:gd name="connsiteY1188" fmla="*/ 445309 h 1235602"/>
              <a:gd name="connsiteX1189" fmla="*/ 1078397 w 1538815"/>
              <a:gd name="connsiteY1189" fmla="*/ 466930 h 1235602"/>
              <a:gd name="connsiteX1190" fmla="*/ 1084398 w 1538815"/>
              <a:gd name="connsiteY1190" fmla="*/ 474360 h 1235602"/>
              <a:gd name="connsiteX1191" fmla="*/ 1084398 w 1538815"/>
              <a:gd name="connsiteY1191" fmla="*/ 479599 h 1235602"/>
              <a:gd name="connsiteX1192" fmla="*/ 1082683 w 1538815"/>
              <a:gd name="connsiteY1192" fmla="*/ 489981 h 1235602"/>
              <a:gd name="connsiteX1193" fmla="*/ 1082492 w 1538815"/>
              <a:gd name="connsiteY1193" fmla="*/ 496839 h 1235602"/>
              <a:gd name="connsiteX1194" fmla="*/ 1075539 w 1538815"/>
              <a:gd name="connsiteY1194" fmla="*/ 502554 h 1235602"/>
              <a:gd name="connsiteX1195" fmla="*/ 1070015 w 1538815"/>
              <a:gd name="connsiteY1195" fmla="*/ 501887 h 1235602"/>
              <a:gd name="connsiteX1196" fmla="*/ 1036772 w 1538815"/>
              <a:gd name="connsiteY1196" fmla="*/ 498744 h 1235602"/>
              <a:gd name="connsiteX1197" fmla="*/ 1034010 w 1538815"/>
              <a:gd name="connsiteY1197" fmla="*/ 498363 h 1235602"/>
              <a:gd name="connsiteX1198" fmla="*/ 1029914 w 1538815"/>
              <a:gd name="connsiteY1198" fmla="*/ 490648 h 1235602"/>
              <a:gd name="connsiteX1199" fmla="*/ 1039630 w 1538815"/>
              <a:gd name="connsiteY1199" fmla="*/ 472074 h 1235602"/>
              <a:gd name="connsiteX1200" fmla="*/ 1048869 w 1538815"/>
              <a:gd name="connsiteY1200" fmla="*/ 450357 h 1235602"/>
              <a:gd name="connsiteX1201" fmla="*/ 1058775 w 1538815"/>
              <a:gd name="connsiteY1201" fmla="*/ 438832 h 1235602"/>
              <a:gd name="connsiteX1202" fmla="*/ 454890 w 1538815"/>
              <a:gd name="connsiteY1202" fmla="*/ 434641 h 1235602"/>
              <a:gd name="connsiteX1203" fmla="*/ 450985 w 1538815"/>
              <a:gd name="connsiteY1203" fmla="*/ 438355 h 1235602"/>
              <a:gd name="connsiteX1204" fmla="*/ 456128 w 1538815"/>
              <a:gd name="connsiteY1204" fmla="*/ 449404 h 1235602"/>
              <a:gd name="connsiteX1205" fmla="*/ 453461 w 1538815"/>
              <a:gd name="connsiteY1205" fmla="*/ 462073 h 1235602"/>
              <a:gd name="connsiteX1206" fmla="*/ 448508 w 1538815"/>
              <a:gd name="connsiteY1206" fmla="*/ 461406 h 1235602"/>
              <a:gd name="connsiteX1207" fmla="*/ 426982 w 1538815"/>
              <a:gd name="connsiteY1207" fmla="*/ 457501 h 1235602"/>
              <a:gd name="connsiteX1208" fmla="*/ 407456 w 1538815"/>
              <a:gd name="connsiteY1208" fmla="*/ 458167 h 1235602"/>
              <a:gd name="connsiteX1209" fmla="*/ 397073 w 1538815"/>
              <a:gd name="connsiteY1209" fmla="*/ 444928 h 1235602"/>
              <a:gd name="connsiteX1210" fmla="*/ 398978 w 1538815"/>
              <a:gd name="connsiteY1210" fmla="*/ 438165 h 1235602"/>
              <a:gd name="connsiteX1211" fmla="*/ 411932 w 1538815"/>
              <a:gd name="connsiteY1211" fmla="*/ 405685 h 1235602"/>
              <a:gd name="connsiteX1212" fmla="*/ 416123 w 1538815"/>
              <a:gd name="connsiteY1212" fmla="*/ 402637 h 1235602"/>
              <a:gd name="connsiteX1213" fmla="*/ 423648 w 1538815"/>
              <a:gd name="connsiteY1213" fmla="*/ 405018 h 1235602"/>
              <a:gd name="connsiteX1214" fmla="*/ 423458 w 1538815"/>
              <a:gd name="connsiteY1214" fmla="*/ 407494 h 1235602"/>
              <a:gd name="connsiteX1215" fmla="*/ 416314 w 1538815"/>
              <a:gd name="connsiteY1215" fmla="*/ 412638 h 1235602"/>
              <a:gd name="connsiteX1216" fmla="*/ 413552 w 1538815"/>
              <a:gd name="connsiteY1216" fmla="*/ 430069 h 1235602"/>
              <a:gd name="connsiteX1217" fmla="*/ 404408 w 1538815"/>
              <a:gd name="connsiteY1217" fmla="*/ 446833 h 1235602"/>
              <a:gd name="connsiteX1218" fmla="*/ 444698 w 1538815"/>
              <a:gd name="connsiteY1218" fmla="*/ 447976 h 1235602"/>
              <a:gd name="connsiteX1219" fmla="*/ 447746 w 1538815"/>
              <a:gd name="connsiteY1219" fmla="*/ 423973 h 1235602"/>
              <a:gd name="connsiteX1220" fmla="*/ 450985 w 1538815"/>
              <a:gd name="connsiteY1220" fmla="*/ 406637 h 1235602"/>
              <a:gd name="connsiteX1221" fmla="*/ 451556 w 1538815"/>
              <a:gd name="connsiteY1221" fmla="*/ 401208 h 1235602"/>
              <a:gd name="connsiteX1222" fmla="*/ 454700 w 1538815"/>
              <a:gd name="connsiteY1222" fmla="*/ 405018 h 1235602"/>
              <a:gd name="connsiteX1223" fmla="*/ 455176 w 1538815"/>
              <a:gd name="connsiteY1223" fmla="*/ 420448 h 1235602"/>
              <a:gd name="connsiteX1224" fmla="*/ 454985 w 1538815"/>
              <a:gd name="connsiteY1224" fmla="*/ 434450 h 1235602"/>
              <a:gd name="connsiteX1225" fmla="*/ 392597 w 1538815"/>
              <a:gd name="connsiteY1225" fmla="*/ 525795 h 1235602"/>
              <a:gd name="connsiteX1226" fmla="*/ 384215 w 1538815"/>
              <a:gd name="connsiteY1226" fmla="*/ 540273 h 1235602"/>
              <a:gd name="connsiteX1227" fmla="*/ 380500 w 1538815"/>
              <a:gd name="connsiteY1227" fmla="*/ 550750 h 1235602"/>
              <a:gd name="connsiteX1228" fmla="*/ 378309 w 1538815"/>
              <a:gd name="connsiteY1228" fmla="*/ 569419 h 1235602"/>
              <a:gd name="connsiteX1229" fmla="*/ 365069 w 1538815"/>
              <a:gd name="connsiteY1229" fmla="*/ 583897 h 1235602"/>
              <a:gd name="connsiteX1230" fmla="*/ 353354 w 1538815"/>
              <a:gd name="connsiteY1230" fmla="*/ 576658 h 1235602"/>
              <a:gd name="connsiteX1231" fmla="*/ 359354 w 1538815"/>
              <a:gd name="connsiteY1231" fmla="*/ 573420 h 1235602"/>
              <a:gd name="connsiteX1232" fmla="*/ 362974 w 1538815"/>
              <a:gd name="connsiteY1232" fmla="*/ 569610 h 1235602"/>
              <a:gd name="connsiteX1233" fmla="*/ 368594 w 1538815"/>
              <a:gd name="connsiteY1233" fmla="*/ 552941 h 1235602"/>
              <a:gd name="connsiteX1234" fmla="*/ 374594 w 1538815"/>
              <a:gd name="connsiteY1234" fmla="*/ 537320 h 1235602"/>
              <a:gd name="connsiteX1235" fmla="*/ 379643 w 1538815"/>
              <a:gd name="connsiteY1235" fmla="*/ 504745 h 1235602"/>
              <a:gd name="connsiteX1236" fmla="*/ 380024 w 1538815"/>
              <a:gd name="connsiteY1236" fmla="*/ 495124 h 1235602"/>
              <a:gd name="connsiteX1237" fmla="*/ 386215 w 1538815"/>
              <a:gd name="connsiteY1237" fmla="*/ 490457 h 1235602"/>
              <a:gd name="connsiteX1238" fmla="*/ 392216 w 1538815"/>
              <a:gd name="connsiteY1238" fmla="*/ 496934 h 1235602"/>
              <a:gd name="connsiteX1239" fmla="*/ 391168 w 1538815"/>
              <a:gd name="connsiteY1239" fmla="*/ 509507 h 1235602"/>
              <a:gd name="connsiteX1240" fmla="*/ 392597 w 1538815"/>
              <a:gd name="connsiteY1240" fmla="*/ 525890 h 1235602"/>
              <a:gd name="connsiteX1241" fmla="*/ 546044 w 1538815"/>
              <a:gd name="connsiteY1241" fmla="*/ 595994 h 1235602"/>
              <a:gd name="connsiteX1242" fmla="*/ 534519 w 1538815"/>
              <a:gd name="connsiteY1242" fmla="*/ 599328 h 1235602"/>
              <a:gd name="connsiteX1243" fmla="*/ 493085 w 1538815"/>
              <a:gd name="connsiteY1243" fmla="*/ 596089 h 1235602"/>
              <a:gd name="connsiteX1244" fmla="*/ 471273 w 1538815"/>
              <a:gd name="connsiteY1244" fmla="*/ 593613 h 1235602"/>
              <a:gd name="connsiteX1245" fmla="*/ 464796 w 1538815"/>
              <a:gd name="connsiteY1245" fmla="*/ 594756 h 1235602"/>
              <a:gd name="connsiteX1246" fmla="*/ 454128 w 1538815"/>
              <a:gd name="connsiteY1246" fmla="*/ 593327 h 1235602"/>
              <a:gd name="connsiteX1247" fmla="*/ 451842 w 1538815"/>
              <a:gd name="connsiteY1247" fmla="*/ 588660 h 1235602"/>
              <a:gd name="connsiteX1248" fmla="*/ 454128 w 1538815"/>
              <a:gd name="connsiteY1248" fmla="*/ 585517 h 1235602"/>
              <a:gd name="connsiteX1249" fmla="*/ 463463 w 1538815"/>
              <a:gd name="connsiteY1249" fmla="*/ 583993 h 1235602"/>
              <a:gd name="connsiteX1250" fmla="*/ 491085 w 1538815"/>
              <a:gd name="connsiteY1250" fmla="*/ 586279 h 1235602"/>
              <a:gd name="connsiteX1251" fmla="*/ 514898 w 1538815"/>
              <a:gd name="connsiteY1251" fmla="*/ 585136 h 1235602"/>
              <a:gd name="connsiteX1252" fmla="*/ 543854 w 1538815"/>
              <a:gd name="connsiteY1252" fmla="*/ 589136 h 1235602"/>
              <a:gd name="connsiteX1253" fmla="*/ 545949 w 1538815"/>
              <a:gd name="connsiteY1253" fmla="*/ 595994 h 1235602"/>
              <a:gd name="connsiteX1254" fmla="*/ 662630 w 1538815"/>
              <a:gd name="connsiteY1254" fmla="*/ 598090 h 1235602"/>
              <a:gd name="connsiteX1255" fmla="*/ 664726 w 1538815"/>
              <a:gd name="connsiteY1255" fmla="*/ 596280 h 1235602"/>
              <a:gd name="connsiteX1256" fmla="*/ 699111 w 1538815"/>
              <a:gd name="connsiteY1256" fmla="*/ 590565 h 1235602"/>
              <a:gd name="connsiteX1257" fmla="*/ 715208 w 1538815"/>
              <a:gd name="connsiteY1257" fmla="*/ 589612 h 1235602"/>
              <a:gd name="connsiteX1258" fmla="*/ 719114 w 1538815"/>
              <a:gd name="connsiteY1258" fmla="*/ 578849 h 1235602"/>
              <a:gd name="connsiteX1259" fmla="*/ 719590 w 1538815"/>
              <a:gd name="connsiteY1259" fmla="*/ 567610 h 1235602"/>
              <a:gd name="connsiteX1260" fmla="*/ 721781 w 1538815"/>
              <a:gd name="connsiteY1260" fmla="*/ 562561 h 1235602"/>
              <a:gd name="connsiteX1261" fmla="*/ 725495 w 1538815"/>
              <a:gd name="connsiteY1261" fmla="*/ 561323 h 1235602"/>
              <a:gd name="connsiteX1262" fmla="*/ 727305 w 1538815"/>
              <a:gd name="connsiteY1262" fmla="*/ 563133 h 1235602"/>
              <a:gd name="connsiteX1263" fmla="*/ 728353 w 1538815"/>
              <a:gd name="connsiteY1263" fmla="*/ 571515 h 1235602"/>
              <a:gd name="connsiteX1264" fmla="*/ 729305 w 1538815"/>
              <a:gd name="connsiteY1264" fmla="*/ 596756 h 1235602"/>
              <a:gd name="connsiteX1265" fmla="*/ 722924 w 1538815"/>
              <a:gd name="connsiteY1265" fmla="*/ 602376 h 1235602"/>
              <a:gd name="connsiteX1266" fmla="*/ 720161 w 1538815"/>
              <a:gd name="connsiteY1266" fmla="*/ 601900 h 1235602"/>
              <a:gd name="connsiteX1267" fmla="*/ 696825 w 1538815"/>
              <a:gd name="connsiteY1267" fmla="*/ 600280 h 1235602"/>
              <a:gd name="connsiteX1268" fmla="*/ 677394 w 1538815"/>
              <a:gd name="connsiteY1268" fmla="*/ 602852 h 1235602"/>
              <a:gd name="connsiteX1269" fmla="*/ 662726 w 1538815"/>
              <a:gd name="connsiteY1269" fmla="*/ 597518 h 1235602"/>
              <a:gd name="connsiteX1270" fmla="*/ 662726 w 1538815"/>
              <a:gd name="connsiteY1270" fmla="*/ 597994 h 1235602"/>
              <a:gd name="connsiteX1271" fmla="*/ 448318 w 1538815"/>
              <a:gd name="connsiteY1271" fmla="*/ 396731 h 1235602"/>
              <a:gd name="connsiteX1272" fmla="*/ 445556 w 1538815"/>
              <a:gd name="connsiteY1272" fmla="*/ 404351 h 1235602"/>
              <a:gd name="connsiteX1273" fmla="*/ 442793 w 1538815"/>
              <a:gd name="connsiteY1273" fmla="*/ 404923 h 1235602"/>
              <a:gd name="connsiteX1274" fmla="*/ 424220 w 1538815"/>
              <a:gd name="connsiteY1274" fmla="*/ 400732 h 1235602"/>
              <a:gd name="connsiteX1275" fmla="*/ 422696 w 1538815"/>
              <a:gd name="connsiteY1275" fmla="*/ 395398 h 1235602"/>
              <a:gd name="connsiteX1276" fmla="*/ 427172 w 1538815"/>
              <a:gd name="connsiteY1276" fmla="*/ 391302 h 1235602"/>
              <a:gd name="connsiteX1277" fmla="*/ 448318 w 1538815"/>
              <a:gd name="connsiteY1277" fmla="*/ 396731 h 1235602"/>
              <a:gd name="connsiteX1278" fmla="*/ 1001911 w 1538815"/>
              <a:gd name="connsiteY1278" fmla="*/ 381586 h 1235602"/>
              <a:gd name="connsiteX1279" fmla="*/ 993338 w 1538815"/>
              <a:gd name="connsiteY1279" fmla="*/ 389397 h 1235602"/>
              <a:gd name="connsiteX1280" fmla="*/ 981718 w 1538815"/>
              <a:gd name="connsiteY1280" fmla="*/ 381586 h 1235602"/>
              <a:gd name="connsiteX1281" fmla="*/ 981527 w 1538815"/>
              <a:gd name="connsiteY1281" fmla="*/ 376443 h 1235602"/>
              <a:gd name="connsiteX1282" fmla="*/ 986004 w 1538815"/>
              <a:gd name="connsiteY1282" fmla="*/ 373966 h 1235602"/>
              <a:gd name="connsiteX1283" fmla="*/ 989814 w 1538815"/>
              <a:gd name="connsiteY1283" fmla="*/ 375300 h 1235602"/>
              <a:gd name="connsiteX1284" fmla="*/ 1001911 w 1538815"/>
              <a:gd name="connsiteY1284" fmla="*/ 382158 h 1235602"/>
              <a:gd name="connsiteX1285" fmla="*/ 1001911 w 1538815"/>
              <a:gd name="connsiteY1285" fmla="*/ 381586 h 1235602"/>
              <a:gd name="connsiteX1286" fmla="*/ 540901 w 1538815"/>
              <a:gd name="connsiteY1286" fmla="*/ 343486 h 1235602"/>
              <a:gd name="connsiteX1287" fmla="*/ 534614 w 1538815"/>
              <a:gd name="connsiteY1287" fmla="*/ 332723 h 1235602"/>
              <a:gd name="connsiteX1288" fmla="*/ 533852 w 1538815"/>
              <a:gd name="connsiteY1288" fmla="*/ 328913 h 1235602"/>
              <a:gd name="connsiteX1289" fmla="*/ 536900 w 1538815"/>
              <a:gd name="connsiteY1289" fmla="*/ 326913 h 1235602"/>
              <a:gd name="connsiteX1290" fmla="*/ 543949 w 1538815"/>
              <a:gd name="connsiteY1290" fmla="*/ 339200 h 1235602"/>
              <a:gd name="connsiteX1291" fmla="*/ 540329 w 1538815"/>
              <a:gd name="connsiteY1291" fmla="*/ 343486 h 1235602"/>
              <a:gd name="connsiteX1292" fmla="*/ 540806 w 1538815"/>
              <a:gd name="connsiteY1292" fmla="*/ 343486 h 1235602"/>
              <a:gd name="connsiteX1293" fmla="*/ 662535 w 1538815"/>
              <a:gd name="connsiteY1293" fmla="*/ 597613 h 1235602"/>
              <a:gd name="connsiteX1294" fmla="*/ 654153 w 1538815"/>
              <a:gd name="connsiteY1294" fmla="*/ 602376 h 1235602"/>
              <a:gd name="connsiteX1295" fmla="*/ 650724 w 1538815"/>
              <a:gd name="connsiteY1295" fmla="*/ 601328 h 1235602"/>
              <a:gd name="connsiteX1296" fmla="*/ 651391 w 1538815"/>
              <a:gd name="connsiteY1296" fmla="*/ 597613 h 1235602"/>
              <a:gd name="connsiteX1297" fmla="*/ 662535 w 1538815"/>
              <a:gd name="connsiteY1297" fmla="*/ 597994 h 1235602"/>
              <a:gd name="connsiteX1298" fmla="*/ 662535 w 1538815"/>
              <a:gd name="connsiteY1298" fmla="*/ 597518 h 1235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</a:cxnLst>
            <a:rect l="l" t="t" r="r" b="b"/>
            <a:pathLst>
              <a:path w="1538815" h="1235602">
                <a:moveTo>
                  <a:pt x="1101638" y="932798"/>
                </a:moveTo>
                <a:cubicBezTo>
                  <a:pt x="1106019" y="923749"/>
                  <a:pt x="1110210" y="915082"/>
                  <a:pt x="1114973" y="905176"/>
                </a:cubicBezTo>
                <a:cubicBezTo>
                  <a:pt x="1111925" y="906890"/>
                  <a:pt x="1109544" y="907652"/>
                  <a:pt x="1108115" y="909271"/>
                </a:cubicBezTo>
                <a:cubicBezTo>
                  <a:pt x="1098494" y="919558"/>
                  <a:pt x="1087827" y="928512"/>
                  <a:pt x="1076396" y="936608"/>
                </a:cubicBezTo>
                <a:cubicBezTo>
                  <a:pt x="1075539" y="937180"/>
                  <a:pt x="1074968" y="938704"/>
                  <a:pt x="1074968" y="939751"/>
                </a:cubicBezTo>
                <a:cubicBezTo>
                  <a:pt x="1074968" y="940704"/>
                  <a:pt x="1076015" y="942418"/>
                  <a:pt x="1076587" y="942418"/>
                </a:cubicBezTo>
                <a:cubicBezTo>
                  <a:pt x="1078302" y="942418"/>
                  <a:pt x="1080397" y="942228"/>
                  <a:pt x="1081730" y="941275"/>
                </a:cubicBezTo>
                <a:cubicBezTo>
                  <a:pt x="1087636" y="936703"/>
                  <a:pt x="1093827" y="933084"/>
                  <a:pt x="1101733" y="932798"/>
                </a:cubicBezTo>
                <a:moveTo>
                  <a:pt x="977051" y="1001188"/>
                </a:moveTo>
                <a:cubicBezTo>
                  <a:pt x="978479" y="1001759"/>
                  <a:pt x="979813" y="1002807"/>
                  <a:pt x="980575" y="1002521"/>
                </a:cubicBezTo>
                <a:cubicBezTo>
                  <a:pt x="989719" y="999283"/>
                  <a:pt x="998863" y="996425"/>
                  <a:pt x="1007245" y="990996"/>
                </a:cubicBezTo>
                <a:cubicBezTo>
                  <a:pt x="1024390" y="979947"/>
                  <a:pt x="1037154" y="963850"/>
                  <a:pt x="1053727" y="952229"/>
                </a:cubicBezTo>
                <a:cubicBezTo>
                  <a:pt x="1054203" y="951848"/>
                  <a:pt x="1053917" y="950515"/>
                  <a:pt x="1054108" y="949181"/>
                </a:cubicBezTo>
                <a:cubicBezTo>
                  <a:pt x="1051536" y="950038"/>
                  <a:pt x="1049155" y="950515"/>
                  <a:pt x="1047059" y="951658"/>
                </a:cubicBezTo>
                <a:cubicBezTo>
                  <a:pt x="1042964" y="953848"/>
                  <a:pt x="1039154" y="956801"/>
                  <a:pt x="1034867" y="958611"/>
                </a:cubicBezTo>
                <a:cubicBezTo>
                  <a:pt x="1030391" y="960516"/>
                  <a:pt x="1025247" y="960897"/>
                  <a:pt x="1020961" y="963183"/>
                </a:cubicBezTo>
                <a:cubicBezTo>
                  <a:pt x="1011245" y="968422"/>
                  <a:pt x="1001339" y="974041"/>
                  <a:pt x="996291" y="984328"/>
                </a:cubicBezTo>
                <a:cubicBezTo>
                  <a:pt x="994577" y="987948"/>
                  <a:pt x="993338" y="990424"/>
                  <a:pt x="989433" y="991758"/>
                </a:cubicBezTo>
                <a:cubicBezTo>
                  <a:pt x="984290" y="993472"/>
                  <a:pt x="979432" y="995758"/>
                  <a:pt x="976860" y="1001283"/>
                </a:cubicBezTo>
                <a:moveTo>
                  <a:pt x="1027914" y="953658"/>
                </a:moveTo>
                <a:cubicBezTo>
                  <a:pt x="1035915" y="951467"/>
                  <a:pt x="1043249" y="948610"/>
                  <a:pt x="1048012" y="942228"/>
                </a:cubicBezTo>
                <a:cubicBezTo>
                  <a:pt x="1053060" y="935560"/>
                  <a:pt x="1059252" y="931274"/>
                  <a:pt x="1066776" y="928131"/>
                </a:cubicBezTo>
                <a:cubicBezTo>
                  <a:pt x="1071253" y="926226"/>
                  <a:pt x="1075254" y="923273"/>
                  <a:pt x="1079254" y="920416"/>
                </a:cubicBezTo>
                <a:cubicBezTo>
                  <a:pt x="1089255" y="913367"/>
                  <a:pt x="1099257" y="906128"/>
                  <a:pt x="1109163" y="898794"/>
                </a:cubicBezTo>
                <a:cubicBezTo>
                  <a:pt x="1112020" y="896698"/>
                  <a:pt x="1114687" y="894222"/>
                  <a:pt x="1119640" y="890031"/>
                </a:cubicBezTo>
                <a:cubicBezTo>
                  <a:pt x="1099733" y="892222"/>
                  <a:pt x="1084017" y="899461"/>
                  <a:pt x="1067443" y="901842"/>
                </a:cubicBezTo>
                <a:cubicBezTo>
                  <a:pt x="1067443" y="906223"/>
                  <a:pt x="1067348" y="909843"/>
                  <a:pt x="1067252" y="913653"/>
                </a:cubicBezTo>
                <a:cubicBezTo>
                  <a:pt x="1060013" y="919654"/>
                  <a:pt x="1053536" y="926131"/>
                  <a:pt x="1044488" y="929083"/>
                </a:cubicBezTo>
                <a:cubicBezTo>
                  <a:pt x="1040582" y="930417"/>
                  <a:pt x="1036963" y="933179"/>
                  <a:pt x="1033534" y="935656"/>
                </a:cubicBezTo>
                <a:cubicBezTo>
                  <a:pt x="1027343" y="940132"/>
                  <a:pt x="1025914" y="946228"/>
                  <a:pt x="1027914" y="953563"/>
                </a:cubicBezTo>
                <a:moveTo>
                  <a:pt x="133612" y="508840"/>
                </a:moveTo>
                <a:cubicBezTo>
                  <a:pt x="132088" y="508840"/>
                  <a:pt x="131326" y="508555"/>
                  <a:pt x="130945" y="508840"/>
                </a:cubicBezTo>
                <a:cubicBezTo>
                  <a:pt x="105132" y="525700"/>
                  <a:pt x="82177" y="546178"/>
                  <a:pt x="58650" y="565990"/>
                </a:cubicBezTo>
                <a:cubicBezTo>
                  <a:pt x="56745" y="567610"/>
                  <a:pt x="54745" y="569134"/>
                  <a:pt x="53411" y="571134"/>
                </a:cubicBezTo>
                <a:cubicBezTo>
                  <a:pt x="52649" y="572277"/>
                  <a:pt x="53221" y="574182"/>
                  <a:pt x="53126" y="577039"/>
                </a:cubicBezTo>
                <a:cubicBezTo>
                  <a:pt x="56840" y="575039"/>
                  <a:pt x="59603" y="573801"/>
                  <a:pt x="62079" y="572182"/>
                </a:cubicBezTo>
                <a:cubicBezTo>
                  <a:pt x="73223" y="564466"/>
                  <a:pt x="84939" y="557704"/>
                  <a:pt x="97131" y="551798"/>
                </a:cubicBezTo>
                <a:cubicBezTo>
                  <a:pt x="108752" y="546274"/>
                  <a:pt x="119991" y="540178"/>
                  <a:pt x="132088" y="533986"/>
                </a:cubicBezTo>
                <a:cubicBezTo>
                  <a:pt x="132374" y="525319"/>
                  <a:pt x="135707" y="517318"/>
                  <a:pt x="133612" y="508840"/>
                </a:cubicBezTo>
                <a:moveTo>
                  <a:pt x="1192602" y="870790"/>
                </a:moveTo>
                <a:cubicBezTo>
                  <a:pt x="1188125" y="870314"/>
                  <a:pt x="1184124" y="868695"/>
                  <a:pt x="1182410" y="870028"/>
                </a:cubicBezTo>
                <a:cubicBezTo>
                  <a:pt x="1176314" y="874600"/>
                  <a:pt x="1170027" y="874410"/>
                  <a:pt x="1163169" y="873267"/>
                </a:cubicBezTo>
                <a:cubicBezTo>
                  <a:pt x="1160979" y="872886"/>
                  <a:pt x="1158407" y="873934"/>
                  <a:pt x="1156121" y="874696"/>
                </a:cubicBezTo>
                <a:cubicBezTo>
                  <a:pt x="1150406" y="876791"/>
                  <a:pt x="1144786" y="879077"/>
                  <a:pt x="1138976" y="881458"/>
                </a:cubicBezTo>
                <a:cubicBezTo>
                  <a:pt x="1136880" y="892507"/>
                  <a:pt x="1130308" y="900413"/>
                  <a:pt x="1122307" y="907462"/>
                </a:cubicBezTo>
                <a:cubicBezTo>
                  <a:pt x="1120973" y="908605"/>
                  <a:pt x="1118211" y="909748"/>
                  <a:pt x="1120497" y="912891"/>
                </a:cubicBezTo>
                <a:cubicBezTo>
                  <a:pt x="1130213" y="908319"/>
                  <a:pt x="1138023" y="901175"/>
                  <a:pt x="1146405" y="895174"/>
                </a:cubicBezTo>
                <a:cubicBezTo>
                  <a:pt x="1149358" y="893079"/>
                  <a:pt x="1153073" y="889269"/>
                  <a:pt x="1155740" y="889840"/>
                </a:cubicBezTo>
                <a:cubicBezTo>
                  <a:pt x="1164027" y="891555"/>
                  <a:pt x="1169551" y="886316"/>
                  <a:pt x="1174218" y="884221"/>
                </a:cubicBezTo>
                <a:cubicBezTo>
                  <a:pt x="1177838" y="885459"/>
                  <a:pt x="1180505" y="887269"/>
                  <a:pt x="1181648" y="886602"/>
                </a:cubicBezTo>
                <a:cubicBezTo>
                  <a:pt x="1189649" y="881935"/>
                  <a:pt x="1196792" y="875743"/>
                  <a:pt x="1205079" y="872029"/>
                </a:cubicBezTo>
                <a:cubicBezTo>
                  <a:pt x="1218795" y="865837"/>
                  <a:pt x="1229844" y="856217"/>
                  <a:pt x="1241370" y="846978"/>
                </a:cubicBezTo>
                <a:cubicBezTo>
                  <a:pt x="1243275" y="845454"/>
                  <a:pt x="1244894" y="843549"/>
                  <a:pt x="1246894" y="842215"/>
                </a:cubicBezTo>
                <a:cubicBezTo>
                  <a:pt x="1254038" y="837358"/>
                  <a:pt x="1254133" y="837548"/>
                  <a:pt x="1258134" y="829357"/>
                </a:cubicBezTo>
                <a:cubicBezTo>
                  <a:pt x="1239274" y="838215"/>
                  <a:pt x="1219938" y="847454"/>
                  <a:pt x="1200602" y="856408"/>
                </a:cubicBezTo>
                <a:cubicBezTo>
                  <a:pt x="1194888" y="859075"/>
                  <a:pt x="1191935" y="862980"/>
                  <a:pt x="1192411" y="870790"/>
                </a:cubicBezTo>
                <a:moveTo>
                  <a:pt x="143804" y="443499"/>
                </a:moveTo>
                <a:cubicBezTo>
                  <a:pt x="146661" y="437212"/>
                  <a:pt x="149042" y="432164"/>
                  <a:pt x="151233" y="427116"/>
                </a:cubicBezTo>
                <a:cubicBezTo>
                  <a:pt x="153614" y="421496"/>
                  <a:pt x="155996" y="415781"/>
                  <a:pt x="158186" y="409971"/>
                </a:cubicBezTo>
                <a:cubicBezTo>
                  <a:pt x="158472" y="409018"/>
                  <a:pt x="157901" y="406923"/>
                  <a:pt x="157329" y="406732"/>
                </a:cubicBezTo>
                <a:cubicBezTo>
                  <a:pt x="155805" y="406256"/>
                  <a:pt x="153329" y="405970"/>
                  <a:pt x="152567" y="406732"/>
                </a:cubicBezTo>
                <a:cubicBezTo>
                  <a:pt x="134945" y="425973"/>
                  <a:pt x="111133" y="437879"/>
                  <a:pt x="93607" y="457024"/>
                </a:cubicBezTo>
                <a:cubicBezTo>
                  <a:pt x="78462" y="466740"/>
                  <a:pt x="66365" y="479980"/>
                  <a:pt x="53411" y="492267"/>
                </a:cubicBezTo>
                <a:cubicBezTo>
                  <a:pt x="51506" y="494077"/>
                  <a:pt x="50268" y="495886"/>
                  <a:pt x="53221" y="498839"/>
                </a:cubicBezTo>
                <a:cubicBezTo>
                  <a:pt x="62841" y="494077"/>
                  <a:pt x="73223" y="489981"/>
                  <a:pt x="82463" y="484171"/>
                </a:cubicBezTo>
                <a:cubicBezTo>
                  <a:pt x="94369" y="476551"/>
                  <a:pt x="106180" y="468359"/>
                  <a:pt x="116657" y="458929"/>
                </a:cubicBezTo>
                <a:cubicBezTo>
                  <a:pt x="124754" y="451690"/>
                  <a:pt x="133612" y="447023"/>
                  <a:pt x="143804" y="443404"/>
                </a:cubicBezTo>
                <a:moveTo>
                  <a:pt x="180570" y="742965"/>
                </a:moveTo>
                <a:cubicBezTo>
                  <a:pt x="167711" y="752299"/>
                  <a:pt x="155138" y="759348"/>
                  <a:pt x="145232" y="769254"/>
                </a:cubicBezTo>
                <a:cubicBezTo>
                  <a:pt x="135993" y="778493"/>
                  <a:pt x="125611" y="786018"/>
                  <a:pt x="115705" y="794114"/>
                </a:cubicBezTo>
                <a:cubicBezTo>
                  <a:pt x="111419" y="797638"/>
                  <a:pt x="106656" y="800686"/>
                  <a:pt x="102846" y="804592"/>
                </a:cubicBezTo>
                <a:cubicBezTo>
                  <a:pt x="99608" y="808021"/>
                  <a:pt x="97417" y="812593"/>
                  <a:pt x="94845" y="816593"/>
                </a:cubicBezTo>
                <a:cubicBezTo>
                  <a:pt x="99512" y="820689"/>
                  <a:pt x="95607" y="822594"/>
                  <a:pt x="92750" y="824689"/>
                </a:cubicBezTo>
                <a:cubicBezTo>
                  <a:pt x="91321" y="825832"/>
                  <a:pt x="89511" y="826785"/>
                  <a:pt x="88654" y="828309"/>
                </a:cubicBezTo>
                <a:cubicBezTo>
                  <a:pt x="87797" y="829738"/>
                  <a:pt x="87130" y="831833"/>
                  <a:pt x="87416" y="833357"/>
                </a:cubicBezTo>
                <a:cubicBezTo>
                  <a:pt x="88749" y="840787"/>
                  <a:pt x="94655" y="843073"/>
                  <a:pt x="100751" y="838596"/>
                </a:cubicBezTo>
                <a:cubicBezTo>
                  <a:pt x="106180" y="834595"/>
                  <a:pt x="111419" y="830309"/>
                  <a:pt x="117038" y="826404"/>
                </a:cubicBezTo>
                <a:cubicBezTo>
                  <a:pt x="121991" y="822880"/>
                  <a:pt x="126944" y="818879"/>
                  <a:pt x="132469" y="816498"/>
                </a:cubicBezTo>
                <a:cubicBezTo>
                  <a:pt x="141708" y="812688"/>
                  <a:pt x="149614" y="806973"/>
                  <a:pt x="157329" y="800782"/>
                </a:cubicBezTo>
                <a:cubicBezTo>
                  <a:pt x="162568" y="796591"/>
                  <a:pt x="166283" y="791542"/>
                  <a:pt x="170188" y="785161"/>
                </a:cubicBezTo>
                <a:cubicBezTo>
                  <a:pt x="166949" y="784970"/>
                  <a:pt x="164949" y="784303"/>
                  <a:pt x="163425" y="784875"/>
                </a:cubicBezTo>
                <a:cubicBezTo>
                  <a:pt x="150090" y="789542"/>
                  <a:pt x="137708" y="796210"/>
                  <a:pt x="126182" y="804496"/>
                </a:cubicBezTo>
                <a:cubicBezTo>
                  <a:pt x="121801" y="807735"/>
                  <a:pt x="116943" y="810402"/>
                  <a:pt x="112181" y="813164"/>
                </a:cubicBezTo>
                <a:cubicBezTo>
                  <a:pt x="111609" y="813450"/>
                  <a:pt x="109704" y="812402"/>
                  <a:pt x="109418" y="811735"/>
                </a:cubicBezTo>
                <a:cubicBezTo>
                  <a:pt x="109133" y="810783"/>
                  <a:pt x="109799" y="809449"/>
                  <a:pt x="110276" y="808402"/>
                </a:cubicBezTo>
                <a:cubicBezTo>
                  <a:pt x="110466" y="807830"/>
                  <a:pt x="111038" y="807163"/>
                  <a:pt x="111514" y="807068"/>
                </a:cubicBezTo>
                <a:cubicBezTo>
                  <a:pt x="121515" y="805068"/>
                  <a:pt x="129135" y="798686"/>
                  <a:pt x="137041" y="792781"/>
                </a:cubicBezTo>
                <a:cubicBezTo>
                  <a:pt x="152376" y="781351"/>
                  <a:pt x="168664" y="771540"/>
                  <a:pt x="186761" y="765158"/>
                </a:cubicBezTo>
                <a:cubicBezTo>
                  <a:pt x="189047" y="764396"/>
                  <a:pt x="191524" y="763063"/>
                  <a:pt x="192762" y="761253"/>
                </a:cubicBezTo>
                <a:cubicBezTo>
                  <a:pt x="193905" y="759634"/>
                  <a:pt x="194572" y="755919"/>
                  <a:pt x="193524" y="754776"/>
                </a:cubicBezTo>
                <a:cubicBezTo>
                  <a:pt x="190000" y="750775"/>
                  <a:pt x="185618" y="747442"/>
                  <a:pt x="180570" y="742965"/>
                </a:cubicBezTo>
                <a:moveTo>
                  <a:pt x="872276" y="1025953"/>
                </a:moveTo>
                <a:cubicBezTo>
                  <a:pt x="873514" y="1026524"/>
                  <a:pt x="874085" y="1027096"/>
                  <a:pt x="874562" y="1027000"/>
                </a:cubicBezTo>
                <a:cubicBezTo>
                  <a:pt x="903422" y="1020714"/>
                  <a:pt x="932283" y="1014427"/>
                  <a:pt x="961049" y="1008046"/>
                </a:cubicBezTo>
                <a:cubicBezTo>
                  <a:pt x="961620" y="1007950"/>
                  <a:pt x="962287" y="1007665"/>
                  <a:pt x="962668" y="1007188"/>
                </a:cubicBezTo>
                <a:cubicBezTo>
                  <a:pt x="963049" y="1006807"/>
                  <a:pt x="963144" y="1006236"/>
                  <a:pt x="963430" y="1005664"/>
                </a:cubicBezTo>
                <a:cubicBezTo>
                  <a:pt x="962668" y="1002140"/>
                  <a:pt x="961049" y="998521"/>
                  <a:pt x="961525" y="995187"/>
                </a:cubicBezTo>
                <a:cubicBezTo>
                  <a:pt x="962096" y="991758"/>
                  <a:pt x="964287" y="988329"/>
                  <a:pt x="966573" y="985471"/>
                </a:cubicBezTo>
                <a:cubicBezTo>
                  <a:pt x="968859" y="982614"/>
                  <a:pt x="971907" y="980518"/>
                  <a:pt x="974765" y="978137"/>
                </a:cubicBezTo>
                <a:cubicBezTo>
                  <a:pt x="982385" y="971851"/>
                  <a:pt x="990862" y="966421"/>
                  <a:pt x="997529" y="959278"/>
                </a:cubicBezTo>
                <a:cubicBezTo>
                  <a:pt x="1011341" y="944228"/>
                  <a:pt x="1026485" y="930798"/>
                  <a:pt x="1043154" y="919082"/>
                </a:cubicBezTo>
                <a:cubicBezTo>
                  <a:pt x="1046202" y="916987"/>
                  <a:pt x="1049155" y="914701"/>
                  <a:pt x="1051822" y="912129"/>
                </a:cubicBezTo>
                <a:cubicBezTo>
                  <a:pt x="1052775" y="911176"/>
                  <a:pt x="1052679" y="909081"/>
                  <a:pt x="1053346" y="906414"/>
                </a:cubicBezTo>
                <a:cubicBezTo>
                  <a:pt x="1039058" y="909081"/>
                  <a:pt x="1025914" y="911557"/>
                  <a:pt x="1012293" y="914224"/>
                </a:cubicBezTo>
                <a:cubicBezTo>
                  <a:pt x="1012960" y="918511"/>
                  <a:pt x="1013436" y="921940"/>
                  <a:pt x="1014008" y="925559"/>
                </a:cubicBezTo>
                <a:cubicBezTo>
                  <a:pt x="1012007" y="927274"/>
                  <a:pt x="1010293" y="929083"/>
                  <a:pt x="1008293" y="930417"/>
                </a:cubicBezTo>
                <a:cubicBezTo>
                  <a:pt x="1000292" y="935941"/>
                  <a:pt x="991719" y="940704"/>
                  <a:pt x="984099" y="946800"/>
                </a:cubicBezTo>
                <a:cubicBezTo>
                  <a:pt x="968859" y="958992"/>
                  <a:pt x="954095" y="971565"/>
                  <a:pt x="943332" y="988615"/>
                </a:cubicBezTo>
                <a:cubicBezTo>
                  <a:pt x="935807" y="1000521"/>
                  <a:pt x="923996" y="1007474"/>
                  <a:pt x="908661" y="1004140"/>
                </a:cubicBezTo>
                <a:cubicBezTo>
                  <a:pt x="905708" y="1003474"/>
                  <a:pt x="902756" y="1002712"/>
                  <a:pt x="899803" y="1002045"/>
                </a:cubicBezTo>
                <a:cubicBezTo>
                  <a:pt x="893421" y="1013284"/>
                  <a:pt x="880086" y="1016332"/>
                  <a:pt x="872276" y="1026143"/>
                </a:cubicBezTo>
                <a:moveTo>
                  <a:pt x="144470" y="663907"/>
                </a:moveTo>
                <a:cubicBezTo>
                  <a:pt x="143994" y="660097"/>
                  <a:pt x="143994" y="656383"/>
                  <a:pt x="143137" y="652858"/>
                </a:cubicBezTo>
                <a:cubicBezTo>
                  <a:pt x="141422" y="645715"/>
                  <a:pt x="134279" y="643905"/>
                  <a:pt x="129135" y="648953"/>
                </a:cubicBezTo>
                <a:cubicBezTo>
                  <a:pt x="125706" y="652382"/>
                  <a:pt x="122277" y="656002"/>
                  <a:pt x="118467" y="659050"/>
                </a:cubicBezTo>
                <a:cubicBezTo>
                  <a:pt x="109228" y="666289"/>
                  <a:pt x="99798" y="673242"/>
                  <a:pt x="90368" y="680195"/>
                </a:cubicBezTo>
                <a:cubicBezTo>
                  <a:pt x="79415" y="688291"/>
                  <a:pt x="68556" y="696292"/>
                  <a:pt x="57507" y="704198"/>
                </a:cubicBezTo>
                <a:cubicBezTo>
                  <a:pt x="51887" y="708199"/>
                  <a:pt x="47506" y="713056"/>
                  <a:pt x="43410" y="718581"/>
                </a:cubicBezTo>
                <a:cubicBezTo>
                  <a:pt x="41029" y="721819"/>
                  <a:pt x="41124" y="723629"/>
                  <a:pt x="43886" y="725915"/>
                </a:cubicBezTo>
                <a:cubicBezTo>
                  <a:pt x="42077" y="728201"/>
                  <a:pt x="39981" y="730392"/>
                  <a:pt x="38552" y="732964"/>
                </a:cubicBezTo>
                <a:cubicBezTo>
                  <a:pt x="37790" y="734392"/>
                  <a:pt x="37886" y="736583"/>
                  <a:pt x="38267" y="738298"/>
                </a:cubicBezTo>
                <a:cubicBezTo>
                  <a:pt x="38838" y="740679"/>
                  <a:pt x="39791" y="742965"/>
                  <a:pt x="40934" y="745156"/>
                </a:cubicBezTo>
                <a:cubicBezTo>
                  <a:pt x="43791" y="750585"/>
                  <a:pt x="46839" y="753919"/>
                  <a:pt x="53888" y="748775"/>
                </a:cubicBezTo>
                <a:cubicBezTo>
                  <a:pt x="74271" y="733726"/>
                  <a:pt x="94845" y="719057"/>
                  <a:pt x="115229" y="704103"/>
                </a:cubicBezTo>
                <a:cubicBezTo>
                  <a:pt x="119705" y="700864"/>
                  <a:pt x="124087" y="697340"/>
                  <a:pt x="127802" y="693244"/>
                </a:cubicBezTo>
                <a:cubicBezTo>
                  <a:pt x="129802" y="691054"/>
                  <a:pt x="133326" y="688577"/>
                  <a:pt x="131421" y="683529"/>
                </a:cubicBezTo>
                <a:cubicBezTo>
                  <a:pt x="126659" y="685053"/>
                  <a:pt x="121801" y="686101"/>
                  <a:pt x="117419" y="688101"/>
                </a:cubicBezTo>
                <a:cubicBezTo>
                  <a:pt x="109037" y="691911"/>
                  <a:pt x="100941" y="696388"/>
                  <a:pt x="92750" y="700579"/>
                </a:cubicBezTo>
                <a:cubicBezTo>
                  <a:pt x="90083" y="701912"/>
                  <a:pt x="87320" y="703150"/>
                  <a:pt x="84082" y="699626"/>
                </a:cubicBezTo>
                <a:cubicBezTo>
                  <a:pt x="94274" y="693530"/>
                  <a:pt x="104180" y="687720"/>
                  <a:pt x="114086" y="681624"/>
                </a:cubicBezTo>
                <a:cubicBezTo>
                  <a:pt x="123896" y="675623"/>
                  <a:pt x="135231" y="672004"/>
                  <a:pt x="144470" y="664003"/>
                </a:cubicBezTo>
                <a:moveTo>
                  <a:pt x="21407" y="672861"/>
                </a:moveTo>
                <a:cubicBezTo>
                  <a:pt x="23217" y="672575"/>
                  <a:pt x="24741" y="672861"/>
                  <a:pt x="25598" y="672289"/>
                </a:cubicBezTo>
                <a:cubicBezTo>
                  <a:pt x="39314" y="661812"/>
                  <a:pt x="53126" y="651525"/>
                  <a:pt x="66365" y="640571"/>
                </a:cubicBezTo>
                <a:cubicBezTo>
                  <a:pt x="71699" y="636094"/>
                  <a:pt x="76271" y="631427"/>
                  <a:pt x="83987" y="632570"/>
                </a:cubicBezTo>
                <a:cubicBezTo>
                  <a:pt x="85606" y="632761"/>
                  <a:pt x="87701" y="631903"/>
                  <a:pt x="89130" y="630856"/>
                </a:cubicBezTo>
                <a:cubicBezTo>
                  <a:pt x="94559" y="626855"/>
                  <a:pt x="100846" y="624093"/>
                  <a:pt x="104751" y="618092"/>
                </a:cubicBezTo>
                <a:cubicBezTo>
                  <a:pt x="106751" y="615139"/>
                  <a:pt x="109895" y="612853"/>
                  <a:pt x="112657" y="610567"/>
                </a:cubicBezTo>
                <a:cubicBezTo>
                  <a:pt x="113419" y="609996"/>
                  <a:pt x="114943" y="610377"/>
                  <a:pt x="116086" y="610282"/>
                </a:cubicBezTo>
                <a:cubicBezTo>
                  <a:pt x="115895" y="611901"/>
                  <a:pt x="116276" y="614187"/>
                  <a:pt x="115419" y="615044"/>
                </a:cubicBezTo>
                <a:cubicBezTo>
                  <a:pt x="112181" y="617902"/>
                  <a:pt x="108561" y="620188"/>
                  <a:pt x="105037" y="622759"/>
                </a:cubicBezTo>
                <a:cubicBezTo>
                  <a:pt x="86939" y="635523"/>
                  <a:pt x="69604" y="649239"/>
                  <a:pt x="54173" y="667241"/>
                </a:cubicBezTo>
                <a:cubicBezTo>
                  <a:pt x="60174" y="667146"/>
                  <a:pt x="64746" y="666289"/>
                  <a:pt x="69223" y="664098"/>
                </a:cubicBezTo>
                <a:cubicBezTo>
                  <a:pt x="71699" y="662955"/>
                  <a:pt x="73604" y="659431"/>
                  <a:pt x="78367" y="661621"/>
                </a:cubicBezTo>
                <a:cubicBezTo>
                  <a:pt x="68747" y="667908"/>
                  <a:pt x="60269" y="674099"/>
                  <a:pt x="51221" y="679147"/>
                </a:cubicBezTo>
                <a:cubicBezTo>
                  <a:pt x="43791" y="683243"/>
                  <a:pt x="35600" y="686005"/>
                  <a:pt x="27884" y="689530"/>
                </a:cubicBezTo>
                <a:cubicBezTo>
                  <a:pt x="26456" y="690196"/>
                  <a:pt x="24741" y="692006"/>
                  <a:pt x="24551" y="693530"/>
                </a:cubicBezTo>
                <a:cubicBezTo>
                  <a:pt x="23598" y="699721"/>
                  <a:pt x="24360" y="705532"/>
                  <a:pt x="30075" y="710104"/>
                </a:cubicBezTo>
                <a:cubicBezTo>
                  <a:pt x="34171" y="708580"/>
                  <a:pt x="37124" y="706389"/>
                  <a:pt x="40076" y="704293"/>
                </a:cubicBezTo>
                <a:cubicBezTo>
                  <a:pt x="49601" y="697435"/>
                  <a:pt x="58936" y="690292"/>
                  <a:pt x="68651" y="683815"/>
                </a:cubicBezTo>
                <a:cubicBezTo>
                  <a:pt x="75033" y="679528"/>
                  <a:pt x="80367" y="672575"/>
                  <a:pt x="89797" y="674480"/>
                </a:cubicBezTo>
                <a:cubicBezTo>
                  <a:pt x="91607" y="674861"/>
                  <a:pt x="94083" y="672385"/>
                  <a:pt x="96274" y="671242"/>
                </a:cubicBezTo>
                <a:cubicBezTo>
                  <a:pt x="109323" y="664193"/>
                  <a:pt x="117610" y="651906"/>
                  <a:pt x="130564" y="640857"/>
                </a:cubicBezTo>
                <a:cubicBezTo>
                  <a:pt x="123896" y="643238"/>
                  <a:pt x="119991" y="645429"/>
                  <a:pt x="115895" y="645810"/>
                </a:cubicBezTo>
                <a:cubicBezTo>
                  <a:pt x="111704" y="646191"/>
                  <a:pt x="108656" y="650953"/>
                  <a:pt x="102656" y="648477"/>
                </a:cubicBezTo>
                <a:cubicBezTo>
                  <a:pt x="108656" y="644953"/>
                  <a:pt x="113705" y="641428"/>
                  <a:pt x="119134" y="638857"/>
                </a:cubicBezTo>
                <a:cubicBezTo>
                  <a:pt x="136660" y="630570"/>
                  <a:pt x="136660" y="630665"/>
                  <a:pt x="134183" y="610948"/>
                </a:cubicBezTo>
                <a:cubicBezTo>
                  <a:pt x="133707" y="606853"/>
                  <a:pt x="132088" y="604281"/>
                  <a:pt x="128564" y="602185"/>
                </a:cubicBezTo>
                <a:cubicBezTo>
                  <a:pt x="127325" y="601423"/>
                  <a:pt x="127611" y="598090"/>
                  <a:pt x="127230" y="595994"/>
                </a:cubicBezTo>
                <a:cubicBezTo>
                  <a:pt x="111514" y="602947"/>
                  <a:pt x="95798" y="609996"/>
                  <a:pt x="79986" y="616949"/>
                </a:cubicBezTo>
                <a:cubicBezTo>
                  <a:pt x="86939" y="610758"/>
                  <a:pt x="93988" y="605043"/>
                  <a:pt x="102465" y="601138"/>
                </a:cubicBezTo>
                <a:cubicBezTo>
                  <a:pt x="112943" y="596280"/>
                  <a:pt x="123420" y="590946"/>
                  <a:pt x="131040" y="581611"/>
                </a:cubicBezTo>
                <a:cubicBezTo>
                  <a:pt x="130659" y="573706"/>
                  <a:pt x="130183" y="566371"/>
                  <a:pt x="129897" y="559799"/>
                </a:cubicBezTo>
                <a:cubicBezTo>
                  <a:pt x="123611" y="553322"/>
                  <a:pt x="117324" y="553798"/>
                  <a:pt x="110657" y="556751"/>
                </a:cubicBezTo>
                <a:cubicBezTo>
                  <a:pt x="105037" y="559228"/>
                  <a:pt x="99608" y="562276"/>
                  <a:pt x="93702" y="563704"/>
                </a:cubicBezTo>
                <a:cubicBezTo>
                  <a:pt x="86939" y="565324"/>
                  <a:pt x="81034" y="568276"/>
                  <a:pt x="75128" y="571610"/>
                </a:cubicBezTo>
                <a:cubicBezTo>
                  <a:pt x="67699" y="575801"/>
                  <a:pt x="60079" y="579802"/>
                  <a:pt x="52554" y="583993"/>
                </a:cubicBezTo>
                <a:cubicBezTo>
                  <a:pt x="44458" y="588374"/>
                  <a:pt x="37505" y="594470"/>
                  <a:pt x="28361" y="597328"/>
                </a:cubicBezTo>
                <a:cubicBezTo>
                  <a:pt x="22741" y="599137"/>
                  <a:pt x="17502" y="603043"/>
                  <a:pt x="13406" y="609520"/>
                </a:cubicBezTo>
                <a:cubicBezTo>
                  <a:pt x="13978" y="614758"/>
                  <a:pt x="14549" y="620854"/>
                  <a:pt x="15216" y="626855"/>
                </a:cubicBezTo>
                <a:cubicBezTo>
                  <a:pt x="15216" y="627331"/>
                  <a:pt x="15978" y="627808"/>
                  <a:pt x="16454" y="628189"/>
                </a:cubicBezTo>
                <a:cubicBezTo>
                  <a:pt x="16931" y="628474"/>
                  <a:pt x="17502" y="628665"/>
                  <a:pt x="19121" y="629332"/>
                </a:cubicBezTo>
                <a:cubicBezTo>
                  <a:pt x="20360" y="627998"/>
                  <a:pt x="21884" y="626284"/>
                  <a:pt x="23503" y="624664"/>
                </a:cubicBezTo>
                <a:cubicBezTo>
                  <a:pt x="42743" y="604281"/>
                  <a:pt x="64079" y="586945"/>
                  <a:pt x="90940" y="577706"/>
                </a:cubicBezTo>
                <a:cubicBezTo>
                  <a:pt x="97036" y="575611"/>
                  <a:pt x="101608" y="571896"/>
                  <a:pt x="105037" y="566371"/>
                </a:cubicBezTo>
                <a:cubicBezTo>
                  <a:pt x="106656" y="563704"/>
                  <a:pt x="108466" y="561228"/>
                  <a:pt x="112276" y="561418"/>
                </a:cubicBezTo>
                <a:cubicBezTo>
                  <a:pt x="111419" y="567514"/>
                  <a:pt x="107704" y="571420"/>
                  <a:pt x="103037" y="574563"/>
                </a:cubicBezTo>
                <a:cubicBezTo>
                  <a:pt x="79796" y="589803"/>
                  <a:pt x="59412" y="608758"/>
                  <a:pt x="37886" y="626188"/>
                </a:cubicBezTo>
                <a:cubicBezTo>
                  <a:pt x="33028" y="630094"/>
                  <a:pt x="28932" y="634666"/>
                  <a:pt x="27789" y="641238"/>
                </a:cubicBezTo>
                <a:cubicBezTo>
                  <a:pt x="35695" y="641619"/>
                  <a:pt x="42267" y="639619"/>
                  <a:pt x="46744" y="632475"/>
                </a:cubicBezTo>
                <a:cubicBezTo>
                  <a:pt x="47601" y="631141"/>
                  <a:pt x="49506" y="630379"/>
                  <a:pt x="51030" y="629522"/>
                </a:cubicBezTo>
                <a:cubicBezTo>
                  <a:pt x="51411" y="629332"/>
                  <a:pt x="52554" y="629522"/>
                  <a:pt x="52649" y="629808"/>
                </a:cubicBezTo>
                <a:cubicBezTo>
                  <a:pt x="53030" y="630856"/>
                  <a:pt x="53697" y="632284"/>
                  <a:pt x="53221" y="633046"/>
                </a:cubicBezTo>
                <a:cubicBezTo>
                  <a:pt x="52459" y="634570"/>
                  <a:pt x="51221" y="636094"/>
                  <a:pt x="49792" y="637142"/>
                </a:cubicBezTo>
                <a:cubicBezTo>
                  <a:pt x="41219" y="643238"/>
                  <a:pt x="32647" y="649144"/>
                  <a:pt x="23979" y="655049"/>
                </a:cubicBezTo>
                <a:cubicBezTo>
                  <a:pt x="19883" y="657811"/>
                  <a:pt x="18550" y="661621"/>
                  <a:pt x="19407" y="666193"/>
                </a:cubicBezTo>
                <a:cubicBezTo>
                  <a:pt x="19788" y="668575"/>
                  <a:pt x="20645" y="670765"/>
                  <a:pt x="21312" y="672956"/>
                </a:cubicBezTo>
                <a:moveTo>
                  <a:pt x="87320" y="783732"/>
                </a:moveTo>
                <a:cubicBezTo>
                  <a:pt x="84082" y="790876"/>
                  <a:pt x="77033" y="794019"/>
                  <a:pt x="71604" y="798972"/>
                </a:cubicBezTo>
                <a:cubicBezTo>
                  <a:pt x="69509" y="800877"/>
                  <a:pt x="69604" y="804782"/>
                  <a:pt x="71795" y="807259"/>
                </a:cubicBezTo>
                <a:cubicBezTo>
                  <a:pt x="73509" y="809354"/>
                  <a:pt x="75890" y="810307"/>
                  <a:pt x="78176" y="808878"/>
                </a:cubicBezTo>
                <a:cubicBezTo>
                  <a:pt x="81891" y="806687"/>
                  <a:pt x="85225" y="804020"/>
                  <a:pt x="88749" y="801544"/>
                </a:cubicBezTo>
                <a:cubicBezTo>
                  <a:pt x="93797" y="798019"/>
                  <a:pt x="98369" y="793257"/>
                  <a:pt x="103989" y="791257"/>
                </a:cubicBezTo>
                <a:cubicBezTo>
                  <a:pt x="117038" y="786494"/>
                  <a:pt x="127135" y="777350"/>
                  <a:pt x="138374" y="769825"/>
                </a:cubicBezTo>
                <a:cubicBezTo>
                  <a:pt x="140375" y="768492"/>
                  <a:pt x="143518" y="767349"/>
                  <a:pt x="142565" y="763444"/>
                </a:cubicBezTo>
                <a:cubicBezTo>
                  <a:pt x="131802" y="765920"/>
                  <a:pt x="122753" y="770873"/>
                  <a:pt x="114276" y="777160"/>
                </a:cubicBezTo>
                <a:cubicBezTo>
                  <a:pt x="105989" y="783256"/>
                  <a:pt x="96750" y="785542"/>
                  <a:pt x="86654" y="783827"/>
                </a:cubicBezTo>
                <a:cubicBezTo>
                  <a:pt x="102275" y="776398"/>
                  <a:pt x="117038" y="767635"/>
                  <a:pt x="131231" y="757729"/>
                </a:cubicBezTo>
                <a:cubicBezTo>
                  <a:pt x="132755" y="756681"/>
                  <a:pt x="134660" y="756300"/>
                  <a:pt x="136279" y="755347"/>
                </a:cubicBezTo>
                <a:cubicBezTo>
                  <a:pt x="148471" y="748204"/>
                  <a:pt x="160282" y="740584"/>
                  <a:pt x="171902" y="731440"/>
                </a:cubicBezTo>
                <a:cubicBezTo>
                  <a:pt x="170283" y="726868"/>
                  <a:pt x="168950" y="722962"/>
                  <a:pt x="167711" y="719343"/>
                </a:cubicBezTo>
                <a:cubicBezTo>
                  <a:pt x="157901" y="718771"/>
                  <a:pt x="154186" y="729154"/>
                  <a:pt x="145328" y="729439"/>
                </a:cubicBezTo>
                <a:cubicBezTo>
                  <a:pt x="144280" y="727534"/>
                  <a:pt x="143137" y="725439"/>
                  <a:pt x="141613" y="722581"/>
                </a:cubicBezTo>
                <a:cubicBezTo>
                  <a:pt x="135898" y="725629"/>
                  <a:pt x="130183" y="728677"/>
                  <a:pt x="123325" y="732297"/>
                </a:cubicBezTo>
                <a:cubicBezTo>
                  <a:pt x="123420" y="729249"/>
                  <a:pt x="122849" y="726677"/>
                  <a:pt x="123706" y="726201"/>
                </a:cubicBezTo>
                <a:cubicBezTo>
                  <a:pt x="130373" y="721819"/>
                  <a:pt x="137136" y="717628"/>
                  <a:pt x="144089" y="713818"/>
                </a:cubicBezTo>
                <a:cubicBezTo>
                  <a:pt x="149328" y="710866"/>
                  <a:pt x="155710" y="710008"/>
                  <a:pt x="159615" y="705246"/>
                </a:cubicBezTo>
                <a:cubicBezTo>
                  <a:pt x="157203" y="694133"/>
                  <a:pt x="153900" y="686386"/>
                  <a:pt x="149709" y="682005"/>
                </a:cubicBezTo>
                <a:cubicBezTo>
                  <a:pt x="143899" y="682767"/>
                  <a:pt x="140089" y="686577"/>
                  <a:pt x="136088" y="690387"/>
                </a:cubicBezTo>
                <a:cubicBezTo>
                  <a:pt x="131231" y="695054"/>
                  <a:pt x="126278" y="699626"/>
                  <a:pt x="121229" y="704103"/>
                </a:cubicBezTo>
                <a:cubicBezTo>
                  <a:pt x="117991" y="706960"/>
                  <a:pt x="114181" y="709151"/>
                  <a:pt x="111038" y="712104"/>
                </a:cubicBezTo>
                <a:cubicBezTo>
                  <a:pt x="95988" y="725725"/>
                  <a:pt x="81129" y="739536"/>
                  <a:pt x="66175" y="753252"/>
                </a:cubicBezTo>
                <a:cubicBezTo>
                  <a:pt x="64651" y="754681"/>
                  <a:pt x="63413" y="756300"/>
                  <a:pt x="60269" y="759919"/>
                </a:cubicBezTo>
                <a:cubicBezTo>
                  <a:pt x="66461" y="758014"/>
                  <a:pt x="70080" y="757252"/>
                  <a:pt x="73223" y="755728"/>
                </a:cubicBezTo>
                <a:cubicBezTo>
                  <a:pt x="77129" y="753919"/>
                  <a:pt x="80653" y="751347"/>
                  <a:pt x="84368" y="749251"/>
                </a:cubicBezTo>
                <a:cubicBezTo>
                  <a:pt x="86939" y="747823"/>
                  <a:pt x="89702" y="746584"/>
                  <a:pt x="92369" y="745346"/>
                </a:cubicBezTo>
                <a:cubicBezTo>
                  <a:pt x="87606" y="750585"/>
                  <a:pt x="82558" y="755538"/>
                  <a:pt x="76557" y="758300"/>
                </a:cubicBezTo>
                <a:cubicBezTo>
                  <a:pt x="69509" y="761539"/>
                  <a:pt x="65222" y="767349"/>
                  <a:pt x="59698" y="772016"/>
                </a:cubicBezTo>
                <a:cubicBezTo>
                  <a:pt x="57698" y="773731"/>
                  <a:pt x="58269" y="776588"/>
                  <a:pt x="59888" y="778684"/>
                </a:cubicBezTo>
                <a:cubicBezTo>
                  <a:pt x="61508" y="780684"/>
                  <a:pt x="64079" y="782017"/>
                  <a:pt x="66365" y="780589"/>
                </a:cubicBezTo>
                <a:cubicBezTo>
                  <a:pt x="71604" y="777350"/>
                  <a:pt x="76367" y="773445"/>
                  <a:pt x="81415" y="769921"/>
                </a:cubicBezTo>
                <a:cubicBezTo>
                  <a:pt x="90083" y="764015"/>
                  <a:pt x="98655" y="757919"/>
                  <a:pt x="107418" y="752299"/>
                </a:cubicBezTo>
                <a:cubicBezTo>
                  <a:pt x="112562" y="749061"/>
                  <a:pt x="118181" y="746584"/>
                  <a:pt x="123611" y="743632"/>
                </a:cubicBezTo>
                <a:cubicBezTo>
                  <a:pt x="126754" y="741917"/>
                  <a:pt x="129802" y="740107"/>
                  <a:pt x="132850" y="738393"/>
                </a:cubicBezTo>
                <a:cubicBezTo>
                  <a:pt x="127802" y="744203"/>
                  <a:pt x="121801" y="748394"/>
                  <a:pt x="115895" y="752966"/>
                </a:cubicBezTo>
                <a:cubicBezTo>
                  <a:pt x="107609" y="759348"/>
                  <a:pt x="99417" y="765920"/>
                  <a:pt x="91226" y="772492"/>
                </a:cubicBezTo>
                <a:cubicBezTo>
                  <a:pt x="87511" y="775445"/>
                  <a:pt x="85796" y="779065"/>
                  <a:pt x="87416" y="783827"/>
                </a:cubicBezTo>
                <a:moveTo>
                  <a:pt x="70366" y="525414"/>
                </a:moveTo>
                <a:cubicBezTo>
                  <a:pt x="70175" y="526557"/>
                  <a:pt x="70461" y="528271"/>
                  <a:pt x="69794" y="528843"/>
                </a:cubicBezTo>
                <a:cubicBezTo>
                  <a:pt x="58460" y="539320"/>
                  <a:pt x="46458" y="548750"/>
                  <a:pt x="33123" y="556561"/>
                </a:cubicBezTo>
                <a:cubicBezTo>
                  <a:pt x="32075" y="557132"/>
                  <a:pt x="30742" y="557037"/>
                  <a:pt x="29599" y="557323"/>
                </a:cubicBezTo>
                <a:cubicBezTo>
                  <a:pt x="27313" y="557894"/>
                  <a:pt x="24360" y="555227"/>
                  <a:pt x="24932" y="553036"/>
                </a:cubicBezTo>
                <a:cubicBezTo>
                  <a:pt x="25694" y="550084"/>
                  <a:pt x="26170" y="546845"/>
                  <a:pt x="27789" y="544369"/>
                </a:cubicBezTo>
                <a:cubicBezTo>
                  <a:pt x="34171" y="534653"/>
                  <a:pt x="39314" y="524271"/>
                  <a:pt x="50078" y="517889"/>
                </a:cubicBezTo>
                <a:cubicBezTo>
                  <a:pt x="57602" y="513412"/>
                  <a:pt x="57031" y="512460"/>
                  <a:pt x="59603" y="501697"/>
                </a:cubicBezTo>
                <a:cubicBezTo>
                  <a:pt x="53697" y="505983"/>
                  <a:pt x="48935" y="509983"/>
                  <a:pt x="43696" y="513127"/>
                </a:cubicBezTo>
                <a:cubicBezTo>
                  <a:pt x="37981" y="516460"/>
                  <a:pt x="31790" y="518842"/>
                  <a:pt x="25979" y="521604"/>
                </a:cubicBezTo>
                <a:cubicBezTo>
                  <a:pt x="21884" y="533891"/>
                  <a:pt x="17121" y="567610"/>
                  <a:pt x="17502" y="581516"/>
                </a:cubicBezTo>
                <a:cubicBezTo>
                  <a:pt x="19217" y="580754"/>
                  <a:pt x="21122" y="580183"/>
                  <a:pt x="22455" y="579135"/>
                </a:cubicBezTo>
                <a:cubicBezTo>
                  <a:pt x="34361" y="570372"/>
                  <a:pt x="46077" y="561418"/>
                  <a:pt x="57983" y="552655"/>
                </a:cubicBezTo>
                <a:cubicBezTo>
                  <a:pt x="63413" y="548655"/>
                  <a:pt x="68747" y="543892"/>
                  <a:pt x="74938" y="541606"/>
                </a:cubicBezTo>
                <a:cubicBezTo>
                  <a:pt x="95512" y="533701"/>
                  <a:pt x="111038" y="518365"/>
                  <a:pt x="128468" y="505888"/>
                </a:cubicBezTo>
                <a:cubicBezTo>
                  <a:pt x="130659" y="504268"/>
                  <a:pt x="132469" y="501316"/>
                  <a:pt x="129421" y="497982"/>
                </a:cubicBezTo>
                <a:cubicBezTo>
                  <a:pt x="114848" y="502649"/>
                  <a:pt x="100655" y="508364"/>
                  <a:pt x="88082" y="517318"/>
                </a:cubicBezTo>
                <a:cubicBezTo>
                  <a:pt x="82558" y="521223"/>
                  <a:pt x="76938" y="524938"/>
                  <a:pt x="70080" y="526176"/>
                </a:cubicBezTo>
                <a:cubicBezTo>
                  <a:pt x="70175" y="519985"/>
                  <a:pt x="75414" y="517794"/>
                  <a:pt x="79510" y="515889"/>
                </a:cubicBezTo>
                <a:cubicBezTo>
                  <a:pt x="94940" y="508459"/>
                  <a:pt x="108656" y="497696"/>
                  <a:pt x="124944" y="491791"/>
                </a:cubicBezTo>
                <a:cubicBezTo>
                  <a:pt x="126659" y="491124"/>
                  <a:pt x="128564" y="490933"/>
                  <a:pt x="130278" y="490171"/>
                </a:cubicBezTo>
                <a:cubicBezTo>
                  <a:pt x="135612" y="487790"/>
                  <a:pt x="139327" y="484075"/>
                  <a:pt x="140184" y="477884"/>
                </a:cubicBezTo>
                <a:cubicBezTo>
                  <a:pt x="141232" y="470550"/>
                  <a:pt x="142756" y="463311"/>
                  <a:pt x="143899" y="455977"/>
                </a:cubicBezTo>
                <a:cubicBezTo>
                  <a:pt x="144089" y="454548"/>
                  <a:pt x="143232" y="453024"/>
                  <a:pt x="142756" y="451024"/>
                </a:cubicBezTo>
                <a:cubicBezTo>
                  <a:pt x="137231" y="455119"/>
                  <a:pt x="131993" y="458263"/>
                  <a:pt x="127421" y="462263"/>
                </a:cubicBezTo>
                <a:cubicBezTo>
                  <a:pt x="111800" y="476074"/>
                  <a:pt x="96655" y="490552"/>
                  <a:pt x="80653" y="503887"/>
                </a:cubicBezTo>
                <a:cubicBezTo>
                  <a:pt x="72557" y="510650"/>
                  <a:pt x="65127" y="517699"/>
                  <a:pt x="58555" y="525890"/>
                </a:cubicBezTo>
                <a:cubicBezTo>
                  <a:pt x="57507" y="527128"/>
                  <a:pt x="56936" y="528938"/>
                  <a:pt x="56650" y="530557"/>
                </a:cubicBezTo>
                <a:cubicBezTo>
                  <a:pt x="56269" y="532462"/>
                  <a:pt x="59888" y="532843"/>
                  <a:pt x="62936" y="530938"/>
                </a:cubicBezTo>
                <a:cubicBezTo>
                  <a:pt x="65508" y="529319"/>
                  <a:pt x="67985" y="527319"/>
                  <a:pt x="70461" y="525604"/>
                </a:cubicBezTo>
                <a:moveTo>
                  <a:pt x="83415" y="448166"/>
                </a:moveTo>
                <a:cubicBezTo>
                  <a:pt x="76557" y="452357"/>
                  <a:pt x="70080" y="457501"/>
                  <a:pt x="62841" y="460549"/>
                </a:cubicBezTo>
                <a:cubicBezTo>
                  <a:pt x="55221" y="463692"/>
                  <a:pt x="49316" y="469121"/>
                  <a:pt x="42839" y="473788"/>
                </a:cubicBezTo>
                <a:cubicBezTo>
                  <a:pt x="40457" y="475503"/>
                  <a:pt x="38552" y="478170"/>
                  <a:pt x="37314" y="480837"/>
                </a:cubicBezTo>
                <a:cubicBezTo>
                  <a:pt x="35790" y="484171"/>
                  <a:pt x="35028" y="487885"/>
                  <a:pt x="34457" y="491600"/>
                </a:cubicBezTo>
                <a:cubicBezTo>
                  <a:pt x="33980" y="494743"/>
                  <a:pt x="31123" y="497791"/>
                  <a:pt x="33885" y="501982"/>
                </a:cubicBezTo>
                <a:cubicBezTo>
                  <a:pt x="36552" y="499696"/>
                  <a:pt x="39410" y="498077"/>
                  <a:pt x="40934" y="495601"/>
                </a:cubicBezTo>
                <a:cubicBezTo>
                  <a:pt x="45601" y="488076"/>
                  <a:pt x="52745" y="483218"/>
                  <a:pt x="58936" y="477313"/>
                </a:cubicBezTo>
                <a:cubicBezTo>
                  <a:pt x="61984" y="474360"/>
                  <a:pt x="65032" y="471407"/>
                  <a:pt x="67889" y="468264"/>
                </a:cubicBezTo>
                <a:cubicBezTo>
                  <a:pt x="72080" y="463787"/>
                  <a:pt x="76367" y="459310"/>
                  <a:pt x="80177" y="454548"/>
                </a:cubicBezTo>
                <a:cubicBezTo>
                  <a:pt x="81510" y="452833"/>
                  <a:pt x="81796" y="450262"/>
                  <a:pt x="82653" y="448071"/>
                </a:cubicBezTo>
                <a:cubicBezTo>
                  <a:pt x="92750" y="440927"/>
                  <a:pt x="102751" y="433688"/>
                  <a:pt x="112943" y="426735"/>
                </a:cubicBezTo>
                <a:cubicBezTo>
                  <a:pt x="123039" y="419877"/>
                  <a:pt x="134564" y="415019"/>
                  <a:pt x="143042" y="405780"/>
                </a:cubicBezTo>
                <a:cubicBezTo>
                  <a:pt x="144280" y="404446"/>
                  <a:pt x="146090" y="403113"/>
                  <a:pt x="147709" y="402922"/>
                </a:cubicBezTo>
                <a:cubicBezTo>
                  <a:pt x="158186" y="401779"/>
                  <a:pt x="161520" y="394540"/>
                  <a:pt x="164092" y="385587"/>
                </a:cubicBezTo>
                <a:cubicBezTo>
                  <a:pt x="166092" y="378538"/>
                  <a:pt x="169997" y="372061"/>
                  <a:pt x="172569" y="365108"/>
                </a:cubicBezTo>
                <a:cubicBezTo>
                  <a:pt x="173617" y="362346"/>
                  <a:pt x="173522" y="359107"/>
                  <a:pt x="173331" y="356155"/>
                </a:cubicBezTo>
                <a:cubicBezTo>
                  <a:pt x="173331" y="355012"/>
                  <a:pt x="171521" y="354059"/>
                  <a:pt x="170378" y="352630"/>
                </a:cubicBezTo>
                <a:cubicBezTo>
                  <a:pt x="164949" y="364727"/>
                  <a:pt x="164854" y="364537"/>
                  <a:pt x="155519" y="371395"/>
                </a:cubicBezTo>
                <a:cubicBezTo>
                  <a:pt x="146090" y="378348"/>
                  <a:pt x="136660" y="385396"/>
                  <a:pt x="127611" y="392826"/>
                </a:cubicBezTo>
                <a:cubicBezTo>
                  <a:pt x="113800" y="404161"/>
                  <a:pt x="100846" y="416543"/>
                  <a:pt x="86273" y="426830"/>
                </a:cubicBezTo>
                <a:cubicBezTo>
                  <a:pt x="78176" y="432545"/>
                  <a:pt x="71604" y="439784"/>
                  <a:pt x="65794" y="449309"/>
                </a:cubicBezTo>
                <a:cubicBezTo>
                  <a:pt x="69223" y="449404"/>
                  <a:pt x="72080" y="450071"/>
                  <a:pt x="74747" y="449404"/>
                </a:cubicBezTo>
                <a:cubicBezTo>
                  <a:pt x="77605" y="448738"/>
                  <a:pt x="80177" y="446356"/>
                  <a:pt x="83415" y="448071"/>
                </a:cubicBezTo>
                <a:moveTo>
                  <a:pt x="192381" y="294814"/>
                </a:moveTo>
                <a:cubicBezTo>
                  <a:pt x="193429" y="298338"/>
                  <a:pt x="195239" y="301767"/>
                  <a:pt x="192191" y="305291"/>
                </a:cubicBezTo>
                <a:cubicBezTo>
                  <a:pt x="190190" y="307672"/>
                  <a:pt x="188381" y="310149"/>
                  <a:pt x="186190" y="312340"/>
                </a:cubicBezTo>
                <a:cubicBezTo>
                  <a:pt x="169140" y="329961"/>
                  <a:pt x="151614" y="347201"/>
                  <a:pt x="134945" y="365203"/>
                </a:cubicBezTo>
                <a:cubicBezTo>
                  <a:pt x="127802" y="372919"/>
                  <a:pt x="119896" y="379586"/>
                  <a:pt x="111895" y="386349"/>
                </a:cubicBezTo>
                <a:cubicBezTo>
                  <a:pt x="109609" y="388349"/>
                  <a:pt x="107513" y="390540"/>
                  <a:pt x="105608" y="392921"/>
                </a:cubicBezTo>
                <a:cubicBezTo>
                  <a:pt x="105227" y="393493"/>
                  <a:pt x="105989" y="395017"/>
                  <a:pt x="106275" y="396255"/>
                </a:cubicBezTo>
                <a:cubicBezTo>
                  <a:pt x="112276" y="395683"/>
                  <a:pt x="115800" y="391207"/>
                  <a:pt x="119801" y="387492"/>
                </a:cubicBezTo>
                <a:cubicBezTo>
                  <a:pt x="123801" y="383682"/>
                  <a:pt x="127706" y="379777"/>
                  <a:pt x="132088" y="376348"/>
                </a:cubicBezTo>
                <a:cubicBezTo>
                  <a:pt x="139613" y="370442"/>
                  <a:pt x="149233" y="367204"/>
                  <a:pt x="153329" y="357202"/>
                </a:cubicBezTo>
                <a:cubicBezTo>
                  <a:pt x="154376" y="354726"/>
                  <a:pt x="157805" y="353202"/>
                  <a:pt x="160282" y="351297"/>
                </a:cubicBezTo>
                <a:cubicBezTo>
                  <a:pt x="164663" y="347963"/>
                  <a:pt x="169045" y="344439"/>
                  <a:pt x="173617" y="341391"/>
                </a:cubicBezTo>
                <a:cubicBezTo>
                  <a:pt x="180380" y="336724"/>
                  <a:pt x="185237" y="330913"/>
                  <a:pt x="188857" y="323389"/>
                </a:cubicBezTo>
                <a:cubicBezTo>
                  <a:pt x="196667" y="307291"/>
                  <a:pt x="204668" y="291385"/>
                  <a:pt x="216003" y="277288"/>
                </a:cubicBezTo>
                <a:cubicBezTo>
                  <a:pt x="218194" y="274621"/>
                  <a:pt x="219337" y="271001"/>
                  <a:pt x="222004" y="265762"/>
                </a:cubicBezTo>
                <a:cubicBezTo>
                  <a:pt x="207335" y="273287"/>
                  <a:pt x="198382" y="283003"/>
                  <a:pt x="192286" y="295480"/>
                </a:cubicBezTo>
                <a:cubicBezTo>
                  <a:pt x="189905" y="295671"/>
                  <a:pt x="187047" y="295004"/>
                  <a:pt x="185428" y="296147"/>
                </a:cubicBezTo>
                <a:cubicBezTo>
                  <a:pt x="180380" y="299671"/>
                  <a:pt x="175712" y="303672"/>
                  <a:pt x="171140" y="307863"/>
                </a:cubicBezTo>
                <a:cubicBezTo>
                  <a:pt x="160663" y="317388"/>
                  <a:pt x="150376" y="327199"/>
                  <a:pt x="140184" y="336914"/>
                </a:cubicBezTo>
                <a:cubicBezTo>
                  <a:pt x="129516" y="347106"/>
                  <a:pt x="118658" y="357107"/>
                  <a:pt x="108466" y="367680"/>
                </a:cubicBezTo>
                <a:cubicBezTo>
                  <a:pt x="102465" y="373871"/>
                  <a:pt x="97226" y="380824"/>
                  <a:pt x="91988" y="387682"/>
                </a:cubicBezTo>
                <a:cubicBezTo>
                  <a:pt x="90368" y="389778"/>
                  <a:pt x="89892" y="392635"/>
                  <a:pt x="87797" y="397969"/>
                </a:cubicBezTo>
                <a:cubicBezTo>
                  <a:pt x="99417" y="387778"/>
                  <a:pt x="109609" y="380634"/>
                  <a:pt x="117610" y="371585"/>
                </a:cubicBezTo>
                <a:cubicBezTo>
                  <a:pt x="131897" y="355393"/>
                  <a:pt x="148471" y="341486"/>
                  <a:pt x="162949" y="325579"/>
                </a:cubicBezTo>
                <a:cubicBezTo>
                  <a:pt x="172474" y="315102"/>
                  <a:pt x="182475" y="305005"/>
                  <a:pt x="192286" y="294814"/>
                </a:cubicBezTo>
                <a:moveTo>
                  <a:pt x="867894" y="941180"/>
                </a:moveTo>
                <a:cubicBezTo>
                  <a:pt x="869609" y="938704"/>
                  <a:pt x="871037" y="935846"/>
                  <a:pt x="873323" y="933941"/>
                </a:cubicBezTo>
                <a:cubicBezTo>
                  <a:pt x="874943" y="932512"/>
                  <a:pt x="878562" y="932608"/>
                  <a:pt x="877324" y="929369"/>
                </a:cubicBezTo>
                <a:cubicBezTo>
                  <a:pt x="876562" y="927369"/>
                  <a:pt x="874085" y="924797"/>
                  <a:pt x="872276" y="924702"/>
                </a:cubicBezTo>
                <a:cubicBezTo>
                  <a:pt x="863703" y="924321"/>
                  <a:pt x="854940" y="923654"/>
                  <a:pt x="846654" y="925178"/>
                </a:cubicBezTo>
                <a:cubicBezTo>
                  <a:pt x="840843" y="926226"/>
                  <a:pt x="836081" y="926321"/>
                  <a:pt x="830747" y="923749"/>
                </a:cubicBezTo>
                <a:cubicBezTo>
                  <a:pt x="828080" y="922416"/>
                  <a:pt x="824746" y="922225"/>
                  <a:pt x="821698" y="922225"/>
                </a:cubicBezTo>
                <a:cubicBezTo>
                  <a:pt x="812459" y="922225"/>
                  <a:pt x="803219" y="922035"/>
                  <a:pt x="794075" y="923083"/>
                </a:cubicBezTo>
                <a:cubicBezTo>
                  <a:pt x="787598" y="923845"/>
                  <a:pt x="781217" y="926607"/>
                  <a:pt x="773597" y="928798"/>
                </a:cubicBezTo>
                <a:cubicBezTo>
                  <a:pt x="771215" y="926607"/>
                  <a:pt x="768072" y="923845"/>
                  <a:pt x="765119" y="921082"/>
                </a:cubicBezTo>
                <a:cubicBezTo>
                  <a:pt x="743117" y="918892"/>
                  <a:pt x="720923" y="919273"/>
                  <a:pt x="699111" y="915272"/>
                </a:cubicBezTo>
                <a:cubicBezTo>
                  <a:pt x="688062" y="913177"/>
                  <a:pt x="678823" y="916225"/>
                  <a:pt x="670060" y="923559"/>
                </a:cubicBezTo>
                <a:cubicBezTo>
                  <a:pt x="658249" y="933465"/>
                  <a:pt x="645866" y="942609"/>
                  <a:pt x="631579" y="949086"/>
                </a:cubicBezTo>
                <a:cubicBezTo>
                  <a:pt x="626054" y="951562"/>
                  <a:pt x="621197" y="955658"/>
                  <a:pt x="616148" y="959182"/>
                </a:cubicBezTo>
                <a:cubicBezTo>
                  <a:pt x="597956" y="971946"/>
                  <a:pt x="578715" y="982900"/>
                  <a:pt x="558713" y="992520"/>
                </a:cubicBezTo>
                <a:cubicBezTo>
                  <a:pt x="554331" y="994615"/>
                  <a:pt x="550426" y="997949"/>
                  <a:pt x="546140" y="1000330"/>
                </a:cubicBezTo>
                <a:cubicBezTo>
                  <a:pt x="536996" y="1005379"/>
                  <a:pt x="528042" y="1011094"/>
                  <a:pt x="518327" y="1014808"/>
                </a:cubicBezTo>
                <a:cubicBezTo>
                  <a:pt x="509087" y="1018333"/>
                  <a:pt x="500515" y="1022524"/>
                  <a:pt x="492990" y="1029001"/>
                </a:cubicBezTo>
                <a:cubicBezTo>
                  <a:pt x="488513" y="1032906"/>
                  <a:pt x="482703" y="1032715"/>
                  <a:pt x="477179" y="1033382"/>
                </a:cubicBezTo>
                <a:cubicBezTo>
                  <a:pt x="475655" y="1033573"/>
                  <a:pt x="473845" y="1032430"/>
                  <a:pt x="472416" y="1031477"/>
                </a:cubicBezTo>
                <a:cubicBezTo>
                  <a:pt x="470797" y="1030334"/>
                  <a:pt x="471845" y="1027000"/>
                  <a:pt x="474226" y="1025191"/>
                </a:cubicBezTo>
                <a:cubicBezTo>
                  <a:pt x="487085" y="1015570"/>
                  <a:pt x="501277" y="1008331"/>
                  <a:pt x="516136" y="1002331"/>
                </a:cubicBezTo>
                <a:cubicBezTo>
                  <a:pt x="524042" y="999092"/>
                  <a:pt x="531662" y="995092"/>
                  <a:pt x="539377" y="991282"/>
                </a:cubicBezTo>
                <a:cubicBezTo>
                  <a:pt x="549854" y="986138"/>
                  <a:pt x="560237" y="980804"/>
                  <a:pt x="570619" y="975470"/>
                </a:cubicBezTo>
                <a:cubicBezTo>
                  <a:pt x="577191" y="972136"/>
                  <a:pt x="583668" y="968612"/>
                  <a:pt x="590145" y="964993"/>
                </a:cubicBezTo>
                <a:cubicBezTo>
                  <a:pt x="603671" y="957563"/>
                  <a:pt x="617006" y="949943"/>
                  <a:pt x="630627" y="942704"/>
                </a:cubicBezTo>
                <a:cubicBezTo>
                  <a:pt x="642723" y="936322"/>
                  <a:pt x="652629" y="927178"/>
                  <a:pt x="662916" y="920416"/>
                </a:cubicBezTo>
                <a:cubicBezTo>
                  <a:pt x="663297" y="914415"/>
                  <a:pt x="660059" y="913462"/>
                  <a:pt x="657201" y="912891"/>
                </a:cubicBezTo>
                <a:cubicBezTo>
                  <a:pt x="650057" y="911367"/>
                  <a:pt x="642914" y="909748"/>
                  <a:pt x="635675" y="909081"/>
                </a:cubicBezTo>
                <a:cubicBezTo>
                  <a:pt x="603766" y="906128"/>
                  <a:pt x="572143" y="900794"/>
                  <a:pt x="540710" y="894889"/>
                </a:cubicBezTo>
                <a:cubicBezTo>
                  <a:pt x="533567" y="893555"/>
                  <a:pt x="526709" y="890507"/>
                  <a:pt x="519755" y="888031"/>
                </a:cubicBezTo>
                <a:cubicBezTo>
                  <a:pt x="518993" y="887745"/>
                  <a:pt x="518422" y="886030"/>
                  <a:pt x="518422" y="884983"/>
                </a:cubicBezTo>
                <a:cubicBezTo>
                  <a:pt x="518422" y="883935"/>
                  <a:pt x="519184" y="882506"/>
                  <a:pt x="520041" y="882030"/>
                </a:cubicBezTo>
                <a:cubicBezTo>
                  <a:pt x="521565" y="881173"/>
                  <a:pt x="523565" y="880125"/>
                  <a:pt x="525089" y="880411"/>
                </a:cubicBezTo>
                <a:cubicBezTo>
                  <a:pt x="531757" y="881458"/>
                  <a:pt x="538520" y="882316"/>
                  <a:pt x="544901" y="884411"/>
                </a:cubicBezTo>
                <a:cubicBezTo>
                  <a:pt x="564904" y="890983"/>
                  <a:pt x="585287" y="895174"/>
                  <a:pt x="606433" y="896127"/>
                </a:cubicBezTo>
                <a:cubicBezTo>
                  <a:pt x="615005" y="896508"/>
                  <a:pt x="623578" y="898508"/>
                  <a:pt x="632150" y="899365"/>
                </a:cubicBezTo>
                <a:cubicBezTo>
                  <a:pt x="646247" y="900889"/>
                  <a:pt x="660344" y="902604"/>
                  <a:pt x="674441" y="903271"/>
                </a:cubicBezTo>
                <a:cubicBezTo>
                  <a:pt x="680918" y="903556"/>
                  <a:pt x="687586" y="901270"/>
                  <a:pt x="695396" y="899842"/>
                </a:cubicBezTo>
                <a:cubicBezTo>
                  <a:pt x="698921" y="901461"/>
                  <a:pt x="702350" y="906128"/>
                  <a:pt x="708636" y="906033"/>
                </a:cubicBezTo>
                <a:cubicBezTo>
                  <a:pt x="721495" y="906033"/>
                  <a:pt x="734639" y="905842"/>
                  <a:pt x="747308" y="907843"/>
                </a:cubicBezTo>
                <a:cubicBezTo>
                  <a:pt x="766262" y="910795"/>
                  <a:pt x="785503" y="907462"/>
                  <a:pt x="804362" y="911367"/>
                </a:cubicBezTo>
                <a:cubicBezTo>
                  <a:pt x="807887" y="912129"/>
                  <a:pt x="811697" y="911367"/>
                  <a:pt x="815411" y="911367"/>
                </a:cubicBezTo>
                <a:cubicBezTo>
                  <a:pt x="820364" y="911272"/>
                  <a:pt x="825317" y="910795"/>
                  <a:pt x="830175" y="910891"/>
                </a:cubicBezTo>
                <a:cubicBezTo>
                  <a:pt x="858464" y="911462"/>
                  <a:pt x="886754" y="912605"/>
                  <a:pt x="915043" y="912796"/>
                </a:cubicBezTo>
                <a:cubicBezTo>
                  <a:pt x="928568" y="912796"/>
                  <a:pt x="942094" y="911176"/>
                  <a:pt x="955619" y="910129"/>
                </a:cubicBezTo>
                <a:cubicBezTo>
                  <a:pt x="962954" y="909557"/>
                  <a:pt x="970288" y="908509"/>
                  <a:pt x="977717" y="908033"/>
                </a:cubicBezTo>
                <a:cubicBezTo>
                  <a:pt x="1004292" y="906319"/>
                  <a:pt x="1029914" y="899461"/>
                  <a:pt x="1055537" y="892793"/>
                </a:cubicBezTo>
                <a:cubicBezTo>
                  <a:pt x="1086493" y="884697"/>
                  <a:pt x="1116878" y="874696"/>
                  <a:pt x="1147263" y="864313"/>
                </a:cubicBezTo>
                <a:cubicBezTo>
                  <a:pt x="1161264" y="859551"/>
                  <a:pt x="1174599" y="853169"/>
                  <a:pt x="1188792" y="848978"/>
                </a:cubicBezTo>
                <a:cubicBezTo>
                  <a:pt x="1196888" y="846502"/>
                  <a:pt x="1204698" y="842311"/>
                  <a:pt x="1212128" y="838215"/>
                </a:cubicBezTo>
                <a:cubicBezTo>
                  <a:pt x="1234702" y="825642"/>
                  <a:pt x="1258610" y="815450"/>
                  <a:pt x="1279565" y="799924"/>
                </a:cubicBezTo>
                <a:cubicBezTo>
                  <a:pt x="1288423" y="793352"/>
                  <a:pt x="1298520" y="788399"/>
                  <a:pt x="1307663" y="782113"/>
                </a:cubicBezTo>
                <a:cubicBezTo>
                  <a:pt x="1324428" y="770587"/>
                  <a:pt x="1340810" y="758681"/>
                  <a:pt x="1355384" y="744108"/>
                </a:cubicBezTo>
                <a:cubicBezTo>
                  <a:pt x="1374910" y="724391"/>
                  <a:pt x="1395008" y="705246"/>
                  <a:pt x="1412058" y="683338"/>
                </a:cubicBezTo>
                <a:cubicBezTo>
                  <a:pt x="1421868" y="670670"/>
                  <a:pt x="1431203" y="657430"/>
                  <a:pt x="1439109" y="643619"/>
                </a:cubicBezTo>
                <a:cubicBezTo>
                  <a:pt x="1456825" y="612472"/>
                  <a:pt x="1473684" y="580849"/>
                  <a:pt x="1490543" y="549131"/>
                </a:cubicBezTo>
                <a:cubicBezTo>
                  <a:pt x="1499021" y="533224"/>
                  <a:pt x="1502831" y="515508"/>
                  <a:pt x="1508165" y="498458"/>
                </a:cubicBezTo>
                <a:cubicBezTo>
                  <a:pt x="1511689" y="487314"/>
                  <a:pt x="1513784" y="475693"/>
                  <a:pt x="1516547" y="464263"/>
                </a:cubicBezTo>
                <a:cubicBezTo>
                  <a:pt x="1523405" y="436450"/>
                  <a:pt x="1525405" y="408066"/>
                  <a:pt x="1523976" y="379681"/>
                </a:cubicBezTo>
                <a:cubicBezTo>
                  <a:pt x="1522643" y="354154"/>
                  <a:pt x="1517499" y="329104"/>
                  <a:pt x="1505307" y="306529"/>
                </a:cubicBezTo>
                <a:cubicBezTo>
                  <a:pt x="1494163" y="285955"/>
                  <a:pt x="1481495" y="266429"/>
                  <a:pt x="1463874" y="250141"/>
                </a:cubicBezTo>
                <a:cubicBezTo>
                  <a:pt x="1450729" y="238045"/>
                  <a:pt x="1437584" y="226138"/>
                  <a:pt x="1424059" y="214423"/>
                </a:cubicBezTo>
                <a:cubicBezTo>
                  <a:pt x="1409962" y="202231"/>
                  <a:pt x="1394341" y="192420"/>
                  <a:pt x="1379196" y="182038"/>
                </a:cubicBezTo>
                <a:cubicBezTo>
                  <a:pt x="1357384" y="167083"/>
                  <a:pt x="1334810" y="153177"/>
                  <a:pt x="1312235" y="139366"/>
                </a:cubicBezTo>
                <a:cubicBezTo>
                  <a:pt x="1301187" y="132603"/>
                  <a:pt x="1289375" y="127078"/>
                  <a:pt x="1278041" y="120982"/>
                </a:cubicBezTo>
                <a:cubicBezTo>
                  <a:pt x="1249275" y="105457"/>
                  <a:pt x="1219843" y="91264"/>
                  <a:pt x="1189363" y="79358"/>
                </a:cubicBezTo>
                <a:cubicBezTo>
                  <a:pt x="1177361" y="74691"/>
                  <a:pt x="1164884" y="70976"/>
                  <a:pt x="1152692" y="66785"/>
                </a:cubicBezTo>
                <a:cubicBezTo>
                  <a:pt x="1136975" y="61356"/>
                  <a:pt x="1121354" y="55546"/>
                  <a:pt x="1105543" y="50497"/>
                </a:cubicBezTo>
                <a:cubicBezTo>
                  <a:pt x="1094970" y="47164"/>
                  <a:pt x="1084112" y="44687"/>
                  <a:pt x="1073348" y="42401"/>
                </a:cubicBezTo>
                <a:cubicBezTo>
                  <a:pt x="1051632" y="37829"/>
                  <a:pt x="1029819" y="33733"/>
                  <a:pt x="1008102" y="29161"/>
                </a:cubicBezTo>
                <a:cubicBezTo>
                  <a:pt x="980861" y="23351"/>
                  <a:pt x="953238" y="20684"/>
                  <a:pt x="925616" y="18398"/>
                </a:cubicBezTo>
                <a:cubicBezTo>
                  <a:pt x="905423" y="16684"/>
                  <a:pt x="885134" y="16493"/>
                  <a:pt x="864846" y="15445"/>
                </a:cubicBezTo>
                <a:cubicBezTo>
                  <a:pt x="858083" y="15064"/>
                  <a:pt x="851321" y="14588"/>
                  <a:pt x="844558" y="13921"/>
                </a:cubicBezTo>
                <a:cubicBezTo>
                  <a:pt x="819888" y="11635"/>
                  <a:pt x="795314" y="14493"/>
                  <a:pt x="770739" y="16303"/>
                </a:cubicBezTo>
                <a:cubicBezTo>
                  <a:pt x="717780" y="20208"/>
                  <a:pt x="665583" y="28685"/>
                  <a:pt x="614339" y="43068"/>
                </a:cubicBezTo>
                <a:cubicBezTo>
                  <a:pt x="581668" y="52212"/>
                  <a:pt x="550045" y="63737"/>
                  <a:pt x="518327" y="75453"/>
                </a:cubicBezTo>
                <a:cubicBezTo>
                  <a:pt x="500991" y="81835"/>
                  <a:pt x="484799" y="90788"/>
                  <a:pt x="467368" y="96979"/>
                </a:cubicBezTo>
                <a:cubicBezTo>
                  <a:pt x="458795" y="100027"/>
                  <a:pt x="450985" y="105361"/>
                  <a:pt x="442793" y="109552"/>
                </a:cubicBezTo>
                <a:cubicBezTo>
                  <a:pt x="398788" y="132031"/>
                  <a:pt x="357259" y="158606"/>
                  <a:pt x="318492" y="189467"/>
                </a:cubicBezTo>
                <a:cubicBezTo>
                  <a:pt x="311729" y="194896"/>
                  <a:pt x="304776" y="200040"/>
                  <a:pt x="298109" y="205564"/>
                </a:cubicBezTo>
                <a:cubicBezTo>
                  <a:pt x="276392" y="223948"/>
                  <a:pt x="256294" y="243855"/>
                  <a:pt x="240006" y="267382"/>
                </a:cubicBezTo>
                <a:cubicBezTo>
                  <a:pt x="238958" y="268906"/>
                  <a:pt x="238196" y="270715"/>
                  <a:pt x="236958" y="272049"/>
                </a:cubicBezTo>
                <a:cubicBezTo>
                  <a:pt x="214765" y="296147"/>
                  <a:pt x="201239" y="325103"/>
                  <a:pt x="190286" y="355488"/>
                </a:cubicBezTo>
                <a:cubicBezTo>
                  <a:pt x="188190" y="361298"/>
                  <a:pt x="185523" y="366823"/>
                  <a:pt x="183237" y="372538"/>
                </a:cubicBezTo>
                <a:cubicBezTo>
                  <a:pt x="182094" y="375395"/>
                  <a:pt x="180856" y="378253"/>
                  <a:pt x="180284" y="381205"/>
                </a:cubicBezTo>
                <a:cubicBezTo>
                  <a:pt x="178284" y="391492"/>
                  <a:pt x="176379" y="401875"/>
                  <a:pt x="170759" y="411019"/>
                </a:cubicBezTo>
                <a:cubicBezTo>
                  <a:pt x="170093" y="412066"/>
                  <a:pt x="169521" y="413209"/>
                  <a:pt x="169331" y="414448"/>
                </a:cubicBezTo>
                <a:cubicBezTo>
                  <a:pt x="165235" y="438165"/>
                  <a:pt x="152852" y="459882"/>
                  <a:pt x="153043" y="484552"/>
                </a:cubicBezTo>
                <a:cubicBezTo>
                  <a:pt x="148947" y="495029"/>
                  <a:pt x="148280" y="506173"/>
                  <a:pt x="146947" y="517222"/>
                </a:cubicBezTo>
                <a:cubicBezTo>
                  <a:pt x="145232" y="531224"/>
                  <a:pt x="143804" y="545321"/>
                  <a:pt x="142851" y="559323"/>
                </a:cubicBezTo>
                <a:cubicBezTo>
                  <a:pt x="142280" y="566657"/>
                  <a:pt x="142089" y="574087"/>
                  <a:pt x="145518" y="581135"/>
                </a:cubicBezTo>
                <a:cubicBezTo>
                  <a:pt x="146756" y="583612"/>
                  <a:pt x="146947" y="587422"/>
                  <a:pt x="145994" y="589993"/>
                </a:cubicBezTo>
                <a:cubicBezTo>
                  <a:pt x="143137" y="597518"/>
                  <a:pt x="145709" y="604662"/>
                  <a:pt x="146280" y="611996"/>
                </a:cubicBezTo>
                <a:cubicBezTo>
                  <a:pt x="146756" y="618187"/>
                  <a:pt x="150566" y="621902"/>
                  <a:pt x="155329" y="625998"/>
                </a:cubicBezTo>
                <a:cubicBezTo>
                  <a:pt x="148947" y="638571"/>
                  <a:pt x="150566" y="650572"/>
                  <a:pt x="158758" y="662098"/>
                </a:cubicBezTo>
                <a:cubicBezTo>
                  <a:pt x="160472" y="664479"/>
                  <a:pt x="161234" y="667717"/>
                  <a:pt x="161806" y="670575"/>
                </a:cubicBezTo>
                <a:cubicBezTo>
                  <a:pt x="166378" y="694673"/>
                  <a:pt x="176665" y="716390"/>
                  <a:pt x="190762" y="736012"/>
                </a:cubicBezTo>
                <a:cubicBezTo>
                  <a:pt x="197906" y="745918"/>
                  <a:pt x="207431" y="753919"/>
                  <a:pt x="215717" y="762967"/>
                </a:cubicBezTo>
                <a:cubicBezTo>
                  <a:pt x="225814" y="773921"/>
                  <a:pt x="237720" y="782589"/>
                  <a:pt x="250103" y="790590"/>
                </a:cubicBezTo>
                <a:cubicBezTo>
                  <a:pt x="256770" y="794971"/>
                  <a:pt x="263723" y="799258"/>
                  <a:pt x="271248" y="801734"/>
                </a:cubicBezTo>
                <a:cubicBezTo>
                  <a:pt x="282869" y="805735"/>
                  <a:pt x="292489" y="814212"/>
                  <a:pt x="305062" y="816117"/>
                </a:cubicBezTo>
                <a:cubicBezTo>
                  <a:pt x="308872" y="816688"/>
                  <a:pt x="310872" y="822213"/>
                  <a:pt x="309920" y="826880"/>
                </a:cubicBezTo>
                <a:cubicBezTo>
                  <a:pt x="309348" y="829833"/>
                  <a:pt x="305538" y="832786"/>
                  <a:pt x="303157" y="831738"/>
                </a:cubicBezTo>
                <a:cubicBezTo>
                  <a:pt x="298775" y="829642"/>
                  <a:pt x="294394" y="827356"/>
                  <a:pt x="290393" y="824689"/>
                </a:cubicBezTo>
                <a:cubicBezTo>
                  <a:pt x="282773" y="819546"/>
                  <a:pt x="275630" y="813545"/>
                  <a:pt x="266486" y="810973"/>
                </a:cubicBezTo>
                <a:cubicBezTo>
                  <a:pt x="260009" y="812402"/>
                  <a:pt x="255532" y="816784"/>
                  <a:pt x="251627" y="821451"/>
                </a:cubicBezTo>
                <a:cubicBezTo>
                  <a:pt x="240387" y="834595"/>
                  <a:pt x="227909" y="846406"/>
                  <a:pt x="214193" y="856979"/>
                </a:cubicBezTo>
                <a:cubicBezTo>
                  <a:pt x="206478" y="862885"/>
                  <a:pt x="200096" y="870600"/>
                  <a:pt x="193715" y="878125"/>
                </a:cubicBezTo>
                <a:cubicBezTo>
                  <a:pt x="183332" y="890317"/>
                  <a:pt x="173522" y="902890"/>
                  <a:pt x="163139" y="915653"/>
                </a:cubicBezTo>
                <a:cubicBezTo>
                  <a:pt x="159615" y="915653"/>
                  <a:pt x="160472" y="912510"/>
                  <a:pt x="161044" y="910700"/>
                </a:cubicBezTo>
                <a:cubicBezTo>
                  <a:pt x="162187" y="907271"/>
                  <a:pt x="163711" y="903842"/>
                  <a:pt x="165902" y="900985"/>
                </a:cubicBezTo>
                <a:cubicBezTo>
                  <a:pt x="179332" y="883268"/>
                  <a:pt x="192857" y="865647"/>
                  <a:pt x="212098" y="853550"/>
                </a:cubicBezTo>
                <a:cubicBezTo>
                  <a:pt x="219337" y="848978"/>
                  <a:pt x="229529" y="835929"/>
                  <a:pt x="234291" y="826880"/>
                </a:cubicBezTo>
                <a:cubicBezTo>
                  <a:pt x="230862" y="824785"/>
                  <a:pt x="229338" y="828404"/>
                  <a:pt x="227052" y="829357"/>
                </a:cubicBezTo>
                <a:cubicBezTo>
                  <a:pt x="224290" y="830595"/>
                  <a:pt x="221528" y="831833"/>
                  <a:pt x="218575" y="832881"/>
                </a:cubicBezTo>
                <a:cubicBezTo>
                  <a:pt x="215813" y="833929"/>
                  <a:pt x="212860" y="834595"/>
                  <a:pt x="208288" y="836024"/>
                </a:cubicBezTo>
                <a:cubicBezTo>
                  <a:pt x="220480" y="820975"/>
                  <a:pt x="237911" y="814974"/>
                  <a:pt x="250579" y="801734"/>
                </a:cubicBezTo>
                <a:cubicBezTo>
                  <a:pt x="248007" y="799639"/>
                  <a:pt x="246388" y="797924"/>
                  <a:pt x="244388" y="796876"/>
                </a:cubicBezTo>
                <a:cubicBezTo>
                  <a:pt x="232386" y="790399"/>
                  <a:pt x="222480" y="781160"/>
                  <a:pt x="212003" y="772588"/>
                </a:cubicBezTo>
                <a:cubicBezTo>
                  <a:pt x="206764" y="768301"/>
                  <a:pt x="204573" y="768968"/>
                  <a:pt x="199239" y="773254"/>
                </a:cubicBezTo>
                <a:cubicBezTo>
                  <a:pt x="185809" y="784113"/>
                  <a:pt x="172188" y="794686"/>
                  <a:pt x="158567" y="805258"/>
                </a:cubicBezTo>
                <a:cubicBezTo>
                  <a:pt x="151709" y="810497"/>
                  <a:pt x="144947" y="815641"/>
                  <a:pt x="139041" y="822213"/>
                </a:cubicBezTo>
                <a:cubicBezTo>
                  <a:pt x="133707" y="828118"/>
                  <a:pt x="126754" y="832405"/>
                  <a:pt x="120372" y="837358"/>
                </a:cubicBezTo>
                <a:cubicBezTo>
                  <a:pt x="116467" y="840310"/>
                  <a:pt x="112466" y="843168"/>
                  <a:pt x="109799" y="845073"/>
                </a:cubicBezTo>
                <a:cubicBezTo>
                  <a:pt x="107037" y="852026"/>
                  <a:pt x="114181" y="857265"/>
                  <a:pt x="108561" y="862504"/>
                </a:cubicBezTo>
                <a:cubicBezTo>
                  <a:pt x="106180" y="864790"/>
                  <a:pt x="106942" y="868219"/>
                  <a:pt x="108656" y="871076"/>
                </a:cubicBezTo>
                <a:cubicBezTo>
                  <a:pt x="115324" y="882220"/>
                  <a:pt x="121801" y="893365"/>
                  <a:pt x="128564" y="904509"/>
                </a:cubicBezTo>
                <a:cubicBezTo>
                  <a:pt x="133707" y="913081"/>
                  <a:pt x="140470" y="920035"/>
                  <a:pt x="147995" y="926702"/>
                </a:cubicBezTo>
                <a:cubicBezTo>
                  <a:pt x="152662" y="930798"/>
                  <a:pt x="156758" y="930036"/>
                  <a:pt x="161806" y="928798"/>
                </a:cubicBezTo>
                <a:cubicBezTo>
                  <a:pt x="160091" y="938799"/>
                  <a:pt x="151233" y="941656"/>
                  <a:pt x="145137" y="947181"/>
                </a:cubicBezTo>
                <a:cubicBezTo>
                  <a:pt x="141708" y="944038"/>
                  <a:pt x="144185" y="938989"/>
                  <a:pt x="139517" y="936322"/>
                </a:cubicBezTo>
                <a:cubicBezTo>
                  <a:pt x="122182" y="926226"/>
                  <a:pt x="113514" y="908700"/>
                  <a:pt x="103799" y="892317"/>
                </a:cubicBezTo>
                <a:cubicBezTo>
                  <a:pt x="98465" y="883268"/>
                  <a:pt x="93893" y="873934"/>
                  <a:pt x="85511" y="866980"/>
                </a:cubicBezTo>
                <a:cubicBezTo>
                  <a:pt x="83415" y="865171"/>
                  <a:pt x="81796" y="862123"/>
                  <a:pt x="81034" y="859360"/>
                </a:cubicBezTo>
                <a:cubicBezTo>
                  <a:pt x="78272" y="849169"/>
                  <a:pt x="75033" y="839167"/>
                  <a:pt x="67413" y="831357"/>
                </a:cubicBezTo>
                <a:cubicBezTo>
                  <a:pt x="62841" y="818498"/>
                  <a:pt x="52459" y="808687"/>
                  <a:pt x="49316" y="795067"/>
                </a:cubicBezTo>
                <a:cubicBezTo>
                  <a:pt x="47887" y="788875"/>
                  <a:pt x="43696" y="784208"/>
                  <a:pt x="39029" y="780017"/>
                </a:cubicBezTo>
                <a:cubicBezTo>
                  <a:pt x="35695" y="777064"/>
                  <a:pt x="34076" y="773254"/>
                  <a:pt x="33409" y="768682"/>
                </a:cubicBezTo>
                <a:cubicBezTo>
                  <a:pt x="31694" y="756300"/>
                  <a:pt x="27789" y="744679"/>
                  <a:pt x="19693" y="734773"/>
                </a:cubicBezTo>
                <a:cubicBezTo>
                  <a:pt x="17788" y="732487"/>
                  <a:pt x="16264" y="729439"/>
                  <a:pt x="15692" y="726582"/>
                </a:cubicBezTo>
                <a:cubicBezTo>
                  <a:pt x="11501" y="707246"/>
                  <a:pt x="5786" y="688387"/>
                  <a:pt x="5501" y="668289"/>
                </a:cubicBezTo>
                <a:cubicBezTo>
                  <a:pt x="5310" y="654097"/>
                  <a:pt x="3119" y="640000"/>
                  <a:pt x="1310" y="625903"/>
                </a:cubicBezTo>
                <a:cubicBezTo>
                  <a:pt x="-405" y="612949"/>
                  <a:pt x="-500" y="599995"/>
                  <a:pt x="1405" y="587041"/>
                </a:cubicBezTo>
                <a:cubicBezTo>
                  <a:pt x="3691" y="572372"/>
                  <a:pt x="5310" y="557513"/>
                  <a:pt x="8358" y="543035"/>
                </a:cubicBezTo>
                <a:cubicBezTo>
                  <a:pt x="16359" y="504078"/>
                  <a:pt x="27599" y="465978"/>
                  <a:pt x="49030" y="432259"/>
                </a:cubicBezTo>
                <a:cubicBezTo>
                  <a:pt x="63508" y="409495"/>
                  <a:pt x="77319" y="386158"/>
                  <a:pt x="94655" y="364918"/>
                </a:cubicBezTo>
                <a:cubicBezTo>
                  <a:pt x="111609" y="344153"/>
                  <a:pt x="131516" y="327199"/>
                  <a:pt x="151614" y="310054"/>
                </a:cubicBezTo>
                <a:cubicBezTo>
                  <a:pt x="156281" y="306053"/>
                  <a:pt x="160758" y="301862"/>
                  <a:pt x="165235" y="297671"/>
                </a:cubicBezTo>
                <a:cubicBezTo>
                  <a:pt x="183904" y="280621"/>
                  <a:pt x="201239" y="262238"/>
                  <a:pt x="221242" y="246427"/>
                </a:cubicBezTo>
                <a:cubicBezTo>
                  <a:pt x="233243" y="236997"/>
                  <a:pt x="243816" y="225472"/>
                  <a:pt x="254865" y="214804"/>
                </a:cubicBezTo>
                <a:cubicBezTo>
                  <a:pt x="258770" y="210994"/>
                  <a:pt x="261914" y="205850"/>
                  <a:pt x="268772" y="209565"/>
                </a:cubicBezTo>
                <a:cubicBezTo>
                  <a:pt x="269915" y="210232"/>
                  <a:pt x="272391" y="209279"/>
                  <a:pt x="273915" y="208327"/>
                </a:cubicBezTo>
                <a:cubicBezTo>
                  <a:pt x="276582" y="206707"/>
                  <a:pt x="279059" y="204898"/>
                  <a:pt x="281249" y="202802"/>
                </a:cubicBezTo>
                <a:cubicBezTo>
                  <a:pt x="306110" y="178513"/>
                  <a:pt x="334875" y="159082"/>
                  <a:pt x="363831" y="140318"/>
                </a:cubicBezTo>
                <a:cubicBezTo>
                  <a:pt x="396407" y="119268"/>
                  <a:pt x="430697" y="100885"/>
                  <a:pt x="465749" y="84311"/>
                </a:cubicBezTo>
                <a:cubicBezTo>
                  <a:pt x="493085" y="71357"/>
                  <a:pt x="520708" y="59356"/>
                  <a:pt x="549283" y="49640"/>
                </a:cubicBezTo>
                <a:cubicBezTo>
                  <a:pt x="570238" y="42496"/>
                  <a:pt x="591669" y="36781"/>
                  <a:pt x="612910" y="30590"/>
                </a:cubicBezTo>
                <a:cubicBezTo>
                  <a:pt x="622340" y="27828"/>
                  <a:pt x="631865" y="25161"/>
                  <a:pt x="641390" y="22875"/>
                </a:cubicBezTo>
                <a:cubicBezTo>
                  <a:pt x="685205" y="12302"/>
                  <a:pt x="729686" y="5730"/>
                  <a:pt x="774644" y="2587"/>
                </a:cubicBezTo>
                <a:cubicBezTo>
                  <a:pt x="780836" y="2206"/>
                  <a:pt x="786932" y="2206"/>
                  <a:pt x="793123" y="1539"/>
                </a:cubicBezTo>
                <a:cubicBezTo>
                  <a:pt x="822746" y="-1414"/>
                  <a:pt x="852178" y="396"/>
                  <a:pt x="881705" y="2682"/>
                </a:cubicBezTo>
                <a:cubicBezTo>
                  <a:pt x="900755" y="4206"/>
                  <a:pt x="919805" y="5539"/>
                  <a:pt x="938855" y="6301"/>
                </a:cubicBezTo>
                <a:cubicBezTo>
                  <a:pt x="974193" y="7730"/>
                  <a:pt x="1008579" y="14969"/>
                  <a:pt x="1042964" y="21922"/>
                </a:cubicBezTo>
                <a:cubicBezTo>
                  <a:pt x="1061061" y="25637"/>
                  <a:pt x="1079063" y="29828"/>
                  <a:pt x="1096971" y="34210"/>
                </a:cubicBezTo>
                <a:cubicBezTo>
                  <a:pt x="1105924" y="36400"/>
                  <a:pt x="1114687" y="39353"/>
                  <a:pt x="1123450" y="42211"/>
                </a:cubicBezTo>
                <a:cubicBezTo>
                  <a:pt x="1136309" y="46306"/>
                  <a:pt x="1149072" y="50878"/>
                  <a:pt x="1162121" y="54784"/>
                </a:cubicBezTo>
                <a:cubicBezTo>
                  <a:pt x="1182791" y="61070"/>
                  <a:pt x="1203079" y="68500"/>
                  <a:pt x="1222320" y="78406"/>
                </a:cubicBezTo>
                <a:cubicBezTo>
                  <a:pt x="1226129" y="80406"/>
                  <a:pt x="1230225" y="81835"/>
                  <a:pt x="1234130" y="83549"/>
                </a:cubicBezTo>
                <a:cubicBezTo>
                  <a:pt x="1240893" y="86407"/>
                  <a:pt x="1248037" y="88788"/>
                  <a:pt x="1254514" y="92312"/>
                </a:cubicBezTo>
                <a:cubicBezTo>
                  <a:pt x="1276612" y="104504"/>
                  <a:pt x="1298329" y="117458"/>
                  <a:pt x="1320522" y="129364"/>
                </a:cubicBezTo>
                <a:cubicBezTo>
                  <a:pt x="1348240" y="144223"/>
                  <a:pt x="1373767" y="162702"/>
                  <a:pt x="1400151" y="179656"/>
                </a:cubicBezTo>
                <a:cubicBezTo>
                  <a:pt x="1426154" y="196325"/>
                  <a:pt x="1449110" y="216804"/>
                  <a:pt x="1471493" y="238045"/>
                </a:cubicBezTo>
                <a:cubicBezTo>
                  <a:pt x="1482352" y="248332"/>
                  <a:pt x="1492258" y="259190"/>
                  <a:pt x="1500354" y="271668"/>
                </a:cubicBezTo>
                <a:cubicBezTo>
                  <a:pt x="1512070" y="289765"/>
                  <a:pt x="1523595" y="308149"/>
                  <a:pt x="1528834" y="329389"/>
                </a:cubicBezTo>
                <a:cubicBezTo>
                  <a:pt x="1532644" y="344915"/>
                  <a:pt x="1536359" y="360727"/>
                  <a:pt x="1538264" y="376538"/>
                </a:cubicBezTo>
                <a:cubicBezTo>
                  <a:pt x="1539597" y="387397"/>
                  <a:pt x="1538168" y="398731"/>
                  <a:pt x="1537597" y="409780"/>
                </a:cubicBezTo>
                <a:cubicBezTo>
                  <a:pt x="1537121" y="419020"/>
                  <a:pt x="1536359" y="428259"/>
                  <a:pt x="1535216" y="437498"/>
                </a:cubicBezTo>
                <a:cubicBezTo>
                  <a:pt x="1531977" y="463311"/>
                  <a:pt x="1525691" y="488457"/>
                  <a:pt x="1516451" y="512746"/>
                </a:cubicBezTo>
                <a:cubicBezTo>
                  <a:pt x="1515118" y="516175"/>
                  <a:pt x="1514070" y="519794"/>
                  <a:pt x="1513022" y="523318"/>
                </a:cubicBezTo>
                <a:cubicBezTo>
                  <a:pt x="1505212" y="549512"/>
                  <a:pt x="1493401" y="573896"/>
                  <a:pt x="1479971" y="597709"/>
                </a:cubicBezTo>
                <a:cubicBezTo>
                  <a:pt x="1474256" y="607900"/>
                  <a:pt x="1468350" y="618187"/>
                  <a:pt x="1463207" y="628760"/>
                </a:cubicBezTo>
                <a:cubicBezTo>
                  <a:pt x="1452825" y="650001"/>
                  <a:pt x="1439966" y="669527"/>
                  <a:pt x="1425392" y="688006"/>
                </a:cubicBezTo>
                <a:cubicBezTo>
                  <a:pt x="1418534" y="696673"/>
                  <a:pt x="1411867" y="705532"/>
                  <a:pt x="1405009" y="714199"/>
                </a:cubicBezTo>
                <a:cubicBezTo>
                  <a:pt x="1403866" y="715628"/>
                  <a:pt x="1402437" y="716866"/>
                  <a:pt x="1401104" y="718105"/>
                </a:cubicBezTo>
                <a:cubicBezTo>
                  <a:pt x="1392531" y="726106"/>
                  <a:pt x="1383578" y="733630"/>
                  <a:pt x="1375577" y="742203"/>
                </a:cubicBezTo>
                <a:cubicBezTo>
                  <a:pt x="1361670" y="756967"/>
                  <a:pt x="1345668" y="769540"/>
                  <a:pt x="1332905" y="785542"/>
                </a:cubicBezTo>
                <a:cubicBezTo>
                  <a:pt x="1326904" y="793066"/>
                  <a:pt x="1317665" y="798019"/>
                  <a:pt x="1309568" y="803734"/>
                </a:cubicBezTo>
                <a:cubicBezTo>
                  <a:pt x="1305378" y="806687"/>
                  <a:pt x="1302234" y="809735"/>
                  <a:pt x="1300520" y="814879"/>
                </a:cubicBezTo>
                <a:cubicBezTo>
                  <a:pt x="1296424" y="827071"/>
                  <a:pt x="1288042" y="834976"/>
                  <a:pt x="1277088" y="842025"/>
                </a:cubicBezTo>
                <a:cubicBezTo>
                  <a:pt x="1261563" y="852026"/>
                  <a:pt x="1245560" y="861361"/>
                  <a:pt x="1230130" y="871552"/>
                </a:cubicBezTo>
                <a:cubicBezTo>
                  <a:pt x="1214700" y="881744"/>
                  <a:pt x="1199745" y="892698"/>
                  <a:pt x="1184600" y="903366"/>
                </a:cubicBezTo>
                <a:cubicBezTo>
                  <a:pt x="1175647" y="909748"/>
                  <a:pt x="1165741" y="914415"/>
                  <a:pt x="1156502" y="920225"/>
                </a:cubicBezTo>
                <a:cubicBezTo>
                  <a:pt x="1149739" y="924511"/>
                  <a:pt x="1143167" y="928988"/>
                  <a:pt x="1136499" y="933560"/>
                </a:cubicBezTo>
                <a:cubicBezTo>
                  <a:pt x="1126403" y="940513"/>
                  <a:pt x="1117449" y="949372"/>
                  <a:pt x="1105162" y="952801"/>
                </a:cubicBezTo>
                <a:cubicBezTo>
                  <a:pt x="1104019" y="953086"/>
                  <a:pt x="1103067" y="954039"/>
                  <a:pt x="1102019" y="954706"/>
                </a:cubicBezTo>
                <a:cubicBezTo>
                  <a:pt x="1084302" y="965850"/>
                  <a:pt x="1066586" y="976994"/>
                  <a:pt x="1048869" y="988138"/>
                </a:cubicBezTo>
                <a:cubicBezTo>
                  <a:pt x="1046774" y="989472"/>
                  <a:pt x="1044869" y="991186"/>
                  <a:pt x="1042583" y="991948"/>
                </a:cubicBezTo>
                <a:cubicBezTo>
                  <a:pt x="1025152" y="997949"/>
                  <a:pt x="1009340" y="1007855"/>
                  <a:pt x="991052" y="1011856"/>
                </a:cubicBezTo>
                <a:cubicBezTo>
                  <a:pt x="979146" y="1014427"/>
                  <a:pt x="967907" y="1019857"/>
                  <a:pt x="956096" y="1022905"/>
                </a:cubicBezTo>
                <a:cubicBezTo>
                  <a:pt x="940570" y="1026905"/>
                  <a:pt x="924854" y="1030048"/>
                  <a:pt x="909137" y="1033096"/>
                </a:cubicBezTo>
                <a:cubicBezTo>
                  <a:pt x="888087" y="1037287"/>
                  <a:pt x="866942" y="1041193"/>
                  <a:pt x="845701" y="1044907"/>
                </a:cubicBezTo>
                <a:cubicBezTo>
                  <a:pt x="838462" y="1046146"/>
                  <a:pt x="831032" y="1047098"/>
                  <a:pt x="823698" y="1046908"/>
                </a:cubicBezTo>
                <a:cubicBezTo>
                  <a:pt x="811887" y="1046527"/>
                  <a:pt x="800457" y="1048146"/>
                  <a:pt x="789027" y="1051003"/>
                </a:cubicBezTo>
                <a:cubicBezTo>
                  <a:pt x="769787" y="1055861"/>
                  <a:pt x="750260" y="1057480"/>
                  <a:pt x="730353" y="1057004"/>
                </a:cubicBezTo>
                <a:cubicBezTo>
                  <a:pt x="717494" y="1056718"/>
                  <a:pt x="704445" y="1057861"/>
                  <a:pt x="691682" y="1059290"/>
                </a:cubicBezTo>
                <a:cubicBezTo>
                  <a:pt x="667107" y="1061957"/>
                  <a:pt x="642533" y="1062719"/>
                  <a:pt x="617958" y="1061290"/>
                </a:cubicBezTo>
                <a:cubicBezTo>
                  <a:pt x="598241" y="1060147"/>
                  <a:pt x="578620" y="1060719"/>
                  <a:pt x="558998" y="1062529"/>
                </a:cubicBezTo>
                <a:cubicBezTo>
                  <a:pt x="552236" y="1063100"/>
                  <a:pt x="545568" y="1062529"/>
                  <a:pt x="538805" y="1062433"/>
                </a:cubicBezTo>
                <a:cubicBezTo>
                  <a:pt x="508611" y="1061767"/>
                  <a:pt x="478988" y="1053766"/>
                  <a:pt x="448794" y="1054147"/>
                </a:cubicBezTo>
                <a:cubicBezTo>
                  <a:pt x="442222" y="1054147"/>
                  <a:pt x="437840" y="1049289"/>
                  <a:pt x="431935" y="1048336"/>
                </a:cubicBezTo>
                <a:cubicBezTo>
                  <a:pt x="431268" y="1043383"/>
                  <a:pt x="433745" y="1041764"/>
                  <a:pt x="438317" y="1041669"/>
                </a:cubicBezTo>
                <a:cubicBezTo>
                  <a:pt x="462415" y="1040812"/>
                  <a:pt x="486227" y="1044622"/>
                  <a:pt x="510040" y="1047384"/>
                </a:cubicBezTo>
                <a:cubicBezTo>
                  <a:pt x="511850" y="1047574"/>
                  <a:pt x="513659" y="1047574"/>
                  <a:pt x="516422" y="1047765"/>
                </a:cubicBezTo>
                <a:cubicBezTo>
                  <a:pt x="517184" y="1045003"/>
                  <a:pt x="517374" y="1041955"/>
                  <a:pt x="518898" y="1039669"/>
                </a:cubicBezTo>
                <a:cubicBezTo>
                  <a:pt x="520517" y="1037192"/>
                  <a:pt x="523184" y="1035192"/>
                  <a:pt x="525756" y="1033763"/>
                </a:cubicBezTo>
                <a:cubicBezTo>
                  <a:pt x="533186" y="1029477"/>
                  <a:pt x="540901" y="1025476"/>
                  <a:pt x="548426" y="1021381"/>
                </a:cubicBezTo>
                <a:cubicBezTo>
                  <a:pt x="565761" y="1012141"/>
                  <a:pt x="583097" y="1002902"/>
                  <a:pt x="600527" y="993758"/>
                </a:cubicBezTo>
                <a:cubicBezTo>
                  <a:pt x="602718" y="992615"/>
                  <a:pt x="605004" y="991758"/>
                  <a:pt x="607290" y="990710"/>
                </a:cubicBezTo>
                <a:cubicBezTo>
                  <a:pt x="627864" y="981090"/>
                  <a:pt x="648248" y="970993"/>
                  <a:pt x="667964" y="959563"/>
                </a:cubicBezTo>
                <a:cubicBezTo>
                  <a:pt x="687110" y="948419"/>
                  <a:pt x="706827" y="938227"/>
                  <a:pt x="728543" y="932703"/>
                </a:cubicBezTo>
                <a:cubicBezTo>
                  <a:pt x="730829" y="932131"/>
                  <a:pt x="733306" y="932512"/>
                  <a:pt x="735687" y="932512"/>
                </a:cubicBezTo>
                <a:cubicBezTo>
                  <a:pt x="736068" y="932512"/>
                  <a:pt x="736354" y="933274"/>
                  <a:pt x="736735" y="933655"/>
                </a:cubicBezTo>
                <a:cubicBezTo>
                  <a:pt x="736068" y="934608"/>
                  <a:pt x="735592" y="936132"/>
                  <a:pt x="734735" y="936513"/>
                </a:cubicBezTo>
                <a:cubicBezTo>
                  <a:pt x="719780" y="942323"/>
                  <a:pt x="705302" y="948895"/>
                  <a:pt x="691967" y="958039"/>
                </a:cubicBezTo>
                <a:cubicBezTo>
                  <a:pt x="683871" y="963564"/>
                  <a:pt x="674822" y="967755"/>
                  <a:pt x="666059" y="972327"/>
                </a:cubicBezTo>
                <a:cubicBezTo>
                  <a:pt x="649200" y="980995"/>
                  <a:pt x="632150" y="989567"/>
                  <a:pt x="615291" y="998140"/>
                </a:cubicBezTo>
                <a:cubicBezTo>
                  <a:pt x="605957" y="1002902"/>
                  <a:pt x="596622" y="1007665"/>
                  <a:pt x="587383" y="1012427"/>
                </a:cubicBezTo>
                <a:cubicBezTo>
                  <a:pt x="575858" y="1018237"/>
                  <a:pt x="564332" y="1024048"/>
                  <a:pt x="552902" y="1029953"/>
                </a:cubicBezTo>
                <a:cubicBezTo>
                  <a:pt x="550140" y="1031382"/>
                  <a:pt x="547378" y="1032620"/>
                  <a:pt x="544711" y="1034239"/>
                </a:cubicBezTo>
                <a:cubicBezTo>
                  <a:pt x="542044" y="1035859"/>
                  <a:pt x="539186" y="1037954"/>
                  <a:pt x="539948" y="1041383"/>
                </a:cubicBezTo>
                <a:cubicBezTo>
                  <a:pt x="540806" y="1045003"/>
                  <a:pt x="542615" y="1048717"/>
                  <a:pt x="546616" y="1049670"/>
                </a:cubicBezTo>
                <a:cubicBezTo>
                  <a:pt x="555188" y="1051670"/>
                  <a:pt x="564142" y="1052527"/>
                  <a:pt x="571667" y="1047193"/>
                </a:cubicBezTo>
                <a:cubicBezTo>
                  <a:pt x="586430" y="1036811"/>
                  <a:pt x="603385" y="1031096"/>
                  <a:pt x="619482" y="1023476"/>
                </a:cubicBezTo>
                <a:cubicBezTo>
                  <a:pt x="632246" y="1017475"/>
                  <a:pt x="644438" y="1010236"/>
                  <a:pt x="656534" y="1002807"/>
                </a:cubicBezTo>
                <a:cubicBezTo>
                  <a:pt x="670727" y="994044"/>
                  <a:pt x="683871" y="983947"/>
                  <a:pt x="698540" y="975851"/>
                </a:cubicBezTo>
                <a:cubicBezTo>
                  <a:pt x="709779" y="969660"/>
                  <a:pt x="719971" y="961278"/>
                  <a:pt x="730544" y="953753"/>
                </a:cubicBezTo>
                <a:cubicBezTo>
                  <a:pt x="735020" y="950515"/>
                  <a:pt x="739402" y="947086"/>
                  <a:pt x="745117" y="946038"/>
                </a:cubicBezTo>
                <a:cubicBezTo>
                  <a:pt x="749879" y="945181"/>
                  <a:pt x="752546" y="942323"/>
                  <a:pt x="752451" y="936989"/>
                </a:cubicBezTo>
                <a:cubicBezTo>
                  <a:pt x="752451" y="934036"/>
                  <a:pt x="755118" y="933084"/>
                  <a:pt x="757595" y="932608"/>
                </a:cubicBezTo>
                <a:cubicBezTo>
                  <a:pt x="759976" y="932131"/>
                  <a:pt x="762357" y="932131"/>
                  <a:pt x="765405" y="931846"/>
                </a:cubicBezTo>
                <a:cubicBezTo>
                  <a:pt x="765215" y="934227"/>
                  <a:pt x="765691" y="936322"/>
                  <a:pt x="764834" y="937465"/>
                </a:cubicBezTo>
                <a:cubicBezTo>
                  <a:pt x="763500" y="939466"/>
                  <a:pt x="761405" y="940990"/>
                  <a:pt x="759404" y="942418"/>
                </a:cubicBezTo>
                <a:cubicBezTo>
                  <a:pt x="747689" y="951372"/>
                  <a:pt x="734258" y="958325"/>
                  <a:pt x="725019" y="970231"/>
                </a:cubicBezTo>
                <a:cubicBezTo>
                  <a:pt x="712732" y="974708"/>
                  <a:pt x="705683" y="987472"/>
                  <a:pt x="692825" y="991282"/>
                </a:cubicBezTo>
                <a:cubicBezTo>
                  <a:pt x="690539" y="991948"/>
                  <a:pt x="688729" y="993949"/>
                  <a:pt x="686633" y="995282"/>
                </a:cubicBezTo>
                <a:cubicBezTo>
                  <a:pt x="667869" y="1007093"/>
                  <a:pt x="649200" y="1019190"/>
                  <a:pt x="630245" y="1030620"/>
                </a:cubicBezTo>
                <a:cubicBezTo>
                  <a:pt x="623483" y="1034716"/>
                  <a:pt x="615767" y="1037287"/>
                  <a:pt x="608433" y="1040621"/>
                </a:cubicBezTo>
                <a:cubicBezTo>
                  <a:pt x="606338" y="1041574"/>
                  <a:pt x="604242" y="1042431"/>
                  <a:pt x="599861" y="1044431"/>
                </a:cubicBezTo>
                <a:cubicBezTo>
                  <a:pt x="613577" y="1048622"/>
                  <a:pt x="624911" y="1049956"/>
                  <a:pt x="636532" y="1049765"/>
                </a:cubicBezTo>
                <a:cubicBezTo>
                  <a:pt x="641580" y="1049670"/>
                  <a:pt x="645962" y="1048432"/>
                  <a:pt x="649010" y="1043383"/>
                </a:cubicBezTo>
                <a:cubicBezTo>
                  <a:pt x="653677" y="1035668"/>
                  <a:pt x="661202" y="1030810"/>
                  <a:pt x="669488" y="1028429"/>
                </a:cubicBezTo>
                <a:cubicBezTo>
                  <a:pt x="683204" y="1024524"/>
                  <a:pt x="694920" y="1016142"/>
                  <a:pt x="708160" y="1011189"/>
                </a:cubicBezTo>
                <a:cubicBezTo>
                  <a:pt x="714446" y="1008808"/>
                  <a:pt x="720257" y="1005093"/>
                  <a:pt x="726448" y="1002426"/>
                </a:cubicBezTo>
                <a:cubicBezTo>
                  <a:pt x="744831" y="994615"/>
                  <a:pt x="760833" y="983185"/>
                  <a:pt x="776740" y="971374"/>
                </a:cubicBezTo>
                <a:cubicBezTo>
                  <a:pt x="787217" y="963659"/>
                  <a:pt x="797504" y="955849"/>
                  <a:pt x="807791" y="947943"/>
                </a:cubicBezTo>
                <a:cubicBezTo>
                  <a:pt x="813506" y="943466"/>
                  <a:pt x="819698" y="939847"/>
                  <a:pt x="826175" y="936418"/>
                </a:cubicBezTo>
                <a:cubicBezTo>
                  <a:pt x="827794" y="941752"/>
                  <a:pt x="824746" y="944323"/>
                  <a:pt x="821984" y="946609"/>
                </a:cubicBezTo>
                <a:cubicBezTo>
                  <a:pt x="804077" y="961659"/>
                  <a:pt x="787503" y="978518"/>
                  <a:pt x="767405" y="990805"/>
                </a:cubicBezTo>
                <a:cubicBezTo>
                  <a:pt x="753213" y="999473"/>
                  <a:pt x="738735" y="1007569"/>
                  <a:pt x="724067" y="1015285"/>
                </a:cubicBezTo>
                <a:cubicBezTo>
                  <a:pt x="708827" y="1023286"/>
                  <a:pt x="693206" y="1030429"/>
                  <a:pt x="677870" y="1038145"/>
                </a:cubicBezTo>
                <a:cubicBezTo>
                  <a:pt x="675204" y="1039478"/>
                  <a:pt x="672917" y="1041669"/>
                  <a:pt x="669012" y="1044526"/>
                </a:cubicBezTo>
                <a:cubicBezTo>
                  <a:pt x="672632" y="1045955"/>
                  <a:pt x="674537" y="1047384"/>
                  <a:pt x="676537" y="1047479"/>
                </a:cubicBezTo>
                <a:cubicBezTo>
                  <a:pt x="681395" y="1047670"/>
                  <a:pt x="686348" y="1047289"/>
                  <a:pt x="691301" y="1047003"/>
                </a:cubicBezTo>
                <a:cubicBezTo>
                  <a:pt x="706064" y="1046050"/>
                  <a:pt x="720828" y="1044145"/>
                  <a:pt x="735592" y="1044336"/>
                </a:cubicBezTo>
                <a:cubicBezTo>
                  <a:pt x="757404" y="1044622"/>
                  <a:pt x="778359" y="1040526"/>
                  <a:pt x="800457" y="1036049"/>
                </a:cubicBezTo>
                <a:cubicBezTo>
                  <a:pt x="801600" y="1032906"/>
                  <a:pt x="802553" y="1029382"/>
                  <a:pt x="804077" y="1026238"/>
                </a:cubicBezTo>
                <a:cubicBezTo>
                  <a:pt x="805410" y="1023571"/>
                  <a:pt x="806934" y="1020523"/>
                  <a:pt x="809125" y="1018714"/>
                </a:cubicBezTo>
                <a:cubicBezTo>
                  <a:pt x="823127" y="1007665"/>
                  <a:pt x="837224" y="996806"/>
                  <a:pt x="851416" y="986043"/>
                </a:cubicBezTo>
                <a:cubicBezTo>
                  <a:pt x="866656" y="974518"/>
                  <a:pt x="881991" y="963088"/>
                  <a:pt x="897422" y="951658"/>
                </a:cubicBezTo>
                <a:cubicBezTo>
                  <a:pt x="901422" y="948705"/>
                  <a:pt x="905327" y="945752"/>
                  <a:pt x="909614" y="943180"/>
                </a:cubicBezTo>
                <a:cubicBezTo>
                  <a:pt x="910852" y="942418"/>
                  <a:pt x="913519" y="942609"/>
                  <a:pt x="914376" y="943466"/>
                </a:cubicBezTo>
                <a:cubicBezTo>
                  <a:pt x="915233" y="944323"/>
                  <a:pt x="915233" y="947276"/>
                  <a:pt x="914376" y="948229"/>
                </a:cubicBezTo>
                <a:cubicBezTo>
                  <a:pt x="909804" y="953182"/>
                  <a:pt x="905232" y="958325"/>
                  <a:pt x="899993" y="962516"/>
                </a:cubicBezTo>
                <a:cubicBezTo>
                  <a:pt x="882944" y="975756"/>
                  <a:pt x="865608" y="988615"/>
                  <a:pt x="848273" y="1001664"/>
                </a:cubicBezTo>
                <a:cubicBezTo>
                  <a:pt x="842367" y="1006141"/>
                  <a:pt x="835795" y="1010141"/>
                  <a:pt x="835795" y="1018904"/>
                </a:cubicBezTo>
                <a:cubicBezTo>
                  <a:pt x="835795" y="1025286"/>
                  <a:pt x="828746" y="1027191"/>
                  <a:pt x="826651" y="1033477"/>
                </a:cubicBezTo>
                <a:cubicBezTo>
                  <a:pt x="839414" y="1034811"/>
                  <a:pt x="851035" y="1031572"/>
                  <a:pt x="862274" y="1028620"/>
                </a:cubicBezTo>
                <a:cubicBezTo>
                  <a:pt x="862941" y="1026524"/>
                  <a:pt x="863798" y="1025381"/>
                  <a:pt x="863608" y="1024333"/>
                </a:cubicBezTo>
                <a:cubicBezTo>
                  <a:pt x="862941" y="1020809"/>
                  <a:pt x="860655" y="1016999"/>
                  <a:pt x="861512" y="1013951"/>
                </a:cubicBezTo>
                <a:cubicBezTo>
                  <a:pt x="862274" y="1010808"/>
                  <a:pt x="865608" y="1007379"/>
                  <a:pt x="868561" y="1006045"/>
                </a:cubicBezTo>
                <a:cubicBezTo>
                  <a:pt x="877419" y="1002331"/>
                  <a:pt x="882372" y="994044"/>
                  <a:pt x="889992" y="988996"/>
                </a:cubicBezTo>
                <a:cubicBezTo>
                  <a:pt x="897136" y="984233"/>
                  <a:pt x="903232" y="978042"/>
                  <a:pt x="909518" y="972136"/>
                </a:cubicBezTo>
                <a:cubicBezTo>
                  <a:pt x="922377" y="959944"/>
                  <a:pt x="937141" y="949943"/>
                  <a:pt x="953143" y="940609"/>
                </a:cubicBezTo>
                <a:cubicBezTo>
                  <a:pt x="953810" y="944038"/>
                  <a:pt x="954286" y="946419"/>
                  <a:pt x="954667" y="948610"/>
                </a:cubicBezTo>
                <a:cubicBezTo>
                  <a:pt x="949142" y="952039"/>
                  <a:pt x="943904" y="955087"/>
                  <a:pt x="938951" y="958516"/>
                </a:cubicBezTo>
                <a:cubicBezTo>
                  <a:pt x="935427" y="960992"/>
                  <a:pt x="932093" y="963754"/>
                  <a:pt x="928854" y="966612"/>
                </a:cubicBezTo>
                <a:cubicBezTo>
                  <a:pt x="925711" y="969279"/>
                  <a:pt x="929045" y="975565"/>
                  <a:pt x="923330" y="977089"/>
                </a:cubicBezTo>
                <a:cubicBezTo>
                  <a:pt x="923330" y="977089"/>
                  <a:pt x="923234" y="978613"/>
                  <a:pt x="923520" y="978804"/>
                </a:cubicBezTo>
                <a:cubicBezTo>
                  <a:pt x="924473" y="979375"/>
                  <a:pt x="925997" y="980233"/>
                  <a:pt x="926568" y="979852"/>
                </a:cubicBezTo>
                <a:cubicBezTo>
                  <a:pt x="931902" y="976899"/>
                  <a:pt x="937331" y="973851"/>
                  <a:pt x="942380" y="970422"/>
                </a:cubicBezTo>
                <a:cubicBezTo>
                  <a:pt x="963716" y="955849"/>
                  <a:pt x="984956" y="941180"/>
                  <a:pt x="1002102" y="920606"/>
                </a:cubicBezTo>
                <a:cubicBezTo>
                  <a:pt x="996386" y="915748"/>
                  <a:pt x="990481" y="916987"/>
                  <a:pt x="983432" y="918892"/>
                </a:cubicBezTo>
                <a:cubicBezTo>
                  <a:pt x="981527" y="922416"/>
                  <a:pt x="979813" y="927178"/>
                  <a:pt x="976670" y="930607"/>
                </a:cubicBezTo>
                <a:cubicBezTo>
                  <a:pt x="973527" y="934036"/>
                  <a:pt x="968954" y="936037"/>
                  <a:pt x="963144" y="939942"/>
                </a:cubicBezTo>
                <a:cubicBezTo>
                  <a:pt x="965906" y="933274"/>
                  <a:pt x="967716" y="928798"/>
                  <a:pt x="969431" y="924511"/>
                </a:cubicBezTo>
                <a:cubicBezTo>
                  <a:pt x="968192" y="923273"/>
                  <a:pt x="967335" y="921749"/>
                  <a:pt x="966478" y="921749"/>
                </a:cubicBezTo>
                <a:cubicBezTo>
                  <a:pt x="960382" y="922035"/>
                  <a:pt x="953429" y="920797"/>
                  <a:pt x="948476" y="923464"/>
                </a:cubicBezTo>
                <a:cubicBezTo>
                  <a:pt x="941237" y="927369"/>
                  <a:pt x="934474" y="926512"/>
                  <a:pt x="927330" y="925940"/>
                </a:cubicBezTo>
                <a:cubicBezTo>
                  <a:pt x="925520" y="925845"/>
                  <a:pt x="923711" y="924988"/>
                  <a:pt x="921901" y="924892"/>
                </a:cubicBezTo>
                <a:cubicBezTo>
                  <a:pt x="907613" y="923464"/>
                  <a:pt x="893802" y="924130"/>
                  <a:pt x="882372" y="934894"/>
                </a:cubicBezTo>
                <a:cubicBezTo>
                  <a:pt x="879705" y="937370"/>
                  <a:pt x="876467" y="939466"/>
                  <a:pt x="873228" y="941180"/>
                </a:cubicBezTo>
                <a:cubicBezTo>
                  <a:pt x="871990" y="941847"/>
                  <a:pt x="869894" y="940990"/>
                  <a:pt x="868180" y="940894"/>
                </a:cubicBezTo>
                <a:lnTo>
                  <a:pt x="868180" y="941561"/>
                </a:lnTo>
                <a:close/>
                <a:moveTo>
                  <a:pt x="236196" y="1189021"/>
                </a:moveTo>
                <a:cubicBezTo>
                  <a:pt x="239816" y="1185877"/>
                  <a:pt x="243245" y="1182448"/>
                  <a:pt x="247150" y="1179686"/>
                </a:cubicBezTo>
                <a:cubicBezTo>
                  <a:pt x="251722" y="1176448"/>
                  <a:pt x="256865" y="1174257"/>
                  <a:pt x="261342" y="1170923"/>
                </a:cubicBezTo>
                <a:cubicBezTo>
                  <a:pt x="272867" y="1162541"/>
                  <a:pt x="284297" y="1154159"/>
                  <a:pt x="295346" y="1145206"/>
                </a:cubicBezTo>
                <a:cubicBezTo>
                  <a:pt x="300109" y="1141396"/>
                  <a:pt x="303919" y="1136538"/>
                  <a:pt x="308015" y="1132252"/>
                </a:cubicBezTo>
                <a:cubicBezTo>
                  <a:pt x="307443" y="1127775"/>
                  <a:pt x="306967" y="1124155"/>
                  <a:pt x="306586" y="1120441"/>
                </a:cubicBezTo>
                <a:cubicBezTo>
                  <a:pt x="306110" y="1116535"/>
                  <a:pt x="305729" y="1112535"/>
                  <a:pt x="305348" y="1108630"/>
                </a:cubicBezTo>
                <a:cubicBezTo>
                  <a:pt x="299156" y="1119012"/>
                  <a:pt x="284297" y="1121393"/>
                  <a:pt x="282964" y="1135014"/>
                </a:cubicBezTo>
                <a:cubicBezTo>
                  <a:pt x="282869" y="1135966"/>
                  <a:pt x="281345" y="1136728"/>
                  <a:pt x="280487" y="1137681"/>
                </a:cubicBezTo>
                <a:cubicBezTo>
                  <a:pt x="276868" y="1141872"/>
                  <a:pt x="272772" y="1145777"/>
                  <a:pt x="269915" y="1150444"/>
                </a:cubicBezTo>
                <a:cubicBezTo>
                  <a:pt x="265533" y="1157493"/>
                  <a:pt x="259818" y="1162732"/>
                  <a:pt x="252865" y="1167113"/>
                </a:cubicBezTo>
                <a:cubicBezTo>
                  <a:pt x="244959" y="1172066"/>
                  <a:pt x="239054" y="1179115"/>
                  <a:pt x="236101" y="1188925"/>
                </a:cubicBezTo>
                <a:moveTo>
                  <a:pt x="274010" y="1105677"/>
                </a:moveTo>
                <a:lnTo>
                  <a:pt x="274010" y="1106344"/>
                </a:lnTo>
                <a:cubicBezTo>
                  <a:pt x="275534" y="1104629"/>
                  <a:pt x="276773" y="1101867"/>
                  <a:pt x="278678" y="1101295"/>
                </a:cubicBezTo>
                <a:cubicBezTo>
                  <a:pt x="283250" y="1099867"/>
                  <a:pt x="288203" y="1099105"/>
                  <a:pt x="292965" y="1098724"/>
                </a:cubicBezTo>
                <a:cubicBezTo>
                  <a:pt x="297728" y="1098343"/>
                  <a:pt x="302490" y="1098724"/>
                  <a:pt x="308396" y="1098724"/>
                </a:cubicBezTo>
                <a:cubicBezTo>
                  <a:pt x="308110" y="1060052"/>
                  <a:pt x="316397" y="1022428"/>
                  <a:pt x="317063" y="984233"/>
                </a:cubicBezTo>
                <a:cubicBezTo>
                  <a:pt x="317349" y="966993"/>
                  <a:pt x="318397" y="949753"/>
                  <a:pt x="318968" y="932608"/>
                </a:cubicBezTo>
                <a:cubicBezTo>
                  <a:pt x="318968" y="930893"/>
                  <a:pt x="318206" y="929179"/>
                  <a:pt x="317444" y="926512"/>
                </a:cubicBezTo>
                <a:cubicBezTo>
                  <a:pt x="313158" y="927274"/>
                  <a:pt x="309062" y="928226"/>
                  <a:pt x="304967" y="928607"/>
                </a:cubicBezTo>
                <a:cubicBezTo>
                  <a:pt x="271153" y="931750"/>
                  <a:pt x="238292" y="939751"/>
                  <a:pt x="205430" y="947657"/>
                </a:cubicBezTo>
                <a:cubicBezTo>
                  <a:pt x="200668" y="948800"/>
                  <a:pt x="195905" y="950324"/>
                  <a:pt x="191333" y="952134"/>
                </a:cubicBezTo>
                <a:cubicBezTo>
                  <a:pt x="182094" y="955849"/>
                  <a:pt x="174284" y="964612"/>
                  <a:pt x="176760" y="976804"/>
                </a:cubicBezTo>
                <a:cubicBezTo>
                  <a:pt x="179618" y="991282"/>
                  <a:pt x="181618" y="1006045"/>
                  <a:pt x="183999" y="1020619"/>
                </a:cubicBezTo>
                <a:cubicBezTo>
                  <a:pt x="187714" y="1043098"/>
                  <a:pt x="186095" y="1044241"/>
                  <a:pt x="210764" y="1039192"/>
                </a:cubicBezTo>
                <a:cubicBezTo>
                  <a:pt x="222766" y="1036716"/>
                  <a:pt x="234863" y="1034239"/>
                  <a:pt x="246959" y="1031953"/>
                </a:cubicBezTo>
                <a:cubicBezTo>
                  <a:pt x="248102" y="1031763"/>
                  <a:pt x="249626" y="1033001"/>
                  <a:pt x="254294" y="1035097"/>
                </a:cubicBezTo>
                <a:cubicBezTo>
                  <a:pt x="231053" y="1041288"/>
                  <a:pt x="210383" y="1043669"/>
                  <a:pt x="190952" y="1047670"/>
                </a:cubicBezTo>
                <a:cubicBezTo>
                  <a:pt x="187047" y="1052337"/>
                  <a:pt x="188666" y="1056623"/>
                  <a:pt x="189047" y="1060814"/>
                </a:cubicBezTo>
                <a:cubicBezTo>
                  <a:pt x="191524" y="1089770"/>
                  <a:pt x="197810" y="1118155"/>
                  <a:pt x="203144" y="1146634"/>
                </a:cubicBezTo>
                <a:cubicBezTo>
                  <a:pt x="205049" y="1156921"/>
                  <a:pt x="208193" y="1166923"/>
                  <a:pt x="211145" y="1176924"/>
                </a:cubicBezTo>
                <a:cubicBezTo>
                  <a:pt x="212003" y="1179686"/>
                  <a:pt x="213336" y="1182829"/>
                  <a:pt x="217527" y="1182258"/>
                </a:cubicBezTo>
                <a:cubicBezTo>
                  <a:pt x="224195" y="1175400"/>
                  <a:pt x="231338" y="1168828"/>
                  <a:pt x="233434" y="1158350"/>
                </a:cubicBezTo>
                <a:cubicBezTo>
                  <a:pt x="234196" y="1154635"/>
                  <a:pt x="238292" y="1151397"/>
                  <a:pt x="241244" y="1148444"/>
                </a:cubicBezTo>
                <a:cubicBezTo>
                  <a:pt x="243816" y="1145872"/>
                  <a:pt x="247055" y="1143967"/>
                  <a:pt x="250198" y="1141872"/>
                </a:cubicBezTo>
                <a:cubicBezTo>
                  <a:pt x="264866" y="1131871"/>
                  <a:pt x="277249" y="1119298"/>
                  <a:pt x="289536" y="1105963"/>
                </a:cubicBezTo>
                <a:cubicBezTo>
                  <a:pt x="284012" y="1107296"/>
                  <a:pt x="278773" y="1110344"/>
                  <a:pt x="273820" y="1105772"/>
                </a:cubicBezTo>
                <a:moveTo>
                  <a:pt x="354020" y="1100438"/>
                </a:moveTo>
                <a:cubicBezTo>
                  <a:pt x="344305" y="1111678"/>
                  <a:pt x="336494" y="1121203"/>
                  <a:pt x="328112" y="1130156"/>
                </a:cubicBezTo>
                <a:cubicBezTo>
                  <a:pt x="321826" y="1136919"/>
                  <a:pt x="315063" y="1143205"/>
                  <a:pt x="308015" y="1149206"/>
                </a:cubicBezTo>
                <a:cubicBezTo>
                  <a:pt x="292108" y="1162922"/>
                  <a:pt x="275439" y="1175686"/>
                  <a:pt x="260199" y="1190068"/>
                </a:cubicBezTo>
                <a:cubicBezTo>
                  <a:pt x="252579" y="1197307"/>
                  <a:pt x="244769" y="1204165"/>
                  <a:pt x="236387" y="1210452"/>
                </a:cubicBezTo>
                <a:cubicBezTo>
                  <a:pt x="230767" y="1214643"/>
                  <a:pt x="227243" y="1220358"/>
                  <a:pt x="223718" y="1226263"/>
                </a:cubicBezTo>
                <a:cubicBezTo>
                  <a:pt x="221147" y="1230645"/>
                  <a:pt x="217432" y="1233883"/>
                  <a:pt x="212574" y="1235407"/>
                </a:cubicBezTo>
                <a:cubicBezTo>
                  <a:pt x="209812" y="1236265"/>
                  <a:pt x="205145" y="1234169"/>
                  <a:pt x="205335" y="1231597"/>
                </a:cubicBezTo>
                <a:cubicBezTo>
                  <a:pt x="206097" y="1219786"/>
                  <a:pt x="199144" y="1209023"/>
                  <a:pt x="200954" y="1196926"/>
                </a:cubicBezTo>
                <a:cubicBezTo>
                  <a:pt x="201430" y="1194069"/>
                  <a:pt x="200287" y="1190830"/>
                  <a:pt x="199334" y="1187878"/>
                </a:cubicBezTo>
                <a:cubicBezTo>
                  <a:pt x="193334" y="1167685"/>
                  <a:pt x="189333" y="1147111"/>
                  <a:pt x="186285" y="1126346"/>
                </a:cubicBezTo>
                <a:cubicBezTo>
                  <a:pt x="183713" y="1108630"/>
                  <a:pt x="181332" y="1090818"/>
                  <a:pt x="178760" y="1073101"/>
                </a:cubicBezTo>
                <a:cubicBezTo>
                  <a:pt x="178094" y="1068244"/>
                  <a:pt x="177332" y="1063291"/>
                  <a:pt x="176570" y="1058433"/>
                </a:cubicBezTo>
                <a:cubicBezTo>
                  <a:pt x="172093" y="1030334"/>
                  <a:pt x="167521" y="1002331"/>
                  <a:pt x="163139" y="974232"/>
                </a:cubicBezTo>
                <a:cubicBezTo>
                  <a:pt x="162473" y="969946"/>
                  <a:pt x="162092" y="965659"/>
                  <a:pt x="161615" y="961849"/>
                </a:cubicBezTo>
                <a:cubicBezTo>
                  <a:pt x="164092" y="954039"/>
                  <a:pt x="173617" y="951943"/>
                  <a:pt x="174474" y="943657"/>
                </a:cubicBezTo>
                <a:cubicBezTo>
                  <a:pt x="174569" y="942704"/>
                  <a:pt x="175808" y="941656"/>
                  <a:pt x="176760" y="940990"/>
                </a:cubicBezTo>
                <a:cubicBezTo>
                  <a:pt x="197239" y="928036"/>
                  <a:pt x="214003" y="911081"/>
                  <a:pt x="229910" y="892984"/>
                </a:cubicBezTo>
                <a:cubicBezTo>
                  <a:pt x="236387" y="885554"/>
                  <a:pt x="243435" y="878601"/>
                  <a:pt x="250769" y="872029"/>
                </a:cubicBezTo>
                <a:cubicBezTo>
                  <a:pt x="256389" y="867076"/>
                  <a:pt x="261056" y="861742"/>
                  <a:pt x="264390" y="854884"/>
                </a:cubicBezTo>
                <a:cubicBezTo>
                  <a:pt x="266390" y="850788"/>
                  <a:pt x="270962" y="847835"/>
                  <a:pt x="274677" y="844692"/>
                </a:cubicBezTo>
                <a:cubicBezTo>
                  <a:pt x="277630" y="842215"/>
                  <a:pt x="282011" y="842025"/>
                  <a:pt x="282964" y="844025"/>
                </a:cubicBezTo>
                <a:cubicBezTo>
                  <a:pt x="284107" y="846692"/>
                  <a:pt x="285917" y="850502"/>
                  <a:pt x="284869" y="852502"/>
                </a:cubicBezTo>
                <a:cubicBezTo>
                  <a:pt x="281726" y="858503"/>
                  <a:pt x="279440" y="864694"/>
                  <a:pt x="278201" y="871362"/>
                </a:cubicBezTo>
                <a:cubicBezTo>
                  <a:pt x="277916" y="872981"/>
                  <a:pt x="276201" y="874410"/>
                  <a:pt x="274868" y="875648"/>
                </a:cubicBezTo>
                <a:cubicBezTo>
                  <a:pt x="266200" y="883459"/>
                  <a:pt x="257437" y="891174"/>
                  <a:pt x="248769" y="898984"/>
                </a:cubicBezTo>
                <a:cubicBezTo>
                  <a:pt x="245626" y="901842"/>
                  <a:pt x="242864" y="905176"/>
                  <a:pt x="239816" y="908224"/>
                </a:cubicBezTo>
                <a:cubicBezTo>
                  <a:pt x="237720" y="910414"/>
                  <a:pt x="235815" y="913653"/>
                  <a:pt x="233243" y="914320"/>
                </a:cubicBezTo>
                <a:cubicBezTo>
                  <a:pt x="225242" y="916510"/>
                  <a:pt x="220861" y="924130"/>
                  <a:pt x="213241" y="926797"/>
                </a:cubicBezTo>
                <a:cubicBezTo>
                  <a:pt x="212288" y="927083"/>
                  <a:pt x="211526" y="930036"/>
                  <a:pt x="211907" y="931369"/>
                </a:cubicBezTo>
                <a:cubicBezTo>
                  <a:pt x="212384" y="932798"/>
                  <a:pt x="214289" y="934417"/>
                  <a:pt x="215717" y="934608"/>
                </a:cubicBezTo>
                <a:cubicBezTo>
                  <a:pt x="218003" y="934989"/>
                  <a:pt x="220575" y="934608"/>
                  <a:pt x="222956" y="934036"/>
                </a:cubicBezTo>
                <a:cubicBezTo>
                  <a:pt x="227719" y="932989"/>
                  <a:pt x="232481" y="931655"/>
                  <a:pt x="237244" y="930322"/>
                </a:cubicBezTo>
                <a:cubicBezTo>
                  <a:pt x="260485" y="923464"/>
                  <a:pt x="284583" y="922702"/>
                  <a:pt x="308491" y="921273"/>
                </a:cubicBezTo>
                <a:cubicBezTo>
                  <a:pt x="310872" y="921082"/>
                  <a:pt x="313253" y="920606"/>
                  <a:pt x="316492" y="920130"/>
                </a:cubicBezTo>
                <a:cubicBezTo>
                  <a:pt x="316968" y="912510"/>
                  <a:pt x="317540" y="905271"/>
                  <a:pt x="317921" y="898032"/>
                </a:cubicBezTo>
                <a:cubicBezTo>
                  <a:pt x="317921" y="896984"/>
                  <a:pt x="317159" y="895365"/>
                  <a:pt x="316301" y="894889"/>
                </a:cubicBezTo>
                <a:cubicBezTo>
                  <a:pt x="312110" y="892888"/>
                  <a:pt x="312110" y="889650"/>
                  <a:pt x="312301" y="885649"/>
                </a:cubicBezTo>
                <a:cubicBezTo>
                  <a:pt x="312396" y="882792"/>
                  <a:pt x="310682" y="879839"/>
                  <a:pt x="310205" y="876886"/>
                </a:cubicBezTo>
                <a:cubicBezTo>
                  <a:pt x="309729" y="874315"/>
                  <a:pt x="310586" y="871552"/>
                  <a:pt x="313253" y="871076"/>
                </a:cubicBezTo>
                <a:cubicBezTo>
                  <a:pt x="315349" y="870695"/>
                  <a:pt x="318683" y="871076"/>
                  <a:pt x="319826" y="872505"/>
                </a:cubicBezTo>
                <a:cubicBezTo>
                  <a:pt x="325255" y="879363"/>
                  <a:pt x="328398" y="887364"/>
                  <a:pt x="329351" y="896127"/>
                </a:cubicBezTo>
                <a:cubicBezTo>
                  <a:pt x="333637" y="932512"/>
                  <a:pt x="331351" y="968993"/>
                  <a:pt x="328684" y="1005379"/>
                </a:cubicBezTo>
                <a:cubicBezTo>
                  <a:pt x="326874" y="1030620"/>
                  <a:pt x="323540" y="1055766"/>
                  <a:pt x="321350" y="1081007"/>
                </a:cubicBezTo>
                <a:cubicBezTo>
                  <a:pt x="320588" y="1089580"/>
                  <a:pt x="320873" y="1098247"/>
                  <a:pt x="320873" y="1106915"/>
                </a:cubicBezTo>
                <a:cubicBezTo>
                  <a:pt x="320873" y="1107772"/>
                  <a:pt x="322207" y="1108534"/>
                  <a:pt x="323445" y="1109963"/>
                </a:cubicBezTo>
                <a:cubicBezTo>
                  <a:pt x="327636" y="1105867"/>
                  <a:pt x="331446" y="1101010"/>
                  <a:pt x="336304" y="1097676"/>
                </a:cubicBezTo>
                <a:cubicBezTo>
                  <a:pt x="341447" y="1094056"/>
                  <a:pt x="345638" y="1089675"/>
                  <a:pt x="349353" y="1084817"/>
                </a:cubicBezTo>
                <a:cubicBezTo>
                  <a:pt x="349734" y="1084341"/>
                  <a:pt x="350210" y="1083960"/>
                  <a:pt x="350687" y="1083579"/>
                </a:cubicBezTo>
                <a:cubicBezTo>
                  <a:pt x="363641" y="1072244"/>
                  <a:pt x="376690" y="1060909"/>
                  <a:pt x="389644" y="1049575"/>
                </a:cubicBezTo>
                <a:cubicBezTo>
                  <a:pt x="397073" y="1043098"/>
                  <a:pt x="404503" y="1036621"/>
                  <a:pt x="411837" y="1030144"/>
                </a:cubicBezTo>
                <a:cubicBezTo>
                  <a:pt x="412790" y="1029286"/>
                  <a:pt x="414028" y="1028429"/>
                  <a:pt x="414218" y="1027381"/>
                </a:cubicBezTo>
                <a:cubicBezTo>
                  <a:pt x="416314" y="1016428"/>
                  <a:pt x="427934" y="1013570"/>
                  <a:pt x="433078" y="1005188"/>
                </a:cubicBezTo>
                <a:cubicBezTo>
                  <a:pt x="434221" y="1003378"/>
                  <a:pt x="437078" y="1002521"/>
                  <a:pt x="439174" y="1001473"/>
                </a:cubicBezTo>
                <a:cubicBezTo>
                  <a:pt x="441365" y="1000330"/>
                  <a:pt x="444413" y="1000140"/>
                  <a:pt x="445746" y="998425"/>
                </a:cubicBezTo>
                <a:cubicBezTo>
                  <a:pt x="455557" y="986043"/>
                  <a:pt x="469940" y="979375"/>
                  <a:pt x="481465" y="969279"/>
                </a:cubicBezTo>
                <a:cubicBezTo>
                  <a:pt x="485180" y="966040"/>
                  <a:pt x="488609" y="962516"/>
                  <a:pt x="491752" y="958801"/>
                </a:cubicBezTo>
                <a:cubicBezTo>
                  <a:pt x="495371" y="954515"/>
                  <a:pt x="498800" y="950229"/>
                  <a:pt x="505373" y="948133"/>
                </a:cubicBezTo>
                <a:cubicBezTo>
                  <a:pt x="506801" y="949276"/>
                  <a:pt x="508706" y="950515"/>
                  <a:pt x="510326" y="952229"/>
                </a:cubicBezTo>
                <a:cubicBezTo>
                  <a:pt x="513278" y="955372"/>
                  <a:pt x="516803" y="955944"/>
                  <a:pt x="520327" y="954134"/>
                </a:cubicBezTo>
                <a:cubicBezTo>
                  <a:pt x="524137" y="952229"/>
                  <a:pt x="527566" y="949467"/>
                  <a:pt x="531281" y="947181"/>
                </a:cubicBezTo>
                <a:cubicBezTo>
                  <a:pt x="536043" y="944323"/>
                  <a:pt x="540615" y="940990"/>
                  <a:pt x="545663" y="938989"/>
                </a:cubicBezTo>
                <a:cubicBezTo>
                  <a:pt x="551759" y="936703"/>
                  <a:pt x="556427" y="933370"/>
                  <a:pt x="559760" y="927845"/>
                </a:cubicBezTo>
                <a:cubicBezTo>
                  <a:pt x="560141" y="927178"/>
                  <a:pt x="561951" y="927274"/>
                  <a:pt x="563094" y="926988"/>
                </a:cubicBezTo>
                <a:cubicBezTo>
                  <a:pt x="563380" y="928607"/>
                  <a:pt x="564523" y="930703"/>
                  <a:pt x="563951" y="931560"/>
                </a:cubicBezTo>
                <a:cubicBezTo>
                  <a:pt x="562332" y="933941"/>
                  <a:pt x="560141" y="936418"/>
                  <a:pt x="557760" y="937942"/>
                </a:cubicBezTo>
                <a:cubicBezTo>
                  <a:pt x="537281" y="950419"/>
                  <a:pt x="516707" y="962611"/>
                  <a:pt x="496133" y="974899"/>
                </a:cubicBezTo>
                <a:cubicBezTo>
                  <a:pt x="492990" y="976804"/>
                  <a:pt x="489752" y="978709"/>
                  <a:pt x="486989" y="980995"/>
                </a:cubicBezTo>
                <a:cubicBezTo>
                  <a:pt x="485846" y="981947"/>
                  <a:pt x="485751" y="984138"/>
                  <a:pt x="485180" y="985662"/>
                </a:cubicBezTo>
                <a:cubicBezTo>
                  <a:pt x="489085" y="989281"/>
                  <a:pt x="492800" y="986519"/>
                  <a:pt x="495657" y="985376"/>
                </a:cubicBezTo>
                <a:cubicBezTo>
                  <a:pt x="524518" y="973375"/>
                  <a:pt x="554045" y="962707"/>
                  <a:pt x="581858" y="947848"/>
                </a:cubicBezTo>
                <a:cubicBezTo>
                  <a:pt x="593288" y="941752"/>
                  <a:pt x="604242" y="934989"/>
                  <a:pt x="615005" y="927940"/>
                </a:cubicBezTo>
                <a:cubicBezTo>
                  <a:pt x="623387" y="922416"/>
                  <a:pt x="632436" y="919368"/>
                  <a:pt x="644914" y="917368"/>
                </a:cubicBezTo>
                <a:cubicBezTo>
                  <a:pt x="636818" y="924988"/>
                  <a:pt x="629769" y="929655"/>
                  <a:pt x="622721" y="933941"/>
                </a:cubicBezTo>
                <a:cubicBezTo>
                  <a:pt x="600623" y="947276"/>
                  <a:pt x="578048" y="959944"/>
                  <a:pt x="554522" y="970612"/>
                </a:cubicBezTo>
                <a:cubicBezTo>
                  <a:pt x="543949" y="975375"/>
                  <a:pt x="532995" y="979947"/>
                  <a:pt x="521756" y="982519"/>
                </a:cubicBezTo>
                <a:cubicBezTo>
                  <a:pt x="504134" y="986424"/>
                  <a:pt x="488323" y="994901"/>
                  <a:pt x="471368" y="1000426"/>
                </a:cubicBezTo>
                <a:cubicBezTo>
                  <a:pt x="464606" y="1002616"/>
                  <a:pt x="458891" y="1008236"/>
                  <a:pt x="452890" y="1012427"/>
                </a:cubicBezTo>
                <a:cubicBezTo>
                  <a:pt x="451461" y="1013380"/>
                  <a:pt x="450318" y="1015094"/>
                  <a:pt x="449556" y="1016713"/>
                </a:cubicBezTo>
                <a:cubicBezTo>
                  <a:pt x="448794" y="1018333"/>
                  <a:pt x="448794" y="1020238"/>
                  <a:pt x="448413" y="1022524"/>
                </a:cubicBezTo>
                <a:cubicBezTo>
                  <a:pt x="435554" y="1026524"/>
                  <a:pt x="424696" y="1033382"/>
                  <a:pt x="414885" y="1043383"/>
                </a:cubicBezTo>
                <a:cubicBezTo>
                  <a:pt x="401550" y="1056909"/>
                  <a:pt x="386120" y="1068434"/>
                  <a:pt x="371451" y="1080721"/>
                </a:cubicBezTo>
                <a:cubicBezTo>
                  <a:pt x="369737" y="1082150"/>
                  <a:pt x="367641" y="1083103"/>
                  <a:pt x="364022" y="1085198"/>
                </a:cubicBezTo>
                <a:cubicBezTo>
                  <a:pt x="366022" y="1081388"/>
                  <a:pt x="367070" y="1079293"/>
                  <a:pt x="368213" y="1077197"/>
                </a:cubicBezTo>
                <a:cubicBezTo>
                  <a:pt x="358688" y="1079769"/>
                  <a:pt x="356592" y="1081293"/>
                  <a:pt x="355259" y="1088151"/>
                </a:cubicBezTo>
                <a:cubicBezTo>
                  <a:pt x="354306" y="1093009"/>
                  <a:pt x="354211" y="1097962"/>
                  <a:pt x="354020" y="1100533"/>
                </a:cubicBezTo>
                <a:moveTo>
                  <a:pt x="173712" y="860027"/>
                </a:moveTo>
                <a:cubicBezTo>
                  <a:pt x="171617" y="862980"/>
                  <a:pt x="171140" y="864218"/>
                  <a:pt x="170283" y="864885"/>
                </a:cubicBezTo>
                <a:cubicBezTo>
                  <a:pt x="163330" y="869933"/>
                  <a:pt x="156567" y="875362"/>
                  <a:pt x="149138" y="879744"/>
                </a:cubicBezTo>
                <a:cubicBezTo>
                  <a:pt x="145042" y="882220"/>
                  <a:pt x="140089" y="883363"/>
                  <a:pt x="135422" y="884316"/>
                </a:cubicBezTo>
                <a:cubicBezTo>
                  <a:pt x="131421" y="885173"/>
                  <a:pt x="127230" y="879744"/>
                  <a:pt x="128183" y="875648"/>
                </a:cubicBezTo>
                <a:cubicBezTo>
                  <a:pt x="129326" y="870695"/>
                  <a:pt x="131897" y="866599"/>
                  <a:pt x="135898" y="863456"/>
                </a:cubicBezTo>
                <a:cubicBezTo>
                  <a:pt x="146661" y="855265"/>
                  <a:pt x="157424" y="846978"/>
                  <a:pt x="168188" y="838882"/>
                </a:cubicBezTo>
                <a:cubicBezTo>
                  <a:pt x="173522" y="834881"/>
                  <a:pt x="178951" y="831262"/>
                  <a:pt x="183237" y="825547"/>
                </a:cubicBezTo>
                <a:cubicBezTo>
                  <a:pt x="187428" y="819832"/>
                  <a:pt x="193905" y="815736"/>
                  <a:pt x="198953" y="810211"/>
                </a:cubicBezTo>
                <a:cubicBezTo>
                  <a:pt x="185618" y="816879"/>
                  <a:pt x="171902" y="822022"/>
                  <a:pt x="155615" y="827642"/>
                </a:cubicBezTo>
                <a:cubicBezTo>
                  <a:pt x="174569" y="810688"/>
                  <a:pt x="192667" y="796876"/>
                  <a:pt x="214289" y="788685"/>
                </a:cubicBezTo>
                <a:cubicBezTo>
                  <a:pt x="216003" y="788018"/>
                  <a:pt x="217908" y="787828"/>
                  <a:pt x="219718" y="787828"/>
                </a:cubicBezTo>
                <a:cubicBezTo>
                  <a:pt x="220766" y="787828"/>
                  <a:pt x="222099" y="788590"/>
                  <a:pt x="222766" y="789447"/>
                </a:cubicBezTo>
                <a:cubicBezTo>
                  <a:pt x="223337" y="790304"/>
                  <a:pt x="223814" y="792114"/>
                  <a:pt x="223337" y="792781"/>
                </a:cubicBezTo>
                <a:cubicBezTo>
                  <a:pt x="220004" y="797162"/>
                  <a:pt x="216956" y="801829"/>
                  <a:pt x="212860" y="805354"/>
                </a:cubicBezTo>
                <a:cubicBezTo>
                  <a:pt x="200096" y="816784"/>
                  <a:pt x="186761" y="827642"/>
                  <a:pt x="173998" y="839167"/>
                </a:cubicBezTo>
                <a:cubicBezTo>
                  <a:pt x="167140" y="845263"/>
                  <a:pt x="160949" y="852121"/>
                  <a:pt x="154757" y="858789"/>
                </a:cubicBezTo>
                <a:cubicBezTo>
                  <a:pt x="152948" y="860789"/>
                  <a:pt x="153424" y="863456"/>
                  <a:pt x="155234" y="865456"/>
                </a:cubicBezTo>
                <a:cubicBezTo>
                  <a:pt x="157043" y="867457"/>
                  <a:pt x="159234" y="868123"/>
                  <a:pt x="161806" y="866790"/>
                </a:cubicBezTo>
                <a:cubicBezTo>
                  <a:pt x="165235" y="864885"/>
                  <a:pt x="168569" y="862980"/>
                  <a:pt x="173712" y="860027"/>
                </a:cubicBezTo>
                <a:moveTo>
                  <a:pt x="176665" y="916225"/>
                </a:moveTo>
                <a:cubicBezTo>
                  <a:pt x="180761" y="911748"/>
                  <a:pt x="184190" y="906319"/>
                  <a:pt x="188952" y="902890"/>
                </a:cubicBezTo>
                <a:cubicBezTo>
                  <a:pt x="203144" y="892888"/>
                  <a:pt x="215241" y="880601"/>
                  <a:pt x="228386" y="869457"/>
                </a:cubicBezTo>
                <a:cubicBezTo>
                  <a:pt x="237244" y="861837"/>
                  <a:pt x="245816" y="853741"/>
                  <a:pt x="253627" y="845073"/>
                </a:cubicBezTo>
                <a:cubicBezTo>
                  <a:pt x="259913" y="838024"/>
                  <a:pt x="267057" y="832500"/>
                  <a:pt x="274677" y="827356"/>
                </a:cubicBezTo>
                <a:cubicBezTo>
                  <a:pt x="278201" y="830404"/>
                  <a:pt x="276201" y="833357"/>
                  <a:pt x="274201" y="834976"/>
                </a:cubicBezTo>
                <a:cubicBezTo>
                  <a:pt x="256103" y="848978"/>
                  <a:pt x="243245" y="868504"/>
                  <a:pt x="224099" y="881268"/>
                </a:cubicBezTo>
                <a:cubicBezTo>
                  <a:pt x="211145" y="896508"/>
                  <a:pt x="193810" y="906223"/>
                  <a:pt x="176665" y="916320"/>
                </a:cubicBezTo>
                <a:moveTo>
                  <a:pt x="300871" y="952896"/>
                </a:moveTo>
                <a:cubicBezTo>
                  <a:pt x="298204" y="954420"/>
                  <a:pt x="295823" y="956706"/>
                  <a:pt x="292965" y="957277"/>
                </a:cubicBezTo>
                <a:cubicBezTo>
                  <a:pt x="265819" y="962135"/>
                  <a:pt x="238673" y="966802"/>
                  <a:pt x="211336" y="970993"/>
                </a:cubicBezTo>
                <a:cubicBezTo>
                  <a:pt x="203621" y="972136"/>
                  <a:pt x="195620" y="973660"/>
                  <a:pt x="186476" y="970708"/>
                </a:cubicBezTo>
                <a:cubicBezTo>
                  <a:pt x="188190" y="969088"/>
                  <a:pt x="189047" y="967564"/>
                  <a:pt x="190190" y="967279"/>
                </a:cubicBezTo>
                <a:cubicBezTo>
                  <a:pt x="193810" y="966612"/>
                  <a:pt x="197525" y="965755"/>
                  <a:pt x="201144" y="966231"/>
                </a:cubicBezTo>
                <a:cubicBezTo>
                  <a:pt x="208002" y="966993"/>
                  <a:pt x="214193" y="966802"/>
                  <a:pt x="220099" y="962040"/>
                </a:cubicBezTo>
                <a:cubicBezTo>
                  <a:pt x="223147" y="959563"/>
                  <a:pt x="228100" y="958992"/>
                  <a:pt x="232291" y="958516"/>
                </a:cubicBezTo>
                <a:cubicBezTo>
                  <a:pt x="254770" y="955658"/>
                  <a:pt x="277344" y="953086"/>
                  <a:pt x="299823" y="950419"/>
                </a:cubicBezTo>
                <a:cubicBezTo>
                  <a:pt x="300109" y="951277"/>
                  <a:pt x="300395" y="952039"/>
                  <a:pt x="300776" y="952896"/>
                </a:cubicBezTo>
                <a:moveTo>
                  <a:pt x="295537" y="987376"/>
                </a:moveTo>
                <a:cubicBezTo>
                  <a:pt x="293727" y="991377"/>
                  <a:pt x="290584" y="992044"/>
                  <a:pt x="287726" y="992806"/>
                </a:cubicBezTo>
                <a:cubicBezTo>
                  <a:pt x="276392" y="995663"/>
                  <a:pt x="264962" y="998044"/>
                  <a:pt x="253722" y="1001092"/>
                </a:cubicBezTo>
                <a:cubicBezTo>
                  <a:pt x="239435" y="1004807"/>
                  <a:pt x="225338" y="1009093"/>
                  <a:pt x="211145" y="1012808"/>
                </a:cubicBezTo>
                <a:cubicBezTo>
                  <a:pt x="203430" y="1014904"/>
                  <a:pt x="202382" y="1014523"/>
                  <a:pt x="192762" y="1010617"/>
                </a:cubicBezTo>
                <a:cubicBezTo>
                  <a:pt x="193524" y="1009855"/>
                  <a:pt x="194286" y="1008427"/>
                  <a:pt x="195143" y="1008331"/>
                </a:cubicBezTo>
                <a:cubicBezTo>
                  <a:pt x="212860" y="1006141"/>
                  <a:pt x="229910" y="1000616"/>
                  <a:pt x="247150" y="996330"/>
                </a:cubicBezTo>
                <a:cubicBezTo>
                  <a:pt x="259056" y="993377"/>
                  <a:pt x="270962" y="990424"/>
                  <a:pt x="282964" y="987853"/>
                </a:cubicBezTo>
                <a:cubicBezTo>
                  <a:pt x="286869" y="986995"/>
                  <a:pt x="291060" y="987567"/>
                  <a:pt x="295537" y="987472"/>
                </a:cubicBezTo>
                <a:moveTo>
                  <a:pt x="273629" y="1105963"/>
                </a:moveTo>
                <a:cubicBezTo>
                  <a:pt x="269629" y="1110439"/>
                  <a:pt x="264009" y="1110916"/>
                  <a:pt x="258675" y="1112535"/>
                </a:cubicBezTo>
                <a:cubicBezTo>
                  <a:pt x="237053" y="1118821"/>
                  <a:pt x="231243" y="1119679"/>
                  <a:pt x="213717" y="1118536"/>
                </a:cubicBezTo>
                <a:cubicBezTo>
                  <a:pt x="212193" y="1118440"/>
                  <a:pt x="210002" y="1117107"/>
                  <a:pt x="209431" y="1115773"/>
                </a:cubicBezTo>
                <a:cubicBezTo>
                  <a:pt x="208383" y="1113202"/>
                  <a:pt x="210098" y="1111011"/>
                  <a:pt x="212384" y="1109868"/>
                </a:cubicBezTo>
                <a:cubicBezTo>
                  <a:pt x="220099" y="1106248"/>
                  <a:pt x="227909" y="1102819"/>
                  <a:pt x="235720" y="1099390"/>
                </a:cubicBezTo>
                <a:cubicBezTo>
                  <a:pt x="240768" y="1097200"/>
                  <a:pt x="245816" y="1095199"/>
                  <a:pt x="250769" y="1093104"/>
                </a:cubicBezTo>
                <a:cubicBezTo>
                  <a:pt x="245912" y="1104058"/>
                  <a:pt x="230481" y="1100914"/>
                  <a:pt x="223814" y="1113106"/>
                </a:cubicBezTo>
                <a:cubicBezTo>
                  <a:pt x="236387" y="1112630"/>
                  <a:pt x="247245" y="1112249"/>
                  <a:pt x="257723" y="1108630"/>
                </a:cubicBezTo>
                <a:cubicBezTo>
                  <a:pt x="262866" y="1106820"/>
                  <a:pt x="268010" y="1104629"/>
                  <a:pt x="273629" y="1106629"/>
                </a:cubicBezTo>
                <a:lnTo>
                  <a:pt x="273629" y="1105963"/>
                </a:lnTo>
                <a:close/>
                <a:moveTo>
                  <a:pt x="258866" y="1069196"/>
                </a:moveTo>
                <a:cubicBezTo>
                  <a:pt x="257437" y="1071101"/>
                  <a:pt x="256865" y="1072816"/>
                  <a:pt x="256008" y="1072911"/>
                </a:cubicBezTo>
                <a:cubicBezTo>
                  <a:pt x="241530" y="1075578"/>
                  <a:pt x="227052" y="1078245"/>
                  <a:pt x="212479" y="1080626"/>
                </a:cubicBezTo>
                <a:cubicBezTo>
                  <a:pt x="210193" y="1081007"/>
                  <a:pt x="207526" y="1080340"/>
                  <a:pt x="205240" y="1079578"/>
                </a:cubicBezTo>
                <a:cubicBezTo>
                  <a:pt x="202763" y="1078816"/>
                  <a:pt x="201144" y="1076911"/>
                  <a:pt x="201430" y="1074054"/>
                </a:cubicBezTo>
                <a:cubicBezTo>
                  <a:pt x="201620" y="1071387"/>
                  <a:pt x="205716" y="1067958"/>
                  <a:pt x="208097" y="1069006"/>
                </a:cubicBezTo>
                <a:cubicBezTo>
                  <a:pt x="221909" y="1075292"/>
                  <a:pt x="235720" y="1072339"/>
                  <a:pt x="249722" y="1069768"/>
                </a:cubicBezTo>
                <a:cubicBezTo>
                  <a:pt x="252484" y="1069291"/>
                  <a:pt x="255341" y="1069291"/>
                  <a:pt x="258866" y="1069101"/>
                </a:cubicBezTo>
                <a:moveTo>
                  <a:pt x="891897" y="595613"/>
                </a:moveTo>
                <a:cubicBezTo>
                  <a:pt x="899517" y="599614"/>
                  <a:pt x="906661" y="598756"/>
                  <a:pt x="913519" y="598090"/>
                </a:cubicBezTo>
                <a:cubicBezTo>
                  <a:pt x="933998" y="595994"/>
                  <a:pt x="954477" y="594375"/>
                  <a:pt x="975050" y="595899"/>
                </a:cubicBezTo>
                <a:cubicBezTo>
                  <a:pt x="978575" y="592851"/>
                  <a:pt x="979908" y="588946"/>
                  <a:pt x="981527" y="585136"/>
                </a:cubicBezTo>
                <a:cubicBezTo>
                  <a:pt x="983528" y="580373"/>
                  <a:pt x="985718" y="575706"/>
                  <a:pt x="988004" y="571134"/>
                </a:cubicBezTo>
                <a:cubicBezTo>
                  <a:pt x="991243" y="564466"/>
                  <a:pt x="995148" y="558180"/>
                  <a:pt x="996767" y="550560"/>
                </a:cubicBezTo>
                <a:cubicBezTo>
                  <a:pt x="997625" y="546559"/>
                  <a:pt x="1000101" y="542845"/>
                  <a:pt x="1002387" y="539320"/>
                </a:cubicBezTo>
                <a:cubicBezTo>
                  <a:pt x="1004864" y="535606"/>
                  <a:pt x="1008293" y="533415"/>
                  <a:pt x="1013246" y="534748"/>
                </a:cubicBezTo>
                <a:cubicBezTo>
                  <a:pt x="1015436" y="535320"/>
                  <a:pt x="1018008" y="536082"/>
                  <a:pt x="1020104" y="535510"/>
                </a:cubicBezTo>
                <a:cubicBezTo>
                  <a:pt x="1030391" y="532558"/>
                  <a:pt x="1040487" y="535225"/>
                  <a:pt x="1050679" y="535796"/>
                </a:cubicBezTo>
                <a:cubicBezTo>
                  <a:pt x="1055346" y="536082"/>
                  <a:pt x="1060013" y="536368"/>
                  <a:pt x="1064681" y="536939"/>
                </a:cubicBezTo>
                <a:cubicBezTo>
                  <a:pt x="1068872" y="537511"/>
                  <a:pt x="1072967" y="538273"/>
                  <a:pt x="1077063" y="539225"/>
                </a:cubicBezTo>
                <a:cubicBezTo>
                  <a:pt x="1078778" y="539606"/>
                  <a:pt x="1080397" y="540654"/>
                  <a:pt x="1081635" y="541225"/>
                </a:cubicBezTo>
                <a:cubicBezTo>
                  <a:pt x="1082683" y="547512"/>
                  <a:pt x="1077254" y="546750"/>
                  <a:pt x="1074777" y="548845"/>
                </a:cubicBezTo>
                <a:cubicBezTo>
                  <a:pt x="1075730" y="572658"/>
                  <a:pt x="1076682" y="596470"/>
                  <a:pt x="1077635" y="620759"/>
                </a:cubicBezTo>
                <a:cubicBezTo>
                  <a:pt x="1083826" y="621807"/>
                  <a:pt x="1089160" y="620759"/>
                  <a:pt x="1094589" y="619807"/>
                </a:cubicBezTo>
                <a:cubicBezTo>
                  <a:pt x="1106115" y="617711"/>
                  <a:pt x="1117735" y="616663"/>
                  <a:pt x="1129546" y="616949"/>
                </a:cubicBezTo>
                <a:cubicBezTo>
                  <a:pt x="1131356" y="616949"/>
                  <a:pt x="1133165" y="617425"/>
                  <a:pt x="1134975" y="617711"/>
                </a:cubicBezTo>
                <a:cubicBezTo>
                  <a:pt x="1135642" y="622950"/>
                  <a:pt x="1135166" y="624569"/>
                  <a:pt x="1132784" y="624855"/>
                </a:cubicBezTo>
                <a:cubicBezTo>
                  <a:pt x="1128117" y="625426"/>
                  <a:pt x="1123450" y="626284"/>
                  <a:pt x="1118878" y="626093"/>
                </a:cubicBezTo>
                <a:cubicBezTo>
                  <a:pt x="1107448" y="625807"/>
                  <a:pt x="1096780" y="629903"/>
                  <a:pt x="1085636" y="631141"/>
                </a:cubicBezTo>
                <a:cubicBezTo>
                  <a:pt x="1081350" y="631618"/>
                  <a:pt x="1080111" y="635713"/>
                  <a:pt x="1077921" y="638761"/>
                </a:cubicBezTo>
                <a:cubicBezTo>
                  <a:pt x="1075730" y="641905"/>
                  <a:pt x="1071825" y="641809"/>
                  <a:pt x="1069824" y="638666"/>
                </a:cubicBezTo>
                <a:cubicBezTo>
                  <a:pt x="1066871" y="633999"/>
                  <a:pt x="1064014" y="629236"/>
                  <a:pt x="1061061" y="624379"/>
                </a:cubicBezTo>
                <a:cubicBezTo>
                  <a:pt x="1064490" y="621426"/>
                  <a:pt x="1067538" y="618854"/>
                  <a:pt x="1066871" y="613901"/>
                </a:cubicBezTo>
                <a:cubicBezTo>
                  <a:pt x="1066300" y="609329"/>
                  <a:pt x="1067443" y="604471"/>
                  <a:pt x="1066871" y="599899"/>
                </a:cubicBezTo>
                <a:cubicBezTo>
                  <a:pt x="1066300" y="594280"/>
                  <a:pt x="1066300" y="588755"/>
                  <a:pt x="1066109" y="583135"/>
                </a:cubicBezTo>
                <a:cubicBezTo>
                  <a:pt x="1065919" y="572372"/>
                  <a:pt x="1065157" y="561609"/>
                  <a:pt x="1065062" y="550846"/>
                </a:cubicBezTo>
                <a:cubicBezTo>
                  <a:pt x="1065062" y="547131"/>
                  <a:pt x="1062776" y="545226"/>
                  <a:pt x="1058585" y="545035"/>
                </a:cubicBezTo>
                <a:cubicBezTo>
                  <a:pt x="1049250" y="544559"/>
                  <a:pt x="1039916" y="543892"/>
                  <a:pt x="1030581" y="544083"/>
                </a:cubicBezTo>
                <a:cubicBezTo>
                  <a:pt x="1025723" y="544178"/>
                  <a:pt x="1021532" y="542940"/>
                  <a:pt x="1017627" y="541225"/>
                </a:cubicBezTo>
                <a:cubicBezTo>
                  <a:pt x="1016389" y="541892"/>
                  <a:pt x="1015532" y="542273"/>
                  <a:pt x="1014770" y="542749"/>
                </a:cubicBezTo>
                <a:cubicBezTo>
                  <a:pt x="1007912" y="547321"/>
                  <a:pt x="1003816" y="553513"/>
                  <a:pt x="1001720" y="561704"/>
                </a:cubicBezTo>
                <a:cubicBezTo>
                  <a:pt x="1000196" y="567514"/>
                  <a:pt x="996672" y="572658"/>
                  <a:pt x="994100" y="578182"/>
                </a:cubicBezTo>
                <a:cubicBezTo>
                  <a:pt x="990386" y="586279"/>
                  <a:pt x="986290" y="594280"/>
                  <a:pt x="989147" y="603614"/>
                </a:cubicBezTo>
                <a:cubicBezTo>
                  <a:pt x="985147" y="607996"/>
                  <a:pt x="981432" y="612187"/>
                  <a:pt x="977527" y="616187"/>
                </a:cubicBezTo>
                <a:cubicBezTo>
                  <a:pt x="976955" y="616759"/>
                  <a:pt x="975812" y="616663"/>
                  <a:pt x="974860" y="616854"/>
                </a:cubicBezTo>
                <a:cubicBezTo>
                  <a:pt x="970097" y="614663"/>
                  <a:pt x="973336" y="608758"/>
                  <a:pt x="969431" y="605329"/>
                </a:cubicBezTo>
                <a:cubicBezTo>
                  <a:pt x="967811" y="605138"/>
                  <a:pt x="965525" y="604471"/>
                  <a:pt x="963239" y="604567"/>
                </a:cubicBezTo>
                <a:cubicBezTo>
                  <a:pt x="949714" y="605043"/>
                  <a:pt x="936093" y="605710"/>
                  <a:pt x="922568" y="606281"/>
                </a:cubicBezTo>
                <a:cubicBezTo>
                  <a:pt x="916472" y="606567"/>
                  <a:pt x="910471" y="607329"/>
                  <a:pt x="904375" y="607329"/>
                </a:cubicBezTo>
                <a:cubicBezTo>
                  <a:pt x="900755" y="607329"/>
                  <a:pt x="897041" y="606281"/>
                  <a:pt x="893421" y="605519"/>
                </a:cubicBezTo>
                <a:cubicBezTo>
                  <a:pt x="892754" y="605329"/>
                  <a:pt x="891992" y="604471"/>
                  <a:pt x="891707" y="603709"/>
                </a:cubicBezTo>
                <a:cubicBezTo>
                  <a:pt x="891421" y="602947"/>
                  <a:pt x="891611" y="601900"/>
                  <a:pt x="891611" y="600185"/>
                </a:cubicBezTo>
                <a:cubicBezTo>
                  <a:pt x="889421" y="601328"/>
                  <a:pt x="887706" y="602566"/>
                  <a:pt x="885801" y="602947"/>
                </a:cubicBezTo>
                <a:cubicBezTo>
                  <a:pt x="884182" y="603233"/>
                  <a:pt x="881896" y="603043"/>
                  <a:pt x="880658" y="602090"/>
                </a:cubicBezTo>
                <a:cubicBezTo>
                  <a:pt x="878562" y="600566"/>
                  <a:pt x="878848" y="597994"/>
                  <a:pt x="879515" y="595613"/>
                </a:cubicBezTo>
                <a:cubicBezTo>
                  <a:pt x="879610" y="595137"/>
                  <a:pt x="879800" y="594661"/>
                  <a:pt x="880181" y="594375"/>
                </a:cubicBezTo>
                <a:cubicBezTo>
                  <a:pt x="885325" y="589041"/>
                  <a:pt x="886468" y="581992"/>
                  <a:pt x="889040" y="575420"/>
                </a:cubicBezTo>
                <a:cubicBezTo>
                  <a:pt x="894279" y="562371"/>
                  <a:pt x="899708" y="549417"/>
                  <a:pt x="905423" y="536558"/>
                </a:cubicBezTo>
                <a:cubicBezTo>
                  <a:pt x="911519" y="522842"/>
                  <a:pt x="917519" y="509031"/>
                  <a:pt x="924568" y="495886"/>
                </a:cubicBezTo>
                <a:cubicBezTo>
                  <a:pt x="933331" y="479789"/>
                  <a:pt x="939998" y="462739"/>
                  <a:pt x="948190" y="446452"/>
                </a:cubicBezTo>
                <a:cubicBezTo>
                  <a:pt x="953429" y="435974"/>
                  <a:pt x="957715" y="425116"/>
                  <a:pt x="962096" y="414257"/>
                </a:cubicBezTo>
                <a:cubicBezTo>
                  <a:pt x="965716" y="405113"/>
                  <a:pt x="970764" y="396636"/>
                  <a:pt x="975336" y="387968"/>
                </a:cubicBezTo>
                <a:cubicBezTo>
                  <a:pt x="975812" y="387111"/>
                  <a:pt x="977813" y="386349"/>
                  <a:pt x="978956" y="386635"/>
                </a:cubicBezTo>
                <a:cubicBezTo>
                  <a:pt x="980004" y="386825"/>
                  <a:pt x="981146" y="388349"/>
                  <a:pt x="981432" y="389397"/>
                </a:cubicBezTo>
                <a:cubicBezTo>
                  <a:pt x="981908" y="391111"/>
                  <a:pt x="982194" y="393207"/>
                  <a:pt x="981623" y="394731"/>
                </a:cubicBezTo>
                <a:cubicBezTo>
                  <a:pt x="978860" y="401208"/>
                  <a:pt x="975812" y="407494"/>
                  <a:pt x="972764" y="413781"/>
                </a:cubicBezTo>
                <a:cubicBezTo>
                  <a:pt x="971717" y="415876"/>
                  <a:pt x="970669" y="417972"/>
                  <a:pt x="969716" y="420067"/>
                </a:cubicBezTo>
                <a:cubicBezTo>
                  <a:pt x="953143" y="458929"/>
                  <a:pt x="933617" y="496267"/>
                  <a:pt x="915519" y="534367"/>
                </a:cubicBezTo>
                <a:cubicBezTo>
                  <a:pt x="907137" y="552179"/>
                  <a:pt x="898469" y="569896"/>
                  <a:pt x="893421" y="589041"/>
                </a:cubicBezTo>
                <a:cubicBezTo>
                  <a:pt x="892945" y="590851"/>
                  <a:pt x="892564" y="592660"/>
                  <a:pt x="891897" y="595423"/>
                </a:cubicBezTo>
                <a:moveTo>
                  <a:pt x="1371005" y="414638"/>
                </a:moveTo>
                <a:cubicBezTo>
                  <a:pt x="1364051" y="416257"/>
                  <a:pt x="1357289" y="417591"/>
                  <a:pt x="1351574" y="411495"/>
                </a:cubicBezTo>
                <a:cubicBezTo>
                  <a:pt x="1351193" y="411114"/>
                  <a:pt x="1349954" y="411495"/>
                  <a:pt x="1349192" y="411685"/>
                </a:cubicBezTo>
                <a:cubicBezTo>
                  <a:pt x="1347478" y="412257"/>
                  <a:pt x="1345573" y="413876"/>
                  <a:pt x="1344335" y="413495"/>
                </a:cubicBezTo>
                <a:cubicBezTo>
                  <a:pt x="1332619" y="409780"/>
                  <a:pt x="1320427" y="410447"/>
                  <a:pt x="1308521" y="409018"/>
                </a:cubicBezTo>
                <a:cubicBezTo>
                  <a:pt x="1298424" y="407780"/>
                  <a:pt x="1288042" y="409018"/>
                  <a:pt x="1277755" y="409304"/>
                </a:cubicBezTo>
                <a:cubicBezTo>
                  <a:pt x="1274421" y="409304"/>
                  <a:pt x="1273088" y="411971"/>
                  <a:pt x="1271945" y="414448"/>
                </a:cubicBezTo>
                <a:cubicBezTo>
                  <a:pt x="1268706" y="414257"/>
                  <a:pt x="1265563" y="414067"/>
                  <a:pt x="1262229" y="413781"/>
                </a:cubicBezTo>
                <a:cubicBezTo>
                  <a:pt x="1262039" y="415781"/>
                  <a:pt x="1261563" y="417210"/>
                  <a:pt x="1261753" y="418448"/>
                </a:cubicBezTo>
                <a:cubicBezTo>
                  <a:pt x="1266230" y="441403"/>
                  <a:pt x="1270897" y="464359"/>
                  <a:pt x="1272230" y="487885"/>
                </a:cubicBezTo>
                <a:cubicBezTo>
                  <a:pt x="1272230" y="489314"/>
                  <a:pt x="1272992" y="490648"/>
                  <a:pt x="1273088" y="491981"/>
                </a:cubicBezTo>
                <a:cubicBezTo>
                  <a:pt x="1274897" y="506935"/>
                  <a:pt x="1276612" y="521794"/>
                  <a:pt x="1272897" y="536749"/>
                </a:cubicBezTo>
                <a:cubicBezTo>
                  <a:pt x="1272326" y="539225"/>
                  <a:pt x="1273088" y="542083"/>
                  <a:pt x="1273278" y="544559"/>
                </a:cubicBezTo>
                <a:cubicBezTo>
                  <a:pt x="1291376" y="548179"/>
                  <a:pt x="1308521" y="545226"/>
                  <a:pt x="1325666" y="543226"/>
                </a:cubicBezTo>
                <a:cubicBezTo>
                  <a:pt x="1330333" y="542654"/>
                  <a:pt x="1332905" y="539130"/>
                  <a:pt x="1334619" y="535129"/>
                </a:cubicBezTo>
                <a:cubicBezTo>
                  <a:pt x="1335476" y="533034"/>
                  <a:pt x="1335572" y="530557"/>
                  <a:pt x="1335858" y="528271"/>
                </a:cubicBezTo>
                <a:cubicBezTo>
                  <a:pt x="1337000" y="521223"/>
                  <a:pt x="1341382" y="515603"/>
                  <a:pt x="1344335" y="509317"/>
                </a:cubicBezTo>
                <a:cubicBezTo>
                  <a:pt x="1349383" y="506935"/>
                  <a:pt x="1350145" y="501792"/>
                  <a:pt x="1350240" y="497506"/>
                </a:cubicBezTo>
                <a:cubicBezTo>
                  <a:pt x="1350431" y="486838"/>
                  <a:pt x="1354526" y="477503"/>
                  <a:pt x="1358051" y="467883"/>
                </a:cubicBezTo>
                <a:cubicBezTo>
                  <a:pt x="1362432" y="455596"/>
                  <a:pt x="1366528" y="443118"/>
                  <a:pt x="1370814" y="430831"/>
                </a:cubicBezTo>
                <a:cubicBezTo>
                  <a:pt x="1372719" y="425497"/>
                  <a:pt x="1373767" y="420067"/>
                  <a:pt x="1371005" y="414733"/>
                </a:cubicBezTo>
                <a:moveTo>
                  <a:pt x="1258324" y="551131"/>
                </a:moveTo>
                <a:cubicBezTo>
                  <a:pt x="1266325" y="537225"/>
                  <a:pt x="1265468" y="523318"/>
                  <a:pt x="1265087" y="509412"/>
                </a:cubicBezTo>
                <a:cubicBezTo>
                  <a:pt x="1264325" y="485885"/>
                  <a:pt x="1260134" y="462739"/>
                  <a:pt x="1256991" y="439498"/>
                </a:cubicBezTo>
                <a:cubicBezTo>
                  <a:pt x="1256324" y="434450"/>
                  <a:pt x="1254324" y="429497"/>
                  <a:pt x="1253371" y="424449"/>
                </a:cubicBezTo>
                <a:cubicBezTo>
                  <a:pt x="1252895" y="421782"/>
                  <a:pt x="1252038" y="418067"/>
                  <a:pt x="1253371" y="416257"/>
                </a:cubicBezTo>
                <a:cubicBezTo>
                  <a:pt x="1257467" y="410828"/>
                  <a:pt x="1255085" y="406732"/>
                  <a:pt x="1252133" y="402256"/>
                </a:cubicBezTo>
                <a:cubicBezTo>
                  <a:pt x="1250037" y="399017"/>
                  <a:pt x="1250133" y="398922"/>
                  <a:pt x="1252704" y="393588"/>
                </a:cubicBezTo>
                <a:cubicBezTo>
                  <a:pt x="1253180" y="393588"/>
                  <a:pt x="1253847" y="393397"/>
                  <a:pt x="1254038" y="393588"/>
                </a:cubicBezTo>
                <a:cubicBezTo>
                  <a:pt x="1260991" y="400160"/>
                  <a:pt x="1268897" y="401684"/>
                  <a:pt x="1278422" y="400351"/>
                </a:cubicBezTo>
                <a:cubicBezTo>
                  <a:pt x="1286613" y="399208"/>
                  <a:pt x="1295186" y="400160"/>
                  <a:pt x="1303568" y="400922"/>
                </a:cubicBezTo>
                <a:cubicBezTo>
                  <a:pt x="1317570" y="402065"/>
                  <a:pt x="1331476" y="403589"/>
                  <a:pt x="1345383" y="405399"/>
                </a:cubicBezTo>
                <a:cubicBezTo>
                  <a:pt x="1349192" y="405875"/>
                  <a:pt x="1352717" y="406256"/>
                  <a:pt x="1356431" y="405208"/>
                </a:cubicBezTo>
                <a:cubicBezTo>
                  <a:pt x="1360527" y="404065"/>
                  <a:pt x="1364718" y="404161"/>
                  <a:pt x="1368719" y="406161"/>
                </a:cubicBezTo>
                <a:cubicBezTo>
                  <a:pt x="1372624" y="408161"/>
                  <a:pt x="1375958" y="406828"/>
                  <a:pt x="1379006" y="404065"/>
                </a:cubicBezTo>
                <a:cubicBezTo>
                  <a:pt x="1381578" y="401684"/>
                  <a:pt x="1384435" y="399589"/>
                  <a:pt x="1387578" y="402446"/>
                </a:cubicBezTo>
                <a:cubicBezTo>
                  <a:pt x="1390150" y="404827"/>
                  <a:pt x="1388340" y="407971"/>
                  <a:pt x="1386912" y="410161"/>
                </a:cubicBezTo>
                <a:cubicBezTo>
                  <a:pt x="1382149" y="417877"/>
                  <a:pt x="1380244" y="426640"/>
                  <a:pt x="1377767" y="435117"/>
                </a:cubicBezTo>
                <a:cubicBezTo>
                  <a:pt x="1372719" y="452262"/>
                  <a:pt x="1366528" y="468931"/>
                  <a:pt x="1360146" y="485504"/>
                </a:cubicBezTo>
                <a:cubicBezTo>
                  <a:pt x="1353669" y="502078"/>
                  <a:pt x="1347954" y="518937"/>
                  <a:pt x="1341763" y="535606"/>
                </a:cubicBezTo>
                <a:cubicBezTo>
                  <a:pt x="1340715" y="538368"/>
                  <a:pt x="1340334" y="540654"/>
                  <a:pt x="1341763" y="543607"/>
                </a:cubicBezTo>
                <a:cubicBezTo>
                  <a:pt x="1343478" y="547321"/>
                  <a:pt x="1341001" y="551227"/>
                  <a:pt x="1337191" y="551417"/>
                </a:cubicBezTo>
                <a:cubicBezTo>
                  <a:pt x="1332524" y="551608"/>
                  <a:pt x="1327666" y="550465"/>
                  <a:pt x="1323284" y="551608"/>
                </a:cubicBezTo>
                <a:cubicBezTo>
                  <a:pt x="1308997" y="555322"/>
                  <a:pt x="1294424" y="554275"/>
                  <a:pt x="1280041" y="555132"/>
                </a:cubicBezTo>
                <a:cubicBezTo>
                  <a:pt x="1276231" y="555322"/>
                  <a:pt x="1272707" y="555322"/>
                  <a:pt x="1270040" y="551608"/>
                </a:cubicBezTo>
                <a:cubicBezTo>
                  <a:pt x="1269278" y="550560"/>
                  <a:pt x="1266706" y="550560"/>
                  <a:pt x="1264992" y="550465"/>
                </a:cubicBezTo>
                <a:cubicBezTo>
                  <a:pt x="1263277" y="550465"/>
                  <a:pt x="1261658" y="550846"/>
                  <a:pt x="1258419" y="551227"/>
                </a:cubicBezTo>
                <a:moveTo>
                  <a:pt x="345257" y="331485"/>
                </a:moveTo>
                <a:cubicBezTo>
                  <a:pt x="344876" y="332818"/>
                  <a:pt x="344591" y="334247"/>
                  <a:pt x="344019" y="336438"/>
                </a:cubicBezTo>
                <a:cubicBezTo>
                  <a:pt x="339066" y="338438"/>
                  <a:pt x="332018" y="335295"/>
                  <a:pt x="327065" y="341486"/>
                </a:cubicBezTo>
                <a:cubicBezTo>
                  <a:pt x="328112" y="348630"/>
                  <a:pt x="324112" y="355774"/>
                  <a:pt x="322302" y="363298"/>
                </a:cubicBezTo>
                <a:cubicBezTo>
                  <a:pt x="321921" y="364918"/>
                  <a:pt x="321540" y="366442"/>
                  <a:pt x="321254" y="368061"/>
                </a:cubicBezTo>
                <a:cubicBezTo>
                  <a:pt x="320588" y="371680"/>
                  <a:pt x="319540" y="375586"/>
                  <a:pt x="317444" y="378348"/>
                </a:cubicBezTo>
                <a:cubicBezTo>
                  <a:pt x="314873" y="381777"/>
                  <a:pt x="313634" y="385777"/>
                  <a:pt x="311634" y="389397"/>
                </a:cubicBezTo>
                <a:cubicBezTo>
                  <a:pt x="305157" y="400446"/>
                  <a:pt x="303919" y="413400"/>
                  <a:pt x="298585" y="424735"/>
                </a:cubicBezTo>
                <a:cubicBezTo>
                  <a:pt x="294584" y="433212"/>
                  <a:pt x="292679" y="442356"/>
                  <a:pt x="289060" y="450928"/>
                </a:cubicBezTo>
                <a:cubicBezTo>
                  <a:pt x="285440" y="459501"/>
                  <a:pt x="282773" y="468550"/>
                  <a:pt x="278678" y="476932"/>
                </a:cubicBezTo>
                <a:cubicBezTo>
                  <a:pt x="269819" y="495029"/>
                  <a:pt x="263152" y="513984"/>
                  <a:pt x="254865" y="532272"/>
                </a:cubicBezTo>
                <a:cubicBezTo>
                  <a:pt x="250674" y="541606"/>
                  <a:pt x="247340" y="551417"/>
                  <a:pt x="243530" y="561228"/>
                </a:cubicBezTo>
                <a:cubicBezTo>
                  <a:pt x="245435" y="563895"/>
                  <a:pt x="248388" y="564657"/>
                  <a:pt x="251722" y="564847"/>
                </a:cubicBezTo>
                <a:cubicBezTo>
                  <a:pt x="257818" y="565133"/>
                  <a:pt x="263819" y="565514"/>
                  <a:pt x="269915" y="565609"/>
                </a:cubicBezTo>
                <a:cubicBezTo>
                  <a:pt x="279249" y="565800"/>
                  <a:pt x="288584" y="566276"/>
                  <a:pt x="297918" y="565990"/>
                </a:cubicBezTo>
                <a:cubicBezTo>
                  <a:pt x="309158" y="565609"/>
                  <a:pt x="320302" y="564657"/>
                  <a:pt x="331541" y="563895"/>
                </a:cubicBezTo>
                <a:cubicBezTo>
                  <a:pt x="334304" y="563704"/>
                  <a:pt x="337066" y="563514"/>
                  <a:pt x="340495" y="563228"/>
                </a:cubicBezTo>
                <a:cubicBezTo>
                  <a:pt x="339923" y="565609"/>
                  <a:pt x="338971" y="567610"/>
                  <a:pt x="339066" y="569515"/>
                </a:cubicBezTo>
                <a:cubicBezTo>
                  <a:pt x="339066" y="572277"/>
                  <a:pt x="341638" y="573039"/>
                  <a:pt x="343829" y="573991"/>
                </a:cubicBezTo>
                <a:cubicBezTo>
                  <a:pt x="345067" y="574563"/>
                  <a:pt x="346686" y="575039"/>
                  <a:pt x="347258" y="576087"/>
                </a:cubicBezTo>
                <a:cubicBezTo>
                  <a:pt x="347734" y="576944"/>
                  <a:pt x="347067" y="578659"/>
                  <a:pt x="346496" y="579706"/>
                </a:cubicBezTo>
                <a:cubicBezTo>
                  <a:pt x="346115" y="580373"/>
                  <a:pt x="344972" y="580945"/>
                  <a:pt x="344114" y="580945"/>
                </a:cubicBezTo>
                <a:cubicBezTo>
                  <a:pt x="338018" y="580945"/>
                  <a:pt x="331922" y="581040"/>
                  <a:pt x="325922" y="580945"/>
                </a:cubicBezTo>
                <a:cubicBezTo>
                  <a:pt x="324112" y="580945"/>
                  <a:pt x="321635" y="580945"/>
                  <a:pt x="320492" y="579897"/>
                </a:cubicBezTo>
                <a:cubicBezTo>
                  <a:pt x="314111" y="573706"/>
                  <a:pt x="306491" y="576087"/>
                  <a:pt x="299156" y="576277"/>
                </a:cubicBezTo>
                <a:cubicBezTo>
                  <a:pt x="284202" y="576754"/>
                  <a:pt x="269248" y="576944"/>
                  <a:pt x="254294" y="577706"/>
                </a:cubicBezTo>
                <a:cubicBezTo>
                  <a:pt x="246959" y="578087"/>
                  <a:pt x="240482" y="575515"/>
                  <a:pt x="233910" y="573229"/>
                </a:cubicBezTo>
                <a:cubicBezTo>
                  <a:pt x="232291" y="572658"/>
                  <a:pt x="231148" y="570848"/>
                  <a:pt x="229433" y="569229"/>
                </a:cubicBezTo>
                <a:cubicBezTo>
                  <a:pt x="233815" y="557799"/>
                  <a:pt x="238006" y="546464"/>
                  <a:pt x="242578" y="535225"/>
                </a:cubicBezTo>
                <a:cubicBezTo>
                  <a:pt x="250579" y="515698"/>
                  <a:pt x="258961" y="496363"/>
                  <a:pt x="266962" y="476932"/>
                </a:cubicBezTo>
                <a:cubicBezTo>
                  <a:pt x="272963" y="462168"/>
                  <a:pt x="278487" y="447214"/>
                  <a:pt x="284202" y="432355"/>
                </a:cubicBezTo>
                <a:cubicBezTo>
                  <a:pt x="285059" y="430164"/>
                  <a:pt x="285726" y="427878"/>
                  <a:pt x="286869" y="425878"/>
                </a:cubicBezTo>
                <a:cubicBezTo>
                  <a:pt x="294775" y="411495"/>
                  <a:pt x="301252" y="396445"/>
                  <a:pt x="307253" y="381205"/>
                </a:cubicBezTo>
                <a:cubicBezTo>
                  <a:pt x="311729" y="369871"/>
                  <a:pt x="315254" y="358250"/>
                  <a:pt x="319445" y="346820"/>
                </a:cubicBezTo>
                <a:cubicBezTo>
                  <a:pt x="321159" y="341962"/>
                  <a:pt x="323255" y="337295"/>
                  <a:pt x="325636" y="332723"/>
                </a:cubicBezTo>
                <a:cubicBezTo>
                  <a:pt x="327160" y="329866"/>
                  <a:pt x="329255" y="327008"/>
                  <a:pt x="333065" y="327103"/>
                </a:cubicBezTo>
                <a:cubicBezTo>
                  <a:pt x="337161" y="327199"/>
                  <a:pt x="341733" y="326437"/>
                  <a:pt x="344305" y="331009"/>
                </a:cubicBezTo>
                <a:cubicBezTo>
                  <a:pt x="344495" y="331390"/>
                  <a:pt x="344972" y="331675"/>
                  <a:pt x="345257" y="331961"/>
                </a:cubicBezTo>
                <a:lnTo>
                  <a:pt x="345257" y="331390"/>
                </a:lnTo>
                <a:close/>
                <a:moveTo>
                  <a:pt x="664345" y="350630"/>
                </a:moveTo>
                <a:cubicBezTo>
                  <a:pt x="666917" y="346630"/>
                  <a:pt x="671203" y="345868"/>
                  <a:pt x="675394" y="345582"/>
                </a:cubicBezTo>
                <a:cubicBezTo>
                  <a:pt x="684252" y="344820"/>
                  <a:pt x="693110" y="344153"/>
                  <a:pt x="701969" y="343772"/>
                </a:cubicBezTo>
                <a:cubicBezTo>
                  <a:pt x="716923" y="343105"/>
                  <a:pt x="731877" y="342534"/>
                  <a:pt x="746450" y="338629"/>
                </a:cubicBezTo>
                <a:cubicBezTo>
                  <a:pt x="748641" y="338057"/>
                  <a:pt x="751118" y="338629"/>
                  <a:pt x="753404" y="338724"/>
                </a:cubicBezTo>
                <a:cubicBezTo>
                  <a:pt x="755118" y="338819"/>
                  <a:pt x="757023" y="341391"/>
                  <a:pt x="756261" y="342820"/>
                </a:cubicBezTo>
                <a:cubicBezTo>
                  <a:pt x="750451" y="355488"/>
                  <a:pt x="751975" y="369394"/>
                  <a:pt x="749498" y="382634"/>
                </a:cubicBezTo>
                <a:cubicBezTo>
                  <a:pt x="746069" y="400636"/>
                  <a:pt x="745974" y="418924"/>
                  <a:pt x="744545" y="437117"/>
                </a:cubicBezTo>
                <a:cubicBezTo>
                  <a:pt x="744450" y="438927"/>
                  <a:pt x="744641" y="440737"/>
                  <a:pt x="744831" y="443213"/>
                </a:cubicBezTo>
                <a:cubicBezTo>
                  <a:pt x="747593" y="443213"/>
                  <a:pt x="749879" y="443213"/>
                  <a:pt x="752070" y="443118"/>
                </a:cubicBezTo>
                <a:cubicBezTo>
                  <a:pt x="759500" y="442451"/>
                  <a:pt x="766929" y="441784"/>
                  <a:pt x="774359" y="441118"/>
                </a:cubicBezTo>
                <a:cubicBezTo>
                  <a:pt x="775787" y="441022"/>
                  <a:pt x="777121" y="440737"/>
                  <a:pt x="778454" y="440356"/>
                </a:cubicBezTo>
                <a:cubicBezTo>
                  <a:pt x="783312" y="439022"/>
                  <a:pt x="786932" y="436165"/>
                  <a:pt x="787694" y="430926"/>
                </a:cubicBezTo>
                <a:cubicBezTo>
                  <a:pt x="788741" y="423973"/>
                  <a:pt x="789789" y="417019"/>
                  <a:pt x="790265" y="409971"/>
                </a:cubicBezTo>
                <a:cubicBezTo>
                  <a:pt x="791123" y="397874"/>
                  <a:pt x="792552" y="385777"/>
                  <a:pt x="791694" y="373585"/>
                </a:cubicBezTo>
                <a:cubicBezTo>
                  <a:pt x="791504" y="370633"/>
                  <a:pt x="790932" y="368251"/>
                  <a:pt x="788837" y="365965"/>
                </a:cubicBezTo>
                <a:cubicBezTo>
                  <a:pt x="786170" y="363108"/>
                  <a:pt x="787979" y="359774"/>
                  <a:pt x="788456" y="356917"/>
                </a:cubicBezTo>
                <a:cubicBezTo>
                  <a:pt x="789599" y="356250"/>
                  <a:pt x="790456" y="355297"/>
                  <a:pt x="791218" y="355393"/>
                </a:cubicBezTo>
                <a:cubicBezTo>
                  <a:pt x="806267" y="357298"/>
                  <a:pt x="820936" y="353678"/>
                  <a:pt x="835890" y="353392"/>
                </a:cubicBezTo>
                <a:cubicBezTo>
                  <a:pt x="847987" y="353202"/>
                  <a:pt x="860179" y="352821"/>
                  <a:pt x="872276" y="352630"/>
                </a:cubicBezTo>
                <a:cubicBezTo>
                  <a:pt x="876562" y="352630"/>
                  <a:pt x="878086" y="355107"/>
                  <a:pt x="877133" y="360346"/>
                </a:cubicBezTo>
                <a:cubicBezTo>
                  <a:pt x="876943" y="361298"/>
                  <a:pt x="876562" y="362155"/>
                  <a:pt x="876276" y="363013"/>
                </a:cubicBezTo>
                <a:cubicBezTo>
                  <a:pt x="874371" y="364537"/>
                  <a:pt x="872942" y="363013"/>
                  <a:pt x="871418" y="362251"/>
                </a:cubicBezTo>
                <a:cubicBezTo>
                  <a:pt x="867608" y="360346"/>
                  <a:pt x="863703" y="359965"/>
                  <a:pt x="859227" y="360346"/>
                </a:cubicBezTo>
                <a:cubicBezTo>
                  <a:pt x="841986" y="362060"/>
                  <a:pt x="824746" y="363203"/>
                  <a:pt x="807506" y="364156"/>
                </a:cubicBezTo>
                <a:cubicBezTo>
                  <a:pt x="804553" y="364346"/>
                  <a:pt x="801505" y="362346"/>
                  <a:pt x="797885" y="361203"/>
                </a:cubicBezTo>
                <a:cubicBezTo>
                  <a:pt x="798266" y="364632"/>
                  <a:pt x="798933" y="368156"/>
                  <a:pt x="798838" y="371680"/>
                </a:cubicBezTo>
                <a:cubicBezTo>
                  <a:pt x="798838" y="374252"/>
                  <a:pt x="796171" y="377586"/>
                  <a:pt x="797123" y="379015"/>
                </a:cubicBezTo>
                <a:cubicBezTo>
                  <a:pt x="798362" y="380920"/>
                  <a:pt x="799886" y="382444"/>
                  <a:pt x="799886" y="384825"/>
                </a:cubicBezTo>
                <a:cubicBezTo>
                  <a:pt x="799886" y="387682"/>
                  <a:pt x="800362" y="390445"/>
                  <a:pt x="800171" y="393302"/>
                </a:cubicBezTo>
                <a:cubicBezTo>
                  <a:pt x="799029" y="412447"/>
                  <a:pt x="798743" y="431688"/>
                  <a:pt x="794552" y="450547"/>
                </a:cubicBezTo>
                <a:cubicBezTo>
                  <a:pt x="794266" y="451881"/>
                  <a:pt x="793980" y="453310"/>
                  <a:pt x="793504" y="454643"/>
                </a:cubicBezTo>
                <a:cubicBezTo>
                  <a:pt x="792552" y="456834"/>
                  <a:pt x="791218" y="458739"/>
                  <a:pt x="788551" y="459025"/>
                </a:cubicBezTo>
                <a:cubicBezTo>
                  <a:pt x="785598" y="459310"/>
                  <a:pt x="784455" y="457405"/>
                  <a:pt x="783788" y="455024"/>
                </a:cubicBezTo>
                <a:cubicBezTo>
                  <a:pt x="783407" y="453691"/>
                  <a:pt x="782836" y="452452"/>
                  <a:pt x="782169" y="450547"/>
                </a:cubicBezTo>
                <a:cubicBezTo>
                  <a:pt x="768644" y="449976"/>
                  <a:pt x="755309" y="450738"/>
                  <a:pt x="741974" y="453214"/>
                </a:cubicBezTo>
                <a:cubicBezTo>
                  <a:pt x="738037" y="453976"/>
                  <a:pt x="733909" y="452262"/>
                  <a:pt x="729591" y="448071"/>
                </a:cubicBezTo>
                <a:cubicBezTo>
                  <a:pt x="735592" y="440927"/>
                  <a:pt x="735878" y="432164"/>
                  <a:pt x="736640" y="423211"/>
                </a:cubicBezTo>
                <a:cubicBezTo>
                  <a:pt x="738545" y="401779"/>
                  <a:pt x="741021" y="380348"/>
                  <a:pt x="743307" y="358917"/>
                </a:cubicBezTo>
                <a:cubicBezTo>
                  <a:pt x="743402" y="357964"/>
                  <a:pt x="743498" y="357012"/>
                  <a:pt x="743593" y="356155"/>
                </a:cubicBezTo>
                <a:cubicBezTo>
                  <a:pt x="743688" y="353488"/>
                  <a:pt x="741307" y="350725"/>
                  <a:pt x="738449" y="350344"/>
                </a:cubicBezTo>
                <a:cubicBezTo>
                  <a:pt x="736640" y="350154"/>
                  <a:pt x="734735" y="349963"/>
                  <a:pt x="732830" y="350154"/>
                </a:cubicBezTo>
                <a:cubicBezTo>
                  <a:pt x="720257" y="351106"/>
                  <a:pt x="707684" y="352249"/>
                  <a:pt x="695111" y="353202"/>
                </a:cubicBezTo>
                <a:cubicBezTo>
                  <a:pt x="687681" y="353773"/>
                  <a:pt x="680156" y="354154"/>
                  <a:pt x="672727" y="354631"/>
                </a:cubicBezTo>
                <a:cubicBezTo>
                  <a:pt x="669107" y="354821"/>
                  <a:pt x="666536" y="352916"/>
                  <a:pt x="664440" y="350249"/>
                </a:cubicBezTo>
                <a:lnTo>
                  <a:pt x="664440" y="350725"/>
                </a:lnTo>
                <a:close/>
                <a:moveTo>
                  <a:pt x="540520" y="343677"/>
                </a:moveTo>
                <a:cubicBezTo>
                  <a:pt x="541949" y="344915"/>
                  <a:pt x="543282" y="346249"/>
                  <a:pt x="544806" y="347296"/>
                </a:cubicBezTo>
                <a:cubicBezTo>
                  <a:pt x="548140" y="349678"/>
                  <a:pt x="549473" y="352821"/>
                  <a:pt x="549854" y="356821"/>
                </a:cubicBezTo>
                <a:cubicBezTo>
                  <a:pt x="553379" y="391778"/>
                  <a:pt x="557189" y="426735"/>
                  <a:pt x="560618" y="461692"/>
                </a:cubicBezTo>
                <a:cubicBezTo>
                  <a:pt x="561761" y="473312"/>
                  <a:pt x="561856" y="485123"/>
                  <a:pt x="562332" y="496839"/>
                </a:cubicBezTo>
                <a:cubicBezTo>
                  <a:pt x="563094" y="517508"/>
                  <a:pt x="563856" y="538082"/>
                  <a:pt x="564428" y="558751"/>
                </a:cubicBezTo>
                <a:cubicBezTo>
                  <a:pt x="564713" y="568657"/>
                  <a:pt x="565952" y="578278"/>
                  <a:pt x="568238" y="587993"/>
                </a:cubicBezTo>
                <a:cubicBezTo>
                  <a:pt x="569476" y="593422"/>
                  <a:pt x="569666" y="599137"/>
                  <a:pt x="569666" y="604662"/>
                </a:cubicBezTo>
                <a:cubicBezTo>
                  <a:pt x="569666" y="606757"/>
                  <a:pt x="568142" y="608948"/>
                  <a:pt x="566809" y="610758"/>
                </a:cubicBezTo>
                <a:cubicBezTo>
                  <a:pt x="566142" y="611615"/>
                  <a:pt x="564237" y="612187"/>
                  <a:pt x="563094" y="611996"/>
                </a:cubicBezTo>
                <a:cubicBezTo>
                  <a:pt x="561951" y="611806"/>
                  <a:pt x="560427" y="610567"/>
                  <a:pt x="559951" y="609424"/>
                </a:cubicBezTo>
                <a:cubicBezTo>
                  <a:pt x="559284" y="607805"/>
                  <a:pt x="559189" y="605805"/>
                  <a:pt x="559094" y="603995"/>
                </a:cubicBezTo>
                <a:cubicBezTo>
                  <a:pt x="557189" y="578754"/>
                  <a:pt x="554426" y="553513"/>
                  <a:pt x="553950" y="528176"/>
                </a:cubicBezTo>
                <a:cubicBezTo>
                  <a:pt x="553474" y="500077"/>
                  <a:pt x="551188" y="471979"/>
                  <a:pt x="549473" y="443975"/>
                </a:cubicBezTo>
                <a:cubicBezTo>
                  <a:pt x="548616" y="429021"/>
                  <a:pt x="546044" y="414257"/>
                  <a:pt x="544806" y="399303"/>
                </a:cubicBezTo>
                <a:cubicBezTo>
                  <a:pt x="543473" y="383872"/>
                  <a:pt x="539377" y="368823"/>
                  <a:pt x="539758" y="353297"/>
                </a:cubicBezTo>
                <a:cubicBezTo>
                  <a:pt x="539758" y="350154"/>
                  <a:pt x="540615" y="346915"/>
                  <a:pt x="540996" y="343772"/>
                </a:cubicBezTo>
                <a:lnTo>
                  <a:pt x="540520" y="343772"/>
                </a:lnTo>
                <a:close/>
                <a:moveTo>
                  <a:pt x="1149739" y="403970"/>
                </a:moveTo>
                <a:cubicBezTo>
                  <a:pt x="1152501" y="404351"/>
                  <a:pt x="1155168" y="404732"/>
                  <a:pt x="1157930" y="405113"/>
                </a:cubicBezTo>
                <a:cubicBezTo>
                  <a:pt x="1161264" y="411781"/>
                  <a:pt x="1160883" y="418829"/>
                  <a:pt x="1160598" y="425878"/>
                </a:cubicBezTo>
                <a:cubicBezTo>
                  <a:pt x="1160121" y="439498"/>
                  <a:pt x="1159454" y="453024"/>
                  <a:pt x="1159264" y="466645"/>
                </a:cubicBezTo>
                <a:cubicBezTo>
                  <a:pt x="1158978" y="480742"/>
                  <a:pt x="1159550" y="494839"/>
                  <a:pt x="1158788" y="508840"/>
                </a:cubicBezTo>
                <a:cubicBezTo>
                  <a:pt x="1157930" y="525223"/>
                  <a:pt x="1158692" y="541606"/>
                  <a:pt x="1157454" y="557989"/>
                </a:cubicBezTo>
                <a:cubicBezTo>
                  <a:pt x="1156692" y="569134"/>
                  <a:pt x="1158502" y="580564"/>
                  <a:pt x="1157930" y="591708"/>
                </a:cubicBezTo>
                <a:cubicBezTo>
                  <a:pt x="1157454" y="599233"/>
                  <a:pt x="1157645" y="606662"/>
                  <a:pt x="1157930" y="614187"/>
                </a:cubicBezTo>
                <a:cubicBezTo>
                  <a:pt x="1157930" y="616092"/>
                  <a:pt x="1158026" y="617902"/>
                  <a:pt x="1158311" y="619807"/>
                </a:cubicBezTo>
                <a:cubicBezTo>
                  <a:pt x="1158883" y="624283"/>
                  <a:pt x="1162979" y="627712"/>
                  <a:pt x="1161550" y="633142"/>
                </a:cubicBezTo>
                <a:cubicBezTo>
                  <a:pt x="1160598" y="637047"/>
                  <a:pt x="1161550" y="641428"/>
                  <a:pt x="1161836" y="645619"/>
                </a:cubicBezTo>
                <a:cubicBezTo>
                  <a:pt x="1162026" y="648858"/>
                  <a:pt x="1160312" y="650858"/>
                  <a:pt x="1157930" y="652573"/>
                </a:cubicBezTo>
                <a:cubicBezTo>
                  <a:pt x="1156597" y="653525"/>
                  <a:pt x="1153644" y="652954"/>
                  <a:pt x="1153073" y="651430"/>
                </a:cubicBezTo>
                <a:cubicBezTo>
                  <a:pt x="1152120" y="648858"/>
                  <a:pt x="1150882" y="646191"/>
                  <a:pt x="1150787" y="643524"/>
                </a:cubicBezTo>
                <a:cubicBezTo>
                  <a:pt x="1150025" y="627617"/>
                  <a:pt x="1147263" y="611901"/>
                  <a:pt x="1148691" y="595804"/>
                </a:cubicBezTo>
                <a:cubicBezTo>
                  <a:pt x="1149739" y="584183"/>
                  <a:pt x="1149453" y="572277"/>
                  <a:pt x="1148405" y="560656"/>
                </a:cubicBezTo>
                <a:cubicBezTo>
                  <a:pt x="1147358" y="549322"/>
                  <a:pt x="1149453" y="538273"/>
                  <a:pt x="1149167" y="527033"/>
                </a:cubicBezTo>
                <a:cubicBezTo>
                  <a:pt x="1148786" y="512555"/>
                  <a:pt x="1149548" y="497982"/>
                  <a:pt x="1149929" y="483504"/>
                </a:cubicBezTo>
                <a:cubicBezTo>
                  <a:pt x="1150311" y="469026"/>
                  <a:pt x="1150501" y="454453"/>
                  <a:pt x="1151263" y="439975"/>
                </a:cubicBezTo>
                <a:cubicBezTo>
                  <a:pt x="1151644" y="431974"/>
                  <a:pt x="1151834" y="424163"/>
                  <a:pt x="1150215" y="416162"/>
                </a:cubicBezTo>
                <a:cubicBezTo>
                  <a:pt x="1149453" y="412257"/>
                  <a:pt x="1148025" y="407971"/>
                  <a:pt x="1150406" y="403970"/>
                </a:cubicBezTo>
                <a:lnTo>
                  <a:pt x="1149929" y="403970"/>
                </a:lnTo>
                <a:close/>
                <a:moveTo>
                  <a:pt x="1328142" y="599328"/>
                </a:moveTo>
                <a:cubicBezTo>
                  <a:pt x="1323666" y="595232"/>
                  <a:pt x="1319284" y="591041"/>
                  <a:pt x="1314712" y="587041"/>
                </a:cubicBezTo>
                <a:cubicBezTo>
                  <a:pt x="1313379" y="585898"/>
                  <a:pt x="1311569" y="585136"/>
                  <a:pt x="1309950" y="584374"/>
                </a:cubicBezTo>
                <a:cubicBezTo>
                  <a:pt x="1308140" y="583421"/>
                  <a:pt x="1306997" y="584945"/>
                  <a:pt x="1306616" y="589041"/>
                </a:cubicBezTo>
                <a:cubicBezTo>
                  <a:pt x="1298900" y="588660"/>
                  <a:pt x="1291280" y="588184"/>
                  <a:pt x="1283565" y="587993"/>
                </a:cubicBezTo>
                <a:cubicBezTo>
                  <a:pt x="1281279" y="587993"/>
                  <a:pt x="1278993" y="588184"/>
                  <a:pt x="1276803" y="588565"/>
                </a:cubicBezTo>
                <a:cubicBezTo>
                  <a:pt x="1267754" y="589993"/>
                  <a:pt x="1260515" y="595613"/>
                  <a:pt x="1253085" y="600090"/>
                </a:cubicBezTo>
                <a:cubicBezTo>
                  <a:pt x="1244703" y="605233"/>
                  <a:pt x="1240798" y="620473"/>
                  <a:pt x="1243275" y="630284"/>
                </a:cubicBezTo>
                <a:cubicBezTo>
                  <a:pt x="1246322" y="642286"/>
                  <a:pt x="1254609" y="649429"/>
                  <a:pt x="1265277" y="653811"/>
                </a:cubicBezTo>
                <a:cubicBezTo>
                  <a:pt x="1275279" y="657907"/>
                  <a:pt x="1285851" y="659621"/>
                  <a:pt x="1296710" y="658478"/>
                </a:cubicBezTo>
                <a:cubicBezTo>
                  <a:pt x="1300520" y="658097"/>
                  <a:pt x="1303949" y="657049"/>
                  <a:pt x="1306616" y="653906"/>
                </a:cubicBezTo>
                <a:cubicBezTo>
                  <a:pt x="1308140" y="652192"/>
                  <a:pt x="1310045" y="650763"/>
                  <a:pt x="1311759" y="649144"/>
                </a:cubicBezTo>
                <a:cubicBezTo>
                  <a:pt x="1320808" y="640952"/>
                  <a:pt x="1326237" y="631141"/>
                  <a:pt x="1326904" y="618664"/>
                </a:cubicBezTo>
                <a:cubicBezTo>
                  <a:pt x="1327095" y="614663"/>
                  <a:pt x="1329095" y="610663"/>
                  <a:pt x="1330333" y="606757"/>
                </a:cubicBezTo>
                <a:cubicBezTo>
                  <a:pt x="1331095" y="609996"/>
                  <a:pt x="1331667" y="613139"/>
                  <a:pt x="1332524" y="616282"/>
                </a:cubicBezTo>
                <a:cubicBezTo>
                  <a:pt x="1335191" y="626569"/>
                  <a:pt x="1332905" y="635713"/>
                  <a:pt x="1326428" y="643810"/>
                </a:cubicBezTo>
                <a:cubicBezTo>
                  <a:pt x="1322332" y="648858"/>
                  <a:pt x="1318522" y="654097"/>
                  <a:pt x="1312807" y="657716"/>
                </a:cubicBezTo>
                <a:cubicBezTo>
                  <a:pt x="1299567" y="666098"/>
                  <a:pt x="1285375" y="665622"/>
                  <a:pt x="1270897" y="663431"/>
                </a:cubicBezTo>
                <a:cubicBezTo>
                  <a:pt x="1267659" y="662955"/>
                  <a:pt x="1264610" y="661526"/>
                  <a:pt x="1261467" y="660859"/>
                </a:cubicBezTo>
                <a:cubicBezTo>
                  <a:pt x="1244703" y="657049"/>
                  <a:pt x="1236797" y="645143"/>
                  <a:pt x="1233464" y="629427"/>
                </a:cubicBezTo>
                <a:cubicBezTo>
                  <a:pt x="1231178" y="618664"/>
                  <a:pt x="1234702" y="609043"/>
                  <a:pt x="1240893" y="600471"/>
                </a:cubicBezTo>
                <a:cubicBezTo>
                  <a:pt x="1244417" y="595613"/>
                  <a:pt x="1248704" y="591041"/>
                  <a:pt x="1253562" y="587422"/>
                </a:cubicBezTo>
                <a:cubicBezTo>
                  <a:pt x="1260610" y="582088"/>
                  <a:pt x="1268516" y="577897"/>
                  <a:pt x="1277660" y="577325"/>
                </a:cubicBezTo>
                <a:cubicBezTo>
                  <a:pt x="1285089" y="576849"/>
                  <a:pt x="1292614" y="576563"/>
                  <a:pt x="1300043" y="577039"/>
                </a:cubicBezTo>
                <a:cubicBezTo>
                  <a:pt x="1310235" y="577706"/>
                  <a:pt x="1318903" y="582183"/>
                  <a:pt x="1325380" y="590089"/>
                </a:cubicBezTo>
                <a:cubicBezTo>
                  <a:pt x="1327285" y="592375"/>
                  <a:pt x="1327285" y="596185"/>
                  <a:pt x="1328142" y="599328"/>
                </a:cubicBezTo>
                <a:moveTo>
                  <a:pt x="888563" y="356250"/>
                </a:moveTo>
                <a:cubicBezTo>
                  <a:pt x="890849" y="362853"/>
                  <a:pt x="891738" y="367870"/>
                  <a:pt x="891230" y="371299"/>
                </a:cubicBezTo>
                <a:cubicBezTo>
                  <a:pt x="890849" y="373585"/>
                  <a:pt x="890754" y="376062"/>
                  <a:pt x="890087" y="378253"/>
                </a:cubicBezTo>
                <a:cubicBezTo>
                  <a:pt x="883991" y="398541"/>
                  <a:pt x="881801" y="419686"/>
                  <a:pt x="876943" y="440165"/>
                </a:cubicBezTo>
                <a:cubicBezTo>
                  <a:pt x="875800" y="445118"/>
                  <a:pt x="875419" y="450357"/>
                  <a:pt x="875038" y="455500"/>
                </a:cubicBezTo>
                <a:cubicBezTo>
                  <a:pt x="873323" y="475598"/>
                  <a:pt x="871323" y="495601"/>
                  <a:pt x="868275" y="515603"/>
                </a:cubicBezTo>
                <a:cubicBezTo>
                  <a:pt x="865989" y="530367"/>
                  <a:pt x="863608" y="545131"/>
                  <a:pt x="862751" y="560180"/>
                </a:cubicBezTo>
                <a:cubicBezTo>
                  <a:pt x="862465" y="565705"/>
                  <a:pt x="861322" y="571229"/>
                  <a:pt x="860655" y="576182"/>
                </a:cubicBezTo>
                <a:cubicBezTo>
                  <a:pt x="858179" y="578754"/>
                  <a:pt x="855797" y="578563"/>
                  <a:pt x="853702" y="577516"/>
                </a:cubicBezTo>
                <a:cubicBezTo>
                  <a:pt x="852559" y="576944"/>
                  <a:pt x="851511" y="575611"/>
                  <a:pt x="851130" y="574468"/>
                </a:cubicBezTo>
                <a:cubicBezTo>
                  <a:pt x="850654" y="573229"/>
                  <a:pt x="850844" y="571705"/>
                  <a:pt x="851130" y="570277"/>
                </a:cubicBezTo>
                <a:cubicBezTo>
                  <a:pt x="853035" y="556370"/>
                  <a:pt x="854845" y="542368"/>
                  <a:pt x="856940" y="528462"/>
                </a:cubicBezTo>
                <a:cubicBezTo>
                  <a:pt x="859036" y="514079"/>
                  <a:pt x="861512" y="499696"/>
                  <a:pt x="863417" y="485314"/>
                </a:cubicBezTo>
                <a:cubicBezTo>
                  <a:pt x="864275" y="478837"/>
                  <a:pt x="863989" y="472169"/>
                  <a:pt x="864656" y="465692"/>
                </a:cubicBezTo>
                <a:cubicBezTo>
                  <a:pt x="867704" y="436260"/>
                  <a:pt x="873323" y="407209"/>
                  <a:pt x="880372" y="378538"/>
                </a:cubicBezTo>
                <a:cubicBezTo>
                  <a:pt x="881801" y="372633"/>
                  <a:pt x="882658" y="366537"/>
                  <a:pt x="885230" y="361012"/>
                </a:cubicBezTo>
                <a:cubicBezTo>
                  <a:pt x="885992" y="359488"/>
                  <a:pt x="887325" y="358155"/>
                  <a:pt x="888659" y="356345"/>
                </a:cubicBezTo>
                <a:moveTo>
                  <a:pt x="664535" y="350249"/>
                </a:moveTo>
                <a:cubicBezTo>
                  <a:pt x="664345" y="351202"/>
                  <a:pt x="664345" y="352249"/>
                  <a:pt x="663869" y="353011"/>
                </a:cubicBezTo>
                <a:cubicBezTo>
                  <a:pt x="658249" y="361108"/>
                  <a:pt x="658344" y="361108"/>
                  <a:pt x="657963" y="368632"/>
                </a:cubicBezTo>
                <a:cubicBezTo>
                  <a:pt x="656915" y="391111"/>
                  <a:pt x="656630" y="413495"/>
                  <a:pt x="656915" y="435974"/>
                </a:cubicBezTo>
                <a:cubicBezTo>
                  <a:pt x="657011" y="448547"/>
                  <a:pt x="655772" y="461215"/>
                  <a:pt x="655201" y="473788"/>
                </a:cubicBezTo>
                <a:cubicBezTo>
                  <a:pt x="655010" y="477027"/>
                  <a:pt x="655106" y="480361"/>
                  <a:pt x="655106" y="483599"/>
                </a:cubicBezTo>
                <a:cubicBezTo>
                  <a:pt x="655106" y="500935"/>
                  <a:pt x="653201" y="518175"/>
                  <a:pt x="651391" y="535320"/>
                </a:cubicBezTo>
                <a:cubicBezTo>
                  <a:pt x="651296" y="536272"/>
                  <a:pt x="651296" y="537225"/>
                  <a:pt x="651105" y="538082"/>
                </a:cubicBezTo>
                <a:cubicBezTo>
                  <a:pt x="647771" y="550369"/>
                  <a:pt x="646533" y="562847"/>
                  <a:pt x="647676" y="575515"/>
                </a:cubicBezTo>
                <a:cubicBezTo>
                  <a:pt x="647771" y="576849"/>
                  <a:pt x="648057" y="578468"/>
                  <a:pt x="647390" y="579611"/>
                </a:cubicBezTo>
                <a:cubicBezTo>
                  <a:pt x="646819" y="580659"/>
                  <a:pt x="645295" y="581611"/>
                  <a:pt x="644152" y="581707"/>
                </a:cubicBezTo>
                <a:cubicBezTo>
                  <a:pt x="643009" y="581802"/>
                  <a:pt x="640913" y="581040"/>
                  <a:pt x="640723" y="580183"/>
                </a:cubicBezTo>
                <a:cubicBezTo>
                  <a:pt x="639961" y="577516"/>
                  <a:pt x="639580" y="574753"/>
                  <a:pt x="639675" y="571991"/>
                </a:cubicBezTo>
                <a:cubicBezTo>
                  <a:pt x="639770" y="564943"/>
                  <a:pt x="640437" y="557989"/>
                  <a:pt x="640342" y="550941"/>
                </a:cubicBezTo>
                <a:cubicBezTo>
                  <a:pt x="640247" y="542940"/>
                  <a:pt x="640342" y="535225"/>
                  <a:pt x="641961" y="527224"/>
                </a:cubicBezTo>
                <a:cubicBezTo>
                  <a:pt x="643580" y="519127"/>
                  <a:pt x="642723" y="510460"/>
                  <a:pt x="643009" y="502078"/>
                </a:cubicBezTo>
                <a:cubicBezTo>
                  <a:pt x="643009" y="499792"/>
                  <a:pt x="642723" y="497125"/>
                  <a:pt x="643676" y="495315"/>
                </a:cubicBezTo>
                <a:cubicBezTo>
                  <a:pt x="646343" y="490552"/>
                  <a:pt x="646629" y="485504"/>
                  <a:pt x="646819" y="480361"/>
                </a:cubicBezTo>
                <a:cubicBezTo>
                  <a:pt x="647105" y="472836"/>
                  <a:pt x="647486" y="465406"/>
                  <a:pt x="647676" y="457882"/>
                </a:cubicBezTo>
                <a:cubicBezTo>
                  <a:pt x="648248" y="434450"/>
                  <a:pt x="648724" y="411019"/>
                  <a:pt x="649295" y="387682"/>
                </a:cubicBezTo>
                <a:cubicBezTo>
                  <a:pt x="649391" y="383968"/>
                  <a:pt x="649677" y="380158"/>
                  <a:pt x="650629" y="376538"/>
                </a:cubicBezTo>
                <a:cubicBezTo>
                  <a:pt x="652343" y="369775"/>
                  <a:pt x="654439" y="363394"/>
                  <a:pt x="652248" y="356059"/>
                </a:cubicBezTo>
                <a:cubicBezTo>
                  <a:pt x="650915" y="351392"/>
                  <a:pt x="654058" y="348249"/>
                  <a:pt x="659106" y="347296"/>
                </a:cubicBezTo>
                <a:cubicBezTo>
                  <a:pt x="661773" y="346725"/>
                  <a:pt x="663488" y="348344"/>
                  <a:pt x="664726" y="350440"/>
                </a:cubicBezTo>
                <a:lnTo>
                  <a:pt x="664726" y="349963"/>
                </a:lnTo>
                <a:close/>
                <a:moveTo>
                  <a:pt x="788837" y="602281"/>
                </a:moveTo>
                <a:cubicBezTo>
                  <a:pt x="784265" y="604471"/>
                  <a:pt x="783693" y="613234"/>
                  <a:pt x="775216" y="610091"/>
                </a:cubicBezTo>
                <a:cubicBezTo>
                  <a:pt x="774930" y="603900"/>
                  <a:pt x="773502" y="597709"/>
                  <a:pt x="774644" y="591041"/>
                </a:cubicBezTo>
                <a:cubicBezTo>
                  <a:pt x="776359" y="581802"/>
                  <a:pt x="777502" y="572563"/>
                  <a:pt x="778740" y="563228"/>
                </a:cubicBezTo>
                <a:cubicBezTo>
                  <a:pt x="779502" y="557799"/>
                  <a:pt x="779883" y="552274"/>
                  <a:pt x="780550" y="545988"/>
                </a:cubicBezTo>
                <a:cubicBezTo>
                  <a:pt x="765310" y="546655"/>
                  <a:pt x="750927" y="546369"/>
                  <a:pt x="736544" y="549036"/>
                </a:cubicBezTo>
                <a:cubicBezTo>
                  <a:pt x="730925" y="550084"/>
                  <a:pt x="726162" y="552084"/>
                  <a:pt x="721781" y="555608"/>
                </a:cubicBezTo>
                <a:cubicBezTo>
                  <a:pt x="717113" y="550084"/>
                  <a:pt x="713018" y="544559"/>
                  <a:pt x="716256" y="536844"/>
                </a:cubicBezTo>
                <a:cubicBezTo>
                  <a:pt x="719209" y="534558"/>
                  <a:pt x="721495" y="537225"/>
                  <a:pt x="723876" y="538082"/>
                </a:cubicBezTo>
                <a:cubicBezTo>
                  <a:pt x="728353" y="539797"/>
                  <a:pt x="732639" y="540178"/>
                  <a:pt x="737497" y="539606"/>
                </a:cubicBezTo>
                <a:cubicBezTo>
                  <a:pt x="745307" y="538654"/>
                  <a:pt x="753308" y="538654"/>
                  <a:pt x="761214" y="538368"/>
                </a:cubicBezTo>
                <a:cubicBezTo>
                  <a:pt x="768644" y="538082"/>
                  <a:pt x="776168" y="538654"/>
                  <a:pt x="783503" y="536558"/>
                </a:cubicBezTo>
                <a:cubicBezTo>
                  <a:pt x="787408" y="535415"/>
                  <a:pt x="790932" y="536177"/>
                  <a:pt x="793313" y="539797"/>
                </a:cubicBezTo>
                <a:cubicBezTo>
                  <a:pt x="786170" y="572086"/>
                  <a:pt x="785408" y="578754"/>
                  <a:pt x="787694" y="590851"/>
                </a:cubicBezTo>
                <a:cubicBezTo>
                  <a:pt x="793599" y="590279"/>
                  <a:pt x="799505" y="589517"/>
                  <a:pt x="805505" y="589041"/>
                </a:cubicBezTo>
                <a:cubicBezTo>
                  <a:pt x="811125" y="588565"/>
                  <a:pt x="816650" y="588184"/>
                  <a:pt x="822269" y="588184"/>
                </a:cubicBezTo>
                <a:cubicBezTo>
                  <a:pt x="825413" y="588184"/>
                  <a:pt x="828651" y="588850"/>
                  <a:pt x="831699" y="589803"/>
                </a:cubicBezTo>
                <a:cubicBezTo>
                  <a:pt x="832556" y="590089"/>
                  <a:pt x="833604" y="591994"/>
                  <a:pt x="833509" y="593137"/>
                </a:cubicBezTo>
                <a:cubicBezTo>
                  <a:pt x="833509" y="594280"/>
                  <a:pt x="832366" y="595804"/>
                  <a:pt x="831318" y="596280"/>
                </a:cubicBezTo>
                <a:cubicBezTo>
                  <a:pt x="829699" y="597042"/>
                  <a:pt x="827604" y="597518"/>
                  <a:pt x="825889" y="597232"/>
                </a:cubicBezTo>
                <a:cubicBezTo>
                  <a:pt x="818745" y="595804"/>
                  <a:pt x="811982" y="597518"/>
                  <a:pt x="805220" y="599233"/>
                </a:cubicBezTo>
                <a:cubicBezTo>
                  <a:pt x="799790" y="600566"/>
                  <a:pt x="794266" y="601328"/>
                  <a:pt x="788741" y="602281"/>
                </a:cubicBezTo>
                <a:moveTo>
                  <a:pt x="345448" y="332152"/>
                </a:moveTo>
                <a:cubicBezTo>
                  <a:pt x="347448" y="331104"/>
                  <a:pt x="349353" y="329389"/>
                  <a:pt x="351544" y="329008"/>
                </a:cubicBezTo>
                <a:cubicBezTo>
                  <a:pt x="355640" y="328246"/>
                  <a:pt x="359926" y="327865"/>
                  <a:pt x="364117" y="327961"/>
                </a:cubicBezTo>
                <a:cubicBezTo>
                  <a:pt x="395359" y="328913"/>
                  <a:pt x="426696" y="326246"/>
                  <a:pt x="457938" y="329675"/>
                </a:cubicBezTo>
                <a:cubicBezTo>
                  <a:pt x="466701" y="330628"/>
                  <a:pt x="475655" y="330532"/>
                  <a:pt x="484608" y="330723"/>
                </a:cubicBezTo>
                <a:cubicBezTo>
                  <a:pt x="494990" y="331009"/>
                  <a:pt x="505087" y="332533"/>
                  <a:pt x="514898" y="336819"/>
                </a:cubicBezTo>
                <a:cubicBezTo>
                  <a:pt x="515279" y="337962"/>
                  <a:pt x="516231" y="339295"/>
                  <a:pt x="516136" y="340534"/>
                </a:cubicBezTo>
                <a:cubicBezTo>
                  <a:pt x="515945" y="342724"/>
                  <a:pt x="515850" y="345677"/>
                  <a:pt x="514517" y="346915"/>
                </a:cubicBezTo>
                <a:cubicBezTo>
                  <a:pt x="512231" y="348916"/>
                  <a:pt x="508992" y="348154"/>
                  <a:pt x="506897" y="345963"/>
                </a:cubicBezTo>
                <a:cubicBezTo>
                  <a:pt x="501944" y="340629"/>
                  <a:pt x="495371" y="339867"/>
                  <a:pt x="488894" y="339581"/>
                </a:cubicBezTo>
                <a:cubicBezTo>
                  <a:pt x="465558" y="338629"/>
                  <a:pt x="442222" y="337581"/>
                  <a:pt x="418886" y="337295"/>
                </a:cubicBezTo>
                <a:cubicBezTo>
                  <a:pt x="398788" y="337009"/>
                  <a:pt x="378690" y="337390"/>
                  <a:pt x="358592" y="337962"/>
                </a:cubicBezTo>
                <a:cubicBezTo>
                  <a:pt x="352782" y="338152"/>
                  <a:pt x="348686" y="336152"/>
                  <a:pt x="345448" y="331580"/>
                </a:cubicBezTo>
                <a:lnTo>
                  <a:pt x="345448" y="332152"/>
                </a:lnTo>
                <a:close/>
                <a:moveTo>
                  <a:pt x="459938" y="512555"/>
                </a:moveTo>
                <a:cubicBezTo>
                  <a:pt x="447746" y="512841"/>
                  <a:pt x="437078" y="513031"/>
                  <a:pt x="426410" y="513508"/>
                </a:cubicBezTo>
                <a:cubicBezTo>
                  <a:pt x="416123" y="513984"/>
                  <a:pt x="405932" y="514841"/>
                  <a:pt x="395073" y="515508"/>
                </a:cubicBezTo>
                <a:cubicBezTo>
                  <a:pt x="393644" y="514174"/>
                  <a:pt x="394502" y="513222"/>
                  <a:pt x="396788" y="512650"/>
                </a:cubicBezTo>
                <a:cubicBezTo>
                  <a:pt x="400312" y="511793"/>
                  <a:pt x="399550" y="508174"/>
                  <a:pt x="401550" y="505411"/>
                </a:cubicBezTo>
                <a:cubicBezTo>
                  <a:pt x="410789" y="505221"/>
                  <a:pt x="420505" y="504935"/>
                  <a:pt x="430220" y="504745"/>
                </a:cubicBezTo>
                <a:cubicBezTo>
                  <a:pt x="434888" y="504745"/>
                  <a:pt x="439555" y="504745"/>
                  <a:pt x="444222" y="504649"/>
                </a:cubicBezTo>
                <a:cubicBezTo>
                  <a:pt x="451747" y="504554"/>
                  <a:pt x="458986" y="503411"/>
                  <a:pt x="466034" y="500458"/>
                </a:cubicBezTo>
                <a:cubicBezTo>
                  <a:pt x="470702" y="498553"/>
                  <a:pt x="475845" y="497982"/>
                  <a:pt x="480893" y="497125"/>
                </a:cubicBezTo>
                <a:cubicBezTo>
                  <a:pt x="481751" y="496934"/>
                  <a:pt x="483560" y="498363"/>
                  <a:pt x="483846" y="499411"/>
                </a:cubicBezTo>
                <a:cubicBezTo>
                  <a:pt x="484132" y="500458"/>
                  <a:pt x="483179" y="502649"/>
                  <a:pt x="482417" y="502840"/>
                </a:cubicBezTo>
                <a:cubicBezTo>
                  <a:pt x="471559" y="506269"/>
                  <a:pt x="470606" y="514746"/>
                  <a:pt x="471083" y="524080"/>
                </a:cubicBezTo>
                <a:cubicBezTo>
                  <a:pt x="471273" y="528271"/>
                  <a:pt x="471368" y="532558"/>
                  <a:pt x="471464" y="536749"/>
                </a:cubicBezTo>
                <a:cubicBezTo>
                  <a:pt x="471654" y="548941"/>
                  <a:pt x="471749" y="561133"/>
                  <a:pt x="471845" y="573229"/>
                </a:cubicBezTo>
                <a:cubicBezTo>
                  <a:pt x="471845" y="575039"/>
                  <a:pt x="471273" y="576944"/>
                  <a:pt x="470416" y="578563"/>
                </a:cubicBezTo>
                <a:cubicBezTo>
                  <a:pt x="469844" y="579611"/>
                  <a:pt x="468320" y="580564"/>
                  <a:pt x="467177" y="580659"/>
                </a:cubicBezTo>
                <a:cubicBezTo>
                  <a:pt x="466034" y="580659"/>
                  <a:pt x="464510" y="579897"/>
                  <a:pt x="463653" y="579040"/>
                </a:cubicBezTo>
                <a:cubicBezTo>
                  <a:pt x="460891" y="575992"/>
                  <a:pt x="460700" y="572086"/>
                  <a:pt x="461462" y="568372"/>
                </a:cubicBezTo>
                <a:cubicBezTo>
                  <a:pt x="463653" y="558561"/>
                  <a:pt x="462605" y="548941"/>
                  <a:pt x="461177" y="539130"/>
                </a:cubicBezTo>
                <a:cubicBezTo>
                  <a:pt x="459938" y="530843"/>
                  <a:pt x="460319" y="522366"/>
                  <a:pt x="459843" y="512650"/>
                </a:cubicBezTo>
                <a:moveTo>
                  <a:pt x="1001911" y="382539"/>
                </a:moveTo>
                <a:cubicBezTo>
                  <a:pt x="1011531" y="380253"/>
                  <a:pt x="1021437" y="380443"/>
                  <a:pt x="1031153" y="380920"/>
                </a:cubicBezTo>
                <a:cubicBezTo>
                  <a:pt x="1053536" y="381967"/>
                  <a:pt x="1075825" y="383777"/>
                  <a:pt x="1098113" y="386539"/>
                </a:cubicBezTo>
                <a:cubicBezTo>
                  <a:pt x="1113354" y="388444"/>
                  <a:pt x="1128879" y="389016"/>
                  <a:pt x="1144215" y="389778"/>
                </a:cubicBezTo>
                <a:cubicBezTo>
                  <a:pt x="1148786" y="390064"/>
                  <a:pt x="1153454" y="388921"/>
                  <a:pt x="1158121" y="388635"/>
                </a:cubicBezTo>
                <a:cubicBezTo>
                  <a:pt x="1159836" y="388635"/>
                  <a:pt x="1161836" y="388921"/>
                  <a:pt x="1163455" y="389778"/>
                </a:cubicBezTo>
                <a:cubicBezTo>
                  <a:pt x="1164407" y="390254"/>
                  <a:pt x="1165074" y="391873"/>
                  <a:pt x="1165360" y="393112"/>
                </a:cubicBezTo>
                <a:cubicBezTo>
                  <a:pt x="1165550" y="393778"/>
                  <a:pt x="1164884" y="395207"/>
                  <a:pt x="1164312" y="395493"/>
                </a:cubicBezTo>
                <a:cubicBezTo>
                  <a:pt x="1160407" y="397017"/>
                  <a:pt x="1156311" y="398065"/>
                  <a:pt x="1152596" y="399779"/>
                </a:cubicBezTo>
                <a:cubicBezTo>
                  <a:pt x="1151263" y="400446"/>
                  <a:pt x="1150596" y="402637"/>
                  <a:pt x="1149644" y="404161"/>
                </a:cubicBezTo>
                <a:lnTo>
                  <a:pt x="1150120" y="404161"/>
                </a:lnTo>
                <a:cubicBezTo>
                  <a:pt x="1146786" y="399684"/>
                  <a:pt x="1142976" y="397303"/>
                  <a:pt x="1136880" y="398636"/>
                </a:cubicBezTo>
                <a:cubicBezTo>
                  <a:pt x="1133356" y="399398"/>
                  <a:pt x="1129451" y="398636"/>
                  <a:pt x="1125736" y="398255"/>
                </a:cubicBezTo>
                <a:cubicBezTo>
                  <a:pt x="1105352" y="396160"/>
                  <a:pt x="1084969" y="393778"/>
                  <a:pt x="1064490" y="391969"/>
                </a:cubicBezTo>
                <a:cubicBezTo>
                  <a:pt x="1046393" y="390349"/>
                  <a:pt x="1028200" y="388635"/>
                  <a:pt x="1010007" y="389206"/>
                </a:cubicBezTo>
                <a:cubicBezTo>
                  <a:pt x="1008197" y="389206"/>
                  <a:pt x="1006388" y="388825"/>
                  <a:pt x="1004387" y="388635"/>
                </a:cubicBezTo>
                <a:cubicBezTo>
                  <a:pt x="1003435" y="386254"/>
                  <a:pt x="1002578" y="384158"/>
                  <a:pt x="1001720" y="381967"/>
                </a:cubicBezTo>
                <a:lnTo>
                  <a:pt x="1001720" y="382539"/>
                </a:lnTo>
                <a:close/>
                <a:moveTo>
                  <a:pt x="1041630" y="490171"/>
                </a:moveTo>
                <a:cubicBezTo>
                  <a:pt x="1045535" y="490171"/>
                  <a:pt x="1048774" y="489981"/>
                  <a:pt x="1052013" y="490171"/>
                </a:cubicBezTo>
                <a:cubicBezTo>
                  <a:pt x="1055251" y="490457"/>
                  <a:pt x="1058490" y="490838"/>
                  <a:pt x="1061633" y="491600"/>
                </a:cubicBezTo>
                <a:cubicBezTo>
                  <a:pt x="1074682" y="494839"/>
                  <a:pt x="1075539" y="491029"/>
                  <a:pt x="1078206" y="481313"/>
                </a:cubicBezTo>
                <a:cubicBezTo>
                  <a:pt x="1078587" y="479980"/>
                  <a:pt x="1078778" y="478551"/>
                  <a:pt x="1078968" y="477503"/>
                </a:cubicBezTo>
                <a:cubicBezTo>
                  <a:pt x="1071539" y="473979"/>
                  <a:pt x="1066205" y="469693"/>
                  <a:pt x="1063442" y="462835"/>
                </a:cubicBezTo>
                <a:cubicBezTo>
                  <a:pt x="1063157" y="461977"/>
                  <a:pt x="1062585" y="461120"/>
                  <a:pt x="1061823" y="460549"/>
                </a:cubicBezTo>
                <a:cubicBezTo>
                  <a:pt x="1060299" y="459310"/>
                  <a:pt x="1058299" y="458834"/>
                  <a:pt x="1056775" y="460168"/>
                </a:cubicBezTo>
                <a:cubicBezTo>
                  <a:pt x="1055061" y="461596"/>
                  <a:pt x="1053346" y="463406"/>
                  <a:pt x="1052298" y="465311"/>
                </a:cubicBezTo>
                <a:cubicBezTo>
                  <a:pt x="1048584" y="472264"/>
                  <a:pt x="1045059" y="479313"/>
                  <a:pt x="1041630" y="486361"/>
                </a:cubicBezTo>
                <a:cubicBezTo>
                  <a:pt x="1041249" y="487123"/>
                  <a:pt x="1041630" y="488171"/>
                  <a:pt x="1041630" y="490076"/>
                </a:cubicBezTo>
                <a:moveTo>
                  <a:pt x="1058680" y="439022"/>
                </a:moveTo>
                <a:cubicBezTo>
                  <a:pt x="1059918" y="441403"/>
                  <a:pt x="1061157" y="443213"/>
                  <a:pt x="1061823" y="445309"/>
                </a:cubicBezTo>
                <a:cubicBezTo>
                  <a:pt x="1064871" y="454453"/>
                  <a:pt x="1069634" y="462263"/>
                  <a:pt x="1078397" y="466930"/>
                </a:cubicBezTo>
                <a:cubicBezTo>
                  <a:pt x="1081540" y="468645"/>
                  <a:pt x="1083159" y="471312"/>
                  <a:pt x="1084398" y="474360"/>
                </a:cubicBezTo>
                <a:cubicBezTo>
                  <a:pt x="1084969" y="475979"/>
                  <a:pt x="1085255" y="478551"/>
                  <a:pt x="1084398" y="479599"/>
                </a:cubicBezTo>
                <a:cubicBezTo>
                  <a:pt x="1081540" y="482837"/>
                  <a:pt x="1081635" y="486076"/>
                  <a:pt x="1082683" y="489981"/>
                </a:cubicBezTo>
                <a:cubicBezTo>
                  <a:pt x="1083254" y="492076"/>
                  <a:pt x="1082873" y="494648"/>
                  <a:pt x="1082492" y="496839"/>
                </a:cubicBezTo>
                <a:cubicBezTo>
                  <a:pt x="1081921" y="500173"/>
                  <a:pt x="1078778" y="502744"/>
                  <a:pt x="1075539" y="502554"/>
                </a:cubicBezTo>
                <a:cubicBezTo>
                  <a:pt x="1073729" y="502554"/>
                  <a:pt x="1071825" y="502268"/>
                  <a:pt x="1070015" y="501887"/>
                </a:cubicBezTo>
                <a:cubicBezTo>
                  <a:pt x="1059061" y="499696"/>
                  <a:pt x="1048012" y="497982"/>
                  <a:pt x="1036772" y="498744"/>
                </a:cubicBezTo>
                <a:cubicBezTo>
                  <a:pt x="1035820" y="498744"/>
                  <a:pt x="1034963" y="498553"/>
                  <a:pt x="1034010" y="498363"/>
                </a:cubicBezTo>
                <a:cubicBezTo>
                  <a:pt x="1030962" y="497791"/>
                  <a:pt x="1028486" y="493600"/>
                  <a:pt x="1029914" y="490648"/>
                </a:cubicBezTo>
                <a:cubicBezTo>
                  <a:pt x="1032962" y="484361"/>
                  <a:pt x="1035820" y="477979"/>
                  <a:pt x="1039630" y="472074"/>
                </a:cubicBezTo>
                <a:cubicBezTo>
                  <a:pt x="1044011" y="465311"/>
                  <a:pt x="1047345" y="458263"/>
                  <a:pt x="1048869" y="450357"/>
                </a:cubicBezTo>
                <a:cubicBezTo>
                  <a:pt x="1049917" y="444832"/>
                  <a:pt x="1053155" y="441403"/>
                  <a:pt x="1058775" y="438832"/>
                </a:cubicBezTo>
                <a:moveTo>
                  <a:pt x="454890" y="434641"/>
                </a:moveTo>
                <a:cubicBezTo>
                  <a:pt x="453652" y="435784"/>
                  <a:pt x="452318" y="437022"/>
                  <a:pt x="450985" y="438355"/>
                </a:cubicBezTo>
                <a:cubicBezTo>
                  <a:pt x="451652" y="442451"/>
                  <a:pt x="456414" y="444547"/>
                  <a:pt x="456128" y="449404"/>
                </a:cubicBezTo>
                <a:cubicBezTo>
                  <a:pt x="455938" y="453595"/>
                  <a:pt x="456414" y="457786"/>
                  <a:pt x="453461" y="462073"/>
                </a:cubicBezTo>
                <a:cubicBezTo>
                  <a:pt x="451937" y="461882"/>
                  <a:pt x="449747" y="462358"/>
                  <a:pt x="448508" y="461406"/>
                </a:cubicBezTo>
                <a:cubicBezTo>
                  <a:pt x="441841" y="456739"/>
                  <a:pt x="434507" y="456834"/>
                  <a:pt x="426982" y="457501"/>
                </a:cubicBezTo>
                <a:cubicBezTo>
                  <a:pt x="420505" y="458072"/>
                  <a:pt x="413933" y="458453"/>
                  <a:pt x="407456" y="458167"/>
                </a:cubicBezTo>
                <a:cubicBezTo>
                  <a:pt x="399645" y="457977"/>
                  <a:pt x="395645" y="452548"/>
                  <a:pt x="397073" y="444928"/>
                </a:cubicBezTo>
                <a:cubicBezTo>
                  <a:pt x="397550" y="442642"/>
                  <a:pt x="397931" y="440260"/>
                  <a:pt x="398978" y="438165"/>
                </a:cubicBezTo>
                <a:cubicBezTo>
                  <a:pt x="404217" y="427687"/>
                  <a:pt x="409075" y="417115"/>
                  <a:pt x="411932" y="405685"/>
                </a:cubicBezTo>
                <a:cubicBezTo>
                  <a:pt x="412218" y="404351"/>
                  <a:pt x="414599" y="402922"/>
                  <a:pt x="416123" y="402637"/>
                </a:cubicBezTo>
                <a:cubicBezTo>
                  <a:pt x="418790" y="402160"/>
                  <a:pt x="421838" y="402541"/>
                  <a:pt x="423648" y="405018"/>
                </a:cubicBezTo>
                <a:cubicBezTo>
                  <a:pt x="424029" y="405589"/>
                  <a:pt x="423934" y="407113"/>
                  <a:pt x="423458" y="407494"/>
                </a:cubicBezTo>
                <a:cubicBezTo>
                  <a:pt x="421362" y="409209"/>
                  <a:pt x="418981" y="410733"/>
                  <a:pt x="416314" y="412638"/>
                </a:cubicBezTo>
                <a:cubicBezTo>
                  <a:pt x="414885" y="418162"/>
                  <a:pt x="416885" y="424544"/>
                  <a:pt x="413552" y="430069"/>
                </a:cubicBezTo>
                <a:cubicBezTo>
                  <a:pt x="410504" y="435307"/>
                  <a:pt x="407741" y="440641"/>
                  <a:pt x="404408" y="446833"/>
                </a:cubicBezTo>
                <a:cubicBezTo>
                  <a:pt x="418409" y="449690"/>
                  <a:pt x="431554" y="448452"/>
                  <a:pt x="444698" y="447976"/>
                </a:cubicBezTo>
                <a:cubicBezTo>
                  <a:pt x="447937" y="439879"/>
                  <a:pt x="448032" y="431974"/>
                  <a:pt x="447746" y="423973"/>
                </a:cubicBezTo>
                <a:cubicBezTo>
                  <a:pt x="447461" y="417972"/>
                  <a:pt x="446127" y="411876"/>
                  <a:pt x="450985" y="406637"/>
                </a:cubicBezTo>
                <a:cubicBezTo>
                  <a:pt x="451937" y="405589"/>
                  <a:pt x="451366" y="403113"/>
                  <a:pt x="451556" y="401208"/>
                </a:cubicBezTo>
                <a:cubicBezTo>
                  <a:pt x="454223" y="401113"/>
                  <a:pt x="454604" y="403303"/>
                  <a:pt x="454700" y="405018"/>
                </a:cubicBezTo>
                <a:cubicBezTo>
                  <a:pt x="455081" y="410161"/>
                  <a:pt x="455176" y="415305"/>
                  <a:pt x="455176" y="420448"/>
                </a:cubicBezTo>
                <a:cubicBezTo>
                  <a:pt x="455176" y="425116"/>
                  <a:pt x="455081" y="429688"/>
                  <a:pt x="454985" y="434450"/>
                </a:cubicBezTo>
                <a:moveTo>
                  <a:pt x="392597" y="525795"/>
                </a:moveTo>
                <a:cubicBezTo>
                  <a:pt x="387167" y="529700"/>
                  <a:pt x="384500" y="534177"/>
                  <a:pt x="384215" y="540273"/>
                </a:cubicBezTo>
                <a:cubicBezTo>
                  <a:pt x="384024" y="543797"/>
                  <a:pt x="381929" y="547321"/>
                  <a:pt x="380500" y="550750"/>
                </a:cubicBezTo>
                <a:cubicBezTo>
                  <a:pt x="378023" y="556846"/>
                  <a:pt x="376309" y="563038"/>
                  <a:pt x="378309" y="569419"/>
                </a:cubicBezTo>
                <a:cubicBezTo>
                  <a:pt x="373547" y="574563"/>
                  <a:pt x="369260" y="579325"/>
                  <a:pt x="365069" y="583897"/>
                </a:cubicBezTo>
                <a:cubicBezTo>
                  <a:pt x="359354" y="583231"/>
                  <a:pt x="357830" y="577801"/>
                  <a:pt x="353354" y="576658"/>
                </a:cubicBezTo>
                <a:cubicBezTo>
                  <a:pt x="354782" y="572848"/>
                  <a:pt x="357735" y="574658"/>
                  <a:pt x="359354" y="573420"/>
                </a:cubicBezTo>
                <a:cubicBezTo>
                  <a:pt x="360783" y="572372"/>
                  <a:pt x="363164" y="570467"/>
                  <a:pt x="362974" y="569610"/>
                </a:cubicBezTo>
                <a:cubicBezTo>
                  <a:pt x="360878" y="562561"/>
                  <a:pt x="367260" y="558656"/>
                  <a:pt x="368594" y="552941"/>
                </a:cubicBezTo>
                <a:cubicBezTo>
                  <a:pt x="369832" y="547607"/>
                  <a:pt x="372785" y="542559"/>
                  <a:pt x="374594" y="537320"/>
                </a:cubicBezTo>
                <a:cubicBezTo>
                  <a:pt x="378404" y="526843"/>
                  <a:pt x="382786" y="516460"/>
                  <a:pt x="379643" y="504745"/>
                </a:cubicBezTo>
                <a:cubicBezTo>
                  <a:pt x="378881" y="501792"/>
                  <a:pt x="379547" y="498268"/>
                  <a:pt x="380024" y="495124"/>
                </a:cubicBezTo>
                <a:cubicBezTo>
                  <a:pt x="380500" y="492362"/>
                  <a:pt x="383643" y="490362"/>
                  <a:pt x="386215" y="490457"/>
                </a:cubicBezTo>
                <a:cubicBezTo>
                  <a:pt x="389453" y="490648"/>
                  <a:pt x="392311" y="493505"/>
                  <a:pt x="392216" y="496934"/>
                </a:cubicBezTo>
                <a:cubicBezTo>
                  <a:pt x="392120" y="501125"/>
                  <a:pt x="392216" y="505507"/>
                  <a:pt x="391168" y="509507"/>
                </a:cubicBezTo>
                <a:cubicBezTo>
                  <a:pt x="389739" y="514746"/>
                  <a:pt x="390406" y="519604"/>
                  <a:pt x="392597" y="525890"/>
                </a:cubicBezTo>
                <a:moveTo>
                  <a:pt x="546044" y="595994"/>
                </a:moveTo>
                <a:cubicBezTo>
                  <a:pt x="542901" y="599518"/>
                  <a:pt x="538520" y="600852"/>
                  <a:pt x="534519" y="599328"/>
                </a:cubicBezTo>
                <a:cubicBezTo>
                  <a:pt x="520898" y="594184"/>
                  <a:pt x="507087" y="595804"/>
                  <a:pt x="493085" y="596089"/>
                </a:cubicBezTo>
                <a:cubicBezTo>
                  <a:pt x="485846" y="596185"/>
                  <a:pt x="478226" y="598756"/>
                  <a:pt x="471273" y="593613"/>
                </a:cubicBezTo>
                <a:cubicBezTo>
                  <a:pt x="470035" y="592756"/>
                  <a:pt x="466892" y="594184"/>
                  <a:pt x="464796" y="594756"/>
                </a:cubicBezTo>
                <a:cubicBezTo>
                  <a:pt x="460986" y="595804"/>
                  <a:pt x="457271" y="595994"/>
                  <a:pt x="454128" y="593327"/>
                </a:cubicBezTo>
                <a:cubicBezTo>
                  <a:pt x="452890" y="592279"/>
                  <a:pt x="452033" y="590279"/>
                  <a:pt x="451842" y="588660"/>
                </a:cubicBezTo>
                <a:cubicBezTo>
                  <a:pt x="451747" y="587707"/>
                  <a:pt x="453080" y="586183"/>
                  <a:pt x="454128" y="585517"/>
                </a:cubicBezTo>
                <a:cubicBezTo>
                  <a:pt x="456986" y="583707"/>
                  <a:pt x="460415" y="582659"/>
                  <a:pt x="463463" y="583993"/>
                </a:cubicBezTo>
                <a:cubicBezTo>
                  <a:pt x="472416" y="587993"/>
                  <a:pt x="481751" y="586469"/>
                  <a:pt x="491085" y="586279"/>
                </a:cubicBezTo>
                <a:cubicBezTo>
                  <a:pt x="498991" y="586088"/>
                  <a:pt x="506897" y="585326"/>
                  <a:pt x="514898" y="585136"/>
                </a:cubicBezTo>
                <a:cubicBezTo>
                  <a:pt x="524804" y="584755"/>
                  <a:pt x="534329" y="586755"/>
                  <a:pt x="543854" y="589136"/>
                </a:cubicBezTo>
                <a:cubicBezTo>
                  <a:pt x="546521" y="589803"/>
                  <a:pt x="547759" y="594089"/>
                  <a:pt x="545949" y="595994"/>
                </a:cubicBezTo>
                <a:moveTo>
                  <a:pt x="662630" y="598090"/>
                </a:moveTo>
                <a:cubicBezTo>
                  <a:pt x="663297" y="597518"/>
                  <a:pt x="663964" y="596470"/>
                  <a:pt x="664726" y="596280"/>
                </a:cubicBezTo>
                <a:cubicBezTo>
                  <a:pt x="676061" y="593803"/>
                  <a:pt x="687205" y="590089"/>
                  <a:pt x="699111" y="590565"/>
                </a:cubicBezTo>
                <a:cubicBezTo>
                  <a:pt x="704636" y="590851"/>
                  <a:pt x="710255" y="590565"/>
                  <a:pt x="715208" y="589612"/>
                </a:cubicBezTo>
                <a:cubicBezTo>
                  <a:pt x="719114" y="586469"/>
                  <a:pt x="718828" y="582564"/>
                  <a:pt x="719114" y="578849"/>
                </a:cubicBezTo>
                <a:cubicBezTo>
                  <a:pt x="719399" y="575134"/>
                  <a:pt x="719114" y="571324"/>
                  <a:pt x="719590" y="567610"/>
                </a:cubicBezTo>
                <a:cubicBezTo>
                  <a:pt x="719780" y="565895"/>
                  <a:pt x="720638" y="563990"/>
                  <a:pt x="721781" y="562561"/>
                </a:cubicBezTo>
                <a:cubicBezTo>
                  <a:pt x="722447" y="561704"/>
                  <a:pt x="724162" y="561323"/>
                  <a:pt x="725495" y="561323"/>
                </a:cubicBezTo>
                <a:cubicBezTo>
                  <a:pt x="726067" y="561323"/>
                  <a:pt x="727115" y="562466"/>
                  <a:pt x="727305" y="563133"/>
                </a:cubicBezTo>
                <a:cubicBezTo>
                  <a:pt x="727877" y="565895"/>
                  <a:pt x="728258" y="568657"/>
                  <a:pt x="728353" y="571515"/>
                </a:cubicBezTo>
                <a:cubicBezTo>
                  <a:pt x="728734" y="579897"/>
                  <a:pt x="729020" y="588374"/>
                  <a:pt x="729305" y="596756"/>
                </a:cubicBezTo>
                <a:cubicBezTo>
                  <a:pt x="729401" y="600280"/>
                  <a:pt x="726448" y="602947"/>
                  <a:pt x="722924" y="602376"/>
                </a:cubicBezTo>
                <a:cubicBezTo>
                  <a:pt x="721971" y="602281"/>
                  <a:pt x="721019" y="602281"/>
                  <a:pt x="720161" y="601900"/>
                </a:cubicBezTo>
                <a:cubicBezTo>
                  <a:pt x="712637" y="598090"/>
                  <a:pt x="704731" y="599137"/>
                  <a:pt x="696825" y="600280"/>
                </a:cubicBezTo>
                <a:cubicBezTo>
                  <a:pt x="690348" y="601233"/>
                  <a:pt x="683681" y="601328"/>
                  <a:pt x="677394" y="602852"/>
                </a:cubicBezTo>
                <a:cubicBezTo>
                  <a:pt x="670917" y="604376"/>
                  <a:pt x="666536" y="602281"/>
                  <a:pt x="662726" y="597518"/>
                </a:cubicBezTo>
                <a:lnTo>
                  <a:pt x="662726" y="597994"/>
                </a:lnTo>
                <a:close/>
                <a:moveTo>
                  <a:pt x="448318" y="396731"/>
                </a:moveTo>
                <a:cubicBezTo>
                  <a:pt x="446984" y="400351"/>
                  <a:pt x="446222" y="402446"/>
                  <a:pt x="445556" y="404351"/>
                </a:cubicBezTo>
                <a:cubicBezTo>
                  <a:pt x="444317" y="404637"/>
                  <a:pt x="443174" y="405208"/>
                  <a:pt x="442793" y="404923"/>
                </a:cubicBezTo>
                <a:cubicBezTo>
                  <a:pt x="437459" y="400446"/>
                  <a:pt x="431078" y="400446"/>
                  <a:pt x="424220" y="400732"/>
                </a:cubicBezTo>
                <a:cubicBezTo>
                  <a:pt x="423648" y="398731"/>
                  <a:pt x="422600" y="397017"/>
                  <a:pt x="422696" y="395398"/>
                </a:cubicBezTo>
                <a:cubicBezTo>
                  <a:pt x="422886" y="392635"/>
                  <a:pt x="425077" y="390730"/>
                  <a:pt x="427172" y="391302"/>
                </a:cubicBezTo>
                <a:cubicBezTo>
                  <a:pt x="433840" y="392921"/>
                  <a:pt x="440507" y="394731"/>
                  <a:pt x="448318" y="396731"/>
                </a:cubicBezTo>
                <a:moveTo>
                  <a:pt x="1001911" y="381586"/>
                </a:moveTo>
                <a:cubicBezTo>
                  <a:pt x="999149" y="384063"/>
                  <a:pt x="996482" y="386539"/>
                  <a:pt x="993338" y="389397"/>
                </a:cubicBezTo>
                <a:cubicBezTo>
                  <a:pt x="989147" y="386730"/>
                  <a:pt x="985242" y="384444"/>
                  <a:pt x="981718" y="381586"/>
                </a:cubicBezTo>
                <a:cubicBezTo>
                  <a:pt x="980765" y="380824"/>
                  <a:pt x="980861" y="377872"/>
                  <a:pt x="981527" y="376443"/>
                </a:cubicBezTo>
                <a:cubicBezTo>
                  <a:pt x="982289" y="375109"/>
                  <a:pt x="984385" y="374252"/>
                  <a:pt x="986004" y="373966"/>
                </a:cubicBezTo>
                <a:cubicBezTo>
                  <a:pt x="987147" y="373776"/>
                  <a:pt x="988576" y="374633"/>
                  <a:pt x="989814" y="375300"/>
                </a:cubicBezTo>
                <a:cubicBezTo>
                  <a:pt x="993910" y="377491"/>
                  <a:pt x="997910" y="379872"/>
                  <a:pt x="1001911" y="382158"/>
                </a:cubicBezTo>
                <a:lnTo>
                  <a:pt x="1001911" y="381586"/>
                </a:lnTo>
                <a:close/>
                <a:moveTo>
                  <a:pt x="540901" y="343486"/>
                </a:moveTo>
                <a:cubicBezTo>
                  <a:pt x="541282" y="338438"/>
                  <a:pt x="538424" y="335390"/>
                  <a:pt x="534614" y="332723"/>
                </a:cubicBezTo>
                <a:cubicBezTo>
                  <a:pt x="533852" y="332152"/>
                  <a:pt x="533471" y="329961"/>
                  <a:pt x="533852" y="328913"/>
                </a:cubicBezTo>
                <a:cubicBezTo>
                  <a:pt x="534233" y="327961"/>
                  <a:pt x="535948" y="326818"/>
                  <a:pt x="536900" y="326913"/>
                </a:cubicBezTo>
                <a:cubicBezTo>
                  <a:pt x="544901" y="327580"/>
                  <a:pt x="547568" y="332247"/>
                  <a:pt x="543949" y="339200"/>
                </a:cubicBezTo>
                <a:cubicBezTo>
                  <a:pt x="543092" y="340819"/>
                  <a:pt x="541568" y="342058"/>
                  <a:pt x="540329" y="343486"/>
                </a:cubicBezTo>
                <a:lnTo>
                  <a:pt x="540806" y="343486"/>
                </a:lnTo>
                <a:close/>
                <a:moveTo>
                  <a:pt x="662535" y="597613"/>
                </a:moveTo>
                <a:cubicBezTo>
                  <a:pt x="659773" y="599233"/>
                  <a:pt x="657011" y="601042"/>
                  <a:pt x="654153" y="602376"/>
                </a:cubicBezTo>
                <a:cubicBezTo>
                  <a:pt x="653296" y="602757"/>
                  <a:pt x="651105" y="602090"/>
                  <a:pt x="650724" y="601328"/>
                </a:cubicBezTo>
                <a:cubicBezTo>
                  <a:pt x="650248" y="600376"/>
                  <a:pt x="650629" y="598375"/>
                  <a:pt x="651391" y="597613"/>
                </a:cubicBezTo>
                <a:cubicBezTo>
                  <a:pt x="655106" y="594184"/>
                  <a:pt x="658916" y="594756"/>
                  <a:pt x="662535" y="597994"/>
                </a:cubicBezTo>
                <a:lnTo>
                  <a:pt x="662535" y="597518"/>
                </a:lnTo>
                <a:close/>
              </a:path>
            </a:pathLst>
          </a:custGeom>
          <a:solidFill>
            <a:srgbClr val="01478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632761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BE36374-BA07-9F40-ACC6-E0629899982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16144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86D7BD68-313C-9851-8529-850A73D9FF2F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325" y="2336898"/>
            <a:ext cx="10117137" cy="769441"/>
          </a:xfrm>
        </p:spPr>
        <p:txBody>
          <a:bodyPr vert="horz" anchor="b"/>
          <a:lstStyle>
            <a:lvl1pPr algn="ctr">
              <a:defRPr/>
            </a:lvl1pPr>
          </a:lstStyle>
          <a:p>
            <a:r>
              <a:rPr lang="de-DE" noProof="0" dirty="0"/>
              <a:t>„Zitat Headline“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FAAFBE2-9616-10DB-0B8C-4D41B9CBEE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695326" y="3223715"/>
            <a:ext cx="10117136" cy="615553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b="1"/>
            </a:lvl1pPr>
          </a:lstStyle>
          <a:p>
            <a:pPr lvl="0"/>
            <a:r>
              <a:rPr lang="de-DE" noProof="0" dirty="0"/>
              <a:t>Hier steht ein spannender </a:t>
            </a:r>
            <a:r>
              <a:rPr lang="de-DE" noProof="0" dirty="0" err="1"/>
              <a:t>Keyfact</a:t>
            </a:r>
            <a:r>
              <a:rPr lang="de-DE" noProof="0" dirty="0"/>
              <a:t>. </a:t>
            </a:r>
          </a:p>
          <a:p>
            <a:pPr lvl="0"/>
            <a:r>
              <a:rPr lang="de-DE" noProof="0" dirty="0"/>
              <a:t>Wichtige Aspekte können in BIG-Blau hervorgehoben werden.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308544CE-3C34-2DB7-67D4-A4DC75BD3A99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BB7DA9C6-3AAD-0CBE-7D84-73F14D8F7661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E56C2AD8-593C-913B-C983-CA2056283A08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29B484D1-1E3C-A543-24F0-C453317F1683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FD744E85-E6C5-D15F-CAA3-B37A59DE1E0B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BCDC43B-099A-1047-8F22-F076D1F42266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8" name="Grafik 6">
            <a:extLst>
              <a:ext uri="{FF2B5EF4-FFF2-40B4-BE49-F238E27FC236}">
                <a16:creationId xmlns:a16="http://schemas.microsoft.com/office/drawing/2014/main" id="{13A1B034-0A51-562B-9218-454BB0353364}"/>
              </a:ext>
            </a:extLst>
          </p:cNvPr>
          <p:cNvSpPr/>
          <p:nvPr/>
        </p:nvSpPr>
        <p:spPr bwMode="gray">
          <a:xfrm>
            <a:off x="7940204" y="593724"/>
            <a:ext cx="1703410" cy="2232025"/>
          </a:xfrm>
          <a:custGeom>
            <a:avLst/>
            <a:gdLst>
              <a:gd name="connsiteX0" fmla="*/ 278386 w 1279738"/>
              <a:gd name="connsiteY0" fmla="*/ 1198513 h 1676876"/>
              <a:gd name="connsiteX1" fmla="*/ 289340 w 1279738"/>
              <a:gd name="connsiteY1" fmla="*/ 1174986 h 1676876"/>
              <a:gd name="connsiteX2" fmla="*/ 339632 w 1279738"/>
              <a:gd name="connsiteY2" fmla="*/ 1170033 h 1676876"/>
              <a:gd name="connsiteX3" fmla="*/ 366493 w 1279738"/>
              <a:gd name="connsiteY3" fmla="*/ 1119456 h 1676876"/>
              <a:gd name="connsiteX4" fmla="*/ 374684 w 1279738"/>
              <a:gd name="connsiteY4" fmla="*/ 1051733 h 1676876"/>
              <a:gd name="connsiteX5" fmla="*/ 346109 w 1279738"/>
              <a:gd name="connsiteY5" fmla="*/ 939909 h 1676876"/>
              <a:gd name="connsiteX6" fmla="*/ 326011 w 1279738"/>
              <a:gd name="connsiteY6" fmla="*/ 831229 h 1676876"/>
              <a:gd name="connsiteX7" fmla="*/ 324868 w 1279738"/>
              <a:gd name="connsiteY7" fmla="*/ 702261 h 1676876"/>
              <a:gd name="connsiteX8" fmla="*/ 365350 w 1279738"/>
              <a:gd name="connsiteY8" fmla="*/ 590247 h 1676876"/>
              <a:gd name="connsiteX9" fmla="*/ 435644 w 1279738"/>
              <a:gd name="connsiteY9" fmla="*/ 488234 h 1676876"/>
              <a:gd name="connsiteX10" fmla="*/ 464505 w 1279738"/>
              <a:gd name="connsiteY10" fmla="*/ 460802 h 1676876"/>
              <a:gd name="connsiteX11" fmla="*/ 517559 w 1279738"/>
              <a:gd name="connsiteY11" fmla="*/ 417558 h 1676876"/>
              <a:gd name="connsiteX12" fmla="*/ 751207 w 1279738"/>
              <a:gd name="connsiteY12" fmla="*/ 351360 h 1676876"/>
              <a:gd name="connsiteX13" fmla="*/ 868174 w 1279738"/>
              <a:gd name="connsiteY13" fmla="*/ 403366 h 1676876"/>
              <a:gd name="connsiteX14" fmla="*/ 955042 w 1279738"/>
              <a:gd name="connsiteY14" fmla="*/ 491568 h 1676876"/>
              <a:gd name="connsiteX15" fmla="*/ 989713 w 1279738"/>
              <a:gd name="connsiteY15" fmla="*/ 538335 h 1676876"/>
              <a:gd name="connsiteX16" fmla="*/ 1009811 w 1279738"/>
              <a:gd name="connsiteY16" fmla="*/ 595962 h 1676876"/>
              <a:gd name="connsiteX17" fmla="*/ 1019717 w 1279738"/>
              <a:gd name="connsiteY17" fmla="*/ 715691 h 1676876"/>
              <a:gd name="connsiteX18" fmla="*/ 985141 w 1279738"/>
              <a:gd name="connsiteY18" fmla="*/ 843421 h 1676876"/>
              <a:gd name="connsiteX19" fmla="*/ 896654 w 1279738"/>
              <a:gd name="connsiteY19" fmla="*/ 949815 h 1676876"/>
              <a:gd name="connsiteX20" fmla="*/ 792451 w 1279738"/>
              <a:gd name="connsiteY20" fmla="*/ 1034778 h 1676876"/>
              <a:gd name="connsiteX21" fmla="*/ 685580 w 1279738"/>
              <a:gd name="connsiteY21" fmla="*/ 1126885 h 1676876"/>
              <a:gd name="connsiteX22" fmla="*/ 631669 w 1279738"/>
              <a:gd name="connsiteY22" fmla="*/ 1244043 h 1676876"/>
              <a:gd name="connsiteX23" fmla="*/ 654624 w 1279738"/>
              <a:gd name="connsiteY23" fmla="*/ 1288143 h 1676876"/>
              <a:gd name="connsiteX24" fmla="*/ 649290 w 1279738"/>
              <a:gd name="connsiteY24" fmla="*/ 1319100 h 1676876"/>
              <a:gd name="connsiteX25" fmla="*/ 618905 w 1279738"/>
              <a:gd name="connsiteY25" fmla="*/ 1336054 h 1676876"/>
              <a:gd name="connsiteX26" fmla="*/ 636241 w 1279738"/>
              <a:gd name="connsiteY26" fmla="*/ 1348246 h 1676876"/>
              <a:gd name="connsiteX27" fmla="*/ 649576 w 1279738"/>
              <a:gd name="connsiteY27" fmla="*/ 1370725 h 1676876"/>
              <a:gd name="connsiteX28" fmla="*/ 623858 w 1279738"/>
              <a:gd name="connsiteY28" fmla="*/ 1413873 h 1676876"/>
              <a:gd name="connsiteX29" fmla="*/ 599284 w 1279738"/>
              <a:gd name="connsiteY29" fmla="*/ 1441877 h 1676876"/>
              <a:gd name="connsiteX30" fmla="*/ 609952 w 1279738"/>
              <a:gd name="connsiteY30" fmla="*/ 1490073 h 1676876"/>
              <a:gd name="connsiteX31" fmla="*/ 516130 w 1279738"/>
              <a:gd name="connsiteY31" fmla="*/ 1527507 h 1676876"/>
              <a:gd name="connsiteX32" fmla="*/ 474697 w 1279738"/>
              <a:gd name="connsiteY32" fmla="*/ 1528269 h 1676876"/>
              <a:gd name="connsiteX33" fmla="*/ 460219 w 1279738"/>
              <a:gd name="connsiteY33" fmla="*/ 1575036 h 1676876"/>
              <a:gd name="connsiteX34" fmla="*/ 396115 w 1279738"/>
              <a:gd name="connsiteY34" fmla="*/ 1669620 h 1676876"/>
              <a:gd name="connsiteX35" fmla="*/ 306009 w 1279738"/>
              <a:gd name="connsiteY35" fmla="*/ 1663524 h 1676876"/>
              <a:gd name="connsiteX36" fmla="*/ 261718 w 1279738"/>
              <a:gd name="connsiteY36" fmla="*/ 1584371 h 1676876"/>
              <a:gd name="connsiteX37" fmla="*/ 260384 w 1279738"/>
              <a:gd name="connsiteY37" fmla="*/ 1533698 h 1676876"/>
              <a:gd name="connsiteX38" fmla="*/ 265718 w 1279738"/>
              <a:gd name="connsiteY38" fmla="*/ 1510743 h 1676876"/>
              <a:gd name="connsiteX39" fmla="*/ 266099 w 1279738"/>
              <a:gd name="connsiteY39" fmla="*/ 1501122 h 1676876"/>
              <a:gd name="connsiteX40" fmla="*/ 274862 w 1279738"/>
              <a:gd name="connsiteY40" fmla="*/ 1488264 h 1676876"/>
              <a:gd name="connsiteX41" fmla="*/ 265909 w 1279738"/>
              <a:gd name="connsiteY41" fmla="*/ 1477596 h 1676876"/>
              <a:gd name="connsiteX42" fmla="*/ 247716 w 1279738"/>
              <a:gd name="connsiteY42" fmla="*/ 1464165 h 1676876"/>
              <a:gd name="connsiteX43" fmla="*/ 206949 w 1279738"/>
              <a:gd name="connsiteY43" fmla="*/ 1431209 h 1676876"/>
              <a:gd name="connsiteX44" fmla="*/ 204663 w 1279738"/>
              <a:gd name="connsiteY44" fmla="*/ 1370725 h 1676876"/>
              <a:gd name="connsiteX45" fmla="*/ 230952 w 1279738"/>
              <a:gd name="connsiteY45" fmla="*/ 1349484 h 1676876"/>
              <a:gd name="connsiteX46" fmla="*/ 261718 w 1279738"/>
              <a:gd name="connsiteY46" fmla="*/ 1341388 h 1676876"/>
              <a:gd name="connsiteX47" fmla="*/ 239810 w 1279738"/>
              <a:gd name="connsiteY47" fmla="*/ 1319195 h 1676876"/>
              <a:gd name="connsiteX48" fmla="*/ 235048 w 1279738"/>
              <a:gd name="connsiteY48" fmla="*/ 1275380 h 1676876"/>
              <a:gd name="connsiteX49" fmla="*/ 261146 w 1279738"/>
              <a:gd name="connsiteY49" fmla="*/ 1249567 h 1676876"/>
              <a:gd name="connsiteX50" fmla="*/ 297341 w 1279738"/>
              <a:gd name="connsiteY50" fmla="*/ 1242328 h 1676876"/>
              <a:gd name="connsiteX51" fmla="*/ 285244 w 1279738"/>
              <a:gd name="connsiteY51" fmla="*/ 1224897 h 1676876"/>
              <a:gd name="connsiteX52" fmla="*/ 278482 w 1279738"/>
              <a:gd name="connsiteY52" fmla="*/ 1198799 h 1676876"/>
              <a:gd name="connsiteX53" fmla="*/ 432882 w 1279738"/>
              <a:gd name="connsiteY53" fmla="*/ 1277666 h 1676876"/>
              <a:gd name="connsiteX54" fmla="*/ 429358 w 1279738"/>
              <a:gd name="connsiteY54" fmla="*/ 1276713 h 1676876"/>
              <a:gd name="connsiteX55" fmla="*/ 432787 w 1279738"/>
              <a:gd name="connsiteY55" fmla="*/ 1277285 h 1676876"/>
              <a:gd name="connsiteX56" fmla="*/ 432787 w 1279738"/>
              <a:gd name="connsiteY56" fmla="*/ 1277666 h 1676876"/>
              <a:gd name="connsiteX57" fmla="*/ 300580 w 1279738"/>
              <a:gd name="connsiteY57" fmla="*/ 1504837 h 1676876"/>
              <a:gd name="connsiteX58" fmla="*/ 288959 w 1279738"/>
              <a:gd name="connsiteY58" fmla="*/ 1515791 h 1676876"/>
              <a:gd name="connsiteX59" fmla="*/ 294960 w 1279738"/>
              <a:gd name="connsiteY59" fmla="*/ 1519506 h 1676876"/>
              <a:gd name="connsiteX60" fmla="*/ 296770 w 1279738"/>
              <a:gd name="connsiteY60" fmla="*/ 1526078 h 1676876"/>
              <a:gd name="connsiteX61" fmla="*/ 288483 w 1279738"/>
              <a:gd name="connsiteY61" fmla="*/ 1533984 h 1676876"/>
              <a:gd name="connsiteX62" fmla="*/ 300675 w 1279738"/>
              <a:gd name="connsiteY62" fmla="*/ 1535793 h 1676876"/>
              <a:gd name="connsiteX63" fmla="*/ 293912 w 1279738"/>
              <a:gd name="connsiteY63" fmla="*/ 1553986 h 1676876"/>
              <a:gd name="connsiteX64" fmla="*/ 309724 w 1279738"/>
              <a:gd name="connsiteY64" fmla="*/ 1549795 h 1676876"/>
              <a:gd name="connsiteX65" fmla="*/ 309724 w 1279738"/>
              <a:gd name="connsiteY65" fmla="*/ 1549795 h 1676876"/>
              <a:gd name="connsiteX66" fmla="*/ 299627 w 1279738"/>
              <a:gd name="connsiteY66" fmla="*/ 1563606 h 1676876"/>
              <a:gd name="connsiteX67" fmla="*/ 304580 w 1279738"/>
              <a:gd name="connsiteY67" fmla="*/ 1569036 h 1676876"/>
              <a:gd name="connsiteX68" fmla="*/ 299056 w 1279738"/>
              <a:gd name="connsiteY68" fmla="*/ 1585704 h 1676876"/>
              <a:gd name="connsiteX69" fmla="*/ 315153 w 1279738"/>
              <a:gd name="connsiteY69" fmla="*/ 1588943 h 1676876"/>
              <a:gd name="connsiteX70" fmla="*/ 310581 w 1279738"/>
              <a:gd name="connsiteY70" fmla="*/ 1620756 h 1676876"/>
              <a:gd name="connsiteX71" fmla="*/ 322678 w 1279738"/>
              <a:gd name="connsiteY71" fmla="*/ 1611898 h 1676876"/>
              <a:gd name="connsiteX72" fmla="*/ 320868 w 1279738"/>
              <a:gd name="connsiteY72" fmla="*/ 1631615 h 1676876"/>
              <a:gd name="connsiteX73" fmla="*/ 338394 w 1279738"/>
              <a:gd name="connsiteY73" fmla="*/ 1617232 h 1676876"/>
              <a:gd name="connsiteX74" fmla="*/ 335917 w 1279738"/>
              <a:gd name="connsiteY74" fmla="*/ 1638568 h 1676876"/>
              <a:gd name="connsiteX75" fmla="*/ 380780 w 1279738"/>
              <a:gd name="connsiteY75" fmla="*/ 1653808 h 1676876"/>
              <a:gd name="connsiteX76" fmla="*/ 453742 w 1279738"/>
              <a:gd name="connsiteY76" fmla="*/ 1542651 h 1676876"/>
              <a:gd name="connsiteX77" fmla="*/ 417356 w 1279738"/>
              <a:gd name="connsiteY77" fmla="*/ 1516934 h 1676876"/>
              <a:gd name="connsiteX78" fmla="*/ 347633 w 1279738"/>
              <a:gd name="connsiteY78" fmla="*/ 1496931 h 1676876"/>
              <a:gd name="connsiteX79" fmla="*/ 291150 w 1279738"/>
              <a:gd name="connsiteY79" fmla="*/ 1496550 h 1676876"/>
              <a:gd name="connsiteX80" fmla="*/ 305914 w 1279738"/>
              <a:gd name="connsiteY80" fmla="*/ 1499217 h 1676876"/>
              <a:gd name="connsiteX81" fmla="*/ 298484 w 1279738"/>
              <a:gd name="connsiteY81" fmla="*/ 1511981 h 1676876"/>
              <a:gd name="connsiteX82" fmla="*/ 300294 w 1279738"/>
              <a:gd name="connsiteY82" fmla="*/ 1504647 h 1676876"/>
              <a:gd name="connsiteX83" fmla="*/ 300770 w 1279738"/>
              <a:gd name="connsiteY83" fmla="*/ 1505123 h 1676876"/>
              <a:gd name="connsiteX84" fmla="*/ 300484 w 1279738"/>
              <a:gd name="connsiteY84" fmla="*/ 1504647 h 1676876"/>
              <a:gd name="connsiteX85" fmla="*/ 259432 w 1279738"/>
              <a:gd name="connsiteY85" fmla="*/ 1271284 h 1676876"/>
              <a:gd name="connsiteX86" fmla="*/ 258860 w 1279738"/>
              <a:gd name="connsiteY86" fmla="*/ 1271284 h 1676876"/>
              <a:gd name="connsiteX87" fmla="*/ 259622 w 1279738"/>
              <a:gd name="connsiteY87" fmla="*/ 1271379 h 1676876"/>
              <a:gd name="connsiteX88" fmla="*/ 266385 w 1279738"/>
              <a:gd name="connsiteY88" fmla="*/ 1279476 h 1676876"/>
              <a:gd name="connsiteX89" fmla="*/ 265813 w 1279738"/>
              <a:gd name="connsiteY89" fmla="*/ 1291668 h 1676876"/>
              <a:gd name="connsiteX90" fmla="*/ 269338 w 1279738"/>
              <a:gd name="connsiteY90" fmla="*/ 1308622 h 1676876"/>
              <a:gd name="connsiteX91" fmla="*/ 306009 w 1279738"/>
              <a:gd name="connsiteY91" fmla="*/ 1330244 h 1676876"/>
              <a:gd name="connsiteX92" fmla="*/ 320868 w 1279738"/>
              <a:gd name="connsiteY92" fmla="*/ 1327386 h 1676876"/>
              <a:gd name="connsiteX93" fmla="*/ 337251 w 1279738"/>
              <a:gd name="connsiteY93" fmla="*/ 1331006 h 1676876"/>
              <a:gd name="connsiteX94" fmla="*/ 384209 w 1279738"/>
              <a:gd name="connsiteY94" fmla="*/ 1354723 h 1676876"/>
              <a:gd name="connsiteX95" fmla="*/ 389638 w 1279738"/>
              <a:gd name="connsiteY95" fmla="*/ 1347103 h 1676876"/>
              <a:gd name="connsiteX96" fmla="*/ 410022 w 1279738"/>
              <a:gd name="connsiteY96" fmla="*/ 1351389 h 1676876"/>
              <a:gd name="connsiteX97" fmla="*/ 461266 w 1279738"/>
              <a:gd name="connsiteY97" fmla="*/ 1379774 h 1676876"/>
              <a:gd name="connsiteX98" fmla="*/ 461457 w 1279738"/>
              <a:gd name="connsiteY98" fmla="*/ 1365391 h 1676876"/>
              <a:gd name="connsiteX99" fmla="*/ 468982 w 1279738"/>
              <a:gd name="connsiteY99" fmla="*/ 1362915 h 1676876"/>
              <a:gd name="connsiteX100" fmla="*/ 482317 w 1279738"/>
              <a:gd name="connsiteY100" fmla="*/ 1371963 h 1676876"/>
              <a:gd name="connsiteX101" fmla="*/ 506701 w 1279738"/>
              <a:gd name="connsiteY101" fmla="*/ 1384251 h 1676876"/>
              <a:gd name="connsiteX102" fmla="*/ 518607 w 1279738"/>
              <a:gd name="connsiteY102" fmla="*/ 1377202 h 1676876"/>
              <a:gd name="connsiteX103" fmla="*/ 538419 w 1279738"/>
              <a:gd name="connsiteY103" fmla="*/ 1388251 h 1676876"/>
              <a:gd name="connsiteX104" fmla="*/ 551563 w 1279738"/>
              <a:gd name="connsiteY104" fmla="*/ 1389394 h 1676876"/>
              <a:gd name="connsiteX105" fmla="*/ 601855 w 1279738"/>
              <a:gd name="connsiteY105" fmla="*/ 1405301 h 1676876"/>
              <a:gd name="connsiteX106" fmla="*/ 564422 w 1279738"/>
              <a:gd name="connsiteY106" fmla="*/ 1416255 h 1676876"/>
              <a:gd name="connsiteX107" fmla="*/ 629764 w 1279738"/>
              <a:gd name="connsiteY107" fmla="*/ 1390156 h 1676876"/>
              <a:gd name="connsiteX108" fmla="*/ 529751 w 1279738"/>
              <a:gd name="connsiteY108" fmla="*/ 1321671 h 1676876"/>
              <a:gd name="connsiteX109" fmla="*/ 392591 w 1279738"/>
              <a:gd name="connsiteY109" fmla="*/ 1284905 h 1676876"/>
              <a:gd name="connsiteX110" fmla="*/ 328964 w 1279738"/>
              <a:gd name="connsiteY110" fmla="*/ 1269379 h 1676876"/>
              <a:gd name="connsiteX111" fmla="*/ 259432 w 1279738"/>
              <a:gd name="connsiteY111" fmla="*/ 1271189 h 1676876"/>
              <a:gd name="connsiteX112" fmla="*/ 487365 w 1279738"/>
              <a:gd name="connsiteY112" fmla="*/ 1492550 h 1676876"/>
              <a:gd name="connsiteX113" fmla="*/ 487365 w 1279738"/>
              <a:gd name="connsiteY113" fmla="*/ 1492550 h 1676876"/>
              <a:gd name="connsiteX114" fmla="*/ 497557 w 1279738"/>
              <a:gd name="connsiteY114" fmla="*/ 1502456 h 1676876"/>
              <a:gd name="connsiteX115" fmla="*/ 506415 w 1279738"/>
              <a:gd name="connsiteY115" fmla="*/ 1501027 h 1676876"/>
              <a:gd name="connsiteX116" fmla="*/ 525179 w 1279738"/>
              <a:gd name="connsiteY116" fmla="*/ 1508838 h 1676876"/>
              <a:gd name="connsiteX117" fmla="*/ 518893 w 1279738"/>
              <a:gd name="connsiteY117" fmla="*/ 1490740 h 1676876"/>
              <a:gd name="connsiteX118" fmla="*/ 544420 w 1279738"/>
              <a:gd name="connsiteY118" fmla="*/ 1484168 h 1676876"/>
              <a:gd name="connsiteX119" fmla="*/ 567089 w 1279738"/>
              <a:gd name="connsiteY119" fmla="*/ 1489026 h 1676876"/>
              <a:gd name="connsiteX120" fmla="*/ 555850 w 1279738"/>
              <a:gd name="connsiteY120" fmla="*/ 1499789 h 1676876"/>
              <a:gd name="connsiteX121" fmla="*/ 594140 w 1279738"/>
              <a:gd name="connsiteY121" fmla="*/ 1487216 h 1676876"/>
              <a:gd name="connsiteX122" fmla="*/ 560707 w 1279738"/>
              <a:gd name="connsiteY122" fmla="*/ 1433304 h 1676876"/>
              <a:gd name="connsiteX123" fmla="*/ 421642 w 1279738"/>
              <a:gd name="connsiteY123" fmla="*/ 1388537 h 1676876"/>
              <a:gd name="connsiteX124" fmla="*/ 339156 w 1279738"/>
              <a:gd name="connsiteY124" fmla="*/ 1375583 h 1676876"/>
              <a:gd name="connsiteX125" fmla="*/ 269719 w 1279738"/>
              <a:gd name="connsiteY125" fmla="*/ 1364343 h 1676876"/>
              <a:gd name="connsiteX126" fmla="*/ 212378 w 1279738"/>
              <a:gd name="connsiteY126" fmla="*/ 1388346 h 1676876"/>
              <a:gd name="connsiteX127" fmla="*/ 236191 w 1279738"/>
              <a:gd name="connsiteY127" fmla="*/ 1435400 h 1676876"/>
              <a:gd name="connsiteX128" fmla="*/ 236953 w 1279738"/>
              <a:gd name="connsiteY128" fmla="*/ 1408254 h 1676876"/>
              <a:gd name="connsiteX129" fmla="*/ 242382 w 1279738"/>
              <a:gd name="connsiteY129" fmla="*/ 1418445 h 1676876"/>
              <a:gd name="connsiteX130" fmla="*/ 248478 w 1279738"/>
              <a:gd name="connsiteY130" fmla="*/ 1419017 h 1676876"/>
              <a:gd name="connsiteX131" fmla="*/ 259527 w 1279738"/>
              <a:gd name="connsiteY131" fmla="*/ 1440924 h 1676876"/>
              <a:gd name="connsiteX132" fmla="*/ 259051 w 1279738"/>
              <a:gd name="connsiteY132" fmla="*/ 1441115 h 1676876"/>
              <a:gd name="connsiteX133" fmla="*/ 259336 w 1279738"/>
              <a:gd name="connsiteY133" fmla="*/ 1441115 h 1676876"/>
              <a:gd name="connsiteX134" fmla="*/ 274862 w 1279738"/>
              <a:gd name="connsiteY134" fmla="*/ 1432066 h 1676876"/>
              <a:gd name="connsiteX135" fmla="*/ 285244 w 1279738"/>
              <a:gd name="connsiteY135" fmla="*/ 1445211 h 1676876"/>
              <a:gd name="connsiteX136" fmla="*/ 291245 w 1279738"/>
              <a:gd name="connsiteY136" fmla="*/ 1443115 h 1676876"/>
              <a:gd name="connsiteX137" fmla="*/ 309152 w 1279738"/>
              <a:gd name="connsiteY137" fmla="*/ 1454736 h 1676876"/>
              <a:gd name="connsiteX138" fmla="*/ 338680 w 1279738"/>
              <a:gd name="connsiteY138" fmla="*/ 1462260 h 1676876"/>
              <a:gd name="connsiteX139" fmla="*/ 407260 w 1279738"/>
              <a:gd name="connsiteY139" fmla="*/ 1480263 h 1676876"/>
              <a:gd name="connsiteX140" fmla="*/ 487270 w 1279738"/>
              <a:gd name="connsiteY140" fmla="*/ 1492550 h 1676876"/>
              <a:gd name="connsiteX141" fmla="*/ 545563 w 1279738"/>
              <a:gd name="connsiteY141" fmla="*/ 1178796 h 1676876"/>
              <a:gd name="connsiteX142" fmla="*/ 545563 w 1279738"/>
              <a:gd name="connsiteY142" fmla="*/ 1178796 h 1676876"/>
              <a:gd name="connsiteX143" fmla="*/ 561565 w 1279738"/>
              <a:gd name="connsiteY143" fmla="*/ 1150602 h 1676876"/>
              <a:gd name="connsiteX144" fmla="*/ 584329 w 1279738"/>
              <a:gd name="connsiteY144" fmla="*/ 1117265 h 1676876"/>
              <a:gd name="connsiteX145" fmla="*/ 623001 w 1279738"/>
              <a:gd name="connsiteY145" fmla="*/ 1062972 h 1676876"/>
              <a:gd name="connsiteX146" fmla="*/ 655767 w 1279738"/>
              <a:gd name="connsiteY146" fmla="*/ 999155 h 1676876"/>
              <a:gd name="connsiteX147" fmla="*/ 683580 w 1279738"/>
              <a:gd name="connsiteY147" fmla="*/ 948101 h 1676876"/>
              <a:gd name="connsiteX148" fmla="*/ 651957 w 1279738"/>
              <a:gd name="connsiteY148" fmla="*/ 930480 h 1676876"/>
              <a:gd name="connsiteX149" fmla="*/ 637003 w 1279738"/>
              <a:gd name="connsiteY149" fmla="*/ 905524 h 1676876"/>
              <a:gd name="connsiteX150" fmla="*/ 577281 w 1279738"/>
              <a:gd name="connsiteY150" fmla="*/ 896475 h 1676876"/>
              <a:gd name="connsiteX151" fmla="*/ 550039 w 1279738"/>
              <a:gd name="connsiteY151" fmla="*/ 885903 h 1676876"/>
              <a:gd name="connsiteX152" fmla="*/ 524512 w 1279738"/>
              <a:gd name="connsiteY152" fmla="*/ 899428 h 1676876"/>
              <a:gd name="connsiteX153" fmla="*/ 470125 w 1279738"/>
              <a:gd name="connsiteY153" fmla="*/ 891237 h 1676876"/>
              <a:gd name="connsiteX154" fmla="*/ 469363 w 1279738"/>
              <a:gd name="connsiteY154" fmla="*/ 944196 h 1676876"/>
              <a:gd name="connsiteX155" fmla="*/ 468601 w 1279738"/>
              <a:gd name="connsiteY155" fmla="*/ 1001060 h 1676876"/>
              <a:gd name="connsiteX156" fmla="*/ 462409 w 1279738"/>
              <a:gd name="connsiteY156" fmla="*/ 1105168 h 1676876"/>
              <a:gd name="connsiteX157" fmla="*/ 462409 w 1279738"/>
              <a:gd name="connsiteY157" fmla="*/ 1196894 h 1676876"/>
              <a:gd name="connsiteX158" fmla="*/ 526798 w 1279738"/>
              <a:gd name="connsiteY158" fmla="*/ 1210515 h 1676876"/>
              <a:gd name="connsiteX159" fmla="*/ 545658 w 1279738"/>
              <a:gd name="connsiteY159" fmla="*/ 1178796 h 1676876"/>
              <a:gd name="connsiteX160" fmla="*/ 560898 w 1279738"/>
              <a:gd name="connsiteY160" fmla="*/ 403176 h 1676876"/>
              <a:gd name="connsiteX161" fmla="*/ 515749 w 1279738"/>
              <a:gd name="connsiteY161" fmla="*/ 439085 h 1676876"/>
              <a:gd name="connsiteX162" fmla="*/ 467077 w 1279738"/>
              <a:gd name="connsiteY162" fmla="*/ 475375 h 1676876"/>
              <a:gd name="connsiteX163" fmla="*/ 417451 w 1279738"/>
              <a:gd name="connsiteY163" fmla="*/ 528810 h 1676876"/>
              <a:gd name="connsiteX164" fmla="*/ 381066 w 1279738"/>
              <a:gd name="connsiteY164" fmla="*/ 587199 h 1676876"/>
              <a:gd name="connsiteX165" fmla="*/ 367064 w 1279738"/>
              <a:gd name="connsiteY165" fmla="*/ 618345 h 1676876"/>
              <a:gd name="connsiteX166" fmla="*/ 343347 w 1279738"/>
              <a:gd name="connsiteY166" fmla="*/ 669590 h 1676876"/>
              <a:gd name="connsiteX167" fmla="*/ 332012 w 1279738"/>
              <a:gd name="connsiteY167" fmla="*/ 776175 h 1676876"/>
              <a:gd name="connsiteX168" fmla="*/ 344871 w 1279738"/>
              <a:gd name="connsiteY168" fmla="*/ 890760 h 1676876"/>
              <a:gd name="connsiteX169" fmla="*/ 367350 w 1279738"/>
              <a:gd name="connsiteY169" fmla="*/ 975819 h 1676876"/>
              <a:gd name="connsiteX170" fmla="*/ 386209 w 1279738"/>
              <a:gd name="connsiteY170" fmla="*/ 1093643 h 1676876"/>
              <a:gd name="connsiteX171" fmla="*/ 374970 w 1279738"/>
              <a:gd name="connsiteY171" fmla="*/ 1135458 h 1676876"/>
              <a:gd name="connsiteX172" fmla="*/ 354205 w 1279738"/>
              <a:gd name="connsiteY172" fmla="*/ 1166700 h 1676876"/>
              <a:gd name="connsiteX173" fmla="*/ 393258 w 1279738"/>
              <a:gd name="connsiteY173" fmla="*/ 1183559 h 1676876"/>
              <a:gd name="connsiteX174" fmla="*/ 441073 w 1279738"/>
              <a:gd name="connsiteY174" fmla="*/ 1194132 h 1676876"/>
              <a:gd name="connsiteX175" fmla="*/ 452789 w 1279738"/>
              <a:gd name="connsiteY175" fmla="*/ 1123266 h 1676876"/>
              <a:gd name="connsiteX176" fmla="*/ 458218 w 1279738"/>
              <a:gd name="connsiteY176" fmla="*/ 939433 h 1676876"/>
              <a:gd name="connsiteX177" fmla="*/ 456218 w 1279738"/>
              <a:gd name="connsiteY177" fmla="*/ 845136 h 1676876"/>
              <a:gd name="connsiteX178" fmla="*/ 472411 w 1279738"/>
              <a:gd name="connsiteY178" fmla="*/ 867615 h 1676876"/>
              <a:gd name="connsiteX179" fmla="*/ 504700 w 1279738"/>
              <a:gd name="connsiteY179" fmla="*/ 887617 h 1676876"/>
              <a:gd name="connsiteX180" fmla="*/ 541943 w 1279738"/>
              <a:gd name="connsiteY180" fmla="*/ 870186 h 1676876"/>
              <a:gd name="connsiteX181" fmla="*/ 533371 w 1279738"/>
              <a:gd name="connsiteY181" fmla="*/ 839325 h 1676876"/>
              <a:gd name="connsiteX182" fmla="*/ 551373 w 1279738"/>
              <a:gd name="connsiteY182" fmla="*/ 770174 h 1676876"/>
              <a:gd name="connsiteX183" fmla="*/ 586806 w 1279738"/>
              <a:gd name="connsiteY183" fmla="*/ 822276 h 1676876"/>
              <a:gd name="connsiteX184" fmla="*/ 570423 w 1279738"/>
              <a:gd name="connsiteY184" fmla="*/ 863233 h 1676876"/>
              <a:gd name="connsiteX185" fmla="*/ 583567 w 1279738"/>
              <a:gd name="connsiteY185" fmla="*/ 885331 h 1676876"/>
              <a:gd name="connsiteX186" fmla="*/ 628716 w 1279738"/>
              <a:gd name="connsiteY186" fmla="*/ 888855 h 1676876"/>
              <a:gd name="connsiteX187" fmla="*/ 635479 w 1279738"/>
              <a:gd name="connsiteY187" fmla="*/ 855613 h 1676876"/>
              <a:gd name="connsiteX188" fmla="*/ 675674 w 1279738"/>
              <a:gd name="connsiteY188" fmla="*/ 804369 h 1676876"/>
              <a:gd name="connsiteX189" fmla="*/ 668435 w 1279738"/>
              <a:gd name="connsiteY189" fmla="*/ 881045 h 1676876"/>
              <a:gd name="connsiteX190" fmla="*/ 654910 w 1279738"/>
              <a:gd name="connsiteY190" fmla="*/ 913906 h 1676876"/>
              <a:gd name="connsiteX191" fmla="*/ 691962 w 1279738"/>
              <a:gd name="connsiteY191" fmla="*/ 934575 h 1676876"/>
              <a:gd name="connsiteX192" fmla="*/ 705011 w 1279738"/>
              <a:gd name="connsiteY192" fmla="*/ 914382 h 1676876"/>
              <a:gd name="connsiteX193" fmla="*/ 708631 w 1279738"/>
              <a:gd name="connsiteY193" fmla="*/ 942386 h 1676876"/>
              <a:gd name="connsiteX194" fmla="*/ 659291 w 1279738"/>
              <a:gd name="connsiteY194" fmla="*/ 1017252 h 1676876"/>
              <a:gd name="connsiteX195" fmla="*/ 605284 w 1279738"/>
              <a:gd name="connsiteY195" fmla="*/ 1108978 h 1676876"/>
              <a:gd name="connsiteX196" fmla="*/ 547849 w 1279738"/>
              <a:gd name="connsiteY196" fmla="*/ 1198704 h 1676876"/>
              <a:gd name="connsiteX197" fmla="*/ 567946 w 1279738"/>
              <a:gd name="connsiteY197" fmla="*/ 1219278 h 1676876"/>
              <a:gd name="connsiteX198" fmla="*/ 615000 w 1279738"/>
              <a:gd name="connsiteY198" fmla="*/ 1237851 h 1676876"/>
              <a:gd name="connsiteX199" fmla="*/ 622525 w 1279738"/>
              <a:gd name="connsiteY199" fmla="*/ 1163937 h 1676876"/>
              <a:gd name="connsiteX200" fmla="*/ 650814 w 1279738"/>
              <a:gd name="connsiteY200" fmla="*/ 1144983 h 1676876"/>
              <a:gd name="connsiteX201" fmla="*/ 683008 w 1279738"/>
              <a:gd name="connsiteY201" fmla="*/ 1107740 h 1676876"/>
              <a:gd name="connsiteX202" fmla="*/ 759304 w 1279738"/>
              <a:gd name="connsiteY202" fmla="*/ 1045923 h 1676876"/>
              <a:gd name="connsiteX203" fmla="*/ 899988 w 1279738"/>
              <a:gd name="connsiteY203" fmla="*/ 928289 h 1676876"/>
              <a:gd name="connsiteX204" fmla="*/ 1001810 w 1279738"/>
              <a:gd name="connsiteY204" fmla="*/ 756744 h 1676876"/>
              <a:gd name="connsiteX205" fmla="*/ 1009716 w 1279738"/>
              <a:gd name="connsiteY205" fmla="*/ 652731 h 1676876"/>
              <a:gd name="connsiteX206" fmla="*/ 991714 w 1279738"/>
              <a:gd name="connsiteY206" fmla="*/ 577483 h 1676876"/>
              <a:gd name="connsiteX207" fmla="*/ 886081 w 1279738"/>
              <a:gd name="connsiteY207" fmla="*/ 441752 h 1676876"/>
              <a:gd name="connsiteX208" fmla="*/ 714250 w 1279738"/>
              <a:gd name="connsiteY208" fmla="*/ 360123 h 1676876"/>
              <a:gd name="connsiteX209" fmla="*/ 629192 w 1279738"/>
              <a:gd name="connsiteY209" fmla="*/ 371457 h 1676876"/>
              <a:gd name="connsiteX210" fmla="*/ 580424 w 1279738"/>
              <a:gd name="connsiteY210" fmla="*/ 390698 h 1676876"/>
              <a:gd name="connsiteX211" fmla="*/ 559850 w 1279738"/>
              <a:gd name="connsiteY211" fmla="*/ 408700 h 1676876"/>
              <a:gd name="connsiteX212" fmla="*/ 560612 w 1279738"/>
              <a:gd name="connsiteY212" fmla="*/ 402985 h 1676876"/>
              <a:gd name="connsiteX213" fmla="*/ 560612 w 1279738"/>
              <a:gd name="connsiteY213" fmla="*/ 403176 h 1676876"/>
              <a:gd name="connsiteX214" fmla="*/ 422404 w 1279738"/>
              <a:gd name="connsiteY214" fmla="*/ 1263378 h 1676876"/>
              <a:gd name="connsiteX215" fmla="*/ 454885 w 1279738"/>
              <a:gd name="connsiteY215" fmla="*/ 1271379 h 1676876"/>
              <a:gd name="connsiteX216" fmla="*/ 487651 w 1279738"/>
              <a:gd name="connsiteY216" fmla="*/ 1280809 h 1676876"/>
              <a:gd name="connsiteX217" fmla="*/ 523655 w 1279738"/>
              <a:gd name="connsiteY217" fmla="*/ 1294335 h 1676876"/>
              <a:gd name="connsiteX218" fmla="*/ 547372 w 1279738"/>
              <a:gd name="connsiteY218" fmla="*/ 1303574 h 1676876"/>
              <a:gd name="connsiteX219" fmla="*/ 562898 w 1279738"/>
              <a:gd name="connsiteY219" fmla="*/ 1302526 h 1676876"/>
              <a:gd name="connsiteX220" fmla="*/ 633574 w 1279738"/>
              <a:gd name="connsiteY220" fmla="*/ 1312242 h 1676876"/>
              <a:gd name="connsiteX221" fmla="*/ 603284 w 1279738"/>
              <a:gd name="connsiteY221" fmla="*/ 1246043 h 1676876"/>
              <a:gd name="connsiteX222" fmla="*/ 495175 w 1279738"/>
              <a:gd name="connsiteY222" fmla="*/ 1218325 h 1676876"/>
              <a:gd name="connsiteX223" fmla="*/ 466029 w 1279738"/>
              <a:gd name="connsiteY223" fmla="*/ 1212134 h 1676876"/>
              <a:gd name="connsiteX224" fmla="*/ 453551 w 1279738"/>
              <a:gd name="connsiteY224" fmla="*/ 1215182 h 1676876"/>
              <a:gd name="connsiteX225" fmla="*/ 412213 w 1279738"/>
              <a:gd name="connsiteY225" fmla="*/ 1200990 h 1676876"/>
              <a:gd name="connsiteX226" fmla="*/ 299437 w 1279738"/>
              <a:gd name="connsiteY226" fmla="*/ 1197465 h 1676876"/>
              <a:gd name="connsiteX227" fmla="*/ 323916 w 1279738"/>
              <a:gd name="connsiteY227" fmla="*/ 1220992 h 1676876"/>
              <a:gd name="connsiteX228" fmla="*/ 366207 w 1279738"/>
              <a:gd name="connsiteY228" fmla="*/ 1248615 h 1676876"/>
              <a:gd name="connsiteX229" fmla="*/ 422500 w 1279738"/>
              <a:gd name="connsiteY229" fmla="*/ 1263378 h 1676876"/>
              <a:gd name="connsiteX230" fmla="*/ 553278 w 1279738"/>
              <a:gd name="connsiteY230" fmla="*/ 860471 h 1676876"/>
              <a:gd name="connsiteX231" fmla="*/ 576995 w 1279738"/>
              <a:gd name="connsiteY231" fmla="*/ 822847 h 1676876"/>
              <a:gd name="connsiteX232" fmla="*/ 566518 w 1279738"/>
              <a:gd name="connsiteY232" fmla="*/ 777889 h 1676876"/>
              <a:gd name="connsiteX233" fmla="*/ 543467 w 1279738"/>
              <a:gd name="connsiteY233" fmla="*/ 812751 h 1676876"/>
              <a:gd name="connsiteX234" fmla="*/ 553278 w 1279738"/>
              <a:gd name="connsiteY234" fmla="*/ 860471 h 1676876"/>
              <a:gd name="connsiteX235" fmla="*/ 651576 w 1279738"/>
              <a:gd name="connsiteY235" fmla="*/ 839040 h 1676876"/>
              <a:gd name="connsiteX236" fmla="*/ 669959 w 1279738"/>
              <a:gd name="connsiteY236" fmla="*/ 862376 h 1676876"/>
              <a:gd name="connsiteX237" fmla="*/ 674722 w 1279738"/>
              <a:gd name="connsiteY237" fmla="*/ 818561 h 1676876"/>
              <a:gd name="connsiteX238" fmla="*/ 651576 w 1279738"/>
              <a:gd name="connsiteY238" fmla="*/ 839040 h 1676876"/>
              <a:gd name="connsiteX239" fmla="*/ 452980 w 1279738"/>
              <a:gd name="connsiteY239" fmla="*/ 1509504 h 1676876"/>
              <a:gd name="connsiteX240" fmla="*/ 468601 w 1279738"/>
              <a:gd name="connsiteY240" fmla="*/ 1504551 h 1676876"/>
              <a:gd name="connsiteX241" fmla="*/ 447646 w 1279738"/>
              <a:gd name="connsiteY241" fmla="*/ 1505028 h 1676876"/>
              <a:gd name="connsiteX242" fmla="*/ 452980 w 1279738"/>
              <a:gd name="connsiteY242" fmla="*/ 1509504 h 1676876"/>
              <a:gd name="connsiteX243" fmla="*/ 409450 w 1279738"/>
              <a:gd name="connsiteY243" fmla="*/ 1271570 h 1676876"/>
              <a:gd name="connsiteX244" fmla="*/ 409736 w 1279738"/>
              <a:gd name="connsiteY244" fmla="*/ 1270617 h 1676876"/>
              <a:gd name="connsiteX245" fmla="*/ 393258 w 1279738"/>
              <a:gd name="connsiteY245" fmla="*/ 1266236 h 1676876"/>
              <a:gd name="connsiteX246" fmla="*/ 409450 w 1279738"/>
              <a:gd name="connsiteY246" fmla="*/ 1271475 h 1676876"/>
              <a:gd name="connsiteX247" fmla="*/ 560707 w 1279738"/>
              <a:gd name="connsiteY247" fmla="*/ 1312908 h 1676876"/>
              <a:gd name="connsiteX248" fmla="*/ 555564 w 1279738"/>
              <a:gd name="connsiteY248" fmla="*/ 1313575 h 1676876"/>
              <a:gd name="connsiteX249" fmla="*/ 564517 w 1279738"/>
              <a:gd name="connsiteY249" fmla="*/ 1316623 h 1676876"/>
              <a:gd name="connsiteX250" fmla="*/ 560707 w 1279738"/>
              <a:gd name="connsiteY250" fmla="*/ 1312908 h 1676876"/>
              <a:gd name="connsiteX251" fmla="*/ 314105 w 1279738"/>
              <a:gd name="connsiteY251" fmla="*/ 1233184 h 1676876"/>
              <a:gd name="connsiteX252" fmla="*/ 325345 w 1279738"/>
              <a:gd name="connsiteY252" fmla="*/ 1240233 h 1676876"/>
              <a:gd name="connsiteX253" fmla="*/ 314105 w 1279738"/>
              <a:gd name="connsiteY253" fmla="*/ 1233184 h 1676876"/>
              <a:gd name="connsiteX254" fmla="*/ 400973 w 1279738"/>
              <a:gd name="connsiteY254" fmla="*/ 1486835 h 1676876"/>
              <a:gd name="connsiteX255" fmla="*/ 399449 w 1279738"/>
              <a:gd name="connsiteY255" fmla="*/ 1487692 h 1676876"/>
              <a:gd name="connsiteX256" fmla="*/ 402211 w 1279738"/>
              <a:gd name="connsiteY256" fmla="*/ 1488073 h 1676876"/>
              <a:gd name="connsiteX257" fmla="*/ 401068 w 1279738"/>
              <a:gd name="connsiteY257" fmla="*/ 1486835 h 1676876"/>
              <a:gd name="connsiteX258" fmla="*/ 442026 w 1279738"/>
              <a:gd name="connsiteY258" fmla="*/ 1275189 h 1676876"/>
              <a:gd name="connsiteX259" fmla="*/ 440883 w 1279738"/>
              <a:gd name="connsiteY259" fmla="*/ 1274713 h 1676876"/>
              <a:gd name="connsiteX260" fmla="*/ 442026 w 1279738"/>
              <a:gd name="connsiteY260" fmla="*/ 1275189 h 1676876"/>
              <a:gd name="connsiteX261" fmla="*/ 93316 w 1279738"/>
              <a:gd name="connsiteY261" fmla="*/ 480042 h 1676876"/>
              <a:gd name="connsiteX262" fmla="*/ 41595 w 1279738"/>
              <a:gd name="connsiteY262" fmla="*/ 433941 h 1676876"/>
              <a:gd name="connsiteX263" fmla="*/ 14639 w 1279738"/>
              <a:gd name="connsiteY263" fmla="*/ 411558 h 1676876"/>
              <a:gd name="connsiteX264" fmla="*/ 1780 w 1279738"/>
              <a:gd name="connsiteY264" fmla="*/ 410129 h 1676876"/>
              <a:gd name="connsiteX265" fmla="*/ 55120 w 1279738"/>
              <a:gd name="connsiteY265" fmla="*/ 456801 h 1676876"/>
              <a:gd name="connsiteX266" fmla="*/ 93316 w 1279738"/>
              <a:gd name="connsiteY266" fmla="*/ 480042 h 1676876"/>
              <a:gd name="connsiteX267" fmla="*/ 1201930 w 1279738"/>
              <a:gd name="connsiteY267" fmla="*/ 912192 h 1676876"/>
              <a:gd name="connsiteX268" fmla="*/ 1259366 w 1279738"/>
              <a:gd name="connsiteY268" fmla="*/ 921240 h 1676876"/>
              <a:gd name="connsiteX269" fmla="*/ 1270796 w 1279738"/>
              <a:gd name="connsiteY269" fmla="*/ 910382 h 1676876"/>
              <a:gd name="connsiteX270" fmla="*/ 1217456 w 1279738"/>
              <a:gd name="connsiteY270" fmla="*/ 902095 h 1676876"/>
              <a:gd name="connsiteX271" fmla="*/ 1195072 w 1279738"/>
              <a:gd name="connsiteY271" fmla="*/ 900190 h 1676876"/>
              <a:gd name="connsiteX272" fmla="*/ 1201930 w 1279738"/>
              <a:gd name="connsiteY272" fmla="*/ 912096 h 1676876"/>
              <a:gd name="connsiteX273" fmla="*/ 1221266 w 1279738"/>
              <a:gd name="connsiteY273" fmla="*/ 362028 h 1676876"/>
              <a:gd name="connsiteX274" fmla="*/ 1128588 w 1279738"/>
              <a:gd name="connsiteY274" fmla="*/ 382602 h 1676876"/>
              <a:gd name="connsiteX275" fmla="*/ 1160878 w 1279738"/>
              <a:gd name="connsiteY275" fmla="*/ 380316 h 1676876"/>
              <a:gd name="connsiteX276" fmla="*/ 1221266 w 1279738"/>
              <a:gd name="connsiteY276" fmla="*/ 362123 h 1676876"/>
              <a:gd name="connsiteX277" fmla="*/ 452599 w 1279738"/>
              <a:gd name="connsiteY277" fmla="*/ 73992 h 1676876"/>
              <a:gd name="connsiteX278" fmla="*/ 446598 w 1279738"/>
              <a:gd name="connsiteY278" fmla="*/ 20937 h 1676876"/>
              <a:gd name="connsiteX279" fmla="*/ 427929 w 1279738"/>
              <a:gd name="connsiteY279" fmla="*/ 3602 h 1676876"/>
              <a:gd name="connsiteX280" fmla="*/ 442978 w 1279738"/>
              <a:gd name="connsiteY280" fmla="*/ 50941 h 1676876"/>
              <a:gd name="connsiteX281" fmla="*/ 452599 w 1279738"/>
              <a:gd name="connsiteY281" fmla="*/ 73992 h 1676876"/>
              <a:gd name="connsiteX282" fmla="*/ 902941 w 1279738"/>
              <a:gd name="connsiteY282" fmla="*/ 72182 h 1676876"/>
              <a:gd name="connsiteX283" fmla="*/ 909989 w 1279738"/>
              <a:gd name="connsiteY283" fmla="*/ 35415 h 1676876"/>
              <a:gd name="connsiteX284" fmla="*/ 898940 w 1279738"/>
              <a:gd name="connsiteY284" fmla="*/ 33701 h 1676876"/>
              <a:gd name="connsiteX285" fmla="*/ 885415 w 1279738"/>
              <a:gd name="connsiteY285" fmla="*/ 98471 h 1676876"/>
              <a:gd name="connsiteX286" fmla="*/ 902941 w 1279738"/>
              <a:gd name="connsiteY286" fmla="*/ 72277 h 1676876"/>
              <a:gd name="connsiteX287" fmla="*/ 454123 w 1279738"/>
              <a:gd name="connsiteY287" fmla="*/ 608916 h 1676876"/>
              <a:gd name="connsiteX288" fmla="*/ 456123 w 1279738"/>
              <a:gd name="connsiteY288" fmla="*/ 632538 h 1676876"/>
              <a:gd name="connsiteX289" fmla="*/ 469363 w 1279738"/>
              <a:gd name="connsiteY289" fmla="*/ 611964 h 1676876"/>
              <a:gd name="connsiteX290" fmla="*/ 508796 w 1279738"/>
              <a:gd name="connsiteY290" fmla="*/ 561767 h 1676876"/>
              <a:gd name="connsiteX291" fmla="*/ 568518 w 1279738"/>
              <a:gd name="connsiteY291" fmla="*/ 518047 h 1676876"/>
              <a:gd name="connsiteX292" fmla="*/ 603570 w 1279738"/>
              <a:gd name="connsiteY292" fmla="*/ 506427 h 1676876"/>
              <a:gd name="connsiteX293" fmla="*/ 633574 w 1279738"/>
              <a:gd name="connsiteY293" fmla="*/ 498807 h 1676876"/>
              <a:gd name="connsiteX294" fmla="*/ 597283 w 1279738"/>
              <a:gd name="connsiteY294" fmla="*/ 493663 h 1676876"/>
              <a:gd name="connsiteX295" fmla="*/ 535847 w 1279738"/>
              <a:gd name="connsiteY295" fmla="*/ 521190 h 1676876"/>
              <a:gd name="connsiteX296" fmla="*/ 454123 w 1279738"/>
              <a:gd name="connsiteY296" fmla="*/ 609011 h 1676876"/>
              <a:gd name="connsiteX297" fmla="*/ 692152 w 1279738"/>
              <a:gd name="connsiteY297" fmla="*/ 472613 h 1676876"/>
              <a:gd name="connsiteX298" fmla="*/ 719680 w 1279738"/>
              <a:gd name="connsiteY298" fmla="*/ 478233 h 1676876"/>
              <a:gd name="connsiteX299" fmla="*/ 692152 w 1279738"/>
              <a:gd name="connsiteY299" fmla="*/ 472613 h 1676876"/>
              <a:gd name="connsiteX300" fmla="*/ 338013 w 1279738"/>
              <a:gd name="connsiteY300" fmla="*/ 708261 h 1676876"/>
              <a:gd name="connsiteX301" fmla="*/ 338013 w 1279738"/>
              <a:gd name="connsiteY301" fmla="*/ 707595 h 1676876"/>
              <a:gd name="connsiteX302" fmla="*/ 337441 w 1279738"/>
              <a:gd name="connsiteY302" fmla="*/ 707976 h 1676876"/>
              <a:gd name="connsiteX303" fmla="*/ 338013 w 1279738"/>
              <a:gd name="connsiteY303" fmla="*/ 708261 h 1676876"/>
              <a:gd name="connsiteX304" fmla="*/ 510796 w 1279738"/>
              <a:gd name="connsiteY304" fmla="*/ 1191465 h 1676876"/>
              <a:gd name="connsiteX305" fmla="*/ 510796 w 1279738"/>
              <a:gd name="connsiteY305" fmla="*/ 1192227 h 1676876"/>
              <a:gd name="connsiteX306" fmla="*/ 511463 w 1279738"/>
              <a:gd name="connsiteY306" fmla="*/ 1191846 h 1676876"/>
              <a:gd name="connsiteX307" fmla="*/ 510796 w 1279738"/>
              <a:gd name="connsiteY307" fmla="*/ 1191465 h 1676876"/>
              <a:gd name="connsiteX308" fmla="*/ 545563 w 1279738"/>
              <a:gd name="connsiteY308" fmla="*/ 1178892 h 1676876"/>
              <a:gd name="connsiteX309" fmla="*/ 545563 w 1279738"/>
              <a:gd name="connsiteY309" fmla="*/ 1178892 h 1676876"/>
              <a:gd name="connsiteX310" fmla="*/ 545563 w 1279738"/>
              <a:gd name="connsiteY310" fmla="*/ 1180320 h 1676876"/>
              <a:gd name="connsiteX311" fmla="*/ 545753 w 1279738"/>
              <a:gd name="connsiteY311" fmla="*/ 1178892 h 1676876"/>
              <a:gd name="connsiteX312" fmla="*/ 487460 w 1279738"/>
              <a:gd name="connsiteY312" fmla="*/ 1492645 h 1676876"/>
              <a:gd name="connsiteX313" fmla="*/ 487460 w 1279738"/>
              <a:gd name="connsiteY313" fmla="*/ 1492645 h 1676876"/>
              <a:gd name="connsiteX314" fmla="*/ 487460 w 1279738"/>
              <a:gd name="connsiteY314" fmla="*/ 1492645 h 1676876"/>
              <a:gd name="connsiteX315" fmla="*/ 309819 w 1279738"/>
              <a:gd name="connsiteY315" fmla="*/ 1549890 h 1676876"/>
              <a:gd name="connsiteX316" fmla="*/ 309819 w 1279738"/>
              <a:gd name="connsiteY316" fmla="*/ 1549890 h 1676876"/>
              <a:gd name="connsiteX317" fmla="*/ 309819 w 1279738"/>
              <a:gd name="connsiteY317" fmla="*/ 1549224 h 1676876"/>
              <a:gd name="connsiteX318" fmla="*/ 309819 w 1279738"/>
              <a:gd name="connsiteY318" fmla="*/ 1549986 h 167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</a:cxnLst>
            <a:rect l="l" t="t" r="r" b="b"/>
            <a:pathLst>
              <a:path w="1279738" h="1676876">
                <a:moveTo>
                  <a:pt x="278386" y="1198513"/>
                </a:moveTo>
                <a:cubicBezTo>
                  <a:pt x="260194" y="1201942"/>
                  <a:pt x="283816" y="1177558"/>
                  <a:pt x="289340" y="1174986"/>
                </a:cubicBezTo>
                <a:cubicBezTo>
                  <a:pt x="304866" y="1167557"/>
                  <a:pt x="326392" y="1180511"/>
                  <a:pt x="339632" y="1170033"/>
                </a:cubicBezTo>
                <a:cubicBezTo>
                  <a:pt x="350395" y="1161461"/>
                  <a:pt x="360968" y="1132314"/>
                  <a:pt x="366493" y="1119456"/>
                </a:cubicBezTo>
                <a:cubicBezTo>
                  <a:pt x="375065" y="1099453"/>
                  <a:pt x="376303" y="1073450"/>
                  <a:pt x="374684" y="1051733"/>
                </a:cubicBezTo>
                <a:cubicBezTo>
                  <a:pt x="371922" y="1014014"/>
                  <a:pt x="356396" y="976104"/>
                  <a:pt x="346109" y="939909"/>
                </a:cubicBezTo>
                <a:cubicBezTo>
                  <a:pt x="336013" y="904286"/>
                  <a:pt x="327631" y="868377"/>
                  <a:pt x="326011" y="831229"/>
                </a:cubicBezTo>
                <a:cubicBezTo>
                  <a:pt x="324106" y="787414"/>
                  <a:pt x="318391" y="746076"/>
                  <a:pt x="324868" y="702261"/>
                </a:cubicBezTo>
                <a:cubicBezTo>
                  <a:pt x="330869" y="661970"/>
                  <a:pt x="349633" y="627394"/>
                  <a:pt x="365350" y="590247"/>
                </a:cubicBezTo>
                <a:cubicBezTo>
                  <a:pt x="380494" y="554337"/>
                  <a:pt x="405640" y="513189"/>
                  <a:pt x="435644" y="488234"/>
                </a:cubicBezTo>
                <a:cubicBezTo>
                  <a:pt x="446407" y="479280"/>
                  <a:pt x="453361" y="469184"/>
                  <a:pt x="464505" y="460802"/>
                </a:cubicBezTo>
                <a:cubicBezTo>
                  <a:pt x="483079" y="446800"/>
                  <a:pt x="500319" y="433179"/>
                  <a:pt x="517559" y="417558"/>
                </a:cubicBezTo>
                <a:cubicBezTo>
                  <a:pt x="579948" y="360885"/>
                  <a:pt x="669673" y="340215"/>
                  <a:pt x="751207" y="351360"/>
                </a:cubicBezTo>
                <a:cubicBezTo>
                  <a:pt x="795308" y="357360"/>
                  <a:pt x="834075" y="373934"/>
                  <a:pt x="868174" y="403366"/>
                </a:cubicBezTo>
                <a:cubicBezTo>
                  <a:pt x="898940" y="429941"/>
                  <a:pt x="931230" y="458802"/>
                  <a:pt x="955042" y="491568"/>
                </a:cubicBezTo>
                <a:cubicBezTo>
                  <a:pt x="966472" y="507379"/>
                  <a:pt x="981427" y="520524"/>
                  <a:pt x="989713" y="538335"/>
                </a:cubicBezTo>
                <a:cubicBezTo>
                  <a:pt x="998095" y="556433"/>
                  <a:pt x="1005049" y="576531"/>
                  <a:pt x="1009811" y="595962"/>
                </a:cubicBezTo>
                <a:cubicBezTo>
                  <a:pt x="1019431" y="635205"/>
                  <a:pt x="1024956" y="675210"/>
                  <a:pt x="1019717" y="715691"/>
                </a:cubicBezTo>
                <a:cubicBezTo>
                  <a:pt x="1013907" y="760363"/>
                  <a:pt x="1004001" y="802368"/>
                  <a:pt x="985141" y="843421"/>
                </a:cubicBezTo>
                <a:cubicBezTo>
                  <a:pt x="966663" y="883617"/>
                  <a:pt x="928372" y="919621"/>
                  <a:pt x="896654" y="949815"/>
                </a:cubicBezTo>
                <a:cubicBezTo>
                  <a:pt x="864079" y="980772"/>
                  <a:pt x="826074" y="1005156"/>
                  <a:pt x="792451" y="1034778"/>
                </a:cubicBezTo>
                <a:cubicBezTo>
                  <a:pt x="758065" y="1065068"/>
                  <a:pt x="711298" y="1088404"/>
                  <a:pt x="685580" y="1126885"/>
                </a:cubicBezTo>
                <a:cubicBezTo>
                  <a:pt x="665768" y="1156603"/>
                  <a:pt x="627001" y="1205466"/>
                  <a:pt x="631669" y="1244043"/>
                </a:cubicBezTo>
                <a:cubicBezTo>
                  <a:pt x="633669" y="1260616"/>
                  <a:pt x="651195" y="1270522"/>
                  <a:pt x="654624" y="1288143"/>
                </a:cubicBezTo>
                <a:cubicBezTo>
                  <a:pt x="656910" y="1299573"/>
                  <a:pt x="656624" y="1309956"/>
                  <a:pt x="649290" y="1319100"/>
                </a:cubicBezTo>
                <a:cubicBezTo>
                  <a:pt x="644813" y="1324719"/>
                  <a:pt x="618905" y="1331387"/>
                  <a:pt x="618905" y="1336054"/>
                </a:cubicBezTo>
                <a:cubicBezTo>
                  <a:pt x="618905" y="1340055"/>
                  <a:pt x="633574" y="1345865"/>
                  <a:pt x="636241" y="1348246"/>
                </a:cubicBezTo>
                <a:cubicBezTo>
                  <a:pt x="643575" y="1354628"/>
                  <a:pt x="648528" y="1360914"/>
                  <a:pt x="649576" y="1370725"/>
                </a:cubicBezTo>
                <a:cubicBezTo>
                  <a:pt x="651576" y="1388918"/>
                  <a:pt x="637765" y="1404158"/>
                  <a:pt x="623858" y="1413873"/>
                </a:cubicBezTo>
                <a:cubicBezTo>
                  <a:pt x="609952" y="1423494"/>
                  <a:pt x="594521" y="1424732"/>
                  <a:pt x="599284" y="1441877"/>
                </a:cubicBezTo>
                <a:cubicBezTo>
                  <a:pt x="604141" y="1459498"/>
                  <a:pt x="619000" y="1469118"/>
                  <a:pt x="609952" y="1490073"/>
                </a:cubicBezTo>
                <a:cubicBezTo>
                  <a:pt x="596521" y="1520839"/>
                  <a:pt x="545182" y="1526649"/>
                  <a:pt x="516130" y="1527507"/>
                </a:cubicBezTo>
                <a:cubicBezTo>
                  <a:pt x="505177" y="1527888"/>
                  <a:pt x="484222" y="1522554"/>
                  <a:pt x="474697" y="1528269"/>
                </a:cubicBezTo>
                <a:cubicBezTo>
                  <a:pt x="463171" y="1535222"/>
                  <a:pt x="464029" y="1562844"/>
                  <a:pt x="460219" y="1575036"/>
                </a:cubicBezTo>
                <a:cubicBezTo>
                  <a:pt x="448693" y="1611803"/>
                  <a:pt x="436597" y="1655427"/>
                  <a:pt x="396115" y="1669620"/>
                </a:cubicBezTo>
                <a:cubicBezTo>
                  <a:pt x="366207" y="1680097"/>
                  <a:pt x="334965" y="1680192"/>
                  <a:pt x="306009" y="1663524"/>
                </a:cubicBezTo>
                <a:cubicBezTo>
                  <a:pt x="276767" y="1646569"/>
                  <a:pt x="266766" y="1615899"/>
                  <a:pt x="261718" y="1584371"/>
                </a:cubicBezTo>
                <a:cubicBezTo>
                  <a:pt x="259051" y="1567416"/>
                  <a:pt x="259336" y="1550938"/>
                  <a:pt x="260384" y="1533698"/>
                </a:cubicBezTo>
                <a:cubicBezTo>
                  <a:pt x="260956" y="1524363"/>
                  <a:pt x="263527" y="1519410"/>
                  <a:pt x="265718" y="1510743"/>
                </a:cubicBezTo>
                <a:cubicBezTo>
                  <a:pt x="266575" y="1507504"/>
                  <a:pt x="264670" y="1504456"/>
                  <a:pt x="266099" y="1501122"/>
                </a:cubicBezTo>
                <a:cubicBezTo>
                  <a:pt x="267814" y="1497027"/>
                  <a:pt x="273814" y="1491502"/>
                  <a:pt x="274862" y="1488264"/>
                </a:cubicBezTo>
                <a:cubicBezTo>
                  <a:pt x="278291" y="1477310"/>
                  <a:pt x="278863" y="1484454"/>
                  <a:pt x="265909" y="1477596"/>
                </a:cubicBezTo>
                <a:cubicBezTo>
                  <a:pt x="258955" y="1473881"/>
                  <a:pt x="253717" y="1469595"/>
                  <a:pt x="247716" y="1464165"/>
                </a:cubicBezTo>
                <a:cubicBezTo>
                  <a:pt x="234857" y="1452640"/>
                  <a:pt x="216950" y="1447306"/>
                  <a:pt x="206949" y="1431209"/>
                </a:cubicBezTo>
                <a:cubicBezTo>
                  <a:pt x="196567" y="1414635"/>
                  <a:pt x="193804" y="1387680"/>
                  <a:pt x="204663" y="1370725"/>
                </a:cubicBezTo>
                <a:cubicBezTo>
                  <a:pt x="210378" y="1361772"/>
                  <a:pt x="221236" y="1353771"/>
                  <a:pt x="230952" y="1349484"/>
                </a:cubicBezTo>
                <a:cubicBezTo>
                  <a:pt x="235714" y="1347389"/>
                  <a:pt x="260194" y="1345674"/>
                  <a:pt x="261718" y="1341388"/>
                </a:cubicBezTo>
                <a:cubicBezTo>
                  <a:pt x="262099" y="1340340"/>
                  <a:pt x="241620" y="1322433"/>
                  <a:pt x="239810" y="1319195"/>
                </a:cubicBezTo>
                <a:cubicBezTo>
                  <a:pt x="232190" y="1306146"/>
                  <a:pt x="229904" y="1289763"/>
                  <a:pt x="235048" y="1275380"/>
                </a:cubicBezTo>
                <a:cubicBezTo>
                  <a:pt x="239620" y="1262807"/>
                  <a:pt x="248954" y="1254901"/>
                  <a:pt x="261146" y="1249567"/>
                </a:cubicBezTo>
                <a:cubicBezTo>
                  <a:pt x="265623" y="1247662"/>
                  <a:pt x="296579" y="1245186"/>
                  <a:pt x="297341" y="1242328"/>
                </a:cubicBezTo>
                <a:cubicBezTo>
                  <a:pt x="298294" y="1238804"/>
                  <a:pt x="287149" y="1228612"/>
                  <a:pt x="285244" y="1224897"/>
                </a:cubicBezTo>
                <a:cubicBezTo>
                  <a:pt x="280958" y="1216801"/>
                  <a:pt x="278672" y="1207943"/>
                  <a:pt x="278482" y="1198799"/>
                </a:cubicBezTo>
                <a:moveTo>
                  <a:pt x="432882" y="1277666"/>
                </a:moveTo>
                <a:cubicBezTo>
                  <a:pt x="431739" y="1277094"/>
                  <a:pt x="430596" y="1276809"/>
                  <a:pt x="429358" y="1276713"/>
                </a:cubicBezTo>
                <a:cubicBezTo>
                  <a:pt x="430405" y="1277380"/>
                  <a:pt x="431548" y="1277571"/>
                  <a:pt x="432787" y="1277285"/>
                </a:cubicBezTo>
                <a:lnTo>
                  <a:pt x="432787" y="1277666"/>
                </a:lnTo>
                <a:close/>
                <a:moveTo>
                  <a:pt x="300580" y="1504837"/>
                </a:moveTo>
                <a:cubicBezTo>
                  <a:pt x="295055" y="1506933"/>
                  <a:pt x="291245" y="1510552"/>
                  <a:pt x="288959" y="1515791"/>
                </a:cubicBezTo>
                <a:cubicBezTo>
                  <a:pt x="289435" y="1518839"/>
                  <a:pt x="291436" y="1520172"/>
                  <a:pt x="294960" y="1519506"/>
                </a:cubicBezTo>
                <a:cubicBezTo>
                  <a:pt x="298103" y="1520934"/>
                  <a:pt x="298770" y="1523125"/>
                  <a:pt x="296770" y="1526078"/>
                </a:cubicBezTo>
                <a:cubicBezTo>
                  <a:pt x="292198" y="1527316"/>
                  <a:pt x="289435" y="1529983"/>
                  <a:pt x="288483" y="1533984"/>
                </a:cubicBezTo>
                <a:cubicBezTo>
                  <a:pt x="290578" y="1537603"/>
                  <a:pt x="298008" y="1529888"/>
                  <a:pt x="300675" y="1535793"/>
                </a:cubicBezTo>
                <a:cubicBezTo>
                  <a:pt x="302770" y="1540365"/>
                  <a:pt x="290674" y="1549224"/>
                  <a:pt x="293912" y="1553986"/>
                </a:cubicBezTo>
                <a:cubicBezTo>
                  <a:pt x="294674" y="1555224"/>
                  <a:pt x="307723" y="1549319"/>
                  <a:pt x="309724" y="1549795"/>
                </a:cubicBezTo>
                <a:lnTo>
                  <a:pt x="309724" y="1549795"/>
                </a:lnTo>
                <a:cubicBezTo>
                  <a:pt x="307438" y="1552653"/>
                  <a:pt x="300103" y="1559320"/>
                  <a:pt x="299627" y="1563606"/>
                </a:cubicBezTo>
                <a:cubicBezTo>
                  <a:pt x="299246" y="1567131"/>
                  <a:pt x="304771" y="1567035"/>
                  <a:pt x="304580" y="1569036"/>
                </a:cubicBezTo>
                <a:cubicBezTo>
                  <a:pt x="304485" y="1570274"/>
                  <a:pt x="298008" y="1583037"/>
                  <a:pt x="299056" y="1585704"/>
                </a:cubicBezTo>
                <a:cubicBezTo>
                  <a:pt x="302961" y="1595325"/>
                  <a:pt x="322201" y="1551891"/>
                  <a:pt x="315153" y="1588943"/>
                </a:cubicBezTo>
                <a:cubicBezTo>
                  <a:pt x="314581" y="1591896"/>
                  <a:pt x="305342" y="1618185"/>
                  <a:pt x="310581" y="1620756"/>
                </a:cubicBezTo>
                <a:cubicBezTo>
                  <a:pt x="315058" y="1622947"/>
                  <a:pt x="318772" y="1608850"/>
                  <a:pt x="322678" y="1611898"/>
                </a:cubicBezTo>
                <a:cubicBezTo>
                  <a:pt x="327154" y="1615422"/>
                  <a:pt x="313438" y="1630281"/>
                  <a:pt x="320868" y="1631615"/>
                </a:cubicBezTo>
                <a:cubicBezTo>
                  <a:pt x="327345" y="1632758"/>
                  <a:pt x="329345" y="1611612"/>
                  <a:pt x="338394" y="1617232"/>
                </a:cubicBezTo>
                <a:cubicBezTo>
                  <a:pt x="346681" y="1622376"/>
                  <a:pt x="336298" y="1630853"/>
                  <a:pt x="335917" y="1638568"/>
                </a:cubicBezTo>
                <a:cubicBezTo>
                  <a:pt x="334679" y="1664095"/>
                  <a:pt x="363826" y="1658380"/>
                  <a:pt x="380780" y="1653808"/>
                </a:cubicBezTo>
                <a:cubicBezTo>
                  <a:pt x="430310" y="1640378"/>
                  <a:pt x="448027" y="1588848"/>
                  <a:pt x="453742" y="1542651"/>
                </a:cubicBezTo>
                <a:cubicBezTo>
                  <a:pt x="456885" y="1516934"/>
                  <a:pt x="439454" y="1522935"/>
                  <a:pt x="417356" y="1516934"/>
                </a:cubicBezTo>
                <a:cubicBezTo>
                  <a:pt x="393925" y="1510552"/>
                  <a:pt x="371350" y="1502265"/>
                  <a:pt x="347633" y="1496931"/>
                </a:cubicBezTo>
                <a:cubicBezTo>
                  <a:pt x="342871" y="1495884"/>
                  <a:pt x="285530" y="1482549"/>
                  <a:pt x="291150" y="1496550"/>
                </a:cubicBezTo>
                <a:cubicBezTo>
                  <a:pt x="293722" y="1503027"/>
                  <a:pt x="303532" y="1493788"/>
                  <a:pt x="305914" y="1499217"/>
                </a:cubicBezTo>
                <a:cubicBezTo>
                  <a:pt x="307533" y="1502932"/>
                  <a:pt x="302866" y="1513505"/>
                  <a:pt x="298484" y="1511981"/>
                </a:cubicBezTo>
                <a:cubicBezTo>
                  <a:pt x="297246" y="1509504"/>
                  <a:pt x="297913" y="1507028"/>
                  <a:pt x="300294" y="1504647"/>
                </a:cubicBezTo>
                <a:lnTo>
                  <a:pt x="300770" y="1505123"/>
                </a:lnTo>
                <a:lnTo>
                  <a:pt x="300484" y="1504647"/>
                </a:lnTo>
                <a:close/>
                <a:moveTo>
                  <a:pt x="259432" y="1271284"/>
                </a:moveTo>
                <a:lnTo>
                  <a:pt x="258860" y="1271284"/>
                </a:lnTo>
                <a:cubicBezTo>
                  <a:pt x="258860" y="1271284"/>
                  <a:pt x="259622" y="1271379"/>
                  <a:pt x="259622" y="1271379"/>
                </a:cubicBezTo>
                <a:cubicBezTo>
                  <a:pt x="261527" y="1274332"/>
                  <a:pt x="263813" y="1277094"/>
                  <a:pt x="266385" y="1279476"/>
                </a:cubicBezTo>
                <a:cubicBezTo>
                  <a:pt x="266671" y="1283571"/>
                  <a:pt x="266385" y="1287667"/>
                  <a:pt x="265813" y="1291668"/>
                </a:cubicBezTo>
                <a:cubicBezTo>
                  <a:pt x="266861" y="1299097"/>
                  <a:pt x="264766" y="1302812"/>
                  <a:pt x="269338" y="1308622"/>
                </a:cubicBezTo>
                <a:cubicBezTo>
                  <a:pt x="275624" y="1316718"/>
                  <a:pt x="296484" y="1329958"/>
                  <a:pt x="306009" y="1330244"/>
                </a:cubicBezTo>
                <a:cubicBezTo>
                  <a:pt x="308676" y="1330244"/>
                  <a:pt x="316201" y="1327291"/>
                  <a:pt x="320868" y="1327386"/>
                </a:cubicBezTo>
                <a:cubicBezTo>
                  <a:pt x="327440" y="1327386"/>
                  <a:pt x="331441" y="1329101"/>
                  <a:pt x="337251" y="1331006"/>
                </a:cubicBezTo>
                <a:cubicBezTo>
                  <a:pt x="345728" y="1333863"/>
                  <a:pt x="378875" y="1356819"/>
                  <a:pt x="384209" y="1354723"/>
                </a:cubicBezTo>
                <a:cubicBezTo>
                  <a:pt x="389448" y="1352723"/>
                  <a:pt x="377827" y="1348151"/>
                  <a:pt x="389638" y="1347103"/>
                </a:cubicBezTo>
                <a:cubicBezTo>
                  <a:pt x="386209" y="1347389"/>
                  <a:pt x="410498" y="1351485"/>
                  <a:pt x="410022" y="1351389"/>
                </a:cubicBezTo>
                <a:cubicBezTo>
                  <a:pt x="426691" y="1356438"/>
                  <a:pt x="446312" y="1369392"/>
                  <a:pt x="461266" y="1379774"/>
                </a:cubicBezTo>
                <a:cubicBezTo>
                  <a:pt x="462409" y="1367677"/>
                  <a:pt x="430596" y="1354818"/>
                  <a:pt x="461457" y="1365391"/>
                </a:cubicBezTo>
                <a:cubicBezTo>
                  <a:pt x="464219" y="1366058"/>
                  <a:pt x="466791" y="1365201"/>
                  <a:pt x="468982" y="1362915"/>
                </a:cubicBezTo>
                <a:cubicBezTo>
                  <a:pt x="473935" y="1365201"/>
                  <a:pt x="478411" y="1368153"/>
                  <a:pt x="482317" y="1371963"/>
                </a:cubicBezTo>
                <a:cubicBezTo>
                  <a:pt x="490318" y="1377488"/>
                  <a:pt x="496890" y="1385108"/>
                  <a:pt x="506701" y="1384251"/>
                </a:cubicBezTo>
                <a:cubicBezTo>
                  <a:pt x="512416" y="1383774"/>
                  <a:pt x="511654" y="1377583"/>
                  <a:pt x="518607" y="1377202"/>
                </a:cubicBezTo>
                <a:cubicBezTo>
                  <a:pt x="525274" y="1380822"/>
                  <a:pt x="531847" y="1384536"/>
                  <a:pt x="538419" y="1388251"/>
                </a:cubicBezTo>
                <a:cubicBezTo>
                  <a:pt x="542515" y="1391871"/>
                  <a:pt x="546896" y="1392252"/>
                  <a:pt x="551563" y="1389394"/>
                </a:cubicBezTo>
                <a:cubicBezTo>
                  <a:pt x="557945" y="1390442"/>
                  <a:pt x="602332" y="1401205"/>
                  <a:pt x="601855" y="1405301"/>
                </a:cubicBezTo>
                <a:cubicBezTo>
                  <a:pt x="600808" y="1413588"/>
                  <a:pt x="538609" y="1394061"/>
                  <a:pt x="564422" y="1416255"/>
                </a:cubicBezTo>
                <a:cubicBezTo>
                  <a:pt x="581853" y="1431209"/>
                  <a:pt x="618238" y="1403967"/>
                  <a:pt x="629764" y="1390156"/>
                </a:cubicBezTo>
                <a:cubicBezTo>
                  <a:pt x="662720" y="1350913"/>
                  <a:pt x="552421" y="1329958"/>
                  <a:pt x="529751" y="1321671"/>
                </a:cubicBezTo>
                <a:cubicBezTo>
                  <a:pt x="485079" y="1305288"/>
                  <a:pt x="437835" y="1299478"/>
                  <a:pt x="392591" y="1284905"/>
                </a:cubicBezTo>
                <a:cubicBezTo>
                  <a:pt x="370969" y="1277952"/>
                  <a:pt x="350110" y="1275094"/>
                  <a:pt x="328964" y="1269379"/>
                </a:cubicBezTo>
                <a:cubicBezTo>
                  <a:pt x="311533" y="1264617"/>
                  <a:pt x="273624" y="1249567"/>
                  <a:pt x="259432" y="1271189"/>
                </a:cubicBezTo>
                <a:moveTo>
                  <a:pt x="487365" y="1492550"/>
                </a:moveTo>
                <a:lnTo>
                  <a:pt x="487365" y="1492550"/>
                </a:lnTo>
                <a:cubicBezTo>
                  <a:pt x="484317" y="1504932"/>
                  <a:pt x="490984" y="1499979"/>
                  <a:pt x="497557" y="1502456"/>
                </a:cubicBezTo>
                <a:cubicBezTo>
                  <a:pt x="496318" y="1501980"/>
                  <a:pt x="505081" y="1501027"/>
                  <a:pt x="506415" y="1501027"/>
                </a:cubicBezTo>
                <a:cubicBezTo>
                  <a:pt x="513082" y="1501599"/>
                  <a:pt x="516321" y="1509028"/>
                  <a:pt x="525179" y="1508838"/>
                </a:cubicBezTo>
                <a:cubicBezTo>
                  <a:pt x="517654" y="1500360"/>
                  <a:pt x="511463" y="1498074"/>
                  <a:pt x="518893" y="1490740"/>
                </a:cubicBezTo>
                <a:cubicBezTo>
                  <a:pt x="521464" y="1488168"/>
                  <a:pt x="540324" y="1484835"/>
                  <a:pt x="544420" y="1484168"/>
                </a:cubicBezTo>
                <a:cubicBezTo>
                  <a:pt x="550325" y="1483215"/>
                  <a:pt x="564327" y="1481787"/>
                  <a:pt x="567089" y="1489026"/>
                </a:cubicBezTo>
                <a:cubicBezTo>
                  <a:pt x="570709" y="1498836"/>
                  <a:pt x="555564" y="1496169"/>
                  <a:pt x="555850" y="1499789"/>
                </a:cubicBezTo>
                <a:cubicBezTo>
                  <a:pt x="556231" y="1505313"/>
                  <a:pt x="591378" y="1491407"/>
                  <a:pt x="594140" y="1487216"/>
                </a:cubicBezTo>
                <a:cubicBezTo>
                  <a:pt x="610618" y="1462165"/>
                  <a:pt x="576233" y="1444258"/>
                  <a:pt x="560707" y="1433304"/>
                </a:cubicBezTo>
                <a:cubicBezTo>
                  <a:pt x="521083" y="1405206"/>
                  <a:pt x="468791" y="1399300"/>
                  <a:pt x="421642" y="1388537"/>
                </a:cubicBezTo>
                <a:cubicBezTo>
                  <a:pt x="394496" y="1382346"/>
                  <a:pt x="366493" y="1381012"/>
                  <a:pt x="339156" y="1375583"/>
                </a:cubicBezTo>
                <a:cubicBezTo>
                  <a:pt x="315439" y="1370916"/>
                  <a:pt x="294293" y="1363867"/>
                  <a:pt x="269719" y="1364343"/>
                </a:cubicBezTo>
                <a:cubicBezTo>
                  <a:pt x="248287" y="1364724"/>
                  <a:pt x="219046" y="1361010"/>
                  <a:pt x="212378" y="1388346"/>
                </a:cubicBezTo>
                <a:cubicBezTo>
                  <a:pt x="210568" y="1395871"/>
                  <a:pt x="225237" y="1445782"/>
                  <a:pt x="236191" y="1435400"/>
                </a:cubicBezTo>
                <a:cubicBezTo>
                  <a:pt x="238953" y="1432733"/>
                  <a:pt x="210473" y="1390537"/>
                  <a:pt x="236953" y="1408254"/>
                </a:cubicBezTo>
                <a:cubicBezTo>
                  <a:pt x="227142" y="1401681"/>
                  <a:pt x="245049" y="1421970"/>
                  <a:pt x="242382" y="1418445"/>
                </a:cubicBezTo>
                <a:cubicBezTo>
                  <a:pt x="242763" y="1418922"/>
                  <a:pt x="247049" y="1416540"/>
                  <a:pt x="248478" y="1419017"/>
                </a:cubicBezTo>
                <a:cubicBezTo>
                  <a:pt x="252764" y="1426256"/>
                  <a:pt x="250478" y="1436733"/>
                  <a:pt x="259527" y="1440924"/>
                </a:cubicBezTo>
                <a:lnTo>
                  <a:pt x="259051" y="1441115"/>
                </a:lnTo>
                <a:lnTo>
                  <a:pt x="259336" y="1441115"/>
                </a:lnTo>
                <a:cubicBezTo>
                  <a:pt x="254002" y="1427494"/>
                  <a:pt x="262956" y="1424732"/>
                  <a:pt x="274862" y="1432066"/>
                </a:cubicBezTo>
                <a:cubicBezTo>
                  <a:pt x="279434" y="1434828"/>
                  <a:pt x="280863" y="1443115"/>
                  <a:pt x="285244" y="1445211"/>
                </a:cubicBezTo>
                <a:cubicBezTo>
                  <a:pt x="288673" y="1446830"/>
                  <a:pt x="290293" y="1442734"/>
                  <a:pt x="291245" y="1443115"/>
                </a:cubicBezTo>
                <a:cubicBezTo>
                  <a:pt x="297341" y="1445687"/>
                  <a:pt x="301913" y="1449878"/>
                  <a:pt x="309152" y="1454736"/>
                </a:cubicBezTo>
                <a:cubicBezTo>
                  <a:pt x="318201" y="1460832"/>
                  <a:pt x="329631" y="1459593"/>
                  <a:pt x="338680" y="1462260"/>
                </a:cubicBezTo>
                <a:cubicBezTo>
                  <a:pt x="360111" y="1468737"/>
                  <a:pt x="382399" y="1479882"/>
                  <a:pt x="407260" y="1480263"/>
                </a:cubicBezTo>
                <a:cubicBezTo>
                  <a:pt x="435168" y="1480739"/>
                  <a:pt x="460314" y="1486263"/>
                  <a:pt x="487270" y="1492550"/>
                </a:cubicBezTo>
                <a:moveTo>
                  <a:pt x="545563" y="1178796"/>
                </a:moveTo>
                <a:lnTo>
                  <a:pt x="545563" y="1178796"/>
                </a:lnTo>
                <a:cubicBezTo>
                  <a:pt x="553468" y="1172605"/>
                  <a:pt x="556802" y="1159080"/>
                  <a:pt x="561565" y="1150602"/>
                </a:cubicBezTo>
                <a:cubicBezTo>
                  <a:pt x="568232" y="1138696"/>
                  <a:pt x="576424" y="1128314"/>
                  <a:pt x="584329" y="1117265"/>
                </a:cubicBezTo>
                <a:cubicBezTo>
                  <a:pt x="596902" y="1099739"/>
                  <a:pt x="613381" y="1082213"/>
                  <a:pt x="623001" y="1062972"/>
                </a:cubicBezTo>
                <a:cubicBezTo>
                  <a:pt x="633955" y="1040874"/>
                  <a:pt x="642337" y="1020015"/>
                  <a:pt x="655767" y="999155"/>
                </a:cubicBezTo>
                <a:cubicBezTo>
                  <a:pt x="662815" y="988201"/>
                  <a:pt x="688819" y="960483"/>
                  <a:pt x="683580" y="948101"/>
                </a:cubicBezTo>
                <a:cubicBezTo>
                  <a:pt x="681865" y="944005"/>
                  <a:pt x="657005" y="935433"/>
                  <a:pt x="651957" y="930480"/>
                </a:cubicBezTo>
                <a:cubicBezTo>
                  <a:pt x="645670" y="924288"/>
                  <a:pt x="642813" y="910001"/>
                  <a:pt x="637003" y="905524"/>
                </a:cubicBezTo>
                <a:cubicBezTo>
                  <a:pt x="623477" y="895332"/>
                  <a:pt x="595474" y="903714"/>
                  <a:pt x="577281" y="896475"/>
                </a:cubicBezTo>
                <a:cubicBezTo>
                  <a:pt x="568708" y="893046"/>
                  <a:pt x="559660" y="885045"/>
                  <a:pt x="550039" y="885903"/>
                </a:cubicBezTo>
                <a:cubicBezTo>
                  <a:pt x="541562" y="886760"/>
                  <a:pt x="532894" y="896856"/>
                  <a:pt x="524512" y="899428"/>
                </a:cubicBezTo>
                <a:cubicBezTo>
                  <a:pt x="512320" y="903238"/>
                  <a:pt x="474982" y="886950"/>
                  <a:pt x="470125" y="891237"/>
                </a:cubicBezTo>
                <a:cubicBezTo>
                  <a:pt x="465457" y="906762"/>
                  <a:pt x="470125" y="927622"/>
                  <a:pt x="469363" y="944196"/>
                </a:cubicBezTo>
                <a:cubicBezTo>
                  <a:pt x="468410" y="963246"/>
                  <a:pt x="468886" y="982010"/>
                  <a:pt x="468601" y="1001060"/>
                </a:cubicBezTo>
                <a:cubicBezTo>
                  <a:pt x="468124" y="1035826"/>
                  <a:pt x="464314" y="1070497"/>
                  <a:pt x="462409" y="1105168"/>
                </a:cubicBezTo>
                <a:cubicBezTo>
                  <a:pt x="461266" y="1125742"/>
                  <a:pt x="448122" y="1181940"/>
                  <a:pt x="462409" y="1196894"/>
                </a:cubicBezTo>
                <a:cubicBezTo>
                  <a:pt x="466696" y="1201371"/>
                  <a:pt x="519845" y="1212705"/>
                  <a:pt x="526798" y="1210515"/>
                </a:cubicBezTo>
                <a:cubicBezTo>
                  <a:pt x="534609" y="1208038"/>
                  <a:pt x="544896" y="1186512"/>
                  <a:pt x="545658" y="1178796"/>
                </a:cubicBezTo>
                <a:moveTo>
                  <a:pt x="560898" y="403176"/>
                </a:moveTo>
                <a:cubicBezTo>
                  <a:pt x="542705" y="413653"/>
                  <a:pt x="528989" y="426036"/>
                  <a:pt x="515749" y="439085"/>
                </a:cubicBezTo>
                <a:cubicBezTo>
                  <a:pt x="501271" y="453468"/>
                  <a:pt x="481364" y="460516"/>
                  <a:pt x="467077" y="475375"/>
                </a:cubicBezTo>
                <a:cubicBezTo>
                  <a:pt x="450027" y="492996"/>
                  <a:pt x="429453" y="507474"/>
                  <a:pt x="417451" y="528810"/>
                </a:cubicBezTo>
                <a:cubicBezTo>
                  <a:pt x="406117" y="548813"/>
                  <a:pt x="391924" y="566625"/>
                  <a:pt x="381066" y="587199"/>
                </a:cubicBezTo>
                <a:cubicBezTo>
                  <a:pt x="383638" y="597295"/>
                  <a:pt x="371827" y="610440"/>
                  <a:pt x="367064" y="618345"/>
                </a:cubicBezTo>
                <a:cubicBezTo>
                  <a:pt x="358111" y="633204"/>
                  <a:pt x="348967" y="653302"/>
                  <a:pt x="343347" y="669590"/>
                </a:cubicBezTo>
                <a:cubicBezTo>
                  <a:pt x="331441" y="703785"/>
                  <a:pt x="328964" y="740361"/>
                  <a:pt x="332012" y="776175"/>
                </a:cubicBezTo>
                <a:cubicBezTo>
                  <a:pt x="335251" y="814560"/>
                  <a:pt x="335917" y="853137"/>
                  <a:pt x="344871" y="890760"/>
                </a:cubicBezTo>
                <a:cubicBezTo>
                  <a:pt x="351729" y="919335"/>
                  <a:pt x="359825" y="947720"/>
                  <a:pt x="367350" y="975819"/>
                </a:cubicBezTo>
                <a:cubicBezTo>
                  <a:pt x="377542" y="1013633"/>
                  <a:pt x="392020" y="1053828"/>
                  <a:pt x="386209" y="1093643"/>
                </a:cubicBezTo>
                <a:cubicBezTo>
                  <a:pt x="384400" y="1105835"/>
                  <a:pt x="381066" y="1124885"/>
                  <a:pt x="374970" y="1135458"/>
                </a:cubicBezTo>
                <a:cubicBezTo>
                  <a:pt x="369826" y="1144411"/>
                  <a:pt x="352681" y="1155651"/>
                  <a:pt x="354205" y="1166700"/>
                </a:cubicBezTo>
                <a:cubicBezTo>
                  <a:pt x="356110" y="1180416"/>
                  <a:pt x="384209" y="1182130"/>
                  <a:pt x="393258" y="1183559"/>
                </a:cubicBezTo>
                <a:cubicBezTo>
                  <a:pt x="405355" y="1185464"/>
                  <a:pt x="429453" y="1197751"/>
                  <a:pt x="441073" y="1194132"/>
                </a:cubicBezTo>
                <a:cubicBezTo>
                  <a:pt x="458028" y="1188798"/>
                  <a:pt x="451837" y="1140696"/>
                  <a:pt x="452789" y="1123266"/>
                </a:cubicBezTo>
                <a:cubicBezTo>
                  <a:pt x="456123" y="1061639"/>
                  <a:pt x="457361" y="1000965"/>
                  <a:pt x="458218" y="939433"/>
                </a:cubicBezTo>
                <a:cubicBezTo>
                  <a:pt x="458409" y="928098"/>
                  <a:pt x="447265" y="850089"/>
                  <a:pt x="456218" y="845136"/>
                </a:cubicBezTo>
                <a:cubicBezTo>
                  <a:pt x="464981" y="840278"/>
                  <a:pt x="469077" y="861995"/>
                  <a:pt x="472411" y="867615"/>
                </a:cubicBezTo>
                <a:cubicBezTo>
                  <a:pt x="480031" y="880378"/>
                  <a:pt x="489270" y="885903"/>
                  <a:pt x="504700" y="887617"/>
                </a:cubicBezTo>
                <a:cubicBezTo>
                  <a:pt x="516416" y="888855"/>
                  <a:pt x="539276" y="883617"/>
                  <a:pt x="541943" y="870186"/>
                </a:cubicBezTo>
                <a:cubicBezTo>
                  <a:pt x="543562" y="861900"/>
                  <a:pt x="534228" y="848279"/>
                  <a:pt x="533371" y="839325"/>
                </a:cubicBezTo>
                <a:cubicBezTo>
                  <a:pt x="531561" y="821037"/>
                  <a:pt x="530608" y="777984"/>
                  <a:pt x="551373" y="770174"/>
                </a:cubicBezTo>
                <a:cubicBezTo>
                  <a:pt x="583282" y="758268"/>
                  <a:pt x="588616" y="802178"/>
                  <a:pt x="586806" y="822276"/>
                </a:cubicBezTo>
                <a:cubicBezTo>
                  <a:pt x="585282" y="839992"/>
                  <a:pt x="577281" y="848279"/>
                  <a:pt x="570423" y="863233"/>
                </a:cubicBezTo>
                <a:cubicBezTo>
                  <a:pt x="564136" y="877140"/>
                  <a:pt x="565660" y="879235"/>
                  <a:pt x="583567" y="885331"/>
                </a:cubicBezTo>
                <a:cubicBezTo>
                  <a:pt x="593283" y="888665"/>
                  <a:pt x="620524" y="896094"/>
                  <a:pt x="628716" y="888855"/>
                </a:cubicBezTo>
                <a:cubicBezTo>
                  <a:pt x="636622" y="881997"/>
                  <a:pt x="633955" y="865233"/>
                  <a:pt x="635479" y="855613"/>
                </a:cubicBezTo>
                <a:cubicBezTo>
                  <a:pt x="638527" y="837135"/>
                  <a:pt x="646242" y="794558"/>
                  <a:pt x="675674" y="804369"/>
                </a:cubicBezTo>
                <a:cubicBezTo>
                  <a:pt x="704821" y="814084"/>
                  <a:pt x="682151" y="866472"/>
                  <a:pt x="668435" y="881045"/>
                </a:cubicBezTo>
                <a:cubicBezTo>
                  <a:pt x="657100" y="893046"/>
                  <a:pt x="643194" y="895904"/>
                  <a:pt x="654910" y="913906"/>
                </a:cubicBezTo>
                <a:cubicBezTo>
                  <a:pt x="659958" y="921526"/>
                  <a:pt x="681199" y="936957"/>
                  <a:pt x="691962" y="934575"/>
                </a:cubicBezTo>
                <a:cubicBezTo>
                  <a:pt x="705106" y="931718"/>
                  <a:pt x="697486" y="915621"/>
                  <a:pt x="705011" y="914382"/>
                </a:cubicBezTo>
                <a:cubicBezTo>
                  <a:pt x="722156" y="911620"/>
                  <a:pt x="711298" y="937338"/>
                  <a:pt x="708631" y="942386"/>
                </a:cubicBezTo>
                <a:cubicBezTo>
                  <a:pt x="695486" y="968008"/>
                  <a:pt x="675007" y="992392"/>
                  <a:pt x="659291" y="1017252"/>
                </a:cubicBezTo>
                <a:cubicBezTo>
                  <a:pt x="639860" y="1047923"/>
                  <a:pt x="626811" y="1079260"/>
                  <a:pt x="605284" y="1108978"/>
                </a:cubicBezTo>
                <a:cubicBezTo>
                  <a:pt x="586044" y="1135553"/>
                  <a:pt x="560041" y="1168128"/>
                  <a:pt x="547849" y="1198704"/>
                </a:cubicBezTo>
                <a:cubicBezTo>
                  <a:pt x="540324" y="1217658"/>
                  <a:pt x="551182" y="1215277"/>
                  <a:pt x="567946" y="1219278"/>
                </a:cubicBezTo>
                <a:cubicBezTo>
                  <a:pt x="577662" y="1221659"/>
                  <a:pt x="607285" y="1239947"/>
                  <a:pt x="615000" y="1237851"/>
                </a:cubicBezTo>
                <a:cubicBezTo>
                  <a:pt x="631573" y="1233375"/>
                  <a:pt x="617762" y="1175082"/>
                  <a:pt x="622525" y="1163937"/>
                </a:cubicBezTo>
                <a:cubicBezTo>
                  <a:pt x="628049" y="1151079"/>
                  <a:pt x="640241" y="1152126"/>
                  <a:pt x="650814" y="1144983"/>
                </a:cubicBezTo>
                <a:cubicBezTo>
                  <a:pt x="664054" y="1135934"/>
                  <a:pt x="672531" y="1119932"/>
                  <a:pt x="683008" y="1107740"/>
                </a:cubicBezTo>
                <a:cubicBezTo>
                  <a:pt x="704344" y="1082880"/>
                  <a:pt x="733205" y="1065449"/>
                  <a:pt x="759304" y="1045923"/>
                </a:cubicBezTo>
                <a:cubicBezTo>
                  <a:pt x="807786" y="1009728"/>
                  <a:pt x="855887" y="969532"/>
                  <a:pt x="899988" y="928289"/>
                </a:cubicBezTo>
                <a:cubicBezTo>
                  <a:pt x="949899" y="881616"/>
                  <a:pt x="991237" y="826276"/>
                  <a:pt x="1001810" y="756744"/>
                </a:cubicBezTo>
                <a:cubicBezTo>
                  <a:pt x="1007049" y="722549"/>
                  <a:pt x="1011716" y="687306"/>
                  <a:pt x="1009716" y="652731"/>
                </a:cubicBezTo>
                <a:cubicBezTo>
                  <a:pt x="1008287" y="627013"/>
                  <a:pt x="1000000" y="601867"/>
                  <a:pt x="991714" y="577483"/>
                </a:cubicBezTo>
                <a:cubicBezTo>
                  <a:pt x="972187" y="519857"/>
                  <a:pt x="929801" y="481185"/>
                  <a:pt x="886081" y="441752"/>
                </a:cubicBezTo>
                <a:cubicBezTo>
                  <a:pt x="836361" y="396794"/>
                  <a:pt x="784831" y="359075"/>
                  <a:pt x="714250" y="360123"/>
                </a:cubicBezTo>
                <a:cubicBezTo>
                  <a:pt x="688723" y="360504"/>
                  <a:pt x="653481" y="363742"/>
                  <a:pt x="629192" y="371457"/>
                </a:cubicBezTo>
                <a:cubicBezTo>
                  <a:pt x="614238" y="376220"/>
                  <a:pt x="593283" y="381459"/>
                  <a:pt x="580424" y="390698"/>
                </a:cubicBezTo>
                <a:cubicBezTo>
                  <a:pt x="576424" y="393555"/>
                  <a:pt x="565184" y="413272"/>
                  <a:pt x="559850" y="408700"/>
                </a:cubicBezTo>
                <a:cubicBezTo>
                  <a:pt x="558898" y="406700"/>
                  <a:pt x="559183" y="404795"/>
                  <a:pt x="560612" y="402985"/>
                </a:cubicBezTo>
                <a:lnTo>
                  <a:pt x="560612" y="403176"/>
                </a:lnTo>
                <a:close/>
                <a:moveTo>
                  <a:pt x="422404" y="1263378"/>
                </a:moveTo>
                <a:cubicBezTo>
                  <a:pt x="418880" y="1243281"/>
                  <a:pt x="447169" y="1270332"/>
                  <a:pt x="454885" y="1271379"/>
                </a:cubicBezTo>
                <a:cubicBezTo>
                  <a:pt x="469744" y="1273380"/>
                  <a:pt x="472125" y="1272332"/>
                  <a:pt x="487651" y="1280809"/>
                </a:cubicBezTo>
                <a:cubicBezTo>
                  <a:pt x="499747" y="1287477"/>
                  <a:pt x="511368" y="1288715"/>
                  <a:pt x="523655" y="1294335"/>
                </a:cubicBezTo>
                <a:cubicBezTo>
                  <a:pt x="530513" y="1297478"/>
                  <a:pt x="539657" y="1302526"/>
                  <a:pt x="547372" y="1303574"/>
                </a:cubicBezTo>
                <a:cubicBezTo>
                  <a:pt x="552802" y="1304241"/>
                  <a:pt x="557755" y="1301859"/>
                  <a:pt x="562898" y="1302526"/>
                </a:cubicBezTo>
                <a:cubicBezTo>
                  <a:pt x="583948" y="1305098"/>
                  <a:pt x="612142" y="1327005"/>
                  <a:pt x="633574" y="1312242"/>
                </a:cubicBezTo>
                <a:cubicBezTo>
                  <a:pt x="661101" y="1293287"/>
                  <a:pt x="621382" y="1255092"/>
                  <a:pt x="603284" y="1246043"/>
                </a:cubicBezTo>
                <a:cubicBezTo>
                  <a:pt x="570328" y="1229660"/>
                  <a:pt x="530513" y="1226993"/>
                  <a:pt x="495175" y="1218325"/>
                </a:cubicBezTo>
                <a:cubicBezTo>
                  <a:pt x="485746" y="1216039"/>
                  <a:pt x="475744" y="1212801"/>
                  <a:pt x="466029" y="1212134"/>
                </a:cubicBezTo>
                <a:cubicBezTo>
                  <a:pt x="462695" y="1211848"/>
                  <a:pt x="456028" y="1215753"/>
                  <a:pt x="453551" y="1215182"/>
                </a:cubicBezTo>
                <a:cubicBezTo>
                  <a:pt x="440216" y="1212134"/>
                  <a:pt x="426786" y="1203847"/>
                  <a:pt x="412213" y="1200990"/>
                </a:cubicBezTo>
                <a:cubicBezTo>
                  <a:pt x="396973" y="1197942"/>
                  <a:pt x="301532" y="1174129"/>
                  <a:pt x="299437" y="1197465"/>
                </a:cubicBezTo>
                <a:cubicBezTo>
                  <a:pt x="298484" y="1207848"/>
                  <a:pt x="315820" y="1215849"/>
                  <a:pt x="323916" y="1220992"/>
                </a:cubicBezTo>
                <a:cubicBezTo>
                  <a:pt x="337727" y="1229755"/>
                  <a:pt x="350872" y="1242995"/>
                  <a:pt x="366207" y="1248615"/>
                </a:cubicBezTo>
                <a:cubicBezTo>
                  <a:pt x="371731" y="1227755"/>
                  <a:pt x="410498" y="1260235"/>
                  <a:pt x="422500" y="1263378"/>
                </a:cubicBezTo>
                <a:moveTo>
                  <a:pt x="553278" y="860471"/>
                </a:moveTo>
                <a:cubicBezTo>
                  <a:pt x="568994" y="854661"/>
                  <a:pt x="574519" y="838468"/>
                  <a:pt x="576995" y="822847"/>
                </a:cubicBezTo>
                <a:cubicBezTo>
                  <a:pt x="578233" y="814941"/>
                  <a:pt x="579091" y="778937"/>
                  <a:pt x="566518" y="777889"/>
                </a:cubicBezTo>
                <a:cubicBezTo>
                  <a:pt x="554421" y="776841"/>
                  <a:pt x="545182" y="804750"/>
                  <a:pt x="543467" y="812751"/>
                </a:cubicBezTo>
                <a:cubicBezTo>
                  <a:pt x="540514" y="826657"/>
                  <a:pt x="543467" y="849612"/>
                  <a:pt x="553278" y="860471"/>
                </a:cubicBezTo>
                <a:moveTo>
                  <a:pt x="651576" y="839040"/>
                </a:moveTo>
                <a:cubicBezTo>
                  <a:pt x="646147" y="864281"/>
                  <a:pt x="642432" y="905048"/>
                  <a:pt x="669959" y="862376"/>
                </a:cubicBezTo>
                <a:cubicBezTo>
                  <a:pt x="674055" y="855994"/>
                  <a:pt x="684342" y="823419"/>
                  <a:pt x="674722" y="818561"/>
                </a:cubicBezTo>
                <a:cubicBezTo>
                  <a:pt x="665959" y="814084"/>
                  <a:pt x="654529" y="831801"/>
                  <a:pt x="651576" y="839040"/>
                </a:cubicBezTo>
                <a:moveTo>
                  <a:pt x="452980" y="1509504"/>
                </a:moveTo>
                <a:cubicBezTo>
                  <a:pt x="455266" y="1510171"/>
                  <a:pt x="474220" y="1513695"/>
                  <a:pt x="468601" y="1504551"/>
                </a:cubicBezTo>
                <a:cubicBezTo>
                  <a:pt x="467362" y="1502551"/>
                  <a:pt x="448312" y="1501218"/>
                  <a:pt x="447646" y="1505028"/>
                </a:cubicBezTo>
                <a:cubicBezTo>
                  <a:pt x="448598" y="1507504"/>
                  <a:pt x="450408" y="1508933"/>
                  <a:pt x="452980" y="1509504"/>
                </a:cubicBezTo>
                <a:moveTo>
                  <a:pt x="409450" y="1271570"/>
                </a:moveTo>
                <a:cubicBezTo>
                  <a:pt x="409450" y="1271570"/>
                  <a:pt x="409641" y="1270998"/>
                  <a:pt x="409736" y="1270617"/>
                </a:cubicBezTo>
                <a:cubicBezTo>
                  <a:pt x="408974" y="1270332"/>
                  <a:pt x="392972" y="1263569"/>
                  <a:pt x="393258" y="1266236"/>
                </a:cubicBezTo>
                <a:cubicBezTo>
                  <a:pt x="393544" y="1269093"/>
                  <a:pt x="408307" y="1271189"/>
                  <a:pt x="409450" y="1271475"/>
                </a:cubicBezTo>
                <a:moveTo>
                  <a:pt x="560707" y="1312908"/>
                </a:moveTo>
                <a:cubicBezTo>
                  <a:pt x="558421" y="1311480"/>
                  <a:pt x="556802" y="1311765"/>
                  <a:pt x="555564" y="1313575"/>
                </a:cubicBezTo>
                <a:cubicBezTo>
                  <a:pt x="555373" y="1313766"/>
                  <a:pt x="563089" y="1319576"/>
                  <a:pt x="564517" y="1316623"/>
                </a:cubicBezTo>
                <a:cubicBezTo>
                  <a:pt x="564517" y="1314528"/>
                  <a:pt x="563184" y="1313289"/>
                  <a:pt x="560707" y="1312908"/>
                </a:cubicBezTo>
                <a:moveTo>
                  <a:pt x="314105" y="1233184"/>
                </a:moveTo>
                <a:cubicBezTo>
                  <a:pt x="316677" y="1238042"/>
                  <a:pt x="319915" y="1239661"/>
                  <a:pt x="325345" y="1240233"/>
                </a:cubicBezTo>
                <a:cubicBezTo>
                  <a:pt x="322487" y="1235565"/>
                  <a:pt x="319249" y="1233851"/>
                  <a:pt x="314105" y="1233184"/>
                </a:cubicBezTo>
                <a:moveTo>
                  <a:pt x="400973" y="1486835"/>
                </a:moveTo>
                <a:cubicBezTo>
                  <a:pt x="400402" y="1487121"/>
                  <a:pt x="399925" y="1487406"/>
                  <a:pt x="399449" y="1487692"/>
                </a:cubicBezTo>
                <a:cubicBezTo>
                  <a:pt x="400211" y="1489121"/>
                  <a:pt x="401068" y="1489216"/>
                  <a:pt x="402211" y="1488073"/>
                </a:cubicBezTo>
                <a:cubicBezTo>
                  <a:pt x="401830" y="1487692"/>
                  <a:pt x="401449" y="1487216"/>
                  <a:pt x="401068" y="1486835"/>
                </a:cubicBezTo>
                <a:moveTo>
                  <a:pt x="442026" y="1275189"/>
                </a:moveTo>
                <a:cubicBezTo>
                  <a:pt x="441931" y="1274332"/>
                  <a:pt x="441550" y="1274237"/>
                  <a:pt x="440883" y="1274713"/>
                </a:cubicBezTo>
                <a:cubicBezTo>
                  <a:pt x="440978" y="1275570"/>
                  <a:pt x="441359" y="1275666"/>
                  <a:pt x="442026" y="1275189"/>
                </a:cubicBezTo>
                <a:moveTo>
                  <a:pt x="93316" y="480042"/>
                </a:moveTo>
                <a:cubicBezTo>
                  <a:pt x="102269" y="460992"/>
                  <a:pt x="52930" y="440323"/>
                  <a:pt x="41595" y="433941"/>
                </a:cubicBezTo>
                <a:cubicBezTo>
                  <a:pt x="31117" y="428036"/>
                  <a:pt x="23402" y="417082"/>
                  <a:pt x="14639" y="411558"/>
                </a:cubicBezTo>
                <a:cubicBezTo>
                  <a:pt x="10448" y="408891"/>
                  <a:pt x="8257" y="400509"/>
                  <a:pt x="1780" y="410129"/>
                </a:cubicBezTo>
                <a:cubicBezTo>
                  <a:pt x="-10507" y="428512"/>
                  <a:pt x="44452" y="450229"/>
                  <a:pt x="55120" y="456801"/>
                </a:cubicBezTo>
                <a:cubicBezTo>
                  <a:pt x="63407" y="461945"/>
                  <a:pt x="89125" y="490234"/>
                  <a:pt x="93316" y="480042"/>
                </a:cubicBezTo>
                <a:moveTo>
                  <a:pt x="1201930" y="912192"/>
                </a:moveTo>
                <a:cubicBezTo>
                  <a:pt x="1220980" y="915430"/>
                  <a:pt x="1240411" y="917526"/>
                  <a:pt x="1259366" y="921240"/>
                </a:cubicBezTo>
                <a:cubicBezTo>
                  <a:pt x="1270606" y="923431"/>
                  <a:pt x="1291846" y="922002"/>
                  <a:pt x="1270796" y="910382"/>
                </a:cubicBezTo>
                <a:cubicBezTo>
                  <a:pt x="1258414" y="903524"/>
                  <a:pt x="1231839" y="904476"/>
                  <a:pt x="1217456" y="902095"/>
                </a:cubicBezTo>
                <a:cubicBezTo>
                  <a:pt x="1217075" y="902095"/>
                  <a:pt x="1196120" y="897714"/>
                  <a:pt x="1195072" y="900190"/>
                </a:cubicBezTo>
                <a:cubicBezTo>
                  <a:pt x="1192977" y="905429"/>
                  <a:pt x="1197073" y="910477"/>
                  <a:pt x="1201930" y="912096"/>
                </a:cubicBezTo>
                <a:moveTo>
                  <a:pt x="1221266" y="362028"/>
                </a:moveTo>
                <a:cubicBezTo>
                  <a:pt x="1218599" y="353169"/>
                  <a:pt x="1130969" y="370314"/>
                  <a:pt x="1128588" y="382602"/>
                </a:cubicBezTo>
                <a:cubicBezTo>
                  <a:pt x="1126397" y="394413"/>
                  <a:pt x="1155639" y="381554"/>
                  <a:pt x="1160878" y="380316"/>
                </a:cubicBezTo>
                <a:cubicBezTo>
                  <a:pt x="1173546" y="377363"/>
                  <a:pt x="1216504" y="374315"/>
                  <a:pt x="1221266" y="362123"/>
                </a:cubicBezTo>
                <a:moveTo>
                  <a:pt x="452599" y="73992"/>
                </a:moveTo>
                <a:cubicBezTo>
                  <a:pt x="459552" y="57418"/>
                  <a:pt x="453075" y="36558"/>
                  <a:pt x="446598" y="20937"/>
                </a:cubicBezTo>
                <a:cubicBezTo>
                  <a:pt x="444693" y="16461"/>
                  <a:pt x="435549" y="-9352"/>
                  <a:pt x="427929" y="3602"/>
                </a:cubicBezTo>
                <a:cubicBezTo>
                  <a:pt x="423833" y="10555"/>
                  <a:pt x="441264" y="43797"/>
                  <a:pt x="442978" y="50941"/>
                </a:cubicBezTo>
                <a:cubicBezTo>
                  <a:pt x="443550" y="53513"/>
                  <a:pt x="445645" y="86660"/>
                  <a:pt x="452599" y="73992"/>
                </a:cubicBezTo>
                <a:moveTo>
                  <a:pt x="902941" y="72182"/>
                </a:moveTo>
                <a:cubicBezTo>
                  <a:pt x="908084" y="62847"/>
                  <a:pt x="913513" y="46083"/>
                  <a:pt x="909989" y="35415"/>
                </a:cubicBezTo>
                <a:cubicBezTo>
                  <a:pt x="906465" y="24747"/>
                  <a:pt x="904274" y="23509"/>
                  <a:pt x="898940" y="33701"/>
                </a:cubicBezTo>
                <a:cubicBezTo>
                  <a:pt x="896845" y="37701"/>
                  <a:pt x="884462" y="97899"/>
                  <a:pt x="885415" y="98471"/>
                </a:cubicBezTo>
                <a:cubicBezTo>
                  <a:pt x="891320" y="101805"/>
                  <a:pt x="901702" y="75420"/>
                  <a:pt x="902941" y="72277"/>
                </a:cubicBezTo>
                <a:moveTo>
                  <a:pt x="454123" y="608916"/>
                </a:moveTo>
                <a:cubicBezTo>
                  <a:pt x="452408" y="613392"/>
                  <a:pt x="449646" y="632442"/>
                  <a:pt x="456123" y="632538"/>
                </a:cubicBezTo>
                <a:cubicBezTo>
                  <a:pt x="462124" y="632538"/>
                  <a:pt x="467077" y="615964"/>
                  <a:pt x="469363" y="611964"/>
                </a:cubicBezTo>
                <a:cubicBezTo>
                  <a:pt x="480126" y="593295"/>
                  <a:pt x="493461" y="576816"/>
                  <a:pt x="508796" y="561767"/>
                </a:cubicBezTo>
                <a:cubicBezTo>
                  <a:pt x="526132" y="544622"/>
                  <a:pt x="546134" y="528239"/>
                  <a:pt x="568518" y="518047"/>
                </a:cubicBezTo>
                <a:cubicBezTo>
                  <a:pt x="579757" y="512904"/>
                  <a:pt x="591568" y="509189"/>
                  <a:pt x="603570" y="506427"/>
                </a:cubicBezTo>
                <a:cubicBezTo>
                  <a:pt x="611476" y="504712"/>
                  <a:pt x="627192" y="504903"/>
                  <a:pt x="633574" y="498807"/>
                </a:cubicBezTo>
                <a:cubicBezTo>
                  <a:pt x="653767" y="479280"/>
                  <a:pt x="605761" y="491568"/>
                  <a:pt x="597283" y="493663"/>
                </a:cubicBezTo>
                <a:cubicBezTo>
                  <a:pt x="574804" y="499092"/>
                  <a:pt x="555278" y="508903"/>
                  <a:pt x="535847" y="521190"/>
                </a:cubicBezTo>
                <a:cubicBezTo>
                  <a:pt x="502986" y="541955"/>
                  <a:pt x="471839" y="574149"/>
                  <a:pt x="454123" y="609011"/>
                </a:cubicBezTo>
                <a:moveTo>
                  <a:pt x="692152" y="472613"/>
                </a:moveTo>
                <a:cubicBezTo>
                  <a:pt x="688914" y="481376"/>
                  <a:pt x="716727" y="481376"/>
                  <a:pt x="719680" y="478233"/>
                </a:cubicBezTo>
                <a:cubicBezTo>
                  <a:pt x="733396" y="464136"/>
                  <a:pt x="701201" y="459087"/>
                  <a:pt x="692152" y="472613"/>
                </a:cubicBezTo>
                <a:moveTo>
                  <a:pt x="338013" y="708261"/>
                </a:moveTo>
                <a:lnTo>
                  <a:pt x="338013" y="707595"/>
                </a:lnTo>
                <a:lnTo>
                  <a:pt x="337441" y="707976"/>
                </a:lnTo>
                <a:lnTo>
                  <a:pt x="338013" y="708261"/>
                </a:lnTo>
                <a:close/>
                <a:moveTo>
                  <a:pt x="510796" y="1191465"/>
                </a:moveTo>
                <a:lnTo>
                  <a:pt x="510796" y="1192227"/>
                </a:lnTo>
                <a:lnTo>
                  <a:pt x="511463" y="1191846"/>
                </a:lnTo>
                <a:lnTo>
                  <a:pt x="510796" y="1191465"/>
                </a:lnTo>
                <a:close/>
                <a:moveTo>
                  <a:pt x="545563" y="1178892"/>
                </a:moveTo>
                <a:cubicBezTo>
                  <a:pt x="545563" y="1178892"/>
                  <a:pt x="545563" y="1178892"/>
                  <a:pt x="545563" y="1178892"/>
                </a:cubicBezTo>
                <a:cubicBezTo>
                  <a:pt x="545563" y="1179368"/>
                  <a:pt x="545563" y="1179844"/>
                  <a:pt x="545563" y="1180320"/>
                </a:cubicBezTo>
                <a:cubicBezTo>
                  <a:pt x="545563" y="1179844"/>
                  <a:pt x="545658" y="1179368"/>
                  <a:pt x="545753" y="1178892"/>
                </a:cubicBezTo>
                <a:moveTo>
                  <a:pt x="487460" y="1492645"/>
                </a:moveTo>
                <a:cubicBezTo>
                  <a:pt x="487460" y="1492645"/>
                  <a:pt x="487460" y="1492645"/>
                  <a:pt x="487460" y="1492645"/>
                </a:cubicBezTo>
                <a:cubicBezTo>
                  <a:pt x="490032" y="1494264"/>
                  <a:pt x="490889" y="1494074"/>
                  <a:pt x="487460" y="1492645"/>
                </a:cubicBezTo>
                <a:moveTo>
                  <a:pt x="309819" y="1549890"/>
                </a:moveTo>
                <a:cubicBezTo>
                  <a:pt x="309819" y="1549890"/>
                  <a:pt x="309819" y="1549890"/>
                  <a:pt x="309819" y="1549890"/>
                </a:cubicBezTo>
                <a:cubicBezTo>
                  <a:pt x="309819" y="1549605"/>
                  <a:pt x="309819" y="1549414"/>
                  <a:pt x="309819" y="1549224"/>
                </a:cubicBezTo>
                <a:cubicBezTo>
                  <a:pt x="309819" y="1549509"/>
                  <a:pt x="309819" y="1549795"/>
                  <a:pt x="309819" y="1549986"/>
                </a:cubicBezTo>
              </a:path>
            </a:pathLst>
          </a:custGeom>
          <a:solidFill>
            <a:srgbClr val="00468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45244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eck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6D91B72-9A3F-43AB-0310-371CB3BDF9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545025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6D91B72-9A3F-43AB-0310-371CB3BDF9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Bildplatzhalter 73">
            <a:extLst>
              <a:ext uri="{FF2B5EF4-FFF2-40B4-BE49-F238E27FC236}">
                <a16:creationId xmlns:a16="http://schemas.microsoft.com/office/drawing/2014/main" id="{49D91173-DD0A-64B1-4FB3-5B2A2C8312D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412750"/>
            <a:ext cx="4092575" cy="4255602"/>
          </a:xfrm>
          <a:custGeom>
            <a:avLst/>
            <a:gdLst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742128 w 4295775"/>
              <a:gd name="connsiteY3" fmla="*/ 3557089 h 4255602"/>
              <a:gd name="connsiteX4" fmla="*/ 3733014 w 4295775"/>
              <a:gd name="connsiteY4" fmla="*/ 3567907 h 4255602"/>
              <a:gd name="connsiteX5" fmla="*/ 3654059 w 4295775"/>
              <a:gd name="connsiteY5" fmla="*/ 3646200 h 4255602"/>
              <a:gd name="connsiteX6" fmla="*/ 3885436 w 4295775"/>
              <a:gd name="connsiteY6" fmla="*/ 3379965 h 4255602"/>
              <a:gd name="connsiteX7" fmla="*/ 3856540 w 4295775"/>
              <a:gd name="connsiteY7" fmla="*/ 3421284 h 4255602"/>
              <a:gd name="connsiteX8" fmla="*/ 3810551 w 4295775"/>
              <a:gd name="connsiteY8" fmla="*/ 3475873 h 4255602"/>
              <a:gd name="connsiteX9" fmla="*/ 4017279 w 4295775"/>
              <a:gd name="connsiteY9" fmla="*/ 3175365 h 4255602"/>
              <a:gd name="connsiteX10" fmla="*/ 3966637 w 4295775"/>
              <a:gd name="connsiteY10" fmla="*/ 3263850 h 4255602"/>
              <a:gd name="connsiteX11" fmla="*/ 3943349 w 4295775"/>
              <a:gd name="connsiteY11" fmla="*/ 3297152 h 4255602"/>
              <a:gd name="connsiteX12" fmla="*/ 4147664 w 4295775"/>
              <a:gd name="connsiteY12" fmla="*/ 2906760 h 4255602"/>
              <a:gd name="connsiteX13" fmla="*/ 4143011 w 4295775"/>
              <a:gd name="connsiteY13" fmla="*/ 2920073 h 4255602"/>
              <a:gd name="connsiteX14" fmla="*/ 4062422 w 4295775"/>
              <a:gd name="connsiteY14" fmla="*/ 3096486 h 4255602"/>
              <a:gd name="connsiteX15" fmla="*/ 4057204 w 4295775"/>
              <a:gd name="connsiteY15" fmla="*/ 3105604 h 4255602"/>
              <a:gd name="connsiteX16" fmla="*/ 4220169 w 4295775"/>
              <a:gd name="connsiteY16" fmla="*/ 2684447 h 4255602"/>
              <a:gd name="connsiteX17" fmla="*/ 4207519 w 4295775"/>
              <a:gd name="connsiteY17" fmla="*/ 2735493 h 4255602"/>
              <a:gd name="connsiteX18" fmla="*/ 4170082 w 4295775"/>
              <a:gd name="connsiteY18" fmla="*/ 2842614 h 4255602"/>
              <a:gd name="connsiteX19" fmla="*/ 4256133 w 4295775"/>
              <a:gd name="connsiteY19" fmla="*/ 2536501 h 4255602"/>
              <a:gd name="connsiteX20" fmla="*/ 4255065 w 4295775"/>
              <a:gd name="connsiteY20" fmla="*/ 2543627 h 4255602"/>
              <a:gd name="connsiteX21" fmla="*/ 4250828 w 4295775"/>
              <a:gd name="connsiteY21" fmla="*/ 2560727 h 4255602"/>
              <a:gd name="connsiteX22" fmla="*/ 4285873 w 4295775"/>
              <a:gd name="connsiteY22" fmla="*/ 2323456 h 4255602"/>
              <a:gd name="connsiteX23" fmla="*/ 4284764 w 4295775"/>
              <a:gd name="connsiteY23" fmla="*/ 2345357 h 4255602"/>
              <a:gd name="connsiteX24" fmla="*/ 4282323 w 4295775"/>
              <a:gd name="connsiteY24" fmla="*/ 2361654 h 4255602"/>
              <a:gd name="connsiteX25" fmla="*/ 4295773 w 4295775"/>
              <a:gd name="connsiteY25" fmla="*/ 2127741 h 4255602"/>
              <a:gd name="connsiteX26" fmla="*/ 4295775 w 4295775"/>
              <a:gd name="connsiteY26" fmla="*/ 2127781 h 4255602"/>
              <a:gd name="connsiteX27" fmla="*/ 4295775 w 4295775"/>
              <a:gd name="connsiteY27" fmla="*/ 2127822 h 4255602"/>
              <a:gd name="connsiteX28" fmla="*/ 4295764 w 4295775"/>
              <a:gd name="connsiteY28" fmla="*/ 2128052 h 4255602"/>
              <a:gd name="connsiteX29" fmla="*/ 4282360 w 4295775"/>
              <a:gd name="connsiteY29" fmla="*/ 1894193 h 4255602"/>
              <a:gd name="connsiteX30" fmla="*/ 4284764 w 4295775"/>
              <a:gd name="connsiteY30" fmla="*/ 1910246 h 4255602"/>
              <a:gd name="connsiteX31" fmla="*/ 4285855 w 4295775"/>
              <a:gd name="connsiteY31" fmla="*/ 1931797 h 4255602"/>
              <a:gd name="connsiteX32" fmla="*/ 4251077 w 4295775"/>
              <a:gd name="connsiteY32" fmla="*/ 1695883 h 4255602"/>
              <a:gd name="connsiteX33" fmla="*/ 4255065 w 4295775"/>
              <a:gd name="connsiteY33" fmla="*/ 1711975 h 4255602"/>
              <a:gd name="connsiteX34" fmla="*/ 4256067 w 4295775"/>
              <a:gd name="connsiteY34" fmla="*/ 1718665 h 4255602"/>
              <a:gd name="connsiteX35" fmla="*/ 4170386 w 4295775"/>
              <a:gd name="connsiteY35" fmla="*/ 1413860 h 4255602"/>
              <a:gd name="connsiteX36" fmla="*/ 4207519 w 4295775"/>
              <a:gd name="connsiteY36" fmla="*/ 1520109 h 4255602"/>
              <a:gd name="connsiteX37" fmla="*/ 4220029 w 4295775"/>
              <a:gd name="connsiteY37" fmla="*/ 1570589 h 4255602"/>
              <a:gd name="connsiteX38" fmla="*/ 4057351 w 4295775"/>
              <a:gd name="connsiteY38" fmla="*/ 1150256 h 4255602"/>
              <a:gd name="connsiteX39" fmla="*/ 4062422 w 4295775"/>
              <a:gd name="connsiteY39" fmla="*/ 1159117 h 4255602"/>
              <a:gd name="connsiteX40" fmla="*/ 4143011 w 4295775"/>
              <a:gd name="connsiteY40" fmla="*/ 1335529 h 4255602"/>
              <a:gd name="connsiteX41" fmla="*/ 4147512 w 4295775"/>
              <a:gd name="connsiteY41" fmla="*/ 1348409 h 4255602"/>
              <a:gd name="connsiteX42" fmla="*/ 3943629 w 4295775"/>
              <a:gd name="connsiteY42" fmla="*/ 958851 h 4255602"/>
              <a:gd name="connsiteX43" fmla="*/ 3966637 w 4295775"/>
              <a:gd name="connsiteY43" fmla="*/ 991753 h 4255602"/>
              <a:gd name="connsiteX44" fmla="*/ 4016518 w 4295775"/>
              <a:gd name="connsiteY44" fmla="*/ 1078909 h 4255602"/>
              <a:gd name="connsiteX45" fmla="*/ 3811213 w 4295775"/>
              <a:gd name="connsiteY45" fmla="*/ 780516 h 4255602"/>
              <a:gd name="connsiteX46" fmla="*/ 3856540 w 4295775"/>
              <a:gd name="connsiteY46" fmla="*/ 834318 h 4255602"/>
              <a:gd name="connsiteX47" fmla="*/ 3884979 w 4295775"/>
              <a:gd name="connsiteY47" fmla="*/ 874985 h 4255602"/>
              <a:gd name="connsiteX48" fmla="*/ 3657534 w 4295775"/>
              <a:gd name="connsiteY48" fmla="*/ 612849 h 4255602"/>
              <a:gd name="connsiteX49" fmla="*/ 3733014 w 4295775"/>
              <a:gd name="connsiteY49" fmla="*/ 687695 h 4255602"/>
              <a:gd name="connsiteX50" fmla="*/ 3741733 w 4295775"/>
              <a:gd name="connsiteY50" fmla="*/ 698045 h 4255602"/>
              <a:gd name="connsiteX51" fmla="*/ 3435433 w 4295775"/>
              <a:gd name="connsiteY51" fmla="*/ 420945 h 4255602"/>
              <a:gd name="connsiteX52" fmla="*/ 3449206 w 4295775"/>
              <a:gd name="connsiteY52" fmla="*/ 430408 h 4255602"/>
              <a:gd name="connsiteX53" fmla="*/ 3504708 w 4295775"/>
              <a:gd name="connsiteY53" fmla="*/ 476375 h 4255602"/>
              <a:gd name="connsiteX54" fmla="*/ 0 w 4295775"/>
              <a:gd name="connsiteY54" fmla="*/ 0 h 4255602"/>
              <a:gd name="connsiteX55" fmla="*/ 2162727 w 4295775"/>
              <a:gd name="connsiteY55" fmla="*/ 0 h 4255602"/>
              <a:gd name="connsiteX56" fmla="*/ 3290693 w 4295775"/>
              <a:gd name="connsiteY56" fmla="*/ 321506 h 4255602"/>
              <a:gd name="connsiteX57" fmla="*/ 3395344 w 4295775"/>
              <a:gd name="connsiteY57" fmla="*/ 393403 h 4255602"/>
              <a:gd name="connsiteX58" fmla="*/ 3395344 w 4295775"/>
              <a:gd name="connsiteY58" fmla="*/ 660836 h 4255602"/>
              <a:gd name="connsiteX59" fmla="*/ 3403708 w 4295775"/>
              <a:gd name="connsiteY59" fmla="*/ 667091 h 4255602"/>
              <a:gd name="connsiteX60" fmla="*/ 4092575 w 4295775"/>
              <a:gd name="connsiteY60" fmla="*/ 2127801 h 4255602"/>
              <a:gd name="connsiteX61" fmla="*/ 3403708 w 4295775"/>
              <a:gd name="connsiteY61" fmla="*/ 3588511 h 4255602"/>
              <a:gd name="connsiteX62" fmla="*/ 3395344 w 4295775"/>
              <a:gd name="connsiteY62" fmla="*/ 3594766 h 4255602"/>
              <a:gd name="connsiteX63" fmla="*/ 3395344 w 4295775"/>
              <a:gd name="connsiteY63" fmla="*/ 3862200 h 4255602"/>
              <a:gd name="connsiteX64" fmla="*/ 3290693 w 4295775"/>
              <a:gd name="connsiteY64" fmla="*/ 3934097 h 4255602"/>
              <a:gd name="connsiteX65" fmla="*/ 2162727 w 4295775"/>
              <a:gd name="connsiteY65" fmla="*/ 4255602 h 4255602"/>
              <a:gd name="connsiteX66" fmla="*/ 0 w 4295775"/>
              <a:gd name="connsiteY66" fmla="*/ 4255602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4057351 w 4295775"/>
              <a:gd name="connsiteY50" fmla="*/ 1150256 h 4255602"/>
              <a:gd name="connsiteX51" fmla="*/ 4062422 w 4295775"/>
              <a:gd name="connsiteY51" fmla="*/ 1159117 h 4255602"/>
              <a:gd name="connsiteX52" fmla="*/ 4143011 w 4295775"/>
              <a:gd name="connsiteY52" fmla="*/ 1335529 h 4255602"/>
              <a:gd name="connsiteX53" fmla="*/ 4057351 w 4295775"/>
              <a:gd name="connsiteY53" fmla="*/ 1150256 h 4255602"/>
              <a:gd name="connsiteX54" fmla="*/ 3943629 w 4295775"/>
              <a:gd name="connsiteY54" fmla="*/ 958851 h 4255602"/>
              <a:gd name="connsiteX55" fmla="*/ 3966637 w 4295775"/>
              <a:gd name="connsiteY55" fmla="*/ 991753 h 4255602"/>
              <a:gd name="connsiteX56" fmla="*/ 4016518 w 4295775"/>
              <a:gd name="connsiteY56" fmla="*/ 1078909 h 4255602"/>
              <a:gd name="connsiteX57" fmla="*/ 3943629 w 4295775"/>
              <a:gd name="connsiteY57" fmla="*/ 958851 h 4255602"/>
              <a:gd name="connsiteX58" fmla="*/ 3811213 w 4295775"/>
              <a:gd name="connsiteY58" fmla="*/ 780516 h 4255602"/>
              <a:gd name="connsiteX59" fmla="*/ 3856540 w 4295775"/>
              <a:gd name="connsiteY59" fmla="*/ 834318 h 4255602"/>
              <a:gd name="connsiteX60" fmla="*/ 3884979 w 4295775"/>
              <a:gd name="connsiteY60" fmla="*/ 874985 h 4255602"/>
              <a:gd name="connsiteX61" fmla="*/ 3811213 w 4295775"/>
              <a:gd name="connsiteY61" fmla="*/ 780516 h 4255602"/>
              <a:gd name="connsiteX62" fmla="*/ 3657534 w 4295775"/>
              <a:gd name="connsiteY62" fmla="*/ 612849 h 4255602"/>
              <a:gd name="connsiteX63" fmla="*/ 3733014 w 4295775"/>
              <a:gd name="connsiteY63" fmla="*/ 687695 h 4255602"/>
              <a:gd name="connsiteX64" fmla="*/ 3741733 w 4295775"/>
              <a:gd name="connsiteY64" fmla="*/ 698045 h 4255602"/>
              <a:gd name="connsiteX65" fmla="*/ 3657534 w 4295775"/>
              <a:gd name="connsiteY65" fmla="*/ 612849 h 4255602"/>
              <a:gd name="connsiteX66" fmla="*/ 3435433 w 4295775"/>
              <a:gd name="connsiteY66" fmla="*/ 420945 h 4255602"/>
              <a:gd name="connsiteX67" fmla="*/ 3449206 w 4295775"/>
              <a:gd name="connsiteY67" fmla="*/ 430408 h 4255602"/>
              <a:gd name="connsiteX68" fmla="*/ 3504708 w 4295775"/>
              <a:gd name="connsiteY68" fmla="*/ 476375 h 4255602"/>
              <a:gd name="connsiteX69" fmla="*/ 3435433 w 4295775"/>
              <a:gd name="connsiteY69" fmla="*/ 420945 h 4255602"/>
              <a:gd name="connsiteX70" fmla="*/ 0 w 4295775"/>
              <a:gd name="connsiteY70" fmla="*/ 0 h 4255602"/>
              <a:gd name="connsiteX71" fmla="*/ 2162727 w 4295775"/>
              <a:gd name="connsiteY71" fmla="*/ 0 h 4255602"/>
              <a:gd name="connsiteX72" fmla="*/ 3290693 w 4295775"/>
              <a:gd name="connsiteY72" fmla="*/ 321506 h 4255602"/>
              <a:gd name="connsiteX73" fmla="*/ 3395344 w 4295775"/>
              <a:gd name="connsiteY73" fmla="*/ 393403 h 4255602"/>
              <a:gd name="connsiteX74" fmla="*/ 3395344 w 4295775"/>
              <a:gd name="connsiteY74" fmla="*/ 660836 h 4255602"/>
              <a:gd name="connsiteX75" fmla="*/ 3403708 w 4295775"/>
              <a:gd name="connsiteY75" fmla="*/ 667091 h 4255602"/>
              <a:gd name="connsiteX76" fmla="*/ 4092575 w 4295775"/>
              <a:gd name="connsiteY76" fmla="*/ 2127801 h 4255602"/>
              <a:gd name="connsiteX77" fmla="*/ 3403708 w 4295775"/>
              <a:gd name="connsiteY77" fmla="*/ 3588511 h 4255602"/>
              <a:gd name="connsiteX78" fmla="*/ 3395344 w 4295775"/>
              <a:gd name="connsiteY78" fmla="*/ 3594766 h 4255602"/>
              <a:gd name="connsiteX79" fmla="*/ 3395344 w 4295775"/>
              <a:gd name="connsiteY79" fmla="*/ 3862200 h 4255602"/>
              <a:gd name="connsiteX80" fmla="*/ 3290693 w 4295775"/>
              <a:gd name="connsiteY80" fmla="*/ 3934097 h 4255602"/>
              <a:gd name="connsiteX81" fmla="*/ 2162727 w 4295775"/>
              <a:gd name="connsiteY81" fmla="*/ 4255602 h 4255602"/>
              <a:gd name="connsiteX82" fmla="*/ 0 w 4295775"/>
              <a:gd name="connsiteY82" fmla="*/ 4255602 h 4255602"/>
              <a:gd name="connsiteX83" fmla="*/ 0 w 4295775"/>
              <a:gd name="connsiteY83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4057351 w 4295775"/>
              <a:gd name="connsiteY50" fmla="*/ 1150256 h 4255602"/>
              <a:gd name="connsiteX51" fmla="*/ 4062422 w 4295775"/>
              <a:gd name="connsiteY51" fmla="*/ 1159117 h 4255602"/>
              <a:gd name="connsiteX52" fmla="*/ 4057351 w 4295775"/>
              <a:gd name="connsiteY52" fmla="*/ 1150256 h 4255602"/>
              <a:gd name="connsiteX53" fmla="*/ 3943629 w 4295775"/>
              <a:gd name="connsiteY53" fmla="*/ 958851 h 4255602"/>
              <a:gd name="connsiteX54" fmla="*/ 3966637 w 4295775"/>
              <a:gd name="connsiteY54" fmla="*/ 991753 h 4255602"/>
              <a:gd name="connsiteX55" fmla="*/ 4016518 w 4295775"/>
              <a:gd name="connsiteY55" fmla="*/ 1078909 h 4255602"/>
              <a:gd name="connsiteX56" fmla="*/ 3943629 w 4295775"/>
              <a:gd name="connsiteY56" fmla="*/ 958851 h 4255602"/>
              <a:gd name="connsiteX57" fmla="*/ 3811213 w 4295775"/>
              <a:gd name="connsiteY57" fmla="*/ 780516 h 4255602"/>
              <a:gd name="connsiteX58" fmla="*/ 3856540 w 4295775"/>
              <a:gd name="connsiteY58" fmla="*/ 834318 h 4255602"/>
              <a:gd name="connsiteX59" fmla="*/ 3884979 w 4295775"/>
              <a:gd name="connsiteY59" fmla="*/ 874985 h 4255602"/>
              <a:gd name="connsiteX60" fmla="*/ 3811213 w 4295775"/>
              <a:gd name="connsiteY60" fmla="*/ 780516 h 4255602"/>
              <a:gd name="connsiteX61" fmla="*/ 3657534 w 4295775"/>
              <a:gd name="connsiteY61" fmla="*/ 612849 h 4255602"/>
              <a:gd name="connsiteX62" fmla="*/ 3733014 w 4295775"/>
              <a:gd name="connsiteY62" fmla="*/ 687695 h 4255602"/>
              <a:gd name="connsiteX63" fmla="*/ 3741733 w 4295775"/>
              <a:gd name="connsiteY63" fmla="*/ 698045 h 4255602"/>
              <a:gd name="connsiteX64" fmla="*/ 3657534 w 4295775"/>
              <a:gd name="connsiteY64" fmla="*/ 612849 h 4255602"/>
              <a:gd name="connsiteX65" fmla="*/ 3435433 w 4295775"/>
              <a:gd name="connsiteY65" fmla="*/ 420945 h 4255602"/>
              <a:gd name="connsiteX66" fmla="*/ 3449206 w 4295775"/>
              <a:gd name="connsiteY66" fmla="*/ 430408 h 4255602"/>
              <a:gd name="connsiteX67" fmla="*/ 3504708 w 4295775"/>
              <a:gd name="connsiteY67" fmla="*/ 476375 h 4255602"/>
              <a:gd name="connsiteX68" fmla="*/ 3435433 w 4295775"/>
              <a:gd name="connsiteY68" fmla="*/ 420945 h 4255602"/>
              <a:gd name="connsiteX69" fmla="*/ 0 w 4295775"/>
              <a:gd name="connsiteY69" fmla="*/ 0 h 4255602"/>
              <a:gd name="connsiteX70" fmla="*/ 2162727 w 4295775"/>
              <a:gd name="connsiteY70" fmla="*/ 0 h 4255602"/>
              <a:gd name="connsiteX71" fmla="*/ 3290693 w 4295775"/>
              <a:gd name="connsiteY71" fmla="*/ 321506 h 4255602"/>
              <a:gd name="connsiteX72" fmla="*/ 3395344 w 4295775"/>
              <a:gd name="connsiteY72" fmla="*/ 393403 h 4255602"/>
              <a:gd name="connsiteX73" fmla="*/ 3395344 w 4295775"/>
              <a:gd name="connsiteY73" fmla="*/ 660836 h 4255602"/>
              <a:gd name="connsiteX74" fmla="*/ 3403708 w 4295775"/>
              <a:gd name="connsiteY74" fmla="*/ 667091 h 4255602"/>
              <a:gd name="connsiteX75" fmla="*/ 4092575 w 4295775"/>
              <a:gd name="connsiteY75" fmla="*/ 2127801 h 4255602"/>
              <a:gd name="connsiteX76" fmla="*/ 3403708 w 4295775"/>
              <a:gd name="connsiteY76" fmla="*/ 3588511 h 4255602"/>
              <a:gd name="connsiteX77" fmla="*/ 3395344 w 4295775"/>
              <a:gd name="connsiteY77" fmla="*/ 3594766 h 4255602"/>
              <a:gd name="connsiteX78" fmla="*/ 3395344 w 4295775"/>
              <a:gd name="connsiteY78" fmla="*/ 3862200 h 4255602"/>
              <a:gd name="connsiteX79" fmla="*/ 3290693 w 4295775"/>
              <a:gd name="connsiteY79" fmla="*/ 3934097 h 4255602"/>
              <a:gd name="connsiteX80" fmla="*/ 2162727 w 4295775"/>
              <a:gd name="connsiteY80" fmla="*/ 4255602 h 4255602"/>
              <a:gd name="connsiteX81" fmla="*/ 0 w 4295775"/>
              <a:gd name="connsiteY81" fmla="*/ 4255602 h 4255602"/>
              <a:gd name="connsiteX82" fmla="*/ 0 w 4295775"/>
              <a:gd name="connsiteY82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943629 w 4295775"/>
              <a:gd name="connsiteY50" fmla="*/ 958851 h 4255602"/>
              <a:gd name="connsiteX51" fmla="*/ 3966637 w 4295775"/>
              <a:gd name="connsiteY51" fmla="*/ 991753 h 4255602"/>
              <a:gd name="connsiteX52" fmla="*/ 4016518 w 4295775"/>
              <a:gd name="connsiteY52" fmla="*/ 1078909 h 4255602"/>
              <a:gd name="connsiteX53" fmla="*/ 3943629 w 4295775"/>
              <a:gd name="connsiteY53" fmla="*/ 958851 h 4255602"/>
              <a:gd name="connsiteX54" fmla="*/ 3811213 w 4295775"/>
              <a:gd name="connsiteY54" fmla="*/ 780516 h 4255602"/>
              <a:gd name="connsiteX55" fmla="*/ 3856540 w 4295775"/>
              <a:gd name="connsiteY55" fmla="*/ 834318 h 4255602"/>
              <a:gd name="connsiteX56" fmla="*/ 3884979 w 4295775"/>
              <a:gd name="connsiteY56" fmla="*/ 874985 h 4255602"/>
              <a:gd name="connsiteX57" fmla="*/ 3811213 w 4295775"/>
              <a:gd name="connsiteY57" fmla="*/ 780516 h 4255602"/>
              <a:gd name="connsiteX58" fmla="*/ 3657534 w 4295775"/>
              <a:gd name="connsiteY58" fmla="*/ 612849 h 4255602"/>
              <a:gd name="connsiteX59" fmla="*/ 3733014 w 4295775"/>
              <a:gd name="connsiteY59" fmla="*/ 687695 h 4255602"/>
              <a:gd name="connsiteX60" fmla="*/ 3741733 w 4295775"/>
              <a:gd name="connsiteY60" fmla="*/ 698045 h 4255602"/>
              <a:gd name="connsiteX61" fmla="*/ 3657534 w 4295775"/>
              <a:gd name="connsiteY61" fmla="*/ 612849 h 4255602"/>
              <a:gd name="connsiteX62" fmla="*/ 3435433 w 4295775"/>
              <a:gd name="connsiteY62" fmla="*/ 420945 h 4255602"/>
              <a:gd name="connsiteX63" fmla="*/ 3449206 w 4295775"/>
              <a:gd name="connsiteY63" fmla="*/ 430408 h 4255602"/>
              <a:gd name="connsiteX64" fmla="*/ 3504708 w 4295775"/>
              <a:gd name="connsiteY64" fmla="*/ 476375 h 4255602"/>
              <a:gd name="connsiteX65" fmla="*/ 3435433 w 4295775"/>
              <a:gd name="connsiteY65" fmla="*/ 420945 h 4255602"/>
              <a:gd name="connsiteX66" fmla="*/ 0 w 4295775"/>
              <a:gd name="connsiteY66" fmla="*/ 0 h 4255602"/>
              <a:gd name="connsiteX67" fmla="*/ 2162727 w 4295775"/>
              <a:gd name="connsiteY67" fmla="*/ 0 h 4255602"/>
              <a:gd name="connsiteX68" fmla="*/ 3290693 w 4295775"/>
              <a:gd name="connsiteY68" fmla="*/ 321506 h 4255602"/>
              <a:gd name="connsiteX69" fmla="*/ 3395344 w 4295775"/>
              <a:gd name="connsiteY69" fmla="*/ 393403 h 4255602"/>
              <a:gd name="connsiteX70" fmla="*/ 3395344 w 4295775"/>
              <a:gd name="connsiteY70" fmla="*/ 660836 h 4255602"/>
              <a:gd name="connsiteX71" fmla="*/ 3403708 w 4295775"/>
              <a:gd name="connsiteY71" fmla="*/ 667091 h 4255602"/>
              <a:gd name="connsiteX72" fmla="*/ 4092575 w 4295775"/>
              <a:gd name="connsiteY72" fmla="*/ 2127801 h 4255602"/>
              <a:gd name="connsiteX73" fmla="*/ 3403708 w 4295775"/>
              <a:gd name="connsiteY73" fmla="*/ 3588511 h 4255602"/>
              <a:gd name="connsiteX74" fmla="*/ 3395344 w 4295775"/>
              <a:gd name="connsiteY74" fmla="*/ 3594766 h 4255602"/>
              <a:gd name="connsiteX75" fmla="*/ 3395344 w 4295775"/>
              <a:gd name="connsiteY75" fmla="*/ 3862200 h 4255602"/>
              <a:gd name="connsiteX76" fmla="*/ 3290693 w 4295775"/>
              <a:gd name="connsiteY76" fmla="*/ 3934097 h 4255602"/>
              <a:gd name="connsiteX77" fmla="*/ 2162727 w 4295775"/>
              <a:gd name="connsiteY77" fmla="*/ 4255602 h 4255602"/>
              <a:gd name="connsiteX78" fmla="*/ 0 w 4295775"/>
              <a:gd name="connsiteY78" fmla="*/ 4255602 h 4255602"/>
              <a:gd name="connsiteX79" fmla="*/ 0 w 4295775"/>
              <a:gd name="connsiteY79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943629 w 4295775"/>
              <a:gd name="connsiteY50" fmla="*/ 958851 h 4255602"/>
              <a:gd name="connsiteX51" fmla="*/ 3966637 w 4295775"/>
              <a:gd name="connsiteY51" fmla="*/ 991753 h 4255602"/>
              <a:gd name="connsiteX52" fmla="*/ 3943629 w 4295775"/>
              <a:gd name="connsiteY52" fmla="*/ 958851 h 4255602"/>
              <a:gd name="connsiteX53" fmla="*/ 3811213 w 4295775"/>
              <a:gd name="connsiteY53" fmla="*/ 780516 h 4255602"/>
              <a:gd name="connsiteX54" fmla="*/ 3856540 w 4295775"/>
              <a:gd name="connsiteY54" fmla="*/ 834318 h 4255602"/>
              <a:gd name="connsiteX55" fmla="*/ 3884979 w 4295775"/>
              <a:gd name="connsiteY55" fmla="*/ 874985 h 4255602"/>
              <a:gd name="connsiteX56" fmla="*/ 3811213 w 4295775"/>
              <a:gd name="connsiteY56" fmla="*/ 780516 h 4255602"/>
              <a:gd name="connsiteX57" fmla="*/ 3657534 w 4295775"/>
              <a:gd name="connsiteY57" fmla="*/ 612849 h 4255602"/>
              <a:gd name="connsiteX58" fmla="*/ 3733014 w 4295775"/>
              <a:gd name="connsiteY58" fmla="*/ 687695 h 4255602"/>
              <a:gd name="connsiteX59" fmla="*/ 3741733 w 4295775"/>
              <a:gd name="connsiteY59" fmla="*/ 698045 h 4255602"/>
              <a:gd name="connsiteX60" fmla="*/ 3657534 w 4295775"/>
              <a:gd name="connsiteY60" fmla="*/ 612849 h 4255602"/>
              <a:gd name="connsiteX61" fmla="*/ 3435433 w 4295775"/>
              <a:gd name="connsiteY61" fmla="*/ 420945 h 4255602"/>
              <a:gd name="connsiteX62" fmla="*/ 3449206 w 4295775"/>
              <a:gd name="connsiteY62" fmla="*/ 430408 h 4255602"/>
              <a:gd name="connsiteX63" fmla="*/ 3504708 w 4295775"/>
              <a:gd name="connsiteY63" fmla="*/ 476375 h 4255602"/>
              <a:gd name="connsiteX64" fmla="*/ 3435433 w 4295775"/>
              <a:gd name="connsiteY64" fmla="*/ 420945 h 4255602"/>
              <a:gd name="connsiteX65" fmla="*/ 0 w 4295775"/>
              <a:gd name="connsiteY65" fmla="*/ 0 h 4255602"/>
              <a:gd name="connsiteX66" fmla="*/ 2162727 w 4295775"/>
              <a:gd name="connsiteY66" fmla="*/ 0 h 4255602"/>
              <a:gd name="connsiteX67" fmla="*/ 3290693 w 4295775"/>
              <a:gd name="connsiteY67" fmla="*/ 321506 h 4255602"/>
              <a:gd name="connsiteX68" fmla="*/ 3395344 w 4295775"/>
              <a:gd name="connsiteY68" fmla="*/ 393403 h 4255602"/>
              <a:gd name="connsiteX69" fmla="*/ 3395344 w 4295775"/>
              <a:gd name="connsiteY69" fmla="*/ 660836 h 4255602"/>
              <a:gd name="connsiteX70" fmla="*/ 3403708 w 4295775"/>
              <a:gd name="connsiteY70" fmla="*/ 667091 h 4255602"/>
              <a:gd name="connsiteX71" fmla="*/ 4092575 w 4295775"/>
              <a:gd name="connsiteY71" fmla="*/ 2127801 h 4255602"/>
              <a:gd name="connsiteX72" fmla="*/ 3403708 w 4295775"/>
              <a:gd name="connsiteY72" fmla="*/ 3588511 h 4255602"/>
              <a:gd name="connsiteX73" fmla="*/ 3395344 w 4295775"/>
              <a:gd name="connsiteY73" fmla="*/ 3594766 h 4255602"/>
              <a:gd name="connsiteX74" fmla="*/ 3395344 w 4295775"/>
              <a:gd name="connsiteY74" fmla="*/ 3862200 h 4255602"/>
              <a:gd name="connsiteX75" fmla="*/ 3290693 w 4295775"/>
              <a:gd name="connsiteY75" fmla="*/ 3934097 h 4255602"/>
              <a:gd name="connsiteX76" fmla="*/ 2162727 w 4295775"/>
              <a:gd name="connsiteY76" fmla="*/ 4255602 h 4255602"/>
              <a:gd name="connsiteX77" fmla="*/ 0 w 4295775"/>
              <a:gd name="connsiteY77" fmla="*/ 4255602 h 4255602"/>
              <a:gd name="connsiteX78" fmla="*/ 0 w 4295775"/>
              <a:gd name="connsiteY78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811213 w 4295775"/>
              <a:gd name="connsiteY50" fmla="*/ 780516 h 4255602"/>
              <a:gd name="connsiteX51" fmla="*/ 3856540 w 4295775"/>
              <a:gd name="connsiteY51" fmla="*/ 834318 h 4255602"/>
              <a:gd name="connsiteX52" fmla="*/ 3884979 w 4295775"/>
              <a:gd name="connsiteY52" fmla="*/ 874985 h 4255602"/>
              <a:gd name="connsiteX53" fmla="*/ 3811213 w 4295775"/>
              <a:gd name="connsiteY53" fmla="*/ 780516 h 4255602"/>
              <a:gd name="connsiteX54" fmla="*/ 3657534 w 4295775"/>
              <a:gd name="connsiteY54" fmla="*/ 612849 h 4255602"/>
              <a:gd name="connsiteX55" fmla="*/ 3733014 w 4295775"/>
              <a:gd name="connsiteY55" fmla="*/ 687695 h 4255602"/>
              <a:gd name="connsiteX56" fmla="*/ 3741733 w 4295775"/>
              <a:gd name="connsiteY56" fmla="*/ 698045 h 4255602"/>
              <a:gd name="connsiteX57" fmla="*/ 3657534 w 4295775"/>
              <a:gd name="connsiteY57" fmla="*/ 612849 h 4255602"/>
              <a:gd name="connsiteX58" fmla="*/ 3435433 w 4295775"/>
              <a:gd name="connsiteY58" fmla="*/ 420945 h 4255602"/>
              <a:gd name="connsiteX59" fmla="*/ 3449206 w 4295775"/>
              <a:gd name="connsiteY59" fmla="*/ 430408 h 4255602"/>
              <a:gd name="connsiteX60" fmla="*/ 3504708 w 4295775"/>
              <a:gd name="connsiteY60" fmla="*/ 476375 h 4255602"/>
              <a:gd name="connsiteX61" fmla="*/ 3435433 w 4295775"/>
              <a:gd name="connsiteY61" fmla="*/ 420945 h 4255602"/>
              <a:gd name="connsiteX62" fmla="*/ 0 w 4295775"/>
              <a:gd name="connsiteY62" fmla="*/ 0 h 4255602"/>
              <a:gd name="connsiteX63" fmla="*/ 2162727 w 4295775"/>
              <a:gd name="connsiteY63" fmla="*/ 0 h 4255602"/>
              <a:gd name="connsiteX64" fmla="*/ 3290693 w 4295775"/>
              <a:gd name="connsiteY64" fmla="*/ 321506 h 4255602"/>
              <a:gd name="connsiteX65" fmla="*/ 3395344 w 4295775"/>
              <a:gd name="connsiteY65" fmla="*/ 393403 h 4255602"/>
              <a:gd name="connsiteX66" fmla="*/ 3395344 w 4295775"/>
              <a:gd name="connsiteY66" fmla="*/ 660836 h 4255602"/>
              <a:gd name="connsiteX67" fmla="*/ 3403708 w 4295775"/>
              <a:gd name="connsiteY67" fmla="*/ 667091 h 4255602"/>
              <a:gd name="connsiteX68" fmla="*/ 4092575 w 4295775"/>
              <a:gd name="connsiteY68" fmla="*/ 2127801 h 4255602"/>
              <a:gd name="connsiteX69" fmla="*/ 3403708 w 4295775"/>
              <a:gd name="connsiteY69" fmla="*/ 3588511 h 4255602"/>
              <a:gd name="connsiteX70" fmla="*/ 3395344 w 4295775"/>
              <a:gd name="connsiteY70" fmla="*/ 3594766 h 4255602"/>
              <a:gd name="connsiteX71" fmla="*/ 3395344 w 4295775"/>
              <a:gd name="connsiteY71" fmla="*/ 3862200 h 4255602"/>
              <a:gd name="connsiteX72" fmla="*/ 3290693 w 4295775"/>
              <a:gd name="connsiteY72" fmla="*/ 3934097 h 4255602"/>
              <a:gd name="connsiteX73" fmla="*/ 2162727 w 4295775"/>
              <a:gd name="connsiteY73" fmla="*/ 4255602 h 4255602"/>
              <a:gd name="connsiteX74" fmla="*/ 0 w 4295775"/>
              <a:gd name="connsiteY74" fmla="*/ 4255602 h 4255602"/>
              <a:gd name="connsiteX75" fmla="*/ 0 w 4295775"/>
              <a:gd name="connsiteY75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811213 w 4295775"/>
              <a:gd name="connsiteY50" fmla="*/ 780516 h 4255602"/>
              <a:gd name="connsiteX51" fmla="*/ 3856540 w 4295775"/>
              <a:gd name="connsiteY51" fmla="*/ 834318 h 4255602"/>
              <a:gd name="connsiteX52" fmla="*/ 3811213 w 4295775"/>
              <a:gd name="connsiteY52" fmla="*/ 780516 h 4255602"/>
              <a:gd name="connsiteX53" fmla="*/ 3657534 w 4295775"/>
              <a:gd name="connsiteY53" fmla="*/ 612849 h 4255602"/>
              <a:gd name="connsiteX54" fmla="*/ 3733014 w 4295775"/>
              <a:gd name="connsiteY54" fmla="*/ 687695 h 4255602"/>
              <a:gd name="connsiteX55" fmla="*/ 3741733 w 4295775"/>
              <a:gd name="connsiteY55" fmla="*/ 698045 h 4255602"/>
              <a:gd name="connsiteX56" fmla="*/ 3657534 w 4295775"/>
              <a:gd name="connsiteY56" fmla="*/ 612849 h 4255602"/>
              <a:gd name="connsiteX57" fmla="*/ 3435433 w 4295775"/>
              <a:gd name="connsiteY57" fmla="*/ 420945 h 4255602"/>
              <a:gd name="connsiteX58" fmla="*/ 3449206 w 4295775"/>
              <a:gd name="connsiteY58" fmla="*/ 430408 h 4255602"/>
              <a:gd name="connsiteX59" fmla="*/ 3504708 w 4295775"/>
              <a:gd name="connsiteY59" fmla="*/ 476375 h 4255602"/>
              <a:gd name="connsiteX60" fmla="*/ 3435433 w 4295775"/>
              <a:gd name="connsiteY60" fmla="*/ 420945 h 4255602"/>
              <a:gd name="connsiteX61" fmla="*/ 0 w 4295775"/>
              <a:gd name="connsiteY61" fmla="*/ 0 h 4255602"/>
              <a:gd name="connsiteX62" fmla="*/ 2162727 w 4295775"/>
              <a:gd name="connsiteY62" fmla="*/ 0 h 4255602"/>
              <a:gd name="connsiteX63" fmla="*/ 3290693 w 4295775"/>
              <a:gd name="connsiteY63" fmla="*/ 321506 h 4255602"/>
              <a:gd name="connsiteX64" fmla="*/ 3395344 w 4295775"/>
              <a:gd name="connsiteY64" fmla="*/ 393403 h 4255602"/>
              <a:gd name="connsiteX65" fmla="*/ 3395344 w 4295775"/>
              <a:gd name="connsiteY65" fmla="*/ 660836 h 4255602"/>
              <a:gd name="connsiteX66" fmla="*/ 3403708 w 4295775"/>
              <a:gd name="connsiteY66" fmla="*/ 667091 h 4255602"/>
              <a:gd name="connsiteX67" fmla="*/ 4092575 w 4295775"/>
              <a:gd name="connsiteY67" fmla="*/ 2127801 h 4255602"/>
              <a:gd name="connsiteX68" fmla="*/ 3403708 w 4295775"/>
              <a:gd name="connsiteY68" fmla="*/ 3588511 h 4255602"/>
              <a:gd name="connsiteX69" fmla="*/ 3395344 w 4295775"/>
              <a:gd name="connsiteY69" fmla="*/ 3594766 h 4255602"/>
              <a:gd name="connsiteX70" fmla="*/ 3395344 w 4295775"/>
              <a:gd name="connsiteY70" fmla="*/ 3862200 h 4255602"/>
              <a:gd name="connsiteX71" fmla="*/ 3290693 w 4295775"/>
              <a:gd name="connsiteY71" fmla="*/ 3934097 h 4255602"/>
              <a:gd name="connsiteX72" fmla="*/ 2162727 w 4295775"/>
              <a:gd name="connsiteY72" fmla="*/ 4255602 h 4255602"/>
              <a:gd name="connsiteX73" fmla="*/ 0 w 4295775"/>
              <a:gd name="connsiteY73" fmla="*/ 4255602 h 4255602"/>
              <a:gd name="connsiteX74" fmla="*/ 0 w 4295775"/>
              <a:gd name="connsiteY74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657534 w 4295775"/>
              <a:gd name="connsiteY50" fmla="*/ 612849 h 4255602"/>
              <a:gd name="connsiteX51" fmla="*/ 3733014 w 4295775"/>
              <a:gd name="connsiteY51" fmla="*/ 687695 h 4255602"/>
              <a:gd name="connsiteX52" fmla="*/ 3741733 w 4295775"/>
              <a:gd name="connsiteY52" fmla="*/ 698045 h 4255602"/>
              <a:gd name="connsiteX53" fmla="*/ 3657534 w 4295775"/>
              <a:gd name="connsiteY53" fmla="*/ 612849 h 4255602"/>
              <a:gd name="connsiteX54" fmla="*/ 3435433 w 4295775"/>
              <a:gd name="connsiteY54" fmla="*/ 420945 h 4255602"/>
              <a:gd name="connsiteX55" fmla="*/ 3449206 w 4295775"/>
              <a:gd name="connsiteY55" fmla="*/ 430408 h 4255602"/>
              <a:gd name="connsiteX56" fmla="*/ 3504708 w 4295775"/>
              <a:gd name="connsiteY56" fmla="*/ 476375 h 4255602"/>
              <a:gd name="connsiteX57" fmla="*/ 3435433 w 4295775"/>
              <a:gd name="connsiteY57" fmla="*/ 420945 h 4255602"/>
              <a:gd name="connsiteX58" fmla="*/ 0 w 4295775"/>
              <a:gd name="connsiteY58" fmla="*/ 0 h 4255602"/>
              <a:gd name="connsiteX59" fmla="*/ 2162727 w 4295775"/>
              <a:gd name="connsiteY59" fmla="*/ 0 h 4255602"/>
              <a:gd name="connsiteX60" fmla="*/ 3290693 w 4295775"/>
              <a:gd name="connsiteY60" fmla="*/ 321506 h 4255602"/>
              <a:gd name="connsiteX61" fmla="*/ 3395344 w 4295775"/>
              <a:gd name="connsiteY61" fmla="*/ 393403 h 4255602"/>
              <a:gd name="connsiteX62" fmla="*/ 3395344 w 4295775"/>
              <a:gd name="connsiteY62" fmla="*/ 660836 h 4255602"/>
              <a:gd name="connsiteX63" fmla="*/ 3403708 w 4295775"/>
              <a:gd name="connsiteY63" fmla="*/ 667091 h 4255602"/>
              <a:gd name="connsiteX64" fmla="*/ 4092575 w 4295775"/>
              <a:gd name="connsiteY64" fmla="*/ 2127801 h 4255602"/>
              <a:gd name="connsiteX65" fmla="*/ 3403708 w 4295775"/>
              <a:gd name="connsiteY65" fmla="*/ 3588511 h 4255602"/>
              <a:gd name="connsiteX66" fmla="*/ 3395344 w 4295775"/>
              <a:gd name="connsiteY66" fmla="*/ 3594766 h 4255602"/>
              <a:gd name="connsiteX67" fmla="*/ 3395344 w 4295775"/>
              <a:gd name="connsiteY67" fmla="*/ 3862200 h 4255602"/>
              <a:gd name="connsiteX68" fmla="*/ 3290693 w 4295775"/>
              <a:gd name="connsiteY68" fmla="*/ 3934097 h 4255602"/>
              <a:gd name="connsiteX69" fmla="*/ 2162727 w 4295775"/>
              <a:gd name="connsiteY69" fmla="*/ 4255602 h 4255602"/>
              <a:gd name="connsiteX70" fmla="*/ 0 w 4295775"/>
              <a:gd name="connsiteY70" fmla="*/ 4255602 h 4255602"/>
              <a:gd name="connsiteX71" fmla="*/ 0 w 4295775"/>
              <a:gd name="connsiteY71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657534 w 4295775"/>
              <a:gd name="connsiteY50" fmla="*/ 612849 h 4255602"/>
              <a:gd name="connsiteX51" fmla="*/ 3733014 w 4295775"/>
              <a:gd name="connsiteY51" fmla="*/ 687695 h 4255602"/>
              <a:gd name="connsiteX52" fmla="*/ 3657534 w 4295775"/>
              <a:gd name="connsiteY52" fmla="*/ 612849 h 4255602"/>
              <a:gd name="connsiteX53" fmla="*/ 3435433 w 4295775"/>
              <a:gd name="connsiteY53" fmla="*/ 420945 h 4255602"/>
              <a:gd name="connsiteX54" fmla="*/ 3449206 w 4295775"/>
              <a:gd name="connsiteY54" fmla="*/ 430408 h 4255602"/>
              <a:gd name="connsiteX55" fmla="*/ 3504708 w 4295775"/>
              <a:gd name="connsiteY55" fmla="*/ 476375 h 4255602"/>
              <a:gd name="connsiteX56" fmla="*/ 3435433 w 4295775"/>
              <a:gd name="connsiteY56" fmla="*/ 420945 h 4255602"/>
              <a:gd name="connsiteX57" fmla="*/ 0 w 4295775"/>
              <a:gd name="connsiteY57" fmla="*/ 0 h 4255602"/>
              <a:gd name="connsiteX58" fmla="*/ 2162727 w 4295775"/>
              <a:gd name="connsiteY58" fmla="*/ 0 h 4255602"/>
              <a:gd name="connsiteX59" fmla="*/ 3290693 w 4295775"/>
              <a:gd name="connsiteY59" fmla="*/ 321506 h 4255602"/>
              <a:gd name="connsiteX60" fmla="*/ 3395344 w 4295775"/>
              <a:gd name="connsiteY60" fmla="*/ 393403 h 4255602"/>
              <a:gd name="connsiteX61" fmla="*/ 3395344 w 4295775"/>
              <a:gd name="connsiteY61" fmla="*/ 660836 h 4255602"/>
              <a:gd name="connsiteX62" fmla="*/ 3403708 w 4295775"/>
              <a:gd name="connsiteY62" fmla="*/ 667091 h 4255602"/>
              <a:gd name="connsiteX63" fmla="*/ 4092575 w 4295775"/>
              <a:gd name="connsiteY63" fmla="*/ 2127801 h 4255602"/>
              <a:gd name="connsiteX64" fmla="*/ 3403708 w 4295775"/>
              <a:gd name="connsiteY64" fmla="*/ 3588511 h 4255602"/>
              <a:gd name="connsiteX65" fmla="*/ 3395344 w 4295775"/>
              <a:gd name="connsiteY65" fmla="*/ 3594766 h 4255602"/>
              <a:gd name="connsiteX66" fmla="*/ 3395344 w 4295775"/>
              <a:gd name="connsiteY66" fmla="*/ 3862200 h 4255602"/>
              <a:gd name="connsiteX67" fmla="*/ 3290693 w 4295775"/>
              <a:gd name="connsiteY67" fmla="*/ 3934097 h 4255602"/>
              <a:gd name="connsiteX68" fmla="*/ 2162727 w 4295775"/>
              <a:gd name="connsiteY68" fmla="*/ 4255602 h 4255602"/>
              <a:gd name="connsiteX69" fmla="*/ 0 w 4295775"/>
              <a:gd name="connsiteY69" fmla="*/ 4255602 h 4255602"/>
              <a:gd name="connsiteX70" fmla="*/ 0 w 4295775"/>
              <a:gd name="connsiteY70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435433 w 4295775"/>
              <a:gd name="connsiteY50" fmla="*/ 420945 h 4255602"/>
              <a:gd name="connsiteX51" fmla="*/ 3449206 w 4295775"/>
              <a:gd name="connsiteY51" fmla="*/ 430408 h 4255602"/>
              <a:gd name="connsiteX52" fmla="*/ 3504708 w 4295775"/>
              <a:gd name="connsiteY52" fmla="*/ 476375 h 4255602"/>
              <a:gd name="connsiteX53" fmla="*/ 3435433 w 4295775"/>
              <a:gd name="connsiteY53" fmla="*/ 420945 h 4255602"/>
              <a:gd name="connsiteX54" fmla="*/ 0 w 4295775"/>
              <a:gd name="connsiteY54" fmla="*/ 0 h 4255602"/>
              <a:gd name="connsiteX55" fmla="*/ 2162727 w 4295775"/>
              <a:gd name="connsiteY55" fmla="*/ 0 h 4255602"/>
              <a:gd name="connsiteX56" fmla="*/ 3290693 w 4295775"/>
              <a:gd name="connsiteY56" fmla="*/ 321506 h 4255602"/>
              <a:gd name="connsiteX57" fmla="*/ 3395344 w 4295775"/>
              <a:gd name="connsiteY57" fmla="*/ 393403 h 4255602"/>
              <a:gd name="connsiteX58" fmla="*/ 3395344 w 4295775"/>
              <a:gd name="connsiteY58" fmla="*/ 660836 h 4255602"/>
              <a:gd name="connsiteX59" fmla="*/ 3403708 w 4295775"/>
              <a:gd name="connsiteY59" fmla="*/ 667091 h 4255602"/>
              <a:gd name="connsiteX60" fmla="*/ 4092575 w 4295775"/>
              <a:gd name="connsiteY60" fmla="*/ 2127801 h 4255602"/>
              <a:gd name="connsiteX61" fmla="*/ 3403708 w 4295775"/>
              <a:gd name="connsiteY61" fmla="*/ 3588511 h 4255602"/>
              <a:gd name="connsiteX62" fmla="*/ 3395344 w 4295775"/>
              <a:gd name="connsiteY62" fmla="*/ 3594766 h 4255602"/>
              <a:gd name="connsiteX63" fmla="*/ 3395344 w 4295775"/>
              <a:gd name="connsiteY63" fmla="*/ 3862200 h 4255602"/>
              <a:gd name="connsiteX64" fmla="*/ 3290693 w 4295775"/>
              <a:gd name="connsiteY64" fmla="*/ 3934097 h 4255602"/>
              <a:gd name="connsiteX65" fmla="*/ 2162727 w 4295775"/>
              <a:gd name="connsiteY65" fmla="*/ 4255602 h 4255602"/>
              <a:gd name="connsiteX66" fmla="*/ 0 w 4295775"/>
              <a:gd name="connsiteY66" fmla="*/ 4255602 h 4255602"/>
              <a:gd name="connsiteX67" fmla="*/ 0 w 4295775"/>
              <a:gd name="connsiteY67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435433 w 4295775"/>
              <a:gd name="connsiteY50" fmla="*/ 420945 h 4255602"/>
              <a:gd name="connsiteX51" fmla="*/ 3449206 w 4295775"/>
              <a:gd name="connsiteY51" fmla="*/ 430408 h 4255602"/>
              <a:gd name="connsiteX52" fmla="*/ 3435433 w 4295775"/>
              <a:gd name="connsiteY52" fmla="*/ 420945 h 4255602"/>
              <a:gd name="connsiteX53" fmla="*/ 0 w 4295775"/>
              <a:gd name="connsiteY53" fmla="*/ 0 h 4255602"/>
              <a:gd name="connsiteX54" fmla="*/ 2162727 w 4295775"/>
              <a:gd name="connsiteY54" fmla="*/ 0 h 4255602"/>
              <a:gd name="connsiteX55" fmla="*/ 3290693 w 4295775"/>
              <a:gd name="connsiteY55" fmla="*/ 321506 h 4255602"/>
              <a:gd name="connsiteX56" fmla="*/ 3395344 w 4295775"/>
              <a:gd name="connsiteY56" fmla="*/ 393403 h 4255602"/>
              <a:gd name="connsiteX57" fmla="*/ 3395344 w 4295775"/>
              <a:gd name="connsiteY57" fmla="*/ 660836 h 4255602"/>
              <a:gd name="connsiteX58" fmla="*/ 3403708 w 4295775"/>
              <a:gd name="connsiteY58" fmla="*/ 667091 h 4255602"/>
              <a:gd name="connsiteX59" fmla="*/ 4092575 w 4295775"/>
              <a:gd name="connsiteY59" fmla="*/ 2127801 h 4255602"/>
              <a:gd name="connsiteX60" fmla="*/ 3403708 w 4295775"/>
              <a:gd name="connsiteY60" fmla="*/ 3588511 h 4255602"/>
              <a:gd name="connsiteX61" fmla="*/ 3395344 w 4295775"/>
              <a:gd name="connsiteY61" fmla="*/ 3594766 h 4255602"/>
              <a:gd name="connsiteX62" fmla="*/ 3395344 w 4295775"/>
              <a:gd name="connsiteY62" fmla="*/ 3862200 h 4255602"/>
              <a:gd name="connsiteX63" fmla="*/ 3290693 w 4295775"/>
              <a:gd name="connsiteY63" fmla="*/ 3934097 h 4255602"/>
              <a:gd name="connsiteX64" fmla="*/ 2162727 w 4295775"/>
              <a:gd name="connsiteY64" fmla="*/ 4255602 h 4255602"/>
              <a:gd name="connsiteX65" fmla="*/ 0 w 4295775"/>
              <a:gd name="connsiteY65" fmla="*/ 4255602 h 4255602"/>
              <a:gd name="connsiteX66" fmla="*/ 0 w 4295775"/>
              <a:gd name="connsiteY66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0 w 4295775"/>
              <a:gd name="connsiteY50" fmla="*/ 0 h 4255602"/>
              <a:gd name="connsiteX51" fmla="*/ 2162727 w 4295775"/>
              <a:gd name="connsiteY51" fmla="*/ 0 h 4255602"/>
              <a:gd name="connsiteX52" fmla="*/ 3290693 w 4295775"/>
              <a:gd name="connsiteY52" fmla="*/ 321506 h 4255602"/>
              <a:gd name="connsiteX53" fmla="*/ 3395344 w 4295775"/>
              <a:gd name="connsiteY53" fmla="*/ 393403 h 4255602"/>
              <a:gd name="connsiteX54" fmla="*/ 3395344 w 4295775"/>
              <a:gd name="connsiteY54" fmla="*/ 660836 h 4255602"/>
              <a:gd name="connsiteX55" fmla="*/ 3403708 w 4295775"/>
              <a:gd name="connsiteY55" fmla="*/ 667091 h 4255602"/>
              <a:gd name="connsiteX56" fmla="*/ 4092575 w 4295775"/>
              <a:gd name="connsiteY56" fmla="*/ 2127801 h 4255602"/>
              <a:gd name="connsiteX57" fmla="*/ 3403708 w 4295775"/>
              <a:gd name="connsiteY57" fmla="*/ 3588511 h 4255602"/>
              <a:gd name="connsiteX58" fmla="*/ 3395344 w 4295775"/>
              <a:gd name="connsiteY58" fmla="*/ 3594766 h 4255602"/>
              <a:gd name="connsiteX59" fmla="*/ 3395344 w 4295775"/>
              <a:gd name="connsiteY59" fmla="*/ 3862200 h 4255602"/>
              <a:gd name="connsiteX60" fmla="*/ 3290693 w 4295775"/>
              <a:gd name="connsiteY60" fmla="*/ 3934097 h 4255602"/>
              <a:gd name="connsiteX61" fmla="*/ 2162727 w 4295775"/>
              <a:gd name="connsiteY61" fmla="*/ 4255602 h 4255602"/>
              <a:gd name="connsiteX62" fmla="*/ 0 w 4295775"/>
              <a:gd name="connsiteY62" fmla="*/ 4255602 h 4255602"/>
              <a:gd name="connsiteX63" fmla="*/ 0 w 4295775"/>
              <a:gd name="connsiteY63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5855 w 4295775"/>
              <a:gd name="connsiteY38" fmla="*/ 1931797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51077 w 4295775"/>
              <a:gd name="connsiteY41" fmla="*/ 1695883 h 4255602"/>
              <a:gd name="connsiteX42" fmla="*/ 4255065 w 4295775"/>
              <a:gd name="connsiteY42" fmla="*/ 1711975 h 4255602"/>
              <a:gd name="connsiteX43" fmla="*/ 4256067 w 4295775"/>
              <a:gd name="connsiteY43" fmla="*/ 1718665 h 4255602"/>
              <a:gd name="connsiteX44" fmla="*/ 4251077 w 4295775"/>
              <a:gd name="connsiteY44" fmla="*/ 1695883 h 4255602"/>
              <a:gd name="connsiteX45" fmla="*/ 4170386 w 4295775"/>
              <a:gd name="connsiteY45" fmla="*/ 1413860 h 4255602"/>
              <a:gd name="connsiteX46" fmla="*/ 4207519 w 4295775"/>
              <a:gd name="connsiteY46" fmla="*/ 1520109 h 4255602"/>
              <a:gd name="connsiteX47" fmla="*/ 4220029 w 4295775"/>
              <a:gd name="connsiteY47" fmla="*/ 1570589 h 4255602"/>
              <a:gd name="connsiteX48" fmla="*/ 4170386 w 4295775"/>
              <a:gd name="connsiteY48" fmla="*/ 1413860 h 4255602"/>
              <a:gd name="connsiteX49" fmla="*/ 0 w 4295775"/>
              <a:gd name="connsiteY49" fmla="*/ 0 h 4255602"/>
              <a:gd name="connsiteX50" fmla="*/ 2162727 w 4295775"/>
              <a:gd name="connsiteY50" fmla="*/ 0 h 4255602"/>
              <a:gd name="connsiteX51" fmla="*/ 3290693 w 4295775"/>
              <a:gd name="connsiteY51" fmla="*/ 321506 h 4255602"/>
              <a:gd name="connsiteX52" fmla="*/ 3395344 w 4295775"/>
              <a:gd name="connsiteY52" fmla="*/ 393403 h 4255602"/>
              <a:gd name="connsiteX53" fmla="*/ 3395344 w 4295775"/>
              <a:gd name="connsiteY53" fmla="*/ 660836 h 4255602"/>
              <a:gd name="connsiteX54" fmla="*/ 3403708 w 4295775"/>
              <a:gd name="connsiteY54" fmla="*/ 667091 h 4255602"/>
              <a:gd name="connsiteX55" fmla="*/ 4092575 w 4295775"/>
              <a:gd name="connsiteY55" fmla="*/ 2127801 h 4255602"/>
              <a:gd name="connsiteX56" fmla="*/ 3403708 w 4295775"/>
              <a:gd name="connsiteY56" fmla="*/ 3588511 h 4255602"/>
              <a:gd name="connsiteX57" fmla="*/ 3395344 w 4295775"/>
              <a:gd name="connsiteY57" fmla="*/ 3594766 h 4255602"/>
              <a:gd name="connsiteX58" fmla="*/ 3395344 w 4295775"/>
              <a:gd name="connsiteY58" fmla="*/ 3862200 h 4255602"/>
              <a:gd name="connsiteX59" fmla="*/ 3290693 w 4295775"/>
              <a:gd name="connsiteY59" fmla="*/ 3934097 h 4255602"/>
              <a:gd name="connsiteX60" fmla="*/ 2162727 w 4295775"/>
              <a:gd name="connsiteY60" fmla="*/ 4255602 h 4255602"/>
              <a:gd name="connsiteX61" fmla="*/ 0 w 4295775"/>
              <a:gd name="connsiteY61" fmla="*/ 4255602 h 4255602"/>
              <a:gd name="connsiteX62" fmla="*/ 0 w 4295775"/>
              <a:gd name="connsiteY62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51077 w 4295775"/>
              <a:gd name="connsiteY38" fmla="*/ 1695883 h 4255602"/>
              <a:gd name="connsiteX39" fmla="*/ 4255065 w 4295775"/>
              <a:gd name="connsiteY39" fmla="*/ 1711975 h 4255602"/>
              <a:gd name="connsiteX40" fmla="*/ 4256067 w 4295775"/>
              <a:gd name="connsiteY40" fmla="*/ 1718665 h 4255602"/>
              <a:gd name="connsiteX41" fmla="*/ 4251077 w 4295775"/>
              <a:gd name="connsiteY41" fmla="*/ 1695883 h 4255602"/>
              <a:gd name="connsiteX42" fmla="*/ 4170386 w 4295775"/>
              <a:gd name="connsiteY42" fmla="*/ 1413860 h 4255602"/>
              <a:gd name="connsiteX43" fmla="*/ 4207519 w 4295775"/>
              <a:gd name="connsiteY43" fmla="*/ 1520109 h 4255602"/>
              <a:gd name="connsiteX44" fmla="*/ 4220029 w 4295775"/>
              <a:gd name="connsiteY44" fmla="*/ 1570589 h 4255602"/>
              <a:gd name="connsiteX45" fmla="*/ 4170386 w 4295775"/>
              <a:gd name="connsiteY45" fmla="*/ 1413860 h 4255602"/>
              <a:gd name="connsiteX46" fmla="*/ 0 w 4295775"/>
              <a:gd name="connsiteY46" fmla="*/ 0 h 4255602"/>
              <a:gd name="connsiteX47" fmla="*/ 2162727 w 4295775"/>
              <a:gd name="connsiteY47" fmla="*/ 0 h 4255602"/>
              <a:gd name="connsiteX48" fmla="*/ 3290693 w 4295775"/>
              <a:gd name="connsiteY48" fmla="*/ 321506 h 4255602"/>
              <a:gd name="connsiteX49" fmla="*/ 3395344 w 4295775"/>
              <a:gd name="connsiteY49" fmla="*/ 393403 h 4255602"/>
              <a:gd name="connsiteX50" fmla="*/ 3395344 w 4295775"/>
              <a:gd name="connsiteY50" fmla="*/ 660836 h 4255602"/>
              <a:gd name="connsiteX51" fmla="*/ 3403708 w 4295775"/>
              <a:gd name="connsiteY51" fmla="*/ 667091 h 4255602"/>
              <a:gd name="connsiteX52" fmla="*/ 4092575 w 4295775"/>
              <a:gd name="connsiteY52" fmla="*/ 2127801 h 4255602"/>
              <a:gd name="connsiteX53" fmla="*/ 3403708 w 4295775"/>
              <a:gd name="connsiteY53" fmla="*/ 3588511 h 4255602"/>
              <a:gd name="connsiteX54" fmla="*/ 3395344 w 4295775"/>
              <a:gd name="connsiteY54" fmla="*/ 3594766 h 4255602"/>
              <a:gd name="connsiteX55" fmla="*/ 3395344 w 4295775"/>
              <a:gd name="connsiteY55" fmla="*/ 3862200 h 4255602"/>
              <a:gd name="connsiteX56" fmla="*/ 3290693 w 4295775"/>
              <a:gd name="connsiteY56" fmla="*/ 3934097 h 4255602"/>
              <a:gd name="connsiteX57" fmla="*/ 2162727 w 4295775"/>
              <a:gd name="connsiteY57" fmla="*/ 4255602 h 4255602"/>
              <a:gd name="connsiteX58" fmla="*/ 0 w 4295775"/>
              <a:gd name="connsiteY58" fmla="*/ 4255602 h 4255602"/>
              <a:gd name="connsiteX59" fmla="*/ 0 w 4295775"/>
              <a:gd name="connsiteY59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51077 w 4295775"/>
              <a:gd name="connsiteY38" fmla="*/ 1695883 h 4255602"/>
              <a:gd name="connsiteX39" fmla="*/ 4255065 w 4295775"/>
              <a:gd name="connsiteY39" fmla="*/ 1711975 h 4255602"/>
              <a:gd name="connsiteX40" fmla="*/ 4251077 w 4295775"/>
              <a:gd name="connsiteY40" fmla="*/ 1695883 h 4255602"/>
              <a:gd name="connsiteX41" fmla="*/ 4170386 w 4295775"/>
              <a:gd name="connsiteY41" fmla="*/ 1413860 h 4255602"/>
              <a:gd name="connsiteX42" fmla="*/ 4207519 w 4295775"/>
              <a:gd name="connsiteY42" fmla="*/ 1520109 h 4255602"/>
              <a:gd name="connsiteX43" fmla="*/ 4220029 w 4295775"/>
              <a:gd name="connsiteY43" fmla="*/ 1570589 h 4255602"/>
              <a:gd name="connsiteX44" fmla="*/ 4170386 w 4295775"/>
              <a:gd name="connsiteY44" fmla="*/ 1413860 h 4255602"/>
              <a:gd name="connsiteX45" fmla="*/ 0 w 4295775"/>
              <a:gd name="connsiteY45" fmla="*/ 0 h 4255602"/>
              <a:gd name="connsiteX46" fmla="*/ 2162727 w 4295775"/>
              <a:gd name="connsiteY46" fmla="*/ 0 h 4255602"/>
              <a:gd name="connsiteX47" fmla="*/ 3290693 w 4295775"/>
              <a:gd name="connsiteY47" fmla="*/ 321506 h 4255602"/>
              <a:gd name="connsiteX48" fmla="*/ 3395344 w 4295775"/>
              <a:gd name="connsiteY48" fmla="*/ 393403 h 4255602"/>
              <a:gd name="connsiteX49" fmla="*/ 3395344 w 4295775"/>
              <a:gd name="connsiteY49" fmla="*/ 660836 h 4255602"/>
              <a:gd name="connsiteX50" fmla="*/ 3403708 w 4295775"/>
              <a:gd name="connsiteY50" fmla="*/ 667091 h 4255602"/>
              <a:gd name="connsiteX51" fmla="*/ 4092575 w 4295775"/>
              <a:gd name="connsiteY51" fmla="*/ 2127801 h 4255602"/>
              <a:gd name="connsiteX52" fmla="*/ 3403708 w 4295775"/>
              <a:gd name="connsiteY52" fmla="*/ 3588511 h 4255602"/>
              <a:gd name="connsiteX53" fmla="*/ 3395344 w 4295775"/>
              <a:gd name="connsiteY53" fmla="*/ 3594766 h 4255602"/>
              <a:gd name="connsiteX54" fmla="*/ 3395344 w 4295775"/>
              <a:gd name="connsiteY54" fmla="*/ 3862200 h 4255602"/>
              <a:gd name="connsiteX55" fmla="*/ 3290693 w 4295775"/>
              <a:gd name="connsiteY55" fmla="*/ 3934097 h 4255602"/>
              <a:gd name="connsiteX56" fmla="*/ 2162727 w 4295775"/>
              <a:gd name="connsiteY56" fmla="*/ 4255602 h 4255602"/>
              <a:gd name="connsiteX57" fmla="*/ 0 w 4295775"/>
              <a:gd name="connsiteY57" fmla="*/ 4255602 h 4255602"/>
              <a:gd name="connsiteX58" fmla="*/ 0 w 4295775"/>
              <a:gd name="connsiteY58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170386 w 4295775"/>
              <a:gd name="connsiteY38" fmla="*/ 1413860 h 4255602"/>
              <a:gd name="connsiteX39" fmla="*/ 4207519 w 4295775"/>
              <a:gd name="connsiteY39" fmla="*/ 1520109 h 4255602"/>
              <a:gd name="connsiteX40" fmla="*/ 4220029 w 4295775"/>
              <a:gd name="connsiteY40" fmla="*/ 1570589 h 4255602"/>
              <a:gd name="connsiteX41" fmla="*/ 4170386 w 4295775"/>
              <a:gd name="connsiteY41" fmla="*/ 1413860 h 4255602"/>
              <a:gd name="connsiteX42" fmla="*/ 0 w 4295775"/>
              <a:gd name="connsiteY42" fmla="*/ 0 h 4255602"/>
              <a:gd name="connsiteX43" fmla="*/ 2162727 w 4295775"/>
              <a:gd name="connsiteY43" fmla="*/ 0 h 4255602"/>
              <a:gd name="connsiteX44" fmla="*/ 3290693 w 4295775"/>
              <a:gd name="connsiteY44" fmla="*/ 321506 h 4255602"/>
              <a:gd name="connsiteX45" fmla="*/ 3395344 w 4295775"/>
              <a:gd name="connsiteY45" fmla="*/ 393403 h 4255602"/>
              <a:gd name="connsiteX46" fmla="*/ 3395344 w 4295775"/>
              <a:gd name="connsiteY46" fmla="*/ 660836 h 4255602"/>
              <a:gd name="connsiteX47" fmla="*/ 3403708 w 4295775"/>
              <a:gd name="connsiteY47" fmla="*/ 667091 h 4255602"/>
              <a:gd name="connsiteX48" fmla="*/ 4092575 w 4295775"/>
              <a:gd name="connsiteY48" fmla="*/ 2127801 h 4255602"/>
              <a:gd name="connsiteX49" fmla="*/ 3403708 w 4295775"/>
              <a:gd name="connsiteY49" fmla="*/ 3588511 h 4255602"/>
              <a:gd name="connsiteX50" fmla="*/ 3395344 w 4295775"/>
              <a:gd name="connsiteY50" fmla="*/ 3594766 h 4255602"/>
              <a:gd name="connsiteX51" fmla="*/ 3395344 w 4295775"/>
              <a:gd name="connsiteY51" fmla="*/ 3862200 h 4255602"/>
              <a:gd name="connsiteX52" fmla="*/ 3290693 w 4295775"/>
              <a:gd name="connsiteY52" fmla="*/ 3934097 h 4255602"/>
              <a:gd name="connsiteX53" fmla="*/ 2162727 w 4295775"/>
              <a:gd name="connsiteY53" fmla="*/ 4255602 h 4255602"/>
              <a:gd name="connsiteX54" fmla="*/ 0 w 4295775"/>
              <a:gd name="connsiteY54" fmla="*/ 4255602 h 4255602"/>
              <a:gd name="connsiteX55" fmla="*/ 0 w 4295775"/>
              <a:gd name="connsiteY55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170386 w 4295775"/>
              <a:gd name="connsiteY38" fmla="*/ 1413860 h 4255602"/>
              <a:gd name="connsiteX39" fmla="*/ 4207519 w 4295775"/>
              <a:gd name="connsiteY39" fmla="*/ 1520109 h 4255602"/>
              <a:gd name="connsiteX40" fmla="*/ 4170386 w 4295775"/>
              <a:gd name="connsiteY40" fmla="*/ 1413860 h 4255602"/>
              <a:gd name="connsiteX41" fmla="*/ 0 w 4295775"/>
              <a:gd name="connsiteY41" fmla="*/ 0 h 4255602"/>
              <a:gd name="connsiteX42" fmla="*/ 2162727 w 4295775"/>
              <a:gd name="connsiteY42" fmla="*/ 0 h 4255602"/>
              <a:gd name="connsiteX43" fmla="*/ 3290693 w 4295775"/>
              <a:gd name="connsiteY43" fmla="*/ 321506 h 4255602"/>
              <a:gd name="connsiteX44" fmla="*/ 3395344 w 4295775"/>
              <a:gd name="connsiteY44" fmla="*/ 393403 h 4255602"/>
              <a:gd name="connsiteX45" fmla="*/ 3395344 w 4295775"/>
              <a:gd name="connsiteY45" fmla="*/ 660836 h 4255602"/>
              <a:gd name="connsiteX46" fmla="*/ 3403708 w 4295775"/>
              <a:gd name="connsiteY46" fmla="*/ 667091 h 4255602"/>
              <a:gd name="connsiteX47" fmla="*/ 4092575 w 4295775"/>
              <a:gd name="connsiteY47" fmla="*/ 2127801 h 4255602"/>
              <a:gd name="connsiteX48" fmla="*/ 3403708 w 4295775"/>
              <a:gd name="connsiteY48" fmla="*/ 3588511 h 4255602"/>
              <a:gd name="connsiteX49" fmla="*/ 3395344 w 4295775"/>
              <a:gd name="connsiteY49" fmla="*/ 3594766 h 4255602"/>
              <a:gd name="connsiteX50" fmla="*/ 3395344 w 4295775"/>
              <a:gd name="connsiteY50" fmla="*/ 3862200 h 4255602"/>
              <a:gd name="connsiteX51" fmla="*/ 3290693 w 4295775"/>
              <a:gd name="connsiteY51" fmla="*/ 3934097 h 4255602"/>
              <a:gd name="connsiteX52" fmla="*/ 2162727 w 4295775"/>
              <a:gd name="connsiteY52" fmla="*/ 4255602 h 4255602"/>
              <a:gd name="connsiteX53" fmla="*/ 0 w 4295775"/>
              <a:gd name="connsiteY53" fmla="*/ 4255602 h 4255602"/>
              <a:gd name="connsiteX54" fmla="*/ 0 w 4295775"/>
              <a:gd name="connsiteY54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0 w 4295775"/>
              <a:gd name="connsiteY38" fmla="*/ 0 h 4255602"/>
              <a:gd name="connsiteX39" fmla="*/ 2162727 w 4295775"/>
              <a:gd name="connsiteY39" fmla="*/ 0 h 4255602"/>
              <a:gd name="connsiteX40" fmla="*/ 3290693 w 4295775"/>
              <a:gd name="connsiteY40" fmla="*/ 321506 h 4255602"/>
              <a:gd name="connsiteX41" fmla="*/ 3395344 w 4295775"/>
              <a:gd name="connsiteY41" fmla="*/ 393403 h 4255602"/>
              <a:gd name="connsiteX42" fmla="*/ 3395344 w 4295775"/>
              <a:gd name="connsiteY42" fmla="*/ 660836 h 4255602"/>
              <a:gd name="connsiteX43" fmla="*/ 3403708 w 4295775"/>
              <a:gd name="connsiteY43" fmla="*/ 667091 h 4255602"/>
              <a:gd name="connsiteX44" fmla="*/ 4092575 w 4295775"/>
              <a:gd name="connsiteY44" fmla="*/ 2127801 h 4255602"/>
              <a:gd name="connsiteX45" fmla="*/ 3403708 w 4295775"/>
              <a:gd name="connsiteY45" fmla="*/ 3588511 h 4255602"/>
              <a:gd name="connsiteX46" fmla="*/ 3395344 w 4295775"/>
              <a:gd name="connsiteY46" fmla="*/ 3594766 h 4255602"/>
              <a:gd name="connsiteX47" fmla="*/ 3395344 w 4295775"/>
              <a:gd name="connsiteY47" fmla="*/ 3862200 h 4255602"/>
              <a:gd name="connsiteX48" fmla="*/ 3290693 w 4295775"/>
              <a:gd name="connsiteY48" fmla="*/ 3934097 h 4255602"/>
              <a:gd name="connsiteX49" fmla="*/ 2162727 w 4295775"/>
              <a:gd name="connsiteY49" fmla="*/ 4255602 h 4255602"/>
              <a:gd name="connsiteX50" fmla="*/ 0 w 4295775"/>
              <a:gd name="connsiteY50" fmla="*/ 4255602 h 4255602"/>
              <a:gd name="connsiteX51" fmla="*/ 0 w 4295775"/>
              <a:gd name="connsiteY51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0828 w 4295775"/>
              <a:gd name="connsiteY25" fmla="*/ 2560727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85873 w 4295775"/>
              <a:gd name="connsiteY28" fmla="*/ 2323456 h 4255602"/>
              <a:gd name="connsiteX29" fmla="*/ 4284764 w 4295775"/>
              <a:gd name="connsiteY29" fmla="*/ 2345357 h 4255602"/>
              <a:gd name="connsiteX30" fmla="*/ 4282323 w 4295775"/>
              <a:gd name="connsiteY30" fmla="*/ 2361654 h 4255602"/>
              <a:gd name="connsiteX31" fmla="*/ 4285873 w 4295775"/>
              <a:gd name="connsiteY31" fmla="*/ 2323456 h 4255602"/>
              <a:gd name="connsiteX32" fmla="*/ 4295773 w 4295775"/>
              <a:gd name="connsiteY32" fmla="*/ 2127741 h 4255602"/>
              <a:gd name="connsiteX33" fmla="*/ 4295775 w 4295775"/>
              <a:gd name="connsiteY33" fmla="*/ 2127781 h 4255602"/>
              <a:gd name="connsiteX34" fmla="*/ 4295775 w 4295775"/>
              <a:gd name="connsiteY34" fmla="*/ 2127822 h 4255602"/>
              <a:gd name="connsiteX35" fmla="*/ 4295764 w 4295775"/>
              <a:gd name="connsiteY35" fmla="*/ 2128052 h 4255602"/>
              <a:gd name="connsiteX36" fmla="*/ 4295773 w 4295775"/>
              <a:gd name="connsiteY36" fmla="*/ 2127741 h 4255602"/>
              <a:gd name="connsiteX37" fmla="*/ 0 w 4295775"/>
              <a:gd name="connsiteY37" fmla="*/ 0 h 4255602"/>
              <a:gd name="connsiteX38" fmla="*/ 2162727 w 4295775"/>
              <a:gd name="connsiteY38" fmla="*/ 0 h 4255602"/>
              <a:gd name="connsiteX39" fmla="*/ 3290693 w 4295775"/>
              <a:gd name="connsiteY39" fmla="*/ 321506 h 4255602"/>
              <a:gd name="connsiteX40" fmla="*/ 3395344 w 4295775"/>
              <a:gd name="connsiteY40" fmla="*/ 393403 h 4255602"/>
              <a:gd name="connsiteX41" fmla="*/ 3395344 w 4295775"/>
              <a:gd name="connsiteY41" fmla="*/ 660836 h 4255602"/>
              <a:gd name="connsiteX42" fmla="*/ 3403708 w 4295775"/>
              <a:gd name="connsiteY42" fmla="*/ 667091 h 4255602"/>
              <a:gd name="connsiteX43" fmla="*/ 4092575 w 4295775"/>
              <a:gd name="connsiteY43" fmla="*/ 2127801 h 4255602"/>
              <a:gd name="connsiteX44" fmla="*/ 3403708 w 4295775"/>
              <a:gd name="connsiteY44" fmla="*/ 3588511 h 4255602"/>
              <a:gd name="connsiteX45" fmla="*/ 3395344 w 4295775"/>
              <a:gd name="connsiteY45" fmla="*/ 3594766 h 4255602"/>
              <a:gd name="connsiteX46" fmla="*/ 3395344 w 4295775"/>
              <a:gd name="connsiteY46" fmla="*/ 3862200 h 4255602"/>
              <a:gd name="connsiteX47" fmla="*/ 3290693 w 4295775"/>
              <a:gd name="connsiteY47" fmla="*/ 3934097 h 4255602"/>
              <a:gd name="connsiteX48" fmla="*/ 2162727 w 4295775"/>
              <a:gd name="connsiteY48" fmla="*/ 4255602 h 4255602"/>
              <a:gd name="connsiteX49" fmla="*/ 0 w 4295775"/>
              <a:gd name="connsiteY49" fmla="*/ 4255602 h 4255602"/>
              <a:gd name="connsiteX50" fmla="*/ 0 w 4295775"/>
              <a:gd name="connsiteY50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85873 w 4295775"/>
              <a:gd name="connsiteY25" fmla="*/ 2323456 h 4255602"/>
              <a:gd name="connsiteX26" fmla="*/ 4284764 w 4295775"/>
              <a:gd name="connsiteY26" fmla="*/ 2345357 h 4255602"/>
              <a:gd name="connsiteX27" fmla="*/ 4282323 w 4295775"/>
              <a:gd name="connsiteY27" fmla="*/ 2361654 h 4255602"/>
              <a:gd name="connsiteX28" fmla="*/ 4285873 w 4295775"/>
              <a:gd name="connsiteY28" fmla="*/ 2323456 h 4255602"/>
              <a:gd name="connsiteX29" fmla="*/ 4295773 w 4295775"/>
              <a:gd name="connsiteY29" fmla="*/ 2127741 h 4255602"/>
              <a:gd name="connsiteX30" fmla="*/ 4295775 w 4295775"/>
              <a:gd name="connsiteY30" fmla="*/ 2127781 h 4255602"/>
              <a:gd name="connsiteX31" fmla="*/ 4295775 w 4295775"/>
              <a:gd name="connsiteY31" fmla="*/ 2127822 h 4255602"/>
              <a:gd name="connsiteX32" fmla="*/ 4295764 w 4295775"/>
              <a:gd name="connsiteY32" fmla="*/ 2128052 h 4255602"/>
              <a:gd name="connsiteX33" fmla="*/ 4295773 w 4295775"/>
              <a:gd name="connsiteY33" fmla="*/ 2127741 h 4255602"/>
              <a:gd name="connsiteX34" fmla="*/ 0 w 4295775"/>
              <a:gd name="connsiteY34" fmla="*/ 0 h 4255602"/>
              <a:gd name="connsiteX35" fmla="*/ 2162727 w 4295775"/>
              <a:gd name="connsiteY35" fmla="*/ 0 h 4255602"/>
              <a:gd name="connsiteX36" fmla="*/ 3290693 w 4295775"/>
              <a:gd name="connsiteY36" fmla="*/ 321506 h 4255602"/>
              <a:gd name="connsiteX37" fmla="*/ 3395344 w 4295775"/>
              <a:gd name="connsiteY37" fmla="*/ 393403 h 4255602"/>
              <a:gd name="connsiteX38" fmla="*/ 3395344 w 4295775"/>
              <a:gd name="connsiteY38" fmla="*/ 660836 h 4255602"/>
              <a:gd name="connsiteX39" fmla="*/ 3403708 w 4295775"/>
              <a:gd name="connsiteY39" fmla="*/ 667091 h 4255602"/>
              <a:gd name="connsiteX40" fmla="*/ 4092575 w 4295775"/>
              <a:gd name="connsiteY40" fmla="*/ 2127801 h 4255602"/>
              <a:gd name="connsiteX41" fmla="*/ 3403708 w 4295775"/>
              <a:gd name="connsiteY41" fmla="*/ 3588511 h 4255602"/>
              <a:gd name="connsiteX42" fmla="*/ 3395344 w 4295775"/>
              <a:gd name="connsiteY42" fmla="*/ 3594766 h 4255602"/>
              <a:gd name="connsiteX43" fmla="*/ 3395344 w 4295775"/>
              <a:gd name="connsiteY43" fmla="*/ 3862200 h 4255602"/>
              <a:gd name="connsiteX44" fmla="*/ 3290693 w 4295775"/>
              <a:gd name="connsiteY44" fmla="*/ 3934097 h 4255602"/>
              <a:gd name="connsiteX45" fmla="*/ 2162727 w 4295775"/>
              <a:gd name="connsiteY45" fmla="*/ 4255602 h 4255602"/>
              <a:gd name="connsiteX46" fmla="*/ 0 w 4295775"/>
              <a:gd name="connsiteY46" fmla="*/ 4255602 h 4255602"/>
              <a:gd name="connsiteX47" fmla="*/ 0 w 4295775"/>
              <a:gd name="connsiteY47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85873 w 4295775"/>
              <a:gd name="connsiteY25" fmla="*/ 2323456 h 4255602"/>
              <a:gd name="connsiteX26" fmla="*/ 4284764 w 4295775"/>
              <a:gd name="connsiteY26" fmla="*/ 2345357 h 4255602"/>
              <a:gd name="connsiteX27" fmla="*/ 4285873 w 4295775"/>
              <a:gd name="connsiteY27" fmla="*/ 2323456 h 4255602"/>
              <a:gd name="connsiteX28" fmla="*/ 4295773 w 4295775"/>
              <a:gd name="connsiteY28" fmla="*/ 2127741 h 4255602"/>
              <a:gd name="connsiteX29" fmla="*/ 4295775 w 4295775"/>
              <a:gd name="connsiteY29" fmla="*/ 2127781 h 4255602"/>
              <a:gd name="connsiteX30" fmla="*/ 4295775 w 4295775"/>
              <a:gd name="connsiteY30" fmla="*/ 2127822 h 4255602"/>
              <a:gd name="connsiteX31" fmla="*/ 4295764 w 4295775"/>
              <a:gd name="connsiteY31" fmla="*/ 2128052 h 4255602"/>
              <a:gd name="connsiteX32" fmla="*/ 4295773 w 4295775"/>
              <a:gd name="connsiteY32" fmla="*/ 2127741 h 4255602"/>
              <a:gd name="connsiteX33" fmla="*/ 0 w 4295775"/>
              <a:gd name="connsiteY33" fmla="*/ 0 h 4255602"/>
              <a:gd name="connsiteX34" fmla="*/ 2162727 w 4295775"/>
              <a:gd name="connsiteY34" fmla="*/ 0 h 4255602"/>
              <a:gd name="connsiteX35" fmla="*/ 3290693 w 4295775"/>
              <a:gd name="connsiteY35" fmla="*/ 321506 h 4255602"/>
              <a:gd name="connsiteX36" fmla="*/ 3395344 w 4295775"/>
              <a:gd name="connsiteY36" fmla="*/ 393403 h 4255602"/>
              <a:gd name="connsiteX37" fmla="*/ 3395344 w 4295775"/>
              <a:gd name="connsiteY37" fmla="*/ 660836 h 4255602"/>
              <a:gd name="connsiteX38" fmla="*/ 3403708 w 4295775"/>
              <a:gd name="connsiteY38" fmla="*/ 667091 h 4255602"/>
              <a:gd name="connsiteX39" fmla="*/ 4092575 w 4295775"/>
              <a:gd name="connsiteY39" fmla="*/ 2127801 h 4255602"/>
              <a:gd name="connsiteX40" fmla="*/ 3403708 w 4295775"/>
              <a:gd name="connsiteY40" fmla="*/ 3588511 h 4255602"/>
              <a:gd name="connsiteX41" fmla="*/ 3395344 w 4295775"/>
              <a:gd name="connsiteY41" fmla="*/ 3594766 h 4255602"/>
              <a:gd name="connsiteX42" fmla="*/ 3395344 w 4295775"/>
              <a:gd name="connsiteY42" fmla="*/ 3862200 h 4255602"/>
              <a:gd name="connsiteX43" fmla="*/ 3290693 w 4295775"/>
              <a:gd name="connsiteY43" fmla="*/ 3934097 h 4255602"/>
              <a:gd name="connsiteX44" fmla="*/ 2162727 w 4295775"/>
              <a:gd name="connsiteY44" fmla="*/ 4255602 h 4255602"/>
              <a:gd name="connsiteX45" fmla="*/ 0 w 4295775"/>
              <a:gd name="connsiteY45" fmla="*/ 4255602 h 4255602"/>
              <a:gd name="connsiteX46" fmla="*/ 0 w 4295775"/>
              <a:gd name="connsiteY46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95773 w 4295775"/>
              <a:gd name="connsiteY25" fmla="*/ 2127741 h 4255602"/>
              <a:gd name="connsiteX26" fmla="*/ 4295775 w 4295775"/>
              <a:gd name="connsiteY26" fmla="*/ 2127781 h 4255602"/>
              <a:gd name="connsiteX27" fmla="*/ 4295775 w 4295775"/>
              <a:gd name="connsiteY27" fmla="*/ 2127822 h 4255602"/>
              <a:gd name="connsiteX28" fmla="*/ 4295764 w 4295775"/>
              <a:gd name="connsiteY28" fmla="*/ 2128052 h 4255602"/>
              <a:gd name="connsiteX29" fmla="*/ 4295773 w 4295775"/>
              <a:gd name="connsiteY29" fmla="*/ 2127741 h 4255602"/>
              <a:gd name="connsiteX30" fmla="*/ 0 w 4295775"/>
              <a:gd name="connsiteY30" fmla="*/ 0 h 4255602"/>
              <a:gd name="connsiteX31" fmla="*/ 2162727 w 4295775"/>
              <a:gd name="connsiteY31" fmla="*/ 0 h 4255602"/>
              <a:gd name="connsiteX32" fmla="*/ 3290693 w 4295775"/>
              <a:gd name="connsiteY32" fmla="*/ 321506 h 4255602"/>
              <a:gd name="connsiteX33" fmla="*/ 3395344 w 4295775"/>
              <a:gd name="connsiteY33" fmla="*/ 393403 h 4255602"/>
              <a:gd name="connsiteX34" fmla="*/ 3395344 w 4295775"/>
              <a:gd name="connsiteY34" fmla="*/ 660836 h 4255602"/>
              <a:gd name="connsiteX35" fmla="*/ 3403708 w 4295775"/>
              <a:gd name="connsiteY35" fmla="*/ 667091 h 4255602"/>
              <a:gd name="connsiteX36" fmla="*/ 4092575 w 4295775"/>
              <a:gd name="connsiteY36" fmla="*/ 2127801 h 4255602"/>
              <a:gd name="connsiteX37" fmla="*/ 3403708 w 4295775"/>
              <a:gd name="connsiteY37" fmla="*/ 3588511 h 4255602"/>
              <a:gd name="connsiteX38" fmla="*/ 3395344 w 4295775"/>
              <a:gd name="connsiteY38" fmla="*/ 3594766 h 4255602"/>
              <a:gd name="connsiteX39" fmla="*/ 3395344 w 4295775"/>
              <a:gd name="connsiteY39" fmla="*/ 3862200 h 4255602"/>
              <a:gd name="connsiteX40" fmla="*/ 3290693 w 4295775"/>
              <a:gd name="connsiteY40" fmla="*/ 3934097 h 4255602"/>
              <a:gd name="connsiteX41" fmla="*/ 2162727 w 4295775"/>
              <a:gd name="connsiteY41" fmla="*/ 4255602 h 4255602"/>
              <a:gd name="connsiteX42" fmla="*/ 0 w 4295775"/>
              <a:gd name="connsiteY42" fmla="*/ 4255602 h 4255602"/>
              <a:gd name="connsiteX43" fmla="*/ 0 w 4295775"/>
              <a:gd name="connsiteY43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95764 w 4295775"/>
              <a:gd name="connsiteY25" fmla="*/ 2128052 h 4255602"/>
              <a:gd name="connsiteX26" fmla="*/ 4295775 w 4295775"/>
              <a:gd name="connsiteY26" fmla="*/ 2127781 h 4255602"/>
              <a:gd name="connsiteX27" fmla="*/ 4295775 w 4295775"/>
              <a:gd name="connsiteY27" fmla="*/ 2127822 h 4255602"/>
              <a:gd name="connsiteX28" fmla="*/ 4295764 w 4295775"/>
              <a:gd name="connsiteY28" fmla="*/ 2128052 h 4255602"/>
              <a:gd name="connsiteX29" fmla="*/ 0 w 4295775"/>
              <a:gd name="connsiteY29" fmla="*/ 0 h 4255602"/>
              <a:gd name="connsiteX30" fmla="*/ 2162727 w 4295775"/>
              <a:gd name="connsiteY30" fmla="*/ 0 h 4255602"/>
              <a:gd name="connsiteX31" fmla="*/ 3290693 w 4295775"/>
              <a:gd name="connsiteY31" fmla="*/ 321506 h 4255602"/>
              <a:gd name="connsiteX32" fmla="*/ 3395344 w 4295775"/>
              <a:gd name="connsiteY32" fmla="*/ 393403 h 4255602"/>
              <a:gd name="connsiteX33" fmla="*/ 3395344 w 4295775"/>
              <a:gd name="connsiteY33" fmla="*/ 660836 h 4255602"/>
              <a:gd name="connsiteX34" fmla="*/ 3403708 w 4295775"/>
              <a:gd name="connsiteY34" fmla="*/ 667091 h 4255602"/>
              <a:gd name="connsiteX35" fmla="*/ 4092575 w 4295775"/>
              <a:gd name="connsiteY35" fmla="*/ 2127801 h 4255602"/>
              <a:gd name="connsiteX36" fmla="*/ 3403708 w 4295775"/>
              <a:gd name="connsiteY36" fmla="*/ 3588511 h 4255602"/>
              <a:gd name="connsiteX37" fmla="*/ 3395344 w 4295775"/>
              <a:gd name="connsiteY37" fmla="*/ 3594766 h 4255602"/>
              <a:gd name="connsiteX38" fmla="*/ 3395344 w 4295775"/>
              <a:gd name="connsiteY38" fmla="*/ 3862200 h 4255602"/>
              <a:gd name="connsiteX39" fmla="*/ 3290693 w 4295775"/>
              <a:gd name="connsiteY39" fmla="*/ 3934097 h 4255602"/>
              <a:gd name="connsiteX40" fmla="*/ 2162727 w 4295775"/>
              <a:gd name="connsiteY40" fmla="*/ 4255602 h 4255602"/>
              <a:gd name="connsiteX41" fmla="*/ 0 w 4295775"/>
              <a:gd name="connsiteY41" fmla="*/ 4255602 h 4255602"/>
              <a:gd name="connsiteX42" fmla="*/ 0 w 4295775"/>
              <a:gd name="connsiteY42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95775 w 4295775"/>
              <a:gd name="connsiteY25" fmla="*/ 2127822 h 4255602"/>
              <a:gd name="connsiteX26" fmla="*/ 4295775 w 4295775"/>
              <a:gd name="connsiteY26" fmla="*/ 2127781 h 4255602"/>
              <a:gd name="connsiteX27" fmla="*/ 4295775 w 4295775"/>
              <a:gd name="connsiteY27" fmla="*/ 2127822 h 4255602"/>
              <a:gd name="connsiteX28" fmla="*/ 0 w 4295775"/>
              <a:gd name="connsiteY28" fmla="*/ 0 h 4255602"/>
              <a:gd name="connsiteX29" fmla="*/ 2162727 w 4295775"/>
              <a:gd name="connsiteY29" fmla="*/ 0 h 4255602"/>
              <a:gd name="connsiteX30" fmla="*/ 3290693 w 4295775"/>
              <a:gd name="connsiteY30" fmla="*/ 321506 h 4255602"/>
              <a:gd name="connsiteX31" fmla="*/ 3395344 w 4295775"/>
              <a:gd name="connsiteY31" fmla="*/ 393403 h 4255602"/>
              <a:gd name="connsiteX32" fmla="*/ 3395344 w 4295775"/>
              <a:gd name="connsiteY32" fmla="*/ 660836 h 4255602"/>
              <a:gd name="connsiteX33" fmla="*/ 3403708 w 4295775"/>
              <a:gd name="connsiteY33" fmla="*/ 667091 h 4255602"/>
              <a:gd name="connsiteX34" fmla="*/ 4092575 w 4295775"/>
              <a:gd name="connsiteY34" fmla="*/ 2127801 h 4255602"/>
              <a:gd name="connsiteX35" fmla="*/ 3403708 w 4295775"/>
              <a:gd name="connsiteY35" fmla="*/ 3588511 h 4255602"/>
              <a:gd name="connsiteX36" fmla="*/ 3395344 w 4295775"/>
              <a:gd name="connsiteY36" fmla="*/ 3594766 h 4255602"/>
              <a:gd name="connsiteX37" fmla="*/ 3395344 w 4295775"/>
              <a:gd name="connsiteY37" fmla="*/ 3862200 h 4255602"/>
              <a:gd name="connsiteX38" fmla="*/ 3290693 w 4295775"/>
              <a:gd name="connsiteY38" fmla="*/ 3934097 h 4255602"/>
              <a:gd name="connsiteX39" fmla="*/ 2162727 w 4295775"/>
              <a:gd name="connsiteY39" fmla="*/ 4255602 h 4255602"/>
              <a:gd name="connsiteX40" fmla="*/ 0 w 4295775"/>
              <a:gd name="connsiteY40" fmla="*/ 4255602 h 4255602"/>
              <a:gd name="connsiteX41" fmla="*/ 0 w 4295775"/>
              <a:gd name="connsiteY41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4017279 w 4220169"/>
              <a:gd name="connsiteY12" fmla="*/ 3175365 h 4255602"/>
              <a:gd name="connsiteX13" fmla="*/ 3966637 w 4220169"/>
              <a:gd name="connsiteY13" fmla="*/ 3263850 h 4255602"/>
              <a:gd name="connsiteX14" fmla="*/ 3943349 w 4220169"/>
              <a:gd name="connsiteY14" fmla="*/ 3297152 h 4255602"/>
              <a:gd name="connsiteX15" fmla="*/ 4017279 w 4220169"/>
              <a:gd name="connsiteY15" fmla="*/ 3175365 h 4255602"/>
              <a:gd name="connsiteX16" fmla="*/ 4147664 w 4220169"/>
              <a:gd name="connsiteY16" fmla="*/ 2906760 h 4255602"/>
              <a:gd name="connsiteX17" fmla="*/ 4143011 w 4220169"/>
              <a:gd name="connsiteY17" fmla="*/ 2920073 h 4255602"/>
              <a:gd name="connsiteX18" fmla="*/ 4062422 w 4220169"/>
              <a:gd name="connsiteY18" fmla="*/ 3096486 h 4255602"/>
              <a:gd name="connsiteX19" fmla="*/ 4057204 w 4220169"/>
              <a:gd name="connsiteY19" fmla="*/ 3105604 h 4255602"/>
              <a:gd name="connsiteX20" fmla="*/ 4147664 w 4220169"/>
              <a:gd name="connsiteY20" fmla="*/ 2906760 h 4255602"/>
              <a:gd name="connsiteX21" fmla="*/ 4220169 w 4220169"/>
              <a:gd name="connsiteY21" fmla="*/ 2684447 h 4255602"/>
              <a:gd name="connsiteX22" fmla="*/ 4207519 w 4220169"/>
              <a:gd name="connsiteY22" fmla="*/ 2735493 h 4255602"/>
              <a:gd name="connsiteX23" fmla="*/ 4170082 w 4220169"/>
              <a:gd name="connsiteY23" fmla="*/ 2842614 h 4255602"/>
              <a:gd name="connsiteX24" fmla="*/ 4220169 w 4220169"/>
              <a:gd name="connsiteY24" fmla="*/ 2684447 h 4255602"/>
              <a:gd name="connsiteX25" fmla="*/ 0 w 4220169"/>
              <a:gd name="connsiteY25" fmla="*/ 0 h 4255602"/>
              <a:gd name="connsiteX26" fmla="*/ 2162727 w 4220169"/>
              <a:gd name="connsiteY26" fmla="*/ 0 h 4255602"/>
              <a:gd name="connsiteX27" fmla="*/ 3290693 w 4220169"/>
              <a:gd name="connsiteY27" fmla="*/ 321506 h 4255602"/>
              <a:gd name="connsiteX28" fmla="*/ 3395344 w 4220169"/>
              <a:gd name="connsiteY28" fmla="*/ 393403 h 4255602"/>
              <a:gd name="connsiteX29" fmla="*/ 3395344 w 4220169"/>
              <a:gd name="connsiteY29" fmla="*/ 660836 h 4255602"/>
              <a:gd name="connsiteX30" fmla="*/ 3403708 w 4220169"/>
              <a:gd name="connsiteY30" fmla="*/ 667091 h 4255602"/>
              <a:gd name="connsiteX31" fmla="*/ 4092575 w 4220169"/>
              <a:gd name="connsiteY31" fmla="*/ 2127801 h 4255602"/>
              <a:gd name="connsiteX32" fmla="*/ 3403708 w 4220169"/>
              <a:gd name="connsiteY32" fmla="*/ 3588511 h 4255602"/>
              <a:gd name="connsiteX33" fmla="*/ 3395344 w 4220169"/>
              <a:gd name="connsiteY33" fmla="*/ 3594766 h 4255602"/>
              <a:gd name="connsiteX34" fmla="*/ 3395344 w 4220169"/>
              <a:gd name="connsiteY34" fmla="*/ 3862200 h 4255602"/>
              <a:gd name="connsiteX35" fmla="*/ 3290693 w 4220169"/>
              <a:gd name="connsiteY35" fmla="*/ 3934097 h 4255602"/>
              <a:gd name="connsiteX36" fmla="*/ 2162727 w 4220169"/>
              <a:gd name="connsiteY36" fmla="*/ 4255602 h 4255602"/>
              <a:gd name="connsiteX37" fmla="*/ 0 w 4220169"/>
              <a:gd name="connsiteY37" fmla="*/ 4255602 h 4255602"/>
              <a:gd name="connsiteX38" fmla="*/ 0 w 4220169"/>
              <a:gd name="connsiteY38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3943349 w 4220169"/>
              <a:gd name="connsiteY12" fmla="*/ 3297152 h 4255602"/>
              <a:gd name="connsiteX13" fmla="*/ 3966637 w 4220169"/>
              <a:gd name="connsiteY13" fmla="*/ 3263850 h 4255602"/>
              <a:gd name="connsiteX14" fmla="*/ 3943349 w 4220169"/>
              <a:gd name="connsiteY14" fmla="*/ 3297152 h 4255602"/>
              <a:gd name="connsiteX15" fmla="*/ 4147664 w 4220169"/>
              <a:gd name="connsiteY15" fmla="*/ 2906760 h 4255602"/>
              <a:gd name="connsiteX16" fmla="*/ 4143011 w 4220169"/>
              <a:gd name="connsiteY16" fmla="*/ 2920073 h 4255602"/>
              <a:gd name="connsiteX17" fmla="*/ 4062422 w 4220169"/>
              <a:gd name="connsiteY17" fmla="*/ 3096486 h 4255602"/>
              <a:gd name="connsiteX18" fmla="*/ 4057204 w 4220169"/>
              <a:gd name="connsiteY18" fmla="*/ 3105604 h 4255602"/>
              <a:gd name="connsiteX19" fmla="*/ 4147664 w 4220169"/>
              <a:gd name="connsiteY19" fmla="*/ 2906760 h 4255602"/>
              <a:gd name="connsiteX20" fmla="*/ 4220169 w 4220169"/>
              <a:gd name="connsiteY20" fmla="*/ 2684447 h 4255602"/>
              <a:gd name="connsiteX21" fmla="*/ 4207519 w 4220169"/>
              <a:gd name="connsiteY21" fmla="*/ 2735493 h 4255602"/>
              <a:gd name="connsiteX22" fmla="*/ 4170082 w 4220169"/>
              <a:gd name="connsiteY22" fmla="*/ 2842614 h 4255602"/>
              <a:gd name="connsiteX23" fmla="*/ 4220169 w 4220169"/>
              <a:gd name="connsiteY23" fmla="*/ 2684447 h 4255602"/>
              <a:gd name="connsiteX24" fmla="*/ 0 w 4220169"/>
              <a:gd name="connsiteY24" fmla="*/ 0 h 4255602"/>
              <a:gd name="connsiteX25" fmla="*/ 2162727 w 4220169"/>
              <a:gd name="connsiteY25" fmla="*/ 0 h 4255602"/>
              <a:gd name="connsiteX26" fmla="*/ 3290693 w 4220169"/>
              <a:gd name="connsiteY26" fmla="*/ 321506 h 4255602"/>
              <a:gd name="connsiteX27" fmla="*/ 3395344 w 4220169"/>
              <a:gd name="connsiteY27" fmla="*/ 393403 h 4255602"/>
              <a:gd name="connsiteX28" fmla="*/ 3395344 w 4220169"/>
              <a:gd name="connsiteY28" fmla="*/ 660836 h 4255602"/>
              <a:gd name="connsiteX29" fmla="*/ 3403708 w 4220169"/>
              <a:gd name="connsiteY29" fmla="*/ 667091 h 4255602"/>
              <a:gd name="connsiteX30" fmla="*/ 4092575 w 4220169"/>
              <a:gd name="connsiteY30" fmla="*/ 2127801 h 4255602"/>
              <a:gd name="connsiteX31" fmla="*/ 3403708 w 4220169"/>
              <a:gd name="connsiteY31" fmla="*/ 3588511 h 4255602"/>
              <a:gd name="connsiteX32" fmla="*/ 3395344 w 4220169"/>
              <a:gd name="connsiteY32" fmla="*/ 3594766 h 4255602"/>
              <a:gd name="connsiteX33" fmla="*/ 3395344 w 4220169"/>
              <a:gd name="connsiteY33" fmla="*/ 3862200 h 4255602"/>
              <a:gd name="connsiteX34" fmla="*/ 3290693 w 4220169"/>
              <a:gd name="connsiteY34" fmla="*/ 3934097 h 4255602"/>
              <a:gd name="connsiteX35" fmla="*/ 2162727 w 4220169"/>
              <a:gd name="connsiteY35" fmla="*/ 4255602 h 4255602"/>
              <a:gd name="connsiteX36" fmla="*/ 0 w 4220169"/>
              <a:gd name="connsiteY36" fmla="*/ 4255602 h 4255602"/>
              <a:gd name="connsiteX37" fmla="*/ 0 w 4220169"/>
              <a:gd name="connsiteY37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4147664 w 4220169"/>
              <a:gd name="connsiteY12" fmla="*/ 2906760 h 4255602"/>
              <a:gd name="connsiteX13" fmla="*/ 4143011 w 4220169"/>
              <a:gd name="connsiteY13" fmla="*/ 2920073 h 4255602"/>
              <a:gd name="connsiteX14" fmla="*/ 4062422 w 4220169"/>
              <a:gd name="connsiteY14" fmla="*/ 3096486 h 4255602"/>
              <a:gd name="connsiteX15" fmla="*/ 4057204 w 4220169"/>
              <a:gd name="connsiteY15" fmla="*/ 3105604 h 4255602"/>
              <a:gd name="connsiteX16" fmla="*/ 4147664 w 4220169"/>
              <a:gd name="connsiteY16" fmla="*/ 2906760 h 4255602"/>
              <a:gd name="connsiteX17" fmla="*/ 4220169 w 4220169"/>
              <a:gd name="connsiteY17" fmla="*/ 2684447 h 4255602"/>
              <a:gd name="connsiteX18" fmla="*/ 4207519 w 4220169"/>
              <a:gd name="connsiteY18" fmla="*/ 2735493 h 4255602"/>
              <a:gd name="connsiteX19" fmla="*/ 4170082 w 4220169"/>
              <a:gd name="connsiteY19" fmla="*/ 2842614 h 4255602"/>
              <a:gd name="connsiteX20" fmla="*/ 4220169 w 4220169"/>
              <a:gd name="connsiteY20" fmla="*/ 2684447 h 4255602"/>
              <a:gd name="connsiteX21" fmla="*/ 0 w 4220169"/>
              <a:gd name="connsiteY21" fmla="*/ 0 h 4255602"/>
              <a:gd name="connsiteX22" fmla="*/ 2162727 w 4220169"/>
              <a:gd name="connsiteY22" fmla="*/ 0 h 4255602"/>
              <a:gd name="connsiteX23" fmla="*/ 3290693 w 4220169"/>
              <a:gd name="connsiteY23" fmla="*/ 321506 h 4255602"/>
              <a:gd name="connsiteX24" fmla="*/ 3395344 w 4220169"/>
              <a:gd name="connsiteY24" fmla="*/ 393403 h 4255602"/>
              <a:gd name="connsiteX25" fmla="*/ 3395344 w 4220169"/>
              <a:gd name="connsiteY25" fmla="*/ 660836 h 4255602"/>
              <a:gd name="connsiteX26" fmla="*/ 3403708 w 4220169"/>
              <a:gd name="connsiteY26" fmla="*/ 667091 h 4255602"/>
              <a:gd name="connsiteX27" fmla="*/ 4092575 w 4220169"/>
              <a:gd name="connsiteY27" fmla="*/ 2127801 h 4255602"/>
              <a:gd name="connsiteX28" fmla="*/ 3403708 w 4220169"/>
              <a:gd name="connsiteY28" fmla="*/ 3588511 h 4255602"/>
              <a:gd name="connsiteX29" fmla="*/ 3395344 w 4220169"/>
              <a:gd name="connsiteY29" fmla="*/ 3594766 h 4255602"/>
              <a:gd name="connsiteX30" fmla="*/ 3395344 w 4220169"/>
              <a:gd name="connsiteY30" fmla="*/ 3862200 h 4255602"/>
              <a:gd name="connsiteX31" fmla="*/ 3290693 w 4220169"/>
              <a:gd name="connsiteY31" fmla="*/ 3934097 h 4255602"/>
              <a:gd name="connsiteX32" fmla="*/ 2162727 w 4220169"/>
              <a:gd name="connsiteY32" fmla="*/ 4255602 h 4255602"/>
              <a:gd name="connsiteX33" fmla="*/ 0 w 4220169"/>
              <a:gd name="connsiteY33" fmla="*/ 4255602 h 4255602"/>
              <a:gd name="connsiteX34" fmla="*/ 0 w 4220169"/>
              <a:gd name="connsiteY34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4147664 w 4220169"/>
              <a:gd name="connsiteY12" fmla="*/ 2906760 h 4255602"/>
              <a:gd name="connsiteX13" fmla="*/ 4143011 w 4220169"/>
              <a:gd name="connsiteY13" fmla="*/ 2920073 h 4255602"/>
              <a:gd name="connsiteX14" fmla="*/ 4062422 w 4220169"/>
              <a:gd name="connsiteY14" fmla="*/ 3096486 h 4255602"/>
              <a:gd name="connsiteX15" fmla="*/ 4147664 w 4220169"/>
              <a:gd name="connsiteY15" fmla="*/ 2906760 h 4255602"/>
              <a:gd name="connsiteX16" fmla="*/ 4220169 w 4220169"/>
              <a:gd name="connsiteY16" fmla="*/ 2684447 h 4255602"/>
              <a:gd name="connsiteX17" fmla="*/ 4207519 w 4220169"/>
              <a:gd name="connsiteY17" fmla="*/ 2735493 h 4255602"/>
              <a:gd name="connsiteX18" fmla="*/ 4170082 w 4220169"/>
              <a:gd name="connsiteY18" fmla="*/ 2842614 h 4255602"/>
              <a:gd name="connsiteX19" fmla="*/ 4220169 w 4220169"/>
              <a:gd name="connsiteY19" fmla="*/ 2684447 h 4255602"/>
              <a:gd name="connsiteX20" fmla="*/ 0 w 4220169"/>
              <a:gd name="connsiteY20" fmla="*/ 0 h 4255602"/>
              <a:gd name="connsiteX21" fmla="*/ 2162727 w 4220169"/>
              <a:gd name="connsiteY21" fmla="*/ 0 h 4255602"/>
              <a:gd name="connsiteX22" fmla="*/ 3290693 w 4220169"/>
              <a:gd name="connsiteY22" fmla="*/ 321506 h 4255602"/>
              <a:gd name="connsiteX23" fmla="*/ 3395344 w 4220169"/>
              <a:gd name="connsiteY23" fmla="*/ 393403 h 4255602"/>
              <a:gd name="connsiteX24" fmla="*/ 3395344 w 4220169"/>
              <a:gd name="connsiteY24" fmla="*/ 660836 h 4255602"/>
              <a:gd name="connsiteX25" fmla="*/ 3403708 w 4220169"/>
              <a:gd name="connsiteY25" fmla="*/ 667091 h 4255602"/>
              <a:gd name="connsiteX26" fmla="*/ 4092575 w 4220169"/>
              <a:gd name="connsiteY26" fmla="*/ 2127801 h 4255602"/>
              <a:gd name="connsiteX27" fmla="*/ 3403708 w 4220169"/>
              <a:gd name="connsiteY27" fmla="*/ 3588511 h 4255602"/>
              <a:gd name="connsiteX28" fmla="*/ 3395344 w 4220169"/>
              <a:gd name="connsiteY28" fmla="*/ 3594766 h 4255602"/>
              <a:gd name="connsiteX29" fmla="*/ 3395344 w 4220169"/>
              <a:gd name="connsiteY29" fmla="*/ 3862200 h 4255602"/>
              <a:gd name="connsiteX30" fmla="*/ 3290693 w 4220169"/>
              <a:gd name="connsiteY30" fmla="*/ 3934097 h 4255602"/>
              <a:gd name="connsiteX31" fmla="*/ 2162727 w 4220169"/>
              <a:gd name="connsiteY31" fmla="*/ 4255602 h 4255602"/>
              <a:gd name="connsiteX32" fmla="*/ 0 w 4220169"/>
              <a:gd name="connsiteY32" fmla="*/ 4255602 h 4255602"/>
              <a:gd name="connsiteX33" fmla="*/ 0 w 4220169"/>
              <a:gd name="connsiteY33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4147664 w 4220169"/>
              <a:gd name="connsiteY12" fmla="*/ 2906760 h 4255602"/>
              <a:gd name="connsiteX13" fmla="*/ 4143011 w 4220169"/>
              <a:gd name="connsiteY13" fmla="*/ 2920073 h 4255602"/>
              <a:gd name="connsiteX14" fmla="*/ 4147664 w 4220169"/>
              <a:gd name="connsiteY14" fmla="*/ 2906760 h 4255602"/>
              <a:gd name="connsiteX15" fmla="*/ 4220169 w 4220169"/>
              <a:gd name="connsiteY15" fmla="*/ 2684447 h 4255602"/>
              <a:gd name="connsiteX16" fmla="*/ 4207519 w 4220169"/>
              <a:gd name="connsiteY16" fmla="*/ 2735493 h 4255602"/>
              <a:gd name="connsiteX17" fmla="*/ 4170082 w 4220169"/>
              <a:gd name="connsiteY17" fmla="*/ 2842614 h 4255602"/>
              <a:gd name="connsiteX18" fmla="*/ 4220169 w 4220169"/>
              <a:gd name="connsiteY18" fmla="*/ 2684447 h 4255602"/>
              <a:gd name="connsiteX19" fmla="*/ 0 w 4220169"/>
              <a:gd name="connsiteY19" fmla="*/ 0 h 4255602"/>
              <a:gd name="connsiteX20" fmla="*/ 2162727 w 4220169"/>
              <a:gd name="connsiteY20" fmla="*/ 0 h 4255602"/>
              <a:gd name="connsiteX21" fmla="*/ 3290693 w 4220169"/>
              <a:gd name="connsiteY21" fmla="*/ 321506 h 4255602"/>
              <a:gd name="connsiteX22" fmla="*/ 3395344 w 4220169"/>
              <a:gd name="connsiteY22" fmla="*/ 393403 h 4255602"/>
              <a:gd name="connsiteX23" fmla="*/ 3395344 w 4220169"/>
              <a:gd name="connsiteY23" fmla="*/ 660836 h 4255602"/>
              <a:gd name="connsiteX24" fmla="*/ 3403708 w 4220169"/>
              <a:gd name="connsiteY24" fmla="*/ 667091 h 4255602"/>
              <a:gd name="connsiteX25" fmla="*/ 4092575 w 4220169"/>
              <a:gd name="connsiteY25" fmla="*/ 2127801 h 4255602"/>
              <a:gd name="connsiteX26" fmla="*/ 3403708 w 4220169"/>
              <a:gd name="connsiteY26" fmla="*/ 3588511 h 4255602"/>
              <a:gd name="connsiteX27" fmla="*/ 3395344 w 4220169"/>
              <a:gd name="connsiteY27" fmla="*/ 3594766 h 4255602"/>
              <a:gd name="connsiteX28" fmla="*/ 3395344 w 4220169"/>
              <a:gd name="connsiteY28" fmla="*/ 3862200 h 4255602"/>
              <a:gd name="connsiteX29" fmla="*/ 3290693 w 4220169"/>
              <a:gd name="connsiteY29" fmla="*/ 3934097 h 4255602"/>
              <a:gd name="connsiteX30" fmla="*/ 2162727 w 4220169"/>
              <a:gd name="connsiteY30" fmla="*/ 4255602 h 4255602"/>
              <a:gd name="connsiteX31" fmla="*/ 0 w 4220169"/>
              <a:gd name="connsiteY31" fmla="*/ 4255602 h 4255602"/>
              <a:gd name="connsiteX32" fmla="*/ 0 w 4220169"/>
              <a:gd name="connsiteY32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4220169 w 4220169"/>
              <a:gd name="connsiteY12" fmla="*/ 2684447 h 4255602"/>
              <a:gd name="connsiteX13" fmla="*/ 4207519 w 4220169"/>
              <a:gd name="connsiteY13" fmla="*/ 2735493 h 4255602"/>
              <a:gd name="connsiteX14" fmla="*/ 4170082 w 4220169"/>
              <a:gd name="connsiteY14" fmla="*/ 2842614 h 4255602"/>
              <a:gd name="connsiteX15" fmla="*/ 4220169 w 4220169"/>
              <a:gd name="connsiteY15" fmla="*/ 2684447 h 4255602"/>
              <a:gd name="connsiteX16" fmla="*/ 0 w 4220169"/>
              <a:gd name="connsiteY16" fmla="*/ 0 h 4255602"/>
              <a:gd name="connsiteX17" fmla="*/ 2162727 w 4220169"/>
              <a:gd name="connsiteY17" fmla="*/ 0 h 4255602"/>
              <a:gd name="connsiteX18" fmla="*/ 3290693 w 4220169"/>
              <a:gd name="connsiteY18" fmla="*/ 321506 h 4255602"/>
              <a:gd name="connsiteX19" fmla="*/ 3395344 w 4220169"/>
              <a:gd name="connsiteY19" fmla="*/ 393403 h 4255602"/>
              <a:gd name="connsiteX20" fmla="*/ 3395344 w 4220169"/>
              <a:gd name="connsiteY20" fmla="*/ 660836 h 4255602"/>
              <a:gd name="connsiteX21" fmla="*/ 3403708 w 4220169"/>
              <a:gd name="connsiteY21" fmla="*/ 667091 h 4255602"/>
              <a:gd name="connsiteX22" fmla="*/ 4092575 w 4220169"/>
              <a:gd name="connsiteY22" fmla="*/ 2127801 h 4255602"/>
              <a:gd name="connsiteX23" fmla="*/ 3403708 w 4220169"/>
              <a:gd name="connsiteY23" fmla="*/ 3588511 h 4255602"/>
              <a:gd name="connsiteX24" fmla="*/ 3395344 w 4220169"/>
              <a:gd name="connsiteY24" fmla="*/ 3594766 h 4255602"/>
              <a:gd name="connsiteX25" fmla="*/ 3395344 w 4220169"/>
              <a:gd name="connsiteY25" fmla="*/ 3862200 h 4255602"/>
              <a:gd name="connsiteX26" fmla="*/ 3290693 w 4220169"/>
              <a:gd name="connsiteY26" fmla="*/ 3934097 h 4255602"/>
              <a:gd name="connsiteX27" fmla="*/ 2162727 w 4220169"/>
              <a:gd name="connsiteY27" fmla="*/ 4255602 h 4255602"/>
              <a:gd name="connsiteX28" fmla="*/ 0 w 4220169"/>
              <a:gd name="connsiteY28" fmla="*/ 4255602 h 4255602"/>
              <a:gd name="connsiteX29" fmla="*/ 0 w 4220169"/>
              <a:gd name="connsiteY29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4220169 w 4220169"/>
              <a:gd name="connsiteY12" fmla="*/ 2684447 h 4255602"/>
              <a:gd name="connsiteX13" fmla="*/ 4207519 w 4220169"/>
              <a:gd name="connsiteY13" fmla="*/ 2735493 h 4255602"/>
              <a:gd name="connsiteX14" fmla="*/ 4220169 w 4220169"/>
              <a:gd name="connsiteY14" fmla="*/ 2684447 h 4255602"/>
              <a:gd name="connsiteX15" fmla="*/ 0 w 4220169"/>
              <a:gd name="connsiteY15" fmla="*/ 0 h 4255602"/>
              <a:gd name="connsiteX16" fmla="*/ 2162727 w 4220169"/>
              <a:gd name="connsiteY16" fmla="*/ 0 h 4255602"/>
              <a:gd name="connsiteX17" fmla="*/ 3290693 w 4220169"/>
              <a:gd name="connsiteY17" fmla="*/ 321506 h 4255602"/>
              <a:gd name="connsiteX18" fmla="*/ 3395344 w 4220169"/>
              <a:gd name="connsiteY18" fmla="*/ 393403 h 4255602"/>
              <a:gd name="connsiteX19" fmla="*/ 3395344 w 4220169"/>
              <a:gd name="connsiteY19" fmla="*/ 660836 h 4255602"/>
              <a:gd name="connsiteX20" fmla="*/ 3403708 w 4220169"/>
              <a:gd name="connsiteY20" fmla="*/ 667091 h 4255602"/>
              <a:gd name="connsiteX21" fmla="*/ 4092575 w 4220169"/>
              <a:gd name="connsiteY21" fmla="*/ 2127801 h 4255602"/>
              <a:gd name="connsiteX22" fmla="*/ 3403708 w 4220169"/>
              <a:gd name="connsiteY22" fmla="*/ 3588511 h 4255602"/>
              <a:gd name="connsiteX23" fmla="*/ 3395344 w 4220169"/>
              <a:gd name="connsiteY23" fmla="*/ 3594766 h 4255602"/>
              <a:gd name="connsiteX24" fmla="*/ 3395344 w 4220169"/>
              <a:gd name="connsiteY24" fmla="*/ 3862200 h 4255602"/>
              <a:gd name="connsiteX25" fmla="*/ 3290693 w 4220169"/>
              <a:gd name="connsiteY25" fmla="*/ 3934097 h 4255602"/>
              <a:gd name="connsiteX26" fmla="*/ 2162727 w 4220169"/>
              <a:gd name="connsiteY26" fmla="*/ 4255602 h 4255602"/>
              <a:gd name="connsiteX27" fmla="*/ 0 w 4220169"/>
              <a:gd name="connsiteY27" fmla="*/ 4255602 h 4255602"/>
              <a:gd name="connsiteX28" fmla="*/ 0 w 4220169"/>
              <a:gd name="connsiteY28" fmla="*/ 0 h 4255602"/>
              <a:gd name="connsiteX0" fmla="*/ 3507709 w 4092575"/>
              <a:gd name="connsiteY0" fmla="*/ 3776742 h 4255602"/>
              <a:gd name="connsiteX1" fmla="*/ 3449206 w 4092575"/>
              <a:gd name="connsiteY1" fmla="*/ 3825195 h 4255602"/>
              <a:gd name="connsiteX2" fmla="*/ 3434630 w 4092575"/>
              <a:gd name="connsiteY2" fmla="*/ 3835210 h 4255602"/>
              <a:gd name="connsiteX3" fmla="*/ 3507709 w 4092575"/>
              <a:gd name="connsiteY3" fmla="*/ 3776742 h 4255602"/>
              <a:gd name="connsiteX4" fmla="*/ 3742128 w 4092575"/>
              <a:gd name="connsiteY4" fmla="*/ 3557089 h 4255602"/>
              <a:gd name="connsiteX5" fmla="*/ 3733014 w 4092575"/>
              <a:gd name="connsiteY5" fmla="*/ 3567907 h 4255602"/>
              <a:gd name="connsiteX6" fmla="*/ 3654059 w 4092575"/>
              <a:gd name="connsiteY6" fmla="*/ 3646200 h 4255602"/>
              <a:gd name="connsiteX7" fmla="*/ 3742128 w 4092575"/>
              <a:gd name="connsiteY7" fmla="*/ 3557089 h 4255602"/>
              <a:gd name="connsiteX8" fmla="*/ 3885436 w 4092575"/>
              <a:gd name="connsiteY8" fmla="*/ 3379965 h 4255602"/>
              <a:gd name="connsiteX9" fmla="*/ 3856540 w 4092575"/>
              <a:gd name="connsiteY9" fmla="*/ 3421284 h 4255602"/>
              <a:gd name="connsiteX10" fmla="*/ 3810551 w 4092575"/>
              <a:gd name="connsiteY10" fmla="*/ 3475873 h 4255602"/>
              <a:gd name="connsiteX11" fmla="*/ 3885436 w 4092575"/>
              <a:gd name="connsiteY11" fmla="*/ 3379965 h 4255602"/>
              <a:gd name="connsiteX12" fmla="*/ 0 w 4092575"/>
              <a:gd name="connsiteY12" fmla="*/ 0 h 4255602"/>
              <a:gd name="connsiteX13" fmla="*/ 2162727 w 4092575"/>
              <a:gd name="connsiteY13" fmla="*/ 0 h 4255602"/>
              <a:gd name="connsiteX14" fmla="*/ 3290693 w 4092575"/>
              <a:gd name="connsiteY14" fmla="*/ 321506 h 4255602"/>
              <a:gd name="connsiteX15" fmla="*/ 3395344 w 4092575"/>
              <a:gd name="connsiteY15" fmla="*/ 393403 h 4255602"/>
              <a:gd name="connsiteX16" fmla="*/ 3395344 w 4092575"/>
              <a:gd name="connsiteY16" fmla="*/ 660836 h 4255602"/>
              <a:gd name="connsiteX17" fmla="*/ 3403708 w 4092575"/>
              <a:gd name="connsiteY17" fmla="*/ 667091 h 4255602"/>
              <a:gd name="connsiteX18" fmla="*/ 4092575 w 4092575"/>
              <a:gd name="connsiteY18" fmla="*/ 2127801 h 4255602"/>
              <a:gd name="connsiteX19" fmla="*/ 3403708 w 4092575"/>
              <a:gd name="connsiteY19" fmla="*/ 3588511 h 4255602"/>
              <a:gd name="connsiteX20" fmla="*/ 3395344 w 4092575"/>
              <a:gd name="connsiteY20" fmla="*/ 3594766 h 4255602"/>
              <a:gd name="connsiteX21" fmla="*/ 3395344 w 4092575"/>
              <a:gd name="connsiteY21" fmla="*/ 3862200 h 4255602"/>
              <a:gd name="connsiteX22" fmla="*/ 3290693 w 4092575"/>
              <a:gd name="connsiteY22" fmla="*/ 3934097 h 4255602"/>
              <a:gd name="connsiteX23" fmla="*/ 2162727 w 4092575"/>
              <a:gd name="connsiteY23" fmla="*/ 4255602 h 4255602"/>
              <a:gd name="connsiteX24" fmla="*/ 0 w 4092575"/>
              <a:gd name="connsiteY24" fmla="*/ 4255602 h 4255602"/>
              <a:gd name="connsiteX25" fmla="*/ 0 w 4092575"/>
              <a:gd name="connsiteY25" fmla="*/ 0 h 4255602"/>
              <a:gd name="connsiteX0" fmla="*/ 3507709 w 4092575"/>
              <a:gd name="connsiteY0" fmla="*/ 3776742 h 4255602"/>
              <a:gd name="connsiteX1" fmla="*/ 3449206 w 4092575"/>
              <a:gd name="connsiteY1" fmla="*/ 3825195 h 4255602"/>
              <a:gd name="connsiteX2" fmla="*/ 3434630 w 4092575"/>
              <a:gd name="connsiteY2" fmla="*/ 3835210 h 4255602"/>
              <a:gd name="connsiteX3" fmla="*/ 3507709 w 4092575"/>
              <a:gd name="connsiteY3" fmla="*/ 3776742 h 4255602"/>
              <a:gd name="connsiteX4" fmla="*/ 3742128 w 4092575"/>
              <a:gd name="connsiteY4" fmla="*/ 3557089 h 4255602"/>
              <a:gd name="connsiteX5" fmla="*/ 3733014 w 4092575"/>
              <a:gd name="connsiteY5" fmla="*/ 3567907 h 4255602"/>
              <a:gd name="connsiteX6" fmla="*/ 3742128 w 4092575"/>
              <a:gd name="connsiteY6" fmla="*/ 3557089 h 4255602"/>
              <a:gd name="connsiteX7" fmla="*/ 3885436 w 4092575"/>
              <a:gd name="connsiteY7" fmla="*/ 3379965 h 4255602"/>
              <a:gd name="connsiteX8" fmla="*/ 3856540 w 4092575"/>
              <a:gd name="connsiteY8" fmla="*/ 3421284 h 4255602"/>
              <a:gd name="connsiteX9" fmla="*/ 3810551 w 4092575"/>
              <a:gd name="connsiteY9" fmla="*/ 3475873 h 4255602"/>
              <a:gd name="connsiteX10" fmla="*/ 3885436 w 4092575"/>
              <a:gd name="connsiteY10" fmla="*/ 3379965 h 4255602"/>
              <a:gd name="connsiteX11" fmla="*/ 0 w 4092575"/>
              <a:gd name="connsiteY11" fmla="*/ 0 h 4255602"/>
              <a:gd name="connsiteX12" fmla="*/ 2162727 w 4092575"/>
              <a:gd name="connsiteY12" fmla="*/ 0 h 4255602"/>
              <a:gd name="connsiteX13" fmla="*/ 3290693 w 4092575"/>
              <a:gd name="connsiteY13" fmla="*/ 321506 h 4255602"/>
              <a:gd name="connsiteX14" fmla="*/ 3395344 w 4092575"/>
              <a:gd name="connsiteY14" fmla="*/ 393403 h 4255602"/>
              <a:gd name="connsiteX15" fmla="*/ 3395344 w 4092575"/>
              <a:gd name="connsiteY15" fmla="*/ 660836 h 4255602"/>
              <a:gd name="connsiteX16" fmla="*/ 3403708 w 4092575"/>
              <a:gd name="connsiteY16" fmla="*/ 667091 h 4255602"/>
              <a:gd name="connsiteX17" fmla="*/ 4092575 w 4092575"/>
              <a:gd name="connsiteY17" fmla="*/ 2127801 h 4255602"/>
              <a:gd name="connsiteX18" fmla="*/ 3403708 w 4092575"/>
              <a:gd name="connsiteY18" fmla="*/ 3588511 h 4255602"/>
              <a:gd name="connsiteX19" fmla="*/ 3395344 w 4092575"/>
              <a:gd name="connsiteY19" fmla="*/ 3594766 h 4255602"/>
              <a:gd name="connsiteX20" fmla="*/ 3395344 w 4092575"/>
              <a:gd name="connsiteY20" fmla="*/ 3862200 h 4255602"/>
              <a:gd name="connsiteX21" fmla="*/ 3290693 w 4092575"/>
              <a:gd name="connsiteY21" fmla="*/ 3934097 h 4255602"/>
              <a:gd name="connsiteX22" fmla="*/ 2162727 w 4092575"/>
              <a:gd name="connsiteY22" fmla="*/ 4255602 h 4255602"/>
              <a:gd name="connsiteX23" fmla="*/ 0 w 4092575"/>
              <a:gd name="connsiteY23" fmla="*/ 4255602 h 4255602"/>
              <a:gd name="connsiteX24" fmla="*/ 0 w 4092575"/>
              <a:gd name="connsiteY24" fmla="*/ 0 h 4255602"/>
              <a:gd name="connsiteX0" fmla="*/ 3507709 w 4092575"/>
              <a:gd name="connsiteY0" fmla="*/ 3776742 h 4255602"/>
              <a:gd name="connsiteX1" fmla="*/ 3449206 w 4092575"/>
              <a:gd name="connsiteY1" fmla="*/ 3825195 h 4255602"/>
              <a:gd name="connsiteX2" fmla="*/ 3434630 w 4092575"/>
              <a:gd name="connsiteY2" fmla="*/ 3835210 h 4255602"/>
              <a:gd name="connsiteX3" fmla="*/ 3507709 w 4092575"/>
              <a:gd name="connsiteY3" fmla="*/ 3776742 h 4255602"/>
              <a:gd name="connsiteX4" fmla="*/ 3742128 w 4092575"/>
              <a:gd name="connsiteY4" fmla="*/ 3557089 h 4255602"/>
              <a:gd name="connsiteX5" fmla="*/ 3733014 w 4092575"/>
              <a:gd name="connsiteY5" fmla="*/ 3567907 h 4255602"/>
              <a:gd name="connsiteX6" fmla="*/ 3742128 w 4092575"/>
              <a:gd name="connsiteY6" fmla="*/ 3557089 h 4255602"/>
              <a:gd name="connsiteX7" fmla="*/ 3810551 w 4092575"/>
              <a:gd name="connsiteY7" fmla="*/ 3475873 h 4255602"/>
              <a:gd name="connsiteX8" fmla="*/ 3856540 w 4092575"/>
              <a:gd name="connsiteY8" fmla="*/ 3421284 h 4255602"/>
              <a:gd name="connsiteX9" fmla="*/ 3810551 w 4092575"/>
              <a:gd name="connsiteY9" fmla="*/ 3475873 h 4255602"/>
              <a:gd name="connsiteX10" fmla="*/ 0 w 4092575"/>
              <a:gd name="connsiteY10" fmla="*/ 0 h 4255602"/>
              <a:gd name="connsiteX11" fmla="*/ 2162727 w 4092575"/>
              <a:gd name="connsiteY11" fmla="*/ 0 h 4255602"/>
              <a:gd name="connsiteX12" fmla="*/ 3290693 w 4092575"/>
              <a:gd name="connsiteY12" fmla="*/ 321506 h 4255602"/>
              <a:gd name="connsiteX13" fmla="*/ 3395344 w 4092575"/>
              <a:gd name="connsiteY13" fmla="*/ 393403 h 4255602"/>
              <a:gd name="connsiteX14" fmla="*/ 3395344 w 4092575"/>
              <a:gd name="connsiteY14" fmla="*/ 660836 h 4255602"/>
              <a:gd name="connsiteX15" fmla="*/ 3403708 w 4092575"/>
              <a:gd name="connsiteY15" fmla="*/ 667091 h 4255602"/>
              <a:gd name="connsiteX16" fmla="*/ 4092575 w 4092575"/>
              <a:gd name="connsiteY16" fmla="*/ 2127801 h 4255602"/>
              <a:gd name="connsiteX17" fmla="*/ 3403708 w 4092575"/>
              <a:gd name="connsiteY17" fmla="*/ 3588511 h 4255602"/>
              <a:gd name="connsiteX18" fmla="*/ 3395344 w 4092575"/>
              <a:gd name="connsiteY18" fmla="*/ 3594766 h 4255602"/>
              <a:gd name="connsiteX19" fmla="*/ 3395344 w 4092575"/>
              <a:gd name="connsiteY19" fmla="*/ 3862200 h 4255602"/>
              <a:gd name="connsiteX20" fmla="*/ 3290693 w 4092575"/>
              <a:gd name="connsiteY20" fmla="*/ 3934097 h 4255602"/>
              <a:gd name="connsiteX21" fmla="*/ 2162727 w 4092575"/>
              <a:gd name="connsiteY21" fmla="*/ 4255602 h 4255602"/>
              <a:gd name="connsiteX22" fmla="*/ 0 w 4092575"/>
              <a:gd name="connsiteY22" fmla="*/ 4255602 h 4255602"/>
              <a:gd name="connsiteX23" fmla="*/ 0 w 4092575"/>
              <a:gd name="connsiteY23" fmla="*/ 0 h 4255602"/>
              <a:gd name="connsiteX0" fmla="*/ 3507709 w 4092575"/>
              <a:gd name="connsiteY0" fmla="*/ 3776742 h 4255602"/>
              <a:gd name="connsiteX1" fmla="*/ 3449206 w 4092575"/>
              <a:gd name="connsiteY1" fmla="*/ 3825195 h 4255602"/>
              <a:gd name="connsiteX2" fmla="*/ 3434630 w 4092575"/>
              <a:gd name="connsiteY2" fmla="*/ 3835210 h 4255602"/>
              <a:gd name="connsiteX3" fmla="*/ 3507709 w 4092575"/>
              <a:gd name="connsiteY3" fmla="*/ 3776742 h 4255602"/>
              <a:gd name="connsiteX4" fmla="*/ 3742128 w 4092575"/>
              <a:gd name="connsiteY4" fmla="*/ 3557089 h 4255602"/>
              <a:gd name="connsiteX5" fmla="*/ 3733014 w 4092575"/>
              <a:gd name="connsiteY5" fmla="*/ 3567907 h 4255602"/>
              <a:gd name="connsiteX6" fmla="*/ 3742128 w 4092575"/>
              <a:gd name="connsiteY6" fmla="*/ 3557089 h 4255602"/>
              <a:gd name="connsiteX7" fmla="*/ 0 w 4092575"/>
              <a:gd name="connsiteY7" fmla="*/ 0 h 4255602"/>
              <a:gd name="connsiteX8" fmla="*/ 2162727 w 4092575"/>
              <a:gd name="connsiteY8" fmla="*/ 0 h 4255602"/>
              <a:gd name="connsiteX9" fmla="*/ 3290693 w 4092575"/>
              <a:gd name="connsiteY9" fmla="*/ 321506 h 4255602"/>
              <a:gd name="connsiteX10" fmla="*/ 3395344 w 4092575"/>
              <a:gd name="connsiteY10" fmla="*/ 393403 h 4255602"/>
              <a:gd name="connsiteX11" fmla="*/ 3395344 w 4092575"/>
              <a:gd name="connsiteY11" fmla="*/ 660836 h 4255602"/>
              <a:gd name="connsiteX12" fmla="*/ 3403708 w 4092575"/>
              <a:gd name="connsiteY12" fmla="*/ 667091 h 4255602"/>
              <a:gd name="connsiteX13" fmla="*/ 4092575 w 4092575"/>
              <a:gd name="connsiteY13" fmla="*/ 2127801 h 4255602"/>
              <a:gd name="connsiteX14" fmla="*/ 3403708 w 4092575"/>
              <a:gd name="connsiteY14" fmla="*/ 3588511 h 4255602"/>
              <a:gd name="connsiteX15" fmla="*/ 3395344 w 4092575"/>
              <a:gd name="connsiteY15" fmla="*/ 3594766 h 4255602"/>
              <a:gd name="connsiteX16" fmla="*/ 3395344 w 4092575"/>
              <a:gd name="connsiteY16" fmla="*/ 3862200 h 4255602"/>
              <a:gd name="connsiteX17" fmla="*/ 3290693 w 4092575"/>
              <a:gd name="connsiteY17" fmla="*/ 3934097 h 4255602"/>
              <a:gd name="connsiteX18" fmla="*/ 2162727 w 4092575"/>
              <a:gd name="connsiteY18" fmla="*/ 4255602 h 4255602"/>
              <a:gd name="connsiteX19" fmla="*/ 0 w 4092575"/>
              <a:gd name="connsiteY19" fmla="*/ 4255602 h 4255602"/>
              <a:gd name="connsiteX20" fmla="*/ 0 w 4092575"/>
              <a:gd name="connsiteY20" fmla="*/ 0 h 4255602"/>
              <a:gd name="connsiteX0" fmla="*/ 3507709 w 4092575"/>
              <a:gd name="connsiteY0" fmla="*/ 3776742 h 4255602"/>
              <a:gd name="connsiteX1" fmla="*/ 3449206 w 4092575"/>
              <a:gd name="connsiteY1" fmla="*/ 3825195 h 4255602"/>
              <a:gd name="connsiteX2" fmla="*/ 3434630 w 4092575"/>
              <a:gd name="connsiteY2" fmla="*/ 3835210 h 4255602"/>
              <a:gd name="connsiteX3" fmla="*/ 3507709 w 4092575"/>
              <a:gd name="connsiteY3" fmla="*/ 3776742 h 4255602"/>
              <a:gd name="connsiteX4" fmla="*/ 0 w 4092575"/>
              <a:gd name="connsiteY4" fmla="*/ 0 h 4255602"/>
              <a:gd name="connsiteX5" fmla="*/ 2162727 w 4092575"/>
              <a:gd name="connsiteY5" fmla="*/ 0 h 4255602"/>
              <a:gd name="connsiteX6" fmla="*/ 3290693 w 4092575"/>
              <a:gd name="connsiteY6" fmla="*/ 321506 h 4255602"/>
              <a:gd name="connsiteX7" fmla="*/ 3395344 w 4092575"/>
              <a:gd name="connsiteY7" fmla="*/ 393403 h 4255602"/>
              <a:gd name="connsiteX8" fmla="*/ 3395344 w 4092575"/>
              <a:gd name="connsiteY8" fmla="*/ 660836 h 4255602"/>
              <a:gd name="connsiteX9" fmla="*/ 3403708 w 4092575"/>
              <a:gd name="connsiteY9" fmla="*/ 667091 h 4255602"/>
              <a:gd name="connsiteX10" fmla="*/ 4092575 w 4092575"/>
              <a:gd name="connsiteY10" fmla="*/ 2127801 h 4255602"/>
              <a:gd name="connsiteX11" fmla="*/ 3403708 w 4092575"/>
              <a:gd name="connsiteY11" fmla="*/ 3588511 h 4255602"/>
              <a:gd name="connsiteX12" fmla="*/ 3395344 w 4092575"/>
              <a:gd name="connsiteY12" fmla="*/ 3594766 h 4255602"/>
              <a:gd name="connsiteX13" fmla="*/ 3395344 w 4092575"/>
              <a:gd name="connsiteY13" fmla="*/ 3862200 h 4255602"/>
              <a:gd name="connsiteX14" fmla="*/ 3290693 w 4092575"/>
              <a:gd name="connsiteY14" fmla="*/ 3934097 h 4255602"/>
              <a:gd name="connsiteX15" fmla="*/ 2162727 w 4092575"/>
              <a:gd name="connsiteY15" fmla="*/ 4255602 h 4255602"/>
              <a:gd name="connsiteX16" fmla="*/ 0 w 4092575"/>
              <a:gd name="connsiteY16" fmla="*/ 4255602 h 4255602"/>
              <a:gd name="connsiteX17" fmla="*/ 0 w 4092575"/>
              <a:gd name="connsiteY17" fmla="*/ 0 h 4255602"/>
              <a:gd name="connsiteX0" fmla="*/ 3434630 w 4092575"/>
              <a:gd name="connsiteY0" fmla="*/ 3835210 h 4255602"/>
              <a:gd name="connsiteX1" fmla="*/ 3449206 w 4092575"/>
              <a:gd name="connsiteY1" fmla="*/ 3825195 h 4255602"/>
              <a:gd name="connsiteX2" fmla="*/ 3434630 w 4092575"/>
              <a:gd name="connsiteY2" fmla="*/ 3835210 h 4255602"/>
              <a:gd name="connsiteX3" fmla="*/ 0 w 4092575"/>
              <a:gd name="connsiteY3" fmla="*/ 0 h 4255602"/>
              <a:gd name="connsiteX4" fmla="*/ 2162727 w 4092575"/>
              <a:gd name="connsiteY4" fmla="*/ 0 h 4255602"/>
              <a:gd name="connsiteX5" fmla="*/ 3290693 w 4092575"/>
              <a:gd name="connsiteY5" fmla="*/ 321506 h 4255602"/>
              <a:gd name="connsiteX6" fmla="*/ 3395344 w 4092575"/>
              <a:gd name="connsiteY6" fmla="*/ 393403 h 4255602"/>
              <a:gd name="connsiteX7" fmla="*/ 3395344 w 4092575"/>
              <a:gd name="connsiteY7" fmla="*/ 660836 h 4255602"/>
              <a:gd name="connsiteX8" fmla="*/ 3403708 w 4092575"/>
              <a:gd name="connsiteY8" fmla="*/ 667091 h 4255602"/>
              <a:gd name="connsiteX9" fmla="*/ 4092575 w 4092575"/>
              <a:gd name="connsiteY9" fmla="*/ 2127801 h 4255602"/>
              <a:gd name="connsiteX10" fmla="*/ 3403708 w 4092575"/>
              <a:gd name="connsiteY10" fmla="*/ 3588511 h 4255602"/>
              <a:gd name="connsiteX11" fmla="*/ 3395344 w 4092575"/>
              <a:gd name="connsiteY11" fmla="*/ 3594766 h 4255602"/>
              <a:gd name="connsiteX12" fmla="*/ 3395344 w 4092575"/>
              <a:gd name="connsiteY12" fmla="*/ 3862200 h 4255602"/>
              <a:gd name="connsiteX13" fmla="*/ 3290693 w 4092575"/>
              <a:gd name="connsiteY13" fmla="*/ 3934097 h 4255602"/>
              <a:gd name="connsiteX14" fmla="*/ 2162727 w 4092575"/>
              <a:gd name="connsiteY14" fmla="*/ 4255602 h 4255602"/>
              <a:gd name="connsiteX15" fmla="*/ 0 w 4092575"/>
              <a:gd name="connsiteY15" fmla="*/ 4255602 h 4255602"/>
              <a:gd name="connsiteX16" fmla="*/ 0 w 4092575"/>
              <a:gd name="connsiteY16" fmla="*/ 0 h 4255602"/>
              <a:gd name="connsiteX0" fmla="*/ 0 w 4092575"/>
              <a:gd name="connsiteY0" fmla="*/ 0 h 4255602"/>
              <a:gd name="connsiteX1" fmla="*/ 2162727 w 4092575"/>
              <a:gd name="connsiteY1" fmla="*/ 0 h 4255602"/>
              <a:gd name="connsiteX2" fmla="*/ 3290693 w 4092575"/>
              <a:gd name="connsiteY2" fmla="*/ 321506 h 4255602"/>
              <a:gd name="connsiteX3" fmla="*/ 3395344 w 4092575"/>
              <a:gd name="connsiteY3" fmla="*/ 393403 h 4255602"/>
              <a:gd name="connsiteX4" fmla="*/ 3395344 w 4092575"/>
              <a:gd name="connsiteY4" fmla="*/ 660836 h 4255602"/>
              <a:gd name="connsiteX5" fmla="*/ 3403708 w 4092575"/>
              <a:gd name="connsiteY5" fmla="*/ 667091 h 4255602"/>
              <a:gd name="connsiteX6" fmla="*/ 4092575 w 4092575"/>
              <a:gd name="connsiteY6" fmla="*/ 2127801 h 4255602"/>
              <a:gd name="connsiteX7" fmla="*/ 3403708 w 4092575"/>
              <a:gd name="connsiteY7" fmla="*/ 3588511 h 4255602"/>
              <a:gd name="connsiteX8" fmla="*/ 3395344 w 4092575"/>
              <a:gd name="connsiteY8" fmla="*/ 3594766 h 4255602"/>
              <a:gd name="connsiteX9" fmla="*/ 3395344 w 4092575"/>
              <a:gd name="connsiteY9" fmla="*/ 3862200 h 4255602"/>
              <a:gd name="connsiteX10" fmla="*/ 3290693 w 4092575"/>
              <a:gd name="connsiteY10" fmla="*/ 3934097 h 4255602"/>
              <a:gd name="connsiteX11" fmla="*/ 2162727 w 4092575"/>
              <a:gd name="connsiteY11" fmla="*/ 4255602 h 4255602"/>
              <a:gd name="connsiteX12" fmla="*/ 0 w 4092575"/>
              <a:gd name="connsiteY12" fmla="*/ 4255602 h 4255602"/>
              <a:gd name="connsiteX13" fmla="*/ 0 w 4092575"/>
              <a:gd name="connsiteY13" fmla="*/ 0 h 4255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092575" h="4255602">
                <a:moveTo>
                  <a:pt x="0" y="0"/>
                </a:moveTo>
                <a:lnTo>
                  <a:pt x="2162727" y="0"/>
                </a:lnTo>
                <a:cubicBezTo>
                  <a:pt x="2576885" y="0"/>
                  <a:pt x="2963475" y="117744"/>
                  <a:pt x="3290693" y="321506"/>
                </a:cubicBezTo>
                <a:lnTo>
                  <a:pt x="3395344" y="393403"/>
                </a:lnTo>
                <a:lnTo>
                  <a:pt x="3395344" y="660836"/>
                </a:lnTo>
                <a:lnTo>
                  <a:pt x="3403708" y="667091"/>
                </a:lnTo>
                <a:cubicBezTo>
                  <a:pt x="3824416" y="1014290"/>
                  <a:pt x="4092575" y="1539730"/>
                  <a:pt x="4092575" y="2127801"/>
                </a:cubicBezTo>
                <a:cubicBezTo>
                  <a:pt x="4092575" y="2715872"/>
                  <a:pt x="3824416" y="3241312"/>
                  <a:pt x="3403708" y="3588511"/>
                </a:cubicBezTo>
                <a:lnTo>
                  <a:pt x="3395344" y="3594766"/>
                </a:lnTo>
                <a:lnTo>
                  <a:pt x="3395344" y="3862200"/>
                </a:lnTo>
                <a:lnTo>
                  <a:pt x="3290693" y="3934097"/>
                </a:lnTo>
                <a:cubicBezTo>
                  <a:pt x="2963475" y="4137859"/>
                  <a:pt x="2576885" y="4255602"/>
                  <a:pt x="2162727" y="4255602"/>
                </a:cubicBezTo>
                <a:lnTo>
                  <a:pt x="0" y="4255602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/>
              <a:t> </a:t>
            </a:r>
            <a:endParaRPr lang="de-DE" dirty="0"/>
          </a:p>
        </p:txBody>
      </p:sp>
      <p:sp>
        <p:nvSpPr>
          <p:cNvPr id="52" name="Titel 51">
            <a:extLst>
              <a:ext uri="{FF2B5EF4-FFF2-40B4-BE49-F238E27FC236}">
                <a16:creationId xmlns:a16="http://schemas.microsoft.com/office/drawing/2014/main" id="{1F136CBF-81E3-4328-0769-988D3B25FA5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4835525" y="407502"/>
            <a:ext cx="5976938" cy="7524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de-DE"/>
              <a:t>Vorname Nachname</a:t>
            </a:r>
            <a:endParaRPr lang="de-DE" dirty="0"/>
          </a:p>
        </p:txBody>
      </p:sp>
      <p:sp>
        <p:nvSpPr>
          <p:cNvPr id="70" name="Inhaltsplatzhalter 69">
            <a:extLst>
              <a:ext uri="{FF2B5EF4-FFF2-40B4-BE49-F238E27FC236}">
                <a16:creationId xmlns:a16="http://schemas.microsoft.com/office/drawing/2014/main" id="{D8031F83-915D-71FB-5C36-9CEF0409A1B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35525" y="1665288"/>
            <a:ext cx="5976938" cy="4751387"/>
          </a:xfrm>
        </p:spPr>
        <p:txBody>
          <a:bodyPr/>
          <a:lstStyle/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75" name="Freihandform: Form 74">
            <a:extLst>
              <a:ext uri="{FF2B5EF4-FFF2-40B4-BE49-F238E27FC236}">
                <a16:creationId xmlns:a16="http://schemas.microsoft.com/office/drawing/2014/main" id="{AACD5265-57A4-5690-4BBF-0DD78278FE29}"/>
              </a:ext>
            </a:extLst>
          </p:cNvPr>
          <p:cNvSpPr/>
          <p:nvPr userDrawn="1"/>
        </p:nvSpPr>
        <p:spPr bwMode="gray">
          <a:xfrm flipH="1">
            <a:off x="3395344" y="801618"/>
            <a:ext cx="900430" cy="3477772"/>
          </a:xfrm>
          <a:custGeom>
            <a:avLst/>
            <a:gdLst>
              <a:gd name="connsiteX0" fmla="*/ 900430 w 900430"/>
              <a:gd name="connsiteY0" fmla="*/ 0 h 3477772"/>
              <a:gd name="connsiteX1" fmla="*/ 0 w 900430"/>
              <a:gd name="connsiteY1" fmla="*/ 1738840 h 3477772"/>
              <a:gd name="connsiteX2" fmla="*/ 900430 w 900430"/>
              <a:gd name="connsiteY2" fmla="*/ 3477772 h 3477772"/>
              <a:gd name="connsiteX3" fmla="*/ 900430 w 900430"/>
              <a:gd name="connsiteY3" fmla="*/ 3205898 h 3477772"/>
              <a:gd name="connsiteX4" fmla="*/ 892066 w 900430"/>
              <a:gd name="connsiteY4" fmla="*/ 3199643 h 3477772"/>
              <a:gd name="connsiteX5" fmla="*/ 203199 w 900430"/>
              <a:gd name="connsiteY5" fmla="*/ 1738933 h 3477772"/>
              <a:gd name="connsiteX6" fmla="*/ 892066 w 900430"/>
              <a:gd name="connsiteY6" fmla="*/ 278223 h 3477772"/>
              <a:gd name="connsiteX7" fmla="*/ 900430 w 900430"/>
              <a:gd name="connsiteY7" fmla="*/ 271968 h 3477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0430" h="3477772">
                <a:moveTo>
                  <a:pt x="900430" y="0"/>
                </a:moveTo>
                <a:cubicBezTo>
                  <a:pt x="355460" y="386192"/>
                  <a:pt x="0" y="1021028"/>
                  <a:pt x="0" y="1738840"/>
                </a:cubicBezTo>
                <a:cubicBezTo>
                  <a:pt x="0" y="2456651"/>
                  <a:pt x="355367" y="3091581"/>
                  <a:pt x="900430" y="3477772"/>
                </a:cubicBezTo>
                <a:lnTo>
                  <a:pt x="900430" y="3205898"/>
                </a:lnTo>
                <a:lnTo>
                  <a:pt x="892066" y="3199643"/>
                </a:lnTo>
                <a:cubicBezTo>
                  <a:pt x="471358" y="2852444"/>
                  <a:pt x="203199" y="2327004"/>
                  <a:pt x="203199" y="1738933"/>
                </a:cubicBezTo>
                <a:cubicBezTo>
                  <a:pt x="203199" y="1150862"/>
                  <a:pt x="471358" y="625422"/>
                  <a:pt x="892066" y="278223"/>
                </a:cubicBezTo>
                <a:lnTo>
                  <a:pt x="900430" y="271968"/>
                </a:lnTo>
                <a:close/>
              </a:path>
            </a:pathLst>
          </a:custGeom>
          <a:solidFill>
            <a:srgbClr val="FEA12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000010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 userDrawn="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 userDrawn="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 userDrawn="1">
          <p15:clr>
            <a:srgbClr val="FBAE40"/>
          </p15:clr>
        </p15:guide>
        <p15:guide id="8" pos="2706" userDrawn="1">
          <p15:clr>
            <a:srgbClr val="FBAE40"/>
          </p15:clr>
        </p15:guide>
        <p15:guide id="9" pos="3046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eckbrief bla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6D91B72-9A3F-43AB-0310-371CB3BDF9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11401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6D91B72-9A3F-43AB-0310-371CB3BDF9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Bildplatzhalter 73">
            <a:extLst>
              <a:ext uri="{FF2B5EF4-FFF2-40B4-BE49-F238E27FC236}">
                <a16:creationId xmlns:a16="http://schemas.microsoft.com/office/drawing/2014/main" id="{49D91173-DD0A-64B1-4FB3-5B2A2C8312D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412750"/>
            <a:ext cx="4092575" cy="4255602"/>
          </a:xfrm>
          <a:custGeom>
            <a:avLst/>
            <a:gdLst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742128 w 4295775"/>
              <a:gd name="connsiteY3" fmla="*/ 3557089 h 4255602"/>
              <a:gd name="connsiteX4" fmla="*/ 3733014 w 4295775"/>
              <a:gd name="connsiteY4" fmla="*/ 3567907 h 4255602"/>
              <a:gd name="connsiteX5" fmla="*/ 3654059 w 4295775"/>
              <a:gd name="connsiteY5" fmla="*/ 3646200 h 4255602"/>
              <a:gd name="connsiteX6" fmla="*/ 3885436 w 4295775"/>
              <a:gd name="connsiteY6" fmla="*/ 3379965 h 4255602"/>
              <a:gd name="connsiteX7" fmla="*/ 3856540 w 4295775"/>
              <a:gd name="connsiteY7" fmla="*/ 3421284 h 4255602"/>
              <a:gd name="connsiteX8" fmla="*/ 3810551 w 4295775"/>
              <a:gd name="connsiteY8" fmla="*/ 3475873 h 4255602"/>
              <a:gd name="connsiteX9" fmla="*/ 4017279 w 4295775"/>
              <a:gd name="connsiteY9" fmla="*/ 3175365 h 4255602"/>
              <a:gd name="connsiteX10" fmla="*/ 3966637 w 4295775"/>
              <a:gd name="connsiteY10" fmla="*/ 3263850 h 4255602"/>
              <a:gd name="connsiteX11" fmla="*/ 3943349 w 4295775"/>
              <a:gd name="connsiteY11" fmla="*/ 3297152 h 4255602"/>
              <a:gd name="connsiteX12" fmla="*/ 4147664 w 4295775"/>
              <a:gd name="connsiteY12" fmla="*/ 2906760 h 4255602"/>
              <a:gd name="connsiteX13" fmla="*/ 4143011 w 4295775"/>
              <a:gd name="connsiteY13" fmla="*/ 2920073 h 4255602"/>
              <a:gd name="connsiteX14" fmla="*/ 4062422 w 4295775"/>
              <a:gd name="connsiteY14" fmla="*/ 3096486 h 4255602"/>
              <a:gd name="connsiteX15" fmla="*/ 4057204 w 4295775"/>
              <a:gd name="connsiteY15" fmla="*/ 3105604 h 4255602"/>
              <a:gd name="connsiteX16" fmla="*/ 4220169 w 4295775"/>
              <a:gd name="connsiteY16" fmla="*/ 2684447 h 4255602"/>
              <a:gd name="connsiteX17" fmla="*/ 4207519 w 4295775"/>
              <a:gd name="connsiteY17" fmla="*/ 2735493 h 4255602"/>
              <a:gd name="connsiteX18" fmla="*/ 4170082 w 4295775"/>
              <a:gd name="connsiteY18" fmla="*/ 2842614 h 4255602"/>
              <a:gd name="connsiteX19" fmla="*/ 4256133 w 4295775"/>
              <a:gd name="connsiteY19" fmla="*/ 2536501 h 4255602"/>
              <a:gd name="connsiteX20" fmla="*/ 4255065 w 4295775"/>
              <a:gd name="connsiteY20" fmla="*/ 2543627 h 4255602"/>
              <a:gd name="connsiteX21" fmla="*/ 4250828 w 4295775"/>
              <a:gd name="connsiteY21" fmla="*/ 2560727 h 4255602"/>
              <a:gd name="connsiteX22" fmla="*/ 4285873 w 4295775"/>
              <a:gd name="connsiteY22" fmla="*/ 2323456 h 4255602"/>
              <a:gd name="connsiteX23" fmla="*/ 4284764 w 4295775"/>
              <a:gd name="connsiteY23" fmla="*/ 2345357 h 4255602"/>
              <a:gd name="connsiteX24" fmla="*/ 4282323 w 4295775"/>
              <a:gd name="connsiteY24" fmla="*/ 2361654 h 4255602"/>
              <a:gd name="connsiteX25" fmla="*/ 4295773 w 4295775"/>
              <a:gd name="connsiteY25" fmla="*/ 2127741 h 4255602"/>
              <a:gd name="connsiteX26" fmla="*/ 4295775 w 4295775"/>
              <a:gd name="connsiteY26" fmla="*/ 2127781 h 4255602"/>
              <a:gd name="connsiteX27" fmla="*/ 4295775 w 4295775"/>
              <a:gd name="connsiteY27" fmla="*/ 2127822 h 4255602"/>
              <a:gd name="connsiteX28" fmla="*/ 4295764 w 4295775"/>
              <a:gd name="connsiteY28" fmla="*/ 2128052 h 4255602"/>
              <a:gd name="connsiteX29" fmla="*/ 4282360 w 4295775"/>
              <a:gd name="connsiteY29" fmla="*/ 1894193 h 4255602"/>
              <a:gd name="connsiteX30" fmla="*/ 4284764 w 4295775"/>
              <a:gd name="connsiteY30" fmla="*/ 1910246 h 4255602"/>
              <a:gd name="connsiteX31" fmla="*/ 4285855 w 4295775"/>
              <a:gd name="connsiteY31" fmla="*/ 1931797 h 4255602"/>
              <a:gd name="connsiteX32" fmla="*/ 4251077 w 4295775"/>
              <a:gd name="connsiteY32" fmla="*/ 1695883 h 4255602"/>
              <a:gd name="connsiteX33" fmla="*/ 4255065 w 4295775"/>
              <a:gd name="connsiteY33" fmla="*/ 1711975 h 4255602"/>
              <a:gd name="connsiteX34" fmla="*/ 4256067 w 4295775"/>
              <a:gd name="connsiteY34" fmla="*/ 1718665 h 4255602"/>
              <a:gd name="connsiteX35" fmla="*/ 4170386 w 4295775"/>
              <a:gd name="connsiteY35" fmla="*/ 1413860 h 4255602"/>
              <a:gd name="connsiteX36" fmla="*/ 4207519 w 4295775"/>
              <a:gd name="connsiteY36" fmla="*/ 1520109 h 4255602"/>
              <a:gd name="connsiteX37" fmla="*/ 4220029 w 4295775"/>
              <a:gd name="connsiteY37" fmla="*/ 1570589 h 4255602"/>
              <a:gd name="connsiteX38" fmla="*/ 4057351 w 4295775"/>
              <a:gd name="connsiteY38" fmla="*/ 1150256 h 4255602"/>
              <a:gd name="connsiteX39" fmla="*/ 4062422 w 4295775"/>
              <a:gd name="connsiteY39" fmla="*/ 1159117 h 4255602"/>
              <a:gd name="connsiteX40" fmla="*/ 4143011 w 4295775"/>
              <a:gd name="connsiteY40" fmla="*/ 1335529 h 4255602"/>
              <a:gd name="connsiteX41" fmla="*/ 4147512 w 4295775"/>
              <a:gd name="connsiteY41" fmla="*/ 1348409 h 4255602"/>
              <a:gd name="connsiteX42" fmla="*/ 3943629 w 4295775"/>
              <a:gd name="connsiteY42" fmla="*/ 958851 h 4255602"/>
              <a:gd name="connsiteX43" fmla="*/ 3966637 w 4295775"/>
              <a:gd name="connsiteY43" fmla="*/ 991753 h 4255602"/>
              <a:gd name="connsiteX44" fmla="*/ 4016518 w 4295775"/>
              <a:gd name="connsiteY44" fmla="*/ 1078909 h 4255602"/>
              <a:gd name="connsiteX45" fmla="*/ 3811213 w 4295775"/>
              <a:gd name="connsiteY45" fmla="*/ 780516 h 4255602"/>
              <a:gd name="connsiteX46" fmla="*/ 3856540 w 4295775"/>
              <a:gd name="connsiteY46" fmla="*/ 834318 h 4255602"/>
              <a:gd name="connsiteX47" fmla="*/ 3884979 w 4295775"/>
              <a:gd name="connsiteY47" fmla="*/ 874985 h 4255602"/>
              <a:gd name="connsiteX48" fmla="*/ 3657534 w 4295775"/>
              <a:gd name="connsiteY48" fmla="*/ 612849 h 4255602"/>
              <a:gd name="connsiteX49" fmla="*/ 3733014 w 4295775"/>
              <a:gd name="connsiteY49" fmla="*/ 687695 h 4255602"/>
              <a:gd name="connsiteX50" fmla="*/ 3741733 w 4295775"/>
              <a:gd name="connsiteY50" fmla="*/ 698045 h 4255602"/>
              <a:gd name="connsiteX51" fmla="*/ 3435433 w 4295775"/>
              <a:gd name="connsiteY51" fmla="*/ 420945 h 4255602"/>
              <a:gd name="connsiteX52" fmla="*/ 3449206 w 4295775"/>
              <a:gd name="connsiteY52" fmla="*/ 430408 h 4255602"/>
              <a:gd name="connsiteX53" fmla="*/ 3504708 w 4295775"/>
              <a:gd name="connsiteY53" fmla="*/ 476375 h 4255602"/>
              <a:gd name="connsiteX54" fmla="*/ 0 w 4295775"/>
              <a:gd name="connsiteY54" fmla="*/ 0 h 4255602"/>
              <a:gd name="connsiteX55" fmla="*/ 2162727 w 4295775"/>
              <a:gd name="connsiteY55" fmla="*/ 0 h 4255602"/>
              <a:gd name="connsiteX56" fmla="*/ 3290693 w 4295775"/>
              <a:gd name="connsiteY56" fmla="*/ 321506 h 4255602"/>
              <a:gd name="connsiteX57" fmla="*/ 3395344 w 4295775"/>
              <a:gd name="connsiteY57" fmla="*/ 393403 h 4255602"/>
              <a:gd name="connsiteX58" fmla="*/ 3395344 w 4295775"/>
              <a:gd name="connsiteY58" fmla="*/ 660836 h 4255602"/>
              <a:gd name="connsiteX59" fmla="*/ 3403708 w 4295775"/>
              <a:gd name="connsiteY59" fmla="*/ 667091 h 4255602"/>
              <a:gd name="connsiteX60" fmla="*/ 4092575 w 4295775"/>
              <a:gd name="connsiteY60" fmla="*/ 2127801 h 4255602"/>
              <a:gd name="connsiteX61" fmla="*/ 3403708 w 4295775"/>
              <a:gd name="connsiteY61" fmla="*/ 3588511 h 4255602"/>
              <a:gd name="connsiteX62" fmla="*/ 3395344 w 4295775"/>
              <a:gd name="connsiteY62" fmla="*/ 3594766 h 4255602"/>
              <a:gd name="connsiteX63" fmla="*/ 3395344 w 4295775"/>
              <a:gd name="connsiteY63" fmla="*/ 3862200 h 4255602"/>
              <a:gd name="connsiteX64" fmla="*/ 3290693 w 4295775"/>
              <a:gd name="connsiteY64" fmla="*/ 3934097 h 4255602"/>
              <a:gd name="connsiteX65" fmla="*/ 2162727 w 4295775"/>
              <a:gd name="connsiteY65" fmla="*/ 4255602 h 4255602"/>
              <a:gd name="connsiteX66" fmla="*/ 0 w 4295775"/>
              <a:gd name="connsiteY66" fmla="*/ 4255602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4057351 w 4295775"/>
              <a:gd name="connsiteY50" fmla="*/ 1150256 h 4255602"/>
              <a:gd name="connsiteX51" fmla="*/ 4062422 w 4295775"/>
              <a:gd name="connsiteY51" fmla="*/ 1159117 h 4255602"/>
              <a:gd name="connsiteX52" fmla="*/ 4143011 w 4295775"/>
              <a:gd name="connsiteY52" fmla="*/ 1335529 h 4255602"/>
              <a:gd name="connsiteX53" fmla="*/ 4057351 w 4295775"/>
              <a:gd name="connsiteY53" fmla="*/ 1150256 h 4255602"/>
              <a:gd name="connsiteX54" fmla="*/ 3943629 w 4295775"/>
              <a:gd name="connsiteY54" fmla="*/ 958851 h 4255602"/>
              <a:gd name="connsiteX55" fmla="*/ 3966637 w 4295775"/>
              <a:gd name="connsiteY55" fmla="*/ 991753 h 4255602"/>
              <a:gd name="connsiteX56" fmla="*/ 4016518 w 4295775"/>
              <a:gd name="connsiteY56" fmla="*/ 1078909 h 4255602"/>
              <a:gd name="connsiteX57" fmla="*/ 3943629 w 4295775"/>
              <a:gd name="connsiteY57" fmla="*/ 958851 h 4255602"/>
              <a:gd name="connsiteX58" fmla="*/ 3811213 w 4295775"/>
              <a:gd name="connsiteY58" fmla="*/ 780516 h 4255602"/>
              <a:gd name="connsiteX59" fmla="*/ 3856540 w 4295775"/>
              <a:gd name="connsiteY59" fmla="*/ 834318 h 4255602"/>
              <a:gd name="connsiteX60" fmla="*/ 3884979 w 4295775"/>
              <a:gd name="connsiteY60" fmla="*/ 874985 h 4255602"/>
              <a:gd name="connsiteX61" fmla="*/ 3811213 w 4295775"/>
              <a:gd name="connsiteY61" fmla="*/ 780516 h 4255602"/>
              <a:gd name="connsiteX62" fmla="*/ 3657534 w 4295775"/>
              <a:gd name="connsiteY62" fmla="*/ 612849 h 4255602"/>
              <a:gd name="connsiteX63" fmla="*/ 3733014 w 4295775"/>
              <a:gd name="connsiteY63" fmla="*/ 687695 h 4255602"/>
              <a:gd name="connsiteX64" fmla="*/ 3741733 w 4295775"/>
              <a:gd name="connsiteY64" fmla="*/ 698045 h 4255602"/>
              <a:gd name="connsiteX65" fmla="*/ 3657534 w 4295775"/>
              <a:gd name="connsiteY65" fmla="*/ 612849 h 4255602"/>
              <a:gd name="connsiteX66" fmla="*/ 3435433 w 4295775"/>
              <a:gd name="connsiteY66" fmla="*/ 420945 h 4255602"/>
              <a:gd name="connsiteX67" fmla="*/ 3449206 w 4295775"/>
              <a:gd name="connsiteY67" fmla="*/ 430408 h 4255602"/>
              <a:gd name="connsiteX68" fmla="*/ 3504708 w 4295775"/>
              <a:gd name="connsiteY68" fmla="*/ 476375 h 4255602"/>
              <a:gd name="connsiteX69" fmla="*/ 3435433 w 4295775"/>
              <a:gd name="connsiteY69" fmla="*/ 420945 h 4255602"/>
              <a:gd name="connsiteX70" fmla="*/ 0 w 4295775"/>
              <a:gd name="connsiteY70" fmla="*/ 0 h 4255602"/>
              <a:gd name="connsiteX71" fmla="*/ 2162727 w 4295775"/>
              <a:gd name="connsiteY71" fmla="*/ 0 h 4255602"/>
              <a:gd name="connsiteX72" fmla="*/ 3290693 w 4295775"/>
              <a:gd name="connsiteY72" fmla="*/ 321506 h 4255602"/>
              <a:gd name="connsiteX73" fmla="*/ 3395344 w 4295775"/>
              <a:gd name="connsiteY73" fmla="*/ 393403 h 4255602"/>
              <a:gd name="connsiteX74" fmla="*/ 3395344 w 4295775"/>
              <a:gd name="connsiteY74" fmla="*/ 660836 h 4255602"/>
              <a:gd name="connsiteX75" fmla="*/ 3403708 w 4295775"/>
              <a:gd name="connsiteY75" fmla="*/ 667091 h 4255602"/>
              <a:gd name="connsiteX76" fmla="*/ 4092575 w 4295775"/>
              <a:gd name="connsiteY76" fmla="*/ 2127801 h 4255602"/>
              <a:gd name="connsiteX77" fmla="*/ 3403708 w 4295775"/>
              <a:gd name="connsiteY77" fmla="*/ 3588511 h 4255602"/>
              <a:gd name="connsiteX78" fmla="*/ 3395344 w 4295775"/>
              <a:gd name="connsiteY78" fmla="*/ 3594766 h 4255602"/>
              <a:gd name="connsiteX79" fmla="*/ 3395344 w 4295775"/>
              <a:gd name="connsiteY79" fmla="*/ 3862200 h 4255602"/>
              <a:gd name="connsiteX80" fmla="*/ 3290693 w 4295775"/>
              <a:gd name="connsiteY80" fmla="*/ 3934097 h 4255602"/>
              <a:gd name="connsiteX81" fmla="*/ 2162727 w 4295775"/>
              <a:gd name="connsiteY81" fmla="*/ 4255602 h 4255602"/>
              <a:gd name="connsiteX82" fmla="*/ 0 w 4295775"/>
              <a:gd name="connsiteY82" fmla="*/ 4255602 h 4255602"/>
              <a:gd name="connsiteX83" fmla="*/ 0 w 4295775"/>
              <a:gd name="connsiteY83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4057351 w 4295775"/>
              <a:gd name="connsiteY50" fmla="*/ 1150256 h 4255602"/>
              <a:gd name="connsiteX51" fmla="*/ 4062422 w 4295775"/>
              <a:gd name="connsiteY51" fmla="*/ 1159117 h 4255602"/>
              <a:gd name="connsiteX52" fmla="*/ 4057351 w 4295775"/>
              <a:gd name="connsiteY52" fmla="*/ 1150256 h 4255602"/>
              <a:gd name="connsiteX53" fmla="*/ 3943629 w 4295775"/>
              <a:gd name="connsiteY53" fmla="*/ 958851 h 4255602"/>
              <a:gd name="connsiteX54" fmla="*/ 3966637 w 4295775"/>
              <a:gd name="connsiteY54" fmla="*/ 991753 h 4255602"/>
              <a:gd name="connsiteX55" fmla="*/ 4016518 w 4295775"/>
              <a:gd name="connsiteY55" fmla="*/ 1078909 h 4255602"/>
              <a:gd name="connsiteX56" fmla="*/ 3943629 w 4295775"/>
              <a:gd name="connsiteY56" fmla="*/ 958851 h 4255602"/>
              <a:gd name="connsiteX57" fmla="*/ 3811213 w 4295775"/>
              <a:gd name="connsiteY57" fmla="*/ 780516 h 4255602"/>
              <a:gd name="connsiteX58" fmla="*/ 3856540 w 4295775"/>
              <a:gd name="connsiteY58" fmla="*/ 834318 h 4255602"/>
              <a:gd name="connsiteX59" fmla="*/ 3884979 w 4295775"/>
              <a:gd name="connsiteY59" fmla="*/ 874985 h 4255602"/>
              <a:gd name="connsiteX60" fmla="*/ 3811213 w 4295775"/>
              <a:gd name="connsiteY60" fmla="*/ 780516 h 4255602"/>
              <a:gd name="connsiteX61" fmla="*/ 3657534 w 4295775"/>
              <a:gd name="connsiteY61" fmla="*/ 612849 h 4255602"/>
              <a:gd name="connsiteX62" fmla="*/ 3733014 w 4295775"/>
              <a:gd name="connsiteY62" fmla="*/ 687695 h 4255602"/>
              <a:gd name="connsiteX63" fmla="*/ 3741733 w 4295775"/>
              <a:gd name="connsiteY63" fmla="*/ 698045 h 4255602"/>
              <a:gd name="connsiteX64" fmla="*/ 3657534 w 4295775"/>
              <a:gd name="connsiteY64" fmla="*/ 612849 h 4255602"/>
              <a:gd name="connsiteX65" fmla="*/ 3435433 w 4295775"/>
              <a:gd name="connsiteY65" fmla="*/ 420945 h 4255602"/>
              <a:gd name="connsiteX66" fmla="*/ 3449206 w 4295775"/>
              <a:gd name="connsiteY66" fmla="*/ 430408 h 4255602"/>
              <a:gd name="connsiteX67" fmla="*/ 3504708 w 4295775"/>
              <a:gd name="connsiteY67" fmla="*/ 476375 h 4255602"/>
              <a:gd name="connsiteX68" fmla="*/ 3435433 w 4295775"/>
              <a:gd name="connsiteY68" fmla="*/ 420945 h 4255602"/>
              <a:gd name="connsiteX69" fmla="*/ 0 w 4295775"/>
              <a:gd name="connsiteY69" fmla="*/ 0 h 4255602"/>
              <a:gd name="connsiteX70" fmla="*/ 2162727 w 4295775"/>
              <a:gd name="connsiteY70" fmla="*/ 0 h 4255602"/>
              <a:gd name="connsiteX71" fmla="*/ 3290693 w 4295775"/>
              <a:gd name="connsiteY71" fmla="*/ 321506 h 4255602"/>
              <a:gd name="connsiteX72" fmla="*/ 3395344 w 4295775"/>
              <a:gd name="connsiteY72" fmla="*/ 393403 h 4255602"/>
              <a:gd name="connsiteX73" fmla="*/ 3395344 w 4295775"/>
              <a:gd name="connsiteY73" fmla="*/ 660836 h 4255602"/>
              <a:gd name="connsiteX74" fmla="*/ 3403708 w 4295775"/>
              <a:gd name="connsiteY74" fmla="*/ 667091 h 4255602"/>
              <a:gd name="connsiteX75" fmla="*/ 4092575 w 4295775"/>
              <a:gd name="connsiteY75" fmla="*/ 2127801 h 4255602"/>
              <a:gd name="connsiteX76" fmla="*/ 3403708 w 4295775"/>
              <a:gd name="connsiteY76" fmla="*/ 3588511 h 4255602"/>
              <a:gd name="connsiteX77" fmla="*/ 3395344 w 4295775"/>
              <a:gd name="connsiteY77" fmla="*/ 3594766 h 4255602"/>
              <a:gd name="connsiteX78" fmla="*/ 3395344 w 4295775"/>
              <a:gd name="connsiteY78" fmla="*/ 3862200 h 4255602"/>
              <a:gd name="connsiteX79" fmla="*/ 3290693 w 4295775"/>
              <a:gd name="connsiteY79" fmla="*/ 3934097 h 4255602"/>
              <a:gd name="connsiteX80" fmla="*/ 2162727 w 4295775"/>
              <a:gd name="connsiteY80" fmla="*/ 4255602 h 4255602"/>
              <a:gd name="connsiteX81" fmla="*/ 0 w 4295775"/>
              <a:gd name="connsiteY81" fmla="*/ 4255602 h 4255602"/>
              <a:gd name="connsiteX82" fmla="*/ 0 w 4295775"/>
              <a:gd name="connsiteY82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943629 w 4295775"/>
              <a:gd name="connsiteY50" fmla="*/ 958851 h 4255602"/>
              <a:gd name="connsiteX51" fmla="*/ 3966637 w 4295775"/>
              <a:gd name="connsiteY51" fmla="*/ 991753 h 4255602"/>
              <a:gd name="connsiteX52" fmla="*/ 4016518 w 4295775"/>
              <a:gd name="connsiteY52" fmla="*/ 1078909 h 4255602"/>
              <a:gd name="connsiteX53" fmla="*/ 3943629 w 4295775"/>
              <a:gd name="connsiteY53" fmla="*/ 958851 h 4255602"/>
              <a:gd name="connsiteX54" fmla="*/ 3811213 w 4295775"/>
              <a:gd name="connsiteY54" fmla="*/ 780516 h 4255602"/>
              <a:gd name="connsiteX55" fmla="*/ 3856540 w 4295775"/>
              <a:gd name="connsiteY55" fmla="*/ 834318 h 4255602"/>
              <a:gd name="connsiteX56" fmla="*/ 3884979 w 4295775"/>
              <a:gd name="connsiteY56" fmla="*/ 874985 h 4255602"/>
              <a:gd name="connsiteX57" fmla="*/ 3811213 w 4295775"/>
              <a:gd name="connsiteY57" fmla="*/ 780516 h 4255602"/>
              <a:gd name="connsiteX58" fmla="*/ 3657534 w 4295775"/>
              <a:gd name="connsiteY58" fmla="*/ 612849 h 4255602"/>
              <a:gd name="connsiteX59" fmla="*/ 3733014 w 4295775"/>
              <a:gd name="connsiteY59" fmla="*/ 687695 h 4255602"/>
              <a:gd name="connsiteX60" fmla="*/ 3741733 w 4295775"/>
              <a:gd name="connsiteY60" fmla="*/ 698045 h 4255602"/>
              <a:gd name="connsiteX61" fmla="*/ 3657534 w 4295775"/>
              <a:gd name="connsiteY61" fmla="*/ 612849 h 4255602"/>
              <a:gd name="connsiteX62" fmla="*/ 3435433 w 4295775"/>
              <a:gd name="connsiteY62" fmla="*/ 420945 h 4255602"/>
              <a:gd name="connsiteX63" fmla="*/ 3449206 w 4295775"/>
              <a:gd name="connsiteY63" fmla="*/ 430408 h 4255602"/>
              <a:gd name="connsiteX64" fmla="*/ 3504708 w 4295775"/>
              <a:gd name="connsiteY64" fmla="*/ 476375 h 4255602"/>
              <a:gd name="connsiteX65" fmla="*/ 3435433 w 4295775"/>
              <a:gd name="connsiteY65" fmla="*/ 420945 h 4255602"/>
              <a:gd name="connsiteX66" fmla="*/ 0 w 4295775"/>
              <a:gd name="connsiteY66" fmla="*/ 0 h 4255602"/>
              <a:gd name="connsiteX67" fmla="*/ 2162727 w 4295775"/>
              <a:gd name="connsiteY67" fmla="*/ 0 h 4255602"/>
              <a:gd name="connsiteX68" fmla="*/ 3290693 w 4295775"/>
              <a:gd name="connsiteY68" fmla="*/ 321506 h 4255602"/>
              <a:gd name="connsiteX69" fmla="*/ 3395344 w 4295775"/>
              <a:gd name="connsiteY69" fmla="*/ 393403 h 4255602"/>
              <a:gd name="connsiteX70" fmla="*/ 3395344 w 4295775"/>
              <a:gd name="connsiteY70" fmla="*/ 660836 h 4255602"/>
              <a:gd name="connsiteX71" fmla="*/ 3403708 w 4295775"/>
              <a:gd name="connsiteY71" fmla="*/ 667091 h 4255602"/>
              <a:gd name="connsiteX72" fmla="*/ 4092575 w 4295775"/>
              <a:gd name="connsiteY72" fmla="*/ 2127801 h 4255602"/>
              <a:gd name="connsiteX73" fmla="*/ 3403708 w 4295775"/>
              <a:gd name="connsiteY73" fmla="*/ 3588511 h 4255602"/>
              <a:gd name="connsiteX74" fmla="*/ 3395344 w 4295775"/>
              <a:gd name="connsiteY74" fmla="*/ 3594766 h 4255602"/>
              <a:gd name="connsiteX75" fmla="*/ 3395344 w 4295775"/>
              <a:gd name="connsiteY75" fmla="*/ 3862200 h 4255602"/>
              <a:gd name="connsiteX76" fmla="*/ 3290693 w 4295775"/>
              <a:gd name="connsiteY76" fmla="*/ 3934097 h 4255602"/>
              <a:gd name="connsiteX77" fmla="*/ 2162727 w 4295775"/>
              <a:gd name="connsiteY77" fmla="*/ 4255602 h 4255602"/>
              <a:gd name="connsiteX78" fmla="*/ 0 w 4295775"/>
              <a:gd name="connsiteY78" fmla="*/ 4255602 h 4255602"/>
              <a:gd name="connsiteX79" fmla="*/ 0 w 4295775"/>
              <a:gd name="connsiteY79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943629 w 4295775"/>
              <a:gd name="connsiteY50" fmla="*/ 958851 h 4255602"/>
              <a:gd name="connsiteX51" fmla="*/ 3966637 w 4295775"/>
              <a:gd name="connsiteY51" fmla="*/ 991753 h 4255602"/>
              <a:gd name="connsiteX52" fmla="*/ 3943629 w 4295775"/>
              <a:gd name="connsiteY52" fmla="*/ 958851 h 4255602"/>
              <a:gd name="connsiteX53" fmla="*/ 3811213 w 4295775"/>
              <a:gd name="connsiteY53" fmla="*/ 780516 h 4255602"/>
              <a:gd name="connsiteX54" fmla="*/ 3856540 w 4295775"/>
              <a:gd name="connsiteY54" fmla="*/ 834318 h 4255602"/>
              <a:gd name="connsiteX55" fmla="*/ 3884979 w 4295775"/>
              <a:gd name="connsiteY55" fmla="*/ 874985 h 4255602"/>
              <a:gd name="connsiteX56" fmla="*/ 3811213 w 4295775"/>
              <a:gd name="connsiteY56" fmla="*/ 780516 h 4255602"/>
              <a:gd name="connsiteX57" fmla="*/ 3657534 w 4295775"/>
              <a:gd name="connsiteY57" fmla="*/ 612849 h 4255602"/>
              <a:gd name="connsiteX58" fmla="*/ 3733014 w 4295775"/>
              <a:gd name="connsiteY58" fmla="*/ 687695 h 4255602"/>
              <a:gd name="connsiteX59" fmla="*/ 3741733 w 4295775"/>
              <a:gd name="connsiteY59" fmla="*/ 698045 h 4255602"/>
              <a:gd name="connsiteX60" fmla="*/ 3657534 w 4295775"/>
              <a:gd name="connsiteY60" fmla="*/ 612849 h 4255602"/>
              <a:gd name="connsiteX61" fmla="*/ 3435433 w 4295775"/>
              <a:gd name="connsiteY61" fmla="*/ 420945 h 4255602"/>
              <a:gd name="connsiteX62" fmla="*/ 3449206 w 4295775"/>
              <a:gd name="connsiteY62" fmla="*/ 430408 h 4255602"/>
              <a:gd name="connsiteX63" fmla="*/ 3504708 w 4295775"/>
              <a:gd name="connsiteY63" fmla="*/ 476375 h 4255602"/>
              <a:gd name="connsiteX64" fmla="*/ 3435433 w 4295775"/>
              <a:gd name="connsiteY64" fmla="*/ 420945 h 4255602"/>
              <a:gd name="connsiteX65" fmla="*/ 0 w 4295775"/>
              <a:gd name="connsiteY65" fmla="*/ 0 h 4255602"/>
              <a:gd name="connsiteX66" fmla="*/ 2162727 w 4295775"/>
              <a:gd name="connsiteY66" fmla="*/ 0 h 4255602"/>
              <a:gd name="connsiteX67" fmla="*/ 3290693 w 4295775"/>
              <a:gd name="connsiteY67" fmla="*/ 321506 h 4255602"/>
              <a:gd name="connsiteX68" fmla="*/ 3395344 w 4295775"/>
              <a:gd name="connsiteY68" fmla="*/ 393403 h 4255602"/>
              <a:gd name="connsiteX69" fmla="*/ 3395344 w 4295775"/>
              <a:gd name="connsiteY69" fmla="*/ 660836 h 4255602"/>
              <a:gd name="connsiteX70" fmla="*/ 3403708 w 4295775"/>
              <a:gd name="connsiteY70" fmla="*/ 667091 h 4255602"/>
              <a:gd name="connsiteX71" fmla="*/ 4092575 w 4295775"/>
              <a:gd name="connsiteY71" fmla="*/ 2127801 h 4255602"/>
              <a:gd name="connsiteX72" fmla="*/ 3403708 w 4295775"/>
              <a:gd name="connsiteY72" fmla="*/ 3588511 h 4255602"/>
              <a:gd name="connsiteX73" fmla="*/ 3395344 w 4295775"/>
              <a:gd name="connsiteY73" fmla="*/ 3594766 h 4255602"/>
              <a:gd name="connsiteX74" fmla="*/ 3395344 w 4295775"/>
              <a:gd name="connsiteY74" fmla="*/ 3862200 h 4255602"/>
              <a:gd name="connsiteX75" fmla="*/ 3290693 w 4295775"/>
              <a:gd name="connsiteY75" fmla="*/ 3934097 h 4255602"/>
              <a:gd name="connsiteX76" fmla="*/ 2162727 w 4295775"/>
              <a:gd name="connsiteY76" fmla="*/ 4255602 h 4255602"/>
              <a:gd name="connsiteX77" fmla="*/ 0 w 4295775"/>
              <a:gd name="connsiteY77" fmla="*/ 4255602 h 4255602"/>
              <a:gd name="connsiteX78" fmla="*/ 0 w 4295775"/>
              <a:gd name="connsiteY78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811213 w 4295775"/>
              <a:gd name="connsiteY50" fmla="*/ 780516 h 4255602"/>
              <a:gd name="connsiteX51" fmla="*/ 3856540 w 4295775"/>
              <a:gd name="connsiteY51" fmla="*/ 834318 h 4255602"/>
              <a:gd name="connsiteX52" fmla="*/ 3884979 w 4295775"/>
              <a:gd name="connsiteY52" fmla="*/ 874985 h 4255602"/>
              <a:gd name="connsiteX53" fmla="*/ 3811213 w 4295775"/>
              <a:gd name="connsiteY53" fmla="*/ 780516 h 4255602"/>
              <a:gd name="connsiteX54" fmla="*/ 3657534 w 4295775"/>
              <a:gd name="connsiteY54" fmla="*/ 612849 h 4255602"/>
              <a:gd name="connsiteX55" fmla="*/ 3733014 w 4295775"/>
              <a:gd name="connsiteY55" fmla="*/ 687695 h 4255602"/>
              <a:gd name="connsiteX56" fmla="*/ 3741733 w 4295775"/>
              <a:gd name="connsiteY56" fmla="*/ 698045 h 4255602"/>
              <a:gd name="connsiteX57" fmla="*/ 3657534 w 4295775"/>
              <a:gd name="connsiteY57" fmla="*/ 612849 h 4255602"/>
              <a:gd name="connsiteX58" fmla="*/ 3435433 w 4295775"/>
              <a:gd name="connsiteY58" fmla="*/ 420945 h 4255602"/>
              <a:gd name="connsiteX59" fmla="*/ 3449206 w 4295775"/>
              <a:gd name="connsiteY59" fmla="*/ 430408 h 4255602"/>
              <a:gd name="connsiteX60" fmla="*/ 3504708 w 4295775"/>
              <a:gd name="connsiteY60" fmla="*/ 476375 h 4255602"/>
              <a:gd name="connsiteX61" fmla="*/ 3435433 w 4295775"/>
              <a:gd name="connsiteY61" fmla="*/ 420945 h 4255602"/>
              <a:gd name="connsiteX62" fmla="*/ 0 w 4295775"/>
              <a:gd name="connsiteY62" fmla="*/ 0 h 4255602"/>
              <a:gd name="connsiteX63" fmla="*/ 2162727 w 4295775"/>
              <a:gd name="connsiteY63" fmla="*/ 0 h 4255602"/>
              <a:gd name="connsiteX64" fmla="*/ 3290693 w 4295775"/>
              <a:gd name="connsiteY64" fmla="*/ 321506 h 4255602"/>
              <a:gd name="connsiteX65" fmla="*/ 3395344 w 4295775"/>
              <a:gd name="connsiteY65" fmla="*/ 393403 h 4255602"/>
              <a:gd name="connsiteX66" fmla="*/ 3395344 w 4295775"/>
              <a:gd name="connsiteY66" fmla="*/ 660836 h 4255602"/>
              <a:gd name="connsiteX67" fmla="*/ 3403708 w 4295775"/>
              <a:gd name="connsiteY67" fmla="*/ 667091 h 4255602"/>
              <a:gd name="connsiteX68" fmla="*/ 4092575 w 4295775"/>
              <a:gd name="connsiteY68" fmla="*/ 2127801 h 4255602"/>
              <a:gd name="connsiteX69" fmla="*/ 3403708 w 4295775"/>
              <a:gd name="connsiteY69" fmla="*/ 3588511 h 4255602"/>
              <a:gd name="connsiteX70" fmla="*/ 3395344 w 4295775"/>
              <a:gd name="connsiteY70" fmla="*/ 3594766 h 4255602"/>
              <a:gd name="connsiteX71" fmla="*/ 3395344 w 4295775"/>
              <a:gd name="connsiteY71" fmla="*/ 3862200 h 4255602"/>
              <a:gd name="connsiteX72" fmla="*/ 3290693 w 4295775"/>
              <a:gd name="connsiteY72" fmla="*/ 3934097 h 4255602"/>
              <a:gd name="connsiteX73" fmla="*/ 2162727 w 4295775"/>
              <a:gd name="connsiteY73" fmla="*/ 4255602 h 4255602"/>
              <a:gd name="connsiteX74" fmla="*/ 0 w 4295775"/>
              <a:gd name="connsiteY74" fmla="*/ 4255602 h 4255602"/>
              <a:gd name="connsiteX75" fmla="*/ 0 w 4295775"/>
              <a:gd name="connsiteY75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811213 w 4295775"/>
              <a:gd name="connsiteY50" fmla="*/ 780516 h 4255602"/>
              <a:gd name="connsiteX51" fmla="*/ 3856540 w 4295775"/>
              <a:gd name="connsiteY51" fmla="*/ 834318 h 4255602"/>
              <a:gd name="connsiteX52" fmla="*/ 3811213 w 4295775"/>
              <a:gd name="connsiteY52" fmla="*/ 780516 h 4255602"/>
              <a:gd name="connsiteX53" fmla="*/ 3657534 w 4295775"/>
              <a:gd name="connsiteY53" fmla="*/ 612849 h 4255602"/>
              <a:gd name="connsiteX54" fmla="*/ 3733014 w 4295775"/>
              <a:gd name="connsiteY54" fmla="*/ 687695 h 4255602"/>
              <a:gd name="connsiteX55" fmla="*/ 3741733 w 4295775"/>
              <a:gd name="connsiteY55" fmla="*/ 698045 h 4255602"/>
              <a:gd name="connsiteX56" fmla="*/ 3657534 w 4295775"/>
              <a:gd name="connsiteY56" fmla="*/ 612849 h 4255602"/>
              <a:gd name="connsiteX57" fmla="*/ 3435433 w 4295775"/>
              <a:gd name="connsiteY57" fmla="*/ 420945 h 4255602"/>
              <a:gd name="connsiteX58" fmla="*/ 3449206 w 4295775"/>
              <a:gd name="connsiteY58" fmla="*/ 430408 h 4255602"/>
              <a:gd name="connsiteX59" fmla="*/ 3504708 w 4295775"/>
              <a:gd name="connsiteY59" fmla="*/ 476375 h 4255602"/>
              <a:gd name="connsiteX60" fmla="*/ 3435433 w 4295775"/>
              <a:gd name="connsiteY60" fmla="*/ 420945 h 4255602"/>
              <a:gd name="connsiteX61" fmla="*/ 0 w 4295775"/>
              <a:gd name="connsiteY61" fmla="*/ 0 h 4255602"/>
              <a:gd name="connsiteX62" fmla="*/ 2162727 w 4295775"/>
              <a:gd name="connsiteY62" fmla="*/ 0 h 4255602"/>
              <a:gd name="connsiteX63" fmla="*/ 3290693 w 4295775"/>
              <a:gd name="connsiteY63" fmla="*/ 321506 h 4255602"/>
              <a:gd name="connsiteX64" fmla="*/ 3395344 w 4295775"/>
              <a:gd name="connsiteY64" fmla="*/ 393403 h 4255602"/>
              <a:gd name="connsiteX65" fmla="*/ 3395344 w 4295775"/>
              <a:gd name="connsiteY65" fmla="*/ 660836 h 4255602"/>
              <a:gd name="connsiteX66" fmla="*/ 3403708 w 4295775"/>
              <a:gd name="connsiteY66" fmla="*/ 667091 h 4255602"/>
              <a:gd name="connsiteX67" fmla="*/ 4092575 w 4295775"/>
              <a:gd name="connsiteY67" fmla="*/ 2127801 h 4255602"/>
              <a:gd name="connsiteX68" fmla="*/ 3403708 w 4295775"/>
              <a:gd name="connsiteY68" fmla="*/ 3588511 h 4255602"/>
              <a:gd name="connsiteX69" fmla="*/ 3395344 w 4295775"/>
              <a:gd name="connsiteY69" fmla="*/ 3594766 h 4255602"/>
              <a:gd name="connsiteX70" fmla="*/ 3395344 w 4295775"/>
              <a:gd name="connsiteY70" fmla="*/ 3862200 h 4255602"/>
              <a:gd name="connsiteX71" fmla="*/ 3290693 w 4295775"/>
              <a:gd name="connsiteY71" fmla="*/ 3934097 h 4255602"/>
              <a:gd name="connsiteX72" fmla="*/ 2162727 w 4295775"/>
              <a:gd name="connsiteY72" fmla="*/ 4255602 h 4255602"/>
              <a:gd name="connsiteX73" fmla="*/ 0 w 4295775"/>
              <a:gd name="connsiteY73" fmla="*/ 4255602 h 4255602"/>
              <a:gd name="connsiteX74" fmla="*/ 0 w 4295775"/>
              <a:gd name="connsiteY74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657534 w 4295775"/>
              <a:gd name="connsiteY50" fmla="*/ 612849 h 4255602"/>
              <a:gd name="connsiteX51" fmla="*/ 3733014 w 4295775"/>
              <a:gd name="connsiteY51" fmla="*/ 687695 h 4255602"/>
              <a:gd name="connsiteX52" fmla="*/ 3741733 w 4295775"/>
              <a:gd name="connsiteY52" fmla="*/ 698045 h 4255602"/>
              <a:gd name="connsiteX53" fmla="*/ 3657534 w 4295775"/>
              <a:gd name="connsiteY53" fmla="*/ 612849 h 4255602"/>
              <a:gd name="connsiteX54" fmla="*/ 3435433 w 4295775"/>
              <a:gd name="connsiteY54" fmla="*/ 420945 h 4255602"/>
              <a:gd name="connsiteX55" fmla="*/ 3449206 w 4295775"/>
              <a:gd name="connsiteY55" fmla="*/ 430408 h 4255602"/>
              <a:gd name="connsiteX56" fmla="*/ 3504708 w 4295775"/>
              <a:gd name="connsiteY56" fmla="*/ 476375 h 4255602"/>
              <a:gd name="connsiteX57" fmla="*/ 3435433 w 4295775"/>
              <a:gd name="connsiteY57" fmla="*/ 420945 h 4255602"/>
              <a:gd name="connsiteX58" fmla="*/ 0 w 4295775"/>
              <a:gd name="connsiteY58" fmla="*/ 0 h 4255602"/>
              <a:gd name="connsiteX59" fmla="*/ 2162727 w 4295775"/>
              <a:gd name="connsiteY59" fmla="*/ 0 h 4255602"/>
              <a:gd name="connsiteX60" fmla="*/ 3290693 w 4295775"/>
              <a:gd name="connsiteY60" fmla="*/ 321506 h 4255602"/>
              <a:gd name="connsiteX61" fmla="*/ 3395344 w 4295775"/>
              <a:gd name="connsiteY61" fmla="*/ 393403 h 4255602"/>
              <a:gd name="connsiteX62" fmla="*/ 3395344 w 4295775"/>
              <a:gd name="connsiteY62" fmla="*/ 660836 h 4255602"/>
              <a:gd name="connsiteX63" fmla="*/ 3403708 w 4295775"/>
              <a:gd name="connsiteY63" fmla="*/ 667091 h 4255602"/>
              <a:gd name="connsiteX64" fmla="*/ 4092575 w 4295775"/>
              <a:gd name="connsiteY64" fmla="*/ 2127801 h 4255602"/>
              <a:gd name="connsiteX65" fmla="*/ 3403708 w 4295775"/>
              <a:gd name="connsiteY65" fmla="*/ 3588511 h 4255602"/>
              <a:gd name="connsiteX66" fmla="*/ 3395344 w 4295775"/>
              <a:gd name="connsiteY66" fmla="*/ 3594766 h 4255602"/>
              <a:gd name="connsiteX67" fmla="*/ 3395344 w 4295775"/>
              <a:gd name="connsiteY67" fmla="*/ 3862200 h 4255602"/>
              <a:gd name="connsiteX68" fmla="*/ 3290693 w 4295775"/>
              <a:gd name="connsiteY68" fmla="*/ 3934097 h 4255602"/>
              <a:gd name="connsiteX69" fmla="*/ 2162727 w 4295775"/>
              <a:gd name="connsiteY69" fmla="*/ 4255602 h 4255602"/>
              <a:gd name="connsiteX70" fmla="*/ 0 w 4295775"/>
              <a:gd name="connsiteY70" fmla="*/ 4255602 h 4255602"/>
              <a:gd name="connsiteX71" fmla="*/ 0 w 4295775"/>
              <a:gd name="connsiteY71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657534 w 4295775"/>
              <a:gd name="connsiteY50" fmla="*/ 612849 h 4255602"/>
              <a:gd name="connsiteX51" fmla="*/ 3733014 w 4295775"/>
              <a:gd name="connsiteY51" fmla="*/ 687695 h 4255602"/>
              <a:gd name="connsiteX52" fmla="*/ 3657534 w 4295775"/>
              <a:gd name="connsiteY52" fmla="*/ 612849 h 4255602"/>
              <a:gd name="connsiteX53" fmla="*/ 3435433 w 4295775"/>
              <a:gd name="connsiteY53" fmla="*/ 420945 h 4255602"/>
              <a:gd name="connsiteX54" fmla="*/ 3449206 w 4295775"/>
              <a:gd name="connsiteY54" fmla="*/ 430408 h 4255602"/>
              <a:gd name="connsiteX55" fmla="*/ 3504708 w 4295775"/>
              <a:gd name="connsiteY55" fmla="*/ 476375 h 4255602"/>
              <a:gd name="connsiteX56" fmla="*/ 3435433 w 4295775"/>
              <a:gd name="connsiteY56" fmla="*/ 420945 h 4255602"/>
              <a:gd name="connsiteX57" fmla="*/ 0 w 4295775"/>
              <a:gd name="connsiteY57" fmla="*/ 0 h 4255602"/>
              <a:gd name="connsiteX58" fmla="*/ 2162727 w 4295775"/>
              <a:gd name="connsiteY58" fmla="*/ 0 h 4255602"/>
              <a:gd name="connsiteX59" fmla="*/ 3290693 w 4295775"/>
              <a:gd name="connsiteY59" fmla="*/ 321506 h 4255602"/>
              <a:gd name="connsiteX60" fmla="*/ 3395344 w 4295775"/>
              <a:gd name="connsiteY60" fmla="*/ 393403 h 4255602"/>
              <a:gd name="connsiteX61" fmla="*/ 3395344 w 4295775"/>
              <a:gd name="connsiteY61" fmla="*/ 660836 h 4255602"/>
              <a:gd name="connsiteX62" fmla="*/ 3403708 w 4295775"/>
              <a:gd name="connsiteY62" fmla="*/ 667091 h 4255602"/>
              <a:gd name="connsiteX63" fmla="*/ 4092575 w 4295775"/>
              <a:gd name="connsiteY63" fmla="*/ 2127801 h 4255602"/>
              <a:gd name="connsiteX64" fmla="*/ 3403708 w 4295775"/>
              <a:gd name="connsiteY64" fmla="*/ 3588511 h 4255602"/>
              <a:gd name="connsiteX65" fmla="*/ 3395344 w 4295775"/>
              <a:gd name="connsiteY65" fmla="*/ 3594766 h 4255602"/>
              <a:gd name="connsiteX66" fmla="*/ 3395344 w 4295775"/>
              <a:gd name="connsiteY66" fmla="*/ 3862200 h 4255602"/>
              <a:gd name="connsiteX67" fmla="*/ 3290693 w 4295775"/>
              <a:gd name="connsiteY67" fmla="*/ 3934097 h 4255602"/>
              <a:gd name="connsiteX68" fmla="*/ 2162727 w 4295775"/>
              <a:gd name="connsiteY68" fmla="*/ 4255602 h 4255602"/>
              <a:gd name="connsiteX69" fmla="*/ 0 w 4295775"/>
              <a:gd name="connsiteY69" fmla="*/ 4255602 h 4255602"/>
              <a:gd name="connsiteX70" fmla="*/ 0 w 4295775"/>
              <a:gd name="connsiteY70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435433 w 4295775"/>
              <a:gd name="connsiteY50" fmla="*/ 420945 h 4255602"/>
              <a:gd name="connsiteX51" fmla="*/ 3449206 w 4295775"/>
              <a:gd name="connsiteY51" fmla="*/ 430408 h 4255602"/>
              <a:gd name="connsiteX52" fmla="*/ 3504708 w 4295775"/>
              <a:gd name="connsiteY52" fmla="*/ 476375 h 4255602"/>
              <a:gd name="connsiteX53" fmla="*/ 3435433 w 4295775"/>
              <a:gd name="connsiteY53" fmla="*/ 420945 h 4255602"/>
              <a:gd name="connsiteX54" fmla="*/ 0 w 4295775"/>
              <a:gd name="connsiteY54" fmla="*/ 0 h 4255602"/>
              <a:gd name="connsiteX55" fmla="*/ 2162727 w 4295775"/>
              <a:gd name="connsiteY55" fmla="*/ 0 h 4255602"/>
              <a:gd name="connsiteX56" fmla="*/ 3290693 w 4295775"/>
              <a:gd name="connsiteY56" fmla="*/ 321506 h 4255602"/>
              <a:gd name="connsiteX57" fmla="*/ 3395344 w 4295775"/>
              <a:gd name="connsiteY57" fmla="*/ 393403 h 4255602"/>
              <a:gd name="connsiteX58" fmla="*/ 3395344 w 4295775"/>
              <a:gd name="connsiteY58" fmla="*/ 660836 h 4255602"/>
              <a:gd name="connsiteX59" fmla="*/ 3403708 w 4295775"/>
              <a:gd name="connsiteY59" fmla="*/ 667091 h 4255602"/>
              <a:gd name="connsiteX60" fmla="*/ 4092575 w 4295775"/>
              <a:gd name="connsiteY60" fmla="*/ 2127801 h 4255602"/>
              <a:gd name="connsiteX61" fmla="*/ 3403708 w 4295775"/>
              <a:gd name="connsiteY61" fmla="*/ 3588511 h 4255602"/>
              <a:gd name="connsiteX62" fmla="*/ 3395344 w 4295775"/>
              <a:gd name="connsiteY62" fmla="*/ 3594766 h 4255602"/>
              <a:gd name="connsiteX63" fmla="*/ 3395344 w 4295775"/>
              <a:gd name="connsiteY63" fmla="*/ 3862200 h 4255602"/>
              <a:gd name="connsiteX64" fmla="*/ 3290693 w 4295775"/>
              <a:gd name="connsiteY64" fmla="*/ 3934097 h 4255602"/>
              <a:gd name="connsiteX65" fmla="*/ 2162727 w 4295775"/>
              <a:gd name="connsiteY65" fmla="*/ 4255602 h 4255602"/>
              <a:gd name="connsiteX66" fmla="*/ 0 w 4295775"/>
              <a:gd name="connsiteY66" fmla="*/ 4255602 h 4255602"/>
              <a:gd name="connsiteX67" fmla="*/ 0 w 4295775"/>
              <a:gd name="connsiteY67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435433 w 4295775"/>
              <a:gd name="connsiteY50" fmla="*/ 420945 h 4255602"/>
              <a:gd name="connsiteX51" fmla="*/ 3449206 w 4295775"/>
              <a:gd name="connsiteY51" fmla="*/ 430408 h 4255602"/>
              <a:gd name="connsiteX52" fmla="*/ 3435433 w 4295775"/>
              <a:gd name="connsiteY52" fmla="*/ 420945 h 4255602"/>
              <a:gd name="connsiteX53" fmla="*/ 0 w 4295775"/>
              <a:gd name="connsiteY53" fmla="*/ 0 h 4255602"/>
              <a:gd name="connsiteX54" fmla="*/ 2162727 w 4295775"/>
              <a:gd name="connsiteY54" fmla="*/ 0 h 4255602"/>
              <a:gd name="connsiteX55" fmla="*/ 3290693 w 4295775"/>
              <a:gd name="connsiteY55" fmla="*/ 321506 h 4255602"/>
              <a:gd name="connsiteX56" fmla="*/ 3395344 w 4295775"/>
              <a:gd name="connsiteY56" fmla="*/ 393403 h 4255602"/>
              <a:gd name="connsiteX57" fmla="*/ 3395344 w 4295775"/>
              <a:gd name="connsiteY57" fmla="*/ 660836 h 4255602"/>
              <a:gd name="connsiteX58" fmla="*/ 3403708 w 4295775"/>
              <a:gd name="connsiteY58" fmla="*/ 667091 h 4255602"/>
              <a:gd name="connsiteX59" fmla="*/ 4092575 w 4295775"/>
              <a:gd name="connsiteY59" fmla="*/ 2127801 h 4255602"/>
              <a:gd name="connsiteX60" fmla="*/ 3403708 w 4295775"/>
              <a:gd name="connsiteY60" fmla="*/ 3588511 h 4255602"/>
              <a:gd name="connsiteX61" fmla="*/ 3395344 w 4295775"/>
              <a:gd name="connsiteY61" fmla="*/ 3594766 h 4255602"/>
              <a:gd name="connsiteX62" fmla="*/ 3395344 w 4295775"/>
              <a:gd name="connsiteY62" fmla="*/ 3862200 h 4255602"/>
              <a:gd name="connsiteX63" fmla="*/ 3290693 w 4295775"/>
              <a:gd name="connsiteY63" fmla="*/ 3934097 h 4255602"/>
              <a:gd name="connsiteX64" fmla="*/ 2162727 w 4295775"/>
              <a:gd name="connsiteY64" fmla="*/ 4255602 h 4255602"/>
              <a:gd name="connsiteX65" fmla="*/ 0 w 4295775"/>
              <a:gd name="connsiteY65" fmla="*/ 4255602 h 4255602"/>
              <a:gd name="connsiteX66" fmla="*/ 0 w 4295775"/>
              <a:gd name="connsiteY66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0 w 4295775"/>
              <a:gd name="connsiteY50" fmla="*/ 0 h 4255602"/>
              <a:gd name="connsiteX51" fmla="*/ 2162727 w 4295775"/>
              <a:gd name="connsiteY51" fmla="*/ 0 h 4255602"/>
              <a:gd name="connsiteX52" fmla="*/ 3290693 w 4295775"/>
              <a:gd name="connsiteY52" fmla="*/ 321506 h 4255602"/>
              <a:gd name="connsiteX53" fmla="*/ 3395344 w 4295775"/>
              <a:gd name="connsiteY53" fmla="*/ 393403 h 4255602"/>
              <a:gd name="connsiteX54" fmla="*/ 3395344 w 4295775"/>
              <a:gd name="connsiteY54" fmla="*/ 660836 h 4255602"/>
              <a:gd name="connsiteX55" fmla="*/ 3403708 w 4295775"/>
              <a:gd name="connsiteY55" fmla="*/ 667091 h 4255602"/>
              <a:gd name="connsiteX56" fmla="*/ 4092575 w 4295775"/>
              <a:gd name="connsiteY56" fmla="*/ 2127801 h 4255602"/>
              <a:gd name="connsiteX57" fmla="*/ 3403708 w 4295775"/>
              <a:gd name="connsiteY57" fmla="*/ 3588511 h 4255602"/>
              <a:gd name="connsiteX58" fmla="*/ 3395344 w 4295775"/>
              <a:gd name="connsiteY58" fmla="*/ 3594766 h 4255602"/>
              <a:gd name="connsiteX59" fmla="*/ 3395344 w 4295775"/>
              <a:gd name="connsiteY59" fmla="*/ 3862200 h 4255602"/>
              <a:gd name="connsiteX60" fmla="*/ 3290693 w 4295775"/>
              <a:gd name="connsiteY60" fmla="*/ 3934097 h 4255602"/>
              <a:gd name="connsiteX61" fmla="*/ 2162727 w 4295775"/>
              <a:gd name="connsiteY61" fmla="*/ 4255602 h 4255602"/>
              <a:gd name="connsiteX62" fmla="*/ 0 w 4295775"/>
              <a:gd name="connsiteY62" fmla="*/ 4255602 h 4255602"/>
              <a:gd name="connsiteX63" fmla="*/ 0 w 4295775"/>
              <a:gd name="connsiteY63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5855 w 4295775"/>
              <a:gd name="connsiteY38" fmla="*/ 1931797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51077 w 4295775"/>
              <a:gd name="connsiteY41" fmla="*/ 1695883 h 4255602"/>
              <a:gd name="connsiteX42" fmla="*/ 4255065 w 4295775"/>
              <a:gd name="connsiteY42" fmla="*/ 1711975 h 4255602"/>
              <a:gd name="connsiteX43" fmla="*/ 4256067 w 4295775"/>
              <a:gd name="connsiteY43" fmla="*/ 1718665 h 4255602"/>
              <a:gd name="connsiteX44" fmla="*/ 4251077 w 4295775"/>
              <a:gd name="connsiteY44" fmla="*/ 1695883 h 4255602"/>
              <a:gd name="connsiteX45" fmla="*/ 4170386 w 4295775"/>
              <a:gd name="connsiteY45" fmla="*/ 1413860 h 4255602"/>
              <a:gd name="connsiteX46" fmla="*/ 4207519 w 4295775"/>
              <a:gd name="connsiteY46" fmla="*/ 1520109 h 4255602"/>
              <a:gd name="connsiteX47" fmla="*/ 4220029 w 4295775"/>
              <a:gd name="connsiteY47" fmla="*/ 1570589 h 4255602"/>
              <a:gd name="connsiteX48" fmla="*/ 4170386 w 4295775"/>
              <a:gd name="connsiteY48" fmla="*/ 1413860 h 4255602"/>
              <a:gd name="connsiteX49" fmla="*/ 0 w 4295775"/>
              <a:gd name="connsiteY49" fmla="*/ 0 h 4255602"/>
              <a:gd name="connsiteX50" fmla="*/ 2162727 w 4295775"/>
              <a:gd name="connsiteY50" fmla="*/ 0 h 4255602"/>
              <a:gd name="connsiteX51" fmla="*/ 3290693 w 4295775"/>
              <a:gd name="connsiteY51" fmla="*/ 321506 h 4255602"/>
              <a:gd name="connsiteX52" fmla="*/ 3395344 w 4295775"/>
              <a:gd name="connsiteY52" fmla="*/ 393403 h 4255602"/>
              <a:gd name="connsiteX53" fmla="*/ 3395344 w 4295775"/>
              <a:gd name="connsiteY53" fmla="*/ 660836 h 4255602"/>
              <a:gd name="connsiteX54" fmla="*/ 3403708 w 4295775"/>
              <a:gd name="connsiteY54" fmla="*/ 667091 h 4255602"/>
              <a:gd name="connsiteX55" fmla="*/ 4092575 w 4295775"/>
              <a:gd name="connsiteY55" fmla="*/ 2127801 h 4255602"/>
              <a:gd name="connsiteX56" fmla="*/ 3403708 w 4295775"/>
              <a:gd name="connsiteY56" fmla="*/ 3588511 h 4255602"/>
              <a:gd name="connsiteX57" fmla="*/ 3395344 w 4295775"/>
              <a:gd name="connsiteY57" fmla="*/ 3594766 h 4255602"/>
              <a:gd name="connsiteX58" fmla="*/ 3395344 w 4295775"/>
              <a:gd name="connsiteY58" fmla="*/ 3862200 h 4255602"/>
              <a:gd name="connsiteX59" fmla="*/ 3290693 w 4295775"/>
              <a:gd name="connsiteY59" fmla="*/ 3934097 h 4255602"/>
              <a:gd name="connsiteX60" fmla="*/ 2162727 w 4295775"/>
              <a:gd name="connsiteY60" fmla="*/ 4255602 h 4255602"/>
              <a:gd name="connsiteX61" fmla="*/ 0 w 4295775"/>
              <a:gd name="connsiteY61" fmla="*/ 4255602 h 4255602"/>
              <a:gd name="connsiteX62" fmla="*/ 0 w 4295775"/>
              <a:gd name="connsiteY62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51077 w 4295775"/>
              <a:gd name="connsiteY38" fmla="*/ 1695883 h 4255602"/>
              <a:gd name="connsiteX39" fmla="*/ 4255065 w 4295775"/>
              <a:gd name="connsiteY39" fmla="*/ 1711975 h 4255602"/>
              <a:gd name="connsiteX40" fmla="*/ 4256067 w 4295775"/>
              <a:gd name="connsiteY40" fmla="*/ 1718665 h 4255602"/>
              <a:gd name="connsiteX41" fmla="*/ 4251077 w 4295775"/>
              <a:gd name="connsiteY41" fmla="*/ 1695883 h 4255602"/>
              <a:gd name="connsiteX42" fmla="*/ 4170386 w 4295775"/>
              <a:gd name="connsiteY42" fmla="*/ 1413860 h 4255602"/>
              <a:gd name="connsiteX43" fmla="*/ 4207519 w 4295775"/>
              <a:gd name="connsiteY43" fmla="*/ 1520109 h 4255602"/>
              <a:gd name="connsiteX44" fmla="*/ 4220029 w 4295775"/>
              <a:gd name="connsiteY44" fmla="*/ 1570589 h 4255602"/>
              <a:gd name="connsiteX45" fmla="*/ 4170386 w 4295775"/>
              <a:gd name="connsiteY45" fmla="*/ 1413860 h 4255602"/>
              <a:gd name="connsiteX46" fmla="*/ 0 w 4295775"/>
              <a:gd name="connsiteY46" fmla="*/ 0 h 4255602"/>
              <a:gd name="connsiteX47" fmla="*/ 2162727 w 4295775"/>
              <a:gd name="connsiteY47" fmla="*/ 0 h 4255602"/>
              <a:gd name="connsiteX48" fmla="*/ 3290693 w 4295775"/>
              <a:gd name="connsiteY48" fmla="*/ 321506 h 4255602"/>
              <a:gd name="connsiteX49" fmla="*/ 3395344 w 4295775"/>
              <a:gd name="connsiteY49" fmla="*/ 393403 h 4255602"/>
              <a:gd name="connsiteX50" fmla="*/ 3395344 w 4295775"/>
              <a:gd name="connsiteY50" fmla="*/ 660836 h 4255602"/>
              <a:gd name="connsiteX51" fmla="*/ 3403708 w 4295775"/>
              <a:gd name="connsiteY51" fmla="*/ 667091 h 4255602"/>
              <a:gd name="connsiteX52" fmla="*/ 4092575 w 4295775"/>
              <a:gd name="connsiteY52" fmla="*/ 2127801 h 4255602"/>
              <a:gd name="connsiteX53" fmla="*/ 3403708 w 4295775"/>
              <a:gd name="connsiteY53" fmla="*/ 3588511 h 4255602"/>
              <a:gd name="connsiteX54" fmla="*/ 3395344 w 4295775"/>
              <a:gd name="connsiteY54" fmla="*/ 3594766 h 4255602"/>
              <a:gd name="connsiteX55" fmla="*/ 3395344 w 4295775"/>
              <a:gd name="connsiteY55" fmla="*/ 3862200 h 4255602"/>
              <a:gd name="connsiteX56" fmla="*/ 3290693 w 4295775"/>
              <a:gd name="connsiteY56" fmla="*/ 3934097 h 4255602"/>
              <a:gd name="connsiteX57" fmla="*/ 2162727 w 4295775"/>
              <a:gd name="connsiteY57" fmla="*/ 4255602 h 4255602"/>
              <a:gd name="connsiteX58" fmla="*/ 0 w 4295775"/>
              <a:gd name="connsiteY58" fmla="*/ 4255602 h 4255602"/>
              <a:gd name="connsiteX59" fmla="*/ 0 w 4295775"/>
              <a:gd name="connsiteY59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51077 w 4295775"/>
              <a:gd name="connsiteY38" fmla="*/ 1695883 h 4255602"/>
              <a:gd name="connsiteX39" fmla="*/ 4255065 w 4295775"/>
              <a:gd name="connsiteY39" fmla="*/ 1711975 h 4255602"/>
              <a:gd name="connsiteX40" fmla="*/ 4251077 w 4295775"/>
              <a:gd name="connsiteY40" fmla="*/ 1695883 h 4255602"/>
              <a:gd name="connsiteX41" fmla="*/ 4170386 w 4295775"/>
              <a:gd name="connsiteY41" fmla="*/ 1413860 h 4255602"/>
              <a:gd name="connsiteX42" fmla="*/ 4207519 w 4295775"/>
              <a:gd name="connsiteY42" fmla="*/ 1520109 h 4255602"/>
              <a:gd name="connsiteX43" fmla="*/ 4220029 w 4295775"/>
              <a:gd name="connsiteY43" fmla="*/ 1570589 h 4255602"/>
              <a:gd name="connsiteX44" fmla="*/ 4170386 w 4295775"/>
              <a:gd name="connsiteY44" fmla="*/ 1413860 h 4255602"/>
              <a:gd name="connsiteX45" fmla="*/ 0 w 4295775"/>
              <a:gd name="connsiteY45" fmla="*/ 0 h 4255602"/>
              <a:gd name="connsiteX46" fmla="*/ 2162727 w 4295775"/>
              <a:gd name="connsiteY46" fmla="*/ 0 h 4255602"/>
              <a:gd name="connsiteX47" fmla="*/ 3290693 w 4295775"/>
              <a:gd name="connsiteY47" fmla="*/ 321506 h 4255602"/>
              <a:gd name="connsiteX48" fmla="*/ 3395344 w 4295775"/>
              <a:gd name="connsiteY48" fmla="*/ 393403 h 4255602"/>
              <a:gd name="connsiteX49" fmla="*/ 3395344 w 4295775"/>
              <a:gd name="connsiteY49" fmla="*/ 660836 h 4255602"/>
              <a:gd name="connsiteX50" fmla="*/ 3403708 w 4295775"/>
              <a:gd name="connsiteY50" fmla="*/ 667091 h 4255602"/>
              <a:gd name="connsiteX51" fmla="*/ 4092575 w 4295775"/>
              <a:gd name="connsiteY51" fmla="*/ 2127801 h 4255602"/>
              <a:gd name="connsiteX52" fmla="*/ 3403708 w 4295775"/>
              <a:gd name="connsiteY52" fmla="*/ 3588511 h 4255602"/>
              <a:gd name="connsiteX53" fmla="*/ 3395344 w 4295775"/>
              <a:gd name="connsiteY53" fmla="*/ 3594766 h 4255602"/>
              <a:gd name="connsiteX54" fmla="*/ 3395344 w 4295775"/>
              <a:gd name="connsiteY54" fmla="*/ 3862200 h 4255602"/>
              <a:gd name="connsiteX55" fmla="*/ 3290693 w 4295775"/>
              <a:gd name="connsiteY55" fmla="*/ 3934097 h 4255602"/>
              <a:gd name="connsiteX56" fmla="*/ 2162727 w 4295775"/>
              <a:gd name="connsiteY56" fmla="*/ 4255602 h 4255602"/>
              <a:gd name="connsiteX57" fmla="*/ 0 w 4295775"/>
              <a:gd name="connsiteY57" fmla="*/ 4255602 h 4255602"/>
              <a:gd name="connsiteX58" fmla="*/ 0 w 4295775"/>
              <a:gd name="connsiteY58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170386 w 4295775"/>
              <a:gd name="connsiteY38" fmla="*/ 1413860 h 4255602"/>
              <a:gd name="connsiteX39" fmla="*/ 4207519 w 4295775"/>
              <a:gd name="connsiteY39" fmla="*/ 1520109 h 4255602"/>
              <a:gd name="connsiteX40" fmla="*/ 4220029 w 4295775"/>
              <a:gd name="connsiteY40" fmla="*/ 1570589 h 4255602"/>
              <a:gd name="connsiteX41" fmla="*/ 4170386 w 4295775"/>
              <a:gd name="connsiteY41" fmla="*/ 1413860 h 4255602"/>
              <a:gd name="connsiteX42" fmla="*/ 0 w 4295775"/>
              <a:gd name="connsiteY42" fmla="*/ 0 h 4255602"/>
              <a:gd name="connsiteX43" fmla="*/ 2162727 w 4295775"/>
              <a:gd name="connsiteY43" fmla="*/ 0 h 4255602"/>
              <a:gd name="connsiteX44" fmla="*/ 3290693 w 4295775"/>
              <a:gd name="connsiteY44" fmla="*/ 321506 h 4255602"/>
              <a:gd name="connsiteX45" fmla="*/ 3395344 w 4295775"/>
              <a:gd name="connsiteY45" fmla="*/ 393403 h 4255602"/>
              <a:gd name="connsiteX46" fmla="*/ 3395344 w 4295775"/>
              <a:gd name="connsiteY46" fmla="*/ 660836 h 4255602"/>
              <a:gd name="connsiteX47" fmla="*/ 3403708 w 4295775"/>
              <a:gd name="connsiteY47" fmla="*/ 667091 h 4255602"/>
              <a:gd name="connsiteX48" fmla="*/ 4092575 w 4295775"/>
              <a:gd name="connsiteY48" fmla="*/ 2127801 h 4255602"/>
              <a:gd name="connsiteX49" fmla="*/ 3403708 w 4295775"/>
              <a:gd name="connsiteY49" fmla="*/ 3588511 h 4255602"/>
              <a:gd name="connsiteX50" fmla="*/ 3395344 w 4295775"/>
              <a:gd name="connsiteY50" fmla="*/ 3594766 h 4255602"/>
              <a:gd name="connsiteX51" fmla="*/ 3395344 w 4295775"/>
              <a:gd name="connsiteY51" fmla="*/ 3862200 h 4255602"/>
              <a:gd name="connsiteX52" fmla="*/ 3290693 w 4295775"/>
              <a:gd name="connsiteY52" fmla="*/ 3934097 h 4255602"/>
              <a:gd name="connsiteX53" fmla="*/ 2162727 w 4295775"/>
              <a:gd name="connsiteY53" fmla="*/ 4255602 h 4255602"/>
              <a:gd name="connsiteX54" fmla="*/ 0 w 4295775"/>
              <a:gd name="connsiteY54" fmla="*/ 4255602 h 4255602"/>
              <a:gd name="connsiteX55" fmla="*/ 0 w 4295775"/>
              <a:gd name="connsiteY55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170386 w 4295775"/>
              <a:gd name="connsiteY38" fmla="*/ 1413860 h 4255602"/>
              <a:gd name="connsiteX39" fmla="*/ 4207519 w 4295775"/>
              <a:gd name="connsiteY39" fmla="*/ 1520109 h 4255602"/>
              <a:gd name="connsiteX40" fmla="*/ 4170386 w 4295775"/>
              <a:gd name="connsiteY40" fmla="*/ 1413860 h 4255602"/>
              <a:gd name="connsiteX41" fmla="*/ 0 w 4295775"/>
              <a:gd name="connsiteY41" fmla="*/ 0 h 4255602"/>
              <a:gd name="connsiteX42" fmla="*/ 2162727 w 4295775"/>
              <a:gd name="connsiteY42" fmla="*/ 0 h 4255602"/>
              <a:gd name="connsiteX43" fmla="*/ 3290693 w 4295775"/>
              <a:gd name="connsiteY43" fmla="*/ 321506 h 4255602"/>
              <a:gd name="connsiteX44" fmla="*/ 3395344 w 4295775"/>
              <a:gd name="connsiteY44" fmla="*/ 393403 h 4255602"/>
              <a:gd name="connsiteX45" fmla="*/ 3395344 w 4295775"/>
              <a:gd name="connsiteY45" fmla="*/ 660836 h 4255602"/>
              <a:gd name="connsiteX46" fmla="*/ 3403708 w 4295775"/>
              <a:gd name="connsiteY46" fmla="*/ 667091 h 4255602"/>
              <a:gd name="connsiteX47" fmla="*/ 4092575 w 4295775"/>
              <a:gd name="connsiteY47" fmla="*/ 2127801 h 4255602"/>
              <a:gd name="connsiteX48" fmla="*/ 3403708 w 4295775"/>
              <a:gd name="connsiteY48" fmla="*/ 3588511 h 4255602"/>
              <a:gd name="connsiteX49" fmla="*/ 3395344 w 4295775"/>
              <a:gd name="connsiteY49" fmla="*/ 3594766 h 4255602"/>
              <a:gd name="connsiteX50" fmla="*/ 3395344 w 4295775"/>
              <a:gd name="connsiteY50" fmla="*/ 3862200 h 4255602"/>
              <a:gd name="connsiteX51" fmla="*/ 3290693 w 4295775"/>
              <a:gd name="connsiteY51" fmla="*/ 3934097 h 4255602"/>
              <a:gd name="connsiteX52" fmla="*/ 2162727 w 4295775"/>
              <a:gd name="connsiteY52" fmla="*/ 4255602 h 4255602"/>
              <a:gd name="connsiteX53" fmla="*/ 0 w 4295775"/>
              <a:gd name="connsiteY53" fmla="*/ 4255602 h 4255602"/>
              <a:gd name="connsiteX54" fmla="*/ 0 w 4295775"/>
              <a:gd name="connsiteY54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0 w 4295775"/>
              <a:gd name="connsiteY38" fmla="*/ 0 h 4255602"/>
              <a:gd name="connsiteX39" fmla="*/ 2162727 w 4295775"/>
              <a:gd name="connsiteY39" fmla="*/ 0 h 4255602"/>
              <a:gd name="connsiteX40" fmla="*/ 3290693 w 4295775"/>
              <a:gd name="connsiteY40" fmla="*/ 321506 h 4255602"/>
              <a:gd name="connsiteX41" fmla="*/ 3395344 w 4295775"/>
              <a:gd name="connsiteY41" fmla="*/ 393403 h 4255602"/>
              <a:gd name="connsiteX42" fmla="*/ 3395344 w 4295775"/>
              <a:gd name="connsiteY42" fmla="*/ 660836 h 4255602"/>
              <a:gd name="connsiteX43" fmla="*/ 3403708 w 4295775"/>
              <a:gd name="connsiteY43" fmla="*/ 667091 h 4255602"/>
              <a:gd name="connsiteX44" fmla="*/ 4092575 w 4295775"/>
              <a:gd name="connsiteY44" fmla="*/ 2127801 h 4255602"/>
              <a:gd name="connsiteX45" fmla="*/ 3403708 w 4295775"/>
              <a:gd name="connsiteY45" fmla="*/ 3588511 h 4255602"/>
              <a:gd name="connsiteX46" fmla="*/ 3395344 w 4295775"/>
              <a:gd name="connsiteY46" fmla="*/ 3594766 h 4255602"/>
              <a:gd name="connsiteX47" fmla="*/ 3395344 w 4295775"/>
              <a:gd name="connsiteY47" fmla="*/ 3862200 h 4255602"/>
              <a:gd name="connsiteX48" fmla="*/ 3290693 w 4295775"/>
              <a:gd name="connsiteY48" fmla="*/ 3934097 h 4255602"/>
              <a:gd name="connsiteX49" fmla="*/ 2162727 w 4295775"/>
              <a:gd name="connsiteY49" fmla="*/ 4255602 h 4255602"/>
              <a:gd name="connsiteX50" fmla="*/ 0 w 4295775"/>
              <a:gd name="connsiteY50" fmla="*/ 4255602 h 4255602"/>
              <a:gd name="connsiteX51" fmla="*/ 0 w 4295775"/>
              <a:gd name="connsiteY51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0828 w 4295775"/>
              <a:gd name="connsiteY25" fmla="*/ 2560727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85873 w 4295775"/>
              <a:gd name="connsiteY28" fmla="*/ 2323456 h 4255602"/>
              <a:gd name="connsiteX29" fmla="*/ 4284764 w 4295775"/>
              <a:gd name="connsiteY29" fmla="*/ 2345357 h 4255602"/>
              <a:gd name="connsiteX30" fmla="*/ 4282323 w 4295775"/>
              <a:gd name="connsiteY30" fmla="*/ 2361654 h 4255602"/>
              <a:gd name="connsiteX31" fmla="*/ 4285873 w 4295775"/>
              <a:gd name="connsiteY31" fmla="*/ 2323456 h 4255602"/>
              <a:gd name="connsiteX32" fmla="*/ 4295773 w 4295775"/>
              <a:gd name="connsiteY32" fmla="*/ 2127741 h 4255602"/>
              <a:gd name="connsiteX33" fmla="*/ 4295775 w 4295775"/>
              <a:gd name="connsiteY33" fmla="*/ 2127781 h 4255602"/>
              <a:gd name="connsiteX34" fmla="*/ 4295775 w 4295775"/>
              <a:gd name="connsiteY34" fmla="*/ 2127822 h 4255602"/>
              <a:gd name="connsiteX35" fmla="*/ 4295764 w 4295775"/>
              <a:gd name="connsiteY35" fmla="*/ 2128052 h 4255602"/>
              <a:gd name="connsiteX36" fmla="*/ 4295773 w 4295775"/>
              <a:gd name="connsiteY36" fmla="*/ 2127741 h 4255602"/>
              <a:gd name="connsiteX37" fmla="*/ 0 w 4295775"/>
              <a:gd name="connsiteY37" fmla="*/ 0 h 4255602"/>
              <a:gd name="connsiteX38" fmla="*/ 2162727 w 4295775"/>
              <a:gd name="connsiteY38" fmla="*/ 0 h 4255602"/>
              <a:gd name="connsiteX39" fmla="*/ 3290693 w 4295775"/>
              <a:gd name="connsiteY39" fmla="*/ 321506 h 4255602"/>
              <a:gd name="connsiteX40" fmla="*/ 3395344 w 4295775"/>
              <a:gd name="connsiteY40" fmla="*/ 393403 h 4255602"/>
              <a:gd name="connsiteX41" fmla="*/ 3395344 w 4295775"/>
              <a:gd name="connsiteY41" fmla="*/ 660836 h 4255602"/>
              <a:gd name="connsiteX42" fmla="*/ 3403708 w 4295775"/>
              <a:gd name="connsiteY42" fmla="*/ 667091 h 4255602"/>
              <a:gd name="connsiteX43" fmla="*/ 4092575 w 4295775"/>
              <a:gd name="connsiteY43" fmla="*/ 2127801 h 4255602"/>
              <a:gd name="connsiteX44" fmla="*/ 3403708 w 4295775"/>
              <a:gd name="connsiteY44" fmla="*/ 3588511 h 4255602"/>
              <a:gd name="connsiteX45" fmla="*/ 3395344 w 4295775"/>
              <a:gd name="connsiteY45" fmla="*/ 3594766 h 4255602"/>
              <a:gd name="connsiteX46" fmla="*/ 3395344 w 4295775"/>
              <a:gd name="connsiteY46" fmla="*/ 3862200 h 4255602"/>
              <a:gd name="connsiteX47" fmla="*/ 3290693 w 4295775"/>
              <a:gd name="connsiteY47" fmla="*/ 3934097 h 4255602"/>
              <a:gd name="connsiteX48" fmla="*/ 2162727 w 4295775"/>
              <a:gd name="connsiteY48" fmla="*/ 4255602 h 4255602"/>
              <a:gd name="connsiteX49" fmla="*/ 0 w 4295775"/>
              <a:gd name="connsiteY49" fmla="*/ 4255602 h 4255602"/>
              <a:gd name="connsiteX50" fmla="*/ 0 w 4295775"/>
              <a:gd name="connsiteY50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85873 w 4295775"/>
              <a:gd name="connsiteY25" fmla="*/ 2323456 h 4255602"/>
              <a:gd name="connsiteX26" fmla="*/ 4284764 w 4295775"/>
              <a:gd name="connsiteY26" fmla="*/ 2345357 h 4255602"/>
              <a:gd name="connsiteX27" fmla="*/ 4282323 w 4295775"/>
              <a:gd name="connsiteY27" fmla="*/ 2361654 h 4255602"/>
              <a:gd name="connsiteX28" fmla="*/ 4285873 w 4295775"/>
              <a:gd name="connsiteY28" fmla="*/ 2323456 h 4255602"/>
              <a:gd name="connsiteX29" fmla="*/ 4295773 w 4295775"/>
              <a:gd name="connsiteY29" fmla="*/ 2127741 h 4255602"/>
              <a:gd name="connsiteX30" fmla="*/ 4295775 w 4295775"/>
              <a:gd name="connsiteY30" fmla="*/ 2127781 h 4255602"/>
              <a:gd name="connsiteX31" fmla="*/ 4295775 w 4295775"/>
              <a:gd name="connsiteY31" fmla="*/ 2127822 h 4255602"/>
              <a:gd name="connsiteX32" fmla="*/ 4295764 w 4295775"/>
              <a:gd name="connsiteY32" fmla="*/ 2128052 h 4255602"/>
              <a:gd name="connsiteX33" fmla="*/ 4295773 w 4295775"/>
              <a:gd name="connsiteY33" fmla="*/ 2127741 h 4255602"/>
              <a:gd name="connsiteX34" fmla="*/ 0 w 4295775"/>
              <a:gd name="connsiteY34" fmla="*/ 0 h 4255602"/>
              <a:gd name="connsiteX35" fmla="*/ 2162727 w 4295775"/>
              <a:gd name="connsiteY35" fmla="*/ 0 h 4255602"/>
              <a:gd name="connsiteX36" fmla="*/ 3290693 w 4295775"/>
              <a:gd name="connsiteY36" fmla="*/ 321506 h 4255602"/>
              <a:gd name="connsiteX37" fmla="*/ 3395344 w 4295775"/>
              <a:gd name="connsiteY37" fmla="*/ 393403 h 4255602"/>
              <a:gd name="connsiteX38" fmla="*/ 3395344 w 4295775"/>
              <a:gd name="connsiteY38" fmla="*/ 660836 h 4255602"/>
              <a:gd name="connsiteX39" fmla="*/ 3403708 w 4295775"/>
              <a:gd name="connsiteY39" fmla="*/ 667091 h 4255602"/>
              <a:gd name="connsiteX40" fmla="*/ 4092575 w 4295775"/>
              <a:gd name="connsiteY40" fmla="*/ 2127801 h 4255602"/>
              <a:gd name="connsiteX41" fmla="*/ 3403708 w 4295775"/>
              <a:gd name="connsiteY41" fmla="*/ 3588511 h 4255602"/>
              <a:gd name="connsiteX42" fmla="*/ 3395344 w 4295775"/>
              <a:gd name="connsiteY42" fmla="*/ 3594766 h 4255602"/>
              <a:gd name="connsiteX43" fmla="*/ 3395344 w 4295775"/>
              <a:gd name="connsiteY43" fmla="*/ 3862200 h 4255602"/>
              <a:gd name="connsiteX44" fmla="*/ 3290693 w 4295775"/>
              <a:gd name="connsiteY44" fmla="*/ 3934097 h 4255602"/>
              <a:gd name="connsiteX45" fmla="*/ 2162727 w 4295775"/>
              <a:gd name="connsiteY45" fmla="*/ 4255602 h 4255602"/>
              <a:gd name="connsiteX46" fmla="*/ 0 w 4295775"/>
              <a:gd name="connsiteY46" fmla="*/ 4255602 h 4255602"/>
              <a:gd name="connsiteX47" fmla="*/ 0 w 4295775"/>
              <a:gd name="connsiteY47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85873 w 4295775"/>
              <a:gd name="connsiteY25" fmla="*/ 2323456 h 4255602"/>
              <a:gd name="connsiteX26" fmla="*/ 4284764 w 4295775"/>
              <a:gd name="connsiteY26" fmla="*/ 2345357 h 4255602"/>
              <a:gd name="connsiteX27" fmla="*/ 4285873 w 4295775"/>
              <a:gd name="connsiteY27" fmla="*/ 2323456 h 4255602"/>
              <a:gd name="connsiteX28" fmla="*/ 4295773 w 4295775"/>
              <a:gd name="connsiteY28" fmla="*/ 2127741 h 4255602"/>
              <a:gd name="connsiteX29" fmla="*/ 4295775 w 4295775"/>
              <a:gd name="connsiteY29" fmla="*/ 2127781 h 4255602"/>
              <a:gd name="connsiteX30" fmla="*/ 4295775 w 4295775"/>
              <a:gd name="connsiteY30" fmla="*/ 2127822 h 4255602"/>
              <a:gd name="connsiteX31" fmla="*/ 4295764 w 4295775"/>
              <a:gd name="connsiteY31" fmla="*/ 2128052 h 4255602"/>
              <a:gd name="connsiteX32" fmla="*/ 4295773 w 4295775"/>
              <a:gd name="connsiteY32" fmla="*/ 2127741 h 4255602"/>
              <a:gd name="connsiteX33" fmla="*/ 0 w 4295775"/>
              <a:gd name="connsiteY33" fmla="*/ 0 h 4255602"/>
              <a:gd name="connsiteX34" fmla="*/ 2162727 w 4295775"/>
              <a:gd name="connsiteY34" fmla="*/ 0 h 4255602"/>
              <a:gd name="connsiteX35" fmla="*/ 3290693 w 4295775"/>
              <a:gd name="connsiteY35" fmla="*/ 321506 h 4255602"/>
              <a:gd name="connsiteX36" fmla="*/ 3395344 w 4295775"/>
              <a:gd name="connsiteY36" fmla="*/ 393403 h 4255602"/>
              <a:gd name="connsiteX37" fmla="*/ 3395344 w 4295775"/>
              <a:gd name="connsiteY37" fmla="*/ 660836 h 4255602"/>
              <a:gd name="connsiteX38" fmla="*/ 3403708 w 4295775"/>
              <a:gd name="connsiteY38" fmla="*/ 667091 h 4255602"/>
              <a:gd name="connsiteX39" fmla="*/ 4092575 w 4295775"/>
              <a:gd name="connsiteY39" fmla="*/ 2127801 h 4255602"/>
              <a:gd name="connsiteX40" fmla="*/ 3403708 w 4295775"/>
              <a:gd name="connsiteY40" fmla="*/ 3588511 h 4255602"/>
              <a:gd name="connsiteX41" fmla="*/ 3395344 w 4295775"/>
              <a:gd name="connsiteY41" fmla="*/ 3594766 h 4255602"/>
              <a:gd name="connsiteX42" fmla="*/ 3395344 w 4295775"/>
              <a:gd name="connsiteY42" fmla="*/ 3862200 h 4255602"/>
              <a:gd name="connsiteX43" fmla="*/ 3290693 w 4295775"/>
              <a:gd name="connsiteY43" fmla="*/ 3934097 h 4255602"/>
              <a:gd name="connsiteX44" fmla="*/ 2162727 w 4295775"/>
              <a:gd name="connsiteY44" fmla="*/ 4255602 h 4255602"/>
              <a:gd name="connsiteX45" fmla="*/ 0 w 4295775"/>
              <a:gd name="connsiteY45" fmla="*/ 4255602 h 4255602"/>
              <a:gd name="connsiteX46" fmla="*/ 0 w 4295775"/>
              <a:gd name="connsiteY46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95773 w 4295775"/>
              <a:gd name="connsiteY25" fmla="*/ 2127741 h 4255602"/>
              <a:gd name="connsiteX26" fmla="*/ 4295775 w 4295775"/>
              <a:gd name="connsiteY26" fmla="*/ 2127781 h 4255602"/>
              <a:gd name="connsiteX27" fmla="*/ 4295775 w 4295775"/>
              <a:gd name="connsiteY27" fmla="*/ 2127822 h 4255602"/>
              <a:gd name="connsiteX28" fmla="*/ 4295764 w 4295775"/>
              <a:gd name="connsiteY28" fmla="*/ 2128052 h 4255602"/>
              <a:gd name="connsiteX29" fmla="*/ 4295773 w 4295775"/>
              <a:gd name="connsiteY29" fmla="*/ 2127741 h 4255602"/>
              <a:gd name="connsiteX30" fmla="*/ 0 w 4295775"/>
              <a:gd name="connsiteY30" fmla="*/ 0 h 4255602"/>
              <a:gd name="connsiteX31" fmla="*/ 2162727 w 4295775"/>
              <a:gd name="connsiteY31" fmla="*/ 0 h 4255602"/>
              <a:gd name="connsiteX32" fmla="*/ 3290693 w 4295775"/>
              <a:gd name="connsiteY32" fmla="*/ 321506 h 4255602"/>
              <a:gd name="connsiteX33" fmla="*/ 3395344 w 4295775"/>
              <a:gd name="connsiteY33" fmla="*/ 393403 h 4255602"/>
              <a:gd name="connsiteX34" fmla="*/ 3395344 w 4295775"/>
              <a:gd name="connsiteY34" fmla="*/ 660836 h 4255602"/>
              <a:gd name="connsiteX35" fmla="*/ 3403708 w 4295775"/>
              <a:gd name="connsiteY35" fmla="*/ 667091 h 4255602"/>
              <a:gd name="connsiteX36" fmla="*/ 4092575 w 4295775"/>
              <a:gd name="connsiteY36" fmla="*/ 2127801 h 4255602"/>
              <a:gd name="connsiteX37" fmla="*/ 3403708 w 4295775"/>
              <a:gd name="connsiteY37" fmla="*/ 3588511 h 4255602"/>
              <a:gd name="connsiteX38" fmla="*/ 3395344 w 4295775"/>
              <a:gd name="connsiteY38" fmla="*/ 3594766 h 4255602"/>
              <a:gd name="connsiteX39" fmla="*/ 3395344 w 4295775"/>
              <a:gd name="connsiteY39" fmla="*/ 3862200 h 4255602"/>
              <a:gd name="connsiteX40" fmla="*/ 3290693 w 4295775"/>
              <a:gd name="connsiteY40" fmla="*/ 3934097 h 4255602"/>
              <a:gd name="connsiteX41" fmla="*/ 2162727 w 4295775"/>
              <a:gd name="connsiteY41" fmla="*/ 4255602 h 4255602"/>
              <a:gd name="connsiteX42" fmla="*/ 0 w 4295775"/>
              <a:gd name="connsiteY42" fmla="*/ 4255602 h 4255602"/>
              <a:gd name="connsiteX43" fmla="*/ 0 w 4295775"/>
              <a:gd name="connsiteY43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95764 w 4295775"/>
              <a:gd name="connsiteY25" fmla="*/ 2128052 h 4255602"/>
              <a:gd name="connsiteX26" fmla="*/ 4295775 w 4295775"/>
              <a:gd name="connsiteY26" fmla="*/ 2127781 h 4255602"/>
              <a:gd name="connsiteX27" fmla="*/ 4295775 w 4295775"/>
              <a:gd name="connsiteY27" fmla="*/ 2127822 h 4255602"/>
              <a:gd name="connsiteX28" fmla="*/ 4295764 w 4295775"/>
              <a:gd name="connsiteY28" fmla="*/ 2128052 h 4255602"/>
              <a:gd name="connsiteX29" fmla="*/ 0 w 4295775"/>
              <a:gd name="connsiteY29" fmla="*/ 0 h 4255602"/>
              <a:gd name="connsiteX30" fmla="*/ 2162727 w 4295775"/>
              <a:gd name="connsiteY30" fmla="*/ 0 h 4255602"/>
              <a:gd name="connsiteX31" fmla="*/ 3290693 w 4295775"/>
              <a:gd name="connsiteY31" fmla="*/ 321506 h 4255602"/>
              <a:gd name="connsiteX32" fmla="*/ 3395344 w 4295775"/>
              <a:gd name="connsiteY32" fmla="*/ 393403 h 4255602"/>
              <a:gd name="connsiteX33" fmla="*/ 3395344 w 4295775"/>
              <a:gd name="connsiteY33" fmla="*/ 660836 h 4255602"/>
              <a:gd name="connsiteX34" fmla="*/ 3403708 w 4295775"/>
              <a:gd name="connsiteY34" fmla="*/ 667091 h 4255602"/>
              <a:gd name="connsiteX35" fmla="*/ 4092575 w 4295775"/>
              <a:gd name="connsiteY35" fmla="*/ 2127801 h 4255602"/>
              <a:gd name="connsiteX36" fmla="*/ 3403708 w 4295775"/>
              <a:gd name="connsiteY36" fmla="*/ 3588511 h 4255602"/>
              <a:gd name="connsiteX37" fmla="*/ 3395344 w 4295775"/>
              <a:gd name="connsiteY37" fmla="*/ 3594766 h 4255602"/>
              <a:gd name="connsiteX38" fmla="*/ 3395344 w 4295775"/>
              <a:gd name="connsiteY38" fmla="*/ 3862200 h 4255602"/>
              <a:gd name="connsiteX39" fmla="*/ 3290693 w 4295775"/>
              <a:gd name="connsiteY39" fmla="*/ 3934097 h 4255602"/>
              <a:gd name="connsiteX40" fmla="*/ 2162727 w 4295775"/>
              <a:gd name="connsiteY40" fmla="*/ 4255602 h 4255602"/>
              <a:gd name="connsiteX41" fmla="*/ 0 w 4295775"/>
              <a:gd name="connsiteY41" fmla="*/ 4255602 h 4255602"/>
              <a:gd name="connsiteX42" fmla="*/ 0 w 4295775"/>
              <a:gd name="connsiteY42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95775 w 4295775"/>
              <a:gd name="connsiteY25" fmla="*/ 2127822 h 4255602"/>
              <a:gd name="connsiteX26" fmla="*/ 4295775 w 4295775"/>
              <a:gd name="connsiteY26" fmla="*/ 2127781 h 4255602"/>
              <a:gd name="connsiteX27" fmla="*/ 4295775 w 4295775"/>
              <a:gd name="connsiteY27" fmla="*/ 2127822 h 4255602"/>
              <a:gd name="connsiteX28" fmla="*/ 0 w 4295775"/>
              <a:gd name="connsiteY28" fmla="*/ 0 h 4255602"/>
              <a:gd name="connsiteX29" fmla="*/ 2162727 w 4295775"/>
              <a:gd name="connsiteY29" fmla="*/ 0 h 4255602"/>
              <a:gd name="connsiteX30" fmla="*/ 3290693 w 4295775"/>
              <a:gd name="connsiteY30" fmla="*/ 321506 h 4255602"/>
              <a:gd name="connsiteX31" fmla="*/ 3395344 w 4295775"/>
              <a:gd name="connsiteY31" fmla="*/ 393403 h 4255602"/>
              <a:gd name="connsiteX32" fmla="*/ 3395344 w 4295775"/>
              <a:gd name="connsiteY32" fmla="*/ 660836 h 4255602"/>
              <a:gd name="connsiteX33" fmla="*/ 3403708 w 4295775"/>
              <a:gd name="connsiteY33" fmla="*/ 667091 h 4255602"/>
              <a:gd name="connsiteX34" fmla="*/ 4092575 w 4295775"/>
              <a:gd name="connsiteY34" fmla="*/ 2127801 h 4255602"/>
              <a:gd name="connsiteX35" fmla="*/ 3403708 w 4295775"/>
              <a:gd name="connsiteY35" fmla="*/ 3588511 h 4255602"/>
              <a:gd name="connsiteX36" fmla="*/ 3395344 w 4295775"/>
              <a:gd name="connsiteY36" fmla="*/ 3594766 h 4255602"/>
              <a:gd name="connsiteX37" fmla="*/ 3395344 w 4295775"/>
              <a:gd name="connsiteY37" fmla="*/ 3862200 h 4255602"/>
              <a:gd name="connsiteX38" fmla="*/ 3290693 w 4295775"/>
              <a:gd name="connsiteY38" fmla="*/ 3934097 h 4255602"/>
              <a:gd name="connsiteX39" fmla="*/ 2162727 w 4295775"/>
              <a:gd name="connsiteY39" fmla="*/ 4255602 h 4255602"/>
              <a:gd name="connsiteX40" fmla="*/ 0 w 4295775"/>
              <a:gd name="connsiteY40" fmla="*/ 4255602 h 4255602"/>
              <a:gd name="connsiteX41" fmla="*/ 0 w 4295775"/>
              <a:gd name="connsiteY41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4017279 w 4220169"/>
              <a:gd name="connsiteY12" fmla="*/ 3175365 h 4255602"/>
              <a:gd name="connsiteX13" fmla="*/ 3966637 w 4220169"/>
              <a:gd name="connsiteY13" fmla="*/ 3263850 h 4255602"/>
              <a:gd name="connsiteX14" fmla="*/ 3943349 w 4220169"/>
              <a:gd name="connsiteY14" fmla="*/ 3297152 h 4255602"/>
              <a:gd name="connsiteX15" fmla="*/ 4017279 w 4220169"/>
              <a:gd name="connsiteY15" fmla="*/ 3175365 h 4255602"/>
              <a:gd name="connsiteX16" fmla="*/ 4147664 w 4220169"/>
              <a:gd name="connsiteY16" fmla="*/ 2906760 h 4255602"/>
              <a:gd name="connsiteX17" fmla="*/ 4143011 w 4220169"/>
              <a:gd name="connsiteY17" fmla="*/ 2920073 h 4255602"/>
              <a:gd name="connsiteX18" fmla="*/ 4062422 w 4220169"/>
              <a:gd name="connsiteY18" fmla="*/ 3096486 h 4255602"/>
              <a:gd name="connsiteX19" fmla="*/ 4057204 w 4220169"/>
              <a:gd name="connsiteY19" fmla="*/ 3105604 h 4255602"/>
              <a:gd name="connsiteX20" fmla="*/ 4147664 w 4220169"/>
              <a:gd name="connsiteY20" fmla="*/ 2906760 h 4255602"/>
              <a:gd name="connsiteX21" fmla="*/ 4220169 w 4220169"/>
              <a:gd name="connsiteY21" fmla="*/ 2684447 h 4255602"/>
              <a:gd name="connsiteX22" fmla="*/ 4207519 w 4220169"/>
              <a:gd name="connsiteY22" fmla="*/ 2735493 h 4255602"/>
              <a:gd name="connsiteX23" fmla="*/ 4170082 w 4220169"/>
              <a:gd name="connsiteY23" fmla="*/ 2842614 h 4255602"/>
              <a:gd name="connsiteX24" fmla="*/ 4220169 w 4220169"/>
              <a:gd name="connsiteY24" fmla="*/ 2684447 h 4255602"/>
              <a:gd name="connsiteX25" fmla="*/ 0 w 4220169"/>
              <a:gd name="connsiteY25" fmla="*/ 0 h 4255602"/>
              <a:gd name="connsiteX26" fmla="*/ 2162727 w 4220169"/>
              <a:gd name="connsiteY26" fmla="*/ 0 h 4255602"/>
              <a:gd name="connsiteX27" fmla="*/ 3290693 w 4220169"/>
              <a:gd name="connsiteY27" fmla="*/ 321506 h 4255602"/>
              <a:gd name="connsiteX28" fmla="*/ 3395344 w 4220169"/>
              <a:gd name="connsiteY28" fmla="*/ 393403 h 4255602"/>
              <a:gd name="connsiteX29" fmla="*/ 3395344 w 4220169"/>
              <a:gd name="connsiteY29" fmla="*/ 660836 h 4255602"/>
              <a:gd name="connsiteX30" fmla="*/ 3403708 w 4220169"/>
              <a:gd name="connsiteY30" fmla="*/ 667091 h 4255602"/>
              <a:gd name="connsiteX31" fmla="*/ 4092575 w 4220169"/>
              <a:gd name="connsiteY31" fmla="*/ 2127801 h 4255602"/>
              <a:gd name="connsiteX32" fmla="*/ 3403708 w 4220169"/>
              <a:gd name="connsiteY32" fmla="*/ 3588511 h 4255602"/>
              <a:gd name="connsiteX33" fmla="*/ 3395344 w 4220169"/>
              <a:gd name="connsiteY33" fmla="*/ 3594766 h 4255602"/>
              <a:gd name="connsiteX34" fmla="*/ 3395344 w 4220169"/>
              <a:gd name="connsiteY34" fmla="*/ 3862200 h 4255602"/>
              <a:gd name="connsiteX35" fmla="*/ 3290693 w 4220169"/>
              <a:gd name="connsiteY35" fmla="*/ 3934097 h 4255602"/>
              <a:gd name="connsiteX36" fmla="*/ 2162727 w 4220169"/>
              <a:gd name="connsiteY36" fmla="*/ 4255602 h 4255602"/>
              <a:gd name="connsiteX37" fmla="*/ 0 w 4220169"/>
              <a:gd name="connsiteY37" fmla="*/ 4255602 h 4255602"/>
              <a:gd name="connsiteX38" fmla="*/ 0 w 4220169"/>
              <a:gd name="connsiteY38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3943349 w 4220169"/>
              <a:gd name="connsiteY12" fmla="*/ 3297152 h 4255602"/>
              <a:gd name="connsiteX13" fmla="*/ 3966637 w 4220169"/>
              <a:gd name="connsiteY13" fmla="*/ 3263850 h 4255602"/>
              <a:gd name="connsiteX14" fmla="*/ 3943349 w 4220169"/>
              <a:gd name="connsiteY14" fmla="*/ 3297152 h 4255602"/>
              <a:gd name="connsiteX15" fmla="*/ 4147664 w 4220169"/>
              <a:gd name="connsiteY15" fmla="*/ 2906760 h 4255602"/>
              <a:gd name="connsiteX16" fmla="*/ 4143011 w 4220169"/>
              <a:gd name="connsiteY16" fmla="*/ 2920073 h 4255602"/>
              <a:gd name="connsiteX17" fmla="*/ 4062422 w 4220169"/>
              <a:gd name="connsiteY17" fmla="*/ 3096486 h 4255602"/>
              <a:gd name="connsiteX18" fmla="*/ 4057204 w 4220169"/>
              <a:gd name="connsiteY18" fmla="*/ 3105604 h 4255602"/>
              <a:gd name="connsiteX19" fmla="*/ 4147664 w 4220169"/>
              <a:gd name="connsiteY19" fmla="*/ 2906760 h 4255602"/>
              <a:gd name="connsiteX20" fmla="*/ 4220169 w 4220169"/>
              <a:gd name="connsiteY20" fmla="*/ 2684447 h 4255602"/>
              <a:gd name="connsiteX21" fmla="*/ 4207519 w 4220169"/>
              <a:gd name="connsiteY21" fmla="*/ 2735493 h 4255602"/>
              <a:gd name="connsiteX22" fmla="*/ 4170082 w 4220169"/>
              <a:gd name="connsiteY22" fmla="*/ 2842614 h 4255602"/>
              <a:gd name="connsiteX23" fmla="*/ 4220169 w 4220169"/>
              <a:gd name="connsiteY23" fmla="*/ 2684447 h 4255602"/>
              <a:gd name="connsiteX24" fmla="*/ 0 w 4220169"/>
              <a:gd name="connsiteY24" fmla="*/ 0 h 4255602"/>
              <a:gd name="connsiteX25" fmla="*/ 2162727 w 4220169"/>
              <a:gd name="connsiteY25" fmla="*/ 0 h 4255602"/>
              <a:gd name="connsiteX26" fmla="*/ 3290693 w 4220169"/>
              <a:gd name="connsiteY26" fmla="*/ 321506 h 4255602"/>
              <a:gd name="connsiteX27" fmla="*/ 3395344 w 4220169"/>
              <a:gd name="connsiteY27" fmla="*/ 393403 h 4255602"/>
              <a:gd name="connsiteX28" fmla="*/ 3395344 w 4220169"/>
              <a:gd name="connsiteY28" fmla="*/ 660836 h 4255602"/>
              <a:gd name="connsiteX29" fmla="*/ 3403708 w 4220169"/>
              <a:gd name="connsiteY29" fmla="*/ 667091 h 4255602"/>
              <a:gd name="connsiteX30" fmla="*/ 4092575 w 4220169"/>
              <a:gd name="connsiteY30" fmla="*/ 2127801 h 4255602"/>
              <a:gd name="connsiteX31" fmla="*/ 3403708 w 4220169"/>
              <a:gd name="connsiteY31" fmla="*/ 3588511 h 4255602"/>
              <a:gd name="connsiteX32" fmla="*/ 3395344 w 4220169"/>
              <a:gd name="connsiteY32" fmla="*/ 3594766 h 4255602"/>
              <a:gd name="connsiteX33" fmla="*/ 3395344 w 4220169"/>
              <a:gd name="connsiteY33" fmla="*/ 3862200 h 4255602"/>
              <a:gd name="connsiteX34" fmla="*/ 3290693 w 4220169"/>
              <a:gd name="connsiteY34" fmla="*/ 3934097 h 4255602"/>
              <a:gd name="connsiteX35" fmla="*/ 2162727 w 4220169"/>
              <a:gd name="connsiteY35" fmla="*/ 4255602 h 4255602"/>
              <a:gd name="connsiteX36" fmla="*/ 0 w 4220169"/>
              <a:gd name="connsiteY36" fmla="*/ 4255602 h 4255602"/>
              <a:gd name="connsiteX37" fmla="*/ 0 w 4220169"/>
              <a:gd name="connsiteY37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4147664 w 4220169"/>
              <a:gd name="connsiteY12" fmla="*/ 2906760 h 4255602"/>
              <a:gd name="connsiteX13" fmla="*/ 4143011 w 4220169"/>
              <a:gd name="connsiteY13" fmla="*/ 2920073 h 4255602"/>
              <a:gd name="connsiteX14" fmla="*/ 4062422 w 4220169"/>
              <a:gd name="connsiteY14" fmla="*/ 3096486 h 4255602"/>
              <a:gd name="connsiteX15" fmla="*/ 4057204 w 4220169"/>
              <a:gd name="connsiteY15" fmla="*/ 3105604 h 4255602"/>
              <a:gd name="connsiteX16" fmla="*/ 4147664 w 4220169"/>
              <a:gd name="connsiteY16" fmla="*/ 2906760 h 4255602"/>
              <a:gd name="connsiteX17" fmla="*/ 4220169 w 4220169"/>
              <a:gd name="connsiteY17" fmla="*/ 2684447 h 4255602"/>
              <a:gd name="connsiteX18" fmla="*/ 4207519 w 4220169"/>
              <a:gd name="connsiteY18" fmla="*/ 2735493 h 4255602"/>
              <a:gd name="connsiteX19" fmla="*/ 4170082 w 4220169"/>
              <a:gd name="connsiteY19" fmla="*/ 2842614 h 4255602"/>
              <a:gd name="connsiteX20" fmla="*/ 4220169 w 4220169"/>
              <a:gd name="connsiteY20" fmla="*/ 2684447 h 4255602"/>
              <a:gd name="connsiteX21" fmla="*/ 0 w 4220169"/>
              <a:gd name="connsiteY21" fmla="*/ 0 h 4255602"/>
              <a:gd name="connsiteX22" fmla="*/ 2162727 w 4220169"/>
              <a:gd name="connsiteY22" fmla="*/ 0 h 4255602"/>
              <a:gd name="connsiteX23" fmla="*/ 3290693 w 4220169"/>
              <a:gd name="connsiteY23" fmla="*/ 321506 h 4255602"/>
              <a:gd name="connsiteX24" fmla="*/ 3395344 w 4220169"/>
              <a:gd name="connsiteY24" fmla="*/ 393403 h 4255602"/>
              <a:gd name="connsiteX25" fmla="*/ 3395344 w 4220169"/>
              <a:gd name="connsiteY25" fmla="*/ 660836 h 4255602"/>
              <a:gd name="connsiteX26" fmla="*/ 3403708 w 4220169"/>
              <a:gd name="connsiteY26" fmla="*/ 667091 h 4255602"/>
              <a:gd name="connsiteX27" fmla="*/ 4092575 w 4220169"/>
              <a:gd name="connsiteY27" fmla="*/ 2127801 h 4255602"/>
              <a:gd name="connsiteX28" fmla="*/ 3403708 w 4220169"/>
              <a:gd name="connsiteY28" fmla="*/ 3588511 h 4255602"/>
              <a:gd name="connsiteX29" fmla="*/ 3395344 w 4220169"/>
              <a:gd name="connsiteY29" fmla="*/ 3594766 h 4255602"/>
              <a:gd name="connsiteX30" fmla="*/ 3395344 w 4220169"/>
              <a:gd name="connsiteY30" fmla="*/ 3862200 h 4255602"/>
              <a:gd name="connsiteX31" fmla="*/ 3290693 w 4220169"/>
              <a:gd name="connsiteY31" fmla="*/ 3934097 h 4255602"/>
              <a:gd name="connsiteX32" fmla="*/ 2162727 w 4220169"/>
              <a:gd name="connsiteY32" fmla="*/ 4255602 h 4255602"/>
              <a:gd name="connsiteX33" fmla="*/ 0 w 4220169"/>
              <a:gd name="connsiteY33" fmla="*/ 4255602 h 4255602"/>
              <a:gd name="connsiteX34" fmla="*/ 0 w 4220169"/>
              <a:gd name="connsiteY34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4147664 w 4220169"/>
              <a:gd name="connsiteY12" fmla="*/ 2906760 h 4255602"/>
              <a:gd name="connsiteX13" fmla="*/ 4143011 w 4220169"/>
              <a:gd name="connsiteY13" fmla="*/ 2920073 h 4255602"/>
              <a:gd name="connsiteX14" fmla="*/ 4062422 w 4220169"/>
              <a:gd name="connsiteY14" fmla="*/ 3096486 h 4255602"/>
              <a:gd name="connsiteX15" fmla="*/ 4147664 w 4220169"/>
              <a:gd name="connsiteY15" fmla="*/ 2906760 h 4255602"/>
              <a:gd name="connsiteX16" fmla="*/ 4220169 w 4220169"/>
              <a:gd name="connsiteY16" fmla="*/ 2684447 h 4255602"/>
              <a:gd name="connsiteX17" fmla="*/ 4207519 w 4220169"/>
              <a:gd name="connsiteY17" fmla="*/ 2735493 h 4255602"/>
              <a:gd name="connsiteX18" fmla="*/ 4170082 w 4220169"/>
              <a:gd name="connsiteY18" fmla="*/ 2842614 h 4255602"/>
              <a:gd name="connsiteX19" fmla="*/ 4220169 w 4220169"/>
              <a:gd name="connsiteY19" fmla="*/ 2684447 h 4255602"/>
              <a:gd name="connsiteX20" fmla="*/ 0 w 4220169"/>
              <a:gd name="connsiteY20" fmla="*/ 0 h 4255602"/>
              <a:gd name="connsiteX21" fmla="*/ 2162727 w 4220169"/>
              <a:gd name="connsiteY21" fmla="*/ 0 h 4255602"/>
              <a:gd name="connsiteX22" fmla="*/ 3290693 w 4220169"/>
              <a:gd name="connsiteY22" fmla="*/ 321506 h 4255602"/>
              <a:gd name="connsiteX23" fmla="*/ 3395344 w 4220169"/>
              <a:gd name="connsiteY23" fmla="*/ 393403 h 4255602"/>
              <a:gd name="connsiteX24" fmla="*/ 3395344 w 4220169"/>
              <a:gd name="connsiteY24" fmla="*/ 660836 h 4255602"/>
              <a:gd name="connsiteX25" fmla="*/ 3403708 w 4220169"/>
              <a:gd name="connsiteY25" fmla="*/ 667091 h 4255602"/>
              <a:gd name="connsiteX26" fmla="*/ 4092575 w 4220169"/>
              <a:gd name="connsiteY26" fmla="*/ 2127801 h 4255602"/>
              <a:gd name="connsiteX27" fmla="*/ 3403708 w 4220169"/>
              <a:gd name="connsiteY27" fmla="*/ 3588511 h 4255602"/>
              <a:gd name="connsiteX28" fmla="*/ 3395344 w 4220169"/>
              <a:gd name="connsiteY28" fmla="*/ 3594766 h 4255602"/>
              <a:gd name="connsiteX29" fmla="*/ 3395344 w 4220169"/>
              <a:gd name="connsiteY29" fmla="*/ 3862200 h 4255602"/>
              <a:gd name="connsiteX30" fmla="*/ 3290693 w 4220169"/>
              <a:gd name="connsiteY30" fmla="*/ 3934097 h 4255602"/>
              <a:gd name="connsiteX31" fmla="*/ 2162727 w 4220169"/>
              <a:gd name="connsiteY31" fmla="*/ 4255602 h 4255602"/>
              <a:gd name="connsiteX32" fmla="*/ 0 w 4220169"/>
              <a:gd name="connsiteY32" fmla="*/ 4255602 h 4255602"/>
              <a:gd name="connsiteX33" fmla="*/ 0 w 4220169"/>
              <a:gd name="connsiteY33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4147664 w 4220169"/>
              <a:gd name="connsiteY12" fmla="*/ 2906760 h 4255602"/>
              <a:gd name="connsiteX13" fmla="*/ 4143011 w 4220169"/>
              <a:gd name="connsiteY13" fmla="*/ 2920073 h 4255602"/>
              <a:gd name="connsiteX14" fmla="*/ 4147664 w 4220169"/>
              <a:gd name="connsiteY14" fmla="*/ 2906760 h 4255602"/>
              <a:gd name="connsiteX15" fmla="*/ 4220169 w 4220169"/>
              <a:gd name="connsiteY15" fmla="*/ 2684447 h 4255602"/>
              <a:gd name="connsiteX16" fmla="*/ 4207519 w 4220169"/>
              <a:gd name="connsiteY16" fmla="*/ 2735493 h 4255602"/>
              <a:gd name="connsiteX17" fmla="*/ 4170082 w 4220169"/>
              <a:gd name="connsiteY17" fmla="*/ 2842614 h 4255602"/>
              <a:gd name="connsiteX18" fmla="*/ 4220169 w 4220169"/>
              <a:gd name="connsiteY18" fmla="*/ 2684447 h 4255602"/>
              <a:gd name="connsiteX19" fmla="*/ 0 w 4220169"/>
              <a:gd name="connsiteY19" fmla="*/ 0 h 4255602"/>
              <a:gd name="connsiteX20" fmla="*/ 2162727 w 4220169"/>
              <a:gd name="connsiteY20" fmla="*/ 0 h 4255602"/>
              <a:gd name="connsiteX21" fmla="*/ 3290693 w 4220169"/>
              <a:gd name="connsiteY21" fmla="*/ 321506 h 4255602"/>
              <a:gd name="connsiteX22" fmla="*/ 3395344 w 4220169"/>
              <a:gd name="connsiteY22" fmla="*/ 393403 h 4255602"/>
              <a:gd name="connsiteX23" fmla="*/ 3395344 w 4220169"/>
              <a:gd name="connsiteY23" fmla="*/ 660836 h 4255602"/>
              <a:gd name="connsiteX24" fmla="*/ 3403708 w 4220169"/>
              <a:gd name="connsiteY24" fmla="*/ 667091 h 4255602"/>
              <a:gd name="connsiteX25" fmla="*/ 4092575 w 4220169"/>
              <a:gd name="connsiteY25" fmla="*/ 2127801 h 4255602"/>
              <a:gd name="connsiteX26" fmla="*/ 3403708 w 4220169"/>
              <a:gd name="connsiteY26" fmla="*/ 3588511 h 4255602"/>
              <a:gd name="connsiteX27" fmla="*/ 3395344 w 4220169"/>
              <a:gd name="connsiteY27" fmla="*/ 3594766 h 4255602"/>
              <a:gd name="connsiteX28" fmla="*/ 3395344 w 4220169"/>
              <a:gd name="connsiteY28" fmla="*/ 3862200 h 4255602"/>
              <a:gd name="connsiteX29" fmla="*/ 3290693 w 4220169"/>
              <a:gd name="connsiteY29" fmla="*/ 3934097 h 4255602"/>
              <a:gd name="connsiteX30" fmla="*/ 2162727 w 4220169"/>
              <a:gd name="connsiteY30" fmla="*/ 4255602 h 4255602"/>
              <a:gd name="connsiteX31" fmla="*/ 0 w 4220169"/>
              <a:gd name="connsiteY31" fmla="*/ 4255602 h 4255602"/>
              <a:gd name="connsiteX32" fmla="*/ 0 w 4220169"/>
              <a:gd name="connsiteY32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4220169 w 4220169"/>
              <a:gd name="connsiteY12" fmla="*/ 2684447 h 4255602"/>
              <a:gd name="connsiteX13" fmla="*/ 4207519 w 4220169"/>
              <a:gd name="connsiteY13" fmla="*/ 2735493 h 4255602"/>
              <a:gd name="connsiteX14" fmla="*/ 4170082 w 4220169"/>
              <a:gd name="connsiteY14" fmla="*/ 2842614 h 4255602"/>
              <a:gd name="connsiteX15" fmla="*/ 4220169 w 4220169"/>
              <a:gd name="connsiteY15" fmla="*/ 2684447 h 4255602"/>
              <a:gd name="connsiteX16" fmla="*/ 0 w 4220169"/>
              <a:gd name="connsiteY16" fmla="*/ 0 h 4255602"/>
              <a:gd name="connsiteX17" fmla="*/ 2162727 w 4220169"/>
              <a:gd name="connsiteY17" fmla="*/ 0 h 4255602"/>
              <a:gd name="connsiteX18" fmla="*/ 3290693 w 4220169"/>
              <a:gd name="connsiteY18" fmla="*/ 321506 h 4255602"/>
              <a:gd name="connsiteX19" fmla="*/ 3395344 w 4220169"/>
              <a:gd name="connsiteY19" fmla="*/ 393403 h 4255602"/>
              <a:gd name="connsiteX20" fmla="*/ 3395344 w 4220169"/>
              <a:gd name="connsiteY20" fmla="*/ 660836 h 4255602"/>
              <a:gd name="connsiteX21" fmla="*/ 3403708 w 4220169"/>
              <a:gd name="connsiteY21" fmla="*/ 667091 h 4255602"/>
              <a:gd name="connsiteX22" fmla="*/ 4092575 w 4220169"/>
              <a:gd name="connsiteY22" fmla="*/ 2127801 h 4255602"/>
              <a:gd name="connsiteX23" fmla="*/ 3403708 w 4220169"/>
              <a:gd name="connsiteY23" fmla="*/ 3588511 h 4255602"/>
              <a:gd name="connsiteX24" fmla="*/ 3395344 w 4220169"/>
              <a:gd name="connsiteY24" fmla="*/ 3594766 h 4255602"/>
              <a:gd name="connsiteX25" fmla="*/ 3395344 w 4220169"/>
              <a:gd name="connsiteY25" fmla="*/ 3862200 h 4255602"/>
              <a:gd name="connsiteX26" fmla="*/ 3290693 w 4220169"/>
              <a:gd name="connsiteY26" fmla="*/ 3934097 h 4255602"/>
              <a:gd name="connsiteX27" fmla="*/ 2162727 w 4220169"/>
              <a:gd name="connsiteY27" fmla="*/ 4255602 h 4255602"/>
              <a:gd name="connsiteX28" fmla="*/ 0 w 4220169"/>
              <a:gd name="connsiteY28" fmla="*/ 4255602 h 4255602"/>
              <a:gd name="connsiteX29" fmla="*/ 0 w 4220169"/>
              <a:gd name="connsiteY29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4220169 w 4220169"/>
              <a:gd name="connsiteY12" fmla="*/ 2684447 h 4255602"/>
              <a:gd name="connsiteX13" fmla="*/ 4207519 w 4220169"/>
              <a:gd name="connsiteY13" fmla="*/ 2735493 h 4255602"/>
              <a:gd name="connsiteX14" fmla="*/ 4220169 w 4220169"/>
              <a:gd name="connsiteY14" fmla="*/ 2684447 h 4255602"/>
              <a:gd name="connsiteX15" fmla="*/ 0 w 4220169"/>
              <a:gd name="connsiteY15" fmla="*/ 0 h 4255602"/>
              <a:gd name="connsiteX16" fmla="*/ 2162727 w 4220169"/>
              <a:gd name="connsiteY16" fmla="*/ 0 h 4255602"/>
              <a:gd name="connsiteX17" fmla="*/ 3290693 w 4220169"/>
              <a:gd name="connsiteY17" fmla="*/ 321506 h 4255602"/>
              <a:gd name="connsiteX18" fmla="*/ 3395344 w 4220169"/>
              <a:gd name="connsiteY18" fmla="*/ 393403 h 4255602"/>
              <a:gd name="connsiteX19" fmla="*/ 3395344 w 4220169"/>
              <a:gd name="connsiteY19" fmla="*/ 660836 h 4255602"/>
              <a:gd name="connsiteX20" fmla="*/ 3403708 w 4220169"/>
              <a:gd name="connsiteY20" fmla="*/ 667091 h 4255602"/>
              <a:gd name="connsiteX21" fmla="*/ 4092575 w 4220169"/>
              <a:gd name="connsiteY21" fmla="*/ 2127801 h 4255602"/>
              <a:gd name="connsiteX22" fmla="*/ 3403708 w 4220169"/>
              <a:gd name="connsiteY22" fmla="*/ 3588511 h 4255602"/>
              <a:gd name="connsiteX23" fmla="*/ 3395344 w 4220169"/>
              <a:gd name="connsiteY23" fmla="*/ 3594766 h 4255602"/>
              <a:gd name="connsiteX24" fmla="*/ 3395344 w 4220169"/>
              <a:gd name="connsiteY24" fmla="*/ 3862200 h 4255602"/>
              <a:gd name="connsiteX25" fmla="*/ 3290693 w 4220169"/>
              <a:gd name="connsiteY25" fmla="*/ 3934097 h 4255602"/>
              <a:gd name="connsiteX26" fmla="*/ 2162727 w 4220169"/>
              <a:gd name="connsiteY26" fmla="*/ 4255602 h 4255602"/>
              <a:gd name="connsiteX27" fmla="*/ 0 w 4220169"/>
              <a:gd name="connsiteY27" fmla="*/ 4255602 h 4255602"/>
              <a:gd name="connsiteX28" fmla="*/ 0 w 4220169"/>
              <a:gd name="connsiteY28" fmla="*/ 0 h 4255602"/>
              <a:gd name="connsiteX0" fmla="*/ 3507709 w 4092575"/>
              <a:gd name="connsiteY0" fmla="*/ 3776742 h 4255602"/>
              <a:gd name="connsiteX1" fmla="*/ 3449206 w 4092575"/>
              <a:gd name="connsiteY1" fmla="*/ 3825195 h 4255602"/>
              <a:gd name="connsiteX2" fmla="*/ 3434630 w 4092575"/>
              <a:gd name="connsiteY2" fmla="*/ 3835210 h 4255602"/>
              <a:gd name="connsiteX3" fmla="*/ 3507709 w 4092575"/>
              <a:gd name="connsiteY3" fmla="*/ 3776742 h 4255602"/>
              <a:gd name="connsiteX4" fmla="*/ 3742128 w 4092575"/>
              <a:gd name="connsiteY4" fmla="*/ 3557089 h 4255602"/>
              <a:gd name="connsiteX5" fmla="*/ 3733014 w 4092575"/>
              <a:gd name="connsiteY5" fmla="*/ 3567907 h 4255602"/>
              <a:gd name="connsiteX6" fmla="*/ 3654059 w 4092575"/>
              <a:gd name="connsiteY6" fmla="*/ 3646200 h 4255602"/>
              <a:gd name="connsiteX7" fmla="*/ 3742128 w 4092575"/>
              <a:gd name="connsiteY7" fmla="*/ 3557089 h 4255602"/>
              <a:gd name="connsiteX8" fmla="*/ 3885436 w 4092575"/>
              <a:gd name="connsiteY8" fmla="*/ 3379965 h 4255602"/>
              <a:gd name="connsiteX9" fmla="*/ 3856540 w 4092575"/>
              <a:gd name="connsiteY9" fmla="*/ 3421284 h 4255602"/>
              <a:gd name="connsiteX10" fmla="*/ 3810551 w 4092575"/>
              <a:gd name="connsiteY10" fmla="*/ 3475873 h 4255602"/>
              <a:gd name="connsiteX11" fmla="*/ 3885436 w 4092575"/>
              <a:gd name="connsiteY11" fmla="*/ 3379965 h 4255602"/>
              <a:gd name="connsiteX12" fmla="*/ 0 w 4092575"/>
              <a:gd name="connsiteY12" fmla="*/ 0 h 4255602"/>
              <a:gd name="connsiteX13" fmla="*/ 2162727 w 4092575"/>
              <a:gd name="connsiteY13" fmla="*/ 0 h 4255602"/>
              <a:gd name="connsiteX14" fmla="*/ 3290693 w 4092575"/>
              <a:gd name="connsiteY14" fmla="*/ 321506 h 4255602"/>
              <a:gd name="connsiteX15" fmla="*/ 3395344 w 4092575"/>
              <a:gd name="connsiteY15" fmla="*/ 393403 h 4255602"/>
              <a:gd name="connsiteX16" fmla="*/ 3395344 w 4092575"/>
              <a:gd name="connsiteY16" fmla="*/ 660836 h 4255602"/>
              <a:gd name="connsiteX17" fmla="*/ 3403708 w 4092575"/>
              <a:gd name="connsiteY17" fmla="*/ 667091 h 4255602"/>
              <a:gd name="connsiteX18" fmla="*/ 4092575 w 4092575"/>
              <a:gd name="connsiteY18" fmla="*/ 2127801 h 4255602"/>
              <a:gd name="connsiteX19" fmla="*/ 3403708 w 4092575"/>
              <a:gd name="connsiteY19" fmla="*/ 3588511 h 4255602"/>
              <a:gd name="connsiteX20" fmla="*/ 3395344 w 4092575"/>
              <a:gd name="connsiteY20" fmla="*/ 3594766 h 4255602"/>
              <a:gd name="connsiteX21" fmla="*/ 3395344 w 4092575"/>
              <a:gd name="connsiteY21" fmla="*/ 3862200 h 4255602"/>
              <a:gd name="connsiteX22" fmla="*/ 3290693 w 4092575"/>
              <a:gd name="connsiteY22" fmla="*/ 3934097 h 4255602"/>
              <a:gd name="connsiteX23" fmla="*/ 2162727 w 4092575"/>
              <a:gd name="connsiteY23" fmla="*/ 4255602 h 4255602"/>
              <a:gd name="connsiteX24" fmla="*/ 0 w 4092575"/>
              <a:gd name="connsiteY24" fmla="*/ 4255602 h 4255602"/>
              <a:gd name="connsiteX25" fmla="*/ 0 w 4092575"/>
              <a:gd name="connsiteY25" fmla="*/ 0 h 4255602"/>
              <a:gd name="connsiteX0" fmla="*/ 3507709 w 4092575"/>
              <a:gd name="connsiteY0" fmla="*/ 3776742 h 4255602"/>
              <a:gd name="connsiteX1" fmla="*/ 3449206 w 4092575"/>
              <a:gd name="connsiteY1" fmla="*/ 3825195 h 4255602"/>
              <a:gd name="connsiteX2" fmla="*/ 3434630 w 4092575"/>
              <a:gd name="connsiteY2" fmla="*/ 3835210 h 4255602"/>
              <a:gd name="connsiteX3" fmla="*/ 3507709 w 4092575"/>
              <a:gd name="connsiteY3" fmla="*/ 3776742 h 4255602"/>
              <a:gd name="connsiteX4" fmla="*/ 3742128 w 4092575"/>
              <a:gd name="connsiteY4" fmla="*/ 3557089 h 4255602"/>
              <a:gd name="connsiteX5" fmla="*/ 3733014 w 4092575"/>
              <a:gd name="connsiteY5" fmla="*/ 3567907 h 4255602"/>
              <a:gd name="connsiteX6" fmla="*/ 3742128 w 4092575"/>
              <a:gd name="connsiteY6" fmla="*/ 3557089 h 4255602"/>
              <a:gd name="connsiteX7" fmla="*/ 3885436 w 4092575"/>
              <a:gd name="connsiteY7" fmla="*/ 3379965 h 4255602"/>
              <a:gd name="connsiteX8" fmla="*/ 3856540 w 4092575"/>
              <a:gd name="connsiteY8" fmla="*/ 3421284 h 4255602"/>
              <a:gd name="connsiteX9" fmla="*/ 3810551 w 4092575"/>
              <a:gd name="connsiteY9" fmla="*/ 3475873 h 4255602"/>
              <a:gd name="connsiteX10" fmla="*/ 3885436 w 4092575"/>
              <a:gd name="connsiteY10" fmla="*/ 3379965 h 4255602"/>
              <a:gd name="connsiteX11" fmla="*/ 0 w 4092575"/>
              <a:gd name="connsiteY11" fmla="*/ 0 h 4255602"/>
              <a:gd name="connsiteX12" fmla="*/ 2162727 w 4092575"/>
              <a:gd name="connsiteY12" fmla="*/ 0 h 4255602"/>
              <a:gd name="connsiteX13" fmla="*/ 3290693 w 4092575"/>
              <a:gd name="connsiteY13" fmla="*/ 321506 h 4255602"/>
              <a:gd name="connsiteX14" fmla="*/ 3395344 w 4092575"/>
              <a:gd name="connsiteY14" fmla="*/ 393403 h 4255602"/>
              <a:gd name="connsiteX15" fmla="*/ 3395344 w 4092575"/>
              <a:gd name="connsiteY15" fmla="*/ 660836 h 4255602"/>
              <a:gd name="connsiteX16" fmla="*/ 3403708 w 4092575"/>
              <a:gd name="connsiteY16" fmla="*/ 667091 h 4255602"/>
              <a:gd name="connsiteX17" fmla="*/ 4092575 w 4092575"/>
              <a:gd name="connsiteY17" fmla="*/ 2127801 h 4255602"/>
              <a:gd name="connsiteX18" fmla="*/ 3403708 w 4092575"/>
              <a:gd name="connsiteY18" fmla="*/ 3588511 h 4255602"/>
              <a:gd name="connsiteX19" fmla="*/ 3395344 w 4092575"/>
              <a:gd name="connsiteY19" fmla="*/ 3594766 h 4255602"/>
              <a:gd name="connsiteX20" fmla="*/ 3395344 w 4092575"/>
              <a:gd name="connsiteY20" fmla="*/ 3862200 h 4255602"/>
              <a:gd name="connsiteX21" fmla="*/ 3290693 w 4092575"/>
              <a:gd name="connsiteY21" fmla="*/ 3934097 h 4255602"/>
              <a:gd name="connsiteX22" fmla="*/ 2162727 w 4092575"/>
              <a:gd name="connsiteY22" fmla="*/ 4255602 h 4255602"/>
              <a:gd name="connsiteX23" fmla="*/ 0 w 4092575"/>
              <a:gd name="connsiteY23" fmla="*/ 4255602 h 4255602"/>
              <a:gd name="connsiteX24" fmla="*/ 0 w 4092575"/>
              <a:gd name="connsiteY24" fmla="*/ 0 h 4255602"/>
              <a:gd name="connsiteX0" fmla="*/ 3507709 w 4092575"/>
              <a:gd name="connsiteY0" fmla="*/ 3776742 h 4255602"/>
              <a:gd name="connsiteX1" fmla="*/ 3449206 w 4092575"/>
              <a:gd name="connsiteY1" fmla="*/ 3825195 h 4255602"/>
              <a:gd name="connsiteX2" fmla="*/ 3434630 w 4092575"/>
              <a:gd name="connsiteY2" fmla="*/ 3835210 h 4255602"/>
              <a:gd name="connsiteX3" fmla="*/ 3507709 w 4092575"/>
              <a:gd name="connsiteY3" fmla="*/ 3776742 h 4255602"/>
              <a:gd name="connsiteX4" fmla="*/ 3742128 w 4092575"/>
              <a:gd name="connsiteY4" fmla="*/ 3557089 h 4255602"/>
              <a:gd name="connsiteX5" fmla="*/ 3733014 w 4092575"/>
              <a:gd name="connsiteY5" fmla="*/ 3567907 h 4255602"/>
              <a:gd name="connsiteX6" fmla="*/ 3742128 w 4092575"/>
              <a:gd name="connsiteY6" fmla="*/ 3557089 h 4255602"/>
              <a:gd name="connsiteX7" fmla="*/ 3810551 w 4092575"/>
              <a:gd name="connsiteY7" fmla="*/ 3475873 h 4255602"/>
              <a:gd name="connsiteX8" fmla="*/ 3856540 w 4092575"/>
              <a:gd name="connsiteY8" fmla="*/ 3421284 h 4255602"/>
              <a:gd name="connsiteX9" fmla="*/ 3810551 w 4092575"/>
              <a:gd name="connsiteY9" fmla="*/ 3475873 h 4255602"/>
              <a:gd name="connsiteX10" fmla="*/ 0 w 4092575"/>
              <a:gd name="connsiteY10" fmla="*/ 0 h 4255602"/>
              <a:gd name="connsiteX11" fmla="*/ 2162727 w 4092575"/>
              <a:gd name="connsiteY11" fmla="*/ 0 h 4255602"/>
              <a:gd name="connsiteX12" fmla="*/ 3290693 w 4092575"/>
              <a:gd name="connsiteY12" fmla="*/ 321506 h 4255602"/>
              <a:gd name="connsiteX13" fmla="*/ 3395344 w 4092575"/>
              <a:gd name="connsiteY13" fmla="*/ 393403 h 4255602"/>
              <a:gd name="connsiteX14" fmla="*/ 3395344 w 4092575"/>
              <a:gd name="connsiteY14" fmla="*/ 660836 h 4255602"/>
              <a:gd name="connsiteX15" fmla="*/ 3403708 w 4092575"/>
              <a:gd name="connsiteY15" fmla="*/ 667091 h 4255602"/>
              <a:gd name="connsiteX16" fmla="*/ 4092575 w 4092575"/>
              <a:gd name="connsiteY16" fmla="*/ 2127801 h 4255602"/>
              <a:gd name="connsiteX17" fmla="*/ 3403708 w 4092575"/>
              <a:gd name="connsiteY17" fmla="*/ 3588511 h 4255602"/>
              <a:gd name="connsiteX18" fmla="*/ 3395344 w 4092575"/>
              <a:gd name="connsiteY18" fmla="*/ 3594766 h 4255602"/>
              <a:gd name="connsiteX19" fmla="*/ 3395344 w 4092575"/>
              <a:gd name="connsiteY19" fmla="*/ 3862200 h 4255602"/>
              <a:gd name="connsiteX20" fmla="*/ 3290693 w 4092575"/>
              <a:gd name="connsiteY20" fmla="*/ 3934097 h 4255602"/>
              <a:gd name="connsiteX21" fmla="*/ 2162727 w 4092575"/>
              <a:gd name="connsiteY21" fmla="*/ 4255602 h 4255602"/>
              <a:gd name="connsiteX22" fmla="*/ 0 w 4092575"/>
              <a:gd name="connsiteY22" fmla="*/ 4255602 h 4255602"/>
              <a:gd name="connsiteX23" fmla="*/ 0 w 4092575"/>
              <a:gd name="connsiteY23" fmla="*/ 0 h 4255602"/>
              <a:gd name="connsiteX0" fmla="*/ 3507709 w 4092575"/>
              <a:gd name="connsiteY0" fmla="*/ 3776742 h 4255602"/>
              <a:gd name="connsiteX1" fmla="*/ 3449206 w 4092575"/>
              <a:gd name="connsiteY1" fmla="*/ 3825195 h 4255602"/>
              <a:gd name="connsiteX2" fmla="*/ 3434630 w 4092575"/>
              <a:gd name="connsiteY2" fmla="*/ 3835210 h 4255602"/>
              <a:gd name="connsiteX3" fmla="*/ 3507709 w 4092575"/>
              <a:gd name="connsiteY3" fmla="*/ 3776742 h 4255602"/>
              <a:gd name="connsiteX4" fmla="*/ 3742128 w 4092575"/>
              <a:gd name="connsiteY4" fmla="*/ 3557089 h 4255602"/>
              <a:gd name="connsiteX5" fmla="*/ 3733014 w 4092575"/>
              <a:gd name="connsiteY5" fmla="*/ 3567907 h 4255602"/>
              <a:gd name="connsiteX6" fmla="*/ 3742128 w 4092575"/>
              <a:gd name="connsiteY6" fmla="*/ 3557089 h 4255602"/>
              <a:gd name="connsiteX7" fmla="*/ 0 w 4092575"/>
              <a:gd name="connsiteY7" fmla="*/ 0 h 4255602"/>
              <a:gd name="connsiteX8" fmla="*/ 2162727 w 4092575"/>
              <a:gd name="connsiteY8" fmla="*/ 0 h 4255602"/>
              <a:gd name="connsiteX9" fmla="*/ 3290693 w 4092575"/>
              <a:gd name="connsiteY9" fmla="*/ 321506 h 4255602"/>
              <a:gd name="connsiteX10" fmla="*/ 3395344 w 4092575"/>
              <a:gd name="connsiteY10" fmla="*/ 393403 h 4255602"/>
              <a:gd name="connsiteX11" fmla="*/ 3395344 w 4092575"/>
              <a:gd name="connsiteY11" fmla="*/ 660836 h 4255602"/>
              <a:gd name="connsiteX12" fmla="*/ 3403708 w 4092575"/>
              <a:gd name="connsiteY12" fmla="*/ 667091 h 4255602"/>
              <a:gd name="connsiteX13" fmla="*/ 4092575 w 4092575"/>
              <a:gd name="connsiteY13" fmla="*/ 2127801 h 4255602"/>
              <a:gd name="connsiteX14" fmla="*/ 3403708 w 4092575"/>
              <a:gd name="connsiteY14" fmla="*/ 3588511 h 4255602"/>
              <a:gd name="connsiteX15" fmla="*/ 3395344 w 4092575"/>
              <a:gd name="connsiteY15" fmla="*/ 3594766 h 4255602"/>
              <a:gd name="connsiteX16" fmla="*/ 3395344 w 4092575"/>
              <a:gd name="connsiteY16" fmla="*/ 3862200 h 4255602"/>
              <a:gd name="connsiteX17" fmla="*/ 3290693 w 4092575"/>
              <a:gd name="connsiteY17" fmla="*/ 3934097 h 4255602"/>
              <a:gd name="connsiteX18" fmla="*/ 2162727 w 4092575"/>
              <a:gd name="connsiteY18" fmla="*/ 4255602 h 4255602"/>
              <a:gd name="connsiteX19" fmla="*/ 0 w 4092575"/>
              <a:gd name="connsiteY19" fmla="*/ 4255602 h 4255602"/>
              <a:gd name="connsiteX20" fmla="*/ 0 w 4092575"/>
              <a:gd name="connsiteY20" fmla="*/ 0 h 4255602"/>
              <a:gd name="connsiteX0" fmla="*/ 3507709 w 4092575"/>
              <a:gd name="connsiteY0" fmla="*/ 3776742 h 4255602"/>
              <a:gd name="connsiteX1" fmla="*/ 3449206 w 4092575"/>
              <a:gd name="connsiteY1" fmla="*/ 3825195 h 4255602"/>
              <a:gd name="connsiteX2" fmla="*/ 3434630 w 4092575"/>
              <a:gd name="connsiteY2" fmla="*/ 3835210 h 4255602"/>
              <a:gd name="connsiteX3" fmla="*/ 3507709 w 4092575"/>
              <a:gd name="connsiteY3" fmla="*/ 3776742 h 4255602"/>
              <a:gd name="connsiteX4" fmla="*/ 0 w 4092575"/>
              <a:gd name="connsiteY4" fmla="*/ 0 h 4255602"/>
              <a:gd name="connsiteX5" fmla="*/ 2162727 w 4092575"/>
              <a:gd name="connsiteY5" fmla="*/ 0 h 4255602"/>
              <a:gd name="connsiteX6" fmla="*/ 3290693 w 4092575"/>
              <a:gd name="connsiteY6" fmla="*/ 321506 h 4255602"/>
              <a:gd name="connsiteX7" fmla="*/ 3395344 w 4092575"/>
              <a:gd name="connsiteY7" fmla="*/ 393403 h 4255602"/>
              <a:gd name="connsiteX8" fmla="*/ 3395344 w 4092575"/>
              <a:gd name="connsiteY8" fmla="*/ 660836 h 4255602"/>
              <a:gd name="connsiteX9" fmla="*/ 3403708 w 4092575"/>
              <a:gd name="connsiteY9" fmla="*/ 667091 h 4255602"/>
              <a:gd name="connsiteX10" fmla="*/ 4092575 w 4092575"/>
              <a:gd name="connsiteY10" fmla="*/ 2127801 h 4255602"/>
              <a:gd name="connsiteX11" fmla="*/ 3403708 w 4092575"/>
              <a:gd name="connsiteY11" fmla="*/ 3588511 h 4255602"/>
              <a:gd name="connsiteX12" fmla="*/ 3395344 w 4092575"/>
              <a:gd name="connsiteY12" fmla="*/ 3594766 h 4255602"/>
              <a:gd name="connsiteX13" fmla="*/ 3395344 w 4092575"/>
              <a:gd name="connsiteY13" fmla="*/ 3862200 h 4255602"/>
              <a:gd name="connsiteX14" fmla="*/ 3290693 w 4092575"/>
              <a:gd name="connsiteY14" fmla="*/ 3934097 h 4255602"/>
              <a:gd name="connsiteX15" fmla="*/ 2162727 w 4092575"/>
              <a:gd name="connsiteY15" fmla="*/ 4255602 h 4255602"/>
              <a:gd name="connsiteX16" fmla="*/ 0 w 4092575"/>
              <a:gd name="connsiteY16" fmla="*/ 4255602 h 4255602"/>
              <a:gd name="connsiteX17" fmla="*/ 0 w 4092575"/>
              <a:gd name="connsiteY17" fmla="*/ 0 h 4255602"/>
              <a:gd name="connsiteX0" fmla="*/ 3434630 w 4092575"/>
              <a:gd name="connsiteY0" fmla="*/ 3835210 h 4255602"/>
              <a:gd name="connsiteX1" fmla="*/ 3449206 w 4092575"/>
              <a:gd name="connsiteY1" fmla="*/ 3825195 h 4255602"/>
              <a:gd name="connsiteX2" fmla="*/ 3434630 w 4092575"/>
              <a:gd name="connsiteY2" fmla="*/ 3835210 h 4255602"/>
              <a:gd name="connsiteX3" fmla="*/ 0 w 4092575"/>
              <a:gd name="connsiteY3" fmla="*/ 0 h 4255602"/>
              <a:gd name="connsiteX4" fmla="*/ 2162727 w 4092575"/>
              <a:gd name="connsiteY4" fmla="*/ 0 h 4255602"/>
              <a:gd name="connsiteX5" fmla="*/ 3290693 w 4092575"/>
              <a:gd name="connsiteY5" fmla="*/ 321506 h 4255602"/>
              <a:gd name="connsiteX6" fmla="*/ 3395344 w 4092575"/>
              <a:gd name="connsiteY6" fmla="*/ 393403 h 4255602"/>
              <a:gd name="connsiteX7" fmla="*/ 3395344 w 4092575"/>
              <a:gd name="connsiteY7" fmla="*/ 660836 h 4255602"/>
              <a:gd name="connsiteX8" fmla="*/ 3403708 w 4092575"/>
              <a:gd name="connsiteY8" fmla="*/ 667091 h 4255602"/>
              <a:gd name="connsiteX9" fmla="*/ 4092575 w 4092575"/>
              <a:gd name="connsiteY9" fmla="*/ 2127801 h 4255602"/>
              <a:gd name="connsiteX10" fmla="*/ 3403708 w 4092575"/>
              <a:gd name="connsiteY10" fmla="*/ 3588511 h 4255602"/>
              <a:gd name="connsiteX11" fmla="*/ 3395344 w 4092575"/>
              <a:gd name="connsiteY11" fmla="*/ 3594766 h 4255602"/>
              <a:gd name="connsiteX12" fmla="*/ 3395344 w 4092575"/>
              <a:gd name="connsiteY12" fmla="*/ 3862200 h 4255602"/>
              <a:gd name="connsiteX13" fmla="*/ 3290693 w 4092575"/>
              <a:gd name="connsiteY13" fmla="*/ 3934097 h 4255602"/>
              <a:gd name="connsiteX14" fmla="*/ 2162727 w 4092575"/>
              <a:gd name="connsiteY14" fmla="*/ 4255602 h 4255602"/>
              <a:gd name="connsiteX15" fmla="*/ 0 w 4092575"/>
              <a:gd name="connsiteY15" fmla="*/ 4255602 h 4255602"/>
              <a:gd name="connsiteX16" fmla="*/ 0 w 4092575"/>
              <a:gd name="connsiteY16" fmla="*/ 0 h 4255602"/>
              <a:gd name="connsiteX0" fmla="*/ 0 w 4092575"/>
              <a:gd name="connsiteY0" fmla="*/ 0 h 4255602"/>
              <a:gd name="connsiteX1" fmla="*/ 2162727 w 4092575"/>
              <a:gd name="connsiteY1" fmla="*/ 0 h 4255602"/>
              <a:gd name="connsiteX2" fmla="*/ 3290693 w 4092575"/>
              <a:gd name="connsiteY2" fmla="*/ 321506 h 4255602"/>
              <a:gd name="connsiteX3" fmla="*/ 3395344 w 4092575"/>
              <a:gd name="connsiteY3" fmla="*/ 393403 h 4255602"/>
              <a:gd name="connsiteX4" fmla="*/ 3395344 w 4092575"/>
              <a:gd name="connsiteY4" fmla="*/ 660836 h 4255602"/>
              <a:gd name="connsiteX5" fmla="*/ 3403708 w 4092575"/>
              <a:gd name="connsiteY5" fmla="*/ 667091 h 4255602"/>
              <a:gd name="connsiteX6" fmla="*/ 4092575 w 4092575"/>
              <a:gd name="connsiteY6" fmla="*/ 2127801 h 4255602"/>
              <a:gd name="connsiteX7" fmla="*/ 3403708 w 4092575"/>
              <a:gd name="connsiteY7" fmla="*/ 3588511 h 4255602"/>
              <a:gd name="connsiteX8" fmla="*/ 3395344 w 4092575"/>
              <a:gd name="connsiteY8" fmla="*/ 3594766 h 4255602"/>
              <a:gd name="connsiteX9" fmla="*/ 3395344 w 4092575"/>
              <a:gd name="connsiteY9" fmla="*/ 3862200 h 4255602"/>
              <a:gd name="connsiteX10" fmla="*/ 3290693 w 4092575"/>
              <a:gd name="connsiteY10" fmla="*/ 3934097 h 4255602"/>
              <a:gd name="connsiteX11" fmla="*/ 2162727 w 4092575"/>
              <a:gd name="connsiteY11" fmla="*/ 4255602 h 4255602"/>
              <a:gd name="connsiteX12" fmla="*/ 0 w 4092575"/>
              <a:gd name="connsiteY12" fmla="*/ 4255602 h 4255602"/>
              <a:gd name="connsiteX13" fmla="*/ 0 w 4092575"/>
              <a:gd name="connsiteY13" fmla="*/ 0 h 4255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092575" h="4255602">
                <a:moveTo>
                  <a:pt x="0" y="0"/>
                </a:moveTo>
                <a:lnTo>
                  <a:pt x="2162727" y="0"/>
                </a:lnTo>
                <a:cubicBezTo>
                  <a:pt x="2576885" y="0"/>
                  <a:pt x="2963475" y="117744"/>
                  <a:pt x="3290693" y="321506"/>
                </a:cubicBezTo>
                <a:lnTo>
                  <a:pt x="3395344" y="393403"/>
                </a:lnTo>
                <a:lnTo>
                  <a:pt x="3395344" y="660836"/>
                </a:lnTo>
                <a:lnTo>
                  <a:pt x="3403708" y="667091"/>
                </a:lnTo>
                <a:cubicBezTo>
                  <a:pt x="3824416" y="1014290"/>
                  <a:pt x="4092575" y="1539730"/>
                  <a:pt x="4092575" y="2127801"/>
                </a:cubicBezTo>
                <a:cubicBezTo>
                  <a:pt x="4092575" y="2715872"/>
                  <a:pt x="3824416" y="3241312"/>
                  <a:pt x="3403708" y="3588511"/>
                </a:cubicBezTo>
                <a:lnTo>
                  <a:pt x="3395344" y="3594766"/>
                </a:lnTo>
                <a:lnTo>
                  <a:pt x="3395344" y="3862200"/>
                </a:lnTo>
                <a:lnTo>
                  <a:pt x="3290693" y="3934097"/>
                </a:lnTo>
                <a:cubicBezTo>
                  <a:pt x="2963475" y="4137859"/>
                  <a:pt x="2576885" y="4255602"/>
                  <a:pt x="2162727" y="4255602"/>
                </a:cubicBezTo>
                <a:lnTo>
                  <a:pt x="0" y="425560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/>
              <a:t> </a:t>
            </a:r>
            <a:endParaRPr lang="de-DE" dirty="0"/>
          </a:p>
        </p:txBody>
      </p:sp>
      <p:sp>
        <p:nvSpPr>
          <p:cNvPr id="52" name="Titel 51">
            <a:extLst>
              <a:ext uri="{FF2B5EF4-FFF2-40B4-BE49-F238E27FC236}">
                <a16:creationId xmlns:a16="http://schemas.microsoft.com/office/drawing/2014/main" id="{1F136CBF-81E3-4328-0769-988D3B25FA5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4835525" y="407502"/>
            <a:ext cx="5976938" cy="752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Vorname Nachname</a:t>
            </a:r>
          </a:p>
        </p:txBody>
      </p:sp>
      <p:sp>
        <p:nvSpPr>
          <p:cNvPr id="70" name="Inhaltsplatzhalter 69">
            <a:extLst>
              <a:ext uri="{FF2B5EF4-FFF2-40B4-BE49-F238E27FC236}">
                <a16:creationId xmlns:a16="http://schemas.microsoft.com/office/drawing/2014/main" id="{D8031F83-915D-71FB-5C36-9CEF0409A1B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35525" y="1665288"/>
            <a:ext cx="5976938" cy="475138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75" name="Freihandform: Form 74">
            <a:extLst>
              <a:ext uri="{FF2B5EF4-FFF2-40B4-BE49-F238E27FC236}">
                <a16:creationId xmlns:a16="http://schemas.microsoft.com/office/drawing/2014/main" id="{AACD5265-57A4-5690-4BBF-0DD78278FE29}"/>
              </a:ext>
            </a:extLst>
          </p:cNvPr>
          <p:cNvSpPr/>
          <p:nvPr userDrawn="1"/>
        </p:nvSpPr>
        <p:spPr bwMode="gray">
          <a:xfrm flipH="1">
            <a:off x="3395344" y="801618"/>
            <a:ext cx="900430" cy="3477772"/>
          </a:xfrm>
          <a:custGeom>
            <a:avLst/>
            <a:gdLst>
              <a:gd name="connsiteX0" fmla="*/ 900430 w 900430"/>
              <a:gd name="connsiteY0" fmla="*/ 0 h 3477772"/>
              <a:gd name="connsiteX1" fmla="*/ 0 w 900430"/>
              <a:gd name="connsiteY1" fmla="*/ 1738840 h 3477772"/>
              <a:gd name="connsiteX2" fmla="*/ 900430 w 900430"/>
              <a:gd name="connsiteY2" fmla="*/ 3477772 h 3477772"/>
              <a:gd name="connsiteX3" fmla="*/ 900430 w 900430"/>
              <a:gd name="connsiteY3" fmla="*/ 3205898 h 3477772"/>
              <a:gd name="connsiteX4" fmla="*/ 892066 w 900430"/>
              <a:gd name="connsiteY4" fmla="*/ 3199643 h 3477772"/>
              <a:gd name="connsiteX5" fmla="*/ 203199 w 900430"/>
              <a:gd name="connsiteY5" fmla="*/ 1738933 h 3477772"/>
              <a:gd name="connsiteX6" fmla="*/ 892066 w 900430"/>
              <a:gd name="connsiteY6" fmla="*/ 278223 h 3477772"/>
              <a:gd name="connsiteX7" fmla="*/ 900430 w 900430"/>
              <a:gd name="connsiteY7" fmla="*/ 271968 h 3477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0430" h="3477772">
                <a:moveTo>
                  <a:pt x="900430" y="0"/>
                </a:moveTo>
                <a:cubicBezTo>
                  <a:pt x="355460" y="386192"/>
                  <a:pt x="0" y="1021028"/>
                  <a:pt x="0" y="1738840"/>
                </a:cubicBezTo>
                <a:cubicBezTo>
                  <a:pt x="0" y="2456651"/>
                  <a:pt x="355367" y="3091581"/>
                  <a:pt x="900430" y="3477772"/>
                </a:cubicBezTo>
                <a:lnTo>
                  <a:pt x="900430" y="3205898"/>
                </a:lnTo>
                <a:lnTo>
                  <a:pt x="892066" y="3199643"/>
                </a:lnTo>
                <a:cubicBezTo>
                  <a:pt x="471358" y="2852444"/>
                  <a:pt x="203199" y="2327004"/>
                  <a:pt x="203199" y="1738933"/>
                </a:cubicBezTo>
                <a:cubicBezTo>
                  <a:pt x="203199" y="1150862"/>
                  <a:pt x="471358" y="625422"/>
                  <a:pt x="892066" y="278223"/>
                </a:cubicBezTo>
                <a:lnTo>
                  <a:pt x="900430" y="271968"/>
                </a:lnTo>
                <a:close/>
              </a:path>
            </a:pathLst>
          </a:custGeom>
          <a:solidFill>
            <a:srgbClr val="FEA12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76362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 userDrawn="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 userDrawn="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 userDrawn="1">
          <p15:clr>
            <a:srgbClr val="FBAE40"/>
          </p15:clr>
        </p15:guide>
        <p15:guide id="8" pos="2706" userDrawn="1">
          <p15:clr>
            <a:srgbClr val="FBAE40"/>
          </p15:clr>
        </p15:guide>
        <p15:guide id="9" pos="3046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mit F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824E0FD8-8C35-4688-8D07-75D10A332885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9" name="Bildplatzhalter 38">
            <a:extLst>
              <a:ext uri="{FF2B5EF4-FFF2-40B4-BE49-F238E27FC236}">
                <a16:creationId xmlns:a16="http://schemas.microsoft.com/office/drawing/2014/main" id="{D75C2669-3447-74C3-164A-BA613F55DF1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695325" y="3907521"/>
            <a:ext cx="1083272" cy="1203935"/>
          </a:xfrm>
          <a:custGeom>
            <a:avLst/>
            <a:gdLst>
              <a:gd name="connsiteX0" fmla="*/ 541636 w 1083272"/>
              <a:gd name="connsiteY0" fmla="*/ 0 h 1203935"/>
              <a:gd name="connsiteX1" fmla="*/ 818352 w 1083272"/>
              <a:gd name="connsiteY1" fmla="*/ 104378 h 1203935"/>
              <a:gd name="connsiteX2" fmla="*/ 985434 w 1083272"/>
              <a:gd name="connsiteY2" fmla="*/ 104378 h 1203935"/>
              <a:gd name="connsiteX3" fmla="*/ 1083272 w 1083272"/>
              <a:gd name="connsiteY3" fmla="*/ 414177 h 1203935"/>
              <a:gd name="connsiteX4" fmla="*/ 1083272 w 1083272"/>
              <a:gd name="connsiteY4" fmla="*/ 789886 h 1203935"/>
              <a:gd name="connsiteX5" fmla="*/ 985434 w 1083272"/>
              <a:gd name="connsiteY5" fmla="*/ 1099557 h 1203935"/>
              <a:gd name="connsiteX6" fmla="*/ 818352 w 1083272"/>
              <a:gd name="connsiteY6" fmla="*/ 1099557 h 1203935"/>
              <a:gd name="connsiteX7" fmla="*/ 541636 w 1083272"/>
              <a:gd name="connsiteY7" fmla="*/ 1203935 h 1203935"/>
              <a:gd name="connsiteX8" fmla="*/ 264920 w 1083272"/>
              <a:gd name="connsiteY8" fmla="*/ 1099557 h 1203935"/>
              <a:gd name="connsiteX9" fmla="*/ 97838 w 1083272"/>
              <a:gd name="connsiteY9" fmla="*/ 1099557 h 1203935"/>
              <a:gd name="connsiteX10" fmla="*/ 0 w 1083272"/>
              <a:gd name="connsiteY10" fmla="*/ 789886 h 1203935"/>
              <a:gd name="connsiteX11" fmla="*/ 0 w 1083272"/>
              <a:gd name="connsiteY11" fmla="*/ 414177 h 1203935"/>
              <a:gd name="connsiteX12" fmla="*/ 97838 w 1083272"/>
              <a:gd name="connsiteY12" fmla="*/ 104378 h 1203935"/>
              <a:gd name="connsiteX13" fmla="*/ 264920 w 1083272"/>
              <a:gd name="connsiteY13" fmla="*/ 104378 h 1203935"/>
              <a:gd name="connsiteX14" fmla="*/ 541636 w 1083272"/>
              <a:gd name="connsiteY14" fmla="*/ 0 h 1203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83272" h="1203935">
                <a:moveTo>
                  <a:pt x="541636" y="0"/>
                </a:moveTo>
                <a:cubicBezTo>
                  <a:pt x="647681" y="0"/>
                  <a:pt x="744621" y="39366"/>
                  <a:pt x="818352" y="104378"/>
                </a:cubicBezTo>
                <a:lnTo>
                  <a:pt x="985434" y="104378"/>
                </a:lnTo>
                <a:cubicBezTo>
                  <a:pt x="1047112" y="192086"/>
                  <a:pt x="1083272" y="298900"/>
                  <a:pt x="1083272" y="414177"/>
                </a:cubicBezTo>
                <a:lnTo>
                  <a:pt x="1083272" y="789886"/>
                </a:lnTo>
                <a:cubicBezTo>
                  <a:pt x="1083272" y="905163"/>
                  <a:pt x="1047112" y="1011977"/>
                  <a:pt x="985434" y="1099557"/>
                </a:cubicBezTo>
                <a:lnTo>
                  <a:pt x="818352" y="1099557"/>
                </a:lnTo>
                <a:cubicBezTo>
                  <a:pt x="744493" y="1164441"/>
                  <a:pt x="647681" y="1203935"/>
                  <a:pt x="541636" y="1203935"/>
                </a:cubicBezTo>
                <a:cubicBezTo>
                  <a:pt x="435591" y="1203935"/>
                  <a:pt x="338779" y="1164569"/>
                  <a:pt x="264920" y="1099557"/>
                </a:cubicBezTo>
                <a:lnTo>
                  <a:pt x="97838" y="1099557"/>
                </a:lnTo>
                <a:cubicBezTo>
                  <a:pt x="36160" y="1011977"/>
                  <a:pt x="0" y="905163"/>
                  <a:pt x="0" y="789886"/>
                </a:cubicBezTo>
                <a:lnTo>
                  <a:pt x="0" y="414177"/>
                </a:lnTo>
                <a:cubicBezTo>
                  <a:pt x="0" y="298900"/>
                  <a:pt x="36160" y="192086"/>
                  <a:pt x="97838" y="104378"/>
                </a:cubicBezTo>
                <a:lnTo>
                  <a:pt x="264920" y="104378"/>
                </a:lnTo>
                <a:cubicBezTo>
                  <a:pt x="338779" y="39366"/>
                  <a:pt x="435591" y="0"/>
                  <a:pt x="54163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FF80B6F-948F-9008-CEA2-8C20C518E482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A833B58-CF64-BA1A-23CF-39FCC1747314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E7B9E-4EDD-DAF7-A165-941A8585E19A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C15A4BE-4E0A-68C8-DBF1-AE5098A1C74D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4596F0F-8377-9076-15EC-C210DB95787F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EA4F8A3E-653A-3F5F-7ABE-E2D7357143A3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8" name="Grafik 6">
            <a:extLst>
              <a:ext uri="{FF2B5EF4-FFF2-40B4-BE49-F238E27FC236}">
                <a16:creationId xmlns:a16="http://schemas.microsoft.com/office/drawing/2014/main" id="{A0265C39-6AB9-FA2B-A4ED-B7D74C812381}"/>
              </a:ext>
            </a:extLst>
          </p:cNvPr>
          <p:cNvSpPr/>
          <p:nvPr/>
        </p:nvSpPr>
        <p:spPr bwMode="gray">
          <a:xfrm>
            <a:off x="695325" y="1789098"/>
            <a:ext cx="6794499" cy="1286276"/>
          </a:xfrm>
          <a:custGeom>
            <a:avLst/>
            <a:gdLst>
              <a:gd name="connsiteX0" fmla="*/ 4196239 w 5114885"/>
              <a:gd name="connsiteY0" fmla="*/ 945503 h 968306"/>
              <a:gd name="connsiteX1" fmla="*/ 4195191 w 5114885"/>
              <a:gd name="connsiteY1" fmla="*/ 939216 h 968306"/>
              <a:gd name="connsiteX2" fmla="*/ 4192048 w 5114885"/>
              <a:gd name="connsiteY2" fmla="*/ 891591 h 968306"/>
              <a:gd name="connsiteX3" fmla="*/ 4192048 w 5114885"/>
              <a:gd name="connsiteY3" fmla="*/ 886924 h 968306"/>
              <a:gd name="connsiteX4" fmla="*/ 4193667 w 5114885"/>
              <a:gd name="connsiteY4" fmla="*/ 880066 h 968306"/>
              <a:gd name="connsiteX5" fmla="*/ 4198906 w 5114885"/>
              <a:gd name="connsiteY5" fmla="*/ 880066 h 968306"/>
              <a:gd name="connsiteX6" fmla="*/ 4216718 w 5114885"/>
              <a:gd name="connsiteY6" fmla="*/ 880637 h 968306"/>
              <a:gd name="connsiteX7" fmla="*/ 4258151 w 5114885"/>
              <a:gd name="connsiteY7" fmla="*/ 883209 h 968306"/>
              <a:gd name="connsiteX8" fmla="*/ 4259771 w 5114885"/>
              <a:gd name="connsiteY8" fmla="*/ 943407 h 968306"/>
              <a:gd name="connsiteX9" fmla="*/ 4259771 w 5114885"/>
              <a:gd name="connsiteY9" fmla="*/ 945503 h 968306"/>
              <a:gd name="connsiteX10" fmla="*/ 4256056 w 5114885"/>
              <a:gd name="connsiteY10" fmla="*/ 945979 h 968306"/>
              <a:gd name="connsiteX11" fmla="*/ 4250341 w 5114885"/>
              <a:gd name="connsiteY11" fmla="*/ 945503 h 968306"/>
              <a:gd name="connsiteX12" fmla="*/ 4244055 w 5114885"/>
              <a:gd name="connsiteY12" fmla="*/ 944455 h 968306"/>
              <a:gd name="connsiteX13" fmla="*/ 4235196 w 5114885"/>
              <a:gd name="connsiteY13" fmla="*/ 944455 h 968306"/>
              <a:gd name="connsiteX14" fmla="*/ 4232529 w 5114885"/>
              <a:gd name="connsiteY14" fmla="*/ 943979 h 968306"/>
              <a:gd name="connsiteX15" fmla="*/ 4209003 w 5114885"/>
              <a:gd name="connsiteY15" fmla="*/ 943407 h 968306"/>
              <a:gd name="connsiteX16" fmla="*/ 4196430 w 5114885"/>
              <a:gd name="connsiteY16" fmla="*/ 945503 h 968306"/>
              <a:gd name="connsiteX17" fmla="*/ 4190619 w 5114885"/>
              <a:gd name="connsiteY17" fmla="*/ 955504 h 968306"/>
              <a:gd name="connsiteX18" fmla="*/ 4194810 w 5114885"/>
              <a:gd name="connsiteY18" fmla="*/ 955504 h 968306"/>
              <a:gd name="connsiteX19" fmla="*/ 4210526 w 5114885"/>
              <a:gd name="connsiteY19" fmla="*/ 953408 h 968306"/>
              <a:gd name="connsiteX20" fmla="*/ 4231005 w 5114885"/>
              <a:gd name="connsiteY20" fmla="*/ 953980 h 968306"/>
              <a:gd name="connsiteX21" fmla="*/ 4242531 w 5114885"/>
              <a:gd name="connsiteY21" fmla="*/ 954456 h 968306"/>
              <a:gd name="connsiteX22" fmla="*/ 4248817 w 5114885"/>
              <a:gd name="connsiteY22" fmla="*/ 955504 h 968306"/>
              <a:gd name="connsiteX23" fmla="*/ 4256151 w 5114885"/>
              <a:gd name="connsiteY23" fmla="*/ 955980 h 968306"/>
              <a:gd name="connsiteX24" fmla="*/ 4269296 w 5114885"/>
              <a:gd name="connsiteY24" fmla="*/ 947598 h 968306"/>
              <a:gd name="connsiteX25" fmla="*/ 4269772 w 5114885"/>
              <a:gd name="connsiteY25" fmla="*/ 944931 h 968306"/>
              <a:gd name="connsiteX26" fmla="*/ 4270343 w 5114885"/>
              <a:gd name="connsiteY26" fmla="*/ 942359 h 968306"/>
              <a:gd name="connsiteX27" fmla="*/ 4268724 w 5114885"/>
              <a:gd name="connsiteY27" fmla="*/ 881114 h 968306"/>
              <a:gd name="connsiteX28" fmla="*/ 4245102 w 5114885"/>
              <a:gd name="connsiteY28" fmla="*/ 871684 h 968306"/>
              <a:gd name="connsiteX29" fmla="*/ 4217289 w 5114885"/>
              <a:gd name="connsiteY29" fmla="*/ 870636 h 968306"/>
              <a:gd name="connsiteX30" fmla="*/ 4199001 w 5114885"/>
              <a:gd name="connsiteY30" fmla="*/ 870065 h 968306"/>
              <a:gd name="connsiteX31" fmla="*/ 4190143 w 5114885"/>
              <a:gd name="connsiteY31" fmla="*/ 870065 h 968306"/>
              <a:gd name="connsiteX32" fmla="*/ 4182237 w 5114885"/>
              <a:gd name="connsiteY32" fmla="*/ 885781 h 968306"/>
              <a:gd name="connsiteX33" fmla="*/ 4182237 w 5114885"/>
              <a:gd name="connsiteY33" fmla="*/ 892067 h 968306"/>
              <a:gd name="connsiteX34" fmla="*/ 4186428 w 5114885"/>
              <a:gd name="connsiteY34" fmla="*/ 947122 h 968306"/>
              <a:gd name="connsiteX35" fmla="*/ 4186428 w 5114885"/>
              <a:gd name="connsiteY35" fmla="*/ 949217 h 968306"/>
              <a:gd name="connsiteX36" fmla="*/ 4186904 w 5114885"/>
              <a:gd name="connsiteY36" fmla="*/ 954932 h 968306"/>
              <a:gd name="connsiteX37" fmla="*/ 4190619 w 5114885"/>
              <a:gd name="connsiteY37" fmla="*/ 955504 h 968306"/>
              <a:gd name="connsiteX38" fmla="*/ 4136612 w 5114885"/>
              <a:gd name="connsiteY38" fmla="*/ 902069 h 968306"/>
              <a:gd name="connsiteX39" fmla="*/ 4136612 w 5114885"/>
              <a:gd name="connsiteY39" fmla="*/ 944455 h 968306"/>
              <a:gd name="connsiteX40" fmla="*/ 4125087 w 5114885"/>
              <a:gd name="connsiteY40" fmla="*/ 942931 h 968306"/>
              <a:gd name="connsiteX41" fmla="*/ 4108323 w 5114885"/>
              <a:gd name="connsiteY41" fmla="*/ 945026 h 968306"/>
              <a:gd name="connsiteX42" fmla="*/ 4089464 w 5114885"/>
              <a:gd name="connsiteY42" fmla="*/ 945026 h 968306"/>
              <a:gd name="connsiteX43" fmla="*/ 4075843 w 5114885"/>
              <a:gd name="connsiteY43" fmla="*/ 945026 h 968306"/>
              <a:gd name="connsiteX44" fmla="*/ 4055936 w 5114885"/>
              <a:gd name="connsiteY44" fmla="*/ 940835 h 968306"/>
              <a:gd name="connsiteX45" fmla="*/ 4052792 w 5114885"/>
              <a:gd name="connsiteY45" fmla="*/ 939216 h 968306"/>
              <a:gd name="connsiteX46" fmla="*/ 4048601 w 5114885"/>
              <a:gd name="connsiteY46" fmla="*/ 938168 h 968306"/>
              <a:gd name="connsiteX47" fmla="*/ 4036600 w 5114885"/>
              <a:gd name="connsiteY47" fmla="*/ 932358 h 968306"/>
              <a:gd name="connsiteX48" fmla="*/ 4033933 w 5114885"/>
              <a:gd name="connsiteY48" fmla="*/ 930263 h 968306"/>
              <a:gd name="connsiteX49" fmla="*/ 4030790 w 5114885"/>
              <a:gd name="connsiteY49" fmla="*/ 927691 h 968306"/>
              <a:gd name="connsiteX50" fmla="*/ 4030313 w 5114885"/>
              <a:gd name="connsiteY50" fmla="*/ 924548 h 968306"/>
              <a:gd name="connsiteX51" fmla="*/ 4029266 w 5114885"/>
              <a:gd name="connsiteY51" fmla="*/ 921404 h 968306"/>
              <a:gd name="connsiteX52" fmla="*/ 4024027 w 5114885"/>
              <a:gd name="connsiteY52" fmla="*/ 905212 h 968306"/>
              <a:gd name="connsiteX53" fmla="*/ 4023551 w 5114885"/>
              <a:gd name="connsiteY53" fmla="*/ 902545 h 968306"/>
              <a:gd name="connsiteX54" fmla="*/ 4019836 w 5114885"/>
              <a:gd name="connsiteY54" fmla="*/ 864350 h 968306"/>
              <a:gd name="connsiteX55" fmla="*/ 4017264 w 5114885"/>
              <a:gd name="connsiteY55" fmla="*/ 838156 h 968306"/>
              <a:gd name="connsiteX56" fmla="*/ 4017740 w 5114885"/>
              <a:gd name="connsiteY56" fmla="*/ 815105 h 968306"/>
              <a:gd name="connsiteX57" fmla="*/ 4019836 w 5114885"/>
              <a:gd name="connsiteY57" fmla="*/ 784149 h 968306"/>
              <a:gd name="connsiteX58" fmla="*/ 4021455 w 5114885"/>
              <a:gd name="connsiteY58" fmla="*/ 752717 h 968306"/>
              <a:gd name="connsiteX59" fmla="*/ 4014121 w 5114885"/>
              <a:gd name="connsiteY59" fmla="*/ 727571 h 968306"/>
              <a:gd name="connsiteX60" fmla="*/ 3978497 w 5114885"/>
              <a:gd name="connsiteY60" fmla="*/ 726047 h 968306"/>
              <a:gd name="connsiteX61" fmla="*/ 3978021 w 5114885"/>
              <a:gd name="connsiteY61" fmla="*/ 687280 h 968306"/>
              <a:gd name="connsiteX62" fmla="*/ 4017264 w 5114885"/>
              <a:gd name="connsiteY62" fmla="*/ 681565 h 968306"/>
              <a:gd name="connsiteX63" fmla="*/ 4025646 w 5114885"/>
              <a:gd name="connsiteY63" fmla="*/ 611937 h 968306"/>
              <a:gd name="connsiteX64" fmla="*/ 4028789 w 5114885"/>
              <a:gd name="connsiteY64" fmla="*/ 611937 h 968306"/>
              <a:gd name="connsiteX65" fmla="*/ 4086416 w 5114885"/>
              <a:gd name="connsiteY65" fmla="*/ 614033 h 968306"/>
              <a:gd name="connsiteX66" fmla="*/ 4085368 w 5114885"/>
              <a:gd name="connsiteY66" fmla="*/ 678993 h 968306"/>
              <a:gd name="connsiteX67" fmla="*/ 4107847 w 5114885"/>
              <a:gd name="connsiteY67" fmla="*/ 687851 h 968306"/>
              <a:gd name="connsiteX68" fmla="*/ 4138232 w 5114885"/>
              <a:gd name="connsiteY68" fmla="*/ 694138 h 968306"/>
              <a:gd name="connsiteX69" fmla="*/ 4136136 w 5114885"/>
              <a:gd name="connsiteY69" fmla="*/ 731857 h 968306"/>
              <a:gd name="connsiteX70" fmla="*/ 4122515 w 5114885"/>
              <a:gd name="connsiteY70" fmla="*/ 731285 h 968306"/>
              <a:gd name="connsiteX71" fmla="*/ 4092607 w 5114885"/>
              <a:gd name="connsiteY71" fmla="*/ 731857 h 968306"/>
              <a:gd name="connsiteX72" fmla="*/ 4081653 w 5114885"/>
              <a:gd name="connsiteY72" fmla="*/ 773767 h 968306"/>
              <a:gd name="connsiteX73" fmla="*/ 4080605 w 5114885"/>
              <a:gd name="connsiteY73" fmla="*/ 860159 h 968306"/>
              <a:gd name="connsiteX74" fmla="*/ 4086320 w 5114885"/>
              <a:gd name="connsiteY74" fmla="*/ 886924 h 968306"/>
              <a:gd name="connsiteX75" fmla="*/ 4136612 w 5114885"/>
              <a:gd name="connsiteY75" fmla="*/ 900068 h 968306"/>
              <a:gd name="connsiteX76" fmla="*/ 4136612 w 5114885"/>
              <a:gd name="connsiteY76" fmla="*/ 902164 h 968306"/>
              <a:gd name="connsiteX77" fmla="*/ 4094226 w 5114885"/>
              <a:gd name="connsiteY77" fmla="*/ 741763 h 968306"/>
              <a:gd name="connsiteX78" fmla="*/ 4122991 w 5114885"/>
              <a:gd name="connsiteY78" fmla="*/ 741191 h 968306"/>
              <a:gd name="connsiteX79" fmla="*/ 4136136 w 5114885"/>
              <a:gd name="connsiteY79" fmla="*/ 741763 h 968306"/>
              <a:gd name="connsiteX80" fmla="*/ 4146614 w 5114885"/>
              <a:gd name="connsiteY80" fmla="*/ 731762 h 968306"/>
              <a:gd name="connsiteX81" fmla="*/ 4148233 w 5114885"/>
              <a:gd name="connsiteY81" fmla="*/ 693471 h 968306"/>
              <a:gd name="connsiteX82" fmla="*/ 4138803 w 5114885"/>
              <a:gd name="connsiteY82" fmla="*/ 682517 h 968306"/>
              <a:gd name="connsiteX83" fmla="*/ 4107942 w 5114885"/>
              <a:gd name="connsiteY83" fmla="*/ 677279 h 968306"/>
              <a:gd name="connsiteX84" fmla="*/ 4095369 w 5114885"/>
              <a:gd name="connsiteY84" fmla="*/ 677279 h 968306"/>
              <a:gd name="connsiteX85" fmla="*/ 4096417 w 5114885"/>
              <a:gd name="connsiteY85" fmla="*/ 641084 h 968306"/>
              <a:gd name="connsiteX86" fmla="*/ 4092226 w 5114885"/>
              <a:gd name="connsiteY86" fmla="*/ 604412 h 968306"/>
              <a:gd name="connsiteX87" fmla="*/ 4040315 w 5114885"/>
              <a:gd name="connsiteY87" fmla="*/ 601745 h 968306"/>
              <a:gd name="connsiteX88" fmla="*/ 4015740 w 5114885"/>
              <a:gd name="connsiteY88" fmla="*/ 607556 h 968306"/>
              <a:gd name="connsiteX89" fmla="*/ 4011549 w 5114885"/>
              <a:gd name="connsiteY89" fmla="*/ 672992 h 968306"/>
              <a:gd name="connsiteX90" fmla="*/ 3991642 w 5114885"/>
              <a:gd name="connsiteY90" fmla="*/ 677183 h 968306"/>
              <a:gd name="connsiteX91" fmla="*/ 3967544 w 5114885"/>
              <a:gd name="connsiteY91" fmla="*/ 707092 h 968306"/>
              <a:gd name="connsiteX92" fmla="*/ 3968591 w 5114885"/>
              <a:gd name="connsiteY92" fmla="*/ 727571 h 968306"/>
              <a:gd name="connsiteX93" fmla="*/ 3968591 w 5114885"/>
              <a:gd name="connsiteY93" fmla="*/ 730714 h 968306"/>
              <a:gd name="connsiteX94" fmla="*/ 4010501 w 5114885"/>
              <a:gd name="connsiteY94" fmla="*/ 738048 h 968306"/>
              <a:gd name="connsiteX95" fmla="*/ 4009930 w 5114885"/>
              <a:gd name="connsiteY95" fmla="*/ 783578 h 968306"/>
              <a:gd name="connsiteX96" fmla="*/ 4007358 w 5114885"/>
              <a:gd name="connsiteY96" fmla="*/ 814534 h 968306"/>
              <a:gd name="connsiteX97" fmla="*/ 4006882 w 5114885"/>
              <a:gd name="connsiteY97" fmla="*/ 837584 h 968306"/>
              <a:gd name="connsiteX98" fmla="*/ 4009454 w 5114885"/>
              <a:gd name="connsiteY98" fmla="*/ 865302 h 968306"/>
              <a:gd name="connsiteX99" fmla="*/ 4013645 w 5114885"/>
              <a:gd name="connsiteY99" fmla="*/ 905117 h 968306"/>
              <a:gd name="connsiteX100" fmla="*/ 4014692 w 5114885"/>
              <a:gd name="connsiteY100" fmla="*/ 907784 h 968306"/>
              <a:gd name="connsiteX101" fmla="*/ 4019931 w 5114885"/>
              <a:gd name="connsiteY101" fmla="*/ 924548 h 968306"/>
              <a:gd name="connsiteX102" fmla="*/ 4020979 w 5114885"/>
              <a:gd name="connsiteY102" fmla="*/ 928739 h 968306"/>
              <a:gd name="connsiteX103" fmla="*/ 4027837 w 5114885"/>
              <a:gd name="connsiteY103" fmla="*/ 938168 h 968306"/>
              <a:gd name="connsiteX104" fmla="*/ 4030980 w 5114885"/>
              <a:gd name="connsiteY104" fmla="*/ 940835 h 968306"/>
              <a:gd name="connsiteX105" fmla="*/ 4045649 w 5114885"/>
              <a:gd name="connsiteY105" fmla="*/ 947598 h 968306"/>
              <a:gd name="connsiteX106" fmla="*/ 4049840 w 5114885"/>
              <a:gd name="connsiteY106" fmla="*/ 948646 h 968306"/>
              <a:gd name="connsiteX107" fmla="*/ 4052411 w 5114885"/>
              <a:gd name="connsiteY107" fmla="*/ 950170 h 968306"/>
              <a:gd name="connsiteX108" fmla="*/ 4054983 w 5114885"/>
              <a:gd name="connsiteY108" fmla="*/ 950741 h 968306"/>
              <a:gd name="connsiteX109" fmla="*/ 4075366 w 5114885"/>
              <a:gd name="connsiteY109" fmla="*/ 954932 h 968306"/>
              <a:gd name="connsiteX110" fmla="*/ 4090035 w 5114885"/>
              <a:gd name="connsiteY110" fmla="*/ 954932 h 968306"/>
              <a:gd name="connsiteX111" fmla="*/ 4109466 w 5114885"/>
              <a:gd name="connsiteY111" fmla="*/ 954932 h 968306"/>
              <a:gd name="connsiteX112" fmla="*/ 4125182 w 5114885"/>
              <a:gd name="connsiteY112" fmla="*/ 952837 h 968306"/>
              <a:gd name="connsiteX113" fmla="*/ 4135184 w 5114885"/>
              <a:gd name="connsiteY113" fmla="*/ 954932 h 968306"/>
              <a:gd name="connsiteX114" fmla="*/ 4146709 w 5114885"/>
              <a:gd name="connsiteY114" fmla="*/ 946074 h 968306"/>
              <a:gd name="connsiteX115" fmla="*/ 4146709 w 5114885"/>
              <a:gd name="connsiteY115" fmla="*/ 902069 h 968306"/>
              <a:gd name="connsiteX116" fmla="*/ 4147185 w 5114885"/>
              <a:gd name="connsiteY116" fmla="*/ 898925 h 968306"/>
              <a:gd name="connsiteX117" fmla="*/ 4139851 w 5114885"/>
              <a:gd name="connsiteY117" fmla="*/ 890067 h 968306"/>
              <a:gd name="connsiteX118" fmla="*/ 4094226 w 5114885"/>
              <a:gd name="connsiteY118" fmla="*/ 880637 h 968306"/>
              <a:gd name="connsiteX119" fmla="*/ 4090511 w 5114885"/>
              <a:gd name="connsiteY119" fmla="*/ 859682 h 968306"/>
              <a:gd name="connsiteX120" fmla="*/ 4091559 w 5114885"/>
              <a:gd name="connsiteY120" fmla="*/ 773767 h 968306"/>
              <a:gd name="connsiteX121" fmla="*/ 4094131 w 5114885"/>
              <a:gd name="connsiteY121" fmla="*/ 741858 h 968306"/>
              <a:gd name="connsiteX122" fmla="*/ 3933254 w 5114885"/>
              <a:gd name="connsiteY122" fmla="*/ 584696 h 968306"/>
              <a:gd name="connsiteX123" fmla="*/ 3933825 w 5114885"/>
              <a:gd name="connsiteY123" fmla="*/ 609270 h 968306"/>
              <a:gd name="connsiteX124" fmla="*/ 3934301 w 5114885"/>
              <a:gd name="connsiteY124" fmla="*/ 612985 h 968306"/>
              <a:gd name="connsiteX125" fmla="*/ 3934778 w 5114885"/>
              <a:gd name="connsiteY125" fmla="*/ 615080 h 968306"/>
              <a:gd name="connsiteX126" fmla="*/ 3935825 w 5114885"/>
              <a:gd name="connsiteY126" fmla="*/ 628225 h 968306"/>
              <a:gd name="connsiteX127" fmla="*/ 3936302 w 5114885"/>
              <a:gd name="connsiteY127" fmla="*/ 634035 h 968306"/>
              <a:gd name="connsiteX128" fmla="*/ 3883438 w 5114885"/>
              <a:gd name="connsiteY128" fmla="*/ 632416 h 968306"/>
              <a:gd name="connsiteX129" fmla="*/ 3880771 w 5114885"/>
              <a:gd name="connsiteY129" fmla="*/ 632416 h 968306"/>
              <a:gd name="connsiteX130" fmla="*/ 3875056 w 5114885"/>
              <a:gd name="connsiteY130" fmla="*/ 632987 h 968306"/>
              <a:gd name="connsiteX131" fmla="*/ 3873437 w 5114885"/>
              <a:gd name="connsiteY131" fmla="*/ 632987 h 968306"/>
              <a:gd name="connsiteX132" fmla="*/ 3873437 w 5114885"/>
              <a:gd name="connsiteY132" fmla="*/ 627749 h 968306"/>
              <a:gd name="connsiteX133" fmla="*/ 3873913 w 5114885"/>
              <a:gd name="connsiteY133" fmla="*/ 613556 h 968306"/>
              <a:gd name="connsiteX134" fmla="*/ 3875532 w 5114885"/>
              <a:gd name="connsiteY134" fmla="*/ 597840 h 968306"/>
              <a:gd name="connsiteX135" fmla="*/ 3876008 w 5114885"/>
              <a:gd name="connsiteY135" fmla="*/ 589934 h 968306"/>
              <a:gd name="connsiteX136" fmla="*/ 3888105 w 5114885"/>
              <a:gd name="connsiteY136" fmla="*/ 588887 h 968306"/>
              <a:gd name="connsiteX137" fmla="*/ 3890201 w 5114885"/>
              <a:gd name="connsiteY137" fmla="*/ 588887 h 968306"/>
              <a:gd name="connsiteX138" fmla="*/ 3894391 w 5114885"/>
              <a:gd name="connsiteY138" fmla="*/ 588410 h 968306"/>
              <a:gd name="connsiteX139" fmla="*/ 3907536 w 5114885"/>
              <a:gd name="connsiteY139" fmla="*/ 586791 h 968306"/>
              <a:gd name="connsiteX140" fmla="*/ 3933158 w 5114885"/>
              <a:gd name="connsiteY140" fmla="*/ 584696 h 968306"/>
              <a:gd name="connsiteX141" fmla="*/ 3945731 w 5114885"/>
              <a:gd name="connsiteY141" fmla="*/ 626606 h 968306"/>
              <a:gd name="connsiteX142" fmla="*/ 3943636 w 5114885"/>
              <a:gd name="connsiteY142" fmla="*/ 610889 h 968306"/>
              <a:gd name="connsiteX143" fmla="*/ 3943636 w 5114885"/>
              <a:gd name="connsiteY143" fmla="*/ 608222 h 968306"/>
              <a:gd name="connsiteX144" fmla="*/ 3943160 w 5114885"/>
              <a:gd name="connsiteY144" fmla="*/ 580505 h 968306"/>
              <a:gd name="connsiteX145" fmla="*/ 3906488 w 5114885"/>
              <a:gd name="connsiteY145" fmla="*/ 576790 h 968306"/>
              <a:gd name="connsiteX146" fmla="*/ 3893344 w 5114885"/>
              <a:gd name="connsiteY146" fmla="*/ 577838 h 968306"/>
              <a:gd name="connsiteX147" fmla="*/ 3889153 w 5114885"/>
              <a:gd name="connsiteY147" fmla="*/ 578885 h 968306"/>
              <a:gd name="connsiteX148" fmla="*/ 3887057 w 5114885"/>
              <a:gd name="connsiteY148" fmla="*/ 578885 h 968306"/>
              <a:gd name="connsiteX149" fmla="*/ 3872389 w 5114885"/>
              <a:gd name="connsiteY149" fmla="*/ 579933 h 968306"/>
              <a:gd name="connsiteX150" fmla="*/ 3866103 w 5114885"/>
              <a:gd name="connsiteY150" fmla="*/ 585172 h 968306"/>
              <a:gd name="connsiteX151" fmla="*/ 3864007 w 5114885"/>
              <a:gd name="connsiteY151" fmla="*/ 612413 h 968306"/>
              <a:gd name="connsiteX152" fmla="*/ 3864007 w 5114885"/>
              <a:gd name="connsiteY152" fmla="*/ 613461 h 968306"/>
              <a:gd name="connsiteX153" fmla="*/ 3863435 w 5114885"/>
              <a:gd name="connsiteY153" fmla="*/ 627082 h 968306"/>
              <a:gd name="connsiteX154" fmla="*/ 3862959 w 5114885"/>
              <a:gd name="connsiteY154" fmla="*/ 633368 h 968306"/>
              <a:gd name="connsiteX155" fmla="*/ 3862959 w 5114885"/>
              <a:gd name="connsiteY155" fmla="*/ 635940 h 968306"/>
              <a:gd name="connsiteX156" fmla="*/ 3883438 w 5114885"/>
              <a:gd name="connsiteY156" fmla="*/ 642227 h 968306"/>
              <a:gd name="connsiteX157" fmla="*/ 3943160 w 5114885"/>
              <a:gd name="connsiteY157" fmla="*/ 642798 h 968306"/>
              <a:gd name="connsiteX158" fmla="*/ 3946874 w 5114885"/>
              <a:gd name="connsiteY158" fmla="*/ 635464 h 968306"/>
              <a:gd name="connsiteX159" fmla="*/ 3945827 w 5114885"/>
              <a:gd name="connsiteY159" fmla="*/ 626606 h 968306"/>
              <a:gd name="connsiteX160" fmla="*/ 3931158 w 5114885"/>
              <a:gd name="connsiteY160" fmla="*/ 941978 h 968306"/>
              <a:gd name="connsiteX161" fmla="*/ 3872484 w 5114885"/>
              <a:gd name="connsiteY161" fmla="*/ 942550 h 968306"/>
              <a:gd name="connsiteX162" fmla="*/ 3872484 w 5114885"/>
              <a:gd name="connsiteY162" fmla="*/ 942550 h 968306"/>
              <a:gd name="connsiteX163" fmla="*/ 3872484 w 5114885"/>
              <a:gd name="connsiteY163" fmla="*/ 940454 h 968306"/>
              <a:gd name="connsiteX164" fmla="*/ 3875151 w 5114885"/>
              <a:gd name="connsiteY164" fmla="*/ 723570 h 968306"/>
              <a:gd name="connsiteX165" fmla="*/ 3874103 w 5114885"/>
              <a:gd name="connsiteY165" fmla="*/ 698424 h 968306"/>
              <a:gd name="connsiteX166" fmla="*/ 3874580 w 5114885"/>
              <a:gd name="connsiteY166" fmla="*/ 691090 h 968306"/>
              <a:gd name="connsiteX167" fmla="*/ 3882485 w 5114885"/>
              <a:gd name="connsiteY167" fmla="*/ 691661 h 968306"/>
              <a:gd name="connsiteX168" fmla="*/ 3926967 w 5114885"/>
              <a:gd name="connsiteY168" fmla="*/ 691090 h 968306"/>
              <a:gd name="connsiteX169" fmla="*/ 3929063 w 5114885"/>
              <a:gd name="connsiteY169" fmla="*/ 690518 h 968306"/>
              <a:gd name="connsiteX170" fmla="*/ 3930682 w 5114885"/>
              <a:gd name="connsiteY170" fmla="*/ 690518 h 968306"/>
              <a:gd name="connsiteX171" fmla="*/ 3933254 w 5114885"/>
              <a:gd name="connsiteY171" fmla="*/ 734048 h 968306"/>
              <a:gd name="connsiteX172" fmla="*/ 3931158 w 5114885"/>
              <a:gd name="connsiteY172" fmla="*/ 835203 h 968306"/>
              <a:gd name="connsiteX173" fmla="*/ 3931158 w 5114885"/>
              <a:gd name="connsiteY173" fmla="*/ 942074 h 968306"/>
              <a:gd name="connsiteX174" fmla="*/ 3870960 w 5114885"/>
              <a:gd name="connsiteY174" fmla="*/ 952075 h 968306"/>
              <a:gd name="connsiteX175" fmla="*/ 3931730 w 5114885"/>
              <a:gd name="connsiteY175" fmla="*/ 952075 h 968306"/>
              <a:gd name="connsiteX176" fmla="*/ 3941636 w 5114885"/>
              <a:gd name="connsiteY176" fmla="*/ 947408 h 968306"/>
              <a:gd name="connsiteX177" fmla="*/ 3941159 w 5114885"/>
              <a:gd name="connsiteY177" fmla="*/ 835298 h 968306"/>
              <a:gd name="connsiteX178" fmla="*/ 3943255 w 5114885"/>
              <a:gd name="connsiteY178" fmla="*/ 733667 h 968306"/>
              <a:gd name="connsiteX179" fmla="*/ 3940683 w 5114885"/>
              <a:gd name="connsiteY179" fmla="*/ 684994 h 968306"/>
              <a:gd name="connsiteX180" fmla="*/ 3933349 w 5114885"/>
              <a:gd name="connsiteY180" fmla="*/ 680327 h 968306"/>
              <a:gd name="connsiteX181" fmla="*/ 3926015 w 5114885"/>
              <a:gd name="connsiteY181" fmla="*/ 681374 h 968306"/>
              <a:gd name="connsiteX182" fmla="*/ 3882485 w 5114885"/>
              <a:gd name="connsiteY182" fmla="*/ 681946 h 968306"/>
              <a:gd name="connsiteX183" fmla="*/ 3864197 w 5114885"/>
              <a:gd name="connsiteY183" fmla="*/ 698138 h 968306"/>
              <a:gd name="connsiteX184" fmla="*/ 3865245 w 5114885"/>
              <a:gd name="connsiteY184" fmla="*/ 723856 h 968306"/>
              <a:gd name="connsiteX185" fmla="*/ 3862673 w 5114885"/>
              <a:gd name="connsiteY185" fmla="*/ 940740 h 968306"/>
              <a:gd name="connsiteX186" fmla="*/ 3870579 w 5114885"/>
              <a:gd name="connsiteY186" fmla="*/ 952837 h 968306"/>
              <a:gd name="connsiteX187" fmla="*/ 3871055 w 5114885"/>
              <a:gd name="connsiteY187" fmla="*/ 952265 h 968306"/>
              <a:gd name="connsiteX188" fmla="*/ 3691319 w 5114885"/>
              <a:gd name="connsiteY188" fmla="*/ 730428 h 968306"/>
              <a:gd name="connsiteX189" fmla="*/ 3654647 w 5114885"/>
              <a:gd name="connsiteY189" fmla="*/ 730428 h 968306"/>
              <a:gd name="connsiteX190" fmla="*/ 3641503 w 5114885"/>
              <a:gd name="connsiteY190" fmla="*/ 734619 h 968306"/>
              <a:gd name="connsiteX191" fmla="*/ 3638931 w 5114885"/>
              <a:gd name="connsiteY191" fmla="*/ 736715 h 968306"/>
              <a:gd name="connsiteX192" fmla="*/ 3632168 w 5114885"/>
              <a:gd name="connsiteY192" fmla="*/ 740906 h 968306"/>
              <a:gd name="connsiteX193" fmla="*/ 3619024 w 5114885"/>
              <a:gd name="connsiteY193" fmla="*/ 754050 h 968306"/>
              <a:gd name="connsiteX194" fmla="*/ 3608546 w 5114885"/>
              <a:gd name="connsiteY194" fmla="*/ 779672 h 968306"/>
              <a:gd name="connsiteX195" fmla="*/ 3624263 w 5114885"/>
              <a:gd name="connsiteY195" fmla="*/ 791198 h 968306"/>
              <a:gd name="connsiteX196" fmla="*/ 3627406 w 5114885"/>
              <a:gd name="connsiteY196" fmla="*/ 790626 h 968306"/>
              <a:gd name="connsiteX197" fmla="*/ 3717989 w 5114885"/>
              <a:gd name="connsiteY197" fmla="*/ 793198 h 968306"/>
              <a:gd name="connsiteX198" fmla="*/ 3734753 w 5114885"/>
              <a:gd name="connsiteY198" fmla="*/ 787483 h 968306"/>
              <a:gd name="connsiteX199" fmla="*/ 3727990 w 5114885"/>
              <a:gd name="connsiteY199" fmla="*/ 751288 h 968306"/>
              <a:gd name="connsiteX200" fmla="*/ 3710178 w 5114885"/>
              <a:gd name="connsiteY200" fmla="*/ 737667 h 968306"/>
              <a:gd name="connsiteX201" fmla="*/ 3691319 w 5114885"/>
              <a:gd name="connsiteY201" fmla="*/ 730333 h 968306"/>
              <a:gd name="connsiteX202" fmla="*/ 3728466 w 5114885"/>
              <a:gd name="connsiteY202" fmla="*/ 779577 h 968306"/>
              <a:gd name="connsiteX203" fmla="*/ 3717512 w 5114885"/>
              <a:gd name="connsiteY203" fmla="*/ 783292 h 968306"/>
              <a:gd name="connsiteX204" fmla="*/ 3625310 w 5114885"/>
              <a:gd name="connsiteY204" fmla="*/ 780720 h 968306"/>
              <a:gd name="connsiteX205" fmla="*/ 3622167 w 5114885"/>
              <a:gd name="connsiteY205" fmla="*/ 781292 h 968306"/>
              <a:gd name="connsiteX206" fmla="*/ 3618453 w 5114885"/>
              <a:gd name="connsiteY206" fmla="*/ 781863 h 968306"/>
              <a:gd name="connsiteX207" fmla="*/ 3626834 w 5114885"/>
              <a:gd name="connsiteY207" fmla="*/ 759860 h 968306"/>
              <a:gd name="connsiteX208" fmla="*/ 3636740 w 5114885"/>
              <a:gd name="connsiteY208" fmla="*/ 749954 h 968306"/>
              <a:gd name="connsiteX209" fmla="*/ 3645122 w 5114885"/>
              <a:gd name="connsiteY209" fmla="*/ 745192 h 968306"/>
              <a:gd name="connsiteX210" fmla="*/ 3647218 w 5114885"/>
              <a:gd name="connsiteY210" fmla="*/ 743096 h 968306"/>
              <a:gd name="connsiteX211" fmla="*/ 3657219 w 5114885"/>
              <a:gd name="connsiteY211" fmla="*/ 740429 h 968306"/>
              <a:gd name="connsiteX212" fmla="*/ 3689128 w 5114885"/>
              <a:gd name="connsiteY212" fmla="*/ 740429 h 968306"/>
              <a:gd name="connsiteX213" fmla="*/ 3705416 w 5114885"/>
              <a:gd name="connsiteY213" fmla="*/ 746716 h 968306"/>
              <a:gd name="connsiteX214" fmla="*/ 3719513 w 5114885"/>
              <a:gd name="connsiteY214" fmla="*/ 757193 h 968306"/>
              <a:gd name="connsiteX215" fmla="*/ 3728371 w 5114885"/>
              <a:gd name="connsiteY215" fmla="*/ 779672 h 968306"/>
              <a:gd name="connsiteX216" fmla="*/ 3742563 w 5114885"/>
              <a:gd name="connsiteY216" fmla="*/ 876065 h 968306"/>
              <a:gd name="connsiteX217" fmla="*/ 3791236 w 5114885"/>
              <a:gd name="connsiteY217" fmla="*/ 875018 h 968306"/>
              <a:gd name="connsiteX218" fmla="*/ 3780758 w 5114885"/>
              <a:gd name="connsiteY218" fmla="*/ 900164 h 968306"/>
              <a:gd name="connsiteX219" fmla="*/ 3773996 w 5114885"/>
              <a:gd name="connsiteY219" fmla="*/ 909022 h 968306"/>
              <a:gd name="connsiteX220" fmla="*/ 3762470 w 5114885"/>
              <a:gd name="connsiteY220" fmla="*/ 920547 h 968306"/>
              <a:gd name="connsiteX221" fmla="*/ 3740944 w 5114885"/>
              <a:gd name="connsiteY221" fmla="*/ 932072 h 968306"/>
              <a:gd name="connsiteX222" fmla="*/ 3738372 w 5114885"/>
              <a:gd name="connsiteY222" fmla="*/ 934739 h 968306"/>
              <a:gd name="connsiteX223" fmla="*/ 3735800 w 5114885"/>
              <a:gd name="connsiteY223" fmla="*/ 936263 h 968306"/>
              <a:gd name="connsiteX224" fmla="*/ 3724275 w 5114885"/>
              <a:gd name="connsiteY224" fmla="*/ 942074 h 968306"/>
              <a:gd name="connsiteX225" fmla="*/ 3719036 w 5114885"/>
              <a:gd name="connsiteY225" fmla="*/ 943598 h 968306"/>
              <a:gd name="connsiteX226" fmla="*/ 3714369 w 5114885"/>
              <a:gd name="connsiteY226" fmla="*/ 945122 h 968306"/>
              <a:gd name="connsiteX227" fmla="*/ 3634740 w 5114885"/>
              <a:gd name="connsiteY227" fmla="*/ 943598 h 968306"/>
              <a:gd name="connsiteX228" fmla="*/ 3608546 w 5114885"/>
              <a:gd name="connsiteY228" fmla="*/ 935787 h 968306"/>
              <a:gd name="connsiteX229" fmla="*/ 3579209 w 5114885"/>
              <a:gd name="connsiteY229" fmla="*/ 913213 h 968306"/>
              <a:gd name="connsiteX230" fmla="*/ 3550920 w 5114885"/>
              <a:gd name="connsiteY230" fmla="*/ 862921 h 968306"/>
              <a:gd name="connsiteX231" fmla="*/ 3548348 w 5114885"/>
              <a:gd name="connsiteY231" fmla="*/ 852443 h 968306"/>
              <a:gd name="connsiteX232" fmla="*/ 3546729 w 5114885"/>
              <a:gd name="connsiteY232" fmla="*/ 848252 h 968306"/>
              <a:gd name="connsiteX233" fmla="*/ 3545681 w 5114885"/>
              <a:gd name="connsiteY233" fmla="*/ 841966 h 968306"/>
              <a:gd name="connsiteX234" fmla="*/ 3543586 w 5114885"/>
              <a:gd name="connsiteY234" fmla="*/ 828345 h 968306"/>
              <a:gd name="connsiteX235" fmla="*/ 3544062 w 5114885"/>
              <a:gd name="connsiteY235" fmla="*/ 824630 h 968306"/>
              <a:gd name="connsiteX236" fmla="*/ 3544538 w 5114885"/>
              <a:gd name="connsiteY236" fmla="*/ 820916 h 968306"/>
              <a:gd name="connsiteX237" fmla="*/ 3544538 w 5114885"/>
              <a:gd name="connsiteY237" fmla="*/ 817296 h 968306"/>
              <a:gd name="connsiteX238" fmla="*/ 3545015 w 5114885"/>
              <a:gd name="connsiteY238" fmla="*/ 810438 h 968306"/>
              <a:gd name="connsiteX239" fmla="*/ 3570161 w 5114885"/>
              <a:gd name="connsiteY239" fmla="*/ 741858 h 968306"/>
              <a:gd name="connsiteX240" fmla="*/ 3582162 w 5114885"/>
              <a:gd name="connsiteY240" fmla="*/ 724046 h 968306"/>
              <a:gd name="connsiteX241" fmla="*/ 3620453 w 5114885"/>
              <a:gd name="connsiteY241" fmla="*/ 694709 h 968306"/>
              <a:gd name="connsiteX242" fmla="*/ 3651314 w 5114885"/>
              <a:gd name="connsiteY242" fmla="*/ 685851 h 968306"/>
              <a:gd name="connsiteX243" fmla="*/ 3708940 w 5114885"/>
              <a:gd name="connsiteY243" fmla="*/ 686423 h 968306"/>
              <a:gd name="connsiteX244" fmla="*/ 3712655 w 5114885"/>
              <a:gd name="connsiteY244" fmla="*/ 687470 h 968306"/>
              <a:gd name="connsiteX245" fmla="*/ 3741991 w 5114885"/>
              <a:gd name="connsiteY245" fmla="*/ 699567 h 968306"/>
              <a:gd name="connsiteX246" fmla="*/ 3760851 w 5114885"/>
              <a:gd name="connsiteY246" fmla="*/ 721570 h 968306"/>
              <a:gd name="connsiteX247" fmla="*/ 3792855 w 5114885"/>
              <a:gd name="connsiteY247" fmla="*/ 799103 h 968306"/>
              <a:gd name="connsiteX248" fmla="*/ 3793331 w 5114885"/>
              <a:gd name="connsiteY248" fmla="*/ 803771 h 968306"/>
              <a:gd name="connsiteX249" fmla="*/ 3793331 w 5114885"/>
              <a:gd name="connsiteY249" fmla="*/ 807485 h 968306"/>
              <a:gd name="connsiteX250" fmla="*/ 3793808 w 5114885"/>
              <a:gd name="connsiteY250" fmla="*/ 813772 h 968306"/>
              <a:gd name="connsiteX251" fmla="*/ 3795427 w 5114885"/>
              <a:gd name="connsiteY251" fmla="*/ 821582 h 968306"/>
              <a:gd name="connsiteX252" fmla="*/ 3796474 w 5114885"/>
              <a:gd name="connsiteY252" fmla="*/ 826250 h 968306"/>
              <a:gd name="connsiteX253" fmla="*/ 3763995 w 5114885"/>
              <a:gd name="connsiteY253" fmla="*/ 824726 h 968306"/>
              <a:gd name="connsiteX254" fmla="*/ 3691699 w 5114885"/>
              <a:gd name="connsiteY254" fmla="*/ 827869 h 968306"/>
              <a:gd name="connsiteX255" fmla="*/ 3668649 w 5114885"/>
              <a:gd name="connsiteY255" fmla="*/ 828917 h 968306"/>
              <a:gd name="connsiteX256" fmla="*/ 3617309 w 5114885"/>
              <a:gd name="connsiteY256" fmla="*/ 829964 h 968306"/>
              <a:gd name="connsiteX257" fmla="*/ 3608928 w 5114885"/>
              <a:gd name="connsiteY257" fmla="*/ 864540 h 968306"/>
              <a:gd name="connsiteX258" fmla="*/ 3611023 w 5114885"/>
              <a:gd name="connsiteY258" fmla="*/ 869779 h 968306"/>
              <a:gd name="connsiteX259" fmla="*/ 3612642 w 5114885"/>
              <a:gd name="connsiteY259" fmla="*/ 873970 h 968306"/>
              <a:gd name="connsiteX260" fmla="*/ 3614261 w 5114885"/>
              <a:gd name="connsiteY260" fmla="*/ 877113 h 968306"/>
              <a:gd name="connsiteX261" fmla="*/ 3616357 w 5114885"/>
              <a:gd name="connsiteY261" fmla="*/ 879780 h 968306"/>
              <a:gd name="connsiteX262" fmla="*/ 3619500 w 5114885"/>
              <a:gd name="connsiteY262" fmla="*/ 883971 h 968306"/>
              <a:gd name="connsiteX263" fmla="*/ 3624739 w 5114885"/>
              <a:gd name="connsiteY263" fmla="*/ 889210 h 968306"/>
              <a:gd name="connsiteX264" fmla="*/ 3629978 w 5114885"/>
              <a:gd name="connsiteY264" fmla="*/ 895496 h 968306"/>
              <a:gd name="connsiteX265" fmla="*/ 3659315 w 5114885"/>
              <a:gd name="connsiteY265" fmla="*/ 908641 h 968306"/>
              <a:gd name="connsiteX266" fmla="*/ 3662934 w 5114885"/>
              <a:gd name="connsiteY266" fmla="*/ 909212 h 968306"/>
              <a:gd name="connsiteX267" fmla="*/ 3696462 w 5114885"/>
              <a:gd name="connsiteY267" fmla="*/ 905498 h 968306"/>
              <a:gd name="connsiteX268" fmla="*/ 3741991 w 5114885"/>
              <a:gd name="connsiteY268" fmla="*/ 876161 h 968306"/>
              <a:gd name="connsiteX269" fmla="*/ 3742563 w 5114885"/>
              <a:gd name="connsiteY269" fmla="*/ 876161 h 968306"/>
              <a:gd name="connsiteX270" fmla="*/ 3617881 w 5114885"/>
              <a:gd name="connsiteY270" fmla="*/ 839870 h 968306"/>
              <a:gd name="connsiteX271" fmla="*/ 3670268 w 5114885"/>
              <a:gd name="connsiteY271" fmla="*/ 838823 h 968306"/>
              <a:gd name="connsiteX272" fmla="*/ 3691699 w 5114885"/>
              <a:gd name="connsiteY272" fmla="*/ 837775 h 968306"/>
              <a:gd name="connsiteX273" fmla="*/ 3763995 w 5114885"/>
              <a:gd name="connsiteY273" fmla="*/ 834632 h 968306"/>
              <a:gd name="connsiteX274" fmla="*/ 3784949 w 5114885"/>
              <a:gd name="connsiteY274" fmla="*/ 836156 h 968306"/>
              <a:gd name="connsiteX275" fmla="*/ 3803809 w 5114885"/>
              <a:gd name="connsiteY275" fmla="*/ 812057 h 968306"/>
              <a:gd name="connsiteX276" fmla="*/ 3803333 w 5114885"/>
              <a:gd name="connsiteY276" fmla="*/ 806819 h 968306"/>
              <a:gd name="connsiteX277" fmla="*/ 3803333 w 5114885"/>
              <a:gd name="connsiteY277" fmla="*/ 802628 h 968306"/>
              <a:gd name="connsiteX278" fmla="*/ 3802761 w 5114885"/>
              <a:gd name="connsiteY278" fmla="*/ 797389 h 968306"/>
              <a:gd name="connsiteX279" fmla="*/ 3768185 w 5114885"/>
              <a:gd name="connsiteY279" fmla="*/ 714045 h 968306"/>
              <a:gd name="connsiteX280" fmla="*/ 3747230 w 5114885"/>
              <a:gd name="connsiteY280" fmla="*/ 690995 h 968306"/>
              <a:gd name="connsiteX281" fmla="*/ 3718941 w 5114885"/>
              <a:gd name="connsiteY281" fmla="*/ 678993 h 968306"/>
              <a:gd name="connsiteX282" fmla="*/ 3714750 w 5114885"/>
              <a:gd name="connsiteY282" fmla="*/ 677374 h 968306"/>
              <a:gd name="connsiteX283" fmla="*/ 3711035 w 5114885"/>
              <a:gd name="connsiteY283" fmla="*/ 676898 h 968306"/>
              <a:gd name="connsiteX284" fmla="*/ 3649790 w 5114885"/>
              <a:gd name="connsiteY284" fmla="*/ 675850 h 968306"/>
              <a:gd name="connsiteX285" fmla="*/ 3617309 w 5114885"/>
              <a:gd name="connsiteY285" fmla="*/ 684708 h 968306"/>
              <a:gd name="connsiteX286" fmla="*/ 3573304 w 5114885"/>
              <a:gd name="connsiteY286" fmla="*/ 719284 h 968306"/>
              <a:gd name="connsiteX287" fmla="*/ 3560731 w 5114885"/>
              <a:gd name="connsiteY287" fmla="*/ 737572 h 968306"/>
              <a:gd name="connsiteX288" fmla="*/ 3535585 w 5114885"/>
              <a:gd name="connsiteY288" fmla="*/ 802056 h 968306"/>
              <a:gd name="connsiteX289" fmla="*/ 3534537 w 5114885"/>
              <a:gd name="connsiteY289" fmla="*/ 816153 h 968306"/>
              <a:gd name="connsiteX290" fmla="*/ 3534537 w 5114885"/>
              <a:gd name="connsiteY290" fmla="*/ 819868 h 968306"/>
              <a:gd name="connsiteX291" fmla="*/ 3534061 w 5114885"/>
              <a:gd name="connsiteY291" fmla="*/ 823011 h 968306"/>
              <a:gd name="connsiteX292" fmla="*/ 3533585 w 5114885"/>
              <a:gd name="connsiteY292" fmla="*/ 827202 h 968306"/>
              <a:gd name="connsiteX293" fmla="*/ 3535680 w 5114885"/>
              <a:gd name="connsiteY293" fmla="*/ 843966 h 968306"/>
              <a:gd name="connsiteX294" fmla="*/ 3537299 w 5114885"/>
              <a:gd name="connsiteY294" fmla="*/ 851872 h 968306"/>
              <a:gd name="connsiteX295" fmla="*/ 3538823 w 5114885"/>
              <a:gd name="connsiteY295" fmla="*/ 856063 h 968306"/>
              <a:gd name="connsiteX296" fmla="*/ 3540919 w 5114885"/>
              <a:gd name="connsiteY296" fmla="*/ 864445 h 968306"/>
              <a:gd name="connsiteX297" fmla="*/ 3541490 w 5114885"/>
              <a:gd name="connsiteY297" fmla="*/ 867017 h 968306"/>
              <a:gd name="connsiteX298" fmla="*/ 3572351 w 5114885"/>
              <a:gd name="connsiteY298" fmla="*/ 920928 h 968306"/>
              <a:gd name="connsiteX299" fmla="*/ 3605879 w 5114885"/>
              <a:gd name="connsiteY299" fmla="*/ 945598 h 968306"/>
              <a:gd name="connsiteX300" fmla="*/ 3632073 w 5114885"/>
              <a:gd name="connsiteY300" fmla="*/ 953408 h 968306"/>
              <a:gd name="connsiteX301" fmla="*/ 3717417 w 5114885"/>
              <a:gd name="connsiteY301" fmla="*/ 954456 h 968306"/>
              <a:gd name="connsiteX302" fmla="*/ 3721608 w 5114885"/>
              <a:gd name="connsiteY302" fmla="*/ 952932 h 968306"/>
              <a:gd name="connsiteX303" fmla="*/ 3727418 w 5114885"/>
              <a:gd name="connsiteY303" fmla="*/ 951408 h 968306"/>
              <a:gd name="connsiteX304" fmla="*/ 3736848 w 5114885"/>
              <a:gd name="connsiteY304" fmla="*/ 946169 h 968306"/>
              <a:gd name="connsiteX305" fmla="*/ 3742087 w 5114885"/>
              <a:gd name="connsiteY305" fmla="*/ 944074 h 968306"/>
              <a:gd name="connsiteX306" fmla="*/ 3744754 w 5114885"/>
              <a:gd name="connsiteY306" fmla="*/ 941978 h 968306"/>
              <a:gd name="connsiteX307" fmla="*/ 3747326 w 5114885"/>
              <a:gd name="connsiteY307" fmla="*/ 939883 h 968306"/>
              <a:gd name="connsiteX308" fmla="*/ 3768281 w 5114885"/>
              <a:gd name="connsiteY308" fmla="*/ 928834 h 968306"/>
              <a:gd name="connsiteX309" fmla="*/ 3783521 w 5114885"/>
              <a:gd name="connsiteY309" fmla="*/ 912641 h 968306"/>
              <a:gd name="connsiteX310" fmla="*/ 3789807 w 5114885"/>
              <a:gd name="connsiteY310" fmla="*/ 905307 h 968306"/>
              <a:gd name="connsiteX311" fmla="*/ 3798189 w 5114885"/>
              <a:gd name="connsiteY311" fmla="*/ 865016 h 968306"/>
              <a:gd name="connsiteX312" fmla="*/ 3781425 w 5114885"/>
              <a:gd name="connsiteY312" fmla="*/ 863969 h 968306"/>
              <a:gd name="connsiteX313" fmla="*/ 3740563 w 5114885"/>
              <a:gd name="connsiteY313" fmla="*/ 866064 h 968306"/>
              <a:gd name="connsiteX314" fmla="*/ 3736372 w 5114885"/>
              <a:gd name="connsiteY314" fmla="*/ 867112 h 968306"/>
              <a:gd name="connsiteX315" fmla="*/ 3732657 w 5114885"/>
              <a:gd name="connsiteY315" fmla="*/ 872922 h 968306"/>
              <a:gd name="connsiteX316" fmla="*/ 3693890 w 5114885"/>
              <a:gd name="connsiteY316" fmla="*/ 895973 h 968306"/>
              <a:gd name="connsiteX317" fmla="*/ 3663029 w 5114885"/>
              <a:gd name="connsiteY317" fmla="*/ 899116 h 968306"/>
              <a:gd name="connsiteX318" fmla="*/ 3658362 w 5114885"/>
              <a:gd name="connsiteY318" fmla="*/ 898068 h 968306"/>
              <a:gd name="connsiteX319" fmla="*/ 3637407 w 5114885"/>
              <a:gd name="connsiteY319" fmla="*/ 888638 h 968306"/>
              <a:gd name="connsiteX320" fmla="*/ 3630645 w 5114885"/>
              <a:gd name="connsiteY320" fmla="*/ 880828 h 968306"/>
              <a:gd name="connsiteX321" fmla="*/ 3627501 w 5114885"/>
              <a:gd name="connsiteY321" fmla="*/ 877113 h 968306"/>
              <a:gd name="connsiteX322" fmla="*/ 3624358 w 5114885"/>
              <a:gd name="connsiteY322" fmla="*/ 873494 h 968306"/>
              <a:gd name="connsiteX323" fmla="*/ 3622262 w 5114885"/>
              <a:gd name="connsiteY323" fmla="*/ 869779 h 968306"/>
              <a:gd name="connsiteX324" fmla="*/ 3620643 w 5114885"/>
              <a:gd name="connsiteY324" fmla="*/ 866636 h 968306"/>
              <a:gd name="connsiteX325" fmla="*/ 3618548 w 5114885"/>
              <a:gd name="connsiteY325" fmla="*/ 860825 h 968306"/>
              <a:gd name="connsiteX326" fmla="*/ 3618071 w 5114885"/>
              <a:gd name="connsiteY326" fmla="*/ 839870 h 968306"/>
              <a:gd name="connsiteX327" fmla="*/ 3296888 w 5114885"/>
              <a:gd name="connsiteY327" fmla="*/ 939883 h 968306"/>
              <a:gd name="connsiteX328" fmla="*/ 3274886 w 5114885"/>
              <a:gd name="connsiteY328" fmla="*/ 940359 h 968306"/>
              <a:gd name="connsiteX329" fmla="*/ 3269647 w 5114885"/>
              <a:gd name="connsiteY329" fmla="*/ 940359 h 968306"/>
              <a:gd name="connsiteX330" fmla="*/ 3270123 w 5114885"/>
              <a:gd name="connsiteY330" fmla="*/ 931501 h 968306"/>
              <a:gd name="connsiteX331" fmla="*/ 3264884 w 5114885"/>
              <a:gd name="connsiteY331" fmla="*/ 682136 h 968306"/>
              <a:gd name="connsiteX332" fmla="*/ 3265932 w 5114885"/>
              <a:gd name="connsiteY332" fmla="*/ 595173 h 968306"/>
              <a:gd name="connsiteX333" fmla="*/ 3265932 w 5114885"/>
              <a:gd name="connsiteY333" fmla="*/ 587363 h 968306"/>
              <a:gd name="connsiteX334" fmla="*/ 3271171 w 5114885"/>
              <a:gd name="connsiteY334" fmla="*/ 587363 h 968306"/>
              <a:gd name="connsiteX335" fmla="*/ 3321463 w 5114885"/>
              <a:gd name="connsiteY335" fmla="*/ 585743 h 968306"/>
              <a:gd name="connsiteX336" fmla="*/ 3321939 w 5114885"/>
              <a:gd name="connsiteY336" fmla="*/ 616604 h 968306"/>
              <a:gd name="connsiteX337" fmla="*/ 3325654 w 5114885"/>
              <a:gd name="connsiteY337" fmla="*/ 711950 h 968306"/>
              <a:gd name="connsiteX338" fmla="*/ 3327749 w 5114885"/>
              <a:gd name="connsiteY338" fmla="*/ 757003 h 968306"/>
              <a:gd name="connsiteX339" fmla="*/ 3328226 w 5114885"/>
              <a:gd name="connsiteY339" fmla="*/ 761194 h 968306"/>
              <a:gd name="connsiteX340" fmla="*/ 3329845 w 5114885"/>
              <a:gd name="connsiteY340" fmla="*/ 764337 h 968306"/>
              <a:gd name="connsiteX341" fmla="*/ 3343466 w 5114885"/>
              <a:gd name="connsiteY341" fmla="*/ 773767 h 968306"/>
              <a:gd name="connsiteX342" fmla="*/ 3357086 w 5114885"/>
              <a:gd name="connsiteY342" fmla="*/ 762813 h 968306"/>
              <a:gd name="connsiteX343" fmla="*/ 3433096 w 5114885"/>
              <a:gd name="connsiteY343" fmla="*/ 688423 h 968306"/>
              <a:gd name="connsiteX344" fmla="*/ 3438906 w 5114885"/>
              <a:gd name="connsiteY344" fmla="*/ 688423 h 968306"/>
              <a:gd name="connsiteX345" fmla="*/ 3455670 w 5114885"/>
              <a:gd name="connsiteY345" fmla="*/ 687375 h 968306"/>
              <a:gd name="connsiteX346" fmla="*/ 3466148 w 5114885"/>
              <a:gd name="connsiteY346" fmla="*/ 686804 h 968306"/>
              <a:gd name="connsiteX347" fmla="*/ 3470815 w 5114885"/>
              <a:gd name="connsiteY347" fmla="*/ 686804 h 968306"/>
              <a:gd name="connsiteX348" fmla="*/ 3493294 w 5114885"/>
              <a:gd name="connsiteY348" fmla="*/ 687851 h 968306"/>
              <a:gd name="connsiteX349" fmla="*/ 3475006 w 5114885"/>
              <a:gd name="connsiteY349" fmla="*/ 704044 h 968306"/>
              <a:gd name="connsiteX350" fmla="*/ 3450431 w 5114885"/>
              <a:gd name="connsiteY350" fmla="*/ 730238 h 968306"/>
              <a:gd name="connsiteX351" fmla="*/ 3447860 w 5114885"/>
              <a:gd name="connsiteY351" fmla="*/ 731857 h 968306"/>
              <a:gd name="connsiteX352" fmla="*/ 3444145 w 5114885"/>
              <a:gd name="connsiteY352" fmla="*/ 734429 h 968306"/>
              <a:gd name="connsiteX353" fmla="*/ 3409093 w 5114885"/>
              <a:gd name="connsiteY353" fmla="*/ 776339 h 968306"/>
              <a:gd name="connsiteX354" fmla="*/ 3413760 w 5114885"/>
              <a:gd name="connsiteY354" fmla="*/ 794150 h 968306"/>
              <a:gd name="connsiteX355" fmla="*/ 3416332 w 5114885"/>
              <a:gd name="connsiteY355" fmla="*/ 796246 h 968306"/>
              <a:gd name="connsiteX356" fmla="*/ 3418904 w 5114885"/>
              <a:gd name="connsiteY356" fmla="*/ 799389 h 968306"/>
              <a:gd name="connsiteX357" fmla="*/ 3422047 w 5114885"/>
              <a:gd name="connsiteY357" fmla="*/ 804628 h 968306"/>
              <a:gd name="connsiteX358" fmla="*/ 3424619 w 5114885"/>
              <a:gd name="connsiteY358" fmla="*/ 807771 h 968306"/>
              <a:gd name="connsiteX359" fmla="*/ 3446145 w 5114885"/>
              <a:gd name="connsiteY359" fmla="*/ 837108 h 968306"/>
              <a:gd name="connsiteX360" fmla="*/ 3491770 w 5114885"/>
              <a:gd name="connsiteY360" fmla="*/ 908927 h 968306"/>
              <a:gd name="connsiteX361" fmla="*/ 3503771 w 5114885"/>
              <a:gd name="connsiteY361" fmla="*/ 929882 h 968306"/>
              <a:gd name="connsiteX362" fmla="*/ 3511677 w 5114885"/>
              <a:gd name="connsiteY362" fmla="*/ 943502 h 968306"/>
              <a:gd name="connsiteX363" fmla="*/ 3513773 w 5114885"/>
              <a:gd name="connsiteY363" fmla="*/ 946646 h 968306"/>
              <a:gd name="connsiteX364" fmla="*/ 3507010 w 5114885"/>
              <a:gd name="connsiteY364" fmla="*/ 945598 h 968306"/>
              <a:gd name="connsiteX365" fmla="*/ 3500723 w 5114885"/>
              <a:gd name="connsiteY365" fmla="*/ 945598 h 968306"/>
              <a:gd name="connsiteX366" fmla="*/ 3466624 w 5114885"/>
              <a:gd name="connsiteY366" fmla="*/ 944074 h 968306"/>
              <a:gd name="connsiteX367" fmla="*/ 3446240 w 5114885"/>
              <a:gd name="connsiteY367" fmla="*/ 942550 h 968306"/>
              <a:gd name="connsiteX368" fmla="*/ 3437858 w 5114885"/>
              <a:gd name="connsiteY368" fmla="*/ 943026 h 968306"/>
              <a:gd name="connsiteX369" fmla="*/ 3435287 w 5114885"/>
              <a:gd name="connsiteY369" fmla="*/ 937216 h 968306"/>
              <a:gd name="connsiteX370" fmla="*/ 3432143 w 5114885"/>
              <a:gd name="connsiteY370" fmla="*/ 931977 h 968306"/>
              <a:gd name="connsiteX371" fmla="*/ 3429000 w 5114885"/>
              <a:gd name="connsiteY371" fmla="*/ 925214 h 968306"/>
              <a:gd name="connsiteX372" fmla="*/ 3425857 w 5114885"/>
              <a:gd name="connsiteY372" fmla="*/ 918928 h 968306"/>
              <a:gd name="connsiteX373" fmla="*/ 3416427 w 5114885"/>
              <a:gd name="connsiteY373" fmla="*/ 903212 h 968306"/>
              <a:gd name="connsiteX374" fmla="*/ 3413284 w 5114885"/>
              <a:gd name="connsiteY374" fmla="*/ 896925 h 968306"/>
              <a:gd name="connsiteX375" fmla="*/ 3408616 w 5114885"/>
              <a:gd name="connsiteY375" fmla="*/ 888543 h 968306"/>
              <a:gd name="connsiteX376" fmla="*/ 3387662 w 5114885"/>
              <a:gd name="connsiteY376" fmla="*/ 855015 h 968306"/>
              <a:gd name="connsiteX377" fmla="*/ 3385090 w 5114885"/>
              <a:gd name="connsiteY377" fmla="*/ 851300 h 968306"/>
              <a:gd name="connsiteX378" fmla="*/ 3377756 w 5114885"/>
              <a:gd name="connsiteY378" fmla="*/ 841299 h 968306"/>
              <a:gd name="connsiteX379" fmla="*/ 3352133 w 5114885"/>
              <a:gd name="connsiteY379" fmla="*/ 834441 h 968306"/>
              <a:gd name="connsiteX380" fmla="*/ 3334798 w 5114885"/>
              <a:gd name="connsiteY380" fmla="*/ 847014 h 968306"/>
              <a:gd name="connsiteX381" fmla="*/ 3328035 w 5114885"/>
              <a:gd name="connsiteY381" fmla="*/ 857015 h 968306"/>
              <a:gd name="connsiteX382" fmla="*/ 3328035 w 5114885"/>
              <a:gd name="connsiteY382" fmla="*/ 918261 h 968306"/>
              <a:gd name="connsiteX383" fmla="*/ 3327464 w 5114885"/>
              <a:gd name="connsiteY383" fmla="*/ 921976 h 968306"/>
              <a:gd name="connsiteX384" fmla="*/ 3327464 w 5114885"/>
              <a:gd name="connsiteY384" fmla="*/ 925119 h 968306"/>
              <a:gd name="connsiteX385" fmla="*/ 3326987 w 5114885"/>
              <a:gd name="connsiteY385" fmla="*/ 939788 h 968306"/>
              <a:gd name="connsiteX386" fmla="*/ 3297079 w 5114885"/>
              <a:gd name="connsiteY386" fmla="*/ 939788 h 968306"/>
              <a:gd name="connsiteX387" fmla="*/ 3259170 w 5114885"/>
              <a:gd name="connsiteY387" fmla="*/ 943026 h 968306"/>
              <a:gd name="connsiteX388" fmla="*/ 3266504 w 5114885"/>
              <a:gd name="connsiteY388" fmla="*/ 950360 h 968306"/>
              <a:gd name="connsiteX389" fmla="*/ 3327749 w 5114885"/>
              <a:gd name="connsiteY389" fmla="*/ 949789 h 968306"/>
              <a:gd name="connsiteX390" fmla="*/ 3337179 w 5114885"/>
              <a:gd name="connsiteY390" fmla="*/ 944074 h 968306"/>
              <a:gd name="connsiteX391" fmla="*/ 3337179 w 5114885"/>
              <a:gd name="connsiteY391" fmla="*/ 926262 h 968306"/>
              <a:gd name="connsiteX392" fmla="*/ 3337179 w 5114885"/>
              <a:gd name="connsiteY392" fmla="*/ 923690 h 968306"/>
              <a:gd name="connsiteX393" fmla="*/ 3337655 w 5114885"/>
              <a:gd name="connsiteY393" fmla="*/ 917404 h 968306"/>
              <a:gd name="connsiteX394" fmla="*/ 3339274 w 5114885"/>
              <a:gd name="connsiteY394" fmla="*/ 856158 h 968306"/>
              <a:gd name="connsiteX395" fmla="*/ 3342418 w 5114885"/>
              <a:gd name="connsiteY395" fmla="*/ 854634 h 968306"/>
              <a:gd name="connsiteX396" fmla="*/ 3357658 w 5114885"/>
              <a:gd name="connsiteY396" fmla="*/ 843109 h 968306"/>
              <a:gd name="connsiteX397" fmla="*/ 3361373 w 5114885"/>
              <a:gd name="connsiteY397" fmla="*/ 840537 h 968306"/>
              <a:gd name="connsiteX398" fmla="*/ 3377089 w 5114885"/>
              <a:gd name="connsiteY398" fmla="*/ 857301 h 968306"/>
              <a:gd name="connsiteX399" fmla="*/ 3380232 w 5114885"/>
              <a:gd name="connsiteY399" fmla="*/ 862064 h 968306"/>
              <a:gd name="connsiteX400" fmla="*/ 3401187 w 5114885"/>
              <a:gd name="connsiteY400" fmla="*/ 895592 h 968306"/>
              <a:gd name="connsiteX401" fmla="*/ 3405378 w 5114885"/>
              <a:gd name="connsiteY401" fmla="*/ 903497 h 968306"/>
              <a:gd name="connsiteX402" fmla="*/ 3406426 w 5114885"/>
              <a:gd name="connsiteY402" fmla="*/ 906164 h 968306"/>
              <a:gd name="connsiteX403" fmla="*/ 3407474 w 5114885"/>
              <a:gd name="connsiteY403" fmla="*/ 908736 h 968306"/>
              <a:gd name="connsiteX404" fmla="*/ 3418999 w 5114885"/>
              <a:gd name="connsiteY404" fmla="*/ 926548 h 968306"/>
              <a:gd name="connsiteX405" fmla="*/ 3423761 w 5114885"/>
              <a:gd name="connsiteY405" fmla="*/ 937597 h 968306"/>
              <a:gd name="connsiteX406" fmla="*/ 3426333 w 5114885"/>
              <a:gd name="connsiteY406" fmla="*/ 942836 h 968306"/>
              <a:gd name="connsiteX407" fmla="*/ 3436811 w 5114885"/>
              <a:gd name="connsiteY407" fmla="*/ 953313 h 968306"/>
              <a:gd name="connsiteX408" fmla="*/ 3446240 w 5114885"/>
              <a:gd name="connsiteY408" fmla="*/ 952837 h 968306"/>
              <a:gd name="connsiteX409" fmla="*/ 3466148 w 5114885"/>
              <a:gd name="connsiteY409" fmla="*/ 954361 h 968306"/>
              <a:gd name="connsiteX410" fmla="*/ 3502819 w 5114885"/>
              <a:gd name="connsiteY410" fmla="*/ 956456 h 968306"/>
              <a:gd name="connsiteX411" fmla="*/ 3506438 w 5114885"/>
              <a:gd name="connsiteY411" fmla="*/ 955980 h 968306"/>
              <a:gd name="connsiteX412" fmla="*/ 3521107 w 5114885"/>
              <a:gd name="connsiteY412" fmla="*/ 955980 h 968306"/>
              <a:gd name="connsiteX413" fmla="*/ 3526346 w 5114885"/>
              <a:gd name="connsiteY413" fmla="*/ 946550 h 968306"/>
              <a:gd name="connsiteX414" fmla="*/ 3511106 w 5114885"/>
              <a:gd name="connsiteY414" fmla="*/ 923500 h 968306"/>
              <a:gd name="connsiteX415" fmla="*/ 3500152 w 5114885"/>
              <a:gd name="connsiteY415" fmla="*/ 903593 h 968306"/>
              <a:gd name="connsiteX416" fmla="*/ 3454527 w 5114885"/>
              <a:gd name="connsiteY416" fmla="*/ 832346 h 968306"/>
              <a:gd name="connsiteX417" fmla="*/ 3433572 w 5114885"/>
              <a:gd name="connsiteY417" fmla="*/ 803009 h 968306"/>
              <a:gd name="connsiteX418" fmla="*/ 3431477 w 5114885"/>
              <a:gd name="connsiteY418" fmla="*/ 799865 h 968306"/>
              <a:gd name="connsiteX419" fmla="*/ 3428905 w 5114885"/>
              <a:gd name="connsiteY419" fmla="*/ 797770 h 968306"/>
              <a:gd name="connsiteX420" fmla="*/ 3423666 w 5114885"/>
              <a:gd name="connsiteY420" fmla="*/ 789864 h 968306"/>
              <a:gd name="connsiteX421" fmla="*/ 3420999 w 5114885"/>
              <a:gd name="connsiteY421" fmla="*/ 787292 h 968306"/>
              <a:gd name="connsiteX422" fmla="*/ 3417380 w 5114885"/>
              <a:gd name="connsiteY422" fmla="*/ 782054 h 968306"/>
              <a:gd name="connsiteX423" fmla="*/ 3450908 w 5114885"/>
              <a:gd name="connsiteY423" fmla="*/ 742239 h 968306"/>
              <a:gd name="connsiteX424" fmla="*/ 3454622 w 5114885"/>
              <a:gd name="connsiteY424" fmla="*/ 739667 h 968306"/>
              <a:gd name="connsiteX425" fmla="*/ 3457766 w 5114885"/>
              <a:gd name="connsiteY425" fmla="*/ 737572 h 968306"/>
              <a:gd name="connsiteX426" fmla="*/ 3482340 w 5114885"/>
              <a:gd name="connsiteY426" fmla="*/ 711378 h 968306"/>
              <a:gd name="connsiteX427" fmla="*/ 3508058 w 5114885"/>
              <a:gd name="connsiteY427" fmla="*/ 686804 h 968306"/>
              <a:gd name="connsiteX428" fmla="*/ 3508058 w 5114885"/>
              <a:gd name="connsiteY428" fmla="*/ 679946 h 968306"/>
              <a:gd name="connsiteX429" fmla="*/ 3503390 w 5114885"/>
              <a:gd name="connsiteY429" fmla="*/ 678898 h 968306"/>
              <a:gd name="connsiteX430" fmla="*/ 3496628 w 5114885"/>
              <a:gd name="connsiteY430" fmla="*/ 678898 h 968306"/>
              <a:gd name="connsiteX431" fmla="*/ 3469958 w 5114885"/>
              <a:gd name="connsiteY431" fmla="*/ 676802 h 968306"/>
              <a:gd name="connsiteX432" fmla="*/ 3465766 w 5114885"/>
              <a:gd name="connsiteY432" fmla="*/ 676802 h 968306"/>
              <a:gd name="connsiteX433" fmla="*/ 3455289 w 5114885"/>
              <a:gd name="connsiteY433" fmla="*/ 677850 h 968306"/>
              <a:gd name="connsiteX434" fmla="*/ 3439097 w 5114885"/>
              <a:gd name="connsiteY434" fmla="*/ 678898 h 968306"/>
              <a:gd name="connsiteX435" fmla="*/ 3424428 w 5114885"/>
              <a:gd name="connsiteY435" fmla="*/ 684137 h 968306"/>
              <a:gd name="connsiteX436" fmla="*/ 3350514 w 5114885"/>
              <a:gd name="connsiteY436" fmla="*/ 755955 h 968306"/>
              <a:gd name="connsiteX437" fmla="*/ 3340037 w 5114885"/>
              <a:gd name="connsiteY437" fmla="*/ 763289 h 968306"/>
              <a:gd name="connsiteX438" fmla="*/ 3337941 w 5114885"/>
              <a:gd name="connsiteY438" fmla="*/ 758527 h 968306"/>
              <a:gd name="connsiteX439" fmla="*/ 3335846 w 5114885"/>
              <a:gd name="connsiteY439" fmla="*/ 711378 h 968306"/>
              <a:gd name="connsiteX440" fmla="*/ 3332226 w 5114885"/>
              <a:gd name="connsiteY440" fmla="*/ 617081 h 968306"/>
              <a:gd name="connsiteX441" fmla="*/ 3331655 w 5114885"/>
              <a:gd name="connsiteY441" fmla="*/ 580409 h 968306"/>
              <a:gd name="connsiteX442" fmla="*/ 3325940 w 5114885"/>
              <a:gd name="connsiteY442" fmla="*/ 575742 h 968306"/>
              <a:gd name="connsiteX443" fmla="*/ 3264122 w 5114885"/>
              <a:gd name="connsiteY443" fmla="*/ 577838 h 968306"/>
              <a:gd name="connsiteX444" fmla="*/ 3256312 w 5114885"/>
              <a:gd name="connsiteY444" fmla="*/ 587267 h 968306"/>
              <a:gd name="connsiteX445" fmla="*/ 3256312 w 5114885"/>
              <a:gd name="connsiteY445" fmla="*/ 595173 h 968306"/>
              <a:gd name="connsiteX446" fmla="*/ 3255264 w 5114885"/>
              <a:gd name="connsiteY446" fmla="*/ 682613 h 968306"/>
              <a:gd name="connsiteX447" fmla="*/ 3259931 w 5114885"/>
              <a:gd name="connsiteY447" fmla="*/ 931406 h 968306"/>
              <a:gd name="connsiteX448" fmla="*/ 3259931 w 5114885"/>
              <a:gd name="connsiteY448" fmla="*/ 940264 h 968306"/>
              <a:gd name="connsiteX449" fmla="*/ 3259455 w 5114885"/>
              <a:gd name="connsiteY449" fmla="*/ 943407 h 968306"/>
              <a:gd name="connsiteX450" fmla="*/ 2845308 w 5114885"/>
              <a:gd name="connsiteY450" fmla="*/ 943026 h 968306"/>
              <a:gd name="connsiteX451" fmla="*/ 2785586 w 5114885"/>
              <a:gd name="connsiteY451" fmla="*/ 944550 h 968306"/>
              <a:gd name="connsiteX452" fmla="*/ 2787206 w 5114885"/>
              <a:gd name="connsiteY452" fmla="*/ 914165 h 968306"/>
              <a:gd name="connsiteX453" fmla="*/ 2788253 w 5114885"/>
              <a:gd name="connsiteY453" fmla="*/ 769576 h 968306"/>
              <a:gd name="connsiteX454" fmla="*/ 2785110 w 5114885"/>
              <a:gd name="connsiteY454" fmla="*/ 687851 h 968306"/>
              <a:gd name="connsiteX455" fmla="*/ 2790920 w 5114885"/>
              <a:gd name="connsiteY455" fmla="*/ 687851 h 968306"/>
              <a:gd name="connsiteX456" fmla="*/ 2797683 w 5114885"/>
              <a:gd name="connsiteY456" fmla="*/ 687280 h 968306"/>
              <a:gd name="connsiteX457" fmla="*/ 2810256 w 5114885"/>
              <a:gd name="connsiteY457" fmla="*/ 686708 h 968306"/>
              <a:gd name="connsiteX458" fmla="*/ 2842736 w 5114885"/>
              <a:gd name="connsiteY458" fmla="*/ 683565 h 968306"/>
              <a:gd name="connsiteX459" fmla="*/ 2842260 w 5114885"/>
              <a:gd name="connsiteY459" fmla="*/ 709759 h 968306"/>
              <a:gd name="connsiteX460" fmla="*/ 2851118 w 5114885"/>
              <a:gd name="connsiteY460" fmla="*/ 715569 h 968306"/>
              <a:gd name="connsiteX461" fmla="*/ 2856929 w 5114885"/>
              <a:gd name="connsiteY461" fmla="*/ 715569 h 968306"/>
              <a:gd name="connsiteX462" fmla="*/ 2867406 w 5114885"/>
              <a:gd name="connsiteY462" fmla="*/ 707187 h 968306"/>
              <a:gd name="connsiteX463" fmla="*/ 2870549 w 5114885"/>
              <a:gd name="connsiteY463" fmla="*/ 702996 h 968306"/>
              <a:gd name="connsiteX464" fmla="*/ 2876360 w 5114885"/>
              <a:gd name="connsiteY464" fmla="*/ 698805 h 968306"/>
              <a:gd name="connsiteX465" fmla="*/ 2882074 w 5114885"/>
              <a:gd name="connsiteY465" fmla="*/ 695662 h 968306"/>
              <a:gd name="connsiteX466" fmla="*/ 2885218 w 5114885"/>
              <a:gd name="connsiteY466" fmla="*/ 693566 h 968306"/>
              <a:gd name="connsiteX467" fmla="*/ 2893028 w 5114885"/>
              <a:gd name="connsiteY467" fmla="*/ 689375 h 968306"/>
              <a:gd name="connsiteX468" fmla="*/ 2900934 w 5114885"/>
              <a:gd name="connsiteY468" fmla="*/ 686232 h 968306"/>
              <a:gd name="connsiteX469" fmla="*/ 2905125 w 5114885"/>
              <a:gd name="connsiteY469" fmla="*/ 684613 h 968306"/>
              <a:gd name="connsiteX470" fmla="*/ 2909792 w 5114885"/>
              <a:gd name="connsiteY470" fmla="*/ 682517 h 968306"/>
              <a:gd name="connsiteX471" fmla="*/ 2913983 w 5114885"/>
              <a:gd name="connsiteY471" fmla="*/ 680422 h 968306"/>
              <a:gd name="connsiteX472" fmla="*/ 2994660 w 5114885"/>
              <a:gd name="connsiteY472" fmla="*/ 704520 h 968306"/>
              <a:gd name="connsiteX473" fmla="*/ 2999328 w 5114885"/>
              <a:gd name="connsiteY473" fmla="*/ 712902 h 968306"/>
              <a:gd name="connsiteX474" fmla="*/ 3010281 w 5114885"/>
              <a:gd name="connsiteY474" fmla="*/ 721856 h 968306"/>
              <a:gd name="connsiteX475" fmla="*/ 3032855 w 5114885"/>
              <a:gd name="connsiteY475" fmla="*/ 708711 h 968306"/>
              <a:gd name="connsiteX476" fmla="*/ 3042761 w 5114885"/>
              <a:gd name="connsiteY476" fmla="*/ 700805 h 968306"/>
              <a:gd name="connsiteX477" fmla="*/ 3045333 w 5114885"/>
              <a:gd name="connsiteY477" fmla="*/ 699758 h 968306"/>
              <a:gd name="connsiteX478" fmla="*/ 3053239 w 5114885"/>
              <a:gd name="connsiteY478" fmla="*/ 696138 h 968306"/>
              <a:gd name="connsiteX479" fmla="*/ 3064764 w 5114885"/>
              <a:gd name="connsiteY479" fmla="*/ 690899 h 968306"/>
              <a:gd name="connsiteX480" fmla="*/ 3129248 w 5114885"/>
              <a:gd name="connsiteY480" fmla="*/ 688804 h 968306"/>
              <a:gd name="connsiteX481" fmla="*/ 3164872 w 5114885"/>
              <a:gd name="connsiteY481" fmla="*/ 726999 h 968306"/>
              <a:gd name="connsiteX482" fmla="*/ 3166491 w 5114885"/>
              <a:gd name="connsiteY482" fmla="*/ 730714 h 968306"/>
              <a:gd name="connsiteX483" fmla="*/ 3170111 w 5114885"/>
              <a:gd name="connsiteY483" fmla="*/ 737572 h 968306"/>
              <a:gd name="connsiteX484" fmla="*/ 3175349 w 5114885"/>
              <a:gd name="connsiteY484" fmla="*/ 766337 h 968306"/>
              <a:gd name="connsiteX485" fmla="*/ 3175349 w 5114885"/>
              <a:gd name="connsiteY485" fmla="*/ 770052 h 968306"/>
              <a:gd name="connsiteX486" fmla="*/ 3175349 w 5114885"/>
              <a:gd name="connsiteY486" fmla="*/ 776910 h 968306"/>
              <a:gd name="connsiteX487" fmla="*/ 3176969 w 5114885"/>
              <a:gd name="connsiteY487" fmla="*/ 783768 h 968306"/>
              <a:gd name="connsiteX488" fmla="*/ 3178493 w 5114885"/>
              <a:gd name="connsiteY488" fmla="*/ 798437 h 968306"/>
              <a:gd name="connsiteX489" fmla="*/ 3179540 w 5114885"/>
              <a:gd name="connsiteY489" fmla="*/ 814629 h 968306"/>
              <a:gd name="connsiteX490" fmla="*/ 3180588 w 5114885"/>
              <a:gd name="connsiteY490" fmla="*/ 837680 h 968306"/>
              <a:gd name="connsiteX491" fmla="*/ 3180588 w 5114885"/>
              <a:gd name="connsiteY491" fmla="*/ 882257 h 968306"/>
              <a:gd name="connsiteX492" fmla="*/ 3181636 w 5114885"/>
              <a:gd name="connsiteY492" fmla="*/ 908450 h 968306"/>
              <a:gd name="connsiteX493" fmla="*/ 3182684 w 5114885"/>
              <a:gd name="connsiteY493" fmla="*/ 933596 h 968306"/>
              <a:gd name="connsiteX494" fmla="*/ 3183731 w 5114885"/>
              <a:gd name="connsiteY494" fmla="*/ 940931 h 968306"/>
              <a:gd name="connsiteX495" fmla="*/ 3180588 w 5114885"/>
              <a:gd name="connsiteY495" fmla="*/ 940359 h 968306"/>
              <a:gd name="connsiteX496" fmla="*/ 3122962 w 5114885"/>
              <a:gd name="connsiteY496" fmla="*/ 941407 h 968306"/>
              <a:gd name="connsiteX497" fmla="*/ 3119819 w 5114885"/>
              <a:gd name="connsiteY497" fmla="*/ 941407 h 968306"/>
              <a:gd name="connsiteX498" fmla="*/ 3120390 w 5114885"/>
              <a:gd name="connsiteY498" fmla="*/ 937216 h 968306"/>
              <a:gd name="connsiteX499" fmla="*/ 3120866 w 5114885"/>
              <a:gd name="connsiteY499" fmla="*/ 857587 h 968306"/>
              <a:gd name="connsiteX500" fmla="*/ 3094673 w 5114885"/>
              <a:gd name="connsiteY500" fmla="*/ 738143 h 968306"/>
              <a:gd name="connsiteX501" fmla="*/ 3052191 w 5114885"/>
              <a:gd name="connsiteY501" fmla="*/ 736048 h 968306"/>
              <a:gd name="connsiteX502" fmla="*/ 3008186 w 5114885"/>
              <a:gd name="connsiteY502" fmla="*/ 807295 h 968306"/>
              <a:gd name="connsiteX503" fmla="*/ 3007709 w 5114885"/>
              <a:gd name="connsiteY503" fmla="*/ 918356 h 968306"/>
              <a:gd name="connsiteX504" fmla="*/ 3007709 w 5114885"/>
              <a:gd name="connsiteY504" fmla="*/ 923024 h 968306"/>
              <a:gd name="connsiteX505" fmla="*/ 3009805 w 5114885"/>
              <a:gd name="connsiteY505" fmla="*/ 945598 h 968306"/>
              <a:gd name="connsiteX506" fmla="*/ 3006662 w 5114885"/>
              <a:gd name="connsiteY506" fmla="*/ 947693 h 968306"/>
              <a:gd name="connsiteX507" fmla="*/ 3003995 w 5114885"/>
              <a:gd name="connsiteY507" fmla="*/ 947693 h 968306"/>
              <a:gd name="connsiteX508" fmla="*/ 2998280 w 5114885"/>
              <a:gd name="connsiteY508" fmla="*/ 947217 h 968306"/>
              <a:gd name="connsiteX509" fmla="*/ 2959513 w 5114885"/>
              <a:gd name="connsiteY509" fmla="*/ 947693 h 968306"/>
              <a:gd name="connsiteX510" fmla="*/ 2954274 w 5114885"/>
              <a:gd name="connsiteY510" fmla="*/ 948170 h 968306"/>
              <a:gd name="connsiteX511" fmla="*/ 2952655 w 5114885"/>
              <a:gd name="connsiteY511" fmla="*/ 926738 h 968306"/>
              <a:gd name="connsiteX512" fmla="*/ 2953131 w 5114885"/>
              <a:gd name="connsiteY512" fmla="*/ 923024 h 968306"/>
              <a:gd name="connsiteX513" fmla="*/ 2954750 w 5114885"/>
              <a:gd name="connsiteY513" fmla="*/ 851300 h 968306"/>
              <a:gd name="connsiteX514" fmla="*/ 2955798 w 5114885"/>
              <a:gd name="connsiteY514" fmla="*/ 781673 h 968306"/>
              <a:gd name="connsiteX515" fmla="*/ 2953703 w 5114885"/>
              <a:gd name="connsiteY515" fmla="*/ 764909 h 968306"/>
              <a:gd name="connsiteX516" fmla="*/ 2943225 w 5114885"/>
              <a:gd name="connsiteY516" fmla="*/ 745001 h 968306"/>
              <a:gd name="connsiteX517" fmla="*/ 2897124 w 5114885"/>
              <a:gd name="connsiteY517" fmla="*/ 732428 h 968306"/>
              <a:gd name="connsiteX518" fmla="*/ 2852071 w 5114885"/>
              <a:gd name="connsiteY518" fmla="*/ 763861 h 968306"/>
              <a:gd name="connsiteX519" fmla="*/ 2844165 w 5114885"/>
              <a:gd name="connsiteY519" fmla="*/ 806247 h 968306"/>
              <a:gd name="connsiteX520" fmla="*/ 2844165 w 5114885"/>
              <a:gd name="connsiteY520" fmla="*/ 918833 h 968306"/>
              <a:gd name="connsiteX521" fmla="*/ 2845213 w 5114885"/>
              <a:gd name="connsiteY521" fmla="*/ 942931 h 968306"/>
              <a:gd name="connsiteX522" fmla="*/ 3011234 w 5114885"/>
              <a:gd name="connsiteY522" fmla="*/ 956552 h 968306"/>
              <a:gd name="connsiteX523" fmla="*/ 3020092 w 5114885"/>
              <a:gd name="connsiteY523" fmla="*/ 952361 h 968306"/>
              <a:gd name="connsiteX524" fmla="*/ 3017520 w 5114885"/>
              <a:gd name="connsiteY524" fmla="*/ 922452 h 968306"/>
              <a:gd name="connsiteX525" fmla="*/ 3017520 w 5114885"/>
              <a:gd name="connsiteY525" fmla="*/ 918737 h 968306"/>
              <a:gd name="connsiteX526" fmla="*/ 3016949 w 5114885"/>
              <a:gd name="connsiteY526" fmla="*/ 914070 h 968306"/>
              <a:gd name="connsiteX527" fmla="*/ 3017996 w 5114885"/>
              <a:gd name="connsiteY527" fmla="*/ 809295 h 968306"/>
              <a:gd name="connsiteX528" fmla="*/ 3046762 w 5114885"/>
              <a:gd name="connsiteY528" fmla="*/ 749573 h 968306"/>
              <a:gd name="connsiteX529" fmla="*/ 3087053 w 5114885"/>
              <a:gd name="connsiteY529" fmla="*/ 744811 h 968306"/>
              <a:gd name="connsiteX530" fmla="*/ 3090767 w 5114885"/>
              <a:gd name="connsiteY530" fmla="*/ 748526 h 968306"/>
              <a:gd name="connsiteX531" fmla="*/ 3110674 w 5114885"/>
              <a:gd name="connsiteY531" fmla="*/ 856920 h 968306"/>
              <a:gd name="connsiteX532" fmla="*/ 3110198 w 5114885"/>
              <a:gd name="connsiteY532" fmla="*/ 933406 h 968306"/>
              <a:gd name="connsiteX533" fmla="*/ 3109722 w 5114885"/>
              <a:gd name="connsiteY533" fmla="*/ 939216 h 968306"/>
              <a:gd name="connsiteX534" fmla="*/ 3107627 w 5114885"/>
              <a:gd name="connsiteY534" fmla="*/ 943407 h 968306"/>
              <a:gd name="connsiteX535" fmla="*/ 3123819 w 5114885"/>
              <a:gd name="connsiteY535" fmla="*/ 951218 h 968306"/>
              <a:gd name="connsiteX536" fmla="*/ 3179350 w 5114885"/>
              <a:gd name="connsiteY536" fmla="*/ 950170 h 968306"/>
              <a:gd name="connsiteX537" fmla="*/ 3193447 w 5114885"/>
              <a:gd name="connsiteY537" fmla="*/ 947027 h 968306"/>
              <a:gd name="connsiteX538" fmla="*/ 3193923 w 5114885"/>
              <a:gd name="connsiteY538" fmla="*/ 942836 h 968306"/>
              <a:gd name="connsiteX539" fmla="*/ 3193447 w 5114885"/>
              <a:gd name="connsiteY539" fmla="*/ 937597 h 968306"/>
              <a:gd name="connsiteX540" fmla="*/ 3192399 w 5114885"/>
              <a:gd name="connsiteY540" fmla="*/ 932358 h 968306"/>
              <a:gd name="connsiteX541" fmla="*/ 3191351 w 5114885"/>
              <a:gd name="connsiteY541" fmla="*/ 908260 h 968306"/>
              <a:gd name="connsiteX542" fmla="*/ 3190304 w 5114885"/>
              <a:gd name="connsiteY542" fmla="*/ 881590 h 968306"/>
              <a:gd name="connsiteX543" fmla="*/ 3190304 w 5114885"/>
              <a:gd name="connsiteY543" fmla="*/ 836060 h 968306"/>
              <a:gd name="connsiteX544" fmla="*/ 3189256 w 5114885"/>
              <a:gd name="connsiteY544" fmla="*/ 814058 h 968306"/>
              <a:gd name="connsiteX545" fmla="*/ 3188208 w 5114885"/>
              <a:gd name="connsiteY545" fmla="*/ 797294 h 968306"/>
              <a:gd name="connsiteX546" fmla="*/ 3186589 w 5114885"/>
              <a:gd name="connsiteY546" fmla="*/ 781577 h 968306"/>
              <a:gd name="connsiteX547" fmla="*/ 3186113 w 5114885"/>
              <a:gd name="connsiteY547" fmla="*/ 778434 h 968306"/>
              <a:gd name="connsiteX548" fmla="*/ 3185065 w 5114885"/>
              <a:gd name="connsiteY548" fmla="*/ 774719 h 968306"/>
              <a:gd name="connsiteX549" fmla="*/ 3185065 w 5114885"/>
              <a:gd name="connsiteY549" fmla="*/ 765861 h 968306"/>
              <a:gd name="connsiteX550" fmla="*/ 3179826 w 5114885"/>
              <a:gd name="connsiteY550" fmla="*/ 734429 h 968306"/>
              <a:gd name="connsiteX551" fmla="*/ 3175635 w 5114885"/>
              <a:gd name="connsiteY551" fmla="*/ 726618 h 968306"/>
              <a:gd name="connsiteX552" fmla="*/ 3173063 w 5114885"/>
              <a:gd name="connsiteY552" fmla="*/ 720808 h 968306"/>
              <a:gd name="connsiteX553" fmla="*/ 3132201 w 5114885"/>
              <a:gd name="connsiteY553" fmla="*/ 678898 h 968306"/>
              <a:gd name="connsiteX554" fmla="*/ 3060383 w 5114885"/>
              <a:gd name="connsiteY554" fmla="*/ 681470 h 968306"/>
              <a:gd name="connsiteX555" fmla="*/ 3048857 w 5114885"/>
              <a:gd name="connsiteY555" fmla="*/ 686708 h 968306"/>
              <a:gd name="connsiteX556" fmla="*/ 3040475 w 5114885"/>
              <a:gd name="connsiteY556" fmla="*/ 690899 h 968306"/>
              <a:gd name="connsiteX557" fmla="*/ 3037332 w 5114885"/>
              <a:gd name="connsiteY557" fmla="*/ 692519 h 968306"/>
              <a:gd name="connsiteX558" fmla="*/ 3027331 w 5114885"/>
              <a:gd name="connsiteY558" fmla="*/ 699853 h 968306"/>
              <a:gd name="connsiteX559" fmla="*/ 3007900 w 5114885"/>
              <a:gd name="connsiteY559" fmla="*/ 708806 h 968306"/>
              <a:gd name="connsiteX560" fmla="*/ 3006852 w 5114885"/>
              <a:gd name="connsiteY560" fmla="*/ 706235 h 968306"/>
              <a:gd name="connsiteX561" fmla="*/ 3002661 w 5114885"/>
              <a:gd name="connsiteY561" fmla="*/ 698329 h 968306"/>
              <a:gd name="connsiteX562" fmla="*/ 2908840 w 5114885"/>
              <a:gd name="connsiteY562" fmla="*/ 671564 h 968306"/>
              <a:gd name="connsiteX563" fmla="*/ 2905697 w 5114885"/>
              <a:gd name="connsiteY563" fmla="*/ 673183 h 968306"/>
              <a:gd name="connsiteX564" fmla="*/ 2900458 w 5114885"/>
              <a:gd name="connsiteY564" fmla="*/ 675278 h 968306"/>
              <a:gd name="connsiteX565" fmla="*/ 2896267 w 5114885"/>
              <a:gd name="connsiteY565" fmla="*/ 677374 h 968306"/>
              <a:gd name="connsiteX566" fmla="*/ 2888933 w 5114885"/>
              <a:gd name="connsiteY566" fmla="*/ 680517 h 968306"/>
              <a:gd name="connsiteX567" fmla="*/ 2875788 w 5114885"/>
              <a:gd name="connsiteY567" fmla="*/ 686804 h 968306"/>
              <a:gd name="connsiteX568" fmla="*/ 2869978 w 5114885"/>
              <a:gd name="connsiteY568" fmla="*/ 690518 h 968306"/>
              <a:gd name="connsiteX569" fmla="*/ 2864168 w 5114885"/>
              <a:gd name="connsiteY569" fmla="*/ 694709 h 968306"/>
              <a:gd name="connsiteX570" fmla="*/ 2861596 w 5114885"/>
              <a:gd name="connsiteY570" fmla="*/ 696805 h 968306"/>
              <a:gd name="connsiteX571" fmla="*/ 2859500 w 5114885"/>
              <a:gd name="connsiteY571" fmla="*/ 699472 h 968306"/>
              <a:gd name="connsiteX572" fmla="*/ 2857976 w 5114885"/>
              <a:gd name="connsiteY572" fmla="*/ 702615 h 968306"/>
              <a:gd name="connsiteX573" fmla="*/ 2854262 w 5114885"/>
              <a:gd name="connsiteY573" fmla="*/ 705758 h 968306"/>
              <a:gd name="connsiteX574" fmla="*/ 2851690 w 5114885"/>
              <a:gd name="connsiteY574" fmla="*/ 705758 h 968306"/>
              <a:gd name="connsiteX575" fmla="*/ 2851690 w 5114885"/>
              <a:gd name="connsiteY575" fmla="*/ 678517 h 968306"/>
              <a:gd name="connsiteX576" fmla="*/ 2808732 w 5114885"/>
              <a:gd name="connsiteY576" fmla="*/ 676993 h 968306"/>
              <a:gd name="connsiteX577" fmla="*/ 2795588 w 5114885"/>
              <a:gd name="connsiteY577" fmla="*/ 677469 h 968306"/>
              <a:gd name="connsiteX578" fmla="*/ 2784634 w 5114885"/>
              <a:gd name="connsiteY578" fmla="*/ 677469 h 968306"/>
              <a:gd name="connsiteX579" fmla="*/ 2774156 w 5114885"/>
              <a:gd name="connsiteY579" fmla="*/ 681660 h 968306"/>
              <a:gd name="connsiteX580" fmla="*/ 2777871 w 5114885"/>
              <a:gd name="connsiteY580" fmla="*/ 771290 h 968306"/>
              <a:gd name="connsiteX581" fmla="*/ 2776823 w 5114885"/>
              <a:gd name="connsiteY581" fmla="*/ 914832 h 968306"/>
              <a:gd name="connsiteX582" fmla="*/ 2774252 w 5114885"/>
              <a:gd name="connsiteY582" fmla="*/ 947789 h 968306"/>
              <a:gd name="connsiteX583" fmla="*/ 2786348 w 5114885"/>
              <a:gd name="connsiteY583" fmla="*/ 954551 h 968306"/>
              <a:gd name="connsiteX584" fmla="*/ 2849690 w 5114885"/>
              <a:gd name="connsiteY584" fmla="*/ 953504 h 968306"/>
              <a:gd name="connsiteX585" fmla="*/ 2855405 w 5114885"/>
              <a:gd name="connsiteY585" fmla="*/ 944645 h 968306"/>
              <a:gd name="connsiteX586" fmla="*/ 2853881 w 5114885"/>
              <a:gd name="connsiteY586" fmla="*/ 918452 h 968306"/>
              <a:gd name="connsiteX587" fmla="*/ 2854357 w 5114885"/>
              <a:gd name="connsiteY587" fmla="*/ 806342 h 968306"/>
              <a:gd name="connsiteX588" fmla="*/ 2860643 w 5114885"/>
              <a:gd name="connsiteY588" fmla="*/ 768147 h 968306"/>
              <a:gd name="connsiteX589" fmla="*/ 2897315 w 5114885"/>
              <a:gd name="connsiteY589" fmla="*/ 742525 h 968306"/>
              <a:gd name="connsiteX590" fmla="*/ 2935510 w 5114885"/>
              <a:gd name="connsiteY590" fmla="*/ 751383 h 968306"/>
              <a:gd name="connsiteX591" fmla="*/ 2943892 w 5114885"/>
              <a:gd name="connsiteY591" fmla="*/ 767576 h 968306"/>
              <a:gd name="connsiteX592" fmla="*/ 2945511 w 5114885"/>
              <a:gd name="connsiteY592" fmla="*/ 783292 h 968306"/>
              <a:gd name="connsiteX593" fmla="*/ 2944463 w 5114885"/>
              <a:gd name="connsiteY593" fmla="*/ 850919 h 968306"/>
              <a:gd name="connsiteX594" fmla="*/ 2942368 w 5114885"/>
              <a:gd name="connsiteY594" fmla="*/ 923690 h 968306"/>
              <a:gd name="connsiteX595" fmla="*/ 2943987 w 5114885"/>
              <a:gd name="connsiteY595" fmla="*/ 953027 h 968306"/>
              <a:gd name="connsiteX596" fmla="*/ 2953988 w 5114885"/>
              <a:gd name="connsiteY596" fmla="*/ 958266 h 968306"/>
              <a:gd name="connsiteX597" fmla="*/ 2959703 w 5114885"/>
              <a:gd name="connsiteY597" fmla="*/ 957790 h 968306"/>
              <a:gd name="connsiteX598" fmla="*/ 2997422 w 5114885"/>
              <a:gd name="connsiteY598" fmla="*/ 957218 h 968306"/>
              <a:gd name="connsiteX599" fmla="*/ 3004280 w 5114885"/>
              <a:gd name="connsiteY599" fmla="*/ 957790 h 968306"/>
              <a:gd name="connsiteX600" fmla="*/ 3007424 w 5114885"/>
              <a:gd name="connsiteY600" fmla="*/ 957790 h 968306"/>
              <a:gd name="connsiteX601" fmla="*/ 3011138 w 5114885"/>
              <a:gd name="connsiteY601" fmla="*/ 956742 h 968306"/>
              <a:gd name="connsiteX602" fmla="*/ 2553272 w 5114885"/>
              <a:gd name="connsiteY602" fmla="*/ 843109 h 968306"/>
              <a:gd name="connsiteX603" fmla="*/ 2548033 w 5114885"/>
              <a:gd name="connsiteY603" fmla="*/ 845204 h 968306"/>
              <a:gd name="connsiteX604" fmla="*/ 2541746 w 5114885"/>
              <a:gd name="connsiteY604" fmla="*/ 849395 h 968306"/>
              <a:gd name="connsiteX605" fmla="*/ 2537079 w 5114885"/>
              <a:gd name="connsiteY605" fmla="*/ 852062 h 968306"/>
              <a:gd name="connsiteX606" fmla="*/ 2530793 w 5114885"/>
              <a:gd name="connsiteY606" fmla="*/ 896544 h 968306"/>
              <a:gd name="connsiteX607" fmla="*/ 2532888 w 5114885"/>
              <a:gd name="connsiteY607" fmla="*/ 899211 h 968306"/>
              <a:gd name="connsiteX608" fmla="*/ 2580037 w 5114885"/>
              <a:gd name="connsiteY608" fmla="*/ 921214 h 968306"/>
              <a:gd name="connsiteX609" fmla="*/ 2609374 w 5114885"/>
              <a:gd name="connsiteY609" fmla="*/ 910736 h 968306"/>
              <a:gd name="connsiteX610" fmla="*/ 2622518 w 5114885"/>
              <a:gd name="connsiteY610" fmla="*/ 902831 h 968306"/>
              <a:gd name="connsiteX611" fmla="*/ 2639282 w 5114885"/>
              <a:gd name="connsiteY611" fmla="*/ 864064 h 968306"/>
              <a:gd name="connsiteX612" fmla="*/ 2639854 w 5114885"/>
              <a:gd name="connsiteY612" fmla="*/ 831584 h 968306"/>
              <a:gd name="connsiteX613" fmla="*/ 2632996 w 5114885"/>
              <a:gd name="connsiteY613" fmla="*/ 821582 h 968306"/>
              <a:gd name="connsiteX614" fmla="*/ 2630424 w 5114885"/>
              <a:gd name="connsiteY614" fmla="*/ 822154 h 968306"/>
              <a:gd name="connsiteX615" fmla="*/ 2626805 w 5114885"/>
              <a:gd name="connsiteY615" fmla="*/ 822630 h 968306"/>
              <a:gd name="connsiteX616" fmla="*/ 2614708 w 5114885"/>
              <a:gd name="connsiteY616" fmla="*/ 825297 h 968306"/>
              <a:gd name="connsiteX617" fmla="*/ 2592229 w 5114885"/>
              <a:gd name="connsiteY617" fmla="*/ 830536 h 968306"/>
              <a:gd name="connsiteX618" fmla="*/ 2578037 w 5114885"/>
              <a:gd name="connsiteY618" fmla="*/ 834155 h 968306"/>
              <a:gd name="connsiteX619" fmla="*/ 2568131 w 5114885"/>
              <a:gd name="connsiteY619" fmla="*/ 837299 h 968306"/>
              <a:gd name="connsiteX620" fmla="*/ 2564416 w 5114885"/>
              <a:gd name="connsiteY620" fmla="*/ 838346 h 968306"/>
              <a:gd name="connsiteX621" fmla="*/ 2557653 w 5114885"/>
              <a:gd name="connsiteY621" fmla="*/ 842061 h 968306"/>
              <a:gd name="connsiteX622" fmla="*/ 2553462 w 5114885"/>
              <a:gd name="connsiteY622" fmla="*/ 843109 h 968306"/>
              <a:gd name="connsiteX623" fmla="*/ 2629757 w 5114885"/>
              <a:gd name="connsiteY623" fmla="*/ 832631 h 968306"/>
              <a:gd name="connsiteX624" fmla="*/ 2629757 w 5114885"/>
              <a:gd name="connsiteY624" fmla="*/ 861968 h 968306"/>
              <a:gd name="connsiteX625" fmla="*/ 2615660 w 5114885"/>
              <a:gd name="connsiteY625" fmla="*/ 895496 h 968306"/>
              <a:gd name="connsiteX626" fmla="*/ 2604611 w 5114885"/>
              <a:gd name="connsiteY626" fmla="*/ 901783 h 968306"/>
              <a:gd name="connsiteX627" fmla="*/ 2585752 w 5114885"/>
              <a:gd name="connsiteY627" fmla="*/ 910641 h 968306"/>
              <a:gd name="connsiteX628" fmla="*/ 2539079 w 5114885"/>
              <a:gd name="connsiteY628" fmla="*/ 890734 h 968306"/>
              <a:gd name="connsiteX629" fmla="*/ 2544318 w 5114885"/>
              <a:gd name="connsiteY629" fmla="*/ 859301 h 968306"/>
              <a:gd name="connsiteX630" fmla="*/ 2546890 w 5114885"/>
              <a:gd name="connsiteY630" fmla="*/ 857777 h 968306"/>
              <a:gd name="connsiteX631" fmla="*/ 2550033 w 5114885"/>
              <a:gd name="connsiteY631" fmla="*/ 856253 h 968306"/>
              <a:gd name="connsiteX632" fmla="*/ 2552129 w 5114885"/>
              <a:gd name="connsiteY632" fmla="*/ 854158 h 968306"/>
              <a:gd name="connsiteX633" fmla="*/ 2555843 w 5114885"/>
              <a:gd name="connsiteY633" fmla="*/ 852634 h 968306"/>
              <a:gd name="connsiteX634" fmla="*/ 2560034 w 5114885"/>
              <a:gd name="connsiteY634" fmla="*/ 851586 h 968306"/>
              <a:gd name="connsiteX635" fmla="*/ 2567940 w 5114885"/>
              <a:gd name="connsiteY635" fmla="*/ 847871 h 968306"/>
              <a:gd name="connsiteX636" fmla="*/ 2571083 w 5114885"/>
              <a:gd name="connsiteY636" fmla="*/ 846824 h 968306"/>
              <a:gd name="connsiteX637" fmla="*/ 2580513 w 5114885"/>
              <a:gd name="connsiteY637" fmla="*/ 844157 h 968306"/>
              <a:gd name="connsiteX638" fmla="*/ 2594705 w 5114885"/>
              <a:gd name="connsiteY638" fmla="*/ 839966 h 968306"/>
              <a:gd name="connsiteX639" fmla="*/ 2616708 w 5114885"/>
              <a:gd name="connsiteY639" fmla="*/ 835298 h 968306"/>
              <a:gd name="connsiteX640" fmla="*/ 2629853 w 5114885"/>
              <a:gd name="connsiteY640" fmla="*/ 832631 h 968306"/>
              <a:gd name="connsiteX641" fmla="*/ 2473071 w 5114885"/>
              <a:gd name="connsiteY641" fmla="*/ 757765 h 968306"/>
              <a:gd name="connsiteX642" fmla="*/ 2477262 w 5114885"/>
              <a:gd name="connsiteY642" fmla="*/ 741572 h 968306"/>
              <a:gd name="connsiteX643" fmla="*/ 2516029 w 5114885"/>
              <a:gd name="connsiteY643" fmla="*/ 699662 h 968306"/>
              <a:gd name="connsiteX644" fmla="*/ 2522791 w 5114885"/>
              <a:gd name="connsiteY644" fmla="*/ 693852 h 968306"/>
              <a:gd name="connsiteX645" fmla="*/ 2528030 w 5114885"/>
              <a:gd name="connsiteY645" fmla="*/ 691280 h 968306"/>
              <a:gd name="connsiteX646" fmla="*/ 2532793 w 5114885"/>
              <a:gd name="connsiteY646" fmla="*/ 688709 h 968306"/>
              <a:gd name="connsiteX647" fmla="*/ 2554796 w 5114885"/>
              <a:gd name="connsiteY647" fmla="*/ 681851 h 968306"/>
              <a:gd name="connsiteX648" fmla="*/ 2572607 w 5114885"/>
              <a:gd name="connsiteY648" fmla="*/ 679279 h 968306"/>
              <a:gd name="connsiteX649" fmla="*/ 2575179 w 5114885"/>
              <a:gd name="connsiteY649" fmla="*/ 678231 h 968306"/>
              <a:gd name="connsiteX650" fmla="*/ 2577751 w 5114885"/>
              <a:gd name="connsiteY650" fmla="*/ 677183 h 968306"/>
              <a:gd name="connsiteX651" fmla="*/ 2603468 w 5114885"/>
              <a:gd name="connsiteY651" fmla="*/ 676136 h 968306"/>
              <a:gd name="connsiteX652" fmla="*/ 2619185 w 5114885"/>
              <a:gd name="connsiteY652" fmla="*/ 677660 h 968306"/>
              <a:gd name="connsiteX653" fmla="*/ 2649570 w 5114885"/>
              <a:gd name="connsiteY653" fmla="*/ 680803 h 968306"/>
              <a:gd name="connsiteX654" fmla="*/ 2685764 w 5114885"/>
              <a:gd name="connsiteY654" fmla="*/ 703853 h 968306"/>
              <a:gd name="connsiteX655" fmla="*/ 2695670 w 5114885"/>
              <a:gd name="connsiteY655" fmla="*/ 720617 h 968306"/>
              <a:gd name="connsiteX656" fmla="*/ 2699861 w 5114885"/>
              <a:gd name="connsiteY656" fmla="*/ 768338 h 968306"/>
              <a:gd name="connsiteX657" fmla="*/ 2698814 w 5114885"/>
              <a:gd name="connsiteY657" fmla="*/ 785673 h 968306"/>
              <a:gd name="connsiteX658" fmla="*/ 2699385 w 5114885"/>
              <a:gd name="connsiteY658" fmla="*/ 867398 h 968306"/>
              <a:gd name="connsiteX659" fmla="*/ 2702528 w 5114885"/>
              <a:gd name="connsiteY659" fmla="*/ 906164 h 968306"/>
              <a:gd name="connsiteX660" fmla="*/ 2709291 w 5114885"/>
              <a:gd name="connsiteY660" fmla="*/ 937597 h 968306"/>
              <a:gd name="connsiteX661" fmla="*/ 2710910 w 5114885"/>
              <a:gd name="connsiteY661" fmla="*/ 944931 h 968306"/>
              <a:gd name="connsiteX662" fmla="*/ 2667953 w 5114885"/>
              <a:gd name="connsiteY662" fmla="*/ 951218 h 968306"/>
              <a:gd name="connsiteX663" fmla="*/ 2658999 w 5114885"/>
              <a:gd name="connsiteY663" fmla="*/ 949694 h 968306"/>
              <a:gd name="connsiteX664" fmla="*/ 2650141 w 5114885"/>
              <a:gd name="connsiteY664" fmla="*/ 950170 h 968306"/>
              <a:gd name="connsiteX665" fmla="*/ 2638139 w 5114885"/>
              <a:gd name="connsiteY665" fmla="*/ 930263 h 968306"/>
              <a:gd name="connsiteX666" fmla="*/ 2630234 w 5114885"/>
              <a:gd name="connsiteY666" fmla="*/ 933406 h 968306"/>
              <a:gd name="connsiteX667" fmla="*/ 2627090 w 5114885"/>
              <a:gd name="connsiteY667" fmla="*/ 935501 h 968306"/>
              <a:gd name="connsiteX668" fmla="*/ 2621852 w 5114885"/>
              <a:gd name="connsiteY668" fmla="*/ 939121 h 968306"/>
              <a:gd name="connsiteX669" fmla="*/ 2617184 w 5114885"/>
              <a:gd name="connsiteY669" fmla="*/ 942264 h 968306"/>
              <a:gd name="connsiteX670" fmla="*/ 2595182 w 5114885"/>
              <a:gd name="connsiteY670" fmla="*/ 951694 h 968306"/>
              <a:gd name="connsiteX671" fmla="*/ 2563273 w 5114885"/>
              <a:gd name="connsiteY671" fmla="*/ 956361 h 968306"/>
              <a:gd name="connsiteX672" fmla="*/ 2545937 w 5114885"/>
              <a:gd name="connsiteY672" fmla="*/ 957980 h 968306"/>
              <a:gd name="connsiteX673" fmla="*/ 2496693 w 5114885"/>
              <a:gd name="connsiteY673" fmla="*/ 946455 h 968306"/>
              <a:gd name="connsiteX674" fmla="*/ 2494121 w 5114885"/>
              <a:gd name="connsiteY674" fmla="*/ 944360 h 968306"/>
              <a:gd name="connsiteX675" fmla="*/ 2488311 w 5114885"/>
              <a:gd name="connsiteY675" fmla="*/ 940645 h 968306"/>
              <a:gd name="connsiteX676" fmla="*/ 2480977 w 5114885"/>
              <a:gd name="connsiteY676" fmla="*/ 935406 h 968306"/>
              <a:gd name="connsiteX677" fmla="*/ 2478881 w 5114885"/>
              <a:gd name="connsiteY677" fmla="*/ 932263 h 968306"/>
              <a:gd name="connsiteX678" fmla="*/ 2475738 w 5114885"/>
              <a:gd name="connsiteY678" fmla="*/ 927024 h 968306"/>
              <a:gd name="connsiteX679" fmla="*/ 2470499 w 5114885"/>
              <a:gd name="connsiteY679" fmla="*/ 918642 h 968306"/>
              <a:gd name="connsiteX680" fmla="*/ 2462117 w 5114885"/>
              <a:gd name="connsiteY680" fmla="*/ 893972 h 968306"/>
              <a:gd name="connsiteX681" fmla="*/ 2462117 w 5114885"/>
              <a:gd name="connsiteY681" fmla="*/ 870446 h 968306"/>
              <a:gd name="connsiteX682" fmla="*/ 2464213 w 5114885"/>
              <a:gd name="connsiteY682" fmla="*/ 858920 h 968306"/>
              <a:gd name="connsiteX683" fmla="*/ 2465261 w 5114885"/>
              <a:gd name="connsiteY683" fmla="*/ 855301 h 968306"/>
              <a:gd name="connsiteX684" fmla="*/ 2467832 w 5114885"/>
              <a:gd name="connsiteY684" fmla="*/ 849014 h 968306"/>
              <a:gd name="connsiteX685" fmla="*/ 2526506 w 5114885"/>
              <a:gd name="connsiteY685" fmla="*/ 805580 h 968306"/>
              <a:gd name="connsiteX686" fmla="*/ 2548985 w 5114885"/>
              <a:gd name="connsiteY686" fmla="*/ 803485 h 968306"/>
              <a:gd name="connsiteX687" fmla="*/ 2553653 w 5114885"/>
              <a:gd name="connsiteY687" fmla="*/ 802913 h 968306"/>
              <a:gd name="connsiteX688" fmla="*/ 2562035 w 5114885"/>
              <a:gd name="connsiteY688" fmla="*/ 802437 h 968306"/>
              <a:gd name="connsiteX689" fmla="*/ 2574131 w 5114885"/>
              <a:gd name="connsiteY689" fmla="*/ 801866 h 968306"/>
              <a:gd name="connsiteX690" fmla="*/ 2596610 w 5114885"/>
              <a:gd name="connsiteY690" fmla="*/ 799770 h 968306"/>
              <a:gd name="connsiteX691" fmla="*/ 2636901 w 5114885"/>
              <a:gd name="connsiteY691" fmla="*/ 783006 h 968306"/>
              <a:gd name="connsiteX692" fmla="*/ 2638997 w 5114885"/>
              <a:gd name="connsiteY692" fmla="*/ 778339 h 968306"/>
              <a:gd name="connsiteX693" fmla="*/ 2640045 w 5114885"/>
              <a:gd name="connsiteY693" fmla="*/ 775196 h 968306"/>
              <a:gd name="connsiteX694" fmla="*/ 2640521 w 5114885"/>
              <a:gd name="connsiteY694" fmla="*/ 769957 h 968306"/>
              <a:gd name="connsiteX695" fmla="*/ 2624328 w 5114885"/>
              <a:gd name="connsiteY695" fmla="*/ 725951 h 968306"/>
              <a:gd name="connsiteX696" fmla="*/ 2597087 w 5114885"/>
              <a:gd name="connsiteY696" fmla="*/ 719093 h 968306"/>
              <a:gd name="connsiteX697" fmla="*/ 2578227 w 5114885"/>
              <a:gd name="connsiteY697" fmla="*/ 721189 h 968306"/>
              <a:gd name="connsiteX698" fmla="*/ 2552033 w 5114885"/>
              <a:gd name="connsiteY698" fmla="*/ 732238 h 968306"/>
              <a:gd name="connsiteX699" fmla="*/ 2546318 w 5114885"/>
              <a:gd name="connsiteY699" fmla="*/ 739572 h 968306"/>
              <a:gd name="connsiteX700" fmla="*/ 2542604 w 5114885"/>
              <a:gd name="connsiteY700" fmla="*/ 745859 h 968306"/>
              <a:gd name="connsiteX701" fmla="*/ 2535841 w 5114885"/>
              <a:gd name="connsiteY701" fmla="*/ 759479 h 968306"/>
              <a:gd name="connsiteX702" fmla="*/ 2532698 w 5114885"/>
              <a:gd name="connsiteY702" fmla="*/ 759479 h 968306"/>
              <a:gd name="connsiteX703" fmla="*/ 2522696 w 5114885"/>
              <a:gd name="connsiteY703" fmla="*/ 758432 h 968306"/>
              <a:gd name="connsiteX704" fmla="*/ 2494883 w 5114885"/>
              <a:gd name="connsiteY704" fmla="*/ 757384 h 968306"/>
              <a:gd name="connsiteX705" fmla="*/ 2479167 w 5114885"/>
              <a:gd name="connsiteY705" fmla="*/ 757384 h 968306"/>
              <a:gd name="connsiteX706" fmla="*/ 2472881 w 5114885"/>
              <a:gd name="connsiteY706" fmla="*/ 757955 h 968306"/>
              <a:gd name="connsiteX707" fmla="*/ 2627090 w 5114885"/>
              <a:gd name="connsiteY707" fmla="*/ 946836 h 968306"/>
              <a:gd name="connsiteX708" fmla="*/ 2632329 w 5114885"/>
              <a:gd name="connsiteY708" fmla="*/ 943693 h 968306"/>
              <a:gd name="connsiteX709" fmla="*/ 2635472 w 5114885"/>
              <a:gd name="connsiteY709" fmla="*/ 942169 h 968306"/>
              <a:gd name="connsiteX710" fmla="*/ 2637568 w 5114885"/>
              <a:gd name="connsiteY710" fmla="*/ 940645 h 968306"/>
              <a:gd name="connsiteX711" fmla="*/ 2639663 w 5114885"/>
              <a:gd name="connsiteY711" fmla="*/ 950075 h 968306"/>
              <a:gd name="connsiteX712" fmla="*/ 2658523 w 5114885"/>
              <a:gd name="connsiteY712" fmla="*/ 960076 h 968306"/>
              <a:gd name="connsiteX713" fmla="*/ 2666905 w 5114885"/>
              <a:gd name="connsiteY713" fmla="*/ 961600 h 968306"/>
              <a:gd name="connsiteX714" fmla="*/ 2717673 w 5114885"/>
              <a:gd name="connsiteY714" fmla="*/ 953789 h 968306"/>
              <a:gd name="connsiteX715" fmla="*/ 2720816 w 5114885"/>
              <a:gd name="connsiteY715" fmla="*/ 944931 h 968306"/>
              <a:gd name="connsiteX716" fmla="*/ 2719769 w 5114885"/>
              <a:gd name="connsiteY716" fmla="*/ 940740 h 968306"/>
              <a:gd name="connsiteX717" fmla="*/ 2719292 w 5114885"/>
              <a:gd name="connsiteY717" fmla="*/ 936549 h 968306"/>
              <a:gd name="connsiteX718" fmla="*/ 2712530 w 5114885"/>
              <a:gd name="connsiteY718" fmla="*/ 904069 h 968306"/>
              <a:gd name="connsiteX719" fmla="*/ 2709386 w 5114885"/>
              <a:gd name="connsiteY719" fmla="*/ 866350 h 968306"/>
              <a:gd name="connsiteX720" fmla="*/ 2708910 w 5114885"/>
              <a:gd name="connsiteY720" fmla="*/ 786149 h 968306"/>
              <a:gd name="connsiteX721" fmla="*/ 2709958 w 5114885"/>
              <a:gd name="connsiteY721" fmla="*/ 768338 h 968306"/>
              <a:gd name="connsiteX722" fmla="*/ 2705767 w 5114885"/>
              <a:gd name="connsiteY722" fmla="*/ 718046 h 968306"/>
              <a:gd name="connsiteX723" fmla="*/ 2692622 w 5114885"/>
              <a:gd name="connsiteY723" fmla="*/ 696614 h 968306"/>
              <a:gd name="connsiteX724" fmla="*/ 2652236 w 5114885"/>
              <a:gd name="connsiteY724" fmla="*/ 670897 h 968306"/>
              <a:gd name="connsiteX725" fmla="*/ 2620328 w 5114885"/>
              <a:gd name="connsiteY725" fmla="*/ 667754 h 968306"/>
              <a:gd name="connsiteX726" fmla="*/ 2603564 w 5114885"/>
              <a:gd name="connsiteY726" fmla="*/ 666230 h 968306"/>
              <a:gd name="connsiteX727" fmla="*/ 2574227 w 5114885"/>
              <a:gd name="connsiteY727" fmla="*/ 667754 h 968306"/>
              <a:gd name="connsiteX728" fmla="*/ 2570036 w 5114885"/>
              <a:gd name="connsiteY728" fmla="*/ 669373 h 968306"/>
              <a:gd name="connsiteX729" fmla="*/ 2552224 w 5114885"/>
              <a:gd name="connsiteY729" fmla="*/ 671945 h 968306"/>
              <a:gd name="connsiteX730" fmla="*/ 2527649 w 5114885"/>
              <a:gd name="connsiteY730" fmla="*/ 679850 h 968306"/>
              <a:gd name="connsiteX731" fmla="*/ 2523458 w 5114885"/>
              <a:gd name="connsiteY731" fmla="*/ 682422 h 968306"/>
              <a:gd name="connsiteX732" fmla="*/ 2518220 w 5114885"/>
              <a:gd name="connsiteY732" fmla="*/ 685565 h 968306"/>
              <a:gd name="connsiteX733" fmla="*/ 2508790 w 5114885"/>
              <a:gd name="connsiteY733" fmla="*/ 692900 h 968306"/>
              <a:gd name="connsiteX734" fmla="*/ 2467928 w 5114885"/>
              <a:gd name="connsiteY734" fmla="*/ 739001 h 968306"/>
              <a:gd name="connsiteX735" fmla="*/ 2461641 w 5114885"/>
              <a:gd name="connsiteY735" fmla="*/ 760432 h 968306"/>
              <a:gd name="connsiteX736" fmla="*/ 2467451 w 5114885"/>
              <a:gd name="connsiteY736" fmla="*/ 767290 h 968306"/>
              <a:gd name="connsiteX737" fmla="*/ 2470595 w 5114885"/>
              <a:gd name="connsiteY737" fmla="*/ 767861 h 968306"/>
              <a:gd name="connsiteX738" fmla="*/ 2474786 w 5114885"/>
              <a:gd name="connsiteY738" fmla="*/ 767861 h 968306"/>
              <a:gd name="connsiteX739" fmla="*/ 2495169 w 5114885"/>
              <a:gd name="connsiteY739" fmla="*/ 767861 h 968306"/>
              <a:gd name="connsiteX740" fmla="*/ 2522411 w 5114885"/>
              <a:gd name="connsiteY740" fmla="*/ 768433 h 968306"/>
              <a:gd name="connsiteX741" fmla="*/ 2551748 w 5114885"/>
              <a:gd name="connsiteY741" fmla="*/ 751097 h 968306"/>
              <a:gd name="connsiteX742" fmla="*/ 2555462 w 5114885"/>
              <a:gd name="connsiteY742" fmla="*/ 744811 h 968306"/>
              <a:gd name="connsiteX743" fmla="*/ 2559177 w 5114885"/>
              <a:gd name="connsiteY743" fmla="*/ 739572 h 968306"/>
              <a:gd name="connsiteX744" fmla="*/ 2580608 w 5114885"/>
              <a:gd name="connsiteY744" fmla="*/ 730619 h 968306"/>
              <a:gd name="connsiteX745" fmla="*/ 2597372 w 5114885"/>
              <a:gd name="connsiteY745" fmla="*/ 729095 h 968306"/>
              <a:gd name="connsiteX746" fmla="*/ 2618899 w 5114885"/>
              <a:gd name="connsiteY746" fmla="*/ 734333 h 968306"/>
              <a:gd name="connsiteX747" fmla="*/ 2630900 w 5114885"/>
              <a:gd name="connsiteY747" fmla="*/ 771576 h 968306"/>
              <a:gd name="connsiteX748" fmla="*/ 2629853 w 5114885"/>
              <a:gd name="connsiteY748" fmla="*/ 774719 h 968306"/>
              <a:gd name="connsiteX749" fmla="*/ 2625662 w 5114885"/>
              <a:gd name="connsiteY749" fmla="*/ 779958 h 968306"/>
              <a:gd name="connsiteX750" fmla="*/ 2573274 w 5114885"/>
              <a:gd name="connsiteY750" fmla="*/ 792055 h 968306"/>
              <a:gd name="connsiteX751" fmla="*/ 2561749 w 5114885"/>
              <a:gd name="connsiteY751" fmla="*/ 792626 h 968306"/>
              <a:gd name="connsiteX752" fmla="*/ 2552891 w 5114885"/>
              <a:gd name="connsiteY752" fmla="*/ 793103 h 968306"/>
              <a:gd name="connsiteX753" fmla="*/ 2547652 w 5114885"/>
              <a:gd name="connsiteY753" fmla="*/ 793674 h 968306"/>
              <a:gd name="connsiteX754" fmla="*/ 2525649 w 5114885"/>
              <a:gd name="connsiteY754" fmla="*/ 795770 h 968306"/>
              <a:gd name="connsiteX755" fmla="*/ 2458593 w 5114885"/>
              <a:gd name="connsiteY755" fmla="*/ 845014 h 968306"/>
              <a:gd name="connsiteX756" fmla="*/ 2455926 w 5114885"/>
              <a:gd name="connsiteY756" fmla="*/ 851872 h 968306"/>
              <a:gd name="connsiteX757" fmla="*/ 2454402 w 5114885"/>
              <a:gd name="connsiteY757" fmla="*/ 856539 h 968306"/>
              <a:gd name="connsiteX758" fmla="*/ 2452307 w 5114885"/>
              <a:gd name="connsiteY758" fmla="*/ 868636 h 968306"/>
              <a:gd name="connsiteX759" fmla="*/ 2452783 w 5114885"/>
              <a:gd name="connsiteY759" fmla="*/ 897401 h 968306"/>
              <a:gd name="connsiteX760" fmla="*/ 2463260 w 5114885"/>
              <a:gd name="connsiteY760" fmla="*/ 925691 h 968306"/>
              <a:gd name="connsiteX761" fmla="*/ 2466880 w 5114885"/>
              <a:gd name="connsiteY761" fmla="*/ 932453 h 968306"/>
              <a:gd name="connsiteX762" fmla="*/ 2470023 w 5114885"/>
              <a:gd name="connsiteY762" fmla="*/ 937692 h 968306"/>
              <a:gd name="connsiteX763" fmla="*/ 2472595 w 5114885"/>
              <a:gd name="connsiteY763" fmla="*/ 941883 h 968306"/>
              <a:gd name="connsiteX764" fmla="*/ 2476786 w 5114885"/>
              <a:gd name="connsiteY764" fmla="*/ 945026 h 968306"/>
              <a:gd name="connsiteX765" fmla="*/ 2482596 w 5114885"/>
              <a:gd name="connsiteY765" fmla="*/ 949217 h 968306"/>
              <a:gd name="connsiteX766" fmla="*/ 2488311 w 5114885"/>
              <a:gd name="connsiteY766" fmla="*/ 952932 h 968306"/>
              <a:gd name="connsiteX767" fmla="*/ 2492502 w 5114885"/>
              <a:gd name="connsiteY767" fmla="*/ 955504 h 968306"/>
              <a:gd name="connsiteX768" fmla="*/ 2546985 w 5114885"/>
              <a:gd name="connsiteY768" fmla="*/ 968077 h 968306"/>
              <a:gd name="connsiteX769" fmla="*/ 2563749 w 5114885"/>
              <a:gd name="connsiteY769" fmla="*/ 966553 h 968306"/>
              <a:gd name="connsiteX770" fmla="*/ 2597753 w 5114885"/>
              <a:gd name="connsiteY770" fmla="*/ 961314 h 968306"/>
              <a:gd name="connsiteX771" fmla="*/ 2622899 w 5114885"/>
              <a:gd name="connsiteY771" fmla="*/ 950837 h 968306"/>
              <a:gd name="connsiteX772" fmla="*/ 2625471 w 5114885"/>
              <a:gd name="connsiteY772" fmla="*/ 948170 h 968306"/>
              <a:gd name="connsiteX773" fmla="*/ 2627090 w 5114885"/>
              <a:gd name="connsiteY773" fmla="*/ 947122 h 968306"/>
              <a:gd name="connsiteX774" fmla="*/ 2225326 w 5114885"/>
              <a:gd name="connsiteY774" fmla="*/ 870922 h 968306"/>
              <a:gd name="connsiteX775" fmla="*/ 2233708 w 5114885"/>
              <a:gd name="connsiteY775" fmla="*/ 887686 h 968306"/>
              <a:gd name="connsiteX776" fmla="*/ 2335340 w 5114885"/>
              <a:gd name="connsiteY776" fmla="*/ 898640 h 968306"/>
              <a:gd name="connsiteX777" fmla="*/ 2340007 w 5114885"/>
              <a:gd name="connsiteY777" fmla="*/ 891305 h 968306"/>
              <a:gd name="connsiteX778" fmla="*/ 2344674 w 5114885"/>
              <a:gd name="connsiteY778" fmla="*/ 883971 h 968306"/>
              <a:gd name="connsiteX779" fmla="*/ 2323719 w 5114885"/>
              <a:gd name="connsiteY779" fmla="*/ 845204 h 968306"/>
              <a:gd name="connsiteX780" fmla="*/ 2265617 w 5114885"/>
              <a:gd name="connsiteY780" fmla="*/ 828917 h 968306"/>
              <a:gd name="connsiteX781" fmla="*/ 2262950 w 5114885"/>
              <a:gd name="connsiteY781" fmla="*/ 828440 h 968306"/>
              <a:gd name="connsiteX782" fmla="*/ 2249329 w 5114885"/>
              <a:gd name="connsiteY782" fmla="*/ 823202 h 968306"/>
              <a:gd name="connsiteX783" fmla="*/ 2195894 w 5114885"/>
              <a:gd name="connsiteY783" fmla="*/ 801199 h 968306"/>
              <a:gd name="connsiteX784" fmla="*/ 2192274 w 5114885"/>
              <a:gd name="connsiteY784" fmla="*/ 798056 h 968306"/>
              <a:gd name="connsiteX785" fmla="*/ 2190179 w 5114885"/>
              <a:gd name="connsiteY785" fmla="*/ 794341 h 968306"/>
              <a:gd name="connsiteX786" fmla="*/ 2188083 w 5114885"/>
              <a:gd name="connsiteY786" fmla="*/ 791198 h 968306"/>
              <a:gd name="connsiteX787" fmla="*/ 2184940 w 5114885"/>
              <a:gd name="connsiteY787" fmla="*/ 786435 h 968306"/>
              <a:gd name="connsiteX788" fmla="*/ 2177606 w 5114885"/>
              <a:gd name="connsiteY788" fmla="*/ 753955 h 968306"/>
              <a:gd name="connsiteX789" fmla="*/ 2179225 w 5114885"/>
              <a:gd name="connsiteY789" fmla="*/ 745097 h 968306"/>
              <a:gd name="connsiteX790" fmla="*/ 2180749 w 5114885"/>
              <a:gd name="connsiteY790" fmla="*/ 738810 h 968306"/>
              <a:gd name="connsiteX791" fmla="*/ 2183416 w 5114885"/>
              <a:gd name="connsiteY791" fmla="*/ 731952 h 968306"/>
              <a:gd name="connsiteX792" fmla="*/ 2185511 w 5114885"/>
              <a:gd name="connsiteY792" fmla="*/ 728237 h 968306"/>
              <a:gd name="connsiteX793" fmla="*/ 2187131 w 5114885"/>
              <a:gd name="connsiteY793" fmla="*/ 725666 h 968306"/>
              <a:gd name="connsiteX794" fmla="*/ 2191322 w 5114885"/>
              <a:gd name="connsiteY794" fmla="*/ 718808 h 968306"/>
              <a:gd name="connsiteX795" fmla="*/ 2195989 w 5114885"/>
              <a:gd name="connsiteY795" fmla="*/ 711950 h 968306"/>
              <a:gd name="connsiteX796" fmla="*/ 2206466 w 5114885"/>
              <a:gd name="connsiteY796" fmla="*/ 702520 h 968306"/>
              <a:gd name="connsiteX797" fmla="*/ 2215896 w 5114885"/>
              <a:gd name="connsiteY797" fmla="*/ 696233 h 968306"/>
              <a:gd name="connsiteX798" fmla="*/ 2222183 w 5114885"/>
              <a:gd name="connsiteY798" fmla="*/ 692519 h 968306"/>
              <a:gd name="connsiteX799" fmla="*/ 2228469 w 5114885"/>
              <a:gd name="connsiteY799" fmla="*/ 689375 h 968306"/>
              <a:gd name="connsiteX800" fmla="*/ 2234184 w 5114885"/>
              <a:gd name="connsiteY800" fmla="*/ 687280 h 968306"/>
              <a:gd name="connsiteX801" fmla="*/ 2250948 w 5114885"/>
              <a:gd name="connsiteY801" fmla="*/ 682613 h 968306"/>
              <a:gd name="connsiteX802" fmla="*/ 2339531 w 5114885"/>
              <a:gd name="connsiteY802" fmla="*/ 688899 h 968306"/>
              <a:gd name="connsiteX803" fmla="*/ 2344769 w 5114885"/>
              <a:gd name="connsiteY803" fmla="*/ 690995 h 968306"/>
              <a:gd name="connsiteX804" fmla="*/ 2348960 w 5114885"/>
              <a:gd name="connsiteY804" fmla="*/ 692042 h 968306"/>
              <a:gd name="connsiteX805" fmla="*/ 2352104 w 5114885"/>
              <a:gd name="connsiteY805" fmla="*/ 693566 h 968306"/>
              <a:gd name="connsiteX806" fmla="*/ 2358390 w 5114885"/>
              <a:gd name="connsiteY806" fmla="*/ 696233 h 968306"/>
              <a:gd name="connsiteX807" fmla="*/ 2366201 w 5114885"/>
              <a:gd name="connsiteY807" fmla="*/ 699853 h 968306"/>
              <a:gd name="connsiteX808" fmla="*/ 2368772 w 5114885"/>
              <a:gd name="connsiteY808" fmla="*/ 700901 h 968306"/>
              <a:gd name="connsiteX809" fmla="*/ 2399729 w 5114885"/>
              <a:gd name="connsiteY809" fmla="*/ 758527 h 968306"/>
              <a:gd name="connsiteX810" fmla="*/ 2347341 w 5114885"/>
              <a:gd name="connsiteY810" fmla="*/ 756431 h 968306"/>
              <a:gd name="connsiteX811" fmla="*/ 2332101 w 5114885"/>
              <a:gd name="connsiteY811" fmla="*/ 734429 h 968306"/>
              <a:gd name="connsiteX812" fmla="*/ 2327910 w 5114885"/>
              <a:gd name="connsiteY812" fmla="*/ 729761 h 968306"/>
              <a:gd name="connsiteX813" fmla="*/ 2321624 w 5114885"/>
              <a:gd name="connsiteY813" fmla="*/ 724999 h 968306"/>
              <a:gd name="connsiteX814" fmla="*/ 2318480 w 5114885"/>
              <a:gd name="connsiteY814" fmla="*/ 723475 h 968306"/>
              <a:gd name="connsiteX815" fmla="*/ 2310670 w 5114885"/>
              <a:gd name="connsiteY815" fmla="*/ 720808 h 968306"/>
              <a:gd name="connsiteX816" fmla="*/ 2303336 w 5114885"/>
              <a:gd name="connsiteY816" fmla="*/ 719284 h 968306"/>
              <a:gd name="connsiteX817" fmla="*/ 2299145 w 5114885"/>
              <a:gd name="connsiteY817" fmla="*/ 718236 h 968306"/>
              <a:gd name="connsiteX818" fmla="*/ 2289143 w 5114885"/>
              <a:gd name="connsiteY818" fmla="*/ 717665 h 968306"/>
              <a:gd name="connsiteX819" fmla="*/ 2279237 w 5114885"/>
              <a:gd name="connsiteY819" fmla="*/ 718236 h 968306"/>
              <a:gd name="connsiteX820" fmla="*/ 2271903 w 5114885"/>
              <a:gd name="connsiteY820" fmla="*/ 720332 h 968306"/>
              <a:gd name="connsiteX821" fmla="*/ 2267712 w 5114885"/>
              <a:gd name="connsiteY821" fmla="*/ 721379 h 968306"/>
              <a:gd name="connsiteX822" fmla="*/ 2259330 w 5114885"/>
              <a:gd name="connsiteY822" fmla="*/ 725094 h 968306"/>
              <a:gd name="connsiteX823" fmla="*/ 2246186 w 5114885"/>
              <a:gd name="connsiteY823" fmla="*/ 746049 h 968306"/>
              <a:gd name="connsiteX824" fmla="*/ 2277618 w 5114885"/>
              <a:gd name="connsiteY824" fmla="*/ 780625 h 968306"/>
              <a:gd name="connsiteX825" fmla="*/ 2281238 w 5114885"/>
              <a:gd name="connsiteY825" fmla="*/ 782244 h 968306"/>
              <a:gd name="connsiteX826" fmla="*/ 2288096 w 5114885"/>
              <a:gd name="connsiteY826" fmla="*/ 784816 h 968306"/>
              <a:gd name="connsiteX827" fmla="*/ 2302764 w 5114885"/>
              <a:gd name="connsiteY827" fmla="*/ 790055 h 968306"/>
              <a:gd name="connsiteX828" fmla="*/ 2308479 w 5114885"/>
              <a:gd name="connsiteY828" fmla="*/ 792150 h 968306"/>
              <a:gd name="connsiteX829" fmla="*/ 2314289 w 5114885"/>
              <a:gd name="connsiteY829" fmla="*/ 794246 h 968306"/>
              <a:gd name="connsiteX830" fmla="*/ 2318957 w 5114885"/>
              <a:gd name="connsiteY830" fmla="*/ 795293 h 968306"/>
              <a:gd name="connsiteX831" fmla="*/ 2379726 w 5114885"/>
              <a:gd name="connsiteY831" fmla="*/ 816725 h 968306"/>
              <a:gd name="connsiteX832" fmla="*/ 2396490 w 5114885"/>
              <a:gd name="connsiteY832" fmla="*/ 834536 h 968306"/>
              <a:gd name="connsiteX833" fmla="*/ 2402205 w 5114885"/>
              <a:gd name="connsiteY833" fmla="*/ 884352 h 968306"/>
              <a:gd name="connsiteX834" fmla="*/ 2401729 w 5114885"/>
              <a:gd name="connsiteY834" fmla="*/ 894258 h 968306"/>
              <a:gd name="connsiteX835" fmla="*/ 2388584 w 5114885"/>
              <a:gd name="connsiteY835" fmla="*/ 921976 h 968306"/>
              <a:gd name="connsiteX836" fmla="*/ 2349818 w 5114885"/>
              <a:gd name="connsiteY836" fmla="*/ 939216 h 968306"/>
              <a:gd name="connsiteX837" fmla="*/ 2346198 w 5114885"/>
              <a:gd name="connsiteY837" fmla="*/ 940835 h 968306"/>
              <a:gd name="connsiteX838" fmla="*/ 2343055 w 5114885"/>
              <a:gd name="connsiteY838" fmla="*/ 942359 h 968306"/>
              <a:gd name="connsiteX839" fmla="*/ 2333149 w 5114885"/>
              <a:gd name="connsiteY839" fmla="*/ 945503 h 968306"/>
              <a:gd name="connsiteX840" fmla="*/ 2310575 w 5114885"/>
              <a:gd name="connsiteY840" fmla="*/ 952361 h 968306"/>
              <a:gd name="connsiteX841" fmla="*/ 2298573 w 5114885"/>
              <a:gd name="connsiteY841" fmla="*/ 953408 h 968306"/>
              <a:gd name="connsiteX842" fmla="*/ 2235232 w 5114885"/>
              <a:gd name="connsiteY842" fmla="*/ 946550 h 968306"/>
              <a:gd name="connsiteX843" fmla="*/ 2202275 w 5114885"/>
              <a:gd name="connsiteY843" fmla="*/ 932930 h 968306"/>
              <a:gd name="connsiteX844" fmla="*/ 2199132 w 5114885"/>
              <a:gd name="connsiteY844" fmla="*/ 929310 h 968306"/>
              <a:gd name="connsiteX845" fmla="*/ 2193893 w 5114885"/>
              <a:gd name="connsiteY845" fmla="*/ 923500 h 968306"/>
              <a:gd name="connsiteX846" fmla="*/ 2186559 w 5114885"/>
              <a:gd name="connsiteY846" fmla="*/ 910927 h 968306"/>
              <a:gd name="connsiteX847" fmla="*/ 2178749 w 5114885"/>
              <a:gd name="connsiteY847" fmla="*/ 895782 h 968306"/>
              <a:gd name="connsiteX848" fmla="*/ 2178272 w 5114885"/>
              <a:gd name="connsiteY848" fmla="*/ 892067 h 968306"/>
              <a:gd name="connsiteX849" fmla="*/ 2174558 w 5114885"/>
              <a:gd name="connsiteY849" fmla="*/ 879494 h 968306"/>
              <a:gd name="connsiteX850" fmla="*/ 2174081 w 5114885"/>
              <a:gd name="connsiteY850" fmla="*/ 871589 h 968306"/>
              <a:gd name="connsiteX851" fmla="*/ 2209705 w 5114885"/>
              <a:gd name="connsiteY851" fmla="*/ 870065 h 968306"/>
              <a:gd name="connsiteX852" fmla="*/ 2221706 w 5114885"/>
              <a:gd name="connsiteY852" fmla="*/ 870636 h 968306"/>
              <a:gd name="connsiteX853" fmla="*/ 2225326 w 5114885"/>
              <a:gd name="connsiteY853" fmla="*/ 870636 h 968306"/>
              <a:gd name="connsiteX854" fmla="*/ 2301335 w 5114885"/>
              <a:gd name="connsiteY854" fmla="*/ 728999 h 968306"/>
              <a:gd name="connsiteX855" fmla="*/ 2308098 w 5114885"/>
              <a:gd name="connsiteY855" fmla="*/ 731095 h 968306"/>
              <a:gd name="connsiteX856" fmla="*/ 2314861 w 5114885"/>
              <a:gd name="connsiteY856" fmla="*/ 733190 h 968306"/>
              <a:gd name="connsiteX857" fmla="*/ 2318004 w 5114885"/>
              <a:gd name="connsiteY857" fmla="*/ 734238 h 968306"/>
              <a:gd name="connsiteX858" fmla="*/ 2320576 w 5114885"/>
              <a:gd name="connsiteY858" fmla="*/ 737381 h 968306"/>
              <a:gd name="connsiteX859" fmla="*/ 2323719 w 5114885"/>
              <a:gd name="connsiteY859" fmla="*/ 741096 h 968306"/>
              <a:gd name="connsiteX860" fmla="*/ 2337340 w 5114885"/>
              <a:gd name="connsiteY860" fmla="*/ 759479 h 968306"/>
              <a:gd name="connsiteX861" fmla="*/ 2349913 w 5114885"/>
              <a:gd name="connsiteY861" fmla="*/ 766337 h 968306"/>
              <a:gd name="connsiteX862" fmla="*/ 2404967 w 5114885"/>
              <a:gd name="connsiteY862" fmla="*/ 769481 h 968306"/>
              <a:gd name="connsiteX863" fmla="*/ 2410682 w 5114885"/>
              <a:gd name="connsiteY863" fmla="*/ 763670 h 968306"/>
              <a:gd name="connsiteX864" fmla="*/ 2373535 w 5114885"/>
              <a:gd name="connsiteY864" fmla="*/ 692423 h 968306"/>
              <a:gd name="connsiteX865" fmla="*/ 2370868 w 5114885"/>
              <a:gd name="connsiteY865" fmla="*/ 690804 h 968306"/>
              <a:gd name="connsiteX866" fmla="*/ 2362010 w 5114885"/>
              <a:gd name="connsiteY866" fmla="*/ 687089 h 968306"/>
              <a:gd name="connsiteX867" fmla="*/ 2355723 w 5114885"/>
              <a:gd name="connsiteY867" fmla="*/ 684518 h 968306"/>
              <a:gd name="connsiteX868" fmla="*/ 2351056 w 5114885"/>
              <a:gd name="connsiteY868" fmla="*/ 682994 h 968306"/>
              <a:gd name="connsiteX869" fmla="*/ 2348484 w 5114885"/>
              <a:gd name="connsiteY869" fmla="*/ 681946 h 968306"/>
              <a:gd name="connsiteX870" fmla="*/ 2343722 w 5114885"/>
              <a:gd name="connsiteY870" fmla="*/ 679850 h 968306"/>
              <a:gd name="connsiteX871" fmla="*/ 2273046 w 5114885"/>
              <a:gd name="connsiteY871" fmla="*/ 669373 h 968306"/>
              <a:gd name="connsiteX872" fmla="*/ 2229041 w 5114885"/>
              <a:gd name="connsiteY872" fmla="*/ 679374 h 968306"/>
              <a:gd name="connsiteX873" fmla="*/ 2226469 w 5114885"/>
              <a:gd name="connsiteY873" fmla="*/ 679946 h 968306"/>
              <a:gd name="connsiteX874" fmla="*/ 2223326 w 5114885"/>
              <a:gd name="connsiteY874" fmla="*/ 680993 h 968306"/>
              <a:gd name="connsiteX875" fmla="*/ 2210181 w 5114885"/>
              <a:gd name="connsiteY875" fmla="*/ 688328 h 968306"/>
              <a:gd name="connsiteX876" fmla="*/ 2200275 w 5114885"/>
              <a:gd name="connsiteY876" fmla="*/ 695662 h 968306"/>
              <a:gd name="connsiteX877" fmla="*/ 2188274 w 5114885"/>
              <a:gd name="connsiteY877" fmla="*/ 706139 h 968306"/>
              <a:gd name="connsiteX878" fmla="*/ 2186178 w 5114885"/>
              <a:gd name="connsiteY878" fmla="*/ 709283 h 968306"/>
              <a:gd name="connsiteX879" fmla="*/ 2183035 w 5114885"/>
              <a:gd name="connsiteY879" fmla="*/ 713474 h 968306"/>
              <a:gd name="connsiteX880" fmla="*/ 2177796 w 5114885"/>
              <a:gd name="connsiteY880" fmla="*/ 721856 h 968306"/>
              <a:gd name="connsiteX881" fmla="*/ 2176748 w 5114885"/>
              <a:gd name="connsiteY881" fmla="*/ 723951 h 968306"/>
              <a:gd name="connsiteX882" fmla="*/ 2174653 w 5114885"/>
              <a:gd name="connsiteY882" fmla="*/ 727094 h 968306"/>
              <a:gd name="connsiteX883" fmla="*/ 2171510 w 5114885"/>
              <a:gd name="connsiteY883" fmla="*/ 735953 h 968306"/>
              <a:gd name="connsiteX884" fmla="*/ 2169414 w 5114885"/>
              <a:gd name="connsiteY884" fmla="*/ 743763 h 968306"/>
              <a:gd name="connsiteX885" fmla="*/ 2169414 w 5114885"/>
              <a:gd name="connsiteY885" fmla="*/ 746430 h 968306"/>
              <a:gd name="connsiteX886" fmla="*/ 2168366 w 5114885"/>
              <a:gd name="connsiteY886" fmla="*/ 751097 h 968306"/>
              <a:gd name="connsiteX887" fmla="*/ 2175701 w 5114885"/>
              <a:gd name="connsiteY887" fmla="*/ 790340 h 968306"/>
              <a:gd name="connsiteX888" fmla="*/ 2177796 w 5114885"/>
              <a:gd name="connsiteY888" fmla="*/ 794055 h 968306"/>
              <a:gd name="connsiteX889" fmla="*/ 2179892 w 5114885"/>
              <a:gd name="connsiteY889" fmla="*/ 797198 h 968306"/>
              <a:gd name="connsiteX890" fmla="*/ 2182559 w 5114885"/>
              <a:gd name="connsiteY890" fmla="*/ 800913 h 968306"/>
              <a:gd name="connsiteX891" fmla="*/ 2187226 w 5114885"/>
              <a:gd name="connsiteY891" fmla="*/ 807200 h 968306"/>
              <a:gd name="connsiteX892" fmla="*/ 2189798 w 5114885"/>
              <a:gd name="connsiteY892" fmla="*/ 809295 h 968306"/>
              <a:gd name="connsiteX893" fmla="*/ 2246376 w 5114885"/>
              <a:gd name="connsiteY893" fmla="*/ 833393 h 968306"/>
              <a:gd name="connsiteX894" fmla="*/ 2258378 w 5114885"/>
              <a:gd name="connsiteY894" fmla="*/ 837584 h 968306"/>
              <a:gd name="connsiteX895" fmla="*/ 2262569 w 5114885"/>
              <a:gd name="connsiteY895" fmla="*/ 838632 h 968306"/>
              <a:gd name="connsiteX896" fmla="*/ 2320195 w 5114885"/>
              <a:gd name="connsiteY896" fmla="*/ 855396 h 968306"/>
              <a:gd name="connsiteX897" fmla="*/ 2334863 w 5114885"/>
              <a:gd name="connsiteY897" fmla="*/ 881590 h 968306"/>
              <a:gd name="connsiteX898" fmla="*/ 2329625 w 5114885"/>
              <a:gd name="connsiteY898" fmla="*/ 890448 h 968306"/>
              <a:gd name="connsiteX899" fmla="*/ 2326481 w 5114885"/>
              <a:gd name="connsiteY899" fmla="*/ 894068 h 968306"/>
              <a:gd name="connsiteX900" fmla="*/ 2242090 w 5114885"/>
              <a:gd name="connsiteY900" fmla="*/ 882066 h 968306"/>
              <a:gd name="connsiteX901" fmla="*/ 2235327 w 5114885"/>
              <a:gd name="connsiteY901" fmla="*/ 867969 h 968306"/>
              <a:gd name="connsiteX902" fmla="*/ 2221706 w 5114885"/>
              <a:gd name="connsiteY902" fmla="*/ 861111 h 968306"/>
              <a:gd name="connsiteX903" fmla="*/ 2210657 w 5114885"/>
              <a:gd name="connsiteY903" fmla="*/ 860540 h 968306"/>
              <a:gd name="connsiteX904" fmla="*/ 2168271 w 5114885"/>
              <a:gd name="connsiteY904" fmla="*/ 862159 h 968306"/>
              <a:gd name="connsiteX905" fmla="*/ 2168747 w 5114885"/>
              <a:gd name="connsiteY905" fmla="*/ 895687 h 968306"/>
              <a:gd name="connsiteX906" fmla="*/ 2172367 w 5114885"/>
              <a:gd name="connsiteY906" fmla="*/ 903593 h 968306"/>
              <a:gd name="connsiteX907" fmla="*/ 2184940 w 5114885"/>
              <a:gd name="connsiteY907" fmla="*/ 928739 h 968306"/>
              <a:gd name="connsiteX908" fmla="*/ 2188559 w 5114885"/>
              <a:gd name="connsiteY908" fmla="*/ 932930 h 968306"/>
              <a:gd name="connsiteX909" fmla="*/ 2191226 w 5114885"/>
              <a:gd name="connsiteY909" fmla="*/ 936073 h 968306"/>
              <a:gd name="connsiteX910" fmla="*/ 2194846 w 5114885"/>
              <a:gd name="connsiteY910" fmla="*/ 940264 h 968306"/>
              <a:gd name="connsiteX911" fmla="*/ 2232565 w 5114885"/>
              <a:gd name="connsiteY911" fmla="*/ 957028 h 968306"/>
              <a:gd name="connsiteX912" fmla="*/ 2297525 w 5114885"/>
              <a:gd name="connsiteY912" fmla="*/ 963886 h 968306"/>
              <a:gd name="connsiteX913" fmla="*/ 2311146 w 5114885"/>
              <a:gd name="connsiteY913" fmla="*/ 962838 h 968306"/>
              <a:gd name="connsiteX914" fmla="*/ 2338388 w 5114885"/>
              <a:gd name="connsiteY914" fmla="*/ 954456 h 968306"/>
              <a:gd name="connsiteX915" fmla="*/ 2349913 w 5114885"/>
              <a:gd name="connsiteY915" fmla="*/ 950741 h 968306"/>
              <a:gd name="connsiteX916" fmla="*/ 2353628 w 5114885"/>
              <a:gd name="connsiteY916" fmla="*/ 949217 h 968306"/>
              <a:gd name="connsiteX917" fmla="*/ 2397633 w 5114885"/>
              <a:gd name="connsiteY917" fmla="*/ 927215 h 968306"/>
              <a:gd name="connsiteX918" fmla="*/ 2411825 w 5114885"/>
              <a:gd name="connsiteY918" fmla="*/ 896354 h 968306"/>
              <a:gd name="connsiteX919" fmla="*/ 2412302 w 5114885"/>
              <a:gd name="connsiteY919" fmla="*/ 885876 h 968306"/>
              <a:gd name="connsiteX920" fmla="*/ 2403443 w 5114885"/>
              <a:gd name="connsiteY920" fmla="*/ 827678 h 968306"/>
              <a:gd name="connsiteX921" fmla="*/ 2385632 w 5114885"/>
              <a:gd name="connsiteY921" fmla="*/ 809390 h 968306"/>
              <a:gd name="connsiteX922" fmla="*/ 2319623 w 5114885"/>
              <a:gd name="connsiteY922" fmla="*/ 785292 h 968306"/>
              <a:gd name="connsiteX923" fmla="*/ 2303336 w 5114885"/>
              <a:gd name="connsiteY923" fmla="*/ 781101 h 968306"/>
              <a:gd name="connsiteX924" fmla="*/ 2292382 w 5114885"/>
              <a:gd name="connsiteY924" fmla="*/ 776434 h 968306"/>
              <a:gd name="connsiteX925" fmla="*/ 2285048 w 5114885"/>
              <a:gd name="connsiteY925" fmla="*/ 773291 h 968306"/>
              <a:gd name="connsiteX926" fmla="*/ 2280285 w 5114885"/>
              <a:gd name="connsiteY926" fmla="*/ 771767 h 968306"/>
              <a:gd name="connsiteX927" fmla="*/ 2256187 w 5114885"/>
              <a:gd name="connsiteY927" fmla="*/ 746621 h 968306"/>
              <a:gd name="connsiteX928" fmla="*/ 2265045 w 5114885"/>
              <a:gd name="connsiteY928" fmla="*/ 733476 h 968306"/>
              <a:gd name="connsiteX929" fmla="*/ 2275999 w 5114885"/>
              <a:gd name="connsiteY929" fmla="*/ 730333 h 968306"/>
              <a:gd name="connsiteX930" fmla="*/ 2278094 w 5114885"/>
              <a:gd name="connsiteY930" fmla="*/ 729285 h 968306"/>
              <a:gd name="connsiteX931" fmla="*/ 2280761 w 5114885"/>
              <a:gd name="connsiteY931" fmla="*/ 728714 h 968306"/>
              <a:gd name="connsiteX932" fmla="*/ 2288572 w 5114885"/>
              <a:gd name="connsiteY932" fmla="*/ 728142 h 968306"/>
              <a:gd name="connsiteX933" fmla="*/ 2299526 w 5114885"/>
              <a:gd name="connsiteY933" fmla="*/ 728714 h 968306"/>
              <a:gd name="connsiteX934" fmla="*/ 2301145 w 5114885"/>
              <a:gd name="connsiteY934" fmla="*/ 729285 h 968306"/>
              <a:gd name="connsiteX935" fmla="*/ 1926717 w 5114885"/>
              <a:gd name="connsiteY935" fmla="*/ 940073 h 968306"/>
              <a:gd name="connsiteX936" fmla="*/ 1904714 w 5114885"/>
              <a:gd name="connsiteY936" fmla="*/ 940550 h 968306"/>
              <a:gd name="connsiteX937" fmla="*/ 1899476 w 5114885"/>
              <a:gd name="connsiteY937" fmla="*/ 940550 h 968306"/>
              <a:gd name="connsiteX938" fmla="*/ 1900047 w 5114885"/>
              <a:gd name="connsiteY938" fmla="*/ 931691 h 968306"/>
              <a:gd name="connsiteX939" fmla="*/ 1894808 w 5114885"/>
              <a:gd name="connsiteY939" fmla="*/ 682327 h 968306"/>
              <a:gd name="connsiteX940" fmla="*/ 1895856 w 5114885"/>
              <a:gd name="connsiteY940" fmla="*/ 595364 h 968306"/>
              <a:gd name="connsiteX941" fmla="*/ 1895856 w 5114885"/>
              <a:gd name="connsiteY941" fmla="*/ 587553 h 968306"/>
              <a:gd name="connsiteX942" fmla="*/ 1901095 w 5114885"/>
              <a:gd name="connsiteY942" fmla="*/ 587553 h 968306"/>
              <a:gd name="connsiteX943" fmla="*/ 1951387 w 5114885"/>
              <a:gd name="connsiteY943" fmla="*/ 585934 h 968306"/>
              <a:gd name="connsiteX944" fmla="*/ 1951863 w 5114885"/>
              <a:gd name="connsiteY944" fmla="*/ 616795 h 968306"/>
              <a:gd name="connsiteX945" fmla="*/ 1955578 w 5114885"/>
              <a:gd name="connsiteY945" fmla="*/ 712140 h 968306"/>
              <a:gd name="connsiteX946" fmla="*/ 1957673 w 5114885"/>
              <a:gd name="connsiteY946" fmla="*/ 757193 h 968306"/>
              <a:gd name="connsiteX947" fmla="*/ 1958150 w 5114885"/>
              <a:gd name="connsiteY947" fmla="*/ 761384 h 968306"/>
              <a:gd name="connsiteX948" fmla="*/ 1959769 w 5114885"/>
              <a:gd name="connsiteY948" fmla="*/ 764528 h 968306"/>
              <a:gd name="connsiteX949" fmla="*/ 1973389 w 5114885"/>
              <a:gd name="connsiteY949" fmla="*/ 773957 h 968306"/>
              <a:gd name="connsiteX950" fmla="*/ 1987010 w 5114885"/>
              <a:gd name="connsiteY950" fmla="*/ 763004 h 968306"/>
              <a:gd name="connsiteX951" fmla="*/ 2062925 w 5114885"/>
              <a:gd name="connsiteY951" fmla="*/ 688613 h 968306"/>
              <a:gd name="connsiteX952" fmla="*/ 2068639 w 5114885"/>
              <a:gd name="connsiteY952" fmla="*/ 688613 h 968306"/>
              <a:gd name="connsiteX953" fmla="*/ 2085404 w 5114885"/>
              <a:gd name="connsiteY953" fmla="*/ 687566 h 968306"/>
              <a:gd name="connsiteX954" fmla="*/ 2095881 w 5114885"/>
              <a:gd name="connsiteY954" fmla="*/ 686994 h 968306"/>
              <a:gd name="connsiteX955" fmla="*/ 2100644 w 5114885"/>
              <a:gd name="connsiteY955" fmla="*/ 686994 h 968306"/>
              <a:gd name="connsiteX956" fmla="*/ 2123123 w 5114885"/>
              <a:gd name="connsiteY956" fmla="*/ 688042 h 968306"/>
              <a:gd name="connsiteX957" fmla="*/ 2104835 w 5114885"/>
              <a:gd name="connsiteY957" fmla="*/ 704234 h 968306"/>
              <a:gd name="connsiteX958" fmla="*/ 2080165 w 5114885"/>
              <a:gd name="connsiteY958" fmla="*/ 730428 h 968306"/>
              <a:gd name="connsiteX959" fmla="*/ 2077593 w 5114885"/>
              <a:gd name="connsiteY959" fmla="*/ 732047 h 968306"/>
              <a:gd name="connsiteX960" fmla="*/ 2073878 w 5114885"/>
              <a:gd name="connsiteY960" fmla="*/ 734619 h 968306"/>
              <a:gd name="connsiteX961" fmla="*/ 2038826 w 5114885"/>
              <a:gd name="connsiteY961" fmla="*/ 776529 h 968306"/>
              <a:gd name="connsiteX962" fmla="*/ 2043493 w 5114885"/>
              <a:gd name="connsiteY962" fmla="*/ 794341 h 968306"/>
              <a:gd name="connsiteX963" fmla="*/ 2046161 w 5114885"/>
              <a:gd name="connsiteY963" fmla="*/ 796436 h 968306"/>
              <a:gd name="connsiteX964" fmla="*/ 2048732 w 5114885"/>
              <a:gd name="connsiteY964" fmla="*/ 799580 h 968306"/>
              <a:gd name="connsiteX965" fmla="*/ 2051876 w 5114885"/>
              <a:gd name="connsiteY965" fmla="*/ 804818 h 968306"/>
              <a:gd name="connsiteX966" fmla="*/ 2054447 w 5114885"/>
              <a:gd name="connsiteY966" fmla="*/ 807962 h 968306"/>
              <a:gd name="connsiteX967" fmla="*/ 2075974 w 5114885"/>
              <a:gd name="connsiteY967" fmla="*/ 837299 h 968306"/>
              <a:gd name="connsiteX968" fmla="*/ 2121599 w 5114885"/>
              <a:gd name="connsiteY968" fmla="*/ 909117 h 968306"/>
              <a:gd name="connsiteX969" fmla="*/ 2133600 w 5114885"/>
              <a:gd name="connsiteY969" fmla="*/ 930072 h 968306"/>
              <a:gd name="connsiteX970" fmla="*/ 2141411 w 5114885"/>
              <a:gd name="connsiteY970" fmla="*/ 943693 h 968306"/>
              <a:gd name="connsiteX971" fmla="*/ 2143506 w 5114885"/>
              <a:gd name="connsiteY971" fmla="*/ 946836 h 968306"/>
              <a:gd name="connsiteX972" fmla="*/ 2136743 w 5114885"/>
              <a:gd name="connsiteY972" fmla="*/ 945788 h 968306"/>
              <a:gd name="connsiteX973" fmla="*/ 2130457 w 5114885"/>
              <a:gd name="connsiteY973" fmla="*/ 945788 h 968306"/>
              <a:gd name="connsiteX974" fmla="*/ 2096453 w 5114885"/>
              <a:gd name="connsiteY974" fmla="*/ 944264 h 968306"/>
              <a:gd name="connsiteX975" fmla="*/ 2075974 w 5114885"/>
              <a:gd name="connsiteY975" fmla="*/ 942740 h 968306"/>
              <a:gd name="connsiteX976" fmla="*/ 2067592 w 5114885"/>
              <a:gd name="connsiteY976" fmla="*/ 943217 h 968306"/>
              <a:gd name="connsiteX977" fmla="*/ 2065020 w 5114885"/>
              <a:gd name="connsiteY977" fmla="*/ 937406 h 968306"/>
              <a:gd name="connsiteX978" fmla="*/ 2061877 w 5114885"/>
              <a:gd name="connsiteY978" fmla="*/ 932168 h 968306"/>
              <a:gd name="connsiteX979" fmla="*/ 2058734 w 5114885"/>
              <a:gd name="connsiteY979" fmla="*/ 925405 h 968306"/>
              <a:gd name="connsiteX980" fmla="*/ 2055590 w 5114885"/>
              <a:gd name="connsiteY980" fmla="*/ 919118 h 968306"/>
              <a:gd name="connsiteX981" fmla="*/ 2046161 w 5114885"/>
              <a:gd name="connsiteY981" fmla="*/ 903402 h 968306"/>
              <a:gd name="connsiteX982" fmla="*/ 2043017 w 5114885"/>
              <a:gd name="connsiteY982" fmla="*/ 897116 h 968306"/>
              <a:gd name="connsiteX983" fmla="*/ 2038350 w 5114885"/>
              <a:gd name="connsiteY983" fmla="*/ 888734 h 968306"/>
              <a:gd name="connsiteX984" fmla="*/ 2017395 w 5114885"/>
              <a:gd name="connsiteY984" fmla="*/ 855206 h 968306"/>
              <a:gd name="connsiteX985" fmla="*/ 2014823 w 5114885"/>
              <a:gd name="connsiteY985" fmla="*/ 851491 h 968306"/>
              <a:gd name="connsiteX986" fmla="*/ 2007489 w 5114885"/>
              <a:gd name="connsiteY986" fmla="*/ 841490 h 968306"/>
              <a:gd name="connsiteX987" fmla="*/ 1981867 w 5114885"/>
              <a:gd name="connsiteY987" fmla="*/ 834632 h 968306"/>
              <a:gd name="connsiteX988" fmla="*/ 1964531 w 5114885"/>
              <a:gd name="connsiteY988" fmla="*/ 847205 h 968306"/>
              <a:gd name="connsiteX989" fmla="*/ 1957768 w 5114885"/>
              <a:gd name="connsiteY989" fmla="*/ 857206 h 968306"/>
              <a:gd name="connsiteX990" fmla="*/ 1957768 w 5114885"/>
              <a:gd name="connsiteY990" fmla="*/ 918452 h 968306"/>
              <a:gd name="connsiteX991" fmla="*/ 1957197 w 5114885"/>
              <a:gd name="connsiteY991" fmla="*/ 922166 h 968306"/>
              <a:gd name="connsiteX992" fmla="*/ 1957197 w 5114885"/>
              <a:gd name="connsiteY992" fmla="*/ 925310 h 968306"/>
              <a:gd name="connsiteX993" fmla="*/ 1956721 w 5114885"/>
              <a:gd name="connsiteY993" fmla="*/ 939978 h 968306"/>
              <a:gd name="connsiteX994" fmla="*/ 1926812 w 5114885"/>
              <a:gd name="connsiteY994" fmla="*/ 939978 h 968306"/>
              <a:gd name="connsiteX995" fmla="*/ 1888998 w 5114885"/>
              <a:gd name="connsiteY995" fmla="*/ 943217 h 968306"/>
              <a:gd name="connsiteX996" fmla="*/ 1896332 w 5114885"/>
              <a:gd name="connsiteY996" fmla="*/ 950551 h 968306"/>
              <a:gd name="connsiteX997" fmla="*/ 1957673 w 5114885"/>
              <a:gd name="connsiteY997" fmla="*/ 949979 h 968306"/>
              <a:gd name="connsiteX998" fmla="*/ 1967103 w 5114885"/>
              <a:gd name="connsiteY998" fmla="*/ 944264 h 968306"/>
              <a:gd name="connsiteX999" fmla="*/ 1967103 w 5114885"/>
              <a:gd name="connsiteY999" fmla="*/ 926453 h 968306"/>
              <a:gd name="connsiteX1000" fmla="*/ 1967103 w 5114885"/>
              <a:gd name="connsiteY1000" fmla="*/ 923881 h 968306"/>
              <a:gd name="connsiteX1001" fmla="*/ 1967675 w 5114885"/>
              <a:gd name="connsiteY1001" fmla="*/ 917594 h 968306"/>
              <a:gd name="connsiteX1002" fmla="*/ 1969199 w 5114885"/>
              <a:gd name="connsiteY1002" fmla="*/ 856349 h 968306"/>
              <a:gd name="connsiteX1003" fmla="*/ 1972342 w 5114885"/>
              <a:gd name="connsiteY1003" fmla="*/ 854825 h 968306"/>
              <a:gd name="connsiteX1004" fmla="*/ 1987582 w 5114885"/>
              <a:gd name="connsiteY1004" fmla="*/ 843299 h 968306"/>
              <a:gd name="connsiteX1005" fmla="*/ 1991201 w 5114885"/>
              <a:gd name="connsiteY1005" fmla="*/ 840728 h 968306"/>
              <a:gd name="connsiteX1006" fmla="*/ 2006918 w 5114885"/>
              <a:gd name="connsiteY1006" fmla="*/ 857492 h 968306"/>
              <a:gd name="connsiteX1007" fmla="*/ 2010061 w 5114885"/>
              <a:gd name="connsiteY1007" fmla="*/ 862254 h 968306"/>
              <a:gd name="connsiteX1008" fmla="*/ 2031016 w 5114885"/>
              <a:gd name="connsiteY1008" fmla="*/ 895782 h 968306"/>
              <a:gd name="connsiteX1009" fmla="*/ 2035207 w 5114885"/>
              <a:gd name="connsiteY1009" fmla="*/ 903688 h 968306"/>
              <a:gd name="connsiteX1010" fmla="*/ 2036255 w 5114885"/>
              <a:gd name="connsiteY1010" fmla="*/ 906355 h 968306"/>
              <a:gd name="connsiteX1011" fmla="*/ 2037302 w 5114885"/>
              <a:gd name="connsiteY1011" fmla="*/ 908927 h 968306"/>
              <a:gd name="connsiteX1012" fmla="*/ 2048828 w 5114885"/>
              <a:gd name="connsiteY1012" fmla="*/ 926738 h 968306"/>
              <a:gd name="connsiteX1013" fmla="*/ 2053495 w 5114885"/>
              <a:gd name="connsiteY1013" fmla="*/ 937787 h 968306"/>
              <a:gd name="connsiteX1014" fmla="*/ 2056162 w 5114885"/>
              <a:gd name="connsiteY1014" fmla="*/ 943026 h 968306"/>
              <a:gd name="connsiteX1015" fmla="*/ 2066639 w 5114885"/>
              <a:gd name="connsiteY1015" fmla="*/ 953504 h 968306"/>
              <a:gd name="connsiteX1016" fmla="*/ 2076069 w 5114885"/>
              <a:gd name="connsiteY1016" fmla="*/ 953027 h 968306"/>
              <a:gd name="connsiteX1017" fmla="*/ 2095976 w 5114885"/>
              <a:gd name="connsiteY1017" fmla="*/ 954551 h 968306"/>
              <a:gd name="connsiteX1018" fmla="*/ 2132648 w 5114885"/>
              <a:gd name="connsiteY1018" fmla="*/ 956647 h 968306"/>
              <a:gd name="connsiteX1019" fmla="*/ 2136267 w 5114885"/>
              <a:gd name="connsiteY1019" fmla="*/ 956171 h 968306"/>
              <a:gd name="connsiteX1020" fmla="*/ 2150936 w 5114885"/>
              <a:gd name="connsiteY1020" fmla="*/ 956171 h 968306"/>
              <a:gd name="connsiteX1021" fmla="*/ 2156174 w 5114885"/>
              <a:gd name="connsiteY1021" fmla="*/ 946741 h 968306"/>
              <a:gd name="connsiteX1022" fmla="*/ 2140934 w 5114885"/>
              <a:gd name="connsiteY1022" fmla="*/ 923690 h 968306"/>
              <a:gd name="connsiteX1023" fmla="*/ 2129981 w 5114885"/>
              <a:gd name="connsiteY1023" fmla="*/ 903783 h 968306"/>
              <a:gd name="connsiteX1024" fmla="*/ 2084356 w 5114885"/>
              <a:gd name="connsiteY1024" fmla="*/ 832536 h 968306"/>
              <a:gd name="connsiteX1025" fmla="*/ 2063401 w 5114885"/>
              <a:gd name="connsiteY1025" fmla="*/ 803199 h 968306"/>
              <a:gd name="connsiteX1026" fmla="*/ 2061305 w 5114885"/>
              <a:gd name="connsiteY1026" fmla="*/ 800056 h 968306"/>
              <a:gd name="connsiteX1027" fmla="*/ 2058638 w 5114885"/>
              <a:gd name="connsiteY1027" fmla="*/ 797960 h 968306"/>
              <a:gd name="connsiteX1028" fmla="*/ 2053400 w 5114885"/>
              <a:gd name="connsiteY1028" fmla="*/ 790055 h 968306"/>
              <a:gd name="connsiteX1029" fmla="*/ 2050828 w 5114885"/>
              <a:gd name="connsiteY1029" fmla="*/ 787483 h 968306"/>
              <a:gd name="connsiteX1030" fmla="*/ 2047208 w 5114885"/>
              <a:gd name="connsiteY1030" fmla="*/ 782244 h 968306"/>
              <a:gd name="connsiteX1031" fmla="*/ 2080736 w 5114885"/>
              <a:gd name="connsiteY1031" fmla="*/ 742430 h 968306"/>
              <a:gd name="connsiteX1032" fmla="*/ 2084451 w 5114885"/>
              <a:gd name="connsiteY1032" fmla="*/ 739858 h 968306"/>
              <a:gd name="connsiteX1033" fmla="*/ 2087594 w 5114885"/>
              <a:gd name="connsiteY1033" fmla="*/ 737762 h 968306"/>
              <a:gd name="connsiteX1034" fmla="*/ 2112169 w 5114885"/>
              <a:gd name="connsiteY1034" fmla="*/ 711569 h 968306"/>
              <a:gd name="connsiteX1035" fmla="*/ 2137886 w 5114885"/>
              <a:gd name="connsiteY1035" fmla="*/ 686994 h 968306"/>
              <a:gd name="connsiteX1036" fmla="*/ 2137886 w 5114885"/>
              <a:gd name="connsiteY1036" fmla="*/ 680136 h 968306"/>
              <a:gd name="connsiteX1037" fmla="*/ 2133124 w 5114885"/>
              <a:gd name="connsiteY1037" fmla="*/ 679088 h 968306"/>
              <a:gd name="connsiteX1038" fmla="*/ 2126361 w 5114885"/>
              <a:gd name="connsiteY1038" fmla="*/ 679088 h 968306"/>
              <a:gd name="connsiteX1039" fmla="*/ 2099691 w 5114885"/>
              <a:gd name="connsiteY1039" fmla="*/ 676993 h 968306"/>
              <a:gd name="connsiteX1040" fmla="*/ 2095500 w 5114885"/>
              <a:gd name="connsiteY1040" fmla="*/ 676993 h 968306"/>
              <a:gd name="connsiteX1041" fmla="*/ 2085023 w 5114885"/>
              <a:gd name="connsiteY1041" fmla="*/ 678041 h 968306"/>
              <a:gd name="connsiteX1042" fmla="*/ 2068735 w 5114885"/>
              <a:gd name="connsiteY1042" fmla="*/ 679088 h 968306"/>
              <a:gd name="connsiteX1043" fmla="*/ 2054066 w 5114885"/>
              <a:gd name="connsiteY1043" fmla="*/ 684327 h 968306"/>
              <a:gd name="connsiteX1044" fmla="*/ 1980152 w 5114885"/>
              <a:gd name="connsiteY1044" fmla="*/ 756146 h 968306"/>
              <a:gd name="connsiteX1045" fmla="*/ 1969675 w 5114885"/>
              <a:gd name="connsiteY1045" fmla="*/ 763480 h 968306"/>
              <a:gd name="connsiteX1046" fmla="*/ 1967579 w 5114885"/>
              <a:gd name="connsiteY1046" fmla="*/ 758717 h 968306"/>
              <a:gd name="connsiteX1047" fmla="*/ 1965484 w 5114885"/>
              <a:gd name="connsiteY1047" fmla="*/ 711569 h 968306"/>
              <a:gd name="connsiteX1048" fmla="*/ 1961769 w 5114885"/>
              <a:gd name="connsiteY1048" fmla="*/ 617271 h 968306"/>
              <a:gd name="connsiteX1049" fmla="*/ 1961293 w 5114885"/>
              <a:gd name="connsiteY1049" fmla="*/ 580600 h 968306"/>
              <a:gd name="connsiteX1050" fmla="*/ 1955578 w 5114885"/>
              <a:gd name="connsiteY1050" fmla="*/ 575933 h 968306"/>
              <a:gd name="connsiteX1051" fmla="*/ 1893761 w 5114885"/>
              <a:gd name="connsiteY1051" fmla="*/ 578028 h 968306"/>
              <a:gd name="connsiteX1052" fmla="*/ 1885950 w 5114885"/>
              <a:gd name="connsiteY1052" fmla="*/ 587458 h 968306"/>
              <a:gd name="connsiteX1053" fmla="*/ 1885950 w 5114885"/>
              <a:gd name="connsiteY1053" fmla="*/ 595364 h 968306"/>
              <a:gd name="connsiteX1054" fmla="*/ 1884902 w 5114885"/>
              <a:gd name="connsiteY1054" fmla="*/ 682803 h 968306"/>
              <a:gd name="connsiteX1055" fmla="*/ 1889570 w 5114885"/>
              <a:gd name="connsiteY1055" fmla="*/ 931596 h 968306"/>
              <a:gd name="connsiteX1056" fmla="*/ 1889570 w 5114885"/>
              <a:gd name="connsiteY1056" fmla="*/ 940454 h 968306"/>
              <a:gd name="connsiteX1057" fmla="*/ 1889093 w 5114885"/>
              <a:gd name="connsiteY1057" fmla="*/ 943598 h 968306"/>
              <a:gd name="connsiteX1058" fmla="*/ 1678400 w 5114885"/>
              <a:gd name="connsiteY1058" fmla="*/ 944741 h 968306"/>
              <a:gd name="connsiteX1059" fmla="*/ 1677924 w 5114885"/>
              <a:gd name="connsiteY1059" fmla="*/ 944741 h 968306"/>
              <a:gd name="connsiteX1060" fmla="*/ 1678972 w 5114885"/>
              <a:gd name="connsiteY1060" fmla="*/ 940073 h 968306"/>
              <a:gd name="connsiteX1061" fmla="*/ 1678972 w 5114885"/>
              <a:gd name="connsiteY1061" fmla="*/ 932168 h 968306"/>
              <a:gd name="connsiteX1062" fmla="*/ 1678400 w 5114885"/>
              <a:gd name="connsiteY1062" fmla="*/ 876161 h 968306"/>
              <a:gd name="connsiteX1063" fmla="*/ 1678972 w 5114885"/>
              <a:gd name="connsiteY1063" fmla="*/ 810629 h 968306"/>
              <a:gd name="connsiteX1064" fmla="*/ 1678972 w 5114885"/>
              <a:gd name="connsiteY1064" fmla="*/ 779672 h 968306"/>
              <a:gd name="connsiteX1065" fmla="*/ 1679448 w 5114885"/>
              <a:gd name="connsiteY1065" fmla="*/ 776053 h 968306"/>
              <a:gd name="connsiteX1066" fmla="*/ 1680020 w 5114885"/>
              <a:gd name="connsiteY1066" fmla="*/ 765004 h 968306"/>
              <a:gd name="connsiteX1067" fmla="*/ 1680020 w 5114885"/>
              <a:gd name="connsiteY1067" fmla="*/ 687470 h 968306"/>
              <a:gd name="connsiteX1068" fmla="*/ 1702499 w 5114885"/>
              <a:gd name="connsiteY1068" fmla="*/ 689090 h 968306"/>
              <a:gd name="connsiteX1069" fmla="*/ 1704594 w 5114885"/>
              <a:gd name="connsiteY1069" fmla="*/ 689661 h 968306"/>
              <a:gd name="connsiteX1070" fmla="*/ 1737074 w 5114885"/>
              <a:gd name="connsiteY1070" fmla="*/ 689661 h 968306"/>
              <a:gd name="connsiteX1071" fmla="*/ 1738122 w 5114885"/>
              <a:gd name="connsiteY1071" fmla="*/ 714807 h 968306"/>
              <a:gd name="connsiteX1072" fmla="*/ 1751267 w 5114885"/>
              <a:gd name="connsiteY1072" fmla="*/ 723761 h 968306"/>
              <a:gd name="connsiteX1073" fmla="*/ 1762792 w 5114885"/>
              <a:gd name="connsiteY1073" fmla="*/ 715379 h 968306"/>
              <a:gd name="connsiteX1074" fmla="*/ 1766411 w 5114885"/>
              <a:gd name="connsiteY1074" fmla="*/ 712235 h 968306"/>
              <a:gd name="connsiteX1075" fmla="*/ 1776889 w 5114885"/>
              <a:gd name="connsiteY1075" fmla="*/ 703377 h 968306"/>
              <a:gd name="connsiteX1076" fmla="*/ 1784223 w 5114885"/>
              <a:gd name="connsiteY1076" fmla="*/ 695471 h 968306"/>
              <a:gd name="connsiteX1077" fmla="*/ 1790033 w 5114885"/>
              <a:gd name="connsiteY1077" fmla="*/ 691280 h 968306"/>
              <a:gd name="connsiteX1078" fmla="*/ 1796320 w 5114885"/>
              <a:gd name="connsiteY1078" fmla="*/ 688137 h 968306"/>
              <a:gd name="connsiteX1079" fmla="*/ 1808893 w 5114885"/>
              <a:gd name="connsiteY1079" fmla="*/ 684422 h 968306"/>
              <a:gd name="connsiteX1080" fmla="*/ 1819847 w 5114885"/>
              <a:gd name="connsiteY1080" fmla="*/ 682898 h 968306"/>
              <a:gd name="connsiteX1081" fmla="*/ 1825085 w 5114885"/>
              <a:gd name="connsiteY1081" fmla="*/ 681851 h 968306"/>
              <a:gd name="connsiteX1082" fmla="*/ 1828229 w 5114885"/>
              <a:gd name="connsiteY1082" fmla="*/ 682422 h 968306"/>
              <a:gd name="connsiteX1083" fmla="*/ 1831372 w 5114885"/>
              <a:gd name="connsiteY1083" fmla="*/ 684518 h 968306"/>
              <a:gd name="connsiteX1084" fmla="*/ 1829276 w 5114885"/>
              <a:gd name="connsiteY1084" fmla="*/ 710140 h 968306"/>
              <a:gd name="connsiteX1085" fmla="*/ 1830324 w 5114885"/>
              <a:gd name="connsiteY1085" fmla="*/ 717474 h 968306"/>
              <a:gd name="connsiteX1086" fmla="*/ 1832896 w 5114885"/>
              <a:gd name="connsiteY1086" fmla="*/ 739477 h 968306"/>
              <a:gd name="connsiteX1087" fmla="*/ 1822990 w 5114885"/>
              <a:gd name="connsiteY1087" fmla="*/ 740048 h 968306"/>
              <a:gd name="connsiteX1088" fmla="*/ 1815656 w 5114885"/>
              <a:gd name="connsiteY1088" fmla="*/ 741096 h 968306"/>
              <a:gd name="connsiteX1089" fmla="*/ 1813084 w 5114885"/>
              <a:gd name="connsiteY1089" fmla="*/ 740525 h 968306"/>
              <a:gd name="connsiteX1090" fmla="*/ 1763268 w 5114885"/>
              <a:gd name="connsiteY1090" fmla="*/ 758336 h 968306"/>
              <a:gd name="connsiteX1091" fmla="*/ 1759077 w 5114885"/>
              <a:gd name="connsiteY1091" fmla="*/ 764051 h 968306"/>
              <a:gd name="connsiteX1092" fmla="*/ 1756982 w 5114885"/>
              <a:gd name="connsiteY1092" fmla="*/ 767766 h 968306"/>
              <a:gd name="connsiteX1093" fmla="*/ 1755458 w 5114885"/>
              <a:gd name="connsiteY1093" fmla="*/ 769862 h 968306"/>
              <a:gd name="connsiteX1094" fmla="*/ 1750790 w 5114885"/>
              <a:gd name="connsiteY1094" fmla="*/ 775100 h 968306"/>
              <a:gd name="connsiteX1095" fmla="*/ 1748123 w 5114885"/>
              <a:gd name="connsiteY1095" fmla="*/ 782435 h 968306"/>
              <a:gd name="connsiteX1096" fmla="*/ 1746599 w 5114885"/>
              <a:gd name="connsiteY1096" fmla="*/ 785006 h 968306"/>
              <a:gd name="connsiteX1097" fmla="*/ 1744980 w 5114885"/>
              <a:gd name="connsiteY1097" fmla="*/ 791293 h 968306"/>
              <a:gd name="connsiteX1098" fmla="*/ 1744504 w 5114885"/>
              <a:gd name="connsiteY1098" fmla="*/ 795484 h 968306"/>
              <a:gd name="connsiteX1099" fmla="*/ 1742885 w 5114885"/>
              <a:gd name="connsiteY1099" fmla="*/ 800723 h 968306"/>
              <a:gd name="connsiteX1100" fmla="*/ 1742408 w 5114885"/>
              <a:gd name="connsiteY1100" fmla="*/ 802818 h 968306"/>
              <a:gd name="connsiteX1101" fmla="*/ 1738789 w 5114885"/>
              <a:gd name="connsiteY1101" fmla="*/ 821678 h 968306"/>
              <a:gd name="connsiteX1102" fmla="*/ 1737741 w 5114885"/>
              <a:gd name="connsiteY1102" fmla="*/ 835298 h 968306"/>
              <a:gd name="connsiteX1103" fmla="*/ 1736693 w 5114885"/>
              <a:gd name="connsiteY1103" fmla="*/ 861492 h 968306"/>
              <a:gd name="connsiteX1104" fmla="*/ 1736122 w 5114885"/>
              <a:gd name="connsiteY1104" fmla="*/ 896544 h 968306"/>
              <a:gd name="connsiteX1105" fmla="*/ 1736122 w 5114885"/>
              <a:gd name="connsiteY1105" fmla="*/ 919023 h 968306"/>
              <a:gd name="connsiteX1106" fmla="*/ 1737741 w 5114885"/>
              <a:gd name="connsiteY1106" fmla="*/ 927977 h 968306"/>
              <a:gd name="connsiteX1107" fmla="*/ 1737741 w 5114885"/>
              <a:gd name="connsiteY1107" fmla="*/ 937883 h 968306"/>
              <a:gd name="connsiteX1108" fmla="*/ 1737170 w 5114885"/>
              <a:gd name="connsiteY1108" fmla="*/ 944169 h 968306"/>
              <a:gd name="connsiteX1109" fmla="*/ 1678496 w 5114885"/>
              <a:gd name="connsiteY1109" fmla="*/ 944645 h 968306"/>
              <a:gd name="connsiteX1110" fmla="*/ 1669066 w 5114885"/>
              <a:gd name="connsiteY1110" fmla="*/ 937787 h 968306"/>
              <a:gd name="connsiteX1111" fmla="*/ 1667447 w 5114885"/>
              <a:gd name="connsiteY1111" fmla="*/ 947217 h 968306"/>
              <a:gd name="connsiteX1112" fmla="*/ 1668494 w 5114885"/>
              <a:gd name="connsiteY1112" fmla="*/ 950360 h 968306"/>
              <a:gd name="connsiteX1113" fmla="*/ 1672209 w 5114885"/>
              <a:gd name="connsiteY1113" fmla="*/ 954075 h 968306"/>
              <a:gd name="connsiteX1114" fmla="*/ 1721453 w 5114885"/>
              <a:gd name="connsiteY1114" fmla="*/ 954075 h 968306"/>
              <a:gd name="connsiteX1115" fmla="*/ 1746599 w 5114885"/>
              <a:gd name="connsiteY1115" fmla="*/ 946169 h 968306"/>
              <a:gd name="connsiteX1116" fmla="*/ 1747647 w 5114885"/>
              <a:gd name="connsiteY1116" fmla="*/ 938359 h 968306"/>
              <a:gd name="connsiteX1117" fmla="*/ 1747647 w 5114885"/>
              <a:gd name="connsiteY1117" fmla="*/ 926834 h 968306"/>
              <a:gd name="connsiteX1118" fmla="*/ 1746028 w 5114885"/>
              <a:gd name="connsiteY1118" fmla="*/ 917975 h 968306"/>
              <a:gd name="connsiteX1119" fmla="*/ 1746028 w 5114885"/>
              <a:gd name="connsiteY1119" fmla="*/ 897020 h 968306"/>
              <a:gd name="connsiteX1120" fmla="*/ 1747076 w 5114885"/>
              <a:gd name="connsiteY1120" fmla="*/ 861397 h 968306"/>
              <a:gd name="connsiteX1121" fmla="*/ 1747647 w 5114885"/>
              <a:gd name="connsiteY1121" fmla="*/ 835679 h 968306"/>
              <a:gd name="connsiteX1122" fmla="*/ 1748695 w 5114885"/>
              <a:gd name="connsiteY1122" fmla="*/ 823106 h 968306"/>
              <a:gd name="connsiteX1123" fmla="*/ 1751267 w 5114885"/>
              <a:gd name="connsiteY1123" fmla="*/ 811105 h 968306"/>
              <a:gd name="connsiteX1124" fmla="*/ 1751838 w 5114885"/>
              <a:gd name="connsiteY1124" fmla="*/ 804247 h 968306"/>
              <a:gd name="connsiteX1125" fmla="*/ 1752886 w 5114885"/>
              <a:gd name="connsiteY1125" fmla="*/ 802628 h 968306"/>
              <a:gd name="connsiteX1126" fmla="*/ 1754981 w 5114885"/>
              <a:gd name="connsiteY1126" fmla="*/ 796913 h 968306"/>
              <a:gd name="connsiteX1127" fmla="*/ 1754981 w 5114885"/>
              <a:gd name="connsiteY1127" fmla="*/ 792245 h 968306"/>
              <a:gd name="connsiteX1128" fmla="*/ 1757648 w 5114885"/>
              <a:gd name="connsiteY1128" fmla="*/ 787007 h 968306"/>
              <a:gd name="connsiteX1129" fmla="*/ 1758696 w 5114885"/>
              <a:gd name="connsiteY1129" fmla="*/ 784911 h 968306"/>
              <a:gd name="connsiteX1130" fmla="*/ 1759172 w 5114885"/>
              <a:gd name="connsiteY1130" fmla="*/ 781768 h 968306"/>
              <a:gd name="connsiteX1131" fmla="*/ 1759744 w 5114885"/>
              <a:gd name="connsiteY1131" fmla="*/ 779672 h 968306"/>
              <a:gd name="connsiteX1132" fmla="*/ 1762316 w 5114885"/>
              <a:gd name="connsiteY1132" fmla="*/ 776529 h 968306"/>
              <a:gd name="connsiteX1133" fmla="*/ 1765459 w 5114885"/>
              <a:gd name="connsiteY1133" fmla="*/ 773386 h 968306"/>
              <a:gd name="connsiteX1134" fmla="*/ 1766983 w 5114885"/>
              <a:gd name="connsiteY1134" fmla="*/ 771290 h 968306"/>
              <a:gd name="connsiteX1135" fmla="*/ 1768031 w 5114885"/>
              <a:gd name="connsiteY1135" fmla="*/ 769195 h 968306"/>
              <a:gd name="connsiteX1136" fmla="*/ 1770698 w 5114885"/>
              <a:gd name="connsiteY1136" fmla="*/ 765480 h 968306"/>
              <a:gd name="connsiteX1137" fmla="*/ 1814703 w 5114885"/>
              <a:gd name="connsiteY1137" fmla="*/ 750812 h 968306"/>
              <a:gd name="connsiteX1138" fmla="*/ 1819370 w 5114885"/>
              <a:gd name="connsiteY1138" fmla="*/ 750812 h 968306"/>
              <a:gd name="connsiteX1139" fmla="*/ 1825181 w 5114885"/>
              <a:gd name="connsiteY1139" fmla="*/ 749288 h 968306"/>
              <a:gd name="connsiteX1140" fmla="*/ 1833563 w 5114885"/>
              <a:gd name="connsiteY1140" fmla="*/ 749288 h 968306"/>
              <a:gd name="connsiteX1141" fmla="*/ 1836230 w 5114885"/>
              <a:gd name="connsiteY1141" fmla="*/ 749859 h 968306"/>
              <a:gd name="connsiteX1142" fmla="*/ 1843564 w 5114885"/>
              <a:gd name="connsiteY1142" fmla="*/ 738810 h 968306"/>
              <a:gd name="connsiteX1143" fmla="*/ 1840897 w 5114885"/>
              <a:gd name="connsiteY1143" fmla="*/ 717284 h 968306"/>
              <a:gd name="connsiteX1144" fmla="*/ 1839373 w 5114885"/>
              <a:gd name="connsiteY1144" fmla="*/ 708902 h 968306"/>
              <a:gd name="connsiteX1145" fmla="*/ 1833563 w 5114885"/>
              <a:gd name="connsiteY1145" fmla="*/ 672707 h 968306"/>
              <a:gd name="connsiteX1146" fmla="*/ 1829943 w 5114885"/>
              <a:gd name="connsiteY1146" fmla="*/ 672135 h 968306"/>
              <a:gd name="connsiteX1147" fmla="*/ 1826800 w 5114885"/>
              <a:gd name="connsiteY1147" fmla="*/ 671564 h 968306"/>
              <a:gd name="connsiteX1148" fmla="*/ 1822609 w 5114885"/>
              <a:gd name="connsiteY1148" fmla="*/ 672135 h 968306"/>
              <a:gd name="connsiteX1149" fmla="*/ 1818418 w 5114885"/>
              <a:gd name="connsiteY1149" fmla="*/ 672707 h 968306"/>
              <a:gd name="connsiteX1150" fmla="*/ 1808988 w 5114885"/>
              <a:gd name="connsiteY1150" fmla="*/ 673754 h 968306"/>
              <a:gd name="connsiteX1151" fmla="*/ 1793748 w 5114885"/>
              <a:gd name="connsiteY1151" fmla="*/ 677945 h 968306"/>
              <a:gd name="connsiteX1152" fmla="*/ 1791653 w 5114885"/>
              <a:gd name="connsiteY1152" fmla="*/ 677945 h 968306"/>
              <a:gd name="connsiteX1153" fmla="*/ 1784318 w 5114885"/>
              <a:gd name="connsiteY1153" fmla="*/ 682708 h 968306"/>
              <a:gd name="connsiteX1154" fmla="*/ 1777556 w 5114885"/>
              <a:gd name="connsiteY1154" fmla="*/ 687947 h 968306"/>
              <a:gd name="connsiteX1155" fmla="*/ 1770221 w 5114885"/>
              <a:gd name="connsiteY1155" fmla="*/ 695852 h 968306"/>
              <a:gd name="connsiteX1156" fmla="*/ 1759268 w 5114885"/>
              <a:gd name="connsiteY1156" fmla="*/ 705282 h 968306"/>
              <a:gd name="connsiteX1157" fmla="*/ 1756696 w 5114885"/>
              <a:gd name="connsiteY1157" fmla="*/ 707378 h 968306"/>
              <a:gd name="connsiteX1158" fmla="*/ 1748885 w 5114885"/>
              <a:gd name="connsiteY1158" fmla="*/ 713664 h 968306"/>
              <a:gd name="connsiteX1159" fmla="*/ 1746790 w 5114885"/>
              <a:gd name="connsiteY1159" fmla="*/ 683756 h 968306"/>
              <a:gd name="connsiteX1160" fmla="*/ 1704308 w 5114885"/>
              <a:gd name="connsiteY1160" fmla="*/ 679088 h 968306"/>
              <a:gd name="connsiteX1161" fmla="*/ 1701641 w 5114885"/>
              <a:gd name="connsiteY1161" fmla="*/ 679088 h 968306"/>
              <a:gd name="connsiteX1162" fmla="*/ 1669733 w 5114885"/>
              <a:gd name="connsiteY1162" fmla="*/ 683279 h 968306"/>
              <a:gd name="connsiteX1163" fmla="*/ 1670780 w 5114885"/>
              <a:gd name="connsiteY1163" fmla="*/ 733571 h 968306"/>
              <a:gd name="connsiteX1164" fmla="*/ 1669733 w 5114885"/>
              <a:gd name="connsiteY1164" fmla="*/ 774434 h 968306"/>
              <a:gd name="connsiteX1165" fmla="*/ 1668685 w 5114885"/>
              <a:gd name="connsiteY1165" fmla="*/ 779672 h 968306"/>
              <a:gd name="connsiteX1166" fmla="*/ 1669256 w 5114885"/>
              <a:gd name="connsiteY1166" fmla="*/ 810629 h 968306"/>
              <a:gd name="connsiteX1167" fmla="*/ 1669256 w 5114885"/>
              <a:gd name="connsiteY1167" fmla="*/ 932644 h 968306"/>
              <a:gd name="connsiteX1168" fmla="*/ 1669256 w 5114885"/>
              <a:gd name="connsiteY1168" fmla="*/ 937883 h 968306"/>
              <a:gd name="connsiteX1169" fmla="*/ 1507331 w 5114885"/>
              <a:gd name="connsiteY1169" fmla="*/ 730428 h 968306"/>
              <a:gd name="connsiteX1170" fmla="*/ 1470660 w 5114885"/>
              <a:gd name="connsiteY1170" fmla="*/ 730428 h 968306"/>
              <a:gd name="connsiteX1171" fmla="*/ 1457516 w 5114885"/>
              <a:gd name="connsiteY1171" fmla="*/ 734619 h 968306"/>
              <a:gd name="connsiteX1172" fmla="*/ 1454849 w 5114885"/>
              <a:gd name="connsiteY1172" fmla="*/ 736715 h 968306"/>
              <a:gd name="connsiteX1173" fmla="*/ 1448086 w 5114885"/>
              <a:gd name="connsiteY1173" fmla="*/ 740906 h 968306"/>
              <a:gd name="connsiteX1174" fmla="*/ 1434941 w 5114885"/>
              <a:gd name="connsiteY1174" fmla="*/ 754050 h 968306"/>
              <a:gd name="connsiteX1175" fmla="*/ 1424464 w 5114885"/>
              <a:gd name="connsiteY1175" fmla="*/ 779672 h 968306"/>
              <a:gd name="connsiteX1176" fmla="*/ 1440180 w 5114885"/>
              <a:gd name="connsiteY1176" fmla="*/ 791198 h 968306"/>
              <a:gd name="connsiteX1177" fmla="*/ 1443323 w 5114885"/>
              <a:gd name="connsiteY1177" fmla="*/ 790626 h 968306"/>
              <a:gd name="connsiteX1178" fmla="*/ 1533906 w 5114885"/>
              <a:gd name="connsiteY1178" fmla="*/ 793198 h 968306"/>
              <a:gd name="connsiteX1179" fmla="*/ 1550670 w 5114885"/>
              <a:gd name="connsiteY1179" fmla="*/ 787483 h 968306"/>
              <a:gd name="connsiteX1180" fmla="*/ 1543907 w 5114885"/>
              <a:gd name="connsiteY1180" fmla="*/ 751288 h 968306"/>
              <a:gd name="connsiteX1181" fmla="*/ 1526096 w 5114885"/>
              <a:gd name="connsiteY1181" fmla="*/ 737667 h 968306"/>
              <a:gd name="connsiteX1182" fmla="*/ 1507236 w 5114885"/>
              <a:gd name="connsiteY1182" fmla="*/ 730333 h 968306"/>
              <a:gd name="connsiteX1183" fmla="*/ 1544384 w 5114885"/>
              <a:gd name="connsiteY1183" fmla="*/ 779577 h 968306"/>
              <a:gd name="connsiteX1184" fmla="*/ 1533430 w 5114885"/>
              <a:gd name="connsiteY1184" fmla="*/ 783292 h 968306"/>
              <a:gd name="connsiteX1185" fmla="*/ 1441228 w 5114885"/>
              <a:gd name="connsiteY1185" fmla="*/ 780720 h 968306"/>
              <a:gd name="connsiteX1186" fmla="*/ 1438085 w 5114885"/>
              <a:gd name="connsiteY1186" fmla="*/ 781292 h 968306"/>
              <a:gd name="connsiteX1187" fmla="*/ 1434370 w 5114885"/>
              <a:gd name="connsiteY1187" fmla="*/ 781863 h 968306"/>
              <a:gd name="connsiteX1188" fmla="*/ 1442752 w 5114885"/>
              <a:gd name="connsiteY1188" fmla="*/ 759860 h 968306"/>
              <a:gd name="connsiteX1189" fmla="*/ 1452658 w 5114885"/>
              <a:gd name="connsiteY1189" fmla="*/ 749954 h 968306"/>
              <a:gd name="connsiteX1190" fmla="*/ 1461040 w 5114885"/>
              <a:gd name="connsiteY1190" fmla="*/ 745192 h 968306"/>
              <a:gd name="connsiteX1191" fmla="*/ 1463135 w 5114885"/>
              <a:gd name="connsiteY1191" fmla="*/ 743096 h 968306"/>
              <a:gd name="connsiteX1192" fmla="*/ 1473041 w 5114885"/>
              <a:gd name="connsiteY1192" fmla="*/ 740429 h 968306"/>
              <a:gd name="connsiteX1193" fmla="*/ 1504950 w 5114885"/>
              <a:gd name="connsiteY1193" fmla="*/ 740429 h 968306"/>
              <a:gd name="connsiteX1194" fmla="*/ 1521238 w 5114885"/>
              <a:gd name="connsiteY1194" fmla="*/ 746716 h 968306"/>
              <a:gd name="connsiteX1195" fmla="*/ 1535430 w 5114885"/>
              <a:gd name="connsiteY1195" fmla="*/ 757193 h 968306"/>
              <a:gd name="connsiteX1196" fmla="*/ 1544288 w 5114885"/>
              <a:gd name="connsiteY1196" fmla="*/ 779672 h 968306"/>
              <a:gd name="connsiteX1197" fmla="*/ 1558481 w 5114885"/>
              <a:gd name="connsiteY1197" fmla="*/ 876065 h 968306"/>
              <a:gd name="connsiteX1198" fmla="*/ 1607249 w 5114885"/>
              <a:gd name="connsiteY1198" fmla="*/ 875018 h 968306"/>
              <a:gd name="connsiteX1199" fmla="*/ 1596771 w 5114885"/>
              <a:gd name="connsiteY1199" fmla="*/ 900164 h 968306"/>
              <a:gd name="connsiteX1200" fmla="*/ 1590008 w 5114885"/>
              <a:gd name="connsiteY1200" fmla="*/ 909022 h 968306"/>
              <a:gd name="connsiteX1201" fmla="*/ 1578483 w 5114885"/>
              <a:gd name="connsiteY1201" fmla="*/ 920547 h 968306"/>
              <a:gd name="connsiteX1202" fmla="*/ 1556957 w 5114885"/>
              <a:gd name="connsiteY1202" fmla="*/ 932072 h 968306"/>
              <a:gd name="connsiteX1203" fmla="*/ 1554385 w 5114885"/>
              <a:gd name="connsiteY1203" fmla="*/ 934739 h 968306"/>
              <a:gd name="connsiteX1204" fmla="*/ 1551718 w 5114885"/>
              <a:gd name="connsiteY1204" fmla="*/ 936263 h 968306"/>
              <a:gd name="connsiteX1205" fmla="*/ 1540193 w 5114885"/>
              <a:gd name="connsiteY1205" fmla="*/ 942074 h 968306"/>
              <a:gd name="connsiteX1206" fmla="*/ 1534954 w 5114885"/>
              <a:gd name="connsiteY1206" fmla="*/ 943598 h 968306"/>
              <a:gd name="connsiteX1207" fmla="*/ 1530287 w 5114885"/>
              <a:gd name="connsiteY1207" fmla="*/ 945122 h 968306"/>
              <a:gd name="connsiteX1208" fmla="*/ 1450658 w 5114885"/>
              <a:gd name="connsiteY1208" fmla="*/ 943598 h 968306"/>
              <a:gd name="connsiteX1209" fmla="*/ 1424464 w 5114885"/>
              <a:gd name="connsiteY1209" fmla="*/ 935787 h 968306"/>
              <a:gd name="connsiteX1210" fmla="*/ 1395127 w 5114885"/>
              <a:gd name="connsiteY1210" fmla="*/ 913213 h 968306"/>
              <a:gd name="connsiteX1211" fmla="*/ 1366838 w 5114885"/>
              <a:gd name="connsiteY1211" fmla="*/ 862921 h 968306"/>
              <a:gd name="connsiteX1212" fmla="*/ 1364266 w 5114885"/>
              <a:gd name="connsiteY1212" fmla="*/ 852443 h 968306"/>
              <a:gd name="connsiteX1213" fmla="*/ 1362742 w 5114885"/>
              <a:gd name="connsiteY1213" fmla="*/ 848252 h 968306"/>
              <a:gd name="connsiteX1214" fmla="*/ 1361694 w 5114885"/>
              <a:gd name="connsiteY1214" fmla="*/ 841966 h 968306"/>
              <a:gd name="connsiteX1215" fmla="*/ 1359599 w 5114885"/>
              <a:gd name="connsiteY1215" fmla="*/ 828345 h 968306"/>
              <a:gd name="connsiteX1216" fmla="*/ 1360075 w 5114885"/>
              <a:gd name="connsiteY1216" fmla="*/ 824630 h 968306"/>
              <a:gd name="connsiteX1217" fmla="*/ 1360646 w 5114885"/>
              <a:gd name="connsiteY1217" fmla="*/ 820916 h 968306"/>
              <a:gd name="connsiteX1218" fmla="*/ 1360646 w 5114885"/>
              <a:gd name="connsiteY1218" fmla="*/ 817296 h 968306"/>
              <a:gd name="connsiteX1219" fmla="*/ 1361123 w 5114885"/>
              <a:gd name="connsiteY1219" fmla="*/ 810438 h 968306"/>
              <a:gd name="connsiteX1220" fmla="*/ 1386268 w 5114885"/>
              <a:gd name="connsiteY1220" fmla="*/ 741858 h 968306"/>
              <a:gd name="connsiteX1221" fmla="*/ 1398270 w 5114885"/>
              <a:gd name="connsiteY1221" fmla="*/ 724046 h 968306"/>
              <a:gd name="connsiteX1222" fmla="*/ 1436465 w 5114885"/>
              <a:gd name="connsiteY1222" fmla="*/ 694709 h 968306"/>
              <a:gd name="connsiteX1223" fmla="*/ 1467422 w 5114885"/>
              <a:gd name="connsiteY1223" fmla="*/ 685851 h 968306"/>
              <a:gd name="connsiteX1224" fmla="*/ 1525048 w 5114885"/>
              <a:gd name="connsiteY1224" fmla="*/ 686423 h 968306"/>
              <a:gd name="connsiteX1225" fmla="*/ 1528667 w 5114885"/>
              <a:gd name="connsiteY1225" fmla="*/ 687470 h 968306"/>
              <a:gd name="connsiteX1226" fmla="*/ 1558004 w 5114885"/>
              <a:gd name="connsiteY1226" fmla="*/ 699567 h 968306"/>
              <a:gd name="connsiteX1227" fmla="*/ 1576864 w 5114885"/>
              <a:gd name="connsiteY1227" fmla="*/ 721570 h 968306"/>
              <a:gd name="connsiteX1228" fmla="*/ 1608868 w 5114885"/>
              <a:gd name="connsiteY1228" fmla="*/ 799103 h 968306"/>
              <a:gd name="connsiteX1229" fmla="*/ 1609344 w 5114885"/>
              <a:gd name="connsiteY1229" fmla="*/ 803771 h 968306"/>
              <a:gd name="connsiteX1230" fmla="*/ 1609344 w 5114885"/>
              <a:gd name="connsiteY1230" fmla="*/ 807485 h 968306"/>
              <a:gd name="connsiteX1231" fmla="*/ 1609820 w 5114885"/>
              <a:gd name="connsiteY1231" fmla="*/ 813772 h 968306"/>
              <a:gd name="connsiteX1232" fmla="*/ 1611439 w 5114885"/>
              <a:gd name="connsiteY1232" fmla="*/ 821582 h 968306"/>
              <a:gd name="connsiteX1233" fmla="*/ 1612487 w 5114885"/>
              <a:gd name="connsiteY1233" fmla="*/ 826250 h 968306"/>
              <a:gd name="connsiteX1234" fmla="*/ 1580007 w 5114885"/>
              <a:gd name="connsiteY1234" fmla="*/ 824726 h 968306"/>
              <a:gd name="connsiteX1235" fmla="*/ 1507712 w 5114885"/>
              <a:gd name="connsiteY1235" fmla="*/ 827869 h 968306"/>
              <a:gd name="connsiteX1236" fmla="*/ 1484662 w 5114885"/>
              <a:gd name="connsiteY1236" fmla="*/ 828917 h 968306"/>
              <a:gd name="connsiteX1237" fmla="*/ 1433322 w 5114885"/>
              <a:gd name="connsiteY1237" fmla="*/ 829964 h 968306"/>
              <a:gd name="connsiteX1238" fmla="*/ 1424940 w 5114885"/>
              <a:gd name="connsiteY1238" fmla="*/ 864540 h 968306"/>
              <a:gd name="connsiteX1239" fmla="*/ 1427036 w 5114885"/>
              <a:gd name="connsiteY1239" fmla="*/ 869779 h 968306"/>
              <a:gd name="connsiteX1240" fmla="*/ 1428560 w 5114885"/>
              <a:gd name="connsiteY1240" fmla="*/ 873970 h 968306"/>
              <a:gd name="connsiteX1241" fmla="*/ 1430179 w 5114885"/>
              <a:gd name="connsiteY1241" fmla="*/ 877113 h 968306"/>
              <a:gd name="connsiteX1242" fmla="*/ 1432274 w 5114885"/>
              <a:gd name="connsiteY1242" fmla="*/ 879780 h 968306"/>
              <a:gd name="connsiteX1243" fmla="*/ 1435418 w 5114885"/>
              <a:gd name="connsiteY1243" fmla="*/ 883971 h 968306"/>
              <a:gd name="connsiteX1244" fmla="*/ 1440656 w 5114885"/>
              <a:gd name="connsiteY1244" fmla="*/ 889210 h 968306"/>
              <a:gd name="connsiteX1245" fmla="*/ 1445895 w 5114885"/>
              <a:gd name="connsiteY1245" fmla="*/ 895496 h 968306"/>
              <a:gd name="connsiteX1246" fmla="*/ 1475232 w 5114885"/>
              <a:gd name="connsiteY1246" fmla="*/ 908641 h 968306"/>
              <a:gd name="connsiteX1247" fmla="*/ 1478852 w 5114885"/>
              <a:gd name="connsiteY1247" fmla="*/ 909212 h 968306"/>
              <a:gd name="connsiteX1248" fmla="*/ 1512380 w 5114885"/>
              <a:gd name="connsiteY1248" fmla="*/ 905498 h 968306"/>
              <a:gd name="connsiteX1249" fmla="*/ 1558004 w 5114885"/>
              <a:gd name="connsiteY1249" fmla="*/ 876161 h 968306"/>
              <a:gd name="connsiteX1250" fmla="*/ 1558481 w 5114885"/>
              <a:gd name="connsiteY1250" fmla="*/ 876161 h 968306"/>
              <a:gd name="connsiteX1251" fmla="*/ 1433798 w 5114885"/>
              <a:gd name="connsiteY1251" fmla="*/ 839870 h 968306"/>
              <a:gd name="connsiteX1252" fmla="*/ 1486186 w 5114885"/>
              <a:gd name="connsiteY1252" fmla="*/ 838823 h 968306"/>
              <a:gd name="connsiteX1253" fmla="*/ 1507712 w 5114885"/>
              <a:gd name="connsiteY1253" fmla="*/ 837775 h 968306"/>
              <a:gd name="connsiteX1254" fmla="*/ 1580007 w 5114885"/>
              <a:gd name="connsiteY1254" fmla="*/ 834632 h 968306"/>
              <a:gd name="connsiteX1255" fmla="*/ 1600962 w 5114885"/>
              <a:gd name="connsiteY1255" fmla="*/ 836156 h 968306"/>
              <a:gd name="connsiteX1256" fmla="*/ 1619822 w 5114885"/>
              <a:gd name="connsiteY1256" fmla="*/ 812057 h 968306"/>
              <a:gd name="connsiteX1257" fmla="*/ 1619250 w 5114885"/>
              <a:gd name="connsiteY1257" fmla="*/ 806819 h 968306"/>
              <a:gd name="connsiteX1258" fmla="*/ 1619250 w 5114885"/>
              <a:gd name="connsiteY1258" fmla="*/ 802628 h 968306"/>
              <a:gd name="connsiteX1259" fmla="*/ 1618774 w 5114885"/>
              <a:gd name="connsiteY1259" fmla="*/ 797389 h 968306"/>
              <a:gd name="connsiteX1260" fmla="*/ 1584198 w 5114885"/>
              <a:gd name="connsiteY1260" fmla="*/ 714045 h 968306"/>
              <a:gd name="connsiteX1261" fmla="*/ 1563243 w 5114885"/>
              <a:gd name="connsiteY1261" fmla="*/ 690995 h 968306"/>
              <a:gd name="connsiteX1262" fmla="*/ 1534954 w 5114885"/>
              <a:gd name="connsiteY1262" fmla="*/ 678993 h 968306"/>
              <a:gd name="connsiteX1263" fmla="*/ 1530763 w 5114885"/>
              <a:gd name="connsiteY1263" fmla="*/ 677374 h 968306"/>
              <a:gd name="connsiteX1264" fmla="*/ 1527143 w 5114885"/>
              <a:gd name="connsiteY1264" fmla="*/ 676898 h 968306"/>
              <a:gd name="connsiteX1265" fmla="*/ 1465802 w 5114885"/>
              <a:gd name="connsiteY1265" fmla="*/ 675850 h 968306"/>
              <a:gd name="connsiteX1266" fmla="*/ 1433322 w 5114885"/>
              <a:gd name="connsiteY1266" fmla="*/ 684708 h 968306"/>
              <a:gd name="connsiteX1267" fmla="*/ 1389317 w 5114885"/>
              <a:gd name="connsiteY1267" fmla="*/ 719284 h 968306"/>
              <a:gd name="connsiteX1268" fmla="*/ 1376743 w 5114885"/>
              <a:gd name="connsiteY1268" fmla="*/ 737572 h 968306"/>
              <a:gd name="connsiteX1269" fmla="*/ 1351598 w 5114885"/>
              <a:gd name="connsiteY1269" fmla="*/ 802056 h 968306"/>
              <a:gd name="connsiteX1270" fmla="*/ 1350550 w 5114885"/>
              <a:gd name="connsiteY1270" fmla="*/ 816153 h 968306"/>
              <a:gd name="connsiteX1271" fmla="*/ 1350550 w 5114885"/>
              <a:gd name="connsiteY1271" fmla="*/ 819868 h 968306"/>
              <a:gd name="connsiteX1272" fmla="*/ 1349978 w 5114885"/>
              <a:gd name="connsiteY1272" fmla="*/ 823011 h 968306"/>
              <a:gd name="connsiteX1273" fmla="*/ 1349502 w 5114885"/>
              <a:gd name="connsiteY1273" fmla="*/ 827202 h 968306"/>
              <a:gd name="connsiteX1274" fmla="*/ 1351598 w 5114885"/>
              <a:gd name="connsiteY1274" fmla="*/ 843966 h 968306"/>
              <a:gd name="connsiteX1275" fmla="*/ 1353122 w 5114885"/>
              <a:gd name="connsiteY1275" fmla="*/ 851872 h 968306"/>
              <a:gd name="connsiteX1276" fmla="*/ 1354646 w 5114885"/>
              <a:gd name="connsiteY1276" fmla="*/ 856063 h 968306"/>
              <a:gd name="connsiteX1277" fmla="*/ 1356741 w 5114885"/>
              <a:gd name="connsiteY1277" fmla="*/ 864445 h 968306"/>
              <a:gd name="connsiteX1278" fmla="*/ 1357313 w 5114885"/>
              <a:gd name="connsiteY1278" fmla="*/ 867017 h 968306"/>
              <a:gd name="connsiteX1279" fmla="*/ 1388174 w 5114885"/>
              <a:gd name="connsiteY1279" fmla="*/ 920928 h 968306"/>
              <a:gd name="connsiteX1280" fmla="*/ 1421702 w 5114885"/>
              <a:gd name="connsiteY1280" fmla="*/ 945598 h 968306"/>
              <a:gd name="connsiteX1281" fmla="*/ 1447895 w 5114885"/>
              <a:gd name="connsiteY1281" fmla="*/ 953408 h 968306"/>
              <a:gd name="connsiteX1282" fmla="*/ 1533239 w 5114885"/>
              <a:gd name="connsiteY1282" fmla="*/ 954456 h 968306"/>
              <a:gd name="connsiteX1283" fmla="*/ 1537430 w 5114885"/>
              <a:gd name="connsiteY1283" fmla="*/ 952932 h 968306"/>
              <a:gd name="connsiteX1284" fmla="*/ 1543241 w 5114885"/>
              <a:gd name="connsiteY1284" fmla="*/ 951408 h 968306"/>
              <a:gd name="connsiteX1285" fmla="*/ 1552670 w 5114885"/>
              <a:gd name="connsiteY1285" fmla="*/ 946169 h 968306"/>
              <a:gd name="connsiteX1286" fmla="*/ 1557909 w 5114885"/>
              <a:gd name="connsiteY1286" fmla="*/ 944074 h 968306"/>
              <a:gd name="connsiteX1287" fmla="*/ 1560481 w 5114885"/>
              <a:gd name="connsiteY1287" fmla="*/ 941978 h 968306"/>
              <a:gd name="connsiteX1288" fmla="*/ 1563148 w 5114885"/>
              <a:gd name="connsiteY1288" fmla="*/ 939883 h 968306"/>
              <a:gd name="connsiteX1289" fmla="*/ 1584103 w 5114885"/>
              <a:gd name="connsiteY1289" fmla="*/ 928834 h 968306"/>
              <a:gd name="connsiteX1290" fmla="*/ 1599343 w 5114885"/>
              <a:gd name="connsiteY1290" fmla="*/ 912641 h 968306"/>
              <a:gd name="connsiteX1291" fmla="*/ 1605629 w 5114885"/>
              <a:gd name="connsiteY1291" fmla="*/ 905307 h 968306"/>
              <a:gd name="connsiteX1292" fmla="*/ 1614011 w 5114885"/>
              <a:gd name="connsiteY1292" fmla="*/ 865016 h 968306"/>
              <a:gd name="connsiteX1293" fmla="*/ 1597247 w 5114885"/>
              <a:gd name="connsiteY1293" fmla="*/ 863969 h 968306"/>
              <a:gd name="connsiteX1294" fmla="*/ 1556385 w 5114885"/>
              <a:gd name="connsiteY1294" fmla="*/ 866064 h 968306"/>
              <a:gd name="connsiteX1295" fmla="*/ 1552194 w 5114885"/>
              <a:gd name="connsiteY1295" fmla="*/ 867112 h 968306"/>
              <a:gd name="connsiteX1296" fmla="*/ 1548479 w 5114885"/>
              <a:gd name="connsiteY1296" fmla="*/ 872922 h 968306"/>
              <a:gd name="connsiteX1297" fmla="*/ 1509713 w 5114885"/>
              <a:gd name="connsiteY1297" fmla="*/ 895973 h 968306"/>
              <a:gd name="connsiteX1298" fmla="*/ 1478756 w 5114885"/>
              <a:gd name="connsiteY1298" fmla="*/ 899116 h 968306"/>
              <a:gd name="connsiteX1299" fmla="*/ 1474089 w 5114885"/>
              <a:gd name="connsiteY1299" fmla="*/ 898068 h 968306"/>
              <a:gd name="connsiteX1300" fmla="*/ 1453134 w 5114885"/>
              <a:gd name="connsiteY1300" fmla="*/ 888638 h 968306"/>
              <a:gd name="connsiteX1301" fmla="*/ 1446276 w 5114885"/>
              <a:gd name="connsiteY1301" fmla="*/ 880828 h 968306"/>
              <a:gd name="connsiteX1302" fmla="*/ 1443133 w 5114885"/>
              <a:gd name="connsiteY1302" fmla="*/ 877113 h 968306"/>
              <a:gd name="connsiteX1303" fmla="*/ 1439989 w 5114885"/>
              <a:gd name="connsiteY1303" fmla="*/ 873494 h 968306"/>
              <a:gd name="connsiteX1304" fmla="*/ 1437894 w 5114885"/>
              <a:gd name="connsiteY1304" fmla="*/ 869779 h 968306"/>
              <a:gd name="connsiteX1305" fmla="*/ 1436275 w 5114885"/>
              <a:gd name="connsiteY1305" fmla="*/ 866636 h 968306"/>
              <a:gd name="connsiteX1306" fmla="*/ 1434179 w 5114885"/>
              <a:gd name="connsiteY1306" fmla="*/ 860825 h 968306"/>
              <a:gd name="connsiteX1307" fmla="*/ 1433703 w 5114885"/>
              <a:gd name="connsiteY1307" fmla="*/ 839870 h 968306"/>
              <a:gd name="connsiteX1308" fmla="*/ 963263 w 5114885"/>
              <a:gd name="connsiteY1308" fmla="*/ 943026 h 968306"/>
              <a:gd name="connsiteX1309" fmla="*/ 903542 w 5114885"/>
              <a:gd name="connsiteY1309" fmla="*/ 944550 h 968306"/>
              <a:gd name="connsiteX1310" fmla="*/ 905161 w 5114885"/>
              <a:gd name="connsiteY1310" fmla="*/ 914165 h 968306"/>
              <a:gd name="connsiteX1311" fmla="*/ 906209 w 5114885"/>
              <a:gd name="connsiteY1311" fmla="*/ 769576 h 968306"/>
              <a:gd name="connsiteX1312" fmla="*/ 903065 w 5114885"/>
              <a:gd name="connsiteY1312" fmla="*/ 687851 h 968306"/>
              <a:gd name="connsiteX1313" fmla="*/ 908780 w 5114885"/>
              <a:gd name="connsiteY1313" fmla="*/ 687851 h 968306"/>
              <a:gd name="connsiteX1314" fmla="*/ 915638 w 5114885"/>
              <a:gd name="connsiteY1314" fmla="*/ 687280 h 968306"/>
              <a:gd name="connsiteX1315" fmla="*/ 928211 w 5114885"/>
              <a:gd name="connsiteY1315" fmla="*/ 686708 h 968306"/>
              <a:gd name="connsiteX1316" fmla="*/ 960692 w 5114885"/>
              <a:gd name="connsiteY1316" fmla="*/ 683565 h 968306"/>
              <a:gd name="connsiteX1317" fmla="*/ 960215 w 5114885"/>
              <a:gd name="connsiteY1317" fmla="*/ 709759 h 968306"/>
              <a:gd name="connsiteX1318" fmla="*/ 969074 w 5114885"/>
              <a:gd name="connsiteY1318" fmla="*/ 715569 h 968306"/>
              <a:gd name="connsiteX1319" fmla="*/ 974788 w 5114885"/>
              <a:gd name="connsiteY1319" fmla="*/ 715569 h 968306"/>
              <a:gd name="connsiteX1320" fmla="*/ 985266 w 5114885"/>
              <a:gd name="connsiteY1320" fmla="*/ 707187 h 968306"/>
              <a:gd name="connsiteX1321" fmla="*/ 988409 w 5114885"/>
              <a:gd name="connsiteY1321" fmla="*/ 702996 h 968306"/>
              <a:gd name="connsiteX1322" fmla="*/ 994220 w 5114885"/>
              <a:gd name="connsiteY1322" fmla="*/ 698805 h 968306"/>
              <a:gd name="connsiteX1323" fmla="*/ 999935 w 5114885"/>
              <a:gd name="connsiteY1323" fmla="*/ 695662 h 968306"/>
              <a:gd name="connsiteX1324" fmla="*/ 1003078 w 5114885"/>
              <a:gd name="connsiteY1324" fmla="*/ 693566 h 968306"/>
              <a:gd name="connsiteX1325" fmla="*/ 1010984 w 5114885"/>
              <a:gd name="connsiteY1325" fmla="*/ 689375 h 968306"/>
              <a:gd name="connsiteX1326" fmla="*/ 1018794 w 5114885"/>
              <a:gd name="connsiteY1326" fmla="*/ 686232 h 968306"/>
              <a:gd name="connsiteX1327" fmla="*/ 1022985 w 5114885"/>
              <a:gd name="connsiteY1327" fmla="*/ 684613 h 968306"/>
              <a:gd name="connsiteX1328" fmla="*/ 1027652 w 5114885"/>
              <a:gd name="connsiteY1328" fmla="*/ 682517 h 968306"/>
              <a:gd name="connsiteX1329" fmla="*/ 1031843 w 5114885"/>
              <a:gd name="connsiteY1329" fmla="*/ 680422 h 968306"/>
              <a:gd name="connsiteX1330" fmla="*/ 1112520 w 5114885"/>
              <a:gd name="connsiteY1330" fmla="*/ 704520 h 968306"/>
              <a:gd name="connsiteX1331" fmla="*/ 1117283 w 5114885"/>
              <a:gd name="connsiteY1331" fmla="*/ 712902 h 968306"/>
              <a:gd name="connsiteX1332" fmla="*/ 1128236 w 5114885"/>
              <a:gd name="connsiteY1332" fmla="*/ 721856 h 968306"/>
              <a:gd name="connsiteX1333" fmla="*/ 1150715 w 5114885"/>
              <a:gd name="connsiteY1333" fmla="*/ 708711 h 968306"/>
              <a:gd name="connsiteX1334" fmla="*/ 1160621 w 5114885"/>
              <a:gd name="connsiteY1334" fmla="*/ 700805 h 968306"/>
              <a:gd name="connsiteX1335" fmla="*/ 1163288 w 5114885"/>
              <a:gd name="connsiteY1335" fmla="*/ 699758 h 968306"/>
              <a:gd name="connsiteX1336" fmla="*/ 1171099 w 5114885"/>
              <a:gd name="connsiteY1336" fmla="*/ 696138 h 968306"/>
              <a:gd name="connsiteX1337" fmla="*/ 1182624 w 5114885"/>
              <a:gd name="connsiteY1337" fmla="*/ 690899 h 968306"/>
              <a:gd name="connsiteX1338" fmla="*/ 1247013 w 5114885"/>
              <a:gd name="connsiteY1338" fmla="*/ 688804 h 968306"/>
              <a:gd name="connsiteX1339" fmla="*/ 1282637 w 5114885"/>
              <a:gd name="connsiteY1339" fmla="*/ 726999 h 968306"/>
              <a:gd name="connsiteX1340" fmla="*/ 1284161 w 5114885"/>
              <a:gd name="connsiteY1340" fmla="*/ 730714 h 968306"/>
              <a:gd name="connsiteX1341" fmla="*/ 1287780 w 5114885"/>
              <a:gd name="connsiteY1341" fmla="*/ 737572 h 968306"/>
              <a:gd name="connsiteX1342" fmla="*/ 1293019 w 5114885"/>
              <a:gd name="connsiteY1342" fmla="*/ 766337 h 968306"/>
              <a:gd name="connsiteX1343" fmla="*/ 1293019 w 5114885"/>
              <a:gd name="connsiteY1343" fmla="*/ 770052 h 968306"/>
              <a:gd name="connsiteX1344" fmla="*/ 1293019 w 5114885"/>
              <a:gd name="connsiteY1344" fmla="*/ 776910 h 968306"/>
              <a:gd name="connsiteX1345" fmla="*/ 1294638 w 5114885"/>
              <a:gd name="connsiteY1345" fmla="*/ 783768 h 968306"/>
              <a:gd name="connsiteX1346" fmla="*/ 1296162 w 5114885"/>
              <a:gd name="connsiteY1346" fmla="*/ 798437 h 968306"/>
              <a:gd name="connsiteX1347" fmla="*/ 1297210 w 5114885"/>
              <a:gd name="connsiteY1347" fmla="*/ 814629 h 968306"/>
              <a:gd name="connsiteX1348" fmla="*/ 1298258 w 5114885"/>
              <a:gd name="connsiteY1348" fmla="*/ 837680 h 968306"/>
              <a:gd name="connsiteX1349" fmla="*/ 1298258 w 5114885"/>
              <a:gd name="connsiteY1349" fmla="*/ 882257 h 968306"/>
              <a:gd name="connsiteX1350" fmla="*/ 1299305 w 5114885"/>
              <a:gd name="connsiteY1350" fmla="*/ 908450 h 968306"/>
              <a:gd name="connsiteX1351" fmla="*/ 1300353 w 5114885"/>
              <a:gd name="connsiteY1351" fmla="*/ 933596 h 968306"/>
              <a:gd name="connsiteX1352" fmla="*/ 1301401 w 5114885"/>
              <a:gd name="connsiteY1352" fmla="*/ 940931 h 968306"/>
              <a:gd name="connsiteX1353" fmla="*/ 1298258 w 5114885"/>
              <a:gd name="connsiteY1353" fmla="*/ 940359 h 968306"/>
              <a:gd name="connsiteX1354" fmla="*/ 1240631 w 5114885"/>
              <a:gd name="connsiteY1354" fmla="*/ 941407 h 968306"/>
              <a:gd name="connsiteX1355" fmla="*/ 1237488 w 5114885"/>
              <a:gd name="connsiteY1355" fmla="*/ 941407 h 968306"/>
              <a:gd name="connsiteX1356" fmla="*/ 1238060 w 5114885"/>
              <a:gd name="connsiteY1356" fmla="*/ 937216 h 968306"/>
              <a:gd name="connsiteX1357" fmla="*/ 1238536 w 5114885"/>
              <a:gd name="connsiteY1357" fmla="*/ 857587 h 968306"/>
              <a:gd name="connsiteX1358" fmla="*/ 1212342 w 5114885"/>
              <a:gd name="connsiteY1358" fmla="*/ 738143 h 968306"/>
              <a:gd name="connsiteX1359" fmla="*/ 1169861 w 5114885"/>
              <a:gd name="connsiteY1359" fmla="*/ 736048 h 968306"/>
              <a:gd name="connsiteX1360" fmla="*/ 1125855 w 5114885"/>
              <a:gd name="connsiteY1360" fmla="*/ 807295 h 968306"/>
              <a:gd name="connsiteX1361" fmla="*/ 1125284 w 5114885"/>
              <a:gd name="connsiteY1361" fmla="*/ 918356 h 968306"/>
              <a:gd name="connsiteX1362" fmla="*/ 1125284 w 5114885"/>
              <a:gd name="connsiteY1362" fmla="*/ 923024 h 968306"/>
              <a:gd name="connsiteX1363" fmla="*/ 1127379 w 5114885"/>
              <a:gd name="connsiteY1363" fmla="*/ 945598 h 968306"/>
              <a:gd name="connsiteX1364" fmla="*/ 1124236 w 5114885"/>
              <a:gd name="connsiteY1364" fmla="*/ 947693 h 968306"/>
              <a:gd name="connsiteX1365" fmla="*/ 1121569 w 5114885"/>
              <a:gd name="connsiteY1365" fmla="*/ 947693 h 968306"/>
              <a:gd name="connsiteX1366" fmla="*/ 1115854 w 5114885"/>
              <a:gd name="connsiteY1366" fmla="*/ 947217 h 968306"/>
              <a:gd name="connsiteX1367" fmla="*/ 1077087 w 5114885"/>
              <a:gd name="connsiteY1367" fmla="*/ 947693 h 968306"/>
              <a:gd name="connsiteX1368" fmla="*/ 1071848 w 5114885"/>
              <a:gd name="connsiteY1368" fmla="*/ 948170 h 968306"/>
              <a:gd name="connsiteX1369" fmla="*/ 1070229 w 5114885"/>
              <a:gd name="connsiteY1369" fmla="*/ 926738 h 968306"/>
              <a:gd name="connsiteX1370" fmla="*/ 1070801 w 5114885"/>
              <a:gd name="connsiteY1370" fmla="*/ 923024 h 968306"/>
              <a:gd name="connsiteX1371" fmla="*/ 1072420 w 5114885"/>
              <a:gd name="connsiteY1371" fmla="*/ 851300 h 968306"/>
              <a:gd name="connsiteX1372" fmla="*/ 1073468 w 5114885"/>
              <a:gd name="connsiteY1372" fmla="*/ 781673 h 968306"/>
              <a:gd name="connsiteX1373" fmla="*/ 1071372 w 5114885"/>
              <a:gd name="connsiteY1373" fmla="*/ 764909 h 968306"/>
              <a:gd name="connsiteX1374" fmla="*/ 1060895 w 5114885"/>
              <a:gd name="connsiteY1374" fmla="*/ 745001 h 968306"/>
              <a:gd name="connsiteX1375" fmla="*/ 1014794 w 5114885"/>
              <a:gd name="connsiteY1375" fmla="*/ 732428 h 968306"/>
              <a:gd name="connsiteX1376" fmla="*/ 969740 w 5114885"/>
              <a:gd name="connsiteY1376" fmla="*/ 763861 h 968306"/>
              <a:gd name="connsiteX1377" fmla="*/ 961835 w 5114885"/>
              <a:gd name="connsiteY1377" fmla="*/ 806247 h 968306"/>
              <a:gd name="connsiteX1378" fmla="*/ 961835 w 5114885"/>
              <a:gd name="connsiteY1378" fmla="*/ 918833 h 968306"/>
              <a:gd name="connsiteX1379" fmla="*/ 962882 w 5114885"/>
              <a:gd name="connsiteY1379" fmla="*/ 942931 h 968306"/>
              <a:gd name="connsiteX1380" fmla="*/ 1128998 w 5114885"/>
              <a:gd name="connsiteY1380" fmla="*/ 956552 h 968306"/>
              <a:gd name="connsiteX1381" fmla="*/ 1137857 w 5114885"/>
              <a:gd name="connsiteY1381" fmla="*/ 952361 h 968306"/>
              <a:gd name="connsiteX1382" fmla="*/ 1135190 w 5114885"/>
              <a:gd name="connsiteY1382" fmla="*/ 922452 h 968306"/>
              <a:gd name="connsiteX1383" fmla="*/ 1135190 w 5114885"/>
              <a:gd name="connsiteY1383" fmla="*/ 918737 h 968306"/>
              <a:gd name="connsiteX1384" fmla="*/ 1134618 w 5114885"/>
              <a:gd name="connsiteY1384" fmla="*/ 914070 h 968306"/>
              <a:gd name="connsiteX1385" fmla="*/ 1135666 w 5114885"/>
              <a:gd name="connsiteY1385" fmla="*/ 809295 h 968306"/>
              <a:gd name="connsiteX1386" fmla="*/ 1164527 w 5114885"/>
              <a:gd name="connsiteY1386" fmla="*/ 749573 h 968306"/>
              <a:gd name="connsiteX1387" fmla="*/ 1204913 w 5114885"/>
              <a:gd name="connsiteY1387" fmla="*/ 744811 h 968306"/>
              <a:gd name="connsiteX1388" fmla="*/ 1208627 w 5114885"/>
              <a:gd name="connsiteY1388" fmla="*/ 748526 h 968306"/>
              <a:gd name="connsiteX1389" fmla="*/ 1228535 w 5114885"/>
              <a:gd name="connsiteY1389" fmla="*/ 856920 h 968306"/>
              <a:gd name="connsiteX1390" fmla="*/ 1228058 w 5114885"/>
              <a:gd name="connsiteY1390" fmla="*/ 933406 h 968306"/>
              <a:gd name="connsiteX1391" fmla="*/ 1227487 w 5114885"/>
              <a:gd name="connsiteY1391" fmla="*/ 939216 h 968306"/>
              <a:gd name="connsiteX1392" fmla="*/ 1225391 w 5114885"/>
              <a:gd name="connsiteY1392" fmla="*/ 943407 h 968306"/>
              <a:gd name="connsiteX1393" fmla="*/ 1241679 w 5114885"/>
              <a:gd name="connsiteY1393" fmla="*/ 951218 h 968306"/>
              <a:gd name="connsiteX1394" fmla="*/ 1297210 w 5114885"/>
              <a:gd name="connsiteY1394" fmla="*/ 950170 h 968306"/>
              <a:gd name="connsiteX1395" fmla="*/ 1311402 w 5114885"/>
              <a:gd name="connsiteY1395" fmla="*/ 947027 h 968306"/>
              <a:gd name="connsiteX1396" fmla="*/ 1311974 w 5114885"/>
              <a:gd name="connsiteY1396" fmla="*/ 942836 h 968306"/>
              <a:gd name="connsiteX1397" fmla="*/ 1311402 w 5114885"/>
              <a:gd name="connsiteY1397" fmla="*/ 937597 h 968306"/>
              <a:gd name="connsiteX1398" fmla="*/ 1310354 w 5114885"/>
              <a:gd name="connsiteY1398" fmla="*/ 932358 h 968306"/>
              <a:gd name="connsiteX1399" fmla="*/ 1309307 w 5114885"/>
              <a:gd name="connsiteY1399" fmla="*/ 908260 h 968306"/>
              <a:gd name="connsiteX1400" fmla="*/ 1308259 w 5114885"/>
              <a:gd name="connsiteY1400" fmla="*/ 881590 h 968306"/>
              <a:gd name="connsiteX1401" fmla="*/ 1308259 w 5114885"/>
              <a:gd name="connsiteY1401" fmla="*/ 836060 h 968306"/>
              <a:gd name="connsiteX1402" fmla="*/ 1307211 w 5114885"/>
              <a:gd name="connsiteY1402" fmla="*/ 814058 h 968306"/>
              <a:gd name="connsiteX1403" fmla="*/ 1306163 w 5114885"/>
              <a:gd name="connsiteY1403" fmla="*/ 797294 h 968306"/>
              <a:gd name="connsiteX1404" fmla="*/ 1304639 w 5114885"/>
              <a:gd name="connsiteY1404" fmla="*/ 781577 h 968306"/>
              <a:gd name="connsiteX1405" fmla="*/ 1304068 w 5114885"/>
              <a:gd name="connsiteY1405" fmla="*/ 778434 h 968306"/>
              <a:gd name="connsiteX1406" fmla="*/ 1303020 w 5114885"/>
              <a:gd name="connsiteY1406" fmla="*/ 774719 h 968306"/>
              <a:gd name="connsiteX1407" fmla="*/ 1303020 w 5114885"/>
              <a:gd name="connsiteY1407" fmla="*/ 765861 h 968306"/>
              <a:gd name="connsiteX1408" fmla="*/ 1297781 w 5114885"/>
              <a:gd name="connsiteY1408" fmla="*/ 734429 h 968306"/>
              <a:gd name="connsiteX1409" fmla="*/ 1293590 w 5114885"/>
              <a:gd name="connsiteY1409" fmla="*/ 726618 h 968306"/>
              <a:gd name="connsiteX1410" fmla="*/ 1290923 w 5114885"/>
              <a:gd name="connsiteY1410" fmla="*/ 720808 h 968306"/>
              <a:gd name="connsiteX1411" fmla="*/ 1250061 w 5114885"/>
              <a:gd name="connsiteY1411" fmla="*/ 678898 h 968306"/>
              <a:gd name="connsiteX1412" fmla="*/ 1178338 w 5114885"/>
              <a:gd name="connsiteY1412" fmla="*/ 681470 h 968306"/>
              <a:gd name="connsiteX1413" fmla="*/ 1166813 w 5114885"/>
              <a:gd name="connsiteY1413" fmla="*/ 686708 h 968306"/>
              <a:gd name="connsiteX1414" fmla="*/ 1158431 w 5114885"/>
              <a:gd name="connsiteY1414" fmla="*/ 690899 h 968306"/>
              <a:gd name="connsiteX1415" fmla="*/ 1155287 w 5114885"/>
              <a:gd name="connsiteY1415" fmla="*/ 692519 h 968306"/>
              <a:gd name="connsiteX1416" fmla="*/ 1145286 w 5114885"/>
              <a:gd name="connsiteY1416" fmla="*/ 699853 h 968306"/>
              <a:gd name="connsiteX1417" fmla="*/ 1125950 w 5114885"/>
              <a:gd name="connsiteY1417" fmla="*/ 708806 h 968306"/>
              <a:gd name="connsiteX1418" fmla="*/ 1124903 w 5114885"/>
              <a:gd name="connsiteY1418" fmla="*/ 706235 h 968306"/>
              <a:gd name="connsiteX1419" fmla="*/ 1120712 w 5114885"/>
              <a:gd name="connsiteY1419" fmla="*/ 698329 h 968306"/>
              <a:gd name="connsiteX1420" fmla="*/ 1026890 w 5114885"/>
              <a:gd name="connsiteY1420" fmla="*/ 671564 h 968306"/>
              <a:gd name="connsiteX1421" fmla="*/ 1023747 w 5114885"/>
              <a:gd name="connsiteY1421" fmla="*/ 673183 h 968306"/>
              <a:gd name="connsiteX1422" fmla="*/ 1018508 w 5114885"/>
              <a:gd name="connsiteY1422" fmla="*/ 675278 h 968306"/>
              <a:gd name="connsiteX1423" fmla="*/ 1014317 w 5114885"/>
              <a:gd name="connsiteY1423" fmla="*/ 677374 h 968306"/>
              <a:gd name="connsiteX1424" fmla="*/ 1006983 w 5114885"/>
              <a:gd name="connsiteY1424" fmla="*/ 680517 h 968306"/>
              <a:gd name="connsiteX1425" fmla="*/ 993838 w 5114885"/>
              <a:gd name="connsiteY1425" fmla="*/ 686804 h 968306"/>
              <a:gd name="connsiteX1426" fmla="*/ 988028 w 5114885"/>
              <a:gd name="connsiteY1426" fmla="*/ 690518 h 968306"/>
              <a:gd name="connsiteX1427" fmla="*/ 982313 w 5114885"/>
              <a:gd name="connsiteY1427" fmla="*/ 694709 h 968306"/>
              <a:gd name="connsiteX1428" fmla="*/ 979646 w 5114885"/>
              <a:gd name="connsiteY1428" fmla="*/ 696805 h 968306"/>
              <a:gd name="connsiteX1429" fmla="*/ 977551 w 5114885"/>
              <a:gd name="connsiteY1429" fmla="*/ 699472 h 968306"/>
              <a:gd name="connsiteX1430" fmla="*/ 975932 w 5114885"/>
              <a:gd name="connsiteY1430" fmla="*/ 702615 h 968306"/>
              <a:gd name="connsiteX1431" fmla="*/ 972312 w 5114885"/>
              <a:gd name="connsiteY1431" fmla="*/ 705758 h 968306"/>
              <a:gd name="connsiteX1432" fmla="*/ 969645 w 5114885"/>
              <a:gd name="connsiteY1432" fmla="*/ 705758 h 968306"/>
              <a:gd name="connsiteX1433" fmla="*/ 969645 w 5114885"/>
              <a:gd name="connsiteY1433" fmla="*/ 678517 h 968306"/>
              <a:gd name="connsiteX1434" fmla="*/ 926687 w 5114885"/>
              <a:gd name="connsiteY1434" fmla="*/ 676993 h 968306"/>
              <a:gd name="connsiteX1435" fmla="*/ 913543 w 5114885"/>
              <a:gd name="connsiteY1435" fmla="*/ 677469 h 968306"/>
              <a:gd name="connsiteX1436" fmla="*/ 902589 w 5114885"/>
              <a:gd name="connsiteY1436" fmla="*/ 677469 h 968306"/>
              <a:gd name="connsiteX1437" fmla="*/ 892112 w 5114885"/>
              <a:gd name="connsiteY1437" fmla="*/ 681660 h 968306"/>
              <a:gd name="connsiteX1438" fmla="*/ 895731 w 5114885"/>
              <a:gd name="connsiteY1438" fmla="*/ 771290 h 968306"/>
              <a:gd name="connsiteX1439" fmla="*/ 894683 w 5114885"/>
              <a:gd name="connsiteY1439" fmla="*/ 914832 h 968306"/>
              <a:gd name="connsiteX1440" fmla="*/ 892112 w 5114885"/>
              <a:gd name="connsiteY1440" fmla="*/ 947789 h 968306"/>
              <a:gd name="connsiteX1441" fmla="*/ 904113 w 5114885"/>
              <a:gd name="connsiteY1441" fmla="*/ 954551 h 968306"/>
              <a:gd name="connsiteX1442" fmla="*/ 967454 w 5114885"/>
              <a:gd name="connsiteY1442" fmla="*/ 953504 h 968306"/>
              <a:gd name="connsiteX1443" fmla="*/ 973169 w 5114885"/>
              <a:gd name="connsiteY1443" fmla="*/ 944645 h 968306"/>
              <a:gd name="connsiteX1444" fmla="*/ 971645 w 5114885"/>
              <a:gd name="connsiteY1444" fmla="*/ 918452 h 968306"/>
              <a:gd name="connsiteX1445" fmla="*/ 972217 w 5114885"/>
              <a:gd name="connsiteY1445" fmla="*/ 806342 h 968306"/>
              <a:gd name="connsiteX1446" fmla="*/ 978503 w 5114885"/>
              <a:gd name="connsiteY1446" fmla="*/ 768147 h 968306"/>
              <a:gd name="connsiteX1447" fmla="*/ 1015175 w 5114885"/>
              <a:gd name="connsiteY1447" fmla="*/ 742525 h 968306"/>
              <a:gd name="connsiteX1448" fmla="*/ 1053370 w 5114885"/>
              <a:gd name="connsiteY1448" fmla="*/ 751383 h 968306"/>
              <a:gd name="connsiteX1449" fmla="*/ 1061752 w 5114885"/>
              <a:gd name="connsiteY1449" fmla="*/ 767576 h 968306"/>
              <a:gd name="connsiteX1450" fmla="*/ 1063371 w 5114885"/>
              <a:gd name="connsiteY1450" fmla="*/ 783292 h 968306"/>
              <a:gd name="connsiteX1451" fmla="*/ 1062323 w 5114885"/>
              <a:gd name="connsiteY1451" fmla="*/ 850919 h 968306"/>
              <a:gd name="connsiteX1452" fmla="*/ 1060228 w 5114885"/>
              <a:gd name="connsiteY1452" fmla="*/ 923690 h 968306"/>
              <a:gd name="connsiteX1453" fmla="*/ 1061847 w 5114885"/>
              <a:gd name="connsiteY1453" fmla="*/ 953027 h 968306"/>
              <a:gd name="connsiteX1454" fmla="*/ 1071753 w 5114885"/>
              <a:gd name="connsiteY1454" fmla="*/ 958266 h 968306"/>
              <a:gd name="connsiteX1455" fmla="*/ 1077563 w 5114885"/>
              <a:gd name="connsiteY1455" fmla="*/ 957790 h 968306"/>
              <a:gd name="connsiteX1456" fmla="*/ 1115282 w 5114885"/>
              <a:gd name="connsiteY1456" fmla="*/ 957218 h 968306"/>
              <a:gd name="connsiteX1457" fmla="*/ 1122045 w 5114885"/>
              <a:gd name="connsiteY1457" fmla="*/ 957790 h 968306"/>
              <a:gd name="connsiteX1458" fmla="*/ 1125188 w 5114885"/>
              <a:gd name="connsiteY1458" fmla="*/ 957790 h 968306"/>
              <a:gd name="connsiteX1459" fmla="*/ 1128903 w 5114885"/>
              <a:gd name="connsiteY1459" fmla="*/ 956742 h 968306"/>
              <a:gd name="connsiteX1460" fmla="*/ 688277 w 5114885"/>
              <a:gd name="connsiteY1460" fmla="*/ 719474 h 968306"/>
              <a:gd name="connsiteX1461" fmla="*/ 689324 w 5114885"/>
              <a:gd name="connsiteY1461" fmla="*/ 686994 h 968306"/>
              <a:gd name="connsiteX1462" fmla="*/ 691420 w 5114885"/>
              <a:gd name="connsiteY1462" fmla="*/ 687566 h 968306"/>
              <a:gd name="connsiteX1463" fmla="*/ 703993 w 5114885"/>
              <a:gd name="connsiteY1463" fmla="*/ 687566 h 968306"/>
              <a:gd name="connsiteX1464" fmla="*/ 712375 w 5114885"/>
              <a:gd name="connsiteY1464" fmla="*/ 687566 h 968306"/>
              <a:gd name="connsiteX1465" fmla="*/ 730187 w 5114885"/>
              <a:gd name="connsiteY1465" fmla="*/ 658800 h 968306"/>
              <a:gd name="connsiteX1466" fmla="*/ 730187 w 5114885"/>
              <a:gd name="connsiteY1466" fmla="*/ 653561 h 968306"/>
              <a:gd name="connsiteX1467" fmla="*/ 730758 w 5114885"/>
              <a:gd name="connsiteY1467" fmla="*/ 649847 h 968306"/>
              <a:gd name="connsiteX1468" fmla="*/ 737045 w 5114885"/>
              <a:gd name="connsiteY1468" fmla="*/ 627844 h 968306"/>
              <a:gd name="connsiteX1469" fmla="*/ 755904 w 5114885"/>
              <a:gd name="connsiteY1469" fmla="*/ 604793 h 968306"/>
              <a:gd name="connsiteX1470" fmla="*/ 770096 w 5114885"/>
              <a:gd name="connsiteY1470" fmla="*/ 593840 h 968306"/>
              <a:gd name="connsiteX1471" fmla="*/ 778478 w 5114885"/>
              <a:gd name="connsiteY1471" fmla="*/ 588601 h 968306"/>
              <a:gd name="connsiteX1472" fmla="*/ 795242 w 5114885"/>
              <a:gd name="connsiteY1472" fmla="*/ 583838 h 968306"/>
              <a:gd name="connsiteX1473" fmla="*/ 842391 w 5114885"/>
              <a:gd name="connsiteY1473" fmla="*/ 585934 h 968306"/>
              <a:gd name="connsiteX1474" fmla="*/ 845058 w 5114885"/>
              <a:gd name="connsiteY1474" fmla="*/ 586982 h 968306"/>
              <a:gd name="connsiteX1475" fmla="*/ 847725 w 5114885"/>
              <a:gd name="connsiteY1475" fmla="*/ 587553 h 968306"/>
              <a:gd name="connsiteX1476" fmla="*/ 846677 w 5114885"/>
              <a:gd name="connsiteY1476" fmla="*/ 610032 h 968306"/>
              <a:gd name="connsiteX1477" fmla="*/ 847249 w 5114885"/>
              <a:gd name="connsiteY1477" fmla="*/ 626796 h 968306"/>
              <a:gd name="connsiteX1478" fmla="*/ 829437 w 5114885"/>
              <a:gd name="connsiteY1478" fmla="*/ 624701 h 968306"/>
              <a:gd name="connsiteX1479" fmla="*/ 791242 w 5114885"/>
              <a:gd name="connsiteY1479" fmla="*/ 677088 h 968306"/>
              <a:gd name="connsiteX1480" fmla="*/ 795433 w 5114885"/>
              <a:gd name="connsiteY1480" fmla="*/ 682803 h 968306"/>
              <a:gd name="connsiteX1481" fmla="*/ 797528 w 5114885"/>
              <a:gd name="connsiteY1481" fmla="*/ 683851 h 968306"/>
              <a:gd name="connsiteX1482" fmla="*/ 822103 w 5114885"/>
              <a:gd name="connsiteY1482" fmla="*/ 688042 h 968306"/>
              <a:gd name="connsiteX1483" fmla="*/ 842486 w 5114885"/>
              <a:gd name="connsiteY1483" fmla="*/ 689661 h 968306"/>
              <a:gd name="connsiteX1484" fmla="*/ 841915 w 5114885"/>
              <a:gd name="connsiteY1484" fmla="*/ 695948 h 968306"/>
              <a:gd name="connsiteX1485" fmla="*/ 841343 w 5114885"/>
              <a:gd name="connsiteY1485" fmla="*/ 726332 h 968306"/>
              <a:gd name="connsiteX1486" fmla="*/ 827151 w 5114885"/>
              <a:gd name="connsiteY1486" fmla="*/ 724237 h 968306"/>
              <a:gd name="connsiteX1487" fmla="*/ 802577 w 5114885"/>
              <a:gd name="connsiteY1487" fmla="*/ 725856 h 968306"/>
              <a:gd name="connsiteX1488" fmla="*/ 796862 w 5114885"/>
              <a:gd name="connsiteY1488" fmla="*/ 728999 h 968306"/>
              <a:gd name="connsiteX1489" fmla="*/ 795242 w 5114885"/>
              <a:gd name="connsiteY1489" fmla="*/ 730523 h 968306"/>
              <a:gd name="connsiteX1490" fmla="*/ 793623 w 5114885"/>
              <a:gd name="connsiteY1490" fmla="*/ 733190 h 968306"/>
              <a:gd name="connsiteX1491" fmla="*/ 790956 w 5114885"/>
              <a:gd name="connsiteY1491" fmla="*/ 777672 h 968306"/>
              <a:gd name="connsiteX1492" fmla="*/ 793052 w 5114885"/>
              <a:gd name="connsiteY1492" fmla="*/ 812248 h 968306"/>
              <a:gd name="connsiteX1493" fmla="*/ 792480 w 5114885"/>
              <a:gd name="connsiteY1493" fmla="*/ 819582 h 968306"/>
              <a:gd name="connsiteX1494" fmla="*/ 793052 w 5114885"/>
              <a:gd name="connsiteY1494" fmla="*/ 822725 h 968306"/>
              <a:gd name="connsiteX1495" fmla="*/ 793052 w 5114885"/>
              <a:gd name="connsiteY1495" fmla="*/ 839013 h 968306"/>
              <a:gd name="connsiteX1496" fmla="*/ 792004 w 5114885"/>
              <a:gd name="connsiteY1496" fmla="*/ 902354 h 968306"/>
              <a:gd name="connsiteX1497" fmla="*/ 792004 w 5114885"/>
              <a:gd name="connsiteY1497" fmla="*/ 922738 h 968306"/>
              <a:gd name="connsiteX1498" fmla="*/ 794099 w 5114885"/>
              <a:gd name="connsiteY1498" fmla="*/ 936359 h 968306"/>
              <a:gd name="connsiteX1499" fmla="*/ 794099 w 5114885"/>
              <a:gd name="connsiteY1499" fmla="*/ 944264 h 968306"/>
              <a:gd name="connsiteX1500" fmla="*/ 747998 w 5114885"/>
              <a:gd name="connsiteY1500" fmla="*/ 945788 h 968306"/>
              <a:gd name="connsiteX1501" fmla="*/ 738092 w 5114885"/>
              <a:gd name="connsiteY1501" fmla="*/ 945217 h 968306"/>
              <a:gd name="connsiteX1502" fmla="*/ 732854 w 5114885"/>
              <a:gd name="connsiteY1502" fmla="*/ 945788 h 968306"/>
              <a:gd name="connsiteX1503" fmla="*/ 733425 w 5114885"/>
              <a:gd name="connsiteY1503" fmla="*/ 942645 h 968306"/>
              <a:gd name="connsiteX1504" fmla="*/ 732377 w 5114885"/>
              <a:gd name="connsiteY1504" fmla="*/ 933215 h 968306"/>
              <a:gd name="connsiteX1505" fmla="*/ 732377 w 5114885"/>
              <a:gd name="connsiteY1505" fmla="*/ 900735 h 968306"/>
              <a:gd name="connsiteX1506" fmla="*/ 731330 w 5114885"/>
              <a:gd name="connsiteY1506" fmla="*/ 884543 h 968306"/>
              <a:gd name="connsiteX1507" fmla="*/ 730758 w 5114885"/>
              <a:gd name="connsiteY1507" fmla="*/ 834727 h 968306"/>
              <a:gd name="connsiteX1508" fmla="*/ 730187 w 5114885"/>
              <a:gd name="connsiteY1508" fmla="*/ 785483 h 968306"/>
              <a:gd name="connsiteX1509" fmla="*/ 731806 w 5114885"/>
              <a:gd name="connsiteY1509" fmla="*/ 768147 h 968306"/>
              <a:gd name="connsiteX1510" fmla="*/ 731234 w 5114885"/>
              <a:gd name="connsiteY1510" fmla="*/ 744049 h 968306"/>
              <a:gd name="connsiteX1511" fmla="*/ 730663 w 5114885"/>
              <a:gd name="connsiteY1511" fmla="*/ 740334 h 968306"/>
              <a:gd name="connsiteX1512" fmla="*/ 729615 w 5114885"/>
              <a:gd name="connsiteY1512" fmla="*/ 735667 h 968306"/>
              <a:gd name="connsiteX1513" fmla="*/ 727996 w 5114885"/>
              <a:gd name="connsiteY1513" fmla="*/ 730428 h 968306"/>
              <a:gd name="connsiteX1514" fmla="*/ 702374 w 5114885"/>
              <a:gd name="connsiteY1514" fmla="*/ 724713 h 968306"/>
              <a:gd name="connsiteX1515" fmla="*/ 691420 w 5114885"/>
              <a:gd name="connsiteY1515" fmla="*/ 724713 h 968306"/>
              <a:gd name="connsiteX1516" fmla="*/ 688277 w 5114885"/>
              <a:gd name="connsiteY1516" fmla="*/ 725285 h 968306"/>
              <a:gd name="connsiteX1517" fmla="*/ 688277 w 5114885"/>
              <a:gd name="connsiteY1517" fmla="*/ 719570 h 968306"/>
              <a:gd name="connsiteX1518" fmla="*/ 718185 w 5114885"/>
              <a:gd name="connsiteY1518" fmla="*/ 676517 h 968306"/>
              <a:gd name="connsiteX1519" fmla="*/ 705040 w 5114885"/>
              <a:gd name="connsiteY1519" fmla="*/ 677564 h 968306"/>
              <a:gd name="connsiteX1520" fmla="*/ 691420 w 5114885"/>
              <a:gd name="connsiteY1520" fmla="*/ 677088 h 968306"/>
              <a:gd name="connsiteX1521" fmla="*/ 678275 w 5114885"/>
              <a:gd name="connsiteY1521" fmla="*/ 682803 h 968306"/>
              <a:gd name="connsiteX1522" fmla="*/ 678275 w 5114885"/>
              <a:gd name="connsiteY1522" fmla="*/ 719474 h 968306"/>
              <a:gd name="connsiteX1523" fmla="*/ 685038 w 5114885"/>
              <a:gd name="connsiteY1523" fmla="*/ 735191 h 968306"/>
              <a:gd name="connsiteX1524" fmla="*/ 719138 w 5114885"/>
              <a:gd name="connsiteY1524" fmla="*/ 736238 h 968306"/>
              <a:gd name="connsiteX1525" fmla="*/ 721233 w 5114885"/>
              <a:gd name="connsiteY1525" fmla="*/ 744620 h 968306"/>
              <a:gd name="connsiteX1526" fmla="*/ 721805 w 5114885"/>
              <a:gd name="connsiteY1526" fmla="*/ 768719 h 968306"/>
              <a:gd name="connsiteX1527" fmla="*/ 720281 w 5114885"/>
              <a:gd name="connsiteY1527" fmla="*/ 785959 h 968306"/>
              <a:gd name="connsiteX1528" fmla="*/ 720852 w 5114885"/>
              <a:gd name="connsiteY1528" fmla="*/ 835775 h 968306"/>
              <a:gd name="connsiteX1529" fmla="*/ 721328 w 5114885"/>
              <a:gd name="connsiteY1529" fmla="*/ 885019 h 968306"/>
              <a:gd name="connsiteX1530" fmla="*/ 722376 w 5114885"/>
              <a:gd name="connsiteY1530" fmla="*/ 899687 h 968306"/>
              <a:gd name="connsiteX1531" fmla="*/ 721805 w 5114885"/>
              <a:gd name="connsiteY1531" fmla="*/ 932739 h 968306"/>
              <a:gd name="connsiteX1532" fmla="*/ 722376 w 5114885"/>
              <a:gd name="connsiteY1532" fmla="*/ 945312 h 968306"/>
              <a:gd name="connsiteX1533" fmla="*/ 721805 w 5114885"/>
              <a:gd name="connsiteY1533" fmla="*/ 947408 h 968306"/>
              <a:gd name="connsiteX1534" fmla="*/ 721805 w 5114885"/>
              <a:gd name="connsiteY1534" fmla="*/ 949979 h 968306"/>
              <a:gd name="connsiteX1535" fmla="*/ 739140 w 5114885"/>
              <a:gd name="connsiteY1535" fmla="*/ 955218 h 968306"/>
              <a:gd name="connsiteX1536" fmla="*/ 747522 w 5114885"/>
              <a:gd name="connsiteY1536" fmla="*/ 955790 h 968306"/>
              <a:gd name="connsiteX1537" fmla="*/ 783717 w 5114885"/>
              <a:gd name="connsiteY1537" fmla="*/ 954742 h 968306"/>
              <a:gd name="connsiteX1538" fmla="*/ 804101 w 5114885"/>
              <a:gd name="connsiteY1538" fmla="*/ 935406 h 968306"/>
              <a:gd name="connsiteX1539" fmla="*/ 802005 w 5114885"/>
              <a:gd name="connsiteY1539" fmla="*/ 922262 h 968306"/>
              <a:gd name="connsiteX1540" fmla="*/ 802005 w 5114885"/>
              <a:gd name="connsiteY1540" fmla="*/ 902831 h 968306"/>
              <a:gd name="connsiteX1541" fmla="*/ 803053 w 5114885"/>
              <a:gd name="connsiteY1541" fmla="*/ 838918 h 968306"/>
              <a:gd name="connsiteX1542" fmla="*/ 803053 w 5114885"/>
              <a:gd name="connsiteY1542" fmla="*/ 821106 h 968306"/>
              <a:gd name="connsiteX1543" fmla="*/ 802481 w 5114885"/>
              <a:gd name="connsiteY1543" fmla="*/ 818534 h 968306"/>
              <a:gd name="connsiteX1544" fmla="*/ 803053 w 5114885"/>
              <a:gd name="connsiteY1544" fmla="*/ 812724 h 968306"/>
              <a:gd name="connsiteX1545" fmla="*/ 800957 w 5114885"/>
              <a:gd name="connsiteY1545" fmla="*/ 777672 h 968306"/>
              <a:gd name="connsiteX1546" fmla="*/ 804101 w 5114885"/>
              <a:gd name="connsiteY1546" fmla="*/ 736334 h 968306"/>
              <a:gd name="connsiteX1547" fmla="*/ 810387 w 5114885"/>
              <a:gd name="connsiteY1547" fmla="*/ 735286 h 968306"/>
              <a:gd name="connsiteX1548" fmla="*/ 841820 w 5114885"/>
              <a:gd name="connsiteY1548" fmla="*/ 736334 h 968306"/>
              <a:gd name="connsiteX1549" fmla="*/ 851249 w 5114885"/>
              <a:gd name="connsiteY1549" fmla="*/ 724808 h 968306"/>
              <a:gd name="connsiteX1550" fmla="*/ 851821 w 5114885"/>
              <a:gd name="connsiteY1550" fmla="*/ 696043 h 968306"/>
              <a:gd name="connsiteX1551" fmla="*/ 852297 w 5114885"/>
              <a:gd name="connsiteY1551" fmla="*/ 686613 h 968306"/>
              <a:gd name="connsiteX1552" fmla="*/ 843915 w 5114885"/>
              <a:gd name="connsiteY1552" fmla="*/ 679755 h 968306"/>
              <a:gd name="connsiteX1553" fmla="*/ 822484 w 5114885"/>
              <a:gd name="connsiteY1553" fmla="*/ 678136 h 968306"/>
              <a:gd name="connsiteX1554" fmla="*/ 800957 w 5114885"/>
              <a:gd name="connsiteY1554" fmla="*/ 674993 h 968306"/>
              <a:gd name="connsiteX1555" fmla="*/ 829247 w 5114885"/>
              <a:gd name="connsiteY1555" fmla="*/ 635178 h 968306"/>
              <a:gd name="connsiteX1556" fmla="*/ 851249 w 5114885"/>
              <a:gd name="connsiteY1556" fmla="*/ 637274 h 968306"/>
              <a:gd name="connsiteX1557" fmla="*/ 856964 w 5114885"/>
              <a:gd name="connsiteY1557" fmla="*/ 632606 h 968306"/>
              <a:gd name="connsiteX1558" fmla="*/ 858012 w 5114885"/>
              <a:gd name="connsiteY1558" fmla="*/ 584886 h 968306"/>
              <a:gd name="connsiteX1559" fmla="*/ 846487 w 5114885"/>
              <a:gd name="connsiteY1559" fmla="*/ 576980 h 968306"/>
              <a:gd name="connsiteX1560" fmla="*/ 794099 w 5114885"/>
              <a:gd name="connsiteY1560" fmla="*/ 573361 h 968306"/>
              <a:gd name="connsiteX1561" fmla="*/ 791432 w 5114885"/>
              <a:gd name="connsiteY1561" fmla="*/ 574409 h 968306"/>
              <a:gd name="connsiteX1562" fmla="*/ 774097 w 5114885"/>
              <a:gd name="connsiteY1562" fmla="*/ 579076 h 968306"/>
              <a:gd name="connsiteX1563" fmla="*/ 764667 w 5114885"/>
              <a:gd name="connsiteY1563" fmla="*/ 584791 h 968306"/>
              <a:gd name="connsiteX1564" fmla="*/ 748379 w 5114885"/>
              <a:gd name="connsiteY1564" fmla="*/ 597364 h 968306"/>
              <a:gd name="connsiteX1565" fmla="*/ 728472 w 5114885"/>
              <a:gd name="connsiteY1565" fmla="*/ 622510 h 968306"/>
              <a:gd name="connsiteX1566" fmla="*/ 720090 w 5114885"/>
              <a:gd name="connsiteY1566" fmla="*/ 649751 h 968306"/>
              <a:gd name="connsiteX1567" fmla="*/ 720090 w 5114885"/>
              <a:gd name="connsiteY1567" fmla="*/ 658705 h 968306"/>
              <a:gd name="connsiteX1568" fmla="*/ 717995 w 5114885"/>
              <a:gd name="connsiteY1568" fmla="*/ 676517 h 968306"/>
              <a:gd name="connsiteX1569" fmla="*/ 583883 w 5114885"/>
              <a:gd name="connsiteY1569" fmla="*/ 944741 h 968306"/>
              <a:gd name="connsiteX1570" fmla="*/ 584359 w 5114885"/>
              <a:gd name="connsiteY1570" fmla="*/ 926929 h 968306"/>
              <a:gd name="connsiteX1571" fmla="*/ 575501 w 5114885"/>
              <a:gd name="connsiteY1571" fmla="*/ 920642 h 968306"/>
              <a:gd name="connsiteX1572" fmla="*/ 500063 w 5114885"/>
              <a:gd name="connsiteY1572" fmla="*/ 951503 h 968306"/>
              <a:gd name="connsiteX1573" fmla="*/ 492728 w 5114885"/>
              <a:gd name="connsiteY1573" fmla="*/ 950456 h 968306"/>
              <a:gd name="connsiteX1574" fmla="*/ 472821 w 5114885"/>
              <a:gd name="connsiteY1574" fmla="*/ 947312 h 968306"/>
              <a:gd name="connsiteX1575" fmla="*/ 450342 w 5114885"/>
              <a:gd name="connsiteY1575" fmla="*/ 945217 h 968306"/>
              <a:gd name="connsiteX1576" fmla="*/ 435102 w 5114885"/>
              <a:gd name="connsiteY1576" fmla="*/ 936359 h 968306"/>
              <a:gd name="connsiteX1577" fmla="*/ 431483 w 5114885"/>
              <a:gd name="connsiteY1577" fmla="*/ 933215 h 968306"/>
              <a:gd name="connsiteX1578" fmla="*/ 422529 w 5114885"/>
              <a:gd name="connsiteY1578" fmla="*/ 925405 h 968306"/>
              <a:gd name="connsiteX1579" fmla="*/ 415671 w 5114885"/>
              <a:gd name="connsiteY1579" fmla="*/ 917023 h 968306"/>
              <a:gd name="connsiteX1580" fmla="*/ 413004 w 5114885"/>
              <a:gd name="connsiteY1580" fmla="*/ 910165 h 968306"/>
              <a:gd name="connsiteX1581" fmla="*/ 409385 w 5114885"/>
              <a:gd name="connsiteY1581" fmla="*/ 903878 h 968306"/>
              <a:gd name="connsiteX1582" fmla="*/ 405194 w 5114885"/>
              <a:gd name="connsiteY1582" fmla="*/ 893877 h 968306"/>
              <a:gd name="connsiteX1583" fmla="*/ 405194 w 5114885"/>
              <a:gd name="connsiteY1583" fmla="*/ 888162 h 968306"/>
              <a:gd name="connsiteX1584" fmla="*/ 403098 w 5114885"/>
              <a:gd name="connsiteY1584" fmla="*/ 881304 h 968306"/>
              <a:gd name="connsiteX1585" fmla="*/ 402050 w 5114885"/>
              <a:gd name="connsiteY1585" fmla="*/ 867683 h 968306"/>
              <a:gd name="connsiteX1586" fmla="*/ 403670 w 5114885"/>
              <a:gd name="connsiteY1586" fmla="*/ 738810 h 968306"/>
              <a:gd name="connsiteX1587" fmla="*/ 406241 w 5114885"/>
              <a:gd name="connsiteY1587" fmla="*/ 695281 h 968306"/>
              <a:gd name="connsiteX1588" fmla="*/ 406241 w 5114885"/>
              <a:gd name="connsiteY1588" fmla="*/ 691090 h 968306"/>
              <a:gd name="connsiteX1589" fmla="*/ 414147 w 5114885"/>
              <a:gd name="connsiteY1589" fmla="*/ 691090 h 968306"/>
              <a:gd name="connsiteX1590" fmla="*/ 460248 w 5114885"/>
              <a:gd name="connsiteY1590" fmla="*/ 690042 h 968306"/>
              <a:gd name="connsiteX1591" fmla="*/ 463963 w 5114885"/>
              <a:gd name="connsiteY1591" fmla="*/ 692614 h 968306"/>
              <a:gd name="connsiteX1592" fmla="*/ 463391 w 5114885"/>
              <a:gd name="connsiteY1592" fmla="*/ 720903 h 968306"/>
              <a:gd name="connsiteX1593" fmla="*/ 462344 w 5114885"/>
              <a:gd name="connsiteY1593" fmla="*/ 765956 h 968306"/>
              <a:gd name="connsiteX1594" fmla="*/ 461772 w 5114885"/>
              <a:gd name="connsiteY1594" fmla="*/ 795293 h 968306"/>
              <a:gd name="connsiteX1595" fmla="*/ 461772 w 5114885"/>
              <a:gd name="connsiteY1595" fmla="*/ 807866 h 968306"/>
              <a:gd name="connsiteX1596" fmla="*/ 462344 w 5114885"/>
              <a:gd name="connsiteY1596" fmla="*/ 811581 h 968306"/>
              <a:gd name="connsiteX1597" fmla="*/ 462915 w 5114885"/>
              <a:gd name="connsiteY1597" fmla="*/ 812629 h 968306"/>
              <a:gd name="connsiteX1598" fmla="*/ 462915 w 5114885"/>
              <a:gd name="connsiteY1598" fmla="*/ 821582 h 968306"/>
              <a:gd name="connsiteX1599" fmla="*/ 462915 w 5114885"/>
              <a:gd name="connsiteY1599" fmla="*/ 835679 h 968306"/>
              <a:gd name="connsiteX1600" fmla="*/ 487013 w 5114885"/>
              <a:gd name="connsiteY1600" fmla="*/ 896449 h 968306"/>
              <a:gd name="connsiteX1601" fmla="*/ 536258 w 5114885"/>
              <a:gd name="connsiteY1601" fmla="*/ 908450 h 968306"/>
              <a:gd name="connsiteX1602" fmla="*/ 575501 w 5114885"/>
              <a:gd name="connsiteY1602" fmla="*/ 879113 h 968306"/>
              <a:gd name="connsiteX1603" fmla="*/ 577120 w 5114885"/>
              <a:gd name="connsiteY1603" fmla="*/ 875970 h 968306"/>
              <a:gd name="connsiteX1604" fmla="*/ 578644 w 5114885"/>
              <a:gd name="connsiteY1604" fmla="*/ 871303 h 968306"/>
              <a:gd name="connsiteX1605" fmla="*/ 580739 w 5114885"/>
              <a:gd name="connsiteY1605" fmla="*/ 866064 h 968306"/>
              <a:gd name="connsiteX1606" fmla="*/ 582835 w 5114885"/>
              <a:gd name="connsiteY1606" fmla="*/ 858730 h 968306"/>
              <a:gd name="connsiteX1607" fmla="*/ 584359 w 5114885"/>
              <a:gd name="connsiteY1607" fmla="*/ 853015 h 968306"/>
              <a:gd name="connsiteX1608" fmla="*/ 585978 w 5114885"/>
              <a:gd name="connsiteY1608" fmla="*/ 849872 h 968306"/>
              <a:gd name="connsiteX1609" fmla="*/ 587026 w 5114885"/>
              <a:gd name="connsiteY1609" fmla="*/ 845681 h 968306"/>
              <a:gd name="connsiteX1610" fmla="*/ 588645 w 5114885"/>
              <a:gd name="connsiteY1610" fmla="*/ 834155 h 968306"/>
              <a:gd name="connsiteX1611" fmla="*/ 587026 w 5114885"/>
              <a:gd name="connsiteY1611" fmla="*/ 730428 h 968306"/>
              <a:gd name="connsiteX1612" fmla="*/ 585978 w 5114885"/>
              <a:gd name="connsiteY1612" fmla="*/ 698996 h 968306"/>
              <a:gd name="connsiteX1613" fmla="*/ 585407 w 5114885"/>
              <a:gd name="connsiteY1613" fmla="*/ 693757 h 968306"/>
              <a:gd name="connsiteX1614" fmla="*/ 585407 w 5114885"/>
              <a:gd name="connsiteY1614" fmla="*/ 690137 h 968306"/>
              <a:gd name="connsiteX1615" fmla="*/ 609505 w 5114885"/>
              <a:gd name="connsiteY1615" fmla="*/ 689566 h 968306"/>
              <a:gd name="connsiteX1616" fmla="*/ 641509 w 5114885"/>
              <a:gd name="connsiteY1616" fmla="*/ 688518 h 968306"/>
              <a:gd name="connsiteX1617" fmla="*/ 641509 w 5114885"/>
              <a:gd name="connsiteY1617" fmla="*/ 694233 h 968306"/>
              <a:gd name="connsiteX1618" fmla="*/ 640937 w 5114885"/>
              <a:gd name="connsiteY1618" fmla="*/ 739286 h 968306"/>
              <a:gd name="connsiteX1619" fmla="*/ 642557 w 5114885"/>
              <a:gd name="connsiteY1619" fmla="*/ 901116 h 968306"/>
              <a:gd name="connsiteX1620" fmla="*/ 640937 w 5114885"/>
              <a:gd name="connsiteY1620" fmla="*/ 945693 h 968306"/>
              <a:gd name="connsiteX1621" fmla="*/ 636175 w 5114885"/>
              <a:gd name="connsiteY1621" fmla="*/ 945693 h 968306"/>
              <a:gd name="connsiteX1622" fmla="*/ 613124 w 5114885"/>
              <a:gd name="connsiteY1622" fmla="*/ 945693 h 968306"/>
              <a:gd name="connsiteX1623" fmla="*/ 599980 w 5114885"/>
              <a:gd name="connsiteY1623" fmla="*/ 944645 h 968306"/>
              <a:gd name="connsiteX1624" fmla="*/ 583787 w 5114885"/>
              <a:gd name="connsiteY1624" fmla="*/ 944645 h 968306"/>
              <a:gd name="connsiteX1625" fmla="*/ 409861 w 5114885"/>
              <a:gd name="connsiteY1625" fmla="*/ 925310 h 968306"/>
              <a:gd name="connsiteX1626" fmla="*/ 424529 w 5114885"/>
              <a:gd name="connsiteY1626" fmla="*/ 939978 h 968306"/>
              <a:gd name="connsiteX1627" fmla="*/ 428149 w 5114885"/>
              <a:gd name="connsiteY1627" fmla="*/ 943598 h 968306"/>
              <a:gd name="connsiteX1628" fmla="*/ 447008 w 5114885"/>
              <a:gd name="connsiteY1628" fmla="*/ 954551 h 968306"/>
              <a:gd name="connsiteX1629" fmla="*/ 471583 w 5114885"/>
              <a:gd name="connsiteY1629" fmla="*/ 957218 h 968306"/>
              <a:gd name="connsiteX1630" fmla="*/ 492538 w 5114885"/>
              <a:gd name="connsiteY1630" fmla="*/ 960362 h 968306"/>
              <a:gd name="connsiteX1631" fmla="*/ 499396 w 5114885"/>
              <a:gd name="connsiteY1631" fmla="*/ 961409 h 968306"/>
              <a:gd name="connsiteX1632" fmla="*/ 574358 w 5114885"/>
              <a:gd name="connsiteY1632" fmla="*/ 927881 h 968306"/>
              <a:gd name="connsiteX1633" fmla="*/ 573786 w 5114885"/>
              <a:gd name="connsiteY1633" fmla="*/ 947217 h 968306"/>
              <a:gd name="connsiteX1634" fmla="*/ 573215 w 5114885"/>
              <a:gd name="connsiteY1634" fmla="*/ 949789 h 968306"/>
              <a:gd name="connsiteX1635" fmla="*/ 582168 w 5114885"/>
              <a:gd name="connsiteY1635" fmla="*/ 955028 h 968306"/>
              <a:gd name="connsiteX1636" fmla="*/ 599408 w 5114885"/>
              <a:gd name="connsiteY1636" fmla="*/ 954456 h 968306"/>
              <a:gd name="connsiteX1637" fmla="*/ 612553 w 5114885"/>
              <a:gd name="connsiteY1637" fmla="*/ 955504 h 968306"/>
              <a:gd name="connsiteX1638" fmla="*/ 636080 w 5114885"/>
              <a:gd name="connsiteY1638" fmla="*/ 955504 h 968306"/>
              <a:gd name="connsiteX1639" fmla="*/ 651320 w 5114885"/>
              <a:gd name="connsiteY1639" fmla="*/ 951789 h 968306"/>
              <a:gd name="connsiteX1640" fmla="*/ 652367 w 5114885"/>
              <a:gd name="connsiteY1640" fmla="*/ 898354 h 968306"/>
              <a:gd name="connsiteX1641" fmla="*/ 650748 w 5114885"/>
              <a:gd name="connsiteY1641" fmla="*/ 737477 h 968306"/>
              <a:gd name="connsiteX1642" fmla="*/ 651796 w 5114885"/>
              <a:gd name="connsiteY1642" fmla="*/ 694519 h 968306"/>
              <a:gd name="connsiteX1643" fmla="*/ 639794 w 5114885"/>
              <a:gd name="connsiteY1643" fmla="*/ 678326 h 968306"/>
              <a:gd name="connsiteX1644" fmla="*/ 608838 w 5114885"/>
              <a:gd name="connsiteY1644" fmla="*/ 679374 h 968306"/>
              <a:gd name="connsiteX1645" fmla="*/ 586835 w 5114885"/>
              <a:gd name="connsiteY1645" fmla="*/ 679946 h 968306"/>
              <a:gd name="connsiteX1646" fmla="*/ 574262 w 5114885"/>
              <a:gd name="connsiteY1646" fmla="*/ 684613 h 968306"/>
              <a:gd name="connsiteX1647" fmla="*/ 575310 w 5114885"/>
              <a:gd name="connsiteY1647" fmla="*/ 691947 h 968306"/>
              <a:gd name="connsiteX1648" fmla="*/ 575882 w 5114885"/>
              <a:gd name="connsiteY1648" fmla="*/ 699281 h 968306"/>
              <a:gd name="connsiteX1649" fmla="*/ 576929 w 5114885"/>
              <a:gd name="connsiteY1649" fmla="*/ 731190 h 968306"/>
              <a:gd name="connsiteX1650" fmla="*/ 578453 w 5114885"/>
              <a:gd name="connsiteY1650" fmla="*/ 832250 h 968306"/>
              <a:gd name="connsiteX1651" fmla="*/ 576358 w 5114885"/>
              <a:gd name="connsiteY1651" fmla="*/ 845395 h 968306"/>
              <a:gd name="connsiteX1652" fmla="*/ 574262 w 5114885"/>
              <a:gd name="connsiteY1652" fmla="*/ 849586 h 968306"/>
              <a:gd name="connsiteX1653" fmla="*/ 573215 w 5114885"/>
              <a:gd name="connsiteY1653" fmla="*/ 855872 h 968306"/>
              <a:gd name="connsiteX1654" fmla="*/ 571119 w 5114885"/>
              <a:gd name="connsiteY1654" fmla="*/ 861683 h 968306"/>
              <a:gd name="connsiteX1655" fmla="*/ 569024 w 5114885"/>
              <a:gd name="connsiteY1655" fmla="*/ 867398 h 968306"/>
              <a:gd name="connsiteX1656" fmla="*/ 567976 w 5114885"/>
              <a:gd name="connsiteY1656" fmla="*/ 871112 h 968306"/>
              <a:gd name="connsiteX1657" fmla="*/ 566928 w 5114885"/>
              <a:gd name="connsiteY1657" fmla="*/ 873684 h 968306"/>
              <a:gd name="connsiteX1658" fmla="*/ 535496 w 5114885"/>
              <a:gd name="connsiteY1658" fmla="*/ 898354 h 968306"/>
              <a:gd name="connsiteX1659" fmla="*/ 493014 w 5114885"/>
              <a:gd name="connsiteY1659" fmla="*/ 888353 h 968306"/>
              <a:gd name="connsiteX1660" fmla="*/ 472535 w 5114885"/>
              <a:gd name="connsiteY1660" fmla="*/ 834441 h 968306"/>
              <a:gd name="connsiteX1661" fmla="*/ 472535 w 5114885"/>
              <a:gd name="connsiteY1661" fmla="*/ 821868 h 968306"/>
              <a:gd name="connsiteX1662" fmla="*/ 472535 w 5114885"/>
              <a:gd name="connsiteY1662" fmla="*/ 816058 h 968306"/>
              <a:gd name="connsiteX1663" fmla="*/ 471964 w 5114885"/>
              <a:gd name="connsiteY1663" fmla="*/ 810343 h 968306"/>
              <a:gd name="connsiteX1664" fmla="*/ 471392 w 5114885"/>
              <a:gd name="connsiteY1664" fmla="*/ 807771 h 968306"/>
              <a:gd name="connsiteX1665" fmla="*/ 471392 w 5114885"/>
              <a:gd name="connsiteY1665" fmla="*/ 795198 h 968306"/>
              <a:gd name="connsiteX1666" fmla="*/ 471964 w 5114885"/>
              <a:gd name="connsiteY1666" fmla="*/ 765861 h 968306"/>
              <a:gd name="connsiteX1667" fmla="*/ 473012 w 5114885"/>
              <a:gd name="connsiteY1667" fmla="*/ 721284 h 968306"/>
              <a:gd name="connsiteX1668" fmla="*/ 473583 w 5114885"/>
              <a:gd name="connsiteY1668" fmla="*/ 692995 h 968306"/>
              <a:gd name="connsiteX1669" fmla="*/ 474155 w 5114885"/>
              <a:gd name="connsiteY1669" fmla="*/ 689280 h 968306"/>
              <a:gd name="connsiteX1670" fmla="*/ 461010 w 5114885"/>
              <a:gd name="connsiteY1670" fmla="*/ 679850 h 968306"/>
              <a:gd name="connsiteX1671" fmla="*/ 413290 w 5114885"/>
              <a:gd name="connsiteY1671" fmla="*/ 680898 h 968306"/>
              <a:gd name="connsiteX1672" fmla="*/ 396050 w 5114885"/>
              <a:gd name="connsiteY1672" fmla="*/ 695090 h 968306"/>
              <a:gd name="connsiteX1673" fmla="*/ 393383 w 5114885"/>
              <a:gd name="connsiteY1673" fmla="*/ 737477 h 968306"/>
              <a:gd name="connsiteX1674" fmla="*/ 391763 w 5114885"/>
              <a:gd name="connsiteY1674" fmla="*/ 867398 h 968306"/>
              <a:gd name="connsiteX1675" fmla="*/ 393383 w 5114885"/>
              <a:gd name="connsiteY1675" fmla="*/ 883590 h 968306"/>
              <a:gd name="connsiteX1676" fmla="*/ 393954 w 5114885"/>
              <a:gd name="connsiteY1676" fmla="*/ 886162 h 968306"/>
              <a:gd name="connsiteX1677" fmla="*/ 395002 w 5114885"/>
              <a:gd name="connsiteY1677" fmla="*/ 889877 h 968306"/>
              <a:gd name="connsiteX1678" fmla="*/ 395002 w 5114885"/>
              <a:gd name="connsiteY1678" fmla="*/ 895115 h 968306"/>
              <a:gd name="connsiteX1679" fmla="*/ 400241 w 5114885"/>
              <a:gd name="connsiteY1679" fmla="*/ 907688 h 968306"/>
              <a:gd name="connsiteX1680" fmla="*/ 403384 w 5114885"/>
              <a:gd name="connsiteY1680" fmla="*/ 913975 h 968306"/>
              <a:gd name="connsiteX1681" fmla="*/ 410242 w 5114885"/>
              <a:gd name="connsiteY1681" fmla="*/ 925500 h 968306"/>
              <a:gd name="connsiteX1682" fmla="*/ 409670 w 5114885"/>
              <a:gd name="connsiteY1682" fmla="*/ 925024 h 968306"/>
              <a:gd name="connsiteX1683" fmla="*/ 186690 w 5114885"/>
              <a:gd name="connsiteY1683" fmla="*/ 676517 h 968306"/>
              <a:gd name="connsiteX1684" fmla="*/ 181928 w 5114885"/>
              <a:gd name="connsiteY1684" fmla="*/ 675469 h 968306"/>
              <a:gd name="connsiteX1685" fmla="*/ 176689 w 5114885"/>
              <a:gd name="connsiteY1685" fmla="*/ 677088 h 968306"/>
              <a:gd name="connsiteX1686" fmla="*/ 154686 w 5114885"/>
              <a:gd name="connsiteY1686" fmla="*/ 735191 h 968306"/>
              <a:gd name="connsiteX1687" fmla="*/ 137446 w 5114885"/>
              <a:gd name="connsiteY1687" fmla="*/ 788626 h 968306"/>
              <a:gd name="connsiteX1688" fmla="*/ 135922 w 5114885"/>
              <a:gd name="connsiteY1688" fmla="*/ 792341 h 968306"/>
              <a:gd name="connsiteX1689" fmla="*/ 133826 w 5114885"/>
              <a:gd name="connsiteY1689" fmla="*/ 795484 h 968306"/>
              <a:gd name="connsiteX1690" fmla="*/ 165830 w 5114885"/>
              <a:gd name="connsiteY1690" fmla="*/ 812724 h 968306"/>
              <a:gd name="connsiteX1691" fmla="*/ 224504 w 5114885"/>
              <a:gd name="connsiteY1691" fmla="*/ 812724 h 968306"/>
              <a:gd name="connsiteX1692" fmla="*/ 228219 w 5114885"/>
              <a:gd name="connsiteY1692" fmla="*/ 812248 h 968306"/>
              <a:gd name="connsiteX1693" fmla="*/ 233458 w 5114885"/>
              <a:gd name="connsiteY1693" fmla="*/ 794912 h 968306"/>
              <a:gd name="connsiteX1694" fmla="*/ 217265 w 5114885"/>
              <a:gd name="connsiteY1694" fmla="*/ 756622 h 968306"/>
              <a:gd name="connsiteX1695" fmla="*/ 212503 w 5114885"/>
              <a:gd name="connsiteY1695" fmla="*/ 743477 h 968306"/>
              <a:gd name="connsiteX1696" fmla="*/ 205169 w 5114885"/>
              <a:gd name="connsiteY1696" fmla="*/ 720998 h 968306"/>
              <a:gd name="connsiteX1697" fmla="*/ 200501 w 5114885"/>
              <a:gd name="connsiteY1697" fmla="*/ 702710 h 968306"/>
              <a:gd name="connsiteX1698" fmla="*/ 190024 w 5114885"/>
              <a:gd name="connsiteY1698" fmla="*/ 679088 h 968306"/>
              <a:gd name="connsiteX1699" fmla="*/ 186881 w 5114885"/>
              <a:gd name="connsiteY1699" fmla="*/ 676517 h 968306"/>
              <a:gd name="connsiteX1700" fmla="*/ 223076 w 5114885"/>
              <a:gd name="connsiteY1700" fmla="*/ 802723 h 968306"/>
              <a:gd name="connsiteX1701" fmla="*/ 220504 w 5114885"/>
              <a:gd name="connsiteY1701" fmla="*/ 803294 h 968306"/>
              <a:gd name="connsiteX1702" fmla="*/ 167069 w 5114885"/>
              <a:gd name="connsiteY1702" fmla="*/ 802723 h 968306"/>
              <a:gd name="connsiteX1703" fmla="*/ 142970 w 5114885"/>
              <a:gd name="connsiteY1703" fmla="*/ 800627 h 968306"/>
              <a:gd name="connsiteX1704" fmla="*/ 145066 w 5114885"/>
              <a:gd name="connsiteY1704" fmla="*/ 797484 h 968306"/>
              <a:gd name="connsiteX1705" fmla="*/ 146114 w 5114885"/>
              <a:gd name="connsiteY1705" fmla="*/ 793769 h 968306"/>
              <a:gd name="connsiteX1706" fmla="*/ 164973 w 5114885"/>
              <a:gd name="connsiteY1706" fmla="*/ 736143 h 968306"/>
              <a:gd name="connsiteX1707" fmla="*/ 183261 w 5114885"/>
              <a:gd name="connsiteY1707" fmla="*/ 686327 h 968306"/>
              <a:gd name="connsiteX1708" fmla="*/ 191167 w 5114885"/>
              <a:gd name="connsiteY1708" fmla="*/ 705663 h 968306"/>
              <a:gd name="connsiteX1709" fmla="*/ 195358 w 5114885"/>
              <a:gd name="connsiteY1709" fmla="*/ 722427 h 968306"/>
              <a:gd name="connsiteX1710" fmla="*/ 203264 w 5114885"/>
              <a:gd name="connsiteY1710" fmla="*/ 747573 h 968306"/>
              <a:gd name="connsiteX1711" fmla="*/ 205835 w 5114885"/>
              <a:gd name="connsiteY1711" fmla="*/ 753860 h 968306"/>
              <a:gd name="connsiteX1712" fmla="*/ 207931 w 5114885"/>
              <a:gd name="connsiteY1712" fmla="*/ 760146 h 968306"/>
              <a:gd name="connsiteX1713" fmla="*/ 224123 w 5114885"/>
              <a:gd name="connsiteY1713" fmla="*/ 797865 h 968306"/>
              <a:gd name="connsiteX1714" fmla="*/ 226219 w 5114885"/>
              <a:gd name="connsiteY1714" fmla="*/ 802056 h 968306"/>
              <a:gd name="connsiteX1715" fmla="*/ 223076 w 5114885"/>
              <a:gd name="connsiteY1715" fmla="*/ 802532 h 968306"/>
              <a:gd name="connsiteX1716" fmla="*/ 11525 w 5114885"/>
              <a:gd name="connsiteY1716" fmla="*/ 943883 h 968306"/>
              <a:gd name="connsiteX1717" fmla="*/ 24098 w 5114885"/>
              <a:gd name="connsiteY1717" fmla="*/ 919785 h 968306"/>
              <a:gd name="connsiteX1718" fmla="*/ 65532 w 5114885"/>
              <a:gd name="connsiteY1718" fmla="*/ 802437 h 968306"/>
              <a:gd name="connsiteX1719" fmla="*/ 66104 w 5114885"/>
              <a:gd name="connsiteY1719" fmla="*/ 798818 h 968306"/>
              <a:gd name="connsiteX1720" fmla="*/ 78677 w 5114885"/>
              <a:gd name="connsiteY1720" fmla="*/ 769957 h 968306"/>
              <a:gd name="connsiteX1721" fmla="*/ 81820 w 5114885"/>
              <a:gd name="connsiteY1721" fmla="*/ 759956 h 968306"/>
              <a:gd name="connsiteX1722" fmla="*/ 86487 w 5114885"/>
              <a:gd name="connsiteY1722" fmla="*/ 750526 h 968306"/>
              <a:gd name="connsiteX1723" fmla="*/ 93345 w 5114885"/>
              <a:gd name="connsiteY1723" fmla="*/ 731190 h 968306"/>
              <a:gd name="connsiteX1724" fmla="*/ 108014 w 5114885"/>
              <a:gd name="connsiteY1724" fmla="*/ 689852 h 968306"/>
              <a:gd name="connsiteX1725" fmla="*/ 131636 w 5114885"/>
              <a:gd name="connsiteY1725" fmla="*/ 625463 h 968306"/>
              <a:gd name="connsiteX1726" fmla="*/ 142113 w 5114885"/>
              <a:gd name="connsiteY1726" fmla="*/ 607175 h 968306"/>
              <a:gd name="connsiteX1727" fmla="*/ 144209 w 5114885"/>
              <a:gd name="connsiteY1727" fmla="*/ 600317 h 968306"/>
              <a:gd name="connsiteX1728" fmla="*/ 145256 w 5114885"/>
              <a:gd name="connsiteY1728" fmla="*/ 597173 h 968306"/>
              <a:gd name="connsiteX1729" fmla="*/ 147828 w 5114885"/>
              <a:gd name="connsiteY1729" fmla="*/ 591935 h 968306"/>
              <a:gd name="connsiteX1730" fmla="*/ 151543 w 5114885"/>
              <a:gd name="connsiteY1730" fmla="*/ 586696 h 968306"/>
              <a:gd name="connsiteX1731" fmla="*/ 158306 w 5114885"/>
              <a:gd name="connsiteY1731" fmla="*/ 587267 h 968306"/>
              <a:gd name="connsiteX1732" fmla="*/ 164592 w 5114885"/>
              <a:gd name="connsiteY1732" fmla="*/ 586696 h 968306"/>
              <a:gd name="connsiteX1733" fmla="*/ 208121 w 5114885"/>
              <a:gd name="connsiteY1733" fmla="*/ 585077 h 968306"/>
              <a:gd name="connsiteX1734" fmla="*/ 218599 w 5114885"/>
              <a:gd name="connsiteY1734" fmla="*/ 584029 h 968306"/>
              <a:gd name="connsiteX1735" fmla="*/ 236411 w 5114885"/>
              <a:gd name="connsiteY1735" fmla="*/ 623272 h 968306"/>
              <a:gd name="connsiteX1736" fmla="*/ 250031 w 5114885"/>
              <a:gd name="connsiteY1736" fmla="*/ 667277 h 968306"/>
              <a:gd name="connsiteX1737" fmla="*/ 252127 w 5114885"/>
              <a:gd name="connsiteY1737" fmla="*/ 674135 h 968306"/>
              <a:gd name="connsiteX1738" fmla="*/ 275749 w 5114885"/>
              <a:gd name="connsiteY1738" fmla="*/ 736524 h 968306"/>
              <a:gd name="connsiteX1739" fmla="*/ 282607 w 5114885"/>
              <a:gd name="connsiteY1739" fmla="*/ 757479 h 968306"/>
              <a:gd name="connsiteX1740" fmla="*/ 290989 w 5114885"/>
              <a:gd name="connsiteY1740" fmla="*/ 776815 h 968306"/>
              <a:gd name="connsiteX1741" fmla="*/ 292513 w 5114885"/>
              <a:gd name="connsiteY1741" fmla="*/ 782054 h 968306"/>
              <a:gd name="connsiteX1742" fmla="*/ 294132 w 5114885"/>
              <a:gd name="connsiteY1742" fmla="*/ 785673 h 968306"/>
              <a:gd name="connsiteX1743" fmla="*/ 296228 w 5114885"/>
              <a:gd name="connsiteY1743" fmla="*/ 790912 h 968306"/>
              <a:gd name="connsiteX1744" fmla="*/ 298799 w 5114885"/>
              <a:gd name="connsiteY1744" fmla="*/ 796627 h 968306"/>
              <a:gd name="connsiteX1745" fmla="*/ 310801 w 5114885"/>
              <a:gd name="connsiteY1745" fmla="*/ 832822 h 968306"/>
              <a:gd name="connsiteX1746" fmla="*/ 320231 w 5114885"/>
              <a:gd name="connsiteY1746" fmla="*/ 852158 h 968306"/>
              <a:gd name="connsiteX1747" fmla="*/ 322326 w 5114885"/>
              <a:gd name="connsiteY1747" fmla="*/ 857396 h 968306"/>
              <a:gd name="connsiteX1748" fmla="*/ 354806 w 5114885"/>
              <a:gd name="connsiteY1748" fmla="*/ 937502 h 968306"/>
              <a:gd name="connsiteX1749" fmla="*/ 356902 w 5114885"/>
              <a:gd name="connsiteY1749" fmla="*/ 945407 h 968306"/>
              <a:gd name="connsiteX1750" fmla="*/ 347472 w 5114885"/>
              <a:gd name="connsiteY1750" fmla="*/ 943883 h 968306"/>
              <a:gd name="connsiteX1751" fmla="*/ 321278 w 5114885"/>
              <a:gd name="connsiteY1751" fmla="*/ 941788 h 968306"/>
              <a:gd name="connsiteX1752" fmla="*/ 284131 w 5114885"/>
              <a:gd name="connsiteY1752" fmla="*/ 941788 h 968306"/>
              <a:gd name="connsiteX1753" fmla="*/ 270986 w 5114885"/>
              <a:gd name="connsiteY1753" fmla="*/ 900449 h 968306"/>
              <a:gd name="connsiteX1754" fmla="*/ 268891 w 5114885"/>
              <a:gd name="connsiteY1754" fmla="*/ 895782 h 968306"/>
              <a:gd name="connsiteX1755" fmla="*/ 267367 w 5114885"/>
              <a:gd name="connsiteY1755" fmla="*/ 892067 h 968306"/>
              <a:gd name="connsiteX1756" fmla="*/ 265271 w 5114885"/>
              <a:gd name="connsiteY1756" fmla="*/ 887400 h 968306"/>
              <a:gd name="connsiteX1757" fmla="*/ 261080 w 5114885"/>
              <a:gd name="connsiteY1757" fmla="*/ 879018 h 968306"/>
              <a:gd name="connsiteX1758" fmla="*/ 242221 w 5114885"/>
              <a:gd name="connsiteY1758" fmla="*/ 862254 h 968306"/>
              <a:gd name="connsiteX1759" fmla="*/ 223361 w 5114885"/>
              <a:gd name="connsiteY1759" fmla="*/ 861778 h 968306"/>
              <a:gd name="connsiteX1760" fmla="*/ 189833 w 5114885"/>
              <a:gd name="connsiteY1760" fmla="*/ 863302 h 968306"/>
              <a:gd name="connsiteX1761" fmla="*/ 117539 w 5114885"/>
              <a:gd name="connsiteY1761" fmla="*/ 862254 h 968306"/>
              <a:gd name="connsiteX1762" fmla="*/ 109633 w 5114885"/>
              <a:gd name="connsiteY1762" fmla="*/ 869112 h 968306"/>
              <a:gd name="connsiteX1763" fmla="*/ 106490 w 5114885"/>
              <a:gd name="connsiteY1763" fmla="*/ 871684 h 968306"/>
              <a:gd name="connsiteX1764" fmla="*/ 86011 w 5114885"/>
              <a:gd name="connsiteY1764" fmla="*/ 929310 h 968306"/>
              <a:gd name="connsiteX1765" fmla="*/ 80296 w 5114885"/>
              <a:gd name="connsiteY1765" fmla="*/ 948646 h 968306"/>
              <a:gd name="connsiteX1766" fmla="*/ 43148 w 5114885"/>
              <a:gd name="connsiteY1766" fmla="*/ 949217 h 968306"/>
              <a:gd name="connsiteX1767" fmla="*/ 33719 w 5114885"/>
              <a:gd name="connsiteY1767" fmla="*/ 947122 h 968306"/>
              <a:gd name="connsiteX1768" fmla="*/ 26384 w 5114885"/>
              <a:gd name="connsiteY1768" fmla="*/ 945598 h 968306"/>
              <a:gd name="connsiteX1769" fmla="*/ 21622 w 5114885"/>
              <a:gd name="connsiteY1769" fmla="*/ 944550 h 968306"/>
              <a:gd name="connsiteX1770" fmla="*/ 16955 w 5114885"/>
              <a:gd name="connsiteY1770" fmla="*/ 944074 h 968306"/>
              <a:gd name="connsiteX1771" fmla="*/ 11716 w 5114885"/>
              <a:gd name="connsiteY1771" fmla="*/ 944074 h 968306"/>
              <a:gd name="connsiteX1772" fmla="*/ 247841 w 5114885"/>
              <a:gd name="connsiteY1772" fmla="*/ 871589 h 968306"/>
              <a:gd name="connsiteX1773" fmla="*/ 249936 w 5114885"/>
              <a:gd name="connsiteY1773" fmla="*/ 875780 h 968306"/>
              <a:gd name="connsiteX1774" fmla="*/ 252031 w 5114885"/>
              <a:gd name="connsiteY1774" fmla="*/ 883114 h 968306"/>
              <a:gd name="connsiteX1775" fmla="*/ 256223 w 5114885"/>
              <a:gd name="connsiteY1775" fmla="*/ 891020 h 968306"/>
              <a:gd name="connsiteX1776" fmla="*/ 257747 w 5114885"/>
              <a:gd name="connsiteY1776" fmla="*/ 895687 h 968306"/>
              <a:gd name="connsiteX1777" fmla="*/ 260414 w 5114885"/>
              <a:gd name="connsiteY1777" fmla="*/ 900354 h 968306"/>
              <a:gd name="connsiteX1778" fmla="*/ 261938 w 5114885"/>
              <a:gd name="connsiteY1778" fmla="*/ 904069 h 968306"/>
              <a:gd name="connsiteX1779" fmla="*/ 275082 w 5114885"/>
              <a:gd name="connsiteY1779" fmla="*/ 945979 h 968306"/>
              <a:gd name="connsiteX1780" fmla="*/ 285083 w 5114885"/>
              <a:gd name="connsiteY1780" fmla="*/ 952742 h 968306"/>
              <a:gd name="connsiteX1781" fmla="*/ 321183 w 5114885"/>
              <a:gd name="connsiteY1781" fmla="*/ 952265 h 968306"/>
              <a:gd name="connsiteX1782" fmla="*/ 345853 w 5114885"/>
              <a:gd name="connsiteY1782" fmla="*/ 953789 h 968306"/>
              <a:gd name="connsiteX1783" fmla="*/ 363665 w 5114885"/>
              <a:gd name="connsiteY1783" fmla="*/ 955885 h 968306"/>
              <a:gd name="connsiteX1784" fmla="*/ 364236 w 5114885"/>
              <a:gd name="connsiteY1784" fmla="*/ 934930 h 968306"/>
              <a:gd name="connsiteX1785" fmla="*/ 331184 w 5114885"/>
              <a:gd name="connsiteY1785" fmla="*/ 852729 h 968306"/>
              <a:gd name="connsiteX1786" fmla="*/ 329089 w 5114885"/>
              <a:gd name="connsiteY1786" fmla="*/ 848062 h 968306"/>
              <a:gd name="connsiteX1787" fmla="*/ 320231 w 5114885"/>
              <a:gd name="connsiteY1787" fmla="*/ 829202 h 968306"/>
              <a:gd name="connsiteX1788" fmla="*/ 308134 w 5114885"/>
              <a:gd name="connsiteY1788" fmla="*/ 793007 h 968306"/>
              <a:gd name="connsiteX1789" fmla="*/ 300323 w 5114885"/>
              <a:gd name="connsiteY1789" fmla="*/ 773672 h 968306"/>
              <a:gd name="connsiteX1790" fmla="*/ 291941 w 5114885"/>
              <a:gd name="connsiteY1790" fmla="*/ 754336 h 968306"/>
              <a:gd name="connsiteX1791" fmla="*/ 285083 w 5114885"/>
              <a:gd name="connsiteY1791" fmla="*/ 732905 h 968306"/>
              <a:gd name="connsiteX1792" fmla="*/ 261461 w 5114885"/>
              <a:gd name="connsiteY1792" fmla="*/ 670040 h 968306"/>
              <a:gd name="connsiteX1793" fmla="*/ 260414 w 5114885"/>
              <a:gd name="connsiteY1793" fmla="*/ 667373 h 968306"/>
              <a:gd name="connsiteX1794" fmla="*/ 258794 w 5114885"/>
              <a:gd name="connsiteY1794" fmla="*/ 662705 h 968306"/>
              <a:gd name="connsiteX1795" fmla="*/ 245174 w 5114885"/>
              <a:gd name="connsiteY1795" fmla="*/ 618700 h 968306"/>
              <a:gd name="connsiteX1796" fmla="*/ 235172 w 5114885"/>
              <a:gd name="connsiteY1796" fmla="*/ 597745 h 968306"/>
              <a:gd name="connsiteX1797" fmla="*/ 206407 w 5114885"/>
              <a:gd name="connsiteY1797" fmla="*/ 575266 h 968306"/>
              <a:gd name="connsiteX1798" fmla="*/ 163449 w 5114885"/>
              <a:gd name="connsiteY1798" fmla="*/ 576790 h 968306"/>
              <a:gd name="connsiteX1799" fmla="*/ 158210 w 5114885"/>
              <a:gd name="connsiteY1799" fmla="*/ 577361 h 968306"/>
              <a:gd name="connsiteX1800" fmla="*/ 140970 w 5114885"/>
              <a:gd name="connsiteY1800" fmla="*/ 581552 h 968306"/>
              <a:gd name="connsiteX1801" fmla="*/ 138875 w 5114885"/>
              <a:gd name="connsiteY1801" fmla="*/ 587267 h 968306"/>
              <a:gd name="connsiteX1802" fmla="*/ 135160 w 5114885"/>
              <a:gd name="connsiteY1802" fmla="*/ 594602 h 968306"/>
              <a:gd name="connsiteX1803" fmla="*/ 134112 w 5114885"/>
              <a:gd name="connsiteY1803" fmla="*/ 598221 h 968306"/>
              <a:gd name="connsiteX1804" fmla="*/ 133064 w 5114885"/>
              <a:gd name="connsiteY1804" fmla="*/ 602888 h 968306"/>
              <a:gd name="connsiteX1805" fmla="*/ 122587 w 5114885"/>
              <a:gd name="connsiteY1805" fmla="*/ 620700 h 968306"/>
              <a:gd name="connsiteX1806" fmla="*/ 98489 w 5114885"/>
              <a:gd name="connsiteY1806" fmla="*/ 686137 h 968306"/>
              <a:gd name="connsiteX1807" fmla="*/ 83820 w 5114885"/>
              <a:gd name="connsiteY1807" fmla="*/ 727475 h 968306"/>
              <a:gd name="connsiteX1808" fmla="*/ 76486 w 5114885"/>
              <a:gd name="connsiteY1808" fmla="*/ 748430 h 968306"/>
              <a:gd name="connsiteX1809" fmla="*/ 69152 w 5114885"/>
              <a:gd name="connsiteY1809" fmla="*/ 766242 h 968306"/>
              <a:gd name="connsiteX1810" fmla="*/ 55531 w 5114885"/>
              <a:gd name="connsiteY1810" fmla="*/ 799294 h 968306"/>
              <a:gd name="connsiteX1811" fmla="*/ 14669 w 5114885"/>
              <a:gd name="connsiteY1811" fmla="*/ 916166 h 968306"/>
              <a:gd name="connsiteX1812" fmla="*/ 1048 w 5114885"/>
              <a:gd name="connsiteY1812" fmla="*/ 941312 h 968306"/>
              <a:gd name="connsiteX1813" fmla="*/ 0 w 5114885"/>
              <a:gd name="connsiteY1813" fmla="*/ 944455 h 968306"/>
              <a:gd name="connsiteX1814" fmla="*/ 19336 w 5114885"/>
              <a:gd name="connsiteY1814" fmla="*/ 954361 h 968306"/>
              <a:gd name="connsiteX1815" fmla="*/ 24575 w 5114885"/>
              <a:gd name="connsiteY1815" fmla="*/ 955409 h 968306"/>
              <a:gd name="connsiteX1816" fmla="*/ 32957 w 5114885"/>
              <a:gd name="connsiteY1816" fmla="*/ 956933 h 968306"/>
              <a:gd name="connsiteX1817" fmla="*/ 41339 w 5114885"/>
              <a:gd name="connsiteY1817" fmla="*/ 959028 h 968306"/>
              <a:gd name="connsiteX1818" fmla="*/ 83725 w 5114885"/>
              <a:gd name="connsiteY1818" fmla="*/ 959028 h 968306"/>
              <a:gd name="connsiteX1819" fmla="*/ 90011 w 5114885"/>
              <a:gd name="connsiteY1819" fmla="*/ 950075 h 968306"/>
              <a:gd name="connsiteX1820" fmla="*/ 95822 w 5114885"/>
              <a:gd name="connsiteY1820" fmla="*/ 930167 h 968306"/>
              <a:gd name="connsiteX1821" fmla="*/ 108395 w 5114885"/>
              <a:gd name="connsiteY1821" fmla="*/ 888829 h 968306"/>
              <a:gd name="connsiteX1822" fmla="*/ 114205 w 5114885"/>
              <a:gd name="connsiteY1822" fmla="*/ 878351 h 968306"/>
              <a:gd name="connsiteX1823" fmla="*/ 116777 w 5114885"/>
              <a:gd name="connsiteY1823" fmla="*/ 875780 h 968306"/>
              <a:gd name="connsiteX1824" fmla="*/ 120491 w 5114885"/>
              <a:gd name="connsiteY1824" fmla="*/ 871589 h 968306"/>
              <a:gd name="connsiteX1825" fmla="*/ 189071 w 5114885"/>
              <a:gd name="connsiteY1825" fmla="*/ 873208 h 968306"/>
              <a:gd name="connsiteX1826" fmla="*/ 222599 w 5114885"/>
              <a:gd name="connsiteY1826" fmla="*/ 871589 h 968306"/>
              <a:gd name="connsiteX1827" fmla="*/ 246221 w 5114885"/>
              <a:gd name="connsiteY1827" fmla="*/ 871589 h 968306"/>
              <a:gd name="connsiteX1828" fmla="*/ 247841 w 5114885"/>
              <a:gd name="connsiteY1828" fmla="*/ 871589 h 968306"/>
              <a:gd name="connsiteX1829" fmla="*/ 4999768 w 5114885"/>
              <a:gd name="connsiteY1829" fmla="*/ 158642 h 968306"/>
              <a:gd name="connsiteX1830" fmla="*/ 4963097 w 5114885"/>
              <a:gd name="connsiteY1830" fmla="*/ 158642 h 968306"/>
              <a:gd name="connsiteX1831" fmla="*/ 4949952 w 5114885"/>
              <a:gd name="connsiteY1831" fmla="*/ 162833 h 968306"/>
              <a:gd name="connsiteX1832" fmla="*/ 4947380 w 5114885"/>
              <a:gd name="connsiteY1832" fmla="*/ 164929 h 968306"/>
              <a:gd name="connsiteX1833" fmla="*/ 4940523 w 5114885"/>
              <a:gd name="connsiteY1833" fmla="*/ 169120 h 968306"/>
              <a:gd name="connsiteX1834" fmla="*/ 4927378 w 5114885"/>
              <a:gd name="connsiteY1834" fmla="*/ 182264 h 968306"/>
              <a:gd name="connsiteX1835" fmla="*/ 4916901 w 5114885"/>
              <a:gd name="connsiteY1835" fmla="*/ 207887 h 968306"/>
              <a:gd name="connsiteX1836" fmla="*/ 4932617 w 5114885"/>
              <a:gd name="connsiteY1836" fmla="*/ 219412 h 968306"/>
              <a:gd name="connsiteX1837" fmla="*/ 4935760 w 5114885"/>
              <a:gd name="connsiteY1837" fmla="*/ 218840 h 968306"/>
              <a:gd name="connsiteX1838" fmla="*/ 5026438 w 5114885"/>
              <a:gd name="connsiteY1838" fmla="*/ 221507 h 968306"/>
              <a:gd name="connsiteX1839" fmla="*/ 5043202 w 5114885"/>
              <a:gd name="connsiteY1839" fmla="*/ 215697 h 968306"/>
              <a:gd name="connsiteX1840" fmla="*/ 5036344 w 5114885"/>
              <a:gd name="connsiteY1840" fmla="*/ 179597 h 968306"/>
              <a:gd name="connsiteX1841" fmla="*/ 5018532 w 5114885"/>
              <a:gd name="connsiteY1841" fmla="*/ 165977 h 968306"/>
              <a:gd name="connsiteX1842" fmla="*/ 4999673 w 5114885"/>
              <a:gd name="connsiteY1842" fmla="*/ 158642 h 968306"/>
              <a:gd name="connsiteX1843" fmla="*/ 5036820 w 5114885"/>
              <a:gd name="connsiteY1843" fmla="*/ 207887 h 968306"/>
              <a:gd name="connsiteX1844" fmla="*/ 5025867 w 5114885"/>
              <a:gd name="connsiteY1844" fmla="*/ 211601 h 968306"/>
              <a:gd name="connsiteX1845" fmla="*/ 4933664 w 5114885"/>
              <a:gd name="connsiteY1845" fmla="*/ 208934 h 968306"/>
              <a:gd name="connsiteX1846" fmla="*/ 4930521 w 5114885"/>
              <a:gd name="connsiteY1846" fmla="*/ 209506 h 968306"/>
              <a:gd name="connsiteX1847" fmla="*/ 4926806 w 5114885"/>
              <a:gd name="connsiteY1847" fmla="*/ 210077 h 968306"/>
              <a:gd name="connsiteX1848" fmla="*/ 4935189 w 5114885"/>
              <a:gd name="connsiteY1848" fmla="*/ 188075 h 968306"/>
              <a:gd name="connsiteX1849" fmla="*/ 4945094 w 5114885"/>
              <a:gd name="connsiteY1849" fmla="*/ 178169 h 968306"/>
              <a:gd name="connsiteX1850" fmla="*/ 4953476 w 5114885"/>
              <a:gd name="connsiteY1850" fmla="*/ 173501 h 968306"/>
              <a:gd name="connsiteX1851" fmla="*/ 4955572 w 5114885"/>
              <a:gd name="connsiteY1851" fmla="*/ 171406 h 968306"/>
              <a:gd name="connsiteX1852" fmla="*/ 4965478 w 5114885"/>
              <a:gd name="connsiteY1852" fmla="*/ 168739 h 968306"/>
              <a:gd name="connsiteX1853" fmla="*/ 4997386 w 5114885"/>
              <a:gd name="connsiteY1853" fmla="*/ 168739 h 968306"/>
              <a:gd name="connsiteX1854" fmla="*/ 5013674 w 5114885"/>
              <a:gd name="connsiteY1854" fmla="*/ 175025 h 968306"/>
              <a:gd name="connsiteX1855" fmla="*/ 5027771 w 5114885"/>
              <a:gd name="connsiteY1855" fmla="*/ 185503 h 968306"/>
              <a:gd name="connsiteX1856" fmla="*/ 5036630 w 5114885"/>
              <a:gd name="connsiteY1856" fmla="*/ 207982 h 968306"/>
              <a:gd name="connsiteX1857" fmla="*/ 5050822 w 5114885"/>
              <a:gd name="connsiteY1857" fmla="*/ 304375 h 968306"/>
              <a:gd name="connsiteX1858" fmla="*/ 5099495 w 5114885"/>
              <a:gd name="connsiteY1858" fmla="*/ 303327 h 968306"/>
              <a:gd name="connsiteX1859" fmla="*/ 5089018 w 5114885"/>
              <a:gd name="connsiteY1859" fmla="*/ 328473 h 968306"/>
              <a:gd name="connsiteX1860" fmla="*/ 5082255 w 5114885"/>
              <a:gd name="connsiteY1860" fmla="*/ 337331 h 968306"/>
              <a:gd name="connsiteX1861" fmla="*/ 5070729 w 5114885"/>
              <a:gd name="connsiteY1861" fmla="*/ 348857 h 968306"/>
              <a:gd name="connsiteX1862" fmla="*/ 5049203 w 5114885"/>
              <a:gd name="connsiteY1862" fmla="*/ 360382 h 968306"/>
              <a:gd name="connsiteX1863" fmla="*/ 5046631 w 5114885"/>
              <a:gd name="connsiteY1863" fmla="*/ 362954 h 968306"/>
              <a:gd name="connsiteX1864" fmla="*/ 5043964 w 5114885"/>
              <a:gd name="connsiteY1864" fmla="*/ 364573 h 968306"/>
              <a:gd name="connsiteX1865" fmla="*/ 5032439 w 5114885"/>
              <a:gd name="connsiteY1865" fmla="*/ 370288 h 968306"/>
              <a:gd name="connsiteX1866" fmla="*/ 5027200 w 5114885"/>
              <a:gd name="connsiteY1866" fmla="*/ 371907 h 968306"/>
              <a:gd name="connsiteX1867" fmla="*/ 5022533 w 5114885"/>
              <a:gd name="connsiteY1867" fmla="*/ 373526 h 968306"/>
              <a:gd name="connsiteX1868" fmla="*/ 4942904 w 5114885"/>
              <a:gd name="connsiteY1868" fmla="*/ 371907 h 968306"/>
              <a:gd name="connsiteX1869" fmla="*/ 4916710 w 5114885"/>
              <a:gd name="connsiteY1869" fmla="*/ 364001 h 968306"/>
              <a:gd name="connsiteX1870" fmla="*/ 4887373 w 5114885"/>
              <a:gd name="connsiteY1870" fmla="*/ 341522 h 968306"/>
              <a:gd name="connsiteX1871" fmla="*/ 4859084 w 5114885"/>
              <a:gd name="connsiteY1871" fmla="*/ 291230 h 968306"/>
              <a:gd name="connsiteX1872" fmla="*/ 4856512 w 5114885"/>
              <a:gd name="connsiteY1872" fmla="*/ 280753 h 968306"/>
              <a:gd name="connsiteX1873" fmla="*/ 4854893 w 5114885"/>
              <a:gd name="connsiteY1873" fmla="*/ 276562 h 968306"/>
              <a:gd name="connsiteX1874" fmla="*/ 4853845 w 5114885"/>
              <a:gd name="connsiteY1874" fmla="*/ 270275 h 968306"/>
              <a:gd name="connsiteX1875" fmla="*/ 4851749 w 5114885"/>
              <a:gd name="connsiteY1875" fmla="*/ 256655 h 968306"/>
              <a:gd name="connsiteX1876" fmla="*/ 4852321 w 5114885"/>
              <a:gd name="connsiteY1876" fmla="*/ 252940 h 968306"/>
              <a:gd name="connsiteX1877" fmla="*/ 4852797 w 5114885"/>
              <a:gd name="connsiteY1877" fmla="*/ 249320 h 968306"/>
              <a:gd name="connsiteX1878" fmla="*/ 4852797 w 5114885"/>
              <a:gd name="connsiteY1878" fmla="*/ 245606 h 968306"/>
              <a:gd name="connsiteX1879" fmla="*/ 4853273 w 5114885"/>
              <a:gd name="connsiteY1879" fmla="*/ 238843 h 968306"/>
              <a:gd name="connsiteX1880" fmla="*/ 4878419 w 5114885"/>
              <a:gd name="connsiteY1880" fmla="*/ 170168 h 968306"/>
              <a:gd name="connsiteX1881" fmla="*/ 4890516 w 5114885"/>
              <a:gd name="connsiteY1881" fmla="*/ 152356 h 968306"/>
              <a:gd name="connsiteX1882" fmla="*/ 4928807 w 5114885"/>
              <a:gd name="connsiteY1882" fmla="*/ 123019 h 968306"/>
              <a:gd name="connsiteX1883" fmla="*/ 4959668 w 5114885"/>
              <a:gd name="connsiteY1883" fmla="*/ 114161 h 968306"/>
              <a:gd name="connsiteX1884" fmla="*/ 5017294 w 5114885"/>
              <a:gd name="connsiteY1884" fmla="*/ 114732 h 968306"/>
              <a:gd name="connsiteX1885" fmla="*/ 5021009 w 5114885"/>
              <a:gd name="connsiteY1885" fmla="*/ 115780 h 968306"/>
              <a:gd name="connsiteX1886" fmla="*/ 5050345 w 5114885"/>
              <a:gd name="connsiteY1886" fmla="*/ 127781 h 968306"/>
              <a:gd name="connsiteX1887" fmla="*/ 5069205 w 5114885"/>
              <a:gd name="connsiteY1887" fmla="*/ 149784 h 968306"/>
              <a:gd name="connsiteX1888" fmla="*/ 5101114 w 5114885"/>
              <a:gd name="connsiteY1888" fmla="*/ 227318 h 968306"/>
              <a:gd name="connsiteX1889" fmla="*/ 5101590 w 5114885"/>
              <a:gd name="connsiteY1889" fmla="*/ 232080 h 968306"/>
              <a:gd name="connsiteX1890" fmla="*/ 5101590 w 5114885"/>
              <a:gd name="connsiteY1890" fmla="*/ 235795 h 968306"/>
              <a:gd name="connsiteX1891" fmla="*/ 5102067 w 5114885"/>
              <a:gd name="connsiteY1891" fmla="*/ 242081 h 968306"/>
              <a:gd name="connsiteX1892" fmla="*/ 5103590 w 5114885"/>
              <a:gd name="connsiteY1892" fmla="*/ 249987 h 968306"/>
              <a:gd name="connsiteX1893" fmla="*/ 5104638 w 5114885"/>
              <a:gd name="connsiteY1893" fmla="*/ 254654 h 968306"/>
              <a:gd name="connsiteX1894" fmla="*/ 5072158 w 5114885"/>
              <a:gd name="connsiteY1894" fmla="*/ 253035 h 968306"/>
              <a:gd name="connsiteX1895" fmla="*/ 4999863 w 5114885"/>
              <a:gd name="connsiteY1895" fmla="*/ 256178 h 968306"/>
              <a:gd name="connsiteX1896" fmla="*/ 4976813 w 5114885"/>
              <a:gd name="connsiteY1896" fmla="*/ 257226 h 968306"/>
              <a:gd name="connsiteX1897" fmla="*/ 4925473 w 5114885"/>
              <a:gd name="connsiteY1897" fmla="*/ 258274 h 968306"/>
              <a:gd name="connsiteX1898" fmla="*/ 4917091 w 5114885"/>
              <a:gd name="connsiteY1898" fmla="*/ 292850 h 968306"/>
              <a:gd name="connsiteX1899" fmla="*/ 4919187 w 5114885"/>
              <a:gd name="connsiteY1899" fmla="*/ 298088 h 968306"/>
              <a:gd name="connsiteX1900" fmla="*/ 4920806 w 5114885"/>
              <a:gd name="connsiteY1900" fmla="*/ 302279 h 968306"/>
              <a:gd name="connsiteX1901" fmla="*/ 4922330 w 5114885"/>
              <a:gd name="connsiteY1901" fmla="*/ 305423 h 968306"/>
              <a:gd name="connsiteX1902" fmla="*/ 4924425 w 5114885"/>
              <a:gd name="connsiteY1902" fmla="*/ 308090 h 968306"/>
              <a:gd name="connsiteX1903" fmla="*/ 4927569 w 5114885"/>
              <a:gd name="connsiteY1903" fmla="*/ 312281 h 968306"/>
              <a:gd name="connsiteX1904" fmla="*/ 4932807 w 5114885"/>
              <a:gd name="connsiteY1904" fmla="*/ 317519 h 968306"/>
              <a:gd name="connsiteX1905" fmla="*/ 4938046 w 5114885"/>
              <a:gd name="connsiteY1905" fmla="*/ 323806 h 968306"/>
              <a:gd name="connsiteX1906" fmla="*/ 4967383 w 5114885"/>
              <a:gd name="connsiteY1906" fmla="*/ 336950 h 968306"/>
              <a:gd name="connsiteX1907" fmla="*/ 4971098 w 5114885"/>
              <a:gd name="connsiteY1907" fmla="*/ 337522 h 968306"/>
              <a:gd name="connsiteX1908" fmla="*/ 5004626 w 5114885"/>
              <a:gd name="connsiteY1908" fmla="*/ 333807 h 968306"/>
              <a:gd name="connsiteX1909" fmla="*/ 5050155 w 5114885"/>
              <a:gd name="connsiteY1909" fmla="*/ 304470 h 968306"/>
              <a:gd name="connsiteX1910" fmla="*/ 5050727 w 5114885"/>
              <a:gd name="connsiteY1910" fmla="*/ 304470 h 968306"/>
              <a:gd name="connsiteX1911" fmla="*/ 4926140 w 5114885"/>
              <a:gd name="connsiteY1911" fmla="*/ 268275 h 968306"/>
              <a:gd name="connsiteX1912" fmla="*/ 4978527 w 5114885"/>
              <a:gd name="connsiteY1912" fmla="*/ 267227 h 968306"/>
              <a:gd name="connsiteX1913" fmla="*/ 5000054 w 5114885"/>
              <a:gd name="connsiteY1913" fmla="*/ 266180 h 968306"/>
              <a:gd name="connsiteX1914" fmla="*/ 5072349 w 5114885"/>
              <a:gd name="connsiteY1914" fmla="*/ 263036 h 968306"/>
              <a:gd name="connsiteX1915" fmla="*/ 5093303 w 5114885"/>
              <a:gd name="connsiteY1915" fmla="*/ 264656 h 968306"/>
              <a:gd name="connsiteX1916" fmla="*/ 5112163 w 5114885"/>
              <a:gd name="connsiteY1916" fmla="*/ 240557 h 968306"/>
              <a:gd name="connsiteX1917" fmla="*/ 5111686 w 5114885"/>
              <a:gd name="connsiteY1917" fmla="*/ 235319 h 968306"/>
              <a:gd name="connsiteX1918" fmla="*/ 5111686 w 5114885"/>
              <a:gd name="connsiteY1918" fmla="*/ 231128 h 968306"/>
              <a:gd name="connsiteX1919" fmla="*/ 5111210 w 5114885"/>
              <a:gd name="connsiteY1919" fmla="*/ 225889 h 968306"/>
              <a:gd name="connsiteX1920" fmla="*/ 5076635 w 5114885"/>
              <a:gd name="connsiteY1920" fmla="*/ 142545 h 968306"/>
              <a:gd name="connsiteX1921" fmla="*/ 5055680 w 5114885"/>
              <a:gd name="connsiteY1921" fmla="*/ 119495 h 968306"/>
              <a:gd name="connsiteX1922" fmla="*/ 5027390 w 5114885"/>
              <a:gd name="connsiteY1922" fmla="*/ 107493 h 968306"/>
              <a:gd name="connsiteX1923" fmla="*/ 5023199 w 5114885"/>
              <a:gd name="connsiteY1923" fmla="*/ 105874 h 968306"/>
              <a:gd name="connsiteX1924" fmla="*/ 5019485 w 5114885"/>
              <a:gd name="connsiteY1924" fmla="*/ 105302 h 968306"/>
              <a:gd name="connsiteX1925" fmla="*/ 4958239 w 5114885"/>
              <a:gd name="connsiteY1925" fmla="*/ 104255 h 968306"/>
              <a:gd name="connsiteX1926" fmla="*/ 4925759 w 5114885"/>
              <a:gd name="connsiteY1926" fmla="*/ 113113 h 968306"/>
              <a:gd name="connsiteX1927" fmla="*/ 4881753 w 5114885"/>
              <a:gd name="connsiteY1927" fmla="*/ 147689 h 968306"/>
              <a:gd name="connsiteX1928" fmla="*/ 4869180 w 5114885"/>
              <a:gd name="connsiteY1928" fmla="*/ 165977 h 968306"/>
              <a:gd name="connsiteX1929" fmla="*/ 4844034 w 5114885"/>
              <a:gd name="connsiteY1929" fmla="*/ 230366 h 968306"/>
              <a:gd name="connsiteX1930" fmla="*/ 4842987 w 5114885"/>
              <a:gd name="connsiteY1930" fmla="*/ 244558 h 968306"/>
              <a:gd name="connsiteX1931" fmla="*/ 4842987 w 5114885"/>
              <a:gd name="connsiteY1931" fmla="*/ 248273 h 968306"/>
              <a:gd name="connsiteX1932" fmla="*/ 4842510 w 5114885"/>
              <a:gd name="connsiteY1932" fmla="*/ 251416 h 968306"/>
              <a:gd name="connsiteX1933" fmla="*/ 4842034 w 5114885"/>
              <a:gd name="connsiteY1933" fmla="*/ 255607 h 968306"/>
              <a:gd name="connsiteX1934" fmla="*/ 4844130 w 5114885"/>
              <a:gd name="connsiteY1934" fmla="*/ 272371 h 968306"/>
              <a:gd name="connsiteX1935" fmla="*/ 4845654 w 5114885"/>
              <a:gd name="connsiteY1935" fmla="*/ 280181 h 968306"/>
              <a:gd name="connsiteX1936" fmla="*/ 4847273 w 5114885"/>
              <a:gd name="connsiteY1936" fmla="*/ 284372 h 968306"/>
              <a:gd name="connsiteX1937" fmla="*/ 4849368 w 5114885"/>
              <a:gd name="connsiteY1937" fmla="*/ 292754 h 968306"/>
              <a:gd name="connsiteX1938" fmla="*/ 4849845 w 5114885"/>
              <a:gd name="connsiteY1938" fmla="*/ 295421 h 968306"/>
              <a:gd name="connsiteX1939" fmla="*/ 4880801 w 5114885"/>
              <a:gd name="connsiteY1939" fmla="*/ 349428 h 968306"/>
              <a:gd name="connsiteX1940" fmla="*/ 4914329 w 5114885"/>
              <a:gd name="connsiteY1940" fmla="*/ 374003 h 968306"/>
              <a:gd name="connsiteX1941" fmla="*/ 4940523 w 5114885"/>
              <a:gd name="connsiteY1941" fmla="*/ 381908 h 968306"/>
              <a:gd name="connsiteX1942" fmla="*/ 5025961 w 5114885"/>
              <a:gd name="connsiteY1942" fmla="*/ 382956 h 968306"/>
              <a:gd name="connsiteX1943" fmla="*/ 5030153 w 5114885"/>
              <a:gd name="connsiteY1943" fmla="*/ 381432 h 968306"/>
              <a:gd name="connsiteX1944" fmla="*/ 5035868 w 5114885"/>
              <a:gd name="connsiteY1944" fmla="*/ 379813 h 968306"/>
              <a:gd name="connsiteX1945" fmla="*/ 5045298 w 5114885"/>
              <a:gd name="connsiteY1945" fmla="*/ 374574 h 968306"/>
              <a:gd name="connsiteX1946" fmla="*/ 5050536 w 5114885"/>
              <a:gd name="connsiteY1946" fmla="*/ 372479 h 968306"/>
              <a:gd name="connsiteX1947" fmla="*/ 5053203 w 5114885"/>
              <a:gd name="connsiteY1947" fmla="*/ 370383 h 968306"/>
              <a:gd name="connsiteX1948" fmla="*/ 5055870 w 5114885"/>
              <a:gd name="connsiteY1948" fmla="*/ 368288 h 968306"/>
              <a:gd name="connsiteX1949" fmla="*/ 5076825 w 5114885"/>
              <a:gd name="connsiteY1949" fmla="*/ 357239 h 968306"/>
              <a:gd name="connsiteX1950" fmla="*/ 5092065 w 5114885"/>
              <a:gd name="connsiteY1950" fmla="*/ 341046 h 968306"/>
              <a:gd name="connsiteX1951" fmla="*/ 5098352 w 5114885"/>
              <a:gd name="connsiteY1951" fmla="*/ 333712 h 968306"/>
              <a:gd name="connsiteX1952" fmla="*/ 5106734 w 5114885"/>
              <a:gd name="connsiteY1952" fmla="*/ 293326 h 968306"/>
              <a:gd name="connsiteX1953" fmla="*/ 5089970 w 5114885"/>
              <a:gd name="connsiteY1953" fmla="*/ 292278 h 968306"/>
              <a:gd name="connsiteX1954" fmla="*/ 5049108 w 5114885"/>
              <a:gd name="connsiteY1954" fmla="*/ 294374 h 968306"/>
              <a:gd name="connsiteX1955" fmla="*/ 5044917 w 5114885"/>
              <a:gd name="connsiteY1955" fmla="*/ 295421 h 968306"/>
              <a:gd name="connsiteX1956" fmla="*/ 5041202 w 5114885"/>
              <a:gd name="connsiteY1956" fmla="*/ 301232 h 968306"/>
              <a:gd name="connsiteX1957" fmla="*/ 5002435 w 5114885"/>
              <a:gd name="connsiteY1957" fmla="*/ 324282 h 968306"/>
              <a:gd name="connsiteX1958" fmla="*/ 4971574 w 5114885"/>
              <a:gd name="connsiteY1958" fmla="*/ 327425 h 968306"/>
              <a:gd name="connsiteX1959" fmla="*/ 4966907 w 5114885"/>
              <a:gd name="connsiteY1959" fmla="*/ 326378 h 968306"/>
              <a:gd name="connsiteX1960" fmla="*/ 4945952 w 5114885"/>
              <a:gd name="connsiteY1960" fmla="*/ 316948 h 968306"/>
              <a:gd name="connsiteX1961" fmla="*/ 4939189 w 5114885"/>
              <a:gd name="connsiteY1961" fmla="*/ 309137 h 968306"/>
              <a:gd name="connsiteX1962" fmla="*/ 4936045 w 5114885"/>
              <a:gd name="connsiteY1962" fmla="*/ 305423 h 968306"/>
              <a:gd name="connsiteX1963" fmla="*/ 4932903 w 5114885"/>
              <a:gd name="connsiteY1963" fmla="*/ 301803 h 968306"/>
              <a:gd name="connsiteX1964" fmla="*/ 4930807 w 5114885"/>
              <a:gd name="connsiteY1964" fmla="*/ 298088 h 968306"/>
              <a:gd name="connsiteX1965" fmla="*/ 4929283 w 5114885"/>
              <a:gd name="connsiteY1965" fmla="*/ 294945 h 968306"/>
              <a:gd name="connsiteX1966" fmla="*/ 4927187 w 5114885"/>
              <a:gd name="connsiteY1966" fmla="*/ 289230 h 968306"/>
              <a:gd name="connsiteX1967" fmla="*/ 4926711 w 5114885"/>
              <a:gd name="connsiteY1967" fmla="*/ 268275 h 968306"/>
              <a:gd name="connsiteX1968" fmla="*/ 4659535 w 5114885"/>
              <a:gd name="connsiteY1968" fmla="*/ 373050 h 968306"/>
              <a:gd name="connsiteX1969" fmla="*/ 4659059 w 5114885"/>
              <a:gd name="connsiteY1969" fmla="*/ 373050 h 968306"/>
              <a:gd name="connsiteX1970" fmla="*/ 4660106 w 5114885"/>
              <a:gd name="connsiteY1970" fmla="*/ 368383 h 968306"/>
              <a:gd name="connsiteX1971" fmla="*/ 4660106 w 5114885"/>
              <a:gd name="connsiteY1971" fmla="*/ 360477 h 968306"/>
              <a:gd name="connsiteX1972" fmla="*/ 4659630 w 5114885"/>
              <a:gd name="connsiteY1972" fmla="*/ 304375 h 968306"/>
              <a:gd name="connsiteX1973" fmla="*/ 4660106 w 5114885"/>
              <a:gd name="connsiteY1973" fmla="*/ 238938 h 968306"/>
              <a:gd name="connsiteX1974" fmla="*/ 4660106 w 5114885"/>
              <a:gd name="connsiteY1974" fmla="*/ 207982 h 968306"/>
              <a:gd name="connsiteX1975" fmla="*/ 4660678 w 5114885"/>
              <a:gd name="connsiteY1975" fmla="*/ 204267 h 968306"/>
              <a:gd name="connsiteX1976" fmla="*/ 4661154 w 5114885"/>
              <a:gd name="connsiteY1976" fmla="*/ 193313 h 968306"/>
              <a:gd name="connsiteX1977" fmla="*/ 4661154 w 5114885"/>
              <a:gd name="connsiteY1977" fmla="*/ 115780 h 968306"/>
              <a:gd name="connsiteX1978" fmla="*/ 4683633 w 5114885"/>
              <a:gd name="connsiteY1978" fmla="*/ 117399 h 968306"/>
              <a:gd name="connsiteX1979" fmla="*/ 4685729 w 5114885"/>
              <a:gd name="connsiteY1979" fmla="*/ 117971 h 968306"/>
              <a:gd name="connsiteX1980" fmla="*/ 4718209 w 5114885"/>
              <a:gd name="connsiteY1980" fmla="*/ 117971 h 968306"/>
              <a:gd name="connsiteX1981" fmla="*/ 4719257 w 5114885"/>
              <a:gd name="connsiteY1981" fmla="*/ 143117 h 968306"/>
              <a:gd name="connsiteX1982" fmla="*/ 4732401 w 5114885"/>
              <a:gd name="connsiteY1982" fmla="*/ 151975 h 968306"/>
              <a:gd name="connsiteX1983" fmla="*/ 4743926 w 5114885"/>
              <a:gd name="connsiteY1983" fmla="*/ 143593 h 968306"/>
              <a:gd name="connsiteX1984" fmla="*/ 4747546 w 5114885"/>
              <a:gd name="connsiteY1984" fmla="*/ 140450 h 968306"/>
              <a:gd name="connsiteX1985" fmla="*/ 4758023 w 5114885"/>
              <a:gd name="connsiteY1985" fmla="*/ 131591 h 968306"/>
              <a:gd name="connsiteX1986" fmla="*/ 4765358 w 5114885"/>
              <a:gd name="connsiteY1986" fmla="*/ 123686 h 968306"/>
              <a:gd name="connsiteX1987" fmla="*/ 4771073 w 5114885"/>
              <a:gd name="connsiteY1987" fmla="*/ 119495 h 968306"/>
              <a:gd name="connsiteX1988" fmla="*/ 4777359 w 5114885"/>
              <a:gd name="connsiteY1988" fmla="*/ 116351 h 968306"/>
              <a:gd name="connsiteX1989" fmla="*/ 4789932 w 5114885"/>
              <a:gd name="connsiteY1989" fmla="*/ 112637 h 968306"/>
              <a:gd name="connsiteX1990" fmla="*/ 4800886 w 5114885"/>
              <a:gd name="connsiteY1990" fmla="*/ 111017 h 968306"/>
              <a:gd name="connsiteX1991" fmla="*/ 4806125 w 5114885"/>
              <a:gd name="connsiteY1991" fmla="*/ 109970 h 968306"/>
              <a:gd name="connsiteX1992" fmla="*/ 4809268 w 5114885"/>
              <a:gd name="connsiteY1992" fmla="*/ 110541 h 968306"/>
              <a:gd name="connsiteX1993" fmla="*/ 4812411 w 5114885"/>
              <a:gd name="connsiteY1993" fmla="*/ 112637 h 968306"/>
              <a:gd name="connsiteX1994" fmla="*/ 4810316 w 5114885"/>
              <a:gd name="connsiteY1994" fmla="*/ 138259 h 968306"/>
              <a:gd name="connsiteX1995" fmla="*/ 4811364 w 5114885"/>
              <a:gd name="connsiteY1995" fmla="*/ 145593 h 968306"/>
              <a:gd name="connsiteX1996" fmla="*/ 4813935 w 5114885"/>
              <a:gd name="connsiteY1996" fmla="*/ 167596 h 968306"/>
              <a:gd name="connsiteX1997" fmla="*/ 4803934 w 5114885"/>
              <a:gd name="connsiteY1997" fmla="*/ 168167 h 968306"/>
              <a:gd name="connsiteX1998" fmla="*/ 4796600 w 5114885"/>
              <a:gd name="connsiteY1998" fmla="*/ 169215 h 968306"/>
              <a:gd name="connsiteX1999" fmla="*/ 4794028 w 5114885"/>
              <a:gd name="connsiteY1999" fmla="*/ 168644 h 968306"/>
              <a:gd name="connsiteX2000" fmla="*/ 4744212 w 5114885"/>
              <a:gd name="connsiteY2000" fmla="*/ 186455 h 968306"/>
              <a:gd name="connsiteX2001" fmla="*/ 4740021 w 5114885"/>
              <a:gd name="connsiteY2001" fmla="*/ 192170 h 968306"/>
              <a:gd name="connsiteX2002" fmla="*/ 4737926 w 5114885"/>
              <a:gd name="connsiteY2002" fmla="*/ 195885 h 968306"/>
              <a:gd name="connsiteX2003" fmla="*/ 4736306 w 5114885"/>
              <a:gd name="connsiteY2003" fmla="*/ 197981 h 968306"/>
              <a:gd name="connsiteX2004" fmla="*/ 4731639 w 5114885"/>
              <a:gd name="connsiteY2004" fmla="*/ 203219 h 968306"/>
              <a:gd name="connsiteX2005" fmla="*/ 4729067 w 5114885"/>
              <a:gd name="connsiteY2005" fmla="*/ 210554 h 968306"/>
              <a:gd name="connsiteX2006" fmla="*/ 4727448 w 5114885"/>
              <a:gd name="connsiteY2006" fmla="*/ 213125 h 968306"/>
              <a:gd name="connsiteX2007" fmla="*/ 4725924 w 5114885"/>
              <a:gd name="connsiteY2007" fmla="*/ 219412 h 968306"/>
              <a:gd name="connsiteX2008" fmla="*/ 4725353 w 5114885"/>
              <a:gd name="connsiteY2008" fmla="*/ 223603 h 968306"/>
              <a:gd name="connsiteX2009" fmla="*/ 4723829 w 5114885"/>
              <a:gd name="connsiteY2009" fmla="*/ 228842 h 968306"/>
              <a:gd name="connsiteX2010" fmla="*/ 4723257 w 5114885"/>
              <a:gd name="connsiteY2010" fmla="*/ 230937 h 968306"/>
              <a:gd name="connsiteX2011" fmla="*/ 4719638 w 5114885"/>
              <a:gd name="connsiteY2011" fmla="*/ 249797 h 968306"/>
              <a:gd name="connsiteX2012" fmla="*/ 4718590 w 5114885"/>
              <a:gd name="connsiteY2012" fmla="*/ 263417 h 968306"/>
              <a:gd name="connsiteX2013" fmla="*/ 4717542 w 5114885"/>
              <a:gd name="connsiteY2013" fmla="*/ 289611 h 968306"/>
              <a:gd name="connsiteX2014" fmla="*/ 4716971 w 5114885"/>
              <a:gd name="connsiteY2014" fmla="*/ 324663 h 968306"/>
              <a:gd name="connsiteX2015" fmla="*/ 4716971 w 5114885"/>
              <a:gd name="connsiteY2015" fmla="*/ 347142 h 968306"/>
              <a:gd name="connsiteX2016" fmla="*/ 4718590 w 5114885"/>
              <a:gd name="connsiteY2016" fmla="*/ 356000 h 968306"/>
              <a:gd name="connsiteX2017" fmla="*/ 4718590 w 5114885"/>
              <a:gd name="connsiteY2017" fmla="*/ 366002 h 968306"/>
              <a:gd name="connsiteX2018" fmla="*/ 4718114 w 5114885"/>
              <a:gd name="connsiteY2018" fmla="*/ 372288 h 968306"/>
              <a:gd name="connsiteX2019" fmla="*/ 4659440 w 5114885"/>
              <a:gd name="connsiteY2019" fmla="*/ 372860 h 968306"/>
              <a:gd name="connsiteX2020" fmla="*/ 4650010 w 5114885"/>
              <a:gd name="connsiteY2020" fmla="*/ 366002 h 968306"/>
              <a:gd name="connsiteX2021" fmla="*/ 4648391 w 5114885"/>
              <a:gd name="connsiteY2021" fmla="*/ 375431 h 968306"/>
              <a:gd name="connsiteX2022" fmla="*/ 4649439 w 5114885"/>
              <a:gd name="connsiteY2022" fmla="*/ 378575 h 968306"/>
              <a:gd name="connsiteX2023" fmla="*/ 4653153 w 5114885"/>
              <a:gd name="connsiteY2023" fmla="*/ 382194 h 968306"/>
              <a:gd name="connsiteX2024" fmla="*/ 4702398 w 5114885"/>
              <a:gd name="connsiteY2024" fmla="*/ 382194 h 968306"/>
              <a:gd name="connsiteX2025" fmla="*/ 4727543 w 5114885"/>
              <a:gd name="connsiteY2025" fmla="*/ 374384 h 968306"/>
              <a:gd name="connsiteX2026" fmla="*/ 4728591 w 5114885"/>
              <a:gd name="connsiteY2026" fmla="*/ 366478 h 968306"/>
              <a:gd name="connsiteX2027" fmla="*/ 4728591 w 5114885"/>
              <a:gd name="connsiteY2027" fmla="*/ 354953 h 968306"/>
              <a:gd name="connsiteX2028" fmla="*/ 4726972 w 5114885"/>
              <a:gd name="connsiteY2028" fmla="*/ 345999 h 968306"/>
              <a:gd name="connsiteX2029" fmla="*/ 4726972 w 5114885"/>
              <a:gd name="connsiteY2029" fmla="*/ 325044 h 968306"/>
              <a:gd name="connsiteX2030" fmla="*/ 4728020 w 5114885"/>
              <a:gd name="connsiteY2030" fmla="*/ 289421 h 968306"/>
              <a:gd name="connsiteX2031" fmla="*/ 4728591 w 5114885"/>
              <a:gd name="connsiteY2031" fmla="*/ 263798 h 968306"/>
              <a:gd name="connsiteX2032" fmla="*/ 4729639 w 5114885"/>
              <a:gd name="connsiteY2032" fmla="*/ 251225 h 968306"/>
              <a:gd name="connsiteX2033" fmla="*/ 4732211 w 5114885"/>
              <a:gd name="connsiteY2033" fmla="*/ 239129 h 968306"/>
              <a:gd name="connsiteX2034" fmla="*/ 4732782 w 5114885"/>
              <a:gd name="connsiteY2034" fmla="*/ 232366 h 968306"/>
              <a:gd name="connsiteX2035" fmla="*/ 4733830 w 5114885"/>
              <a:gd name="connsiteY2035" fmla="*/ 230747 h 968306"/>
              <a:gd name="connsiteX2036" fmla="*/ 4735925 w 5114885"/>
              <a:gd name="connsiteY2036" fmla="*/ 225032 h 968306"/>
              <a:gd name="connsiteX2037" fmla="*/ 4735925 w 5114885"/>
              <a:gd name="connsiteY2037" fmla="*/ 220269 h 968306"/>
              <a:gd name="connsiteX2038" fmla="*/ 4738497 w 5114885"/>
              <a:gd name="connsiteY2038" fmla="*/ 215030 h 968306"/>
              <a:gd name="connsiteX2039" fmla="*/ 4739545 w 5114885"/>
              <a:gd name="connsiteY2039" fmla="*/ 212935 h 968306"/>
              <a:gd name="connsiteX2040" fmla="*/ 4740021 w 5114885"/>
              <a:gd name="connsiteY2040" fmla="*/ 209792 h 968306"/>
              <a:gd name="connsiteX2041" fmla="*/ 4740498 w 5114885"/>
              <a:gd name="connsiteY2041" fmla="*/ 207696 h 968306"/>
              <a:gd name="connsiteX2042" fmla="*/ 4743069 w 5114885"/>
              <a:gd name="connsiteY2042" fmla="*/ 204553 h 968306"/>
              <a:gd name="connsiteX2043" fmla="*/ 4746213 w 5114885"/>
              <a:gd name="connsiteY2043" fmla="*/ 201410 h 968306"/>
              <a:gd name="connsiteX2044" fmla="*/ 4747832 w 5114885"/>
              <a:gd name="connsiteY2044" fmla="*/ 199314 h 968306"/>
              <a:gd name="connsiteX2045" fmla="*/ 4748880 w 5114885"/>
              <a:gd name="connsiteY2045" fmla="*/ 197219 h 968306"/>
              <a:gd name="connsiteX2046" fmla="*/ 4751451 w 5114885"/>
              <a:gd name="connsiteY2046" fmla="*/ 193504 h 968306"/>
              <a:gd name="connsiteX2047" fmla="*/ 4795457 w 5114885"/>
              <a:gd name="connsiteY2047" fmla="*/ 178835 h 968306"/>
              <a:gd name="connsiteX2048" fmla="*/ 4800219 w 5114885"/>
              <a:gd name="connsiteY2048" fmla="*/ 178835 h 968306"/>
              <a:gd name="connsiteX2049" fmla="*/ 4805934 w 5114885"/>
              <a:gd name="connsiteY2049" fmla="*/ 177216 h 968306"/>
              <a:gd name="connsiteX2050" fmla="*/ 4814316 w 5114885"/>
              <a:gd name="connsiteY2050" fmla="*/ 177216 h 968306"/>
              <a:gd name="connsiteX2051" fmla="*/ 4816888 w 5114885"/>
              <a:gd name="connsiteY2051" fmla="*/ 177788 h 968306"/>
              <a:gd name="connsiteX2052" fmla="*/ 4824222 w 5114885"/>
              <a:gd name="connsiteY2052" fmla="*/ 166834 h 968306"/>
              <a:gd name="connsiteX2053" fmla="*/ 4821555 w 5114885"/>
              <a:gd name="connsiteY2053" fmla="*/ 145403 h 968306"/>
              <a:gd name="connsiteX2054" fmla="*/ 4820031 w 5114885"/>
              <a:gd name="connsiteY2054" fmla="*/ 137021 h 968306"/>
              <a:gd name="connsiteX2055" fmla="*/ 4814221 w 5114885"/>
              <a:gd name="connsiteY2055" fmla="*/ 100921 h 968306"/>
              <a:gd name="connsiteX2056" fmla="*/ 4810506 w 5114885"/>
              <a:gd name="connsiteY2056" fmla="*/ 100349 h 968306"/>
              <a:gd name="connsiteX2057" fmla="*/ 4807363 w 5114885"/>
              <a:gd name="connsiteY2057" fmla="*/ 99778 h 968306"/>
              <a:gd name="connsiteX2058" fmla="*/ 4803172 w 5114885"/>
              <a:gd name="connsiteY2058" fmla="*/ 100349 h 968306"/>
              <a:gd name="connsiteX2059" fmla="*/ 4798981 w 5114885"/>
              <a:gd name="connsiteY2059" fmla="*/ 100921 h 968306"/>
              <a:gd name="connsiteX2060" fmla="*/ 4789551 w 5114885"/>
              <a:gd name="connsiteY2060" fmla="*/ 101969 h 968306"/>
              <a:gd name="connsiteX2061" fmla="*/ 4774311 w 5114885"/>
              <a:gd name="connsiteY2061" fmla="*/ 106160 h 968306"/>
              <a:gd name="connsiteX2062" fmla="*/ 4772216 w 5114885"/>
              <a:gd name="connsiteY2062" fmla="*/ 106160 h 968306"/>
              <a:gd name="connsiteX2063" fmla="*/ 4764881 w 5114885"/>
              <a:gd name="connsiteY2063" fmla="*/ 110827 h 968306"/>
              <a:gd name="connsiteX2064" fmla="*/ 4758023 w 5114885"/>
              <a:gd name="connsiteY2064" fmla="*/ 116066 h 968306"/>
              <a:gd name="connsiteX2065" fmla="*/ 4750689 w 5114885"/>
              <a:gd name="connsiteY2065" fmla="*/ 123876 h 968306"/>
              <a:gd name="connsiteX2066" fmla="*/ 4739735 w 5114885"/>
              <a:gd name="connsiteY2066" fmla="*/ 133306 h 968306"/>
              <a:gd name="connsiteX2067" fmla="*/ 4737164 w 5114885"/>
              <a:gd name="connsiteY2067" fmla="*/ 135401 h 968306"/>
              <a:gd name="connsiteX2068" fmla="*/ 4729258 w 5114885"/>
              <a:gd name="connsiteY2068" fmla="*/ 141688 h 968306"/>
              <a:gd name="connsiteX2069" fmla="*/ 4727163 w 5114885"/>
              <a:gd name="connsiteY2069" fmla="*/ 111779 h 968306"/>
              <a:gd name="connsiteX2070" fmla="*/ 4684776 w 5114885"/>
              <a:gd name="connsiteY2070" fmla="*/ 107112 h 968306"/>
              <a:gd name="connsiteX2071" fmla="*/ 4682205 w 5114885"/>
              <a:gd name="connsiteY2071" fmla="*/ 107112 h 968306"/>
              <a:gd name="connsiteX2072" fmla="*/ 4650200 w 5114885"/>
              <a:gd name="connsiteY2072" fmla="*/ 111303 h 968306"/>
              <a:gd name="connsiteX2073" fmla="*/ 4651248 w 5114885"/>
              <a:gd name="connsiteY2073" fmla="*/ 161595 h 968306"/>
              <a:gd name="connsiteX2074" fmla="*/ 4650200 w 5114885"/>
              <a:gd name="connsiteY2074" fmla="*/ 202457 h 968306"/>
              <a:gd name="connsiteX2075" fmla="*/ 4649153 w 5114885"/>
              <a:gd name="connsiteY2075" fmla="*/ 207696 h 968306"/>
              <a:gd name="connsiteX2076" fmla="*/ 4649724 w 5114885"/>
              <a:gd name="connsiteY2076" fmla="*/ 238652 h 968306"/>
              <a:gd name="connsiteX2077" fmla="*/ 4649724 w 5114885"/>
              <a:gd name="connsiteY2077" fmla="*/ 360668 h 968306"/>
              <a:gd name="connsiteX2078" fmla="*/ 4649724 w 5114885"/>
              <a:gd name="connsiteY2078" fmla="*/ 365906 h 968306"/>
              <a:gd name="connsiteX2079" fmla="*/ 4526090 w 5114885"/>
              <a:gd name="connsiteY2079" fmla="*/ 372764 h 968306"/>
              <a:gd name="connsiteX2080" fmla="*/ 4526566 w 5114885"/>
              <a:gd name="connsiteY2080" fmla="*/ 354953 h 968306"/>
              <a:gd name="connsiteX2081" fmla="*/ 4517708 w 5114885"/>
              <a:gd name="connsiteY2081" fmla="*/ 348666 h 968306"/>
              <a:gd name="connsiteX2082" fmla="*/ 4442270 w 5114885"/>
              <a:gd name="connsiteY2082" fmla="*/ 379527 h 968306"/>
              <a:gd name="connsiteX2083" fmla="*/ 4434935 w 5114885"/>
              <a:gd name="connsiteY2083" fmla="*/ 378479 h 968306"/>
              <a:gd name="connsiteX2084" fmla="*/ 4415028 w 5114885"/>
              <a:gd name="connsiteY2084" fmla="*/ 375336 h 968306"/>
              <a:gd name="connsiteX2085" fmla="*/ 4392549 w 5114885"/>
              <a:gd name="connsiteY2085" fmla="*/ 373241 h 968306"/>
              <a:gd name="connsiteX2086" fmla="*/ 4377309 w 5114885"/>
              <a:gd name="connsiteY2086" fmla="*/ 364287 h 968306"/>
              <a:gd name="connsiteX2087" fmla="*/ 4373595 w 5114885"/>
              <a:gd name="connsiteY2087" fmla="*/ 361144 h 968306"/>
              <a:gd name="connsiteX2088" fmla="*/ 4364736 w 5114885"/>
              <a:gd name="connsiteY2088" fmla="*/ 353333 h 968306"/>
              <a:gd name="connsiteX2089" fmla="*/ 4357973 w 5114885"/>
              <a:gd name="connsiteY2089" fmla="*/ 344951 h 968306"/>
              <a:gd name="connsiteX2090" fmla="*/ 4355402 w 5114885"/>
              <a:gd name="connsiteY2090" fmla="*/ 338189 h 968306"/>
              <a:gd name="connsiteX2091" fmla="*/ 4351687 w 5114885"/>
              <a:gd name="connsiteY2091" fmla="*/ 331902 h 968306"/>
              <a:gd name="connsiteX2092" fmla="*/ 4347496 w 5114885"/>
              <a:gd name="connsiteY2092" fmla="*/ 321996 h 968306"/>
              <a:gd name="connsiteX2093" fmla="*/ 4347496 w 5114885"/>
              <a:gd name="connsiteY2093" fmla="*/ 316281 h 968306"/>
              <a:gd name="connsiteX2094" fmla="*/ 4345400 w 5114885"/>
              <a:gd name="connsiteY2094" fmla="*/ 309423 h 968306"/>
              <a:gd name="connsiteX2095" fmla="*/ 4344353 w 5114885"/>
              <a:gd name="connsiteY2095" fmla="*/ 295802 h 968306"/>
              <a:gd name="connsiteX2096" fmla="*/ 4345972 w 5114885"/>
              <a:gd name="connsiteY2096" fmla="*/ 166929 h 968306"/>
              <a:gd name="connsiteX2097" fmla="*/ 4348544 w 5114885"/>
              <a:gd name="connsiteY2097" fmla="*/ 123400 h 968306"/>
              <a:gd name="connsiteX2098" fmla="*/ 4348544 w 5114885"/>
              <a:gd name="connsiteY2098" fmla="*/ 119209 h 968306"/>
              <a:gd name="connsiteX2099" fmla="*/ 4356354 w 5114885"/>
              <a:gd name="connsiteY2099" fmla="*/ 119209 h 968306"/>
              <a:gd name="connsiteX2100" fmla="*/ 4402455 w 5114885"/>
              <a:gd name="connsiteY2100" fmla="*/ 118161 h 968306"/>
              <a:gd name="connsiteX2101" fmla="*/ 4406170 w 5114885"/>
              <a:gd name="connsiteY2101" fmla="*/ 120828 h 968306"/>
              <a:gd name="connsiteX2102" fmla="*/ 4405694 w 5114885"/>
              <a:gd name="connsiteY2102" fmla="*/ 149117 h 968306"/>
              <a:gd name="connsiteX2103" fmla="*/ 4404646 w 5114885"/>
              <a:gd name="connsiteY2103" fmla="*/ 194171 h 968306"/>
              <a:gd name="connsiteX2104" fmla="*/ 4404170 w 5114885"/>
              <a:gd name="connsiteY2104" fmla="*/ 223508 h 968306"/>
              <a:gd name="connsiteX2105" fmla="*/ 4404170 w 5114885"/>
              <a:gd name="connsiteY2105" fmla="*/ 236081 h 968306"/>
              <a:gd name="connsiteX2106" fmla="*/ 4404646 w 5114885"/>
              <a:gd name="connsiteY2106" fmla="*/ 239700 h 968306"/>
              <a:gd name="connsiteX2107" fmla="*/ 4405217 w 5114885"/>
              <a:gd name="connsiteY2107" fmla="*/ 240748 h 968306"/>
              <a:gd name="connsiteX2108" fmla="*/ 4405217 w 5114885"/>
              <a:gd name="connsiteY2108" fmla="*/ 249701 h 968306"/>
              <a:gd name="connsiteX2109" fmla="*/ 4405217 w 5114885"/>
              <a:gd name="connsiteY2109" fmla="*/ 263894 h 968306"/>
              <a:gd name="connsiteX2110" fmla="*/ 4429316 w 5114885"/>
              <a:gd name="connsiteY2110" fmla="*/ 324663 h 968306"/>
              <a:gd name="connsiteX2111" fmla="*/ 4478560 w 5114885"/>
              <a:gd name="connsiteY2111" fmla="*/ 336665 h 968306"/>
              <a:gd name="connsiteX2112" fmla="*/ 4517803 w 5114885"/>
              <a:gd name="connsiteY2112" fmla="*/ 307328 h 968306"/>
              <a:gd name="connsiteX2113" fmla="*/ 4519422 w 5114885"/>
              <a:gd name="connsiteY2113" fmla="*/ 304184 h 968306"/>
              <a:gd name="connsiteX2114" fmla="*/ 4521041 w 5114885"/>
              <a:gd name="connsiteY2114" fmla="*/ 299517 h 968306"/>
              <a:gd name="connsiteX2115" fmla="*/ 4523137 w 5114885"/>
              <a:gd name="connsiteY2115" fmla="*/ 294278 h 968306"/>
              <a:gd name="connsiteX2116" fmla="*/ 4525232 w 5114885"/>
              <a:gd name="connsiteY2116" fmla="*/ 286944 h 968306"/>
              <a:gd name="connsiteX2117" fmla="*/ 4526756 w 5114885"/>
              <a:gd name="connsiteY2117" fmla="*/ 281134 h 968306"/>
              <a:gd name="connsiteX2118" fmla="*/ 4528376 w 5114885"/>
              <a:gd name="connsiteY2118" fmla="*/ 277991 h 968306"/>
              <a:gd name="connsiteX2119" fmla="*/ 4529423 w 5114885"/>
              <a:gd name="connsiteY2119" fmla="*/ 273800 h 968306"/>
              <a:gd name="connsiteX2120" fmla="*/ 4530948 w 5114885"/>
              <a:gd name="connsiteY2120" fmla="*/ 262274 h 968306"/>
              <a:gd name="connsiteX2121" fmla="*/ 4529423 w 5114885"/>
              <a:gd name="connsiteY2121" fmla="*/ 158547 h 968306"/>
              <a:gd name="connsiteX2122" fmla="*/ 4528376 w 5114885"/>
              <a:gd name="connsiteY2122" fmla="*/ 127115 h 968306"/>
              <a:gd name="connsiteX2123" fmla="*/ 4527899 w 5114885"/>
              <a:gd name="connsiteY2123" fmla="*/ 121876 h 968306"/>
              <a:gd name="connsiteX2124" fmla="*/ 4527899 w 5114885"/>
              <a:gd name="connsiteY2124" fmla="*/ 118256 h 968306"/>
              <a:gd name="connsiteX2125" fmla="*/ 4551998 w 5114885"/>
              <a:gd name="connsiteY2125" fmla="*/ 117685 h 968306"/>
              <a:gd name="connsiteX2126" fmla="*/ 4583906 w 5114885"/>
              <a:gd name="connsiteY2126" fmla="*/ 116637 h 968306"/>
              <a:gd name="connsiteX2127" fmla="*/ 4583906 w 5114885"/>
              <a:gd name="connsiteY2127" fmla="*/ 122352 h 968306"/>
              <a:gd name="connsiteX2128" fmla="*/ 4583430 w 5114885"/>
              <a:gd name="connsiteY2128" fmla="*/ 167405 h 968306"/>
              <a:gd name="connsiteX2129" fmla="*/ 4585049 w 5114885"/>
              <a:gd name="connsiteY2129" fmla="*/ 329330 h 968306"/>
              <a:gd name="connsiteX2130" fmla="*/ 4583430 w 5114885"/>
              <a:gd name="connsiteY2130" fmla="*/ 373812 h 968306"/>
              <a:gd name="connsiteX2131" fmla="*/ 4578763 w 5114885"/>
              <a:gd name="connsiteY2131" fmla="*/ 373812 h 968306"/>
              <a:gd name="connsiteX2132" fmla="*/ 4555713 w 5114885"/>
              <a:gd name="connsiteY2132" fmla="*/ 373812 h 968306"/>
              <a:gd name="connsiteX2133" fmla="*/ 4542568 w 5114885"/>
              <a:gd name="connsiteY2133" fmla="*/ 372764 h 968306"/>
              <a:gd name="connsiteX2134" fmla="*/ 4526280 w 5114885"/>
              <a:gd name="connsiteY2134" fmla="*/ 372764 h 968306"/>
              <a:gd name="connsiteX2135" fmla="*/ 4352354 w 5114885"/>
              <a:gd name="connsiteY2135" fmla="*/ 353429 h 968306"/>
              <a:gd name="connsiteX2136" fmla="*/ 4367022 w 5114885"/>
              <a:gd name="connsiteY2136" fmla="*/ 368097 h 968306"/>
              <a:gd name="connsiteX2137" fmla="*/ 4370737 w 5114885"/>
              <a:gd name="connsiteY2137" fmla="*/ 371717 h 968306"/>
              <a:gd name="connsiteX2138" fmla="*/ 4389597 w 5114885"/>
              <a:gd name="connsiteY2138" fmla="*/ 382670 h 968306"/>
              <a:gd name="connsiteX2139" fmla="*/ 4414266 w 5114885"/>
              <a:gd name="connsiteY2139" fmla="*/ 385337 h 968306"/>
              <a:gd name="connsiteX2140" fmla="*/ 4435221 w 5114885"/>
              <a:gd name="connsiteY2140" fmla="*/ 388481 h 968306"/>
              <a:gd name="connsiteX2141" fmla="*/ 4441984 w 5114885"/>
              <a:gd name="connsiteY2141" fmla="*/ 389528 h 968306"/>
              <a:gd name="connsiteX2142" fmla="*/ 4516946 w 5114885"/>
              <a:gd name="connsiteY2142" fmla="*/ 356000 h 968306"/>
              <a:gd name="connsiteX2143" fmla="*/ 4516470 w 5114885"/>
              <a:gd name="connsiteY2143" fmla="*/ 375431 h 968306"/>
              <a:gd name="connsiteX2144" fmla="*/ 4515898 w 5114885"/>
              <a:gd name="connsiteY2144" fmla="*/ 378003 h 968306"/>
              <a:gd name="connsiteX2145" fmla="*/ 4524756 w 5114885"/>
              <a:gd name="connsiteY2145" fmla="*/ 383242 h 968306"/>
              <a:gd name="connsiteX2146" fmla="*/ 4542092 w 5114885"/>
              <a:gd name="connsiteY2146" fmla="*/ 382670 h 968306"/>
              <a:gd name="connsiteX2147" fmla="*/ 4555236 w 5114885"/>
              <a:gd name="connsiteY2147" fmla="*/ 383718 h 968306"/>
              <a:gd name="connsiteX2148" fmla="*/ 4578858 w 5114885"/>
              <a:gd name="connsiteY2148" fmla="*/ 383718 h 968306"/>
              <a:gd name="connsiteX2149" fmla="*/ 4594098 w 5114885"/>
              <a:gd name="connsiteY2149" fmla="*/ 380099 h 968306"/>
              <a:gd name="connsiteX2150" fmla="*/ 4595146 w 5114885"/>
              <a:gd name="connsiteY2150" fmla="*/ 326663 h 968306"/>
              <a:gd name="connsiteX2151" fmla="*/ 4593527 w 5114885"/>
              <a:gd name="connsiteY2151" fmla="*/ 165786 h 968306"/>
              <a:gd name="connsiteX2152" fmla="*/ 4594574 w 5114885"/>
              <a:gd name="connsiteY2152" fmla="*/ 122828 h 968306"/>
              <a:gd name="connsiteX2153" fmla="*/ 4582573 w 5114885"/>
              <a:gd name="connsiteY2153" fmla="*/ 106636 h 968306"/>
              <a:gd name="connsiteX2154" fmla="*/ 4551712 w 5114885"/>
              <a:gd name="connsiteY2154" fmla="*/ 107684 h 968306"/>
              <a:gd name="connsiteX2155" fmla="*/ 4529709 w 5114885"/>
              <a:gd name="connsiteY2155" fmla="*/ 108255 h 968306"/>
              <a:gd name="connsiteX2156" fmla="*/ 4517136 w 5114885"/>
              <a:gd name="connsiteY2156" fmla="*/ 112922 h 968306"/>
              <a:gd name="connsiteX2157" fmla="*/ 4518184 w 5114885"/>
              <a:gd name="connsiteY2157" fmla="*/ 120257 h 968306"/>
              <a:gd name="connsiteX2158" fmla="*/ 4518660 w 5114885"/>
              <a:gd name="connsiteY2158" fmla="*/ 127591 h 968306"/>
              <a:gd name="connsiteX2159" fmla="*/ 4519708 w 5114885"/>
              <a:gd name="connsiteY2159" fmla="*/ 159595 h 968306"/>
              <a:gd name="connsiteX2160" fmla="*/ 4521327 w 5114885"/>
              <a:gd name="connsiteY2160" fmla="*/ 260655 h 968306"/>
              <a:gd name="connsiteX2161" fmla="*/ 4519232 w 5114885"/>
              <a:gd name="connsiteY2161" fmla="*/ 273800 h 968306"/>
              <a:gd name="connsiteX2162" fmla="*/ 4517136 w 5114885"/>
              <a:gd name="connsiteY2162" fmla="*/ 277991 h 968306"/>
              <a:gd name="connsiteX2163" fmla="*/ 4516089 w 5114885"/>
              <a:gd name="connsiteY2163" fmla="*/ 284277 h 968306"/>
              <a:gd name="connsiteX2164" fmla="*/ 4513993 w 5114885"/>
              <a:gd name="connsiteY2164" fmla="*/ 290087 h 968306"/>
              <a:gd name="connsiteX2165" fmla="*/ 4511898 w 5114885"/>
              <a:gd name="connsiteY2165" fmla="*/ 295802 h 968306"/>
              <a:gd name="connsiteX2166" fmla="*/ 4510850 w 5114885"/>
              <a:gd name="connsiteY2166" fmla="*/ 299517 h 968306"/>
              <a:gd name="connsiteX2167" fmla="*/ 4509802 w 5114885"/>
              <a:gd name="connsiteY2167" fmla="*/ 302184 h 968306"/>
              <a:gd name="connsiteX2168" fmla="*/ 4478370 w 5114885"/>
              <a:gd name="connsiteY2168" fmla="*/ 326759 h 968306"/>
              <a:gd name="connsiteX2169" fmla="*/ 4435983 w 5114885"/>
              <a:gd name="connsiteY2169" fmla="*/ 316757 h 968306"/>
              <a:gd name="connsiteX2170" fmla="*/ 4415505 w 5114885"/>
              <a:gd name="connsiteY2170" fmla="*/ 262846 h 968306"/>
              <a:gd name="connsiteX2171" fmla="*/ 4415505 w 5114885"/>
              <a:gd name="connsiteY2171" fmla="*/ 250273 h 968306"/>
              <a:gd name="connsiteX2172" fmla="*/ 4415505 w 5114885"/>
              <a:gd name="connsiteY2172" fmla="*/ 244463 h 968306"/>
              <a:gd name="connsiteX2173" fmla="*/ 4415028 w 5114885"/>
              <a:gd name="connsiteY2173" fmla="*/ 238748 h 968306"/>
              <a:gd name="connsiteX2174" fmla="*/ 4414552 w 5114885"/>
              <a:gd name="connsiteY2174" fmla="*/ 236081 h 968306"/>
              <a:gd name="connsiteX2175" fmla="*/ 4414552 w 5114885"/>
              <a:gd name="connsiteY2175" fmla="*/ 223508 h 968306"/>
              <a:gd name="connsiteX2176" fmla="*/ 4415028 w 5114885"/>
              <a:gd name="connsiteY2176" fmla="*/ 194171 h 968306"/>
              <a:gd name="connsiteX2177" fmla="*/ 4416076 w 5114885"/>
              <a:gd name="connsiteY2177" fmla="*/ 149594 h 968306"/>
              <a:gd name="connsiteX2178" fmla="*/ 4416648 w 5114885"/>
              <a:gd name="connsiteY2178" fmla="*/ 121304 h 968306"/>
              <a:gd name="connsiteX2179" fmla="*/ 4417124 w 5114885"/>
              <a:gd name="connsiteY2179" fmla="*/ 117590 h 968306"/>
              <a:gd name="connsiteX2180" fmla="*/ 4403979 w 5114885"/>
              <a:gd name="connsiteY2180" fmla="*/ 108160 h 968306"/>
              <a:gd name="connsiteX2181" fmla="*/ 4356259 w 5114885"/>
              <a:gd name="connsiteY2181" fmla="*/ 109208 h 968306"/>
              <a:gd name="connsiteX2182" fmla="*/ 4338923 w 5114885"/>
              <a:gd name="connsiteY2182" fmla="*/ 123400 h 968306"/>
              <a:gd name="connsiteX2183" fmla="*/ 4336352 w 5114885"/>
              <a:gd name="connsiteY2183" fmla="*/ 165881 h 968306"/>
              <a:gd name="connsiteX2184" fmla="*/ 4334732 w 5114885"/>
              <a:gd name="connsiteY2184" fmla="*/ 295802 h 968306"/>
              <a:gd name="connsiteX2185" fmla="*/ 4336352 w 5114885"/>
              <a:gd name="connsiteY2185" fmla="*/ 312090 h 968306"/>
              <a:gd name="connsiteX2186" fmla="*/ 4336828 w 5114885"/>
              <a:gd name="connsiteY2186" fmla="*/ 314757 h 968306"/>
              <a:gd name="connsiteX2187" fmla="*/ 4337876 w 5114885"/>
              <a:gd name="connsiteY2187" fmla="*/ 318377 h 968306"/>
              <a:gd name="connsiteX2188" fmla="*/ 4337876 w 5114885"/>
              <a:gd name="connsiteY2188" fmla="*/ 323615 h 968306"/>
              <a:gd name="connsiteX2189" fmla="*/ 4343115 w 5114885"/>
              <a:gd name="connsiteY2189" fmla="*/ 336188 h 968306"/>
              <a:gd name="connsiteX2190" fmla="*/ 4346258 w 5114885"/>
              <a:gd name="connsiteY2190" fmla="*/ 342475 h 968306"/>
              <a:gd name="connsiteX2191" fmla="*/ 4353021 w 5114885"/>
              <a:gd name="connsiteY2191" fmla="*/ 354000 h 968306"/>
              <a:gd name="connsiteX2192" fmla="*/ 4352449 w 5114885"/>
              <a:gd name="connsiteY2192" fmla="*/ 353429 h 968306"/>
              <a:gd name="connsiteX2193" fmla="*/ 4263295 w 5114885"/>
              <a:gd name="connsiteY2193" fmla="*/ 209411 h 968306"/>
              <a:gd name="connsiteX2194" fmla="*/ 4194143 w 5114885"/>
              <a:gd name="connsiteY2194" fmla="*/ 211030 h 968306"/>
              <a:gd name="connsiteX2195" fmla="*/ 4117658 w 5114885"/>
              <a:gd name="connsiteY2195" fmla="*/ 211030 h 968306"/>
              <a:gd name="connsiteX2196" fmla="*/ 4089368 w 5114885"/>
              <a:gd name="connsiteY2196" fmla="*/ 226175 h 968306"/>
              <a:gd name="connsiteX2197" fmla="*/ 4089845 w 5114885"/>
              <a:gd name="connsiteY2197" fmla="*/ 229318 h 968306"/>
              <a:gd name="connsiteX2198" fmla="*/ 4089368 w 5114885"/>
              <a:gd name="connsiteY2198" fmla="*/ 252845 h 968306"/>
              <a:gd name="connsiteX2199" fmla="*/ 4086797 w 5114885"/>
              <a:gd name="connsiteY2199" fmla="*/ 302089 h 968306"/>
              <a:gd name="connsiteX2200" fmla="*/ 4108799 w 5114885"/>
              <a:gd name="connsiteY2200" fmla="*/ 314090 h 968306"/>
              <a:gd name="connsiteX2201" fmla="*/ 4116134 w 5114885"/>
              <a:gd name="connsiteY2201" fmla="*/ 313519 h 968306"/>
              <a:gd name="connsiteX2202" fmla="*/ 4121372 w 5114885"/>
              <a:gd name="connsiteY2202" fmla="*/ 314090 h 968306"/>
              <a:gd name="connsiteX2203" fmla="*/ 4125087 w 5114885"/>
              <a:gd name="connsiteY2203" fmla="*/ 313519 h 968306"/>
              <a:gd name="connsiteX2204" fmla="*/ 4130897 w 5114885"/>
              <a:gd name="connsiteY2204" fmla="*/ 315138 h 968306"/>
              <a:gd name="connsiteX2205" fmla="*/ 4152900 w 5114885"/>
              <a:gd name="connsiteY2205" fmla="*/ 314090 h 968306"/>
              <a:gd name="connsiteX2206" fmla="*/ 4193762 w 5114885"/>
              <a:gd name="connsiteY2206" fmla="*/ 314662 h 968306"/>
              <a:gd name="connsiteX2207" fmla="*/ 4204240 w 5114885"/>
              <a:gd name="connsiteY2207" fmla="*/ 315710 h 968306"/>
              <a:gd name="connsiteX2208" fmla="*/ 4233006 w 5114885"/>
              <a:gd name="connsiteY2208" fmla="*/ 318281 h 968306"/>
              <a:gd name="connsiteX2209" fmla="*/ 4260247 w 5114885"/>
              <a:gd name="connsiteY2209" fmla="*/ 317234 h 968306"/>
              <a:gd name="connsiteX2210" fmla="*/ 4282250 w 5114885"/>
              <a:gd name="connsiteY2210" fmla="*/ 315710 h 968306"/>
              <a:gd name="connsiteX2211" fmla="*/ 4290632 w 5114885"/>
              <a:gd name="connsiteY2211" fmla="*/ 316281 h 968306"/>
              <a:gd name="connsiteX2212" fmla="*/ 4284822 w 5114885"/>
              <a:gd name="connsiteY2212" fmla="*/ 372860 h 968306"/>
              <a:gd name="connsiteX2213" fmla="*/ 4277011 w 5114885"/>
              <a:gd name="connsiteY2213" fmla="*/ 372860 h 968306"/>
              <a:gd name="connsiteX2214" fmla="*/ 4256056 w 5114885"/>
              <a:gd name="connsiteY2214" fmla="*/ 373431 h 968306"/>
              <a:gd name="connsiteX2215" fmla="*/ 4243483 w 5114885"/>
              <a:gd name="connsiteY2215" fmla="*/ 374003 h 968306"/>
              <a:gd name="connsiteX2216" fmla="*/ 4238244 w 5114885"/>
              <a:gd name="connsiteY2216" fmla="*/ 374574 h 968306"/>
              <a:gd name="connsiteX2217" fmla="*/ 4110990 w 5114885"/>
              <a:gd name="connsiteY2217" fmla="*/ 371431 h 968306"/>
              <a:gd name="connsiteX2218" fmla="*/ 4077462 w 5114885"/>
              <a:gd name="connsiteY2218" fmla="*/ 371431 h 968306"/>
              <a:gd name="connsiteX2219" fmla="*/ 4058031 w 5114885"/>
              <a:gd name="connsiteY2219" fmla="*/ 372002 h 968306"/>
              <a:gd name="connsiteX2220" fmla="*/ 4044410 w 5114885"/>
              <a:gd name="connsiteY2220" fmla="*/ 371431 h 968306"/>
              <a:gd name="connsiteX2221" fmla="*/ 4032409 w 5114885"/>
              <a:gd name="connsiteY2221" fmla="*/ 371431 h 968306"/>
              <a:gd name="connsiteX2222" fmla="*/ 4026599 w 5114885"/>
              <a:gd name="connsiteY2222" fmla="*/ 369335 h 968306"/>
              <a:gd name="connsiteX2223" fmla="*/ 4022408 w 5114885"/>
              <a:gd name="connsiteY2223" fmla="*/ 368859 h 968306"/>
              <a:gd name="connsiteX2224" fmla="*/ 4019836 w 5114885"/>
              <a:gd name="connsiteY2224" fmla="*/ 367811 h 968306"/>
              <a:gd name="connsiteX2225" fmla="*/ 4019836 w 5114885"/>
              <a:gd name="connsiteY2225" fmla="*/ 363620 h 968306"/>
              <a:gd name="connsiteX2226" fmla="*/ 4019836 w 5114885"/>
              <a:gd name="connsiteY2226" fmla="*/ 307613 h 968306"/>
              <a:gd name="connsiteX2227" fmla="*/ 4018788 w 5114885"/>
              <a:gd name="connsiteY2227" fmla="*/ 241034 h 968306"/>
              <a:gd name="connsiteX2228" fmla="*/ 4019360 w 5114885"/>
              <a:gd name="connsiteY2228" fmla="*/ 236843 h 968306"/>
              <a:gd name="connsiteX2229" fmla="*/ 4018788 w 5114885"/>
              <a:gd name="connsiteY2229" fmla="*/ 233699 h 968306"/>
              <a:gd name="connsiteX2230" fmla="*/ 4018312 w 5114885"/>
              <a:gd name="connsiteY2230" fmla="*/ 229985 h 968306"/>
              <a:gd name="connsiteX2231" fmla="*/ 4017264 w 5114885"/>
              <a:gd name="connsiteY2231" fmla="*/ 180740 h 968306"/>
              <a:gd name="connsiteX2232" fmla="*/ 4016693 w 5114885"/>
              <a:gd name="connsiteY2232" fmla="*/ 177026 h 968306"/>
              <a:gd name="connsiteX2233" fmla="*/ 4016216 w 5114885"/>
              <a:gd name="connsiteY2233" fmla="*/ 134639 h 968306"/>
              <a:gd name="connsiteX2234" fmla="*/ 4017264 w 5114885"/>
              <a:gd name="connsiteY2234" fmla="*/ 50819 h 968306"/>
              <a:gd name="connsiteX2235" fmla="*/ 4017264 w 5114885"/>
              <a:gd name="connsiteY2235" fmla="*/ 31388 h 968306"/>
              <a:gd name="connsiteX2236" fmla="*/ 4019836 w 5114885"/>
              <a:gd name="connsiteY2236" fmla="*/ 17768 h 968306"/>
              <a:gd name="connsiteX2237" fmla="*/ 4025551 w 5114885"/>
              <a:gd name="connsiteY2237" fmla="*/ 18339 h 968306"/>
              <a:gd name="connsiteX2238" fmla="*/ 4081082 w 5114885"/>
              <a:gd name="connsiteY2238" fmla="*/ 17291 h 968306"/>
              <a:gd name="connsiteX2239" fmla="*/ 4138136 w 5114885"/>
              <a:gd name="connsiteY2239" fmla="*/ 15767 h 968306"/>
              <a:gd name="connsiteX2240" fmla="*/ 4173760 w 5114885"/>
              <a:gd name="connsiteY2240" fmla="*/ 14720 h 968306"/>
              <a:gd name="connsiteX2241" fmla="*/ 4182142 w 5114885"/>
              <a:gd name="connsiteY2241" fmla="*/ 14720 h 968306"/>
              <a:gd name="connsiteX2242" fmla="*/ 4206716 w 5114885"/>
              <a:gd name="connsiteY2242" fmla="*/ 15291 h 968306"/>
              <a:gd name="connsiteX2243" fmla="*/ 4245483 w 5114885"/>
              <a:gd name="connsiteY2243" fmla="*/ 14720 h 968306"/>
              <a:gd name="connsiteX2244" fmla="*/ 4257008 w 5114885"/>
              <a:gd name="connsiteY2244" fmla="*/ 14148 h 968306"/>
              <a:gd name="connsiteX2245" fmla="*/ 4263295 w 5114885"/>
              <a:gd name="connsiteY2245" fmla="*/ 14148 h 968306"/>
              <a:gd name="connsiteX2246" fmla="*/ 4282155 w 5114885"/>
              <a:gd name="connsiteY2246" fmla="*/ 16244 h 968306"/>
              <a:gd name="connsiteX2247" fmla="*/ 4280059 w 5114885"/>
              <a:gd name="connsiteY2247" fmla="*/ 45581 h 968306"/>
              <a:gd name="connsiteX2248" fmla="*/ 4282631 w 5114885"/>
              <a:gd name="connsiteY2248" fmla="*/ 61868 h 968306"/>
              <a:gd name="connsiteX2249" fmla="*/ 4283202 w 5114885"/>
              <a:gd name="connsiteY2249" fmla="*/ 64535 h 968306"/>
              <a:gd name="connsiteX2250" fmla="*/ 4238625 w 5114885"/>
              <a:gd name="connsiteY2250" fmla="*/ 64535 h 968306"/>
              <a:gd name="connsiteX2251" fmla="*/ 4187857 w 5114885"/>
              <a:gd name="connsiteY2251" fmla="*/ 65583 h 968306"/>
              <a:gd name="connsiteX2252" fmla="*/ 4153281 w 5114885"/>
              <a:gd name="connsiteY2252" fmla="*/ 67679 h 968306"/>
              <a:gd name="connsiteX2253" fmla="*/ 4099846 w 5114885"/>
              <a:gd name="connsiteY2253" fmla="*/ 67107 h 968306"/>
              <a:gd name="connsiteX2254" fmla="*/ 4089845 w 5114885"/>
              <a:gd name="connsiteY2254" fmla="*/ 74918 h 968306"/>
              <a:gd name="connsiteX2255" fmla="*/ 4086701 w 5114885"/>
              <a:gd name="connsiteY2255" fmla="*/ 105302 h 968306"/>
              <a:gd name="connsiteX2256" fmla="*/ 4086701 w 5114885"/>
              <a:gd name="connsiteY2256" fmla="*/ 122066 h 968306"/>
              <a:gd name="connsiteX2257" fmla="*/ 4086130 w 5114885"/>
              <a:gd name="connsiteY2257" fmla="*/ 131020 h 968306"/>
              <a:gd name="connsiteX2258" fmla="*/ 4085654 w 5114885"/>
              <a:gd name="connsiteY2258" fmla="*/ 135687 h 968306"/>
              <a:gd name="connsiteX2259" fmla="*/ 4087273 w 5114885"/>
              <a:gd name="connsiteY2259" fmla="*/ 149879 h 968306"/>
              <a:gd name="connsiteX2260" fmla="*/ 4098227 w 5114885"/>
              <a:gd name="connsiteY2260" fmla="*/ 160357 h 968306"/>
              <a:gd name="connsiteX2261" fmla="*/ 4103465 w 5114885"/>
              <a:gd name="connsiteY2261" fmla="*/ 161405 h 968306"/>
              <a:gd name="connsiteX2262" fmla="*/ 4178903 w 5114885"/>
              <a:gd name="connsiteY2262" fmla="*/ 159309 h 968306"/>
              <a:gd name="connsiteX2263" fmla="*/ 4264819 w 5114885"/>
              <a:gd name="connsiteY2263" fmla="*/ 162929 h 968306"/>
              <a:gd name="connsiteX2264" fmla="*/ 4264819 w 5114885"/>
              <a:gd name="connsiteY2264" fmla="*/ 174454 h 968306"/>
              <a:gd name="connsiteX2265" fmla="*/ 4264819 w 5114885"/>
              <a:gd name="connsiteY2265" fmla="*/ 209601 h 968306"/>
              <a:gd name="connsiteX2266" fmla="*/ 4263200 w 5114885"/>
              <a:gd name="connsiteY2266" fmla="*/ 209601 h 968306"/>
              <a:gd name="connsiteX2267" fmla="*/ 4096703 w 5114885"/>
              <a:gd name="connsiteY2267" fmla="*/ 303232 h 968306"/>
              <a:gd name="connsiteX2268" fmla="*/ 4099274 w 5114885"/>
              <a:gd name="connsiteY2268" fmla="*/ 252940 h 968306"/>
              <a:gd name="connsiteX2269" fmla="*/ 4099846 w 5114885"/>
              <a:gd name="connsiteY2269" fmla="*/ 228842 h 968306"/>
              <a:gd name="connsiteX2270" fmla="*/ 4099274 w 5114885"/>
              <a:gd name="connsiteY2270" fmla="*/ 223603 h 968306"/>
              <a:gd name="connsiteX2271" fmla="*/ 4118705 w 5114885"/>
              <a:gd name="connsiteY2271" fmla="*/ 220936 h 968306"/>
              <a:gd name="connsiteX2272" fmla="*/ 4194143 w 5114885"/>
              <a:gd name="connsiteY2272" fmla="*/ 220936 h 968306"/>
              <a:gd name="connsiteX2273" fmla="*/ 4263866 w 5114885"/>
              <a:gd name="connsiteY2273" fmla="*/ 219317 h 968306"/>
              <a:gd name="connsiteX2274" fmla="*/ 4269105 w 5114885"/>
              <a:gd name="connsiteY2274" fmla="*/ 218745 h 968306"/>
              <a:gd name="connsiteX2275" fmla="*/ 4275392 w 5114885"/>
              <a:gd name="connsiteY2275" fmla="*/ 212935 h 968306"/>
              <a:gd name="connsiteX2276" fmla="*/ 4274915 w 5114885"/>
              <a:gd name="connsiteY2276" fmla="*/ 202457 h 968306"/>
              <a:gd name="connsiteX2277" fmla="*/ 4274915 w 5114885"/>
              <a:gd name="connsiteY2277" fmla="*/ 174168 h 968306"/>
              <a:gd name="connsiteX2278" fmla="*/ 4260247 w 5114885"/>
              <a:gd name="connsiteY2278" fmla="*/ 152737 h 968306"/>
              <a:gd name="connsiteX2279" fmla="*/ 4179094 w 5114885"/>
              <a:gd name="connsiteY2279" fmla="*/ 149022 h 968306"/>
              <a:gd name="connsiteX2280" fmla="*/ 4104132 w 5114885"/>
              <a:gd name="connsiteY2280" fmla="*/ 151118 h 968306"/>
              <a:gd name="connsiteX2281" fmla="*/ 4099941 w 5114885"/>
              <a:gd name="connsiteY2281" fmla="*/ 150070 h 968306"/>
              <a:gd name="connsiteX2282" fmla="*/ 4097274 w 5114885"/>
              <a:gd name="connsiteY2282" fmla="*/ 149022 h 968306"/>
              <a:gd name="connsiteX2283" fmla="*/ 4096226 w 5114885"/>
              <a:gd name="connsiteY2283" fmla="*/ 134354 h 968306"/>
              <a:gd name="connsiteX2284" fmla="*/ 4096226 w 5114885"/>
              <a:gd name="connsiteY2284" fmla="*/ 131210 h 968306"/>
              <a:gd name="connsiteX2285" fmla="*/ 4096703 w 5114885"/>
              <a:gd name="connsiteY2285" fmla="*/ 122257 h 968306"/>
              <a:gd name="connsiteX2286" fmla="*/ 4096703 w 5114885"/>
              <a:gd name="connsiteY2286" fmla="*/ 105017 h 968306"/>
              <a:gd name="connsiteX2287" fmla="*/ 4098798 w 5114885"/>
              <a:gd name="connsiteY2287" fmla="*/ 79871 h 968306"/>
              <a:gd name="connsiteX2288" fmla="*/ 4100894 w 5114885"/>
              <a:gd name="connsiteY2288" fmla="*/ 76727 h 968306"/>
              <a:gd name="connsiteX2289" fmla="*/ 4153281 w 5114885"/>
              <a:gd name="connsiteY2289" fmla="*/ 77299 h 968306"/>
              <a:gd name="connsiteX2290" fmla="*/ 4187857 w 5114885"/>
              <a:gd name="connsiteY2290" fmla="*/ 75203 h 968306"/>
              <a:gd name="connsiteX2291" fmla="*/ 4239768 w 5114885"/>
              <a:gd name="connsiteY2291" fmla="*/ 74156 h 968306"/>
              <a:gd name="connsiteX2292" fmla="*/ 4287393 w 5114885"/>
              <a:gd name="connsiteY2292" fmla="*/ 74156 h 968306"/>
              <a:gd name="connsiteX2293" fmla="*/ 4290537 w 5114885"/>
              <a:gd name="connsiteY2293" fmla="*/ 44819 h 968306"/>
              <a:gd name="connsiteX2294" fmla="*/ 4291584 w 5114885"/>
              <a:gd name="connsiteY2294" fmla="*/ 27007 h 968306"/>
              <a:gd name="connsiteX2295" fmla="*/ 4264343 w 5114885"/>
              <a:gd name="connsiteY2295" fmla="*/ 3956 h 968306"/>
              <a:gd name="connsiteX2296" fmla="*/ 4260628 w 5114885"/>
              <a:gd name="connsiteY2296" fmla="*/ 3956 h 968306"/>
              <a:gd name="connsiteX2297" fmla="*/ 4257485 w 5114885"/>
              <a:gd name="connsiteY2297" fmla="*/ 3385 h 968306"/>
              <a:gd name="connsiteX2298" fmla="*/ 4254341 w 5114885"/>
              <a:gd name="connsiteY2298" fmla="*/ 3956 h 968306"/>
              <a:gd name="connsiteX2299" fmla="*/ 4245483 w 5114885"/>
              <a:gd name="connsiteY2299" fmla="*/ 4528 h 968306"/>
              <a:gd name="connsiteX2300" fmla="*/ 4173665 w 5114885"/>
              <a:gd name="connsiteY2300" fmla="*/ 4528 h 968306"/>
              <a:gd name="connsiteX2301" fmla="*/ 4138041 w 5114885"/>
              <a:gd name="connsiteY2301" fmla="*/ 5576 h 968306"/>
              <a:gd name="connsiteX2302" fmla="*/ 4080415 w 5114885"/>
              <a:gd name="connsiteY2302" fmla="*/ 7195 h 968306"/>
              <a:gd name="connsiteX2303" fmla="*/ 4027456 w 5114885"/>
              <a:gd name="connsiteY2303" fmla="*/ 8243 h 968306"/>
              <a:gd name="connsiteX2304" fmla="*/ 4023836 w 5114885"/>
              <a:gd name="connsiteY2304" fmla="*/ 7671 h 968306"/>
              <a:gd name="connsiteX2305" fmla="*/ 4014407 w 5114885"/>
              <a:gd name="connsiteY2305" fmla="*/ 7671 h 968306"/>
              <a:gd name="connsiteX2306" fmla="*/ 4008120 w 5114885"/>
              <a:gd name="connsiteY2306" fmla="*/ 13481 h 968306"/>
              <a:gd name="connsiteX2307" fmla="*/ 4007072 w 5114885"/>
              <a:gd name="connsiteY2307" fmla="*/ 30722 h 968306"/>
              <a:gd name="connsiteX2308" fmla="*/ 4007072 w 5114885"/>
              <a:gd name="connsiteY2308" fmla="*/ 49581 h 968306"/>
              <a:gd name="connsiteX2309" fmla="*/ 4006024 w 5114885"/>
              <a:gd name="connsiteY2309" fmla="*/ 134449 h 968306"/>
              <a:gd name="connsiteX2310" fmla="*/ 4006024 w 5114885"/>
              <a:gd name="connsiteY2310" fmla="*/ 176835 h 968306"/>
              <a:gd name="connsiteX2311" fmla="*/ 4007072 w 5114885"/>
              <a:gd name="connsiteY2311" fmla="*/ 183122 h 968306"/>
              <a:gd name="connsiteX2312" fmla="*/ 4008120 w 5114885"/>
              <a:gd name="connsiteY2312" fmla="*/ 193028 h 968306"/>
              <a:gd name="connsiteX2313" fmla="*/ 4008120 w 5114885"/>
              <a:gd name="connsiteY2313" fmla="*/ 229699 h 968306"/>
              <a:gd name="connsiteX2314" fmla="*/ 4008596 w 5114885"/>
              <a:gd name="connsiteY2314" fmla="*/ 239129 h 968306"/>
              <a:gd name="connsiteX2315" fmla="*/ 4009644 w 5114885"/>
              <a:gd name="connsiteY2315" fmla="*/ 307232 h 968306"/>
              <a:gd name="connsiteX2316" fmla="*/ 4009644 w 5114885"/>
              <a:gd name="connsiteY2316" fmla="*/ 362763 h 968306"/>
              <a:gd name="connsiteX2317" fmla="*/ 4021741 w 5114885"/>
              <a:gd name="connsiteY2317" fmla="*/ 378479 h 968306"/>
              <a:gd name="connsiteX2318" fmla="*/ 4024884 w 5114885"/>
              <a:gd name="connsiteY2318" fmla="*/ 379051 h 968306"/>
              <a:gd name="connsiteX2319" fmla="*/ 4031171 w 5114885"/>
              <a:gd name="connsiteY2319" fmla="*/ 381146 h 968306"/>
              <a:gd name="connsiteX2320" fmla="*/ 4044315 w 5114885"/>
              <a:gd name="connsiteY2320" fmla="*/ 381146 h 968306"/>
              <a:gd name="connsiteX2321" fmla="*/ 4059555 w 5114885"/>
              <a:gd name="connsiteY2321" fmla="*/ 381718 h 968306"/>
              <a:gd name="connsiteX2322" fmla="*/ 4077843 w 5114885"/>
              <a:gd name="connsiteY2322" fmla="*/ 381146 h 968306"/>
              <a:gd name="connsiteX2323" fmla="*/ 4110895 w 5114885"/>
              <a:gd name="connsiteY2323" fmla="*/ 381146 h 968306"/>
              <a:gd name="connsiteX2324" fmla="*/ 4236625 w 5114885"/>
              <a:gd name="connsiteY2324" fmla="*/ 384290 h 968306"/>
              <a:gd name="connsiteX2325" fmla="*/ 4239768 w 5114885"/>
              <a:gd name="connsiteY2325" fmla="*/ 384290 h 968306"/>
              <a:gd name="connsiteX2326" fmla="*/ 4243959 w 5114885"/>
              <a:gd name="connsiteY2326" fmla="*/ 383718 h 968306"/>
              <a:gd name="connsiteX2327" fmla="*/ 4256532 w 5114885"/>
              <a:gd name="connsiteY2327" fmla="*/ 383147 h 968306"/>
              <a:gd name="connsiteX2328" fmla="*/ 4277011 w 5114885"/>
              <a:gd name="connsiteY2328" fmla="*/ 382575 h 968306"/>
              <a:gd name="connsiteX2329" fmla="*/ 4284822 w 5114885"/>
              <a:gd name="connsiteY2329" fmla="*/ 382575 h 968306"/>
              <a:gd name="connsiteX2330" fmla="*/ 4294251 w 5114885"/>
              <a:gd name="connsiteY2330" fmla="*/ 378956 h 968306"/>
              <a:gd name="connsiteX2331" fmla="*/ 4299966 w 5114885"/>
              <a:gd name="connsiteY2331" fmla="*/ 319234 h 968306"/>
              <a:gd name="connsiteX2332" fmla="*/ 4281678 w 5114885"/>
              <a:gd name="connsiteY2332" fmla="*/ 305613 h 968306"/>
              <a:gd name="connsiteX2333" fmla="*/ 4233958 w 5114885"/>
              <a:gd name="connsiteY2333" fmla="*/ 308280 h 968306"/>
              <a:gd name="connsiteX2334" fmla="*/ 4204049 w 5114885"/>
              <a:gd name="connsiteY2334" fmla="*/ 305613 h 968306"/>
              <a:gd name="connsiteX2335" fmla="*/ 4193572 w 5114885"/>
              <a:gd name="connsiteY2335" fmla="*/ 304565 h 968306"/>
              <a:gd name="connsiteX2336" fmla="*/ 4152710 w 5114885"/>
              <a:gd name="connsiteY2336" fmla="*/ 303994 h 968306"/>
              <a:gd name="connsiteX2337" fmla="*/ 4132231 w 5114885"/>
              <a:gd name="connsiteY2337" fmla="*/ 305042 h 968306"/>
              <a:gd name="connsiteX2338" fmla="*/ 4121753 w 5114885"/>
              <a:gd name="connsiteY2338" fmla="*/ 303994 h 968306"/>
              <a:gd name="connsiteX2339" fmla="*/ 4115467 w 5114885"/>
              <a:gd name="connsiteY2339" fmla="*/ 303422 h 968306"/>
              <a:gd name="connsiteX2340" fmla="*/ 4108133 w 5114885"/>
              <a:gd name="connsiteY2340" fmla="*/ 303994 h 968306"/>
              <a:gd name="connsiteX2341" fmla="*/ 4096607 w 5114885"/>
              <a:gd name="connsiteY2341" fmla="*/ 302946 h 968306"/>
              <a:gd name="connsiteX2342" fmla="*/ 3655505 w 5114885"/>
              <a:gd name="connsiteY2342" fmla="*/ 372574 h 968306"/>
              <a:gd name="connsiteX2343" fmla="*/ 3655028 w 5114885"/>
              <a:gd name="connsiteY2343" fmla="*/ 372574 h 968306"/>
              <a:gd name="connsiteX2344" fmla="*/ 3656076 w 5114885"/>
              <a:gd name="connsiteY2344" fmla="*/ 367907 h 968306"/>
              <a:gd name="connsiteX2345" fmla="*/ 3656076 w 5114885"/>
              <a:gd name="connsiteY2345" fmla="*/ 360001 h 968306"/>
              <a:gd name="connsiteX2346" fmla="*/ 3655600 w 5114885"/>
              <a:gd name="connsiteY2346" fmla="*/ 303899 h 968306"/>
              <a:gd name="connsiteX2347" fmla="*/ 3656076 w 5114885"/>
              <a:gd name="connsiteY2347" fmla="*/ 238462 h 968306"/>
              <a:gd name="connsiteX2348" fmla="*/ 3656076 w 5114885"/>
              <a:gd name="connsiteY2348" fmla="*/ 207506 h 968306"/>
              <a:gd name="connsiteX2349" fmla="*/ 3656553 w 5114885"/>
              <a:gd name="connsiteY2349" fmla="*/ 203791 h 968306"/>
              <a:gd name="connsiteX2350" fmla="*/ 3657029 w 5114885"/>
              <a:gd name="connsiteY2350" fmla="*/ 192837 h 968306"/>
              <a:gd name="connsiteX2351" fmla="*/ 3657029 w 5114885"/>
              <a:gd name="connsiteY2351" fmla="*/ 115304 h 968306"/>
              <a:gd name="connsiteX2352" fmla="*/ 3679603 w 5114885"/>
              <a:gd name="connsiteY2352" fmla="*/ 116923 h 968306"/>
              <a:gd name="connsiteX2353" fmla="*/ 3681698 w 5114885"/>
              <a:gd name="connsiteY2353" fmla="*/ 117494 h 968306"/>
              <a:gd name="connsiteX2354" fmla="*/ 3714179 w 5114885"/>
              <a:gd name="connsiteY2354" fmla="*/ 117494 h 968306"/>
              <a:gd name="connsiteX2355" fmla="*/ 3715226 w 5114885"/>
              <a:gd name="connsiteY2355" fmla="*/ 142640 h 968306"/>
              <a:gd name="connsiteX2356" fmla="*/ 3728371 w 5114885"/>
              <a:gd name="connsiteY2356" fmla="*/ 151499 h 968306"/>
              <a:gd name="connsiteX2357" fmla="*/ 3739896 w 5114885"/>
              <a:gd name="connsiteY2357" fmla="*/ 143117 h 968306"/>
              <a:gd name="connsiteX2358" fmla="*/ 3743611 w 5114885"/>
              <a:gd name="connsiteY2358" fmla="*/ 139973 h 968306"/>
              <a:gd name="connsiteX2359" fmla="*/ 3754088 w 5114885"/>
              <a:gd name="connsiteY2359" fmla="*/ 131115 h 968306"/>
              <a:gd name="connsiteX2360" fmla="*/ 3761423 w 5114885"/>
              <a:gd name="connsiteY2360" fmla="*/ 123209 h 968306"/>
              <a:gd name="connsiteX2361" fmla="*/ 3767233 w 5114885"/>
              <a:gd name="connsiteY2361" fmla="*/ 119018 h 968306"/>
              <a:gd name="connsiteX2362" fmla="*/ 3773520 w 5114885"/>
              <a:gd name="connsiteY2362" fmla="*/ 115875 h 968306"/>
              <a:gd name="connsiteX2363" fmla="*/ 3786092 w 5114885"/>
              <a:gd name="connsiteY2363" fmla="*/ 112160 h 968306"/>
              <a:gd name="connsiteX2364" fmla="*/ 3797046 w 5114885"/>
              <a:gd name="connsiteY2364" fmla="*/ 110541 h 968306"/>
              <a:gd name="connsiteX2365" fmla="*/ 3802285 w 5114885"/>
              <a:gd name="connsiteY2365" fmla="*/ 109493 h 968306"/>
              <a:gd name="connsiteX2366" fmla="*/ 3805428 w 5114885"/>
              <a:gd name="connsiteY2366" fmla="*/ 110065 h 968306"/>
              <a:gd name="connsiteX2367" fmla="*/ 3808571 w 5114885"/>
              <a:gd name="connsiteY2367" fmla="*/ 112160 h 968306"/>
              <a:gd name="connsiteX2368" fmla="*/ 3806476 w 5114885"/>
              <a:gd name="connsiteY2368" fmla="*/ 137783 h 968306"/>
              <a:gd name="connsiteX2369" fmla="*/ 3807524 w 5114885"/>
              <a:gd name="connsiteY2369" fmla="*/ 145117 h 968306"/>
              <a:gd name="connsiteX2370" fmla="*/ 3810191 w 5114885"/>
              <a:gd name="connsiteY2370" fmla="*/ 167120 h 968306"/>
              <a:gd name="connsiteX2371" fmla="*/ 3800189 w 5114885"/>
              <a:gd name="connsiteY2371" fmla="*/ 167691 h 968306"/>
              <a:gd name="connsiteX2372" fmla="*/ 3792855 w 5114885"/>
              <a:gd name="connsiteY2372" fmla="*/ 168739 h 968306"/>
              <a:gd name="connsiteX2373" fmla="*/ 3790188 w 5114885"/>
              <a:gd name="connsiteY2373" fmla="*/ 168167 h 968306"/>
              <a:gd name="connsiteX2374" fmla="*/ 3740468 w 5114885"/>
              <a:gd name="connsiteY2374" fmla="*/ 185979 h 968306"/>
              <a:gd name="connsiteX2375" fmla="*/ 3736277 w 5114885"/>
              <a:gd name="connsiteY2375" fmla="*/ 191694 h 968306"/>
              <a:gd name="connsiteX2376" fmla="*/ 3734181 w 5114885"/>
              <a:gd name="connsiteY2376" fmla="*/ 195409 h 968306"/>
              <a:gd name="connsiteX2377" fmla="*/ 3732562 w 5114885"/>
              <a:gd name="connsiteY2377" fmla="*/ 197504 h 968306"/>
              <a:gd name="connsiteX2378" fmla="*/ 3727895 w 5114885"/>
              <a:gd name="connsiteY2378" fmla="*/ 202743 h 968306"/>
              <a:gd name="connsiteX2379" fmla="*/ 3725323 w 5114885"/>
              <a:gd name="connsiteY2379" fmla="*/ 210077 h 968306"/>
              <a:gd name="connsiteX2380" fmla="*/ 3723704 w 5114885"/>
              <a:gd name="connsiteY2380" fmla="*/ 212649 h 968306"/>
              <a:gd name="connsiteX2381" fmla="*/ 3722084 w 5114885"/>
              <a:gd name="connsiteY2381" fmla="*/ 218936 h 968306"/>
              <a:gd name="connsiteX2382" fmla="*/ 3721608 w 5114885"/>
              <a:gd name="connsiteY2382" fmla="*/ 223127 h 968306"/>
              <a:gd name="connsiteX2383" fmla="*/ 3719989 w 5114885"/>
              <a:gd name="connsiteY2383" fmla="*/ 228365 h 968306"/>
              <a:gd name="connsiteX2384" fmla="*/ 3719513 w 5114885"/>
              <a:gd name="connsiteY2384" fmla="*/ 230461 h 968306"/>
              <a:gd name="connsiteX2385" fmla="*/ 3715798 w 5114885"/>
              <a:gd name="connsiteY2385" fmla="*/ 249320 h 968306"/>
              <a:gd name="connsiteX2386" fmla="*/ 3714750 w 5114885"/>
              <a:gd name="connsiteY2386" fmla="*/ 262941 h 968306"/>
              <a:gd name="connsiteX2387" fmla="*/ 3713703 w 5114885"/>
              <a:gd name="connsiteY2387" fmla="*/ 289135 h 968306"/>
              <a:gd name="connsiteX2388" fmla="*/ 3713226 w 5114885"/>
              <a:gd name="connsiteY2388" fmla="*/ 324187 h 968306"/>
              <a:gd name="connsiteX2389" fmla="*/ 3713226 w 5114885"/>
              <a:gd name="connsiteY2389" fmla="*/ 346666 h 968306"/>
              <a:gd name="connsiteX2390" fmla="*/ 3714845 w 5114885"/>
              <a:gd name="connsiteY2390" fmla="*/ 355524 h 968306"/>
              <a:gd name="connsiteX2391" fmla="*/ 3714845 w 5114885"/>
              <a:gd name="connsiteY2391" fmla="*/ 365525 h 968306"/>
              <a:gd name="connsiteX2392" fmla="*/ 3714369 w 5114885"/>
              <a:gd name="connsiteY2392" fmla="*/ 371812 h 968306"/>
              <a:gd name="connsiteX2393" fmla="*/ 3655695 w 5114885"/>
              <a:gd name="connsiteY2393" fmla="*/ 372383 h 968306"/>
              <a:gd name="connsiteX2394" fmla="*/ 3646265 w 5114885"/>
              <a:gd name="connsiteY2394" fmla="*/ 365525 h 968306"/>
              <a:gd name="connsiteX2395" fmla="*/ 3644741 w 5114885"/>
              <a:gd name="connsiteY2395" fmla="*/ 374955 h 968306"/>
              <a:gd name="connsiteX2396" fmla="*/ 3645789 w 5114885"/>
              <a:gd name="connsiteY2396" fmla="*/ 378098 h 968306"/>
              <a:gd name="connsiteX2397" fmla="*/ 3649504 w 5114885"/>
              <a:gd name="connsiteY2397" fmla="*/ 381718 h 968306"/>
              <a:gd name="connsiteX2398" fmla="*/ 3698748 w 5114885"/>
              <a:gd name="connsiteY2398" fmla="*/ 381718 h 968306"/>
              <a:gd name="connsiteX2399" fmla="*/ 3723894 w 5114885"/>
              <a:gd name="connsiteY2399" fmla="*/ 373907 h 968306"/>
              <a:gd name="connsiteX2400" fmla="*/ 3724942 w 5114885"/>
              <a:gd name="connsiteY2400" fmla="*/ 366002 h 968306"/>
              <a:gd name="connsiteX2401" fmla="*/ 3724942 w 5114885"/>
              <a:gd name="connsiteY2401" fmla="*/ 354476 h 968306"/>
              <a:gd name="connsiteX2402" fmla="*/ 3723418 w 5114885"/>
              <a:gd name="connsiteY2402" fmla="*/ 345523 h 968306"/>
              <a:gd name="connsiteX2403" fmla="*/ 3723418 w 5114885"/>
              <a:gd name="connsiteY2403" fmla="*/ 324568 h 968306"/>
              <a:gd name="connsiteX2404" fmla="*/ 3724466 w 5114885"/>
              <a:gd name="connsiteY2404" fmla="*/ 288944 h 968306"/>
              <a:gd name="connsiteX2405" fmla="*/ 3724942 w 5114885"/>
              <a:gd name="connsiteY2405" fmla="*/ 263322 h 968306"/>
              <a:gd name="connsiteX2406" fmla="*/ 3725990 w 5114885"/>
              <a:gd name="connsiteY2406" fmla="*/ 250749 h 968306"/>
              <a:gd name="connsiteX2407" fmla="*/ 3728561 w 5114885"/>
              <a:gd name="connsiteY2407" fmla="*/ 238652 h 968306"/>
              <a:gd name="connsiteX2408" fmla="*/ 3729038 w 5114885"/>
              <a:gd name="connsiteY2408" fmla="*/ 231890 h 968306"/>
              <a:gd name="connsiteX2409" fmla="*/ 3730085 w 5114885"/>
              <a:gd name="connsiteY2409" fmla="*/ 230270 h 968306"/>
              <a:gd name="connsiteX2410" fmla="*/ 3732181 w 5114885"/>
              <a:gd name="connsiteY2410" fmla="*/ 224555 h 968306"/>
              <a:gd name="connsiteX2411" fmla="*/ 3732181 w 5114885"/>
              <a:gd name="connsiteY2411" fmla="*/ 219793 h 968306"/>
              <a:gd name="connsiteX2412" fmla="*/ 3734753 w 5114885"/>
              <a:gd name="connsiteY2412" fmla="*/ 214554 h 968306"/>
              <a:gd name="connsiteX2413" fmla="*/ 3735800 w 5114885"/>
              <a:gd name="connsiteY2413" fmla="*/ 212459 h 968306"/>
              <a:gd name="connsiteX2414" fmla="*/ 3736372 w 5114885"/>
              <a:gd name="connsiteY2414" fmla="*/ 209315 h 968306"/>
              <a:gd name="connsiteX2415" fmla="*/ 3736848 w 5114885"/>
              <a:gd name="connsiteY2415" fmla="*/ 207220 h 968306"/>
              <a:gd name="connsiteX2416" fmla="*/ 3739420 w 5114885"/>
              <a:gd name="connsiteY2416" fmla="*/ 204077 h 968306"/>
              <a:gd name="connsiteX2417" fmla="*/ 3742563 w 5114885"/>
              <a:gd name="connsiteY2417" fmla="*/ 200933 h 968306"/>
              <a:gd name="connsiteX2418" fmla="*/ 3744087 w 5114885"/>
              <a:gd name="connsiteY2418" fmla="*/ 198838 h 968306"/>
              <a:gd name="connsiteX2419" fmla="*/ 3745135 w 5114885"/>
              <a:gd name="connsiteY2419" fmla="*/ 196742 h 968306"/>
              <a:gd name="connsiteX2420" fmla="*/ 3747707 w 5114885"/>
              <a:gd name="connsiteY2420" fmla="*/ 193028 h 968306"/>
              <a:gd name="connsiteX2421" fmla="*/ 3791712 w 5114885"/>
              <a:gd name="connsiteY2421" fmla="*/ 178359 h 968306"/>
              <a:gd name="connsiteX2422" fmla="*/ 3796379 w 5114885"/>
              <a:gd name="connsiteY2422" fmla="*/ 178359 h 968306"/>
              <a:gd name="connsiteX2423" fmla="*/ 3802190 w 5114885"/>
              <a:gd name="connsiteY2423" fmla="*/ 176740 h 968306"/>
              <a:gd name="connsiteX2424" fmla="*/ 3810572 w 5114885"/>
              <a:gd name="connsiteY2424" fmla="*/ 176740 h 968306"/>
              <a:gd name="connsiteX2425" fmla="*/ 3813143 w 5114885"/>
              <a:gd name="connsiteY2425" fmla="*/ 177311 h 968306"/>
              <a:gd name="connsiteX2426" fmla="*/ 3820478 w 5114885"/>
              <a:gd name="connsiteY2426" fmla="*/ 166358 h 968306"/>
              <a:gd name="connsiteX2427" fmla="*/ 3817906 w 5114885"/>
              <a:gd name="connsiteY2427" fmla="*/ 144926 h 968306"/>
              <a:gd name="connsiteX2428" fmla="*/ 3816287 w 5114885"/>
              <a:gd name="connsiteY2428" fmla="*/ 136544 h 968306"/>
              <a:gd name="connsiteX2429" fmla="*/ 3810572 w 5114885"/>
              <a:gd name="connsiteY2429" fmla="*/ 100445 h 968306"/>
              <a:gd name="connsiteX2430" fmla="*/ 3806857 w 5114885"/>
              <a:gd name="connsiteY2430" fmla="*/ 99873 h 968306"/>
              <a:gd name="connsiteX2431" fmla="*/ 3803714 w 5114885"/>
              <a:gd name="connsiteY2431" fmla="*/ 99302 h 968306"/>
              <a:gd name="connsiteX2432" fmla="*/ 3799523 w 5114885"/>
              <a:gd name="connsiteY2432" fmla="*/ 99873 h 968306"/>
              <a:gd name="connsiteX2433" fmla="*/ 3795332 w 5114885"/>
              <a:gd name="connsiteY2433" fmla="*/ 100445 h 968306"/>
              <a:gd name="connsiteX2434" fmla="*/ 3785902 w 5114885"/>
              <a:gd name="connsiteY2434" fmla="*/ 101492 h 968306"/>
              <a:gd name="connsiteX2435" fmla="*/ 3770662 w 5114885"/>
              <a:gd name="connsiteY2435" fmla="*/ 105683 h 968306"/>
              <a:gd name="connsiteX2436" fmla="*/ 3768566 w 5114885"/>
              <a:gd name="connsiteY2436" fmla="*/ 105683 h 968306"/>
              <a:gd name="connsiteX2437" fmla="*/ 3761232 w 5114885"/>
              <a:gd name="connsiteY2437" fmla="*/ 110351 h 968306"/>
              <a:gd name="connsiteX2438" fmla="*/ 3754470 w 5114885"/>
              <a:gd name="connsiteY2438" fmla="*/ 115589 h 968306"/>
              <a:gd name="connsiteX2439" fmla="*/ 3747135 w 5114885"/>
              <a:gd name="connsiteY2439" fmla="*/ 123400 h 968306"/>
              <a:gd name="connsiteX2440" fmla="*/ 3736181 w 5114885"/>
              <a:gd name="connsiteY2440" fmla="*/ 132830 h 968306"/>
              <a:gd name="connsiteX2441" fmla="*/ 3733610 w 5114885"/>
              <a:gd name="connsiteY2441" fmla="*/ 134925 h 968306"/>
              <a:gd name="connsiteX2442" fmla="*/ 3725704 w 5114885"/>
              <a:gd name="connsiteY2442" fmla="*/ 141212 h 968306"/>
              <a:gd name="connsiteX2443" fmla="*/ 3723608 w 5114885"/>
              <a:gd name="connsiteY2443" fmla="*/ 111303 h 968306"/>
              <a:gd name="connsiteX2444" fmla="*/ 3681222 w 5114885"/>
              <a:gd name="connsiteY2444" fmla="*/ 106636 h 968306"/>
              <a:gd name="connsiteX2445" fmla="*/ 3678555 w 5114885"/>
              <a:gd name="connsiteY2445" fmla="*/ 106636 h 968306"/>
              <a:gd name="connsiteX2446" fmla="*/ 3646646 w 5114885"/>
              <a:gd name="connsiteY2446" fmla="*/ 110827 h 968306"/>
              <a:gd name="connsiteX2447" fmla="*/ 3647694 w 5114885"/>
              <a:gd name="connsiteY2447" fmla="*/ 161119 h 968306"/>
              <a:gd name="connsiteX2448" fmla="*/ 3646646 w 5114885"/>
              <a:gd name="connsiteY2448" fmla="*/ 201981 h 968306"/>
              <a:gd name="connsiteX2449" fmla="*/ 3645599 w 5114885"/>
              <a:gd name="connsiteY2449" fmla="*/ 207220 h 968306"/>
              <a:gd name="connsiteX2450" fmla="*/ 3646075 w 5114885"/>
              <a:gd name="connsiteY2450" fmla="*/ 238176 h 968306"/>
              <a:gd name="connsiteX2451" fmla="*/ 3646075 w 5114885"/>
              <a:gd name="connsiteY2451" fmla="*/ 360191 h 968306"/>
              <a:gd name="connsiteX2452" fmla="*/ 3646075 w 5114885"/>
              <a:gd name="connsiteY2452" fmla="*/ 365430 h 968306"/>
              <a:gd name="connsiteX2453" fmla="*/ 3529298 w 5114885"/>
              <a:gd name="connsiteY2453" fmla="*/ 373336 h 968306"/>
              <a:gd name="connsiteX2454" fmla="*/ 3529774 w 5114885"/>
              <a:gd name="connsiteY2454" fmla="*/ 355048 h 968306"/>
              <a:gd name="connsiteX2455" fmla="*/ 3520916 w 5114885"/>
              <a:gd name="connsiteY2455" fmla="*/ 348761 h 968306"/>
              <a:gd name="connsiteX2456" fmla="*/ 3445478 w 5114885"/>
              <a:gd name="connsiteY2456" fmla="*/ 380194 h 968306"/>
              <a:gd name="connsiteX2457" fmla="*/ 3438144 w 5114885"/>
              <a:gd name="connsiteY2457" fmla="*/ 379146 h 968306"/>
              <a:gd name="connsiteX2458" fmla="*/ 3418237 w 5114885"/>
              <a:gd name="connsiteY2458" fmla="*/ 376003 h 968306"/>
              <a:gd name="connsiteX2459" fmla="*/ 3395758 w 5114885"/>
              <a:gd name="connsiteY2459" fmla="*/ 373431 h 968306"/>
              <a:gd name="connsiteX2460" fmla="*/ 3380518 w 5114885"/>
              <a:gd name="connsiteY2460" fmla="*/ 365049 h 968306"/>
              <a:gd name="connsiteX2461" fmla="*/ 3377374 w 5114885"/>
              <a:gd name="connsiteY2461" fmla="*/ 361430 h 968306"/>
              <a:gd name="connsiteX2462" fmla="*/ 3367945 w 5114885"/>
              <a:gd name="connsiteY2462" fmla="*/ 353619 h 968306"/>
              <a:gd name="connsiteX2463" fmla="*/ 3361182 w 5114885"/>
              <a:gd name="connsiteY2463" fmla="*/ 345713 h 968306"/>
              <a:gd name="connsiteX2464" fmla="*/ 3358610 w 5114885"/>
              <a:gd name="connsiteY2464" fmla="*/ 338951 h 968306"/>
              <a:gd name="connsiteX2465" fmla="*/ 3355467 w 5114885"/>
              <a:gd name="connsiteY2465" fmla="*/ 332093 h 968306"/>
              <a:gd name="connsiteX2466" fmla="*/ 3351276 w 5114885"/>
              <a:gd name="connsiteY2466" fmla="*/ 322187 h 968306"/>
              <a:gd name="connsiteX2467" fmla="*/ 3350800 w 5114885"/>
              <a:gd name="connsiteY2467" fmla="*/ 316376 h 968306"/>
              <a:gd name="connsiteX2468" fmla="*/ 3348704 w 5114885"/>
              <a:gd name="connsiteY2468" fmla="*/ 309614 h 968306"/>
              <a:gd name="connsiteX2469" fmla="*/ 3348228 w 5114885"/>
              <a:gd name="connsiteY2469" fmla="*/ 295993 h 968306"/>
              <a:gd name="connsiteX2470" fmla="*/ 3349276 w 5114885"/>
              <a:gd name="connsiteY2470" fmla="*/ 167120 h 968306"/>
              <a:gd name="connsiteX2471" fmla="*/ 3352419 w 5114885"/>
              <a:gd name="connsiteY2471" fmla="*/ 123590 h 968306"/>
              <a:gd name="connsiteX2472" fmla="*/ 3351943 w 5114885"/>
              <a:gd name="connsiteY2472" fmla="*/ 119399 h 968306"/>
              <a:gd name="connsiteX2473" fmla="*/ 3359753 w 5114885"/>
              <a:gd name="connsiteY2473" fmla="*/ 119971 h 968306"/>
              <a:gd name="connsiteX2474" fmla="*/ 3405854 w 5114885"/>
              <a:gd name="connsiteY2474" fmla="*/ 118923 h 968306"/>
              <a:gd name="connsiteX2475" fmla="*/ 3409569 w 5114885"/>
              <a:gd name="connsiteY2475" fmla="*/ 121019 h 968306"/>
              <a:gd name="connsiteX2476" fmla="*/ 3409093 w 5114885"/>
              <a:gd name="connsiteY2476" fmla="*/ 149784 h 968306"/>
              <a:gd name="connsiteX2477" fmla="*/ 3408521 w 5114885"/>
              <a:gd name="connsiteY2477" fmla="*/ 250368 h 968306"/>
              <a:gd name="connsiteX2478" fmla="*/ 3408521 w 5114885"/>
              <a:gd name="connsiteY2478" fmla="*/ 264560 h 968306"/>
              <a:gd name="connsiteX2479" fmla="*/ 3433191 w 5114885"/>
              <a:gd name="connsiteY2479" fmla="*/ 325330 h 968306"/>
              <a:gd name="connsiteX2480" fmla="*/ 3482435 w 5114885"/>
              <a:gd name="connsiteY2480" fmla="*/ 337331 h 968306"/>
              <a:gd name="connsiteX2481" fmla="*/ 3521678 w 5114885"/>
              <a:gd name="connsiteY2481" fmla="*/ 307423 h 968306"/>
              <a:gd name="connsiteX2482" fmla="*/ 3522726 w 5114885"/>
              <a:gd name="connsiteY2482" fmla="*/ 304280 h 968306"/>
              <a:gd name="connsiteX2483" fmla="*/ 3524345 w 5114885"/>
              <a:gd name="connsiteY2483" fmla="*/ 300089 h 968306"/>
              <a:gd name="connsiteX2484" fmla="*/ 3526441 w 5114885"/>
              <a:gd name="connsiteY2484" fmla="*/ 294278 h 968306"/>
              <a:gd name="connsiteX2485" fmla="*/ 3529108 w 5114885"/>
              <a:gd name="connsiteY2485" fmla="*/ 286944 h 968306"/>
              <a:gd name="connsiteX2486" fmla="*/ 3530156 w 5114885"/>
              <a:gd name="connsiteY2486" fmla="*/ 281134 h 968306"/>
              <a:gd name="connsiteX2487" fmla="*/ 3531775 w 5114885"/>
              <a:gd name="connsiteY2487" fmla="*/ 277991 h 968306"/>
              <a:gd name="connsiteX2488" fmla="*/ 3533394 w 5114885"/>
              <a:gd name="connsiteY2488" fmla="*/ 273800 h 968306"/>
              <a:gd name="connsiteX2489" fmla="*/ 3534442 w 5114885"/>
              <a:gd name="connsiteY2489" fmla="*/ 262274 h 968306"/>
              <a:gd name="connsiteX2490" fmla="*/ 3532823 w 5114885"/>
              <a:gd name="connsiteY2490" fmla="*/ 158547 h 968306"/>
              <a:gd name="connsiteX2491" fmla="*/ 3531775 w 5114885"/>
              <a:gd name="connsiteY2491" fmla="*/ 127591 h 968306"/>
              <a:gd name="connsiteX2492" fmla="*/ 3531299 w 5114885"/>
              <a:gd name="connsiteY2492" fmla="*/ 121781 h 968306"/>
              <a:gd name="connsiteX2493" fmla="*/ 3531775 w 5114885"/>
              <a:gd name="connsiteY2493" fmla="*/ 118637 h 968306"/>
              <a:gd name="connsiteX2494" fmla="*/ 3555397 w 5114885"/>
              <a:gd name="connsiteY2494" fmla="*/ 118066 h 968306"/>
              <a:gd name="connsiteX2495" fmla="*/ 3587306 w 5114885"/>
              <a:gd name="connsiteY2495" fmla="*/ 117018 h 968306"/>
              <a:gd name="connsiteX2496" fmla="*/ 3587877 w 5114885"/>
              <a:gd name="connsiteY2496" fmla="*/ 122733 h 968306"/>
              <a:gd name="connsiteX2497" fmla="*/ 3586829 w 5114885"/>
              <a:gd name="connsiteY2497" fmla="*/ 167310 h 968306"/>
              <a:gd name="connsiteX2498" fmla="*/ 3588449 w 5114885"/>
              <a:gd name="connsiteY2498" fmla="*/ 329711 h 968306"/>
              <a:gd name="connsiteX2499" fmla="*/ 3587401 w 5114885"/>
              <a:gd name="connsiteY2499" fmla="*/ 374288 h 968306"/>
              <a:gd name="connsiteX2500" fmla="*/ 3582162 w 5114885"/>
              <a:gd name="connsiteY2500" fmla="*/ 373717 h 968306"/>
              <a:gd name="connsiteX2501" fmla="*/ 3559112 w 5114885"/>
              <a:gd name="connsiteY2501" fmla="*/ 373717 h 968306"/>
              <a:gd name="connsiteX2502" fmla="*/ 3545967 w 5114885"/>
              <a:gd name="connsiteY2502" fmla="*/ 373145 h 968306"/>
              <a:gd name="connsiteX2503" fmla="*/ 3529774 w 5114885"/>
              <a:gd name="connsiteY2503" fmla="*/ 373145 h 968306"/>
              <a:gd name="connsiteX2504" fmla="*/ 3355848 w 5114885"/>
              <a:gd name="connsiteY2504" fmla="*/ 353238 h 968306"/>
              <a:gd name="connsiteX2505" fmla="*/ 3370516 w 5114885"/>
              <a:gd name="connsiteY2505" fmla="*/ 368383 h 968306"/>
              <a:gd name="connsiteX2506" fmla="*/ 3374231 w 5114885"/>
              <a:gd name="connsiteY2506" fmla="*/ 372098 h 968306"/>
              <a:gd name="connsiteX2507" fmla="*/ 3393662 w 5114885"/>
              <a:gd name="connsiteY2507" fmla="*/ 383051 h 968306"/>
              <a:gd name="connsiteX2508" fmla="*/ 3417761 w 5114885"/>
              <a:gd name="connsiteY2508" fmla="*/ 385718 h 968306"/>
              <a:gd name="connsiteX2509" fmla="*/ 3438716 w 5114885"/>
              <a:gd name="connsiteY2509" fmla="*/ 388862 h 968306"/>
              <a:gd name="connsiteX2510" fmla="*/ 3446050 w 5114885"/>
              <a:gd name="connsiteY2510" fmla="*/ 389909 h 968306"/>
              <a:gd name="connsiteX2511" fmla="*/ 3520440 w 5114885"/>
              <a:gd name="connsiteY2511" fmla="*/ 356381 h 968306"/>
              <a:gd name="connsiteX2512" fmla="*/ 3519869 w 5114885"/>
              <a:gd name="connsiteY2512" fmla="*/ 375717 h 968306"/>
              <a:gd name="connsiteX2513" fmla="*/ 3519869 w 5114885"/>
              <a:gd name="connsiteY2513" fmla="*/ 377813 h 968306"/>
              <a:gd name="connsiteX2514" fmla="*/ 3528251 w 5114885"/>
              <a:gd name="connsiteY2514" fmla="*/ 383528 h 968306"/>
              <a:gd name="connsiteX2515" fmla="*/ 3545586 w 5114885"/>
              <a:gd name="connsiteY2515" fmla="*/ 382956 h 968306"/>
              <a:gd name="connsiteX2516" fmla="*/ 3558731 w 5114885"/>
              <a:gd name="connsiteY2516" fmla="*/ 384004 h 968306"/>
              <a:gd name="connsiteX2517" fmla="*/ 3582829 w 5114885"/>
              <a:gd name="connsiteY2517" fmla="*/ 384004 h 968306"/>
              <a:gd name="connsiteX2518" fmla="*/ 3597497 w 5114885"/>
              <a:gd name="connsiteY2518" fmla="*/ 379813 h 968306"/>
              <a:gd name="connsiteX2519" fmla="*/ 3598545 w 5114885"/>
              <a:gd name="connsiteY2519" fmla="*/ 326949 h 968306"/>
              <a:gd name="connsiteX2520" fmla="*/ 3597021 w 5114885"/>
              <a:gd name="connsiteY2520" fmla="*/ 166072 h 968306"/>
              <a:gd name="connsiteX2521" fmla="*/ 3598069 w 5114885"/>
              <a:gd name="connsiteY2521" fmla="*/ 122543 h 968306"/>
              <a:gd name="connsiteX2522" fmla="*/ 3586544 w 5114885"/>
              <a:gd name="connsiteY2522" fmla="*/ 106350 h 968306"/>
              <a:gd name="connsiteX2523" fmla="*/ 3555111 w 5114885"/>
              <a:gd name="connsiteY2523" fmla="*/ 107874 h 968306"/>
              <a:gd name="connsiteX2524" fmla="*/ 3533108 w 5114885"/>
              <a:gd name="connsiteY2524" fmla="*/ 108446 h 968306"/>
              <a:gd name="connsiteX2525" fmla="*/ 3520535 w 5114885"/>
              <a:gd name="connsiteY2525" fmla="*/ 112637 h 968306"/>
              <a:gd name="connsiteX2526" fmla="*/ 3521583 w 5114885"/>
              <a:gd name="connsiteY2526" fmla="*/ 119971 h 968306"/>
              <a:gd name="connsiteX2527" fmla="*/ 3522059 w 5114885"/>
              <a:gd name="connsiteY2527" fmla="*/ 127781 h 968306"/>
              <a:gd name="connsiteX2528" fmla="*/ 3523107 w 5114885"/>
              <a:gd name="connsiteY2528" fmla="*/ 159214 h 968306"/>
              <a:gd name="connsiteX2529" fmla="*/ 3524726 w 5114885"/>
              <a:gd name="connsiteY2529" fmla="*/ 260846 h 968306"/>
              <a:gd name="connsiteX2530" fmla="*/ 3523107 w 5114885"/>
              <a:gd name="connsiteY2530" fmla="*/ 273419 h 968306"/>
              <a:gd name="connsiteX2531" fmla="*/ 3521012 w 5114885"/>
              <a:gd name="connsiteY2531" fmla="*/ 278086 h 968306"/>
              <a:gd name="connsiteX2532" fmla="*/ 3519392 w 5114885"/>
              <a:gd name="connsiteY2532" fmla="*/ 284372 h 968306"/>
              <a:gd name="connsiteX2533" fmla="*/ 3517297 w 5114885"/>
              <a:gd name="connsiteY2533" fmla="*/ 290087 h 968306"/>
              <a:gd name="connsiteX2534" fmla="*/ 3515201 w 5114885"/>
              <a:gd name="connsiteY2534" fmla="*/ 295898 h 968306"/>
              <a:gd name="connsiteX2535" fmla="*/ 3514154 w 5114885"/>
              <a:gd name="connsiteY2535" fmla="*/ 299612 h 968306"/>
              <a:gd name="connsiteX2536" fmla="*/ 3513106 w 5114885"/>
              <a:gd name="connsiteY2536" fmla="*/ 301708 h 968306"/>
              <a:gd name="connsiteX2537" fmla="*/ 3481673 w 5114885"/>
              <a:gd name="connsiteY2537" fmla="*/ 326854 h 968306"/>
              <a:gd name="connsiteX2538" fmla="*/ 3439192 w 5114885"/>
              <a:gd name="connsiteY2538" fmla="*/ 316376 h 968306"/>
              <a:gd name="connsiteX2539" fmla="*/ 3418808 w 5114885"/>
              <a:gd name="connsiteY2539" fmla="*/ 262941 h 968306"/>
              <a:gd name="connsiteX2540" fmla="*/ 3418808 w 5114885"/>
              <a:gd name="connsiteY2540" fmla="*/ 249797 h 968306"/>
              <a:gd name="connsiteX2541" fmla="*/ 3419285 w 5114885"/>
              <a:gd name="connsiteY2541" fmla="*/ 149689 h 968306"/>
              <a:gd name="connsiteX2542" fmla="*/ 3419856 w 5114885"/>
              <a:gd name="connsiteY2542" fmla="*/ 121400 h 968306"/>
              <a:gd name="connsiteX2543" fmla="*/ 3420332 w 5114885"/>
              <a:gd name="connsiteY2543" fmla="*/ 117780 h 968306"/>
              <a:gd name="connsiteX2544" fmla="*/ 3407188 w 5114885"/>
              <a:gd name="connsiteY2544" fmla="*/ 108350 h 968306"/>
              <a:gd name="connsiteX2545" fmla="*/ 3359468 w 5114885"/>
              <a:gd name="connsiteY2545" fmla="*/ 108922 h 968306"/>
              <a:gd name="connsiteX2546" fmla="*/ 3342132 w 5114885"/>
              <a:gd name="connsiteY2546" fmla="*/ 123114 h 968306"/>
              <a:gd name="connsiteX2547" fmla="*/ 3339560 w 5114885"/>
              <a:gd name="connsiteY2547" fmla="*/ 166072 h 968306"/>
              <a:gd name="connsiteX2548" fmla="*/ 3337941 w 5114885"/>
              <a:gd name="connsiteY2548" fmla="*/ 295421 h 968306"/>
              <a:gd name="connsiteX2549" fmla="*/ 3339560 w 5114885"/>
              <a:gd name="connsiteY2549" fmla="*/ 312185 h 968306"/>
              <a:gd name="connsiteX2550" fmla="*/ 3340037 w 5114885"/>
              <a:gd name="connsiteY2550" fmla="*/ 314281 h 968306"/>
              <a:gd name="connsiteX2551" fmla="*/ 3341656 w 5114885"/>
              <a:gd name="connsiteY2551" fmla="*/ 318472 h 968306"/>
              <a:gd name="connsiteX2552" fmla="*/ 3341656 w 5114885"/>
              <a:gd name="connsiteY2552" fmla="*/ 323234 h 968306"/>
              <a:gd name="connsiteX2553" fmla="*/ 3346895 w 5114885"/>
              <a:gd name="connsiteY2553" fmla="*/ 336379 h 968306"/>
              <a:gd name="connsiteX2554" fmla="*/ 3350038 w 5114885"/>
              <a:gd name="connsiteY2554" fmla="*/ 342665 h 968306"/>
              <a:gd name="connsiteX2555" fmla="*/ 3356324 w 5114885"/>
              <a:gd name="connsiteY2555" fmla="*/ 353714 h 968306"/>
              <a:gd name="connsiteX2556" fmla="*/ 3355848 w 5114885"/>
              <a:gd name="connsiteY2556" fmla="*/ 353143 h 968306"/>
              <a:gd name="connsiteX2557" fmla="*/ 3494723 w 5114885"/>
              <a:gd name="connsiteY2557" fmla="*/ 16720 h 968306"/>
              <a:gd name="connsiteX2558" fmla="*/ 3505200 w 5114885"/>
              <a:gd name="connsiteY2558" fmla="*/ 15672 h 968306"/>
              <a:gd name="connsiteX2559" fmla="*/ 3549682 w 5114885"/>
              <a:gd name="connsiteY2559" fmla="*/ 14624 h 968306"/>
              <a:gd name="connsiteX2560" fmla="*/ 3550253 w 5114885"/>
              <a:gd name="connsiteY2560" fmla="*/ 16244 h 968306"/>
              <a:gd name="connsiteX2561" fmla="*/ 3550730 w 5114885"/>
              <a:gd name="connsiteY2561" fmla="*/ 16720 h 968306"/>
              <a:gd name="connsiteX2562" fmla="*/ 3551778 w 5114885"/>
              <a:gd name="connsiteY2562" fmla="*/ 50248 h 968306"/>
              <a:gd name="connsiteX2563" fmla="*/ 3551301 w 5114885"/>
              <a:gd name="connsiteY2563" fmla="*/ 55487 h 968306"/>
              <a:gd name="connsiteX2564" fmla="*/ 3550825 w 5114885"/>
              <a:gd name="connsiteY2564" fmla="*/ 60725 h 968306"/>
              <a:gd name="connsiteX2565" fmla="*/ 3546634 w 5114885"/>
              <a:gd name="connsiteY2565" fmla="*/ 60725 h 968306"/>
              <a:gd name="connsiteX2566" fmla="*/ 3534537 w 5114885"/>
              <a:gd name="connsiteY2566" fmla="*/ 61297 h 968306"/>
              <a:gd name="connsiteX2567" fmla="*/ 3519869 w 5114885"/>
              <a:gd name="connsiteY2567" fmla="*/ 60249 h 968306"/>
              <a:gd name="connsiteX2568" fmla="*/ 3494723 w 5114885"/>
              <a:gd name="connsiteY2568" fmla="*/ 61297 h 968306"/>
              <a:gd name="connsiteX2569" fmla="*/ 3494723 w 5114885"/>
              <a:gd name="connsiteY2569" fmla="*/ 16720 h 968306"/>
              <a:gd name="connsiteX2570" fmla="*/ 3560255 w 5114885"/>
              <a:gd name="connsiteY2570" fmla="*/ 13100 h 968306"/>
              <a:gd name="connsiteX2571" fmla="*/ 3559778 w 5114885"/>
              <a:gd name="connsiteY2571" fmla="*/ 11481 h 968306"/>
              <a:gd name="connsiteX2572" fmla="*/ 3504819 w 5114885"/>
              <a:gd name="connsiteY2572" fmla="*/ 5671 h 968306"/>
              <a:gd name="connsiteX2573" fmla="*/ 3485388 w 5114885"/>
              <a:gd name="connsiteY2573" fmla="*/ 12529 h 968306"/>
              <a:gd name="connsiteX2574" fmla="*/ 3484340 w 5114885"/>
              <a:gd name="connsiteY2574" fmla="*/ 15672 h 968306"/>
              <a:gd name="connsiteX2575" fmla="*/ 3484340 w 5114885"/>
              <a:gd name="connsiteY2575" fmla="*/ 63869 h 968306"/>
              <a:gd name="connsiteX2576" fmla="*/ 3519964 w 5114885"/>
              <a:gd name="connsiteY2576" fmla="*/ 70155 h 968306"/>
              <a:gd name="connsiteX2577" fmla="*/ 3534632 w 5114885"/>
              <a:gd name="connsiteY2577" fmla="*/ 71203 h 968306"/>
              <a:gd name="connsiteX2578" fmla="*/ 3546729 w 5114885"/>
              <a:gd name="connsiteY2578" fmla="*/ 70631 h 968306"/>
              <a:gd name="connsiteX2579" fmla="*/ 3560826 w 5114885"/>
              <a:gd name="connsiteY2579" fmla="*/ 61773 h 968306"/>
              <a:gd name="connsiteX2580" fmla="*/ 3561398 w 5114885"/>
              <a:gd name="connsiteY2580" fmla="*/ 56058 h 968306"/>
              <a:gd name="connsiteX2581" fmla="*/ 3561874 w 5114885"/>
              <a:gd name="connsiteY2581" fmla="*/ 51867 h 968306"/>
              <a:gd name="connsiteX2582" fmla="*/ 3561874 w 5114885"/>
              <a:gd name="connsiteY2582" fmla="*/ 50248 h 968306"/>
              <a:gd name="connsiteX2583" fmla="*/ 3560826 w 5114885"/>
              <a:gd name="connsiteY2583" fmla="*/ 18815 h 968306"/>
              <a:gd name="connsiteX2584" fmla="*/ 3560350 w 5114885"/>
              <a:gd name="connsiteY2584" fmla="*/ 13100 h 968306"/>
              <a:gd name="connsiteX2585" fmla="*/ 3439859 w 5114885"/>
              <a:gd name="connsiteY2585" fmla="*/ 12529 h 968306"/>
              <a:gd name="connsiteX2586" fmla="*/ 3439859 w 5114885"/>
              <a:gd name="connsiteY2586" fmla="*/ 18815 h 968306"/>
              <a:gd name="connsiteX2587" fmla="*/ 3442430 w 5114885"/>
              <a:gd name="connsiteY2587" fmla="*/ 61297 h 968306"/>
              <a:gd name="connsiteX2588" fmla="*/ 3387947 w 5114885"/>
              <a:gd name="connsiteY2588" fmla="*/ 61868 h 968306"/>
              <a:gd name="connsiteX2589" fmla="*/ 3384233 w 5114885"/>
              <a:gd name="connsiteY2589" fmla="*/ 61297 h 968306"/>
              <a:gd name="connsiteX2590" fmla="*/ 3383756 w 5114885"/>
              <a:gd name="connsiteY2590" fmla="*/ 59678 h 968306"/>
              <a:gd name="connsiteX2591" fmla="*/ 3386328 w 5114885"/>
              <a:gd name="connsiteY2591" fmla="*/ 47105 h 968306"/>
              <a:gd name="connsiteX2592" fmla="*/ 3386328 w 5114885"/>
              <a:gd name="connsiteY2592" fmla="*/ 30817 h 968306"/>
              <a:gd name="connsiteX2593" fmla="*/ 3385852 w 5114885"/>
              <a:gd name="connsiteY2593" fmla="*/ 15101 h 968306"/>
              <a:gd name="connsiteX2594" fmla="*/ 3386328 w 5114885"/>
              <a:gd name="connsiteY2594" fmla="*/ 13481 h 968306"/>
              <a:gd name="connsiteX2595" fmla="*/ 3387947 w 5114885"/>
              <a:gd name="connsiteY2595" fmla="*/ 13481 h 968306"/>
              <a:gd name="connsiteX2596" fmla="*/ 3428333 w 5114885"/>
              <a:gd name="connsiteY2596" fmla="*/ 11386 h 968306"/>
              <a:gd name="connsiteX2597" fmla="*/ 3439859 w 5114885"/>
              <a:gd name="connsiteY2597" fmla="*/ 12434 h 968306"/>
              <a:gd name="connsiteX2598" fmla="*/ 3448241 w 5114885"/>
              <a:gd name="connsiteY2598" fmla="*/ 5671 h 968306"/>
              <a:gd name="connsiteX2599" fmla="*/ 3428333 w 5114885"/>
              <a:gd name="connsiteY2599" fmla="*/ 1480 h 968306"/>
              <a:gd name="connsiteX2600" fmla="*/ 3392710 w 5114885"/>
              <a:gd name="connsiteY2600" fmla="*/ 3099 h 968306"/>
              <a:gd name="connsiteX2601" fmla="*/ 3375946 w 5114885"/>
              <a:gd name="connsiteY2601" fmla="*/ 13577 h 968306"/>
              <a:gd name="connsiteX2602" fmla="*/ 3375946 w 5114885"/>
              <a:gd name="connsiteY2602" fmla="*/ 15196 h 968306"/>
              <a:gd name="connsiteX2603" fmla="*/ 3373850 w 5114885"/>
              <a:gd name="connsiteY2603" fmla="*/ 58630 h 968306"/>
              <a:gd name="connsiteX2604" fmla="*/ 3374327 w 5114885"/>
              <a:gd name="connsiteY2604" fmla="*/ 62821 h 968306"/>
              <a:gd name="connsiteX2605" fmla="*/ 3374803 w 5114885"/>
              <a:gd name="connsiteY2605" fmla="*/ 65964 h 968306"/>
              <a:gd name="connsiteX2606" fmla="*/ 3387947 w 5114885"/>
              <a:gd name="connsiteY2606" fmla="*/ 71679 h 968306"/>
              <a:gd name="connsiteX2607" fmla="*/ 3447669 w 5114885"/>
              <a:gd name="connsiteY2607" fmla="*/ 71108 h 968306"/>
              <a:gd name="connsiteX2608" fmla="*/ 3452908 w 5114885"/>
              <a:gd name="connsiteY2608" fmla="*/ 65869 h 968306"/>
              <a:gd name="connsiteX2609" fmla="*/ 3450336 w 5114885"/>
              <a:gd name="connsiteY2609" fmla="*/ 18720 h 968306"/>
              <a:gd name="connsiteX2610" fmla="*/ 3449765 w 5114885"/>
              <a:gd name="connsiteY2610" fmla="*/ 16625 h 968306"/>
              <a:gd name="connsiteX2611" fmla="*/ 3449765 w 5114885"/>
              <a:gd name="connsiteY2611" fmla="*/ 12434 h 968306"/>
              <a:gd name="connsiteX2612" fmla="*/ 3448241 w 5114885"/>
              <a:gd name="connsiteY2612" fmla="*/ 5576 h 968306"/>
              <a:gd name="connsiteX2613" fmla="*/ 3136487 w 5114885"/>
              <a:gd name="connsiteY2613" fmla="*/ 147593 h 968306"/>
              <a:gd name="connsiteX2614" fmla="*/ 3137535 w 5114885"/>
              <a:gd name="connsiteY2614" fmla="*/ 115113 h 968306"/>
              <a:gd name="connsiteX2615" fmla="*/ 3139631 w 5114885"/>
              <a:gd name="connsiteY2615" fmla="*/ 115685 h 968306"/>
              <a:gd name="connsiteX2616" fmla="*/ 3152204 w 5114885"/>
              <a:gd name="connsiteY2616" fmla="*/ 115685 h 968306"/>
              <a:gd name="connsiteX2617" fmla="*/ 3160586 w 5114885"/>
              <a:gd name="connsiteY2617" fmla="*/ 115685 h 968306"/>
              <a:gd name="connsiteX2618" fmla="*/ 3178397 w 5114885"/>
              <a:gd name="connsiteY2618" fmla="*/ 86824 h 968306"/>
              <a:gd name="connsiteX2619" fmla="*/ 3178397 w 5114885"/>
              <a:gd name="connsiteY2619" fmla="*/ 81585 h 968306"/>
              <a:gd name="connsiteX2620" fmla="*/ 3178874 w 5114885"/>
              <a:gd name="connsiteY2620" fmla="*/ 77870 h 968306"/>
              <a:gd name="connsiteX2621" fmla="*/ 3185160 w 5114885"/>
              <a:gd name="connsiteY2621" fmla="*/ 55868 h 968306"/>
              <a:gd name="connsiteX2622" fmla="*/ 3204020 w 5114885"/>
              <a:gd name="connsiteY2622" fmla="*/ 32817 h 968306"/>
              <a:gd name="connsiteX2623" fmla="*/ 3218116 w 5114885"/>
              <a:gd name="connsiteY2623" fmla="*/ 21863 h 968306"/>
              <a:gd name="connsiteX2624" fmla="*/ 3226499 w 5114885"/>
              <a:gd name="connsiteY2624" fmla="*/ 16625 h 968306"/>
              <a:gd name="connsiteX2625" fmla="*/ 3243263 w 5114885"/>
              <a:gd name="connsiteY2625" fmla="*/ 11957 h 968306"/>
              <a:gd name="connsiteX2626" fmla="*/ 3290411 w 5114885"/>
              <a:gd name="connsiteY2626" fmla="*/ 14053 h 968306"/>
              <a:gd name="connsiteX2627" fmla="*/ 3293078 w 5114885"/>
              <a:gd name="connsiteY2627" fmla="*/ 15101 h 968306"/>
              <a:gd name="connsiteX2628" fmla="*/ 3295650 w 5114885"/>
              <a:gd name="connsiteY2628" fmla="*/ 15672 h 968306"/>
              <a:gd name="connsiteX2629" fmla="*/ 3294603 w 5114885"/>
              <a:gd name="connsiteY2629" fmla="*/ 38151 h 968306"/>
              <a:gd name="connsiteX2630" fmla="*/ 3295174 w 5114885"/>
              <a:gd name="connsiteY2630" fmla="*/ 54915 h 968306"/>
              <a:gd name="connsiteX2631" fmla="*/ 3277362 w 5114885"/>
              <a:gd name="connsiteY2631" fmla="*/ 52820 h 968306"/>
              <a:gd name="connsiteX2632" fmla="*/ 3239167 w 5114885"/>
              <a:gd name="connsiteY2632" fmla="*/ 105207 h 968306"/>
              <a:gd name="connsiteX2633" fmla="*/ 3243358 w 5114885"/>
              <a:gd name="connsiteY2633" fmla="*/ 110922 h 968306"/>
              <a:gd name="connsiteX2634" fmla="*/ 3245453 w 5114885"/>
              <a:gd name="connsiteY2634" fmla="*/ 111970 h 968306"/>
              <a:gd name="connsiteX2635" fmla="*/ 3270028 w 5114885"/>
              <a:gd name="connsiteY2635" fmla="*/ 116161 h 968306"/>
              <a:gd name="connsiteX2636" fmla="*/ 3290411 w 5114885"/>
              <a:gd name="connsiteY2636" fmla="*/ 117780 h 968306"/>
              <a:gd name="connsiteX2637" fmla="*/ 3289935 w 5114885"/>
              <a:gd name="connsiteY2637" fmla="*/ 124067 h 968306"/>
              <a:gd name="connsiteX2638" fmla="*/ 3289459 w 5114885"/>
              <a:gd name="connsiteY2638" fmla="*/ 154451 h 968306"/>
              <a:gd name="connsiteX2639" fmla="*/ 3275362 w 5114885"/>
              <a:gd name="connsiteY2639" fmla="*/ 152356 h 968306"/>
              <a:gd name="connsiteX2640" fmla="*/ 3250692 w 5114885"/>
              <a:gd name="connsiteY2640" fmla="*/ 153975 h 968306"/>
              <a:gd name="connsiteX2641" fmla="*/ 3244977 w 5114885"/>
              <a:gd name="connsiteY2641" fmla="*/ 157118 h 968306"/>
              <a:gd name="connsiteX2642" fmla="*/ 3243358 w 5114885"/>
              <a:gd name="connsiteY2642" fmla="*/ 158738 h 968306"/>
              <a:gd name="connsiteX2643" fmla="*/ 3241739 w 5114885"/>
              <a:gd name="connsiteY2643" fmla="*/ 161309 h 968306"/>
              <a:gd name="connsiteX2644" fmla="*/ 3239167 w 5114885"/>
              <a:gd name="connsiteY2644" fmla="*/ 205886 h 968306"/>
              <a:gd name="connsiteX2645" fmla="*/ 3241262 w 5114885"/>
              <a:gd name="connsiteY2645" fmla="*/ 240462 h 968306"/>
              <a:gd name="connsiteX2646" fmla="*/ 3240786 w 5114885"/>
              <a:gd name="connsiteY2646" fmla="*/ 247796 h 968306"/>
              <a:gd name="connsiteX2647" fmla="*/ 3241262 w 5114885"/>
              <a:gd name="connsiteY2647" fmla="*/ 250940 h 968306"/>
              <a:gd name="connsiteX2648" fmla="*/ 3241262 w 5114885"/>
              <a:gd name="connsiteY2648" fmla="*/ 267132 h 968306"/>
              <a:gd name="connsiteX2649" fmla="*/ 3240215 w 5114885"/>
              <a:gd name="connsiteY2649" fmla="*/ 330473 h 968306"/>
              <a:gd name="connsiteX2650" fmla="*/ 3240215 w 5114885"/>
              <a:gd name="connsiteY2650" fmla="*/ 350952 h 968306"/>
              <a:gd name="connsiteX2651" fmla="*/ 3242310 w 5114885"/>
              <a:gd name="connsiteY2651" fmla="*/ 364573 h 968306"/>
              <a:gd name="connsiteX2652" fmla="*/ 3242310 w 5114885"/>
              <a:gd name="connsiteY2652" fmla="*/ 372479 h 968306"/>
              <a:gd name="connsiteX2653" fmla="*/ 3196209 w 5114885"/>
              <a:gd name="connsiteY2653" fmla="*/ 374098 h 968306"/>
              <a:gd name="connsiteX2654" fmla="*/ 3186303 w 5114885"/>
              <a:gd name="connsiteY2654" fmla="*/ 373526 h 968306"/>
              <a:gd name="connsiteX2655" fmla="*/ 3181064 w 5114885"/>
              <a:gd name="connsiteY2655" fmla="*/ 374098 h 968306"/>
              <a:gd name="connsiteX2656" fmla="*/ 3181636 w 5114885"/>
              <a:gd name="connsiteY2656" fmla="*/ 370955 h 968306"/>
              <a:gd name="connsiteX2657" fmla="*/ 3180588 w 5114885"/>
              <a:gd name="connsiteY2657" fmla="*/ 361525 h 968306"/>
              <a:gd name="connsiteX2658" fmla="*/ 3180588 w 5114885"/>
              <a:gd name="connsiteY2658" fmla="*/ 329045 h 968306"/>
              <a:gd name="connsiteX2659" fmla="*/ 3179540 w 5114885"/>
              <a:gd name="connsiteY2659" fmla="*/ 312757 h 968306"/>
              <a:gd name="connsiteX2660" fmla="*/ 3178969 w 5114885"/>
              <a:gd name="connsiteY2660" fmla="*/ 263036 h 968306"/>
              <a:gd name="connsiteX2661" fmla="*/ 3178493 w 5114885"/>
              <a:gd name="connsiteY2661" fmla="*/ 213792 h 968306"/>
              <a:gd name="connsiteX2662" fmla="*/ 3180112 w 5114885"/>
              <a:gd name="connsiteY2662" fmla="*/ 196552 h 968306"/>
              <a:gd name="connsiteX2663" fmla="*/ 3179636 w 5114885"/>
              <a:gd name="connsiteY2663" fmla="*/ 172454 h 968306"/>
              <a:gd name="connsiteX2664" fmla="*/ 3179064 w 5114885"/>
              <a:gd name="connsiteY2664" fmla="*/ 168739 h 968306"/>
              <a:gd name="connsiteX2665" fmla="*/ 3178016 w 5114885"/>
              <a:gd name="connsiteY2665" fmla="*/ 163976 h 968306"/>
              <a:gd name="connsiteX2666" fmla="*/ 3176397 w 5114885"/>
              <a:gd name="connsiteY2666" fmla="*/ 158738 h 968306"/>
              <a:gd name="connsiteX2667" fmla="*/ 3150680 w 5114885"/>
              <a:gd name="connsiteY2667" fmla="*/ 152927 h 968306"/>
              <a:gd name="connsiteX2668" fmla="*/ 3139726 w 5114885"/>
              <a:gd name="connsiteY2668" fmla="*/ 152927 h 968306"/>
              <a:gd name="connsiteX2669" fmla="*/ 3136583 w 5114885"/>
              <a:gd name="connsiteY2669" fmla="*/ 153499 h 968306"/>
              <a:gd name="connsiteX2670" fmla="*/ 3136583 w 5114885"/>
              <a:gd name="connsiteY2670" fmla="*/ 147784 h 968306"/>
              <a:gd name="connsiteX2671" fmla="*/ 3166396 w 5114885"/>
              <a:gd name="connsiteY2671" fmla="*/ 104636 h 968306"/>
              <a:gd name="connsiteX2672" fmla="*/ 3153251 w 5114885"/>
              <a:gd name="connsiteY2672" fmla="*/ 105683 h 968306"/>
              <a:gd name="connsiteX2673" fmla="*/ 3139631 w 5114885"/>
              <a:gd name="connsiteY2673" fmla="*/ 105112 h 968306"/>
              <a:gd name="connsiteX2674" fmla="*/ 3126486 w 5114885"/>
              <a:gd name="connsiteY2674" fmla="*/ 110827 h 968306"/>
              <a:gd name="connsiteX2675" fmla="*/ 3126486 w 5114885"/>
              <a:gd name="connsiteY2675" fmla="*/ 147498 h 968306"/>
              <a:gd name="connsiteX2676" fmla="*/ 3133249 w 5114885"/>
              <a:gd name="connsiteY2676" fmla="*/ 163214 h 968306"/>
              <a:gd name="connsiteX2677" fmla="*/ 3167348 w 5114885"/>
              <a:gd name="connsiteY2677" fmla="*/ 164262 h 968306"/>
              <a:gd name="connsiteX2678" fmla="*/ 3169444 w 5114885"/>
              <a:gd name="connsiteY2678" fmla="*/ 172644 h 968306"/>
              <a:gd name="connsiteX2679" fmla="*/ 3169920 w 5114885"/>
              <a:gd name="connsiteY2679" fmla="*/ 196742 h 968306"/>
              <a:gd name="connsiteX2680" fmla="*/ 3168396 w 5114885"/>
              <a:gd name="connsiteY2680" fmla="*/ 213983 h 968306"/>
              <a:gd name="connsiteX2681" fmla="*/ 3168872 w 5114885"/>
              <a:gd name="connsiteY2681" fmla="*/ 263798 h 968306"/>
              <a:gd name="connsiteX2682" fmla="*/ 3169349 w 5114885"/>
              <a:gd name="connsiteY2682" fmla="*/ 313043 h 968306"/>
              <a:gd name="connsiteX2683" fmla="*/ 3170396 w 5114885"/>
              <a:gd name="connsiteY2683" fmla="*/ 327711 h 968306"/>
              <a:gd name="connsiteX2684" fmla="*/ 3169825 w 5114885"/>
              <a:gd name="connsiteY2684" fmla="*/ 360668 h 968306"/>
              <a:gd name="connsiteX2685" fmla="*/ 3170396 w 5114885"/>
              <a:gd name="connsiteY2685" fmla="*/ 373241 h 968306"/>
              <a:gd name="connsiteX2686" fmla="*/ 3169825 w 5114885"/>
              <a:gd name="connsiteY2686" fmla="*/ 375336 h 968306"/>
              <a:gd name="connsiteX2687" fmla="*/ 3169825 w 5114885"/>
              <a:gd name="connsiteY2687" fmla="*/ 377908 h 968306"/>
              <a:gd name="connsiteX2688" fmla="*/ 3187160 w 5114885"/>
              <a:gd name="connsiteY2688" fmla="*/ 383147 h 968306"/>
              <a:gd name="connsiteX2689" fmla="*/ 3195542 w 5114885"/>
              <a:gd name="connsiteY2689" fmla="*/ 383718 h 968306"/>
              <a:gd name="connsiteX2690" fmla="*/ 3231737 w 5114885"/>
              <a:gd name="connsiteY2690" fmla="*/ 382670 h 968306"/>
              <a:gd name="connsiteX2691" fmla="*/ 3252121 w 5114885"/>
              <a:gd name="connsiteY2691" fmla="*/ 363335 h 968306"/>
              <a:gd name="connsiteX2692" fmla="*/ 3250025 w 5114885"/>
              <a:gd name="connsiteY2692" fmla="*/ 350285 h 968306"/>
              <a:gd name="connsiteX2693" fmla="*/ 3250025 w 5114885"/>
              <a:gd name="connsiteY2693" fmla="*/ 330854 h 968306"/>
              <a:gd name="connsiteX2694" fmla="*/ 3251073 w 5114885"/>
              <a:gd name="connsiteY2694" fmla="*/ 266942 h 968306"/>
              <a:gd name="connsiteX2695" fmla="*/ 3251073 w 5114885"/>
              <a:gd name="connsiteY2695" fmla="*/ 249130 h 968306"/>
              <a:gd name="connsiteX2696" fmla="*/ 3250597 w 5114885"/>
              <a:gd name="connsiteY2696" fmla="*/ 246463 h 968306"/>
              <a:gd name="connsiteX2697" fmla="*/ 3251073 w 5114885"/>
              <a:gd name="connsiteY2697" fmla="*/ 240653 h 968306"/>
              <a:gd name="connsiteX2698" fmla="*/ 3248978 w 5114885"/>
              <a:gd name="connsiteY2698" fmla="*/ 205601 h 968306"/>
              <a:gd name="connsiteX2699" fmla="*/ 3252121 w 5114885"/>
              <a:gd name="connsiteY2699" fmla="*/ 164167 h 968306"/>
              <a:gd name="connsiteX2700" fmla="*/ 3258407 w 5114885"/>
              <a:gd name="connsiteY2700" fmla="*/ 163119 h 968306"/>
              <a:gd name="connsiteX2701" fmla="*/ 3289840 w 5114885"/>
              <a:gd name="connsiteY2701" fmla="*/ 164167 h 968306"/>
              <a:gd name="connsiteX2702" fmla="*/ 3299270 w 5114885"/>
              <a:gd name="connsiteY2702" fmla="*/ 152642 h 968306"/>
              <a:gd name="connsiteX2703" fmla="*/ 3299746 w 5114885"/>
              <a:gd name="connsiteY2703" fmla="*/ 123781 h 968306"/>
              <a:gd name="connsiteX2704" fmla="*/ 3300222 w 5114885"/>
              <a:gd name="connsiteY2704" fmla="*/ 114351 h 968306"/>
              <a:gd name="connsiteX2705" fmla="*/ 3291840 w 5114885"/>
              <a:gd name="connsiteY2705" fmla="*/ 107588 h 968306"/>
              <a:gd name="connsiteX2706" fmla="*/ 3270314 w 5114885"/>
              <a:gd name="connsiteY2706" fmla="*/ 105969 h 968306"/>
              <a:gd name="connsiteX2707" fmla="*/ 3248882 w 5114885"/>
              <a:gd name="connsiteY2707" fmla="*/ 102826 h 968306"/>
              <a:gd name="connsiteX2708" fmla="*/ 3277172 w 5114885"/>
              <a:gd name="connsiteY2708" fmla="*/ 63011 h 968306"/>
              <a:gd name="connsiteX2709" fmla="*/ 3299174 w 5114885"/>
              <a:gd name="connsiteY2709" fmla="*/ 65107 h 968306"/>
              <a:gd name="connsiteX2710" fmla="*/ 3304889 w 5114885"/>
              <a:gd name="connsiteY2710" fmla="*/ 60344 h 968306"/>
              <a:gd name="connsiteX2711" fmla="*/ 3305937 w 5114885"/>
              <a:gd name="connsiteY2711" fmla="*/ 12719 h 968306"/>
              <a:gd name="connsiteX2712" fmla="*/ 3294412 w 5114885"/>
              <a:gd name="connsiteY2712" fmla="*/ 4814 h 968306"/>
              <a:gd name="connsiteX2713" fmla="*/ 3242024 w 5114885"/>
              <a:gd name="connsiteY2713" fmla="*/ 1194 h 968306"/>
              <a:gd name="connsiteX2714" fmla="*/ 3239453 w 5114885"/>
              <a:gd name="connsiteY2714" fmla="*/ 2242 h 968306"/>
              <a:gd name="connsiteX2715" fmla="*/ 3222117 w 5114885"/>
              <a:gd name="connsiteY2715" fmla="*/ 6909 h 968306"/>
              <a:gd name="connsiteX2716" fmla="*/ 3212687 w 5114885"/>
              <a:gd name="connsiteY2716" fmla="*/ 12719 h 968306"/>
              <a:gd name="connsiteX2717" fmla="*/ 3196495 w 5114885"/>
              <a:gd name="connsiteY2717" fmla="*/ 25292 h 968306"/>
              <a:gd name="connsiteX2718" fmla="*/ 3176588 w 5114885"/>
              <a:gd name="connsiteY2718" fmla="*/ 50438 h 968306"/>
              <a:gd name="connsiteX2719" fmla="*/ 3168206 w 5114885"/>
              <a:gd name="connsiteY2719" fmla="*/ 77680 h 968306"/>
              <a:gd name="connsiteX2720" fmla="*/ 3168206 w 5114885"/>
              <a:gd name="connsiteY2720" fmla="*/ 86538 h 968306"/>
              <a:gd name="connsiteX2721" fmla="*/ 3166110 w 5114885"/>
              <a:gd name="connsiteY2721" fmla="*/ 104350 h 968306"/>
              <a:gd name="connsiteX2722" fmla="*/ 2760155 w 5114885"/>
              <a:gd name="connsiteY2722" fmla="*/ 367811 h 968306"/>
              <a:gd name="connsiteX2723" fmla="*/ 2738152 w 5114885"/>
              <a:gd name="connsiteY2723" fmla="*/ 368383 h 968306"/>
              <a:gd name="connsiteX2724" fmla="*/ 2732913 w 5114885"/>
              <a:gd name="connsiteY2724" fmla="*/ 368383 h 968306"/>
              <a:gd name="connsiteX2725" fmla="*/ 2733389 w 5114885"/>
              <a:gd name="connsiteY2725" fmla="*/ 359429 h 968306"/>
              <a:gd name="connsiteX2726" fmla="*/ 2728151 w 5114885"/>
              <a:gd name="connsiteY2726" fmla="*/ 110065 h 968306"/>
              <a:gd name="connsiteX2727" fmla="*/ 2729198 w 5114885"/>
              <a:gd name="connsiteY2727" fmla="*/ 23102 h 968306"/>
              <a:gd name="connsiteX2728" fmla="*/ 2729198 w 5114885"/>
              <a:gd name="connsiteY2728" fmla="*/ 15291 h 968306"/>
              <a:gd name="connsiteX2729" fmla="*/ 2734437 w 5114885"/>
              <a:gd name="connsiteY2729" fmla="*/ 15291 h 968306"/>
              <a:gd name="connsiteX2730" fmla="*/ 2784729 w 5114885"/>
              <a:gd name="connsiteY2730" fmla="*/ 13672 h 968306"/>
              <a:gd name="connsiteX2731" fmla="*/ 2785205 w 5114885"/>
              <a:gd name="connsiteY2731" fmla="*/ 44533 h 968306"/>
              <a:gd name="connsiteX2732" fmla="*/ 2788920 w 5114885"/>
              <a:gd name="connsiteY2732" fmla="*/ 139878 h 968306"/>
              <a:gd name="connsiteX2733" fmla="*/ 2791016 w 5114885"/>
              <a:gd name="connsiteY2733" fmla="*/ 184931 h 968306"/>
              <a:gd name="connsiteX2734" fmla="*/ 2791492 w 5114885"/>
              <a:gd name="connsiteY2734" fmla="*/ 189122 h 968306"/>
              <a:gd name="connsiteX2735" fmla="*/ 2793016 w 5114885"/>
              <a:gd name="connsiteY2735" fmla="*/ 192266 h 968306"/>
              <a:gd name="connsiteX2736" fmla="*/ 2806637 w 5114885"/>
              <a:gd name="connsiteY2736" fmla="*/ 201695 h 968306"/>
              <a:gd name="connsiteX2737" fmla="*/ 2820257 w 5114885"/>
              <a:gd name="connsiteY2737" fmla="*/ 190742 h 968306"/>
              <a:gd name="connsiteX2738" fmla="*/ 2896267 w 5114885"/>
              <a:gd name="connsiteY2738" fmla="*/ 116351 h 968306"/>
              <a:gd name="connsiteX2739" fmla="*/ 2901982 w 5114885"/>
              <a:gd name="connsiteY2739" fmla="*/ 116351 h 968306"/>
              <a:gd name="connsiteX2740" fmla="*/ 2918746 w 5114885"/>
              <a:gd name="connsiteY2740" fmla="*/ 115304 h 968306"/>
              <a:gd name="connsiteX2741" fmla="*/ 2929223 w 5114885"/>
              <a:gd name="connsiteY2741" fmla="*/ 114732 h 968306"/>
              <a:gd name="connsiteX2742" fmla="*/ 2933891 w 5114885"/>
              <a:gd name="connsiteY2742" fmla="*/ 114732 h 968306"/>
              <a:gd name="connsiteX2743" fmla="*/ 2956370 w 5114885"/>
              <a:gd name="connsiteY2743" fmla="*/ 115780 h 968306"/>
              <a:gd name="connsiteX2744" fmla="*/ 2938082 w 5114885"/>
              <a:gd name="connsiteY2744" fmla="*/ 132068 h 968306"/>
              <a:gd name="connsiteX2745" fmla="*/ 2913507 w 5114885"/>
              <a:gd name="connsiteY2745" fmla="*/ 158261 h 968306"/>
              <a:gd name="connsiteX2746" fmla="*/ 2910840 w 5114885"/>
              <a:gd name="connsiteY2746" fmla="*/ 159881 h 968306"/>
              <a:gd name="connsiteX2747" fmla="*/ 2907221 w 5114885"/>
              <a:gd name="connsiteY2747" fmla="*/ 162452 h 968306"/>
              <a:gd name="connsiteX2748" fmla="*/ 2872169 w 5114885"/>
              <a:gd name="connsiteY2748" fmla="*/ 204362 h 968306"/>
              <a:gd name="connsiteX2749" fmla="*/ 2876836 w 5114885"/>
              <a:gd name="connsiteY2749" fmla="*/ 222174 h 968306"/>
              <a:gd name="connsiteX2750" fmla="*/ 2879408 w 5114885"/>
              <a:gd name="connsiteY2750" fmla="*/ 224270 h 968306"/>
              <a:gd name="connsiteX2751" fmla="*/ 2881979 w 5114885"/>
              <a:gd name="connsiteY2751" fmla="*/ 227413 h 968306"/>
              <a:gd name="connsiteX2752" fmla="*/ 2885123 w 5114885"/>
              <a:gd name="connsiteY2752" fmla="*/ 232652 h 968306"/>
              <a:gd name="connsiteX2753" fmla="*/ 2887695 w 5114885"/>
              <a:gd name="connsiteY2753" fmla="*/ 235795 h 968306"/>
              <a:gd name="connsiteX2754" fmla="*/ 2909221 w 5114885"/>
              <a:gd name="connsiteY2754" fmla="*/ 265132 h 968306"/>
              <a:gd name="connsiteX2755" fmla="*/ 2954846 w 5114885"/>
              <a:gd name="connsiteY2755" fmla="*/ 336950 h 968306"/>
              <a:gd name="connsiteX2756" fmla="*/ 2966847 w 5114885"/>
              <a:gd name="connsiteY2756" fmla="*/ 357905 h 968306"/>
              <a:gd name="connsiteX2757" fmla="*/ 2974753 w 5114885"/>
              <a:gd name="connsiteY2757" fmla="*/ 371526 h 968306"/>
              <a:gd name="connsiteX2758" fmla="*/ 2976848 w 5114885"/>
              <a:gd name="connsiteY2758" fmla="*/ 374669 h 968306"/>
              <a:gd name="connsiteX2759" fmla="*/ 2970086 w 5114885"/>
              <a:gd name="connsiteY2759" fmla="*/ 373622 h 968306"/>
              <a:gd name="connsiteX2760" fmla="*/ 2963799 w 5114885"/>
              <a:gd name="connsiteY2760" fmla="*/ 373622 h 968306"/>
              <a:gd name="connsiteX2761" fmla="*/ 2929699 w 5114885"/>
              <a:gd name="connsiteY2761" fmla="*/ 372002 h 968306"/>
              <a:gd name="connsiteX2762" fmla="*/ 2909316 w 5114885"/>
              <a:gd name="connsiteY2762" fmla="*/ 370383 h 968306"/>
              <a:gd name="connsiteX2763" fmla="*/ 2900934 w 5114885"/>
              <a:gd name="connsiteY2763" fmla="*/ 370955 h 968306"/>
              <a:gd name="connsiteX2764" fmla="*/ 2898362 w 5114885"/>
              <a:gd name="connsiteY2764" fmla="*/ 365240 h 968306"/>
              <a:gd name="connsiteX2765" fmla="*/ 2895219 w 5114885"/>
              <a:gd name="connsiteY2765" fmla="*/ 360001 h 968306"/>
              <a:gd name="connsiteX2766" fmla="*/ 2892076 w 5114885"/>
              <a:gd name="connsiteY2766" fmla="*/ 353238 h 968306"/>
              <a:gd name="connsiteX2767" fmla="*/ 2888933 w 5114885"/>
              <a:gd name="connsiteY2767" fmla="*/ 346952 h 968306"/>
              <a:gd name="connsiteX2768" fmla="*/ 2879503 w 5114885"/>
              <a:gd name="connsiteY2768" fmla="*/ 331235 h 968306"/>
              <a:gd name="connsiteX2769" fmla="*/ 2876360 w 5114885"/>
              <a:gd name="connsiteY2769" fmla="*/ 324949 h 968306"/>
              <a:gd name="connsiteX2770" fmla="*/ 2871597 w 5114885"/>
              <a:gd name="connsiteY2770" fmla="*/ 316567 h 968306"/>
              <a:gd name="connsiteX2771" fmla="*/ 2850642 w 5114885"/>
              <a:gd name="connsiteY2771" fmla="*/ 283039 h 968306"/>
              <a:gd name="connsiteX2772" fmla="*/ 2848070 w 5114885"/>
              <a:gd name="connsiteY2772" fmla="*/ 279324 h 968306"/>
              <a:gd name="connsiteX2773" fmla="*/ 2840736 w 5114885"/>
              <a:gd name="connsiteY2773" fmla="*/ 269418 h 968306"/>
              <a:gd name="connsiteX2774" fmla="*/ 2815114 w 5114885"/>
              <a:gd name="connsiteY2774" fmla="*/ 262655 h 968306"/>
              <a:gd name="connsiteX2775" fmla="*/ 2797778 w 5114885"/>
              <a:gd name="connsiteY2775" fmla="*/ 275228 h 968306"/>
              <a:gd name="connsiteX2776" fmla="*/ 2791016 w 5114885"/>
              <a:gd name="connsiteY2776" fmla="*/ 285134 h 968306"/>
              <a:gd name="connsiteX2777" fmla="*/ 2791016 w 5114885"/>
              <a:gd name="connsiteY2777" fmla="*/ 346380 h 968306"/>
              <a:gd name="connsiteX2778" fmla="*/ 2790444 w 5114885"/>
              <a:gd name="connsiteY2778" fmla="*/ 350095 h 968306"/>
              <a:gd name="connsiteX2779" fmla="*/ 2790444 w 5114885"/>
              <a:gd name="connsiteY2779" fmla="*/ 353238 h 968306"/>
              <a:gd name="connsiteX2780" fmla="*/ 2789968 w 5114885"/>
              <a:gd name="connsiteY2780" fmla="*/ 367907 h 968306"/>
              <a:gd name="connsiteX2781" fmla="*/ 2760059 w 5114885"/>
              <a:gd name="connsiteY2781" fmla="*/ 367907 h 968306"/>
              <a:gd name="connsiteX2782" fmla="*/ 2722436 w 5114885"/>
              <a:gd name="connsiteY2782" fmla="*/ 370955 h 968306"/>
              <a:gd name="connsiteX2783" fmla="*/ 2729770 w 5114885"/>
              <a:gd name="connsiteY2783" fmla="*/ 378289 h 968306"/>
              <a:gd name="connsiteX2784" fmla="*/ 2791111 w 5114885"/>
              <a:gd name="connsiteY2784" fmla="*/ 377717 h 968306"/>
              <a:gd name="connsiteX2785" fmla="*/ 2800541 w 5114885"/>
              <a:gd name="connsiteY2785" fmla="*/ 372002 h 968306"/>
              <a:gd name="connsiteX2786" fmla="*/ 2800541 w 5114885"/>
              <a:gd name="connsiteY2786" fmla="*/ 354191 h 968306"/>
              <a:gd name="connsiteX2787" fmla="*/ 2800541 w 5114885"/>
              <a:gd name="connsiteY2787" fmla="*/ 351524 h 968306"/>
              <a:gd name="connsiteX2788" fmla="*/ 2801017 w 5114885"/>
              <a:gd name="connsiteY2788" fmla="*/ 345237 h 968306"/>
              <a:gd name="connsiteX2789" fmla="*/ 2802636 w 5114885"/>
              <a:gd name="connsiteY2789" fmla="*/ 283991 h 968306"/>
              <a:gd name="connsiteX2790" fmla="*/ 2805779 w 5114885"/>
              <a:gd name="connsiteY2790" fmla="*/ 282372 h 968306"/>
              <a:gd name="connsiteX2791" fmla="*/ 2821020 w 5114885"/>
              <a:gd name="connsiteY2791" fmla="*/ 270847 h 968306"/>
              <a:gd name="connsiteX2792" fmla="*/ 2824734 w 5114885"/>
              <a:gd name="connsiteY2792" fmla="*/ 268180 h 968306"/>
              <a:gd name="connsiteX2793" fmla="*/ 2840450 w 5114885"/>
              <a:gd name="connsiteY2793" fmla="*/ 284944 h 968306"/>
              <a:gd name="connsiteX2794" fmla="*/ 2843594 w 5114885"/>
              <a:gd name="connsiteY2794" fmla="*/ 289706 h 968306"/>
              <a:gd name="connsiteX2795" fmla="*/ 2864549 w 5114885"/>
              <a:gd name="connsiteY2795" fmla="*/ 323234 h 968306"/>
              <a:gd name="connsiteX2796" fmla="*/ 2868740 w 5114885"/>
              <a:gd name="connsiteY2796" fmla="*/ 331045 h 968306"/>
              <a:gd name="connsiteX2797" fmla="*/ 2869787 w 5114885"/>
              <a:gd name="connsiteY2797" fmla="*/ 333712 h 968306"/>
              <a:gd name="connsiteX2798" fmla="*/ 2870835 w 5114885"/>
              <a:gd name="connsiteY2798" fmla="*/ 336379 h 968306"/>
              <a:gd name="connsiteX2799" fmla="*/ 2882360 w 5114885"/>
              <a:gd name="connsiteY2799" fmla="*/ 354191 h 968306"/>
              <a:gd name="connsiteX2800" fmla="*/ 2887028 w 5114885"/>
              <a:gd name="connsiteY2800" fmla="*/ 365144 h 968306"/>
              <a:gd name="connsiteX2801" fmla="*/ 2889695 w 5114885"/>
              <a:gd name="connsiteY2801" fmla="*/ 370383 h 968306"/>
              <a:gd name="connsiteX2802" fmla="*/ 2900172 w 5114885"/>
              <a:gd name="connsiteY2802" fmla="*/ 380861 h 968306"/>
              <a:gd name="connsiteX2803" fmla="*/ 2909602 w 5114885"/>
              <a:gd name="connsiteY2803" fmla="*/ 380289 h 968306"/>
              <a:gd name="connsiteX2804" fmla="*/ 2929509 w 5114885"/>
              <a:gd name="connsiteY2804" fmla="*/ 381813 h 968306"/>
              <a:gd name="connsiteX2805" fmla="*/ 2966180 w 5114885"/>
              <a:gd name="connsiteY2805" fmla="*/ 383909 h 968306"/>
              <a:gd name="connsiteX2806" fmla="*/ 2969800 w 5114885"/>
              <a:gd name="connsiteY2806" fmla="*/ 383337 h 968306"/>
              <a:gd name="connsiteX2807" fmla="*/ 2984468 w 5114885"/>
              <a:gd name="connsiteY2807" fmla="*/ 383337 h 968306"/>
              <a:gd name="connsiteX2808" fmla="*/ 2989707 w 5114885"/>
              <a:gd name="connsiteY2808" fmla="*/ 373907 h 968306"/>
              <a:gd name="connsiteX2809" fmla="*/ 2974562 w 5114885"/>
              <a:gd name="connsiteY2809" fmla="*/ 350857 h 968306"/>
              <a:gd name="connsiteX2810" fmla="*/ 2963513 w 5114885"/>
              <a:gd name="connsiteY2810" fmla="*/ 330950 h 968306"/>
              <a:gd name="connsiteX2811" fmla="*/ 2917984 w 5114885"/>
              <a:gd name="connsiteY2811" fmla="*/ 259703 h 968306"/>
              <a:gd name="connsiteX2812" fmla="*/ 2897029 w 5114885"/>
              <a:gd name="connsiteY2812" fmla="*/ 230366 h 968306"/>
              <a:gd name="connsiteX2813" fmla="*/ 2894933 w 5114885"/>
              <a:gd name="connsiteY2813" fmla="*/ 227222 h 968306"/>
              <a:gd name="connsiteX2814" fmla="*/ 2892362 w 5114885"/>
              <a:gd name="connsiteY2814" fmla="*/ 225127 h 968306"/>
              <a:gd name="connsiteX2815" fmla="*/ 2887123 w 5114885"/>
              <a:gd name="connsiteY2815" fmla="*/ 217221 h 968306"/>
              <a:gd name="connsiteX2816" fmla="*/ 2884551 w 5114885"/>
              <a:gd name="connsiteY2816" fmla="*/ 214554 h 968306"/>
              <a:gd name="connsiteX2817" fmla="*/ 2880932 w 5114885"/>
              <a:gd name="connsiteY2817" fmla="*/ 209315 h 968306"/>
              <a:gd name="connsiteX2818" fmla="*/ 2914460 w 5114885"/>
              <a:gd name="connsiteY2818" fmla="*/ 169501 h 968306"/>
              <a:gd name="connsiteX2819" fmla="*/ 2918174 w 5114885"/>
              <a:gd name="connsiteY2819" fmla="*/ 166834 h 968306"/>
              <a:gd name="connsiteX2820" fmla="*/ 2921318 w 5114885"/>
              <a:gd name="connsiteY2820" fmla="*/ 164738 h 968306"/>
              <a:gd name="connsiteX2821" fmla="*/ 2945892 w 5114885"/>
              <a:gd name="connsiteY2821" fmla="*/ 138545 h 968306"/>
              <a:gd name="connsiteX2822" fmla="*/ 2971610 w 5114885"/>
              <a:gd name="connsiteY2822" fmla="*/ 113970 h 968306"/>
              <a:gd name="connsiteX2823" fmla="*/ 2971610 w 5114885"/>
              <a:gd name="connsiteY2823" fmla="*/ 107207 h 968306"/>
              <a:gd name="connsiteX2824" fmla="*/ 2966942 w 5114885"/>
              <a:gd name="connsiteY2824" fmla="*/ 106160 h 968306"/>
              <a:gd name="connsiteX2825" fmla="*/ 2960180 w 5114885"/>
              <a:gd name="connsiteY2825" fmla="*/ 106160 h 968306"/>
              <a:gd name="connsiteX2826" fmla="*/ 2933510 w 5114885"/>
              <a:gd name="connsiteY2826" fmla="*/ 104064 h 968306"/>
              <a:gd name="connsiteX2827" fmla="*/ 2929319 w 5114885"/>
              <a:gd name="connsiteY2827" fmla="*/ 104064 h 968306"/>
              <a:gd name="connsiteX2828" fmla="*/ 2918841 w 5114885"/>
              <a:gd name="connsiteY2828" fmla="*/ 105112 h 968306"/>
              <a:gd name="connsiteX2829" fmla="*/ 2902553 w 5114885"/>
              <a:gd name="connsiteY2829" fmla="*/ 106160 h 968306"/>
              <a:gd name="connsiteX2830" fmla="*/ 2887885 w 5114885"/>
              <a:gd name="connsiteY2830" fmla="*/ 111398 h 968306"/>
              <a:gd name="connsiteX2831" fmla="*/ 2813971 w 5114885"/>
              <a:gd name="connsiteY2831" fmla="*/ 183217 h 968306"/>
              <a:gd name="connsiteX2832" fmla="*/ 2803493 w 5114885"/>
              <a:gd name="connsiteY2832" fmla="*/ 190551 h 968306"/>
              <a:gd name="connsiteX2833" fmla="*/ 2801398 w 5114885"/>
              <a:gd name="connsiteY2833" fmla="*/ 185884 h 968306"/>
              <a:gd name="connsiteX2834" fmla="*/ 2799303 w 5114885"/>
              <a:gd name="connsiteY2834" fmla="*/ 138735 h 968306"/>
              <a:gd name="connsiteX2835" fmla="*/ 2795588 w 5114885"/>
              <a:gd name="connsiteY2835" fmla="*/ 44438 h 968306"/>
              <a:gd name="connsiteX2836" fmla="*/ 2795111 w 5114885"/>
              <a:gd name="connsiteY2836" fmla="*/ 7766 h 968306"/>
              <a:gd name="connsiteX2837" fmla="*/ 2789396 w 5114885"/>
              <a:gd name="connsiteY2837" fmla="*/ 3004 h 968306"/>
              <a:gd name="connsiteX2838" fmla="*/ 2727579 w 5114885"/>
              <a:gd name="connsiteY2838" fmla="*/ 5099 h 968306"/>
              <a:gd name="connsiteX2839" fmla="*/ 2719769 w 5114885"/>
              <a:gd name="connsiteY2839" fmla="*/ 14529 h 968306"/>
              <a:gd name="connsiteX2840" fmla="*/ 2719769 w 5114885"/>
              <a:gd name="connsiteY2840" fmla="*/ 22340 h 968306"/>
              <a:gd name="connsiteX2841" fmla="*/ 2718721 w 5114885"/>
              <a:gd name="connsiteY2841" fmla="*/ 109779 h 968306"/>
              <a:gd name="connsiteX2842" fmla="*/ 2723388 w 5114885"/>
              <a:gd name="connsiteY2842" fmla="*/ 358572 h 968306"/>
              <a:gd name="connsiteX2843" fmla="*/ 2723388 w 5114885"/>
              <a:gd name="connsiteY2843" fmla="*/ 367526 h 968306"/>
              <a:gd name="connsiteX2844" fmla="*/ 2722912 w 5114885"/>
              <a:gd name="connsiteY2844" fmla="*/ 370669 h 968306"/>
              <a:gd name="connsiteX2845" fmla="*/ 2588895 w 5114885"/>
              <a:gd name="connsiteY2845" fmla="*/ 374098 h 968306"/>
              <a:gd name="connsiteX2846" fmla="*/ 2590514 w 5114885"/>
              <a:gd name="connsiteY2846" fmla="*/ 305994 h 968306"/>
              <a:gd name="connsiteX2847" fmla="*/ 2590991 w 5114885"/>
              <a:gd name="connsiteY2847" fmla="*/ 268275 h 968306"/>
              <a:gd name="connsiteX2848" fmla="*/ 2590991 w 5114885"/>
              <a:gd name="connsiteY2848" fmla="*/ 225317 h 968306"/>
              <a:gd name="connsiteX2849" fmla="*/ 2588895 w 5114885"/>
              <a:gd name="connsiteY2849" fmla="*/ 205410 h 968306"/>
              <a:gd name="connsiteX2850" fmla="*/ 2587371 w 5114885"/>
              <a:gd name="connsiteY2850" fmla="*/ 197028 h 968306"/>
              <a:gd name="connsiteX2851" fmla="*/ 2538127 w 5114885"/>
              <a:gd name="connsiteY2851" fmla="*/ 151975 h 968306"/>
              <a:gd name="connsiteX2852" fmla="*/ 2494121 w 5114885"/>
              <a:gd name="connsiteY2852" fmla="*/ 169787 h 968306"/>
              <a:gd name="connsiteX2853" fmla="*/ 2477357 w 5114885"/>
              <a:gd name="connsiteY2853" fmla="*/ 202743 h 968306"/>
              <a:gd name="connsiteX2854" fmla="*/ 2476310 w 5114885"/>
              <a:gd name="connsiteY2854" fmla="*/ 207982 h 968306"/>
              <a:gd name="connsiteX2855" fmla="*/ 2471642 w 5114885"/>
              <a:gd name="connsiteY2855" fmla="*/ 225794 h 968306"/>
              <a:gd name="connsiteX2856" fmla="*/ 2473166 w 5114885"/>
              <a:gd name="connsiteY2856" fmla="*/ 298660 h 968306"/>
              <a:gd name="connsiteX2857" fmla="*/ 2472690 w 5114885"/>
              <a:gd name="connsiteY2857" fmla="*/ 353143 h 968306"/>
              <a:gd name="connsiteX2858" fmla="*/ 2472214 w 5114885"/>
              <a:gd name="connsiteY2858" fmla="*/ 372002 h 968306"/>
              <a:gd name="connsiteX2859" fmla="*/ 2448592 w 5114885"/>
              <a:gd name="connsiteY2859" fmla="*/ 373622 h 968306"/>
              <a:gd name="connsiteX2860" fmla="*/ 2421350 w 5114885"/>
              <a:gd name="connsiteY2860" fmla="*/ 372574 h 968306"/>
              <a:gd name="connsiteX2861" fmla="*/ 2414016 w 5114885"/>
              <a:gd name="connsiteY2861" fmla="*/ 373145 h 968306"/>
              <a:gd name="connsiteX2862" fmla="*/ 2412968 w 5114885"/>
              <a:gd name="connsiteY2862" fmla="*/ 140545 h 968306"/>
              <a:gd name="connsiteX2863" fmla="*/ 2416588 w 5114885"/>
              <a:gd name="connsiteY2863" fmla="*/ 114351 h 968306"/>
              <a:gd name="connsiteX2864" fmla="*/ 2424494 w 5114885"/>
              <a:gd name="connsiteY2864" fmla="*/ 113780 h 968306"/>
              <a:gd name="connsiteX2865" fmla="*/ 2436495 w 5114885"/>
              <a:gd name="connsiteY2865" fmla="*/ 113208 h 968306"/>
              <a:gd name="connsiteX2866" fmla="*/ 2459546 w 5114885"/>
              <a:gd name="connsiteY2866" fmla="*/ 113780 h 968306"/>
              <a:gd name="connsiteX2867" fmla="*/ 2470499 w 5114885"/>
              <a:gd name="connsiteY2867" fmla="*/ 113780 h 968306"/>
              <a:gd name="connsiteX2868" fmla="*/ 2470499 w 5114885"/>
              <a:gd name="connsiteY2868" fmla="*/ 117494 h 968306"/>
              <a:gd name="connsiteX2869" fmla="*/ 2472595 w 5114885"/>
              <a:gd name="connsiteY2869" fmla="*/ 135306 h 968306"/>
              <a:gd name="connsiteX2870" fmla="*/ 2506123 w 5114885"/>
              <a:gd name="connsiteY2870" fmla="*/ 122733 h 968306"/>
              <a:gd name="connsiteX2871" fmla="*/ 2543366 w 5114885"/>
              <a:gd name="connsiteY2871" fmla="*/ 104921 h 968306"/>
              <a:gd name="connsiteX2872" fmla="*/ 2571083 w 5114885"/>
              <a:gd name="connsiteY2872" fmla="*/ 105969 h 968306"/>
              <a:gd name="connsiteX2873" fmla="*/ 2599373 w 5114885"/>
              <a:gd name="connsiteY2873" fmla="*/ 112256 h 968306"/>
              <a:gd name="connsiteX2874" fmla="*/ 2611470 w 5114885"/>
              <a:gd name="connsiteY2874" fmla="*/ 118066 h 968306"/>
              <a:gd name="connsiteX2875" fmla="*/ 2642902 w 5114885"/>
              <a:gd name="connsiteY2875" fmla="*/ 157309 h 968306"/>
              <a:gd name="connsiteX2876" fmla="*/ 2652332 w 5114885"/>
              <a:gd name="connsiteY2876" fmla="*/ 238557 h 968306"/>
              <a:gd name="connsiteX2877" fmla="*/ 2652332 w 5114885"/>
              <a:gd name="connsiteY2877" fmla="*/ 271037 h 968306"/>
              <a:gd name="connsiteX2878" fmla="*/ 2652332 w 5114885"/>
              <a:gd name="connsiteY2878" fmla="*/ 294564 h 968306"/>
              <a:gd name="connsiteX2879" fmla="*/ 2648712 w 5114885"/>
              <a:gd name="connsiteY2879" fmla="*/ 377813 h 968306"/>
              <a:gd name="connsiteX2880" fmla="*/ 2636139 w 5114885"/>
              <a:gd name="connsiteY2880" fmla="*/ 378384 h 968306"/>
              <a:gd name="connsiteX2881" fmla="*/ 2632996 w 5114885"/>
              <a:gd name="connsiteY2881" fmla="*/ 378956 h 968306"/>
              <a:gd name="connsiteX2882" fmla="*/ 2630900 w 5114885"/>
              <a:gd name="connsiteY2882" fmla="*/ 378956 h 968306"/>
              <a:gd name="connsiteX2883" fmla="*/ 2627186 w 5114885"/>
              <a:gd name="connsiteY2883" fmla="*/ 378384 h 968306"/>
              <a:gd name="connsiteX2884" fmla="*/ 2601468 w 5114885"/>
              <a:gd name="connsiteY2884" fmla="*/ 376289 h 968306"/>
              <a:gd name="connsiteX2885" fmla="*/ 2589466 w 5114885"/>
              <a:gd name="connsiteY2885" fmla="*/ 375717 h 968306"/>
              <a:gd name="connsiteX2886" fmla="*/ 2588895 w 5114885"/>
              <a:gd name="connsiteY2886" fmla="*/ 374193 h 968306"/>
              <a:gd name="connsiteX2887" fmla="*/ 2481548 w 5114885"/>
              <a:gd name="connsiteY2887" fmla="*/ 129972 h 968306"/>
              <a:gd name="connsiteX2888" fmla="*/ 2471642 w 5114885"/>
              <a:gd name="connsiteY2888" fmla="*/ 103778 h 968306"/>
              <a:gd name="connsiteX2889" fmla="*/ 2459546 w 5114885"/>
              <a:gd name="connsiteY2889" fmla="*/ 103778 h 968306"/>
              <a:gd name="connsiteX2890" fmla="*/ 2436495 w 5114885"/>
              <a:gd name="connsiteY2890" fmla="*/ 103207 h 968306"/>
              <a:gd name="connsiteX2891" fmla="*/ 2423922 w 5114885"/>
              <a:gd name="connsiteY2891" fmla="*/ 103778 h 968306"/>
              <a:gd name="connsiteX2892" fmla="*/ 2407158 w 5114885"/>
              <a:gd name="connsiteY2892" fmla="*/ 108446 h 968306"/>
              <a:gd name="connsiteX2893" fmla="*/ 2402967 w 5114885"/>
              <a:gd name="connsiteY2893" fmla="*/ 139402 h 968306"/>
              <a:gd name="connsiteX2894" fmla="*/ 2404015 w 5114885"/>
              <a:gd name="connsiteY2894" fmla="*/ 377717 h 968306"/>
              <a:gd name="connsiteX2895" fmla="*/ 2412397 w 5114885"/>
              <a:gd name="connsiteY2895" fmla="*/ 382956 h 968306"/>
              <a:gd name="connsiteX2896" fmla="*/ 2421255 w 5114885"/>
              <a:gd name="connsiteY2896" fmla="*/ 382385 h 968306"/>
              <a:gd name="connsiteX2897" fmla="*/ 2448497 w 5114885"/>
              <a:gd name="connsiteY2897" fmla="*/ 383432 h 968306"/>
              <a:gd name="connsiteX2898" fmla="*/ 2478405 w 5114885"/>
              <a:gd name="connsiteY2898" fmla="*/ 381337 h 968306"/>
              <a:gd name="connsiteX2899" fmla="*/ 2482596 w 5114885"/>
              <a:gd name="connsiteY2899" fmla="*/ 375050 h 968306"/>
              <a:gd name="connsiteX2900" fmla="*/ 2482596 w 5114885"/>
              <a:gd name="connsiteY2900" fmla="*/ 353619 h 968306"/>
              <a:gd name="connsiteX2901" fmla="*/ 2483072 w 5114885"/>
              <a:gd name="connsiteY2901" fmla="*/ 299136 h 968306"/>
              <a:gd name="connsiteX2902" fmla="*/ 2481453 w 5114885"/>
              <a:gd name="connsiteY2902" fmla="*/ 227889 h 968306"/>
              <a:gd name="connsiteX2903" fmla="*/ 2486120 w 5114885"/>
              <a:gd name="connsiteY2903" fmla="*/ 210077 h 968306"/>
              <a:gd name="connsiteX2904" fmla="*/ 2487168 w 5114885"/>
              <a:gd name="connsiteY2904" fmla="*/ 204267 h 968306"/>
              <a:gd name="connsiteX2905" fmla="*/ 2501837 w 5114885"/>
              <a:gd name="connsiteY2905" fmla="*/ 175978 h 968306"/>
              <a:gd name="connsiteX2906" fmla="*/ 2538984 w 5114885"/>
              <a:gd name="connsiteY2906" fmla="*/ 161786 h 968306"/>
              <a:gd name="connsiteX2907" fmla="*/ 2578799 w 5114885"/>
              <a:gd name="connsiteY2907" fmla="*/ 206363 h 968306"/>
              <a:gd name="connsiteX2908" fmla="*/ 2580894 w 5114885"/>
              <a:gd name="connsiteY2908" fmla="*/ 226746 h 968306"/>
              <a:gd name="connsiteX2909" fmla="*/ 2580418 w 5114885"/>
              <a:gd name="connsiteY2909" fmla="*/ 305899 h 968306"/>
              <a:gd name="connsiteX2910" fmla="*/ 2578799 w 5114885"/>
              <a:gd name="connsiteY2910" fmla="*/ 374003 h 968306"/>
              <a:gd name="connsiteX2911" fmla="*/ 2579275 w 5114885"/>
              <a:gd name="connsiteY2911" fmla="*/ 376574 h 968306"/>
              <a:gd name="connsiteX2912" fmla="*/ 2578799 w 5114885"/>
              <a:gd name="connsiteY2912" fmla="*/ 379241 h 968306"/>
              <a:gd name="connsiteX2913" fmla="*/ 2601278 w 5114885"/>
              <a:gd name="connsiteY2913" fmla="*/ 386099 h 968306"/>
              <a:gd name="connsiteX2914" fmla="*/ 2625376 w 5114885"/>
              <a:gd name="connsiteY2914" fmla="*/ 388195 h 968306"/>
              <a:gd name="connsiteX2915" fmla="*/ 2630043 w 5114885"/>
              <a:gd name="connsiteY2915" fmla="*/ 388671 h 968306"/>
              <a:gd name="connsiteX2916" fmla="*/ 2634234 w 5114885"/>
              <a:gd name="connsiteY2916" fmla="*/ 388671 h 968306"/>
              <a:gd name="connsiteX2917" fmla="*/ 2637378 w 5114885"/>
              <a:gd name="connsiteY2917" fmla="*/ 388195 h 968306"/>
              <a:gd name="connsiteX2918" fmla="*/ 2647855 w 5114885"/>
              <a:gd name="connsiteY2918" fmla="*/ 388195 h 968306"/>
              <a:gd name="connsiteX2919" fmla="*/ 2659380 w 5114885"/>
              <a:gd name="connsiteY2919" fmla="*/ 384004 h 968306"/>
              <a:gd name="connsiteX2920" fmla="*/ 2661952 w 5114885"/>
              <a:gd name="connsiteY2920" fmla="*/ 294469 h 968306"/>
              <a:gd name="connsiteX2921" fmla="*/ 2661952 w 5114885"/>
              <a:gd name="connsiteY2921" fmla="*/ 271418 h 968306"/>
              <a:gd name="connsiteX2922" fmla="*/ 2661952 w 5114885"/>
              <a:gd name="connsiteY2922" fmla="*/ 238938 h 968306"/>
              <a:gd name="connsiteX2923" fmla="*/ 2652522 w 5114885"/>
              <a:gd name="connsiteY2923" fmla="*/ 154070 h 968306"/>
              <a:gd name="connsiteX2924" fmla="*/ 2616899 w 5114885"/>
              <a:gd name="connsiteY2924" fmla="*/ 109493 h 968306"/>
              <a:gd name="connsiteX2925" fmla="*/ 2601182 w 5114885"/>
              <a:gd name="connsiteY2925" fmla="*/ 102731 h 968306"/>
              <a:gd name="connsiteX2926" fmla="*/ 2571274 w 5114885"/>
              <a:gd name="connsiteY2926" fmla="*/ 95873 h 968306"/>
              <a:gd name="connsiteX2927" fmla="*/ 2540889 w 5114885"/>
              <a:gd name="connsiteY2927" fmla="*/ 95301 h 968306"/>
              <a:gd name="connsiteX2928" fmla="*/ 2500503 w 5114885"/>
              <a:gd name="connsiteY2928" fmla="*/ 114161 h 968306"/>
              <a:gd name="connsiteX2929" fmla="*/ 2481072 w 5114885"/>
              <a:gd name="connsiteY2929" fmla="*/ 129877 h 968306"/>
              <a:gd name="connsiteX2930" fmla="*/ 2181987 w 5114885"/>
              <a:gd name="connsiteY2930" fmla="*/ 270752 h 968306"/>
              <a:gd name="connsiteX2931" fmla="*/ 2176748 w 5114885"/>
              <a:gd name="connsiteY2931" fmla="*/ 272847 h 968306"/>
              <a:gd name="connsiteX2932" fmla="*/ 2170462 w 5114885"/>
              <a:gd name="connsiteY2932" fmla="*/ 277038 h 968306"/>
              <a:gd name="connsiteX2933" fmla="*/ 2165795 w 5114885"/>
              <a:gd name="connsiteY2933" fmla="*/ 279705 h 968306"/>
              <a:gd name="connsiteX2934" fmla="*/ 2159508 w 5114885"/>
              <a:gd name="connsiteY2934" fmla="*/ 324282 h 968306"/>
              <a:gd name="connsiteX2935" fmla="*/ 2161604 w 5114885"/>
              <a:gd name="connsiteY2935" fmla="*/ 326949 h 968306"/>
              <a:gd name="connsiteX2936" fmla="*/ 2208752 w 5114885"/>
              <a:gd name="connsiteY2936" fmla="*/ 348952 h 968306"/>
              <a:gd name="connsiteX2937" fmla="*/ 2238089 w 5114885"/>
              <a:gd name="connsiteY2937" fmla="*/ 338474 h 968306"/>
              <a:gd name="connsiteX2938" fmla="*/ 2251234 w 5114885"/>
              <a:gd name="connsiteY2938" fmla="*/ 330569 h 968306"/>
              <a:gd name="connsiteX2939" fmla="*/ 2267998 w 5114885"/>
              <a:gd name="connsiteY2939" fmla="*/ 291802 h 968306"/>
              <a:gd name="connsiteX2940" fmla="*/ 2268474 w 5114885"/>
              <a:gd name="connsiteY2940" fmla="*/ 259322 h 968306"/>
              <a:gd name="connsiteX2941" fmla="*/ 2261711 w 5114885"/>
              <a:gd name="connsiteY2941" fmla="*/ 249416 h 968306"/>
              <a:gd name="connsiteX2942" fmla="*/ 2259044 w 5114885"/>
              <a:gd name="connsiteY2942" fmla="*/ 249987 h 968306"/>
              <a:gd name="connsiteX2943" fmla="*/ 2255425 w 5114885"/>
              <a:gd name="connsiteY2943" fmla="*/ 250559 h 968306"/>
              <a:gd name="connsiteX2944" fmla="*/ 2243423 w 5114885"/>
              <a:gd name="connsiteY2944" fmla="*/ 253130 h 968306"/>
              <a:gd name="connsiteX2945" fmla="*/ 2220849 w 5114885"/>
              <a:gd name="connsiteY2945" fmla="*/ 258369 h 968306"/>
              <a:gd name="connsiteX2946" fmla="*/ 2206657 w 5114885"/>
              <a:gd name="connsiteY2946" fmla="*/ 262084 h 968306"/>
              <a:gd name="connsiteX2947" fmla="*/ 2196751 w 5114885"/>
              <a:gd name="connsiteY2947" fmla="*/ 265227 h 968306"/>
              <a:gd name="connsiteX2948" fmla="*/ 2193131 w 5114885"/>
              <a:gd name="connsiteY2948" fmla="*/ 266275 h 968306"/>
              <a:gd name="connsiteX2949" fmla="*/ 2186369 w 5114885"/>
              <a:gd name="connsiteY2949" fmla="*/ 269990 h 968306"/>
              <a:gd name="connsiteX2950" fmla="*/ 2182178 w 5114885"/>
              <a:gd name="connsiteY2950" fmla="*/ 271037 h 968306"/>
              <a:gd name="connsiteX2951" fmla="*/ 2258473 w 5114885"/>
              <a:gd name="connsiteY2951" fmla="*/ 260274 h 968306"/>
              <a:gd name="connsiteX2952" fmla="*/ 2258473 w 5114885"/>
              <a:gd name="connsiteY2952" fmla="*/ 289611 h 968306"/>
              <a:gd name="connsiteX2953" fmla="*/ 2244281 w 5114885"/>
              <a:gd name="connsiteY2953" fmla="*/ 323139 h 968306"/>
              <a:gd name="connsiteX2954" fmla="*/ 2233327 w 5114885"/>
              <a:gd name="connsiteY2954" fmla="*/ 329426 h 968306"/>
              <a:gd name="connsiteX2955" fmla="*/ 2214467 w 5114885"/>
              <a:gd name="connsiteY2955" fmla="*/ 338379 h 968306"/>
              <a:gd name="connsiteX2956" fmla="*/ 2167795 w 5114885"/>
              <a:gd name="connsiteY2956" fmla="*/ 318472 h 968306"/>
              <a:gd name="connsiteX2957" fmla="*/ 2173034 w 5114885"/>
              <a:gd name="connsiteY2957" fmla="*/ 287039 h 968306"/>
              <a:gd name="connsiteX2958" fmla="*/ 2175605 w 5114885"/>
              <a:gd name="connsiteY2958" fmla="*/ 285420 h 968306"/>
              <a:gd name="connsiteX2959" fmla="*/ 2178749 w 5114885"/>
              <a:gd name="connsiteY2959" fmla="*/ 283801 h 968306"/>
              <a:gd name="connsiteX2960" fmla="*/ 2180844 w 5114885"/>
              <a:gd name="connsiteY2960" fmla="*/ 281705 h 968306"/>
              <a:gd name="connsiteX2961" fmla="*/ 2184464 w 5114885"/>
              <a:gd name="connsiteY2961" fmla="*/ 280086 h 968306"/>
              <a:gd name="connsiteX2962" fmla="*/ 2188655 w 5114885"/>
              <a:gd name="connsiteY2962" fmla="*/ 279038 h 968306"/>
              <a:gd name="connsiteX2963" fmla="*/ 2196465 w 5114885"/>
              <a:gd name="connsiteY2963" fmla="*/ 275419 h 968306"/>
              <a:gd name="connsiteX2964" fmla="*/ 2199608 w 5114885"/>
              <a:gd name="connsiteY2964" fmla="*/ 274371 h 968306"/>
              <a:gd name="connsiteX2965" fmla="*/ 2209038 w 5114885"/>
              <a:gd name="connsiteY2965" fmla="*/ 271704 h 968306"/>
              <a:gd name="connsiteX2966" fmla="*/ 2223230 w 5114885"/>
              <a:gd name="connsiteY2966" fmla="*/ 267513 h 968306"/>
              <a:gd name="connsiteX2967" fmla="*/ 2245233 w 5114885"/>
              <a:gd name="connsiteY2967" fmla="*/ 262846 h 968306"/>
              <a:gd name="connsiteX2968" fmla="*/ 2258378 w 5114885"/>
              <a:gd name="connsiteY2968" fmla="*/ 260179 h 968306"/>
              <a:gd name="connsiteX2969" fmla="*/ 2101787 w 5114885"/>
              <a:gd name="connsiteY2969" fmla="*/ 185408 h 968306"/>
              <a:gd name="connsiteX2970" fmla="*/ 2105978 w 5114885"/>
              <a:gd name="connsiteY2970" fmla="*/ 169120 h 968306"/>
              <a:gd name="connsiteX2971" fmla="*/ 2144744 w 5114885"/>
              <a:gd name="connsiteY2971" fmla="*/ 127210 h 968306"/>
              <a:gd name="connsiteX2972" fmla="*/ 2151507 w 5114885"/>
              <a:gd name="connsiteY2972" fmla="*/ 121400 h 968306"/>
              <a:gd name="connsiteX2973" fmla="*/ 2156746 w 5114885"/>
              <a:gd name="connsiteY2973" fmla="*/ 118828 h 968306"/>
              <a:gd name="connsiteX2974" fmla="*/ 2161413 w 5114885"/>
              <a:gd name="connsiteY2974" fmla="*/ 116161 h 968306"/>
              <a:gd name="connsiteX2975" fmla="*/ 2183416 w 5114885"/>
              <a:gd name="connsiteY2975" fmla="*/ 109303 h 968306"/>
              <a:gd name="connsiteX2976" fmla="*/ 2201228 w 5114885"/>
              <a:gd name="connsiteY2976" fmla="*/ 106731 h 968306"/>
              <a:gd name="connsiteX2977" fmla="*/ 2203799 w 5114885"/>
              <a:gd name="connsiteY2977" fmla="*/ 105683 h 968306"/>
              <a:gd name="connsiteX2978" fmla="*/ 2206371 w 5114885"/>
              <a:gd name="connsiteY2978" fmla="*/ 104636 h 968306"/>
              <a:gd name="connsiteX2979" fmla="*/ 2232089 w 5114885"/>
              <a:gd name="connsiteY2979" fmla="*/ 103588 h 968306"/>
              <a:gd name="connsiteX2980" fmla="*/ 2247805 w 5114885"/>
              <a:gd name="connsiteY2980" fmla="*/ 105207 h 968306"/>
              <a:gd name="connsiteX2981" fmla="*/ 2278190 w 5114885"/>
              <a:gd name="connsiteY2981" fmla="*/ 108350 h 968306"/>
              <a:gd name="connsiteX2982" fmla="*/ 2314289 w 5114885"/>
              <a:gd name="connsiteY2982" fmla="*/ 131401 h 968306"/>
              <a:gd name="connsiteX2983" fmla="*/ 2324195 w 5114885"/>
              <a:gd name="connsiteY2983" fmla="*/ 148165 h 968306"/>
              <a:gd name="connsiteX2984" fmla="*/ 2328386 w 5114885"/>
              <a:gd name="connsiteY2984" fmla="*/ 195885 h 968306"/>
              <a:gd name="connsiteX2985" fmla="*/ 2327339 w 5114885"/>
              <a:gd name="connsiteY2985" fmla="*/ 213125 h 968306"/>
              <a:gd name="connsiteX2986" fmla="*/ 2327910 w 5114885"/>
              <a:gd name="connsiteY2986" fmla="*/ 294850 h 968306"/>
              <a:gd name="connsiteX2987" fmla="*/ 2331053 w 5114885"/>
              <a:gd name="connsiteY2987" fmla="*/ 333617 h 968306"/>
              <a:gd name="connsiteX2988" fmla="*/ 2337816 w 5114885"/>
              <a:gd name="connsiteY2988" fmla="*/ 365049 h 968306"/>
              <a:gd name="connsiteX2989" fmla="*/ 2339340 w 5114885"/>
              <a:gd name="connsiteY2989" fmla="*/ 372383 h 968306"/>
              <a:gd name="connsiteX2990" fmla="*/ 2296382 w 5114885"/>
              <a:gd name="connsiteY2990" fmla="*/ 378670 h 968306"/>
              <a:gd name="connsiteX2991" fmla="*/ 2287524 w 5114885"/>
              <a:gd name="connsiteY2991" fmla="*/ 377051 h 968306"/>
              <a:gd name="connsiteX2992" fmla="*/ 2278666 w 5114885"/>
              <a:gd name="connsiteY2992" fmla="*/ 377622 h 968306"/>
              <a:gd name="connsiteX2993" fmla="*/ 2266664 w 5114885"/>
              <a:gd name="connsiteY2993" fmla="*/ 357715 h 968306"/>
              <a:gd name="connsiteX2994" fmla="*/ 2258759 w 5114885"/>
              <a:gd name="connsiteY2994" fmla="*/ 360858 h 968306"/>
              <a:gd name="connsiteX2995" fmla="*/ 2255615 w 5114885"/>
              <a:gd name="connsiteY2995" fmla="*/ 362954 h 968306"/>
              <a:gd name="connsiteX2996" fmla="*/ 2250377 w 5114885"/>
              <a:gd name="connsiteY2996" fmla="*/ 366668 h 968306"/>
              <a:gd name="connsiteX2997" fmla="*/ 2245614 w 5114885"/>
              <a:gd name="connsiteY2997" fmla="*/ 369812 h 968306"/>
              <a:gd name="connsiteX2998" fmla="*/ 2223611 w 5114885"/>
              <a:gd name="connsiteY2998" fmla="*/ 379241 h 968306"/>
              <a:gd name="connsiteX2999" fmla="*/ 2191703 w 5114885"/>
              <a:gd name="connsiteY2999" fmla="*/ 383909 h 968306"/>
              <a:gd name="connsiteX3000" fmla="*/ 2174367 w 5114885"/>
              <a:gd name="connsiteY3000" fmla="*/ 385528 h 968306"/>
              <a:gd name="connsiteX3001" fmla="*/ 2125123 w 5114885"/>
              <a:gd name="connsiteY3001" fmla="*/ 374003 h 968306"/>
              <a:gd name="connsiteX3002" fmla="*/ 2122551 w 5114885"/>
              <a:gd name="connsiteY3002" fmla="*/ 371907 h 968306"/>
              <a:gd name="connsiteX3003" fmla="*/ 2116741 w 5114885"/>
              <a:gd name="connsiteY3003" fmla="*/ 368288 h 968306"/>
              <a:gd name="connsiteX3004" fmla="*/ 2109407 w 5114885"/>
              <a:gd name="connsiteY3004" fmla="*/ 363049 h 968306"/>
              <a:gd name="connsiteX3005" fmla="*/ 2107311 w 5114885"/>
              <a:gd name="connsiteY3005" fmla="*/ 359906 h 968306"/>
              <a:gd name="connsiteX3006" fmla="*/ 2104168 w 5114885"/>
              <a:gd name="connsiteY3006" fmla="*/ 354667 h 968306"/>
              <a:gd name="connsiteX3007" fmla="*/ 2098929 w 5114885"/>
              <a:gd name="connsiteY3007" fmla="*/ 346285 h 968306"/>
              <a:gd name="connsiteX3008" fmla="*/ 2090547 w 5114885"/>
              <a:gd name="connsiteY3008" fmla="*/ 321710 h 968306"/>
              <a:gd name="connsiteX3009" fmla="*/ 2090547 w 5114885"/>
              <a:gd name="connsiteY3009" fmla="*/ 298184 h 968306"/>
              <a:gd name="connsiteX3010" fmla="*/ 2092643 w 5114885"/>
              <a:gd name="connsiteY3010" fmla="*/ 286658 h 968306"/>
              <a:gd name="connsiteX3011" fmla="*/ 2093690 w 5114885"/>
              <a:gd name="connsiteY3011" fmla="*/ 282944 h 968306"/>
              <a:gd name="connsiteX3012" fmla="*/ 2096357 w 5114885"/>
              <a:gd name="connsiteY3012" fmla="*/ 276657 h 968306"/>
              <a:gd name="connsiteX3013" fmla="*/ 2155031 w 5114885"/>
              <a:gd name="connsiteY3013" fmla="*/ 233128 h 968306"/>
              <a:gd name="connsiteX3014" fmla="*/ 2177606 w 5114885"/>
              <a:gd name="connsiteY3014" fmla="*/ 231032 h 968306"/>
              <a:gd name="connsiteX3015" fmla="*/ 2182273 w 5114885"/>
              <a:gd name="connsiteY3015" fmla="*/ 230461 h 968306"/>
              <a:gd name="connsiteX3016" fmla="*/ 2190655 w 5114885"/>
              <a:gd name="connsiteY3016" fmla="*/ 229889 h 968306"/>
              <a:gd name="connsiteX3017" fmla="*/ 2202656 w 5114885"/>
              <a:gd name="connsiteY3017" fmla="*/ 229318 h 968306"/>
              <a:gd name="connsiteX3018" fmla="*/ 2225231 w 5114885"/>
              <a:gd name="connsiteY3018" fmla="*/ 227222 h 968306"/>
              <a:gd name="connsiteX3019" fmla="*/ 2265617 w 5114885"/>
              <a:gd name="connsiteY3019" fmla="*/ 210458 h 968306"/>
              <a:gd name="connsiteX3020" fmla="*/ 2267712 w 5114885"/>
              <a:gd name="connsiteY3020" fmla="*/ 205696 h 968306"/>
              <a:gd name="connsiteX3021" fmla="*/ 2268760 w 5114885"/>
              <a:gd name="connsiteY3021" fmla="*/ 202553 h 968306"/>
              <a:gd name="connsiteX3022" fmla="*/ 2269331 w 5114885"/>
              <a:gd name="connsiteY3022" fmla="*/ 197314 h 968306"/>
              <a:gd name="connsiteX3023" fmla="*/ 2253044 w 5114885"/>
              <a:gd name="connsiteY3023" fmla="*/ 153308 h 968306"/>
              <a:gd name="connsiteX3024" fmla="*/ 2225802 w 5114885"/>
              <a:gd name="connsiteY3024" fmla="*/ 146546 h 968306"/>
              <a:gd name="connsiteX3025" fmla="*/ 2206943 w 5114885"/>
              <a:gd name="connsiteY3025" fmla="*/ 148641 h 968306"/>
              <a:gd name="connsiteX3026" fmla="*/ 2180749 w 5114885"/>
              <a:gd name="connsiteY3026" fmla="*/ 159690 h 968306"/>
              <a:gd name="connsiteX3027" fmla="*/ 2175034 w 5114885"/>
              <a:gd name="connsiteY3027" fmla="*/ 167024 h 968306"/>
              <a:gd name="connsiteX3028" fmla="*/ 2171319 w 5114885"/>
              <a:gd name="connsiteY3028" fmla="*/ 173311 h 968306"/>
              <a:gd name="connsiteX3029" fmla="*/ 2164556 w 5114885"/>
              <a:gd name="connsiteY3029" fmla="*/ 186932 h 968306"/>
              <a:gd name="connsiteX3030" fmla="*/ 2161413 w 5114885"/>
              <a:gd name="connsiteY3030" fmla="*/ 186932 h 968306"/>
              <a:gd name="connsiteX3031" fmla="*/ 2151507 w 5114885"/>
              <a:gd name="connsiteY3031" fmla="*/ 185884 h 968306"/>
              <a:gd name="connsiteX3032" fmla="*/ 2123789 w 5114885"/>
              <a:gd name="connsiteY3032" fmla="*/ 184836 h 968306"/>
              <a:gd name="connsiteX3033" fmla="*/ 2108073 w 5114885"/>
              <a:gd name="connsiteY3033" fmla="*/ 184836 h 968306"/>
              <a:gd name="connsiteX3034" fmla="*/ 2101787 w 5114885"/>
              <a:gd name="connsiteY3034" fmla="*/ 185408 h 968306"/>
              <a:gd name="connsiteX3035" fmla="*/ 2255806 w 5114885"/>
              <a:gd name="connsiteY3035" fmla="*/ 374479 h 968306"/>
              <a:gd name="connsiteX3036" fmla="*/ 2261045 w 5114885"/>
              <a:gd name="connsiteY3036" fmla="*/ 371336 h 968306"/>
              <a:gd name="connsiteX3037" fmla="*/ 2264188 w 5114885"/>
              <a:gd name="connsiteY3037" fmla="*/ 369716 h 968306"/>
              <a:gd name="connsiteX3038" fmla="*/ 2266283 w 5114885"/>
              <a:gd name="connsiteY3038" fmla="*/ 368192 h 968306"/>
              <a:gd name="connsiteX3039" fmla="*/ 2268379 w 5114885"/>
              <a:gd name="connsiteY3039" fmla="*/ 377622 h 968306"/>
              <a:gd name="connsiteX3040" fmla="*/ 2287238 w 5114885"/>
              <a:gd name="connsiteY3040" fmla="*/ 387623 h 968306"/>
              <a:gd name="connsiteX3041" fmla="*/ 2295620 w 5114885"/>
              <a:gd name="connsiteY3041" fmla="*/ 389147 h 968306"/>
              <a:gd name="connsiteX3042" fmla="*/ 2346484 w 5114885"/>
              <a:gd name="connsiteY3042" fmla="*/ 381337 h 968306"/>
              <a:gd name="connsiteX3043" fmla="*/ 2349627 w 5114885"/>
              <a:gd name="connsiteY3043" fmla="*/ 372383 h 968306"/>
              <a:gd name="connsiteX3044" fmla="*/ 2348579 w 5114885"/>
              <a:gd name="connsiteY3044" fmla="*/ 368192 h 968306"/>
              <a:gd name="connsiteX3045" fmla="*/ 2348103 w 5114885"/>
              <a:gd name="connsiteY3045" fmla="*/ 364001 h 968306"/>
              <a:gd name="connsiteX3046" fmla="*/ 2341340 w 5114885"/>
              <a:gd name="connsiteY3046" fmla="*/ 331521 h 968306"/>
              <a:gd name="connsiteX3047" fmla="*/ 2338197 w 5114885"/>
              <a:gd name="connsiteY3047" fmla="*/ 293802 h 968306"/>
              <a:gd name="connsiteX3048" fmla="*/ 2337626 w 5114885"/>
              <a:gd name="connsiteY3048" fmla="*/ 213602 h 968306"/>
              <a:gd name="connsiteX3049" fmla="*/ 2338673 w 5114885"/>
              <a:gd name="connsiteY3049" fmla="*/ 195790 h 968306"/>
              <a:gd name="connsiteX3050" fmla="*/ 2334482 w 5114885"/>
              <a:gd name="connsiteY3050" fmla="*/ 145498 h 968306"/>
              <a:gd name="connsiteX3051" fmla="*/ 2321338 w 5114885"/>
              <a:gd name="connsiteY3051" fmla="*/ 123971 h 968306"/>
              <a:gd name="connsiteX3052" fmla="*/ 2281047 w 5114885"/>
              <a:gd name="connsiteY3052" fmla="*/ 98349 h 968306"/>
              <a:gd name="connsiteX3053" fmla="*/ 2249043 w 5114885"/>
              <a:gd name="connsiteY3053" fmla="*/ 95206 h 968306"/>
              <a:gd name="connsiteX3054" fmla="*/ 2232279 w 5114885"/>
              <a:gd name="connsiteY3054" fmla="*/ 93682 h 968306"/>
              <a:gd name="connsiteX3055" fmla="*/ 2202942 w 5114885"/>
              <a:gd name="connsiteY3055" fmla="*/ 95206 h 968306"/>
              <a:gd name="connsiteX3056" fmla="*/ 2198751 w 5114885"/>
              <a:gd name="connsiteY3056" fmla="*/ 96825 h 968306"/>
              <a:gd name="connsiteX3057" fmla="*/ 2180939 w 5114885"/>
              <a:gd name="connsiteY3057" fmla="*/ 99492 h 968306"/>
              <a:gd name="connsiteX3058" fmla="*/ 2156270 w 5114885"/>
              <a:gd name="connsiteY3058" fmla="*/ 107398 h 968306"/>
              <a:gd name="connsiteX3059" fmla="*/ 2152079 w 5114885"/>
              <a:gd name="connsiteY3059" fmla="*/ 109970 h 968306"/>
              <a:gd name="connsiteX3060" fmla="*/ 2146840 w 5114885"/>
              <a:gd name="connsiteY3060" fmla="*/ 113113 h 968306"/>
              <a:gd name="connsiteX3061" fmla="*/ 2137410 w 5114885"/>
              <a:gd name="connsiteY3061" fmla="*/ 120447 h 968306"/>
              <a:gd name="connsiteX3062" fmla="*/ 2096548 w 5114885"/>
              <a:gd name="connsiteY3062" fmla="*/ 166548 h 968306"/>
              <a:gd name="connsiteX3063" fmla="*/ 2090261 w 5114885"/>
              <a:gd name="connsiteY3063" fmla="*/ 187979 h 968306"/>
              <a:gd name="connsiteX3064" fmla="*/ 2095976 w 5114885"/>
              <a:gd name="connsiteY3064" fmla="*/ 194837 h 968306"/>
              <a:gd name="connsiteX3065" fmla="*/ 2099120 w 5114885"/>
              <a:gd name="connsiteY3065" fmla="*/ 195409 h 968306"/>
              <a:gd name="connsiteX3066" fmla="*/ 2103311 w 5114885"/>
              <a:gd name="connsiteY3066" fmla="*/ 195409 h 968306"/>
              <a:gd name="connsiteX3067" fmla="*/ 2123789 w 5114885"/>
              <a:gd name="connsiteY3067" fmla="*/ 195409 h 968306"/>
              <a:gd name="connsiteX3068" fmla="*/ 2151031 w 5114885"/>
              <a:gd name="connsiteY3068" fmla="*/ 195980 h 968306"/>
              <a:gd name="connsiteX3069" fmla="*/ 2180368 w 5114885"/>
              <a:gd name="connsiteY3069" fmla="*/ 178645 h 968306"/>
              <a:gd name="connsiteX3070" fmla="*/ 2184083 w 5114885"/>
              <a:gd name="connsiteY3070" fmla="*/ 172358 h 968306"/>
              <a:gd name="connsiteX3071" fmla="*/ 2187702 w 5114885"/>
              <a:gd name="connsiteY3071" fmla="*/ 167120 h 968306"/>
              <a:gd name="connsiteX3072" fmla="*/ 2209229 w 5114885"/>
              <a:gd name="connsiteY3072" fmla="*/ 158261 h 968306"/>
              <a:gd name="connsiteX3073" fmla="*/ 2225993 w 5114885"/>
              <a:gd name="connsiteY3073" fmla="*/ 156642 h 968306"/>
              <a:gd name="connsiteX3074" fmla="*/ 2247519 w 5114885"/>
              <a:gd name="connsiteY3074" fmla="*/ 161881 h 968306"/>
              <a:gd name="connsiteX3075" fmla="*/ 2259521 w 5114885"/>
              <a:gd name="connsiteY3075" fmla="*/ 199124 h 968306"/>
              <a:gd name="connsiteX3076" fmla="*/ 2258473 w 5114885"/>
              <a:gd name="connsiteY3076" fmla="*/ 202267 h 968306"/>
              <a:gd name="connsiteX3077" fmla="*/ 2254282 w 5114885"/>
              <a:gd name="connsiteY3077" fmla="*/ 207506 h 968306"/>
              <a:gd name="connsiteX3078" fmla="*/ 2201894 w 5114885"/>
              <a:gd name="connsiteY3078" fmla="*/ 219507 h 968306"/>
              <a:gd name="connsiteX3079" fmla="*/ 2190369 w 5114885"/>
              <a:gd name="connsiteY3079" fmla="*/ 220079 h 968306"/>
              <a:gd name="connsiteX3080" fmla="*/ 2181511 w 5114885"/>
              <a:gd name="connsiteY3080" fmla="*/ 220650 h 968306"/>
              <a:gd name="connsiteX3081" fmla="*/ 2176272 w 5114885"/>
              <a:gd name="connsiteY3081" fmla="*/ 221222 h 968306"/>
              <a:gd name="connsiteX3082" fmla="*/ 2154269 w 5114885"/>
              <a:gd name="connsiteY3082" fmla="*/ 223317 h 968306"/>
              <a:gd name="connsiteX3083" fmla="*/ 2087213 w 5114885"/>
              <a:gd name="connsiteY3083" fmla="*/ 272561 h 968306"/>
              <a:gd name="connsiteX3084" fmla="*/ 2084642 w 5114885"/>
              <a:gd name="connsiteY3084" fmla="*/ 279324 h 968306"/>
              <a:gd name="connsiteX3085" fmla="*/ 2083022 w 5114885"/>
              <a:gd name="connsiteY3085" fmla="*/ 284087 h 968306"/>
              <a:gd name="connsiteX3086" fmla="*/ 2080927 w 5114885"/>
              <a:gd name="connsiteY3086" fmla="*/ 296088 h 968306"/>
              <a:gd name="connsiteX3087" fmla="*/ 2081498 w 5114885"/>
              <a:gd name="connsiteY3087" fmla="*/ 324949 h 968306"/>
              <a:gd name="connsiteX3088" fmla="*/ 2091976 w 5114885"/>
              <a:gd name="connsiteY3088" fmla="*/ 353238 h 968306"/>
              <a:gd name="connsiteX3089" fmla="*/ 2095691 w 5114885"/>
              <a:gd name="connsiteY3089" fmla="*/ 360001 h 968306"/>
              <a:gd name="connsiteX3090" fmla="*/ 2098834 w 5114885"/>
              <a:gd name="connsiteY3090" fmla="*/ 365240 h 968306"/>
              <a:gd name="connsiteX3091" fmla="*/ 2101501 w 5114885"/>
              <a:gd name="connsiteY3091" fmla="*/ 369431 h 968306"/>
              <a:gd name="connsiteX3092" fmla="*/ 2105692 w 5114885"/>
              <a:gd name="connsiteY3092" fmla="*/ 372574 h 968306"/>
              <a:gd name="connsiteX3093" fmla="*/ 2111407 w 5114885"/>
              <a:gd name="connsiteY3093" fmla="*/ 376765 h 968306"/>
              <a:gd name="connsiteX3094" fmla="*/ 2117122 w 5114885"/>
              <a:gd name="connsiteY3094" fmla="*/ 380480 h 968306"/>
              <a:gd name="connsiteX3095" fmla="*/ 2121313 w 5114885"/>
              <a:gd name="connsiteY3095" fmla="*/ 383051 h 968306"/>
              <a:gd name="connsiteX3096" fmla="*/ 2175796 w 5114885"/>
              <a:gd name="connsiteY3096" fmla="*/ 395624 h 968306"/>
              <a:gd name="connsiteX3097" fmla="*/ 2192560 w 5114885"/>
              <a:gd name="connsiteY3097" fmla="*/ 394100 h 968306"/>
              <a:gd name="connsiteX3098" fmla="*/ 2226659 w 5114885"/>
              <a:gd name="connsiteY3098" fmla="*/ 388862 h 968306"/>
              <a:gd name="connsiteX3099" fmla="*/ 2251805 w 5114885"/>
              <a:gd name="connsiteY3099" fmla="*/ 378384 h 968306"/>
              <a:gd name="connsiteX3100" fmla="*/ 2254377 w 5114885"/>
              <a:gd name="connsiteY3100" fmla="*/ 375717 h 968306"/>
              <a:gd name="connsiteX3101" fmla="*/ 2255901 w 5114885"/>
              <a:gd name="connsiteY3101" fmla="*/ 374669 h 968306"/>
              <a:gd name="connsiteX3102" fmla="*/ 1914811 w 5114885"/>
              <a:gd name="connsiteY3102" fmla="*/ 304756 h 968306"/>
              <a:gd name="connsiteX3103" fmla="*/ 1919002 w 5114885"/>
              <a:gd name="connsiteY3103" fmla="*/ 302184 h 968306"/>
              <a:gd name="connsiteX3104" fmla="*/ 1926336 w 5114885"/>
              <a:gd name="connsiteY3104" fmla="*/ 295898 h 968306"/>
              <a:gd name="connsiteX3105" fmla="*/ 1947291 w 5114885"/>
              <a:gd name="connsiteY3105" fmla="*/ 271323 h 968306"/>
              <a:gd name="connsiteX3106" fmla="*/ 1967198 w 5114885"/>
              <a:gd name="connsiteY3106" fmla="*/ 222650 h 968306"/>
              <a:gd name="connsiteX3107" fmla="*/ 1970818 w 5114885"/>
              <a:gd name="connsiteY3107" fmla="*/ 195885 h 968306"/>
              <a:gd name="connsiteX3108" fmla="*/ 1967198 w 5114885"/>
              <a:gd name="connsiteY3108" fmla="*/ 162833 h 968306"/>
              <a:gd name="connsiteX3109" fmla="*/ 1966627 w 5114885"/>
              <a:gd name="connsiteY3109" fmla="*/ 155499 h 968306"/>
              <a:gd name="connsiteX3110" fmla="*/ 1966151 w 5114885"/>
              <a:gd name="connsiteY3110" fmla="*/ 153404 h 968306"/>
              <a:gd name="connsiteX3111" fmla="*/ 1940433 w 5114885"/>
              <a:gd name="connsiteY3111" fmla="*/ 92634 h 968306"/>
              <a:gd name="connsiteX3112" fmla="*/ 1912144 w 5114885"/>
              <a:gd name="connsiteY3112" fmla="*/ 73203 h 968306"/>
              <a:gd name="connsiteX3113" fmla="*/ 1896904 w 5114885"/>
              <a:gd name="connsiteY3113" fmla="*/ 70536 h 968306"/>
              <a:gd name="connsiteX3114" fmla="*/ 1887474 w 5114885"/>
              <a:gd name="connsiteY3114" fmla="*/ 69488 h 968306"/>
              <a:gd name="connsiteX3115" fmla="*/ 1819847 w 5114885"/>
              <a:gd name="connsiteY3115" fmla="*/ 68441 h 968306"/>
              <a:gd name="connsiteX3116" fmla="*/ 1801463 w 5114885"/>
              <a:gd name="connsiteY3116" fmla="*/ 67869 h 968306"/>
              <a:gd name="connsiteX3117" fmla="*/ 1794129 w 5114885"/>
              <a:gd name="connsiteY3117" fmla="*/ 76251 h 968306"/>
              <a:gd name="connsiteX3118" fmla="*/ 1795177 w 5114885"/>
              <a:gd name="connsiteY3118" fmla="*/ 119209 h 968306"/>
              <a:gd name="connsiteX3119" fmla="*/ 1794701 w 5114885"/>
              <a:gd name="connsiteY3119" fmla="*/ 273704 h 968306"/>
              <a:gd name="connsiteX3120" fmla="*/ 1803559 w 5114885"/>
              <a:gd name="connsiteY3120" fmla="*/ 312947 h 968306"/>
              <a:gd name="connsiteX3121" fmla="*/ 1816132 w 5114885"/>
              <a:gd name="connsiteY3121" fmla="*/ 312947 h 968306"/>
              <a:gd name="connsiteX3122" fmla="*/ 1822418 w 5114885"/>
              <a:gd name="connsiteY3122" fmla="*/ 312376 h 968306"/>
              <a:gd name="connsiteX3123" fmla="*/ 1901000 w 5114885"/>
              <a:gd name="connsiteY3123" fmla="*/ 309233 h 968306"/>
              <a:gd name="connsiteX3124" fmla="*/ 1914620 w 5114885"/>
              <a:gd name="connsiteY3124" fmla="*/ 304470 h 968306"/>
              <a:gd name="connsiteX3125" fmla="*/ 1805654 w 5114885"/>
              <a:gd name="connsiteY3125" fmla="*/ 302851 h 968306"/>
              <a:gd name="connsiteX3126" fmla="*/ 1804607 w 5114885"/>
              <a:gd name="connsiteY3126" fmla="*/ 273514 h 968306"/>
              <a:gd name="connsiteX3127" fmla="*/ 1805083 w 5114885"/>
              <a:gd name="connsiteY3127" fmla="*/ 119018 h 968306"/>
              <a:gd name="connsiteX3128" fmla="*/ 1804607 w 5114885"/>
              <a:gd name="connsiteY3128" fmla="*/ 81776 h 968306"/>
              <a:gd name="connsiteX3129" fmla="*/ 1804607 w 5114885"/>
              <a:gd name="connsiteY3129" fmla="*/ 77585 h 968306"/>
              <a:gd name="connsiteX3130" fmla="*/ 1819847 w 5114885"/>
              <a:gd name="connsiteY3130" fmla="*/ 78156 h 968306"/>
              <a:gd name="connsiteX3131" fmla="*/ 1885855 w 5114885"/>
              <a:gd name="connsiteY3131" fmla="*/ 79204 h 968306"/>
              <a:gd name="connsiteX3132" fmla="*/ 1897856 w 5114885"/>
              <a:gd name="connsiteY3132" fmla="*/ 80252 h 968306"/>
              <a:gd name="connsiteX3133" fmla="*/ 1908810 w 5114885"/>
              <a:gd name="connsiteY3133" fmla="*/ 82347 h 968306"/>
              <a:gd name="connsiteX3134" fmla="*/ 1932908 w 5114885"/>
              <a:gd name="connsiteY3134" fmla="*/ 98635 h 968306"/>
              <a:gd name="connsiteX3135" fmla="*/ 1956530 w 5114885"/>
              <a:gd name="connsiteY3135" fmla="*/ 158357 h 968306"/>
              <a:gd name="connsiteX3136" fmla="*/ 1957007 w 5114885"/>
              <a:gd name="connsiteY3136" fmla="*/ 163595 h 968306"/>
              <a:gd name="connsiteX3137" fmla="*/ 1960721 w 5114885"/>
              <a:gd name="connsiteY3137" fmla="*/ 195599 h 968306"/>
              <a:gd name="connsiteX3138" fmla="*/ 1957007 w 5114885"/>
              <a:gd name="connsiteY3138" fmla="*/ 220174 h 968306"/>
              <a:gd name="connsiteX3139" fmla="*/ 1938718 w 5114885"/>
              <a:gd name="connsiteY3139" fmla="*/ 265227 h 968306"/>
              <a:gd name="connsiteX3140" fmla="*/ 1919288 w 5114885"/>
              <a:gd name="connsiteY3140" fmla="*/ 288278 h 968306"/>
              <a:gd name="connsiteX3141" fmla="*/ 1911477 w 5114885"/>
              <a:gd name="connsiteY3141" fmla="*/ 295040 h 968306"/>
              <a:gd name="connsiteX3142" fmla="*/ 1908810 w 5114885"/>
              <a:gd name="connsiteY3142" fmla="*/ 296088 h 968306"/>
              <a:gd name="connsiteX3143" fmla="*/ 1897856 w 5114885"/>
              <a:gd name="connsiteY3143" fmla="*/ 299803 h 968306"/>
              <a:gd name="connsiteX3144" fmla="*/ 1820323 w 5114885"/>
              <a:gd name="connsiteY3144" fmla="*/ 302946 h 968306"/>
              <a:gd name="connsiteX3145" fmla="*/ 1805654 w 5114885"/>
              <a:gd name="connsiteY3145" fmla="*/ 302946 h 968306"/>
              <a:gd name="connsiteX3146" fmla="*/ 1728788 w 5114885"/>
              <a:gd name="connsiteY3146" fmla="*/ 15672 h 968306"/>
              <a:gd name="connsiteX3147" fmla="*/ 1734503 w 5114885"/>
              <a:gd name="connsiteY3147" fmla="*/ 15672 h 968306"/>
              <a:gd name="connsiteX3148" fmla="*/ 1737074 w 5114885"/>
              <a:gd name="connsiteY3148" fmla="*/ 15101 h 968306"/>
              <a:gd name="connsiteX3149" fmla="*/ 1740789 w 5114885"/>
              <a:gd name="connsiteY3149" fmla="*/ 14529 h 968306"/>
              <a:gd name="connsiteX3150" fmla="*/ 1747076 w 5114885"/>
              <a:gd name="connsiteY3150" fmla="*/ 13481 h 968306"/>
              <a:gd name="connsiteX3151" fmla="*/ 1763363 w 5114885"/>
              <a:gd name="connsiteY3151" fmla="*/ 11862 h 968306"/>
              <a:gd name="connsiteX3152" fmla="*/ 1776984 w 5114885"/>
              <a:gd name="connsiteY3152" fmla="*/ 13481 h 968306"/>
              <a:gd name="connsiteX3153" fmla="*/ 1780127 w 5114885"/>
              <a:gd name="connsiteY3153" fmla="*/ 13481 h 968306"/>
              <a:gd name="connsiteX3154" fmla="*/ 1870234 w 5114885"/>
              <a:gd name="connsiteY3154" fmla="*/ 17101 h 968306"/>
              <a:gd name="connsiteX3155" fmla="*/ 1899571 w 5114885"/>
              <a:gd name="connsiteY3155" fmla="*/ 17101 h 968306"/>
              <a:gd name="connsiteX3156" fmla="*/ 1907953 w 5114885"/>
              <a:gd name="connsiteY3156" fmla="*/ 16529 h 968306"/>
              <a:gd name="connsiteX3157" fmla="*/ 1923669 w 5114885"/>
              <a:gd name="connsiteY3157" fmla="*/ 19673 h 968306"/>
              <a:gd name="connsiteX3158" fmla="*/ 1942052 w 5114885"/>
              <a:gd name="connsiteY3158" fmla="*/ 24435 h 968306"/>
              <a:gd name="connsiteX3159" fmla="*/ 1952530 w 5114885"/>
              <a:gd name="connsiteY3159" fmla="*/ 28150 h 968306"/>
              <a:gd name="connsiteX3160" fmla="*/ 1956149 w 5114885"/>
              <a:gd name="connsiteY3160" fmla="*/ 31293 h 968306"/>
              <a:gd name="connsiteX3161" fmla="*/ 1990725 w 5114885"/>
              <a:gd name="connsiteY3161" fmla="*/ 52248 h 968306"/>
              <a:gd name="connsiteX3162" fmla="*/ 1993868 w 5114885"/>
              <a:gd name="connsiteY3162" fmla="*/ 54344 h 968306"/>
              <a:gd name="connsiteX3163" fmla="*/ 2000155 w 5114885"/>
              <a:gd name="connsiteY3163" fmla="*/ 62154 h 968306"/>
              <a:gd name="connsiteX3164" fmla="*/ 2003870 w 5114885"/>
              <a:gd name="connsiteY3164" fmla="*/ 66917 h 968306"/>
              <a:gd name="connsiteX3165" fmla="*/ 2007013 w 5114885"/>
              <a:gd name="connsiteY3165" fmla="*/ 71108 h 968306"/>
              <a:gd name="connsiteX3166" fmla="*/ 2009585 w 5114885"/>
              <a:gd name="connsiteY3166" fmla="*/ 74822 h 968306"/>
              <a:gd name="connsiteX3167" fmla="*/ 2018443 w 5114885"/>
              <a:gd name="connsiteY3167" fmla="*/ 91586 h 968306"/>
              <a:gd name="connsiteX3168" fmla="*/ 2033111 w 5114885"/>
              <a:gd name="connsiteY3168" fmla="*/ 135020 h 968306"/>
              <a:gd name="connsiteX3169" fmla="*/ 2034159 w 5114885"/>
              <a:gd name="connsiteY3169" fmla="*/ 141307 h 968306"/>
              <a:gd name="connsiteX3170" fmla="*/ 2034635 w 5114885"/>
              <a:gd name="connsiteY3170" fmla="*/ 144450 h 968306"/>
              <a:gd name="connsiteX3171" fmla="*/ 2037779 w 5114885"/>
              <a:gd name="connsiteY3171" fmla="*/ 189503 h 968306"/>
              <a:gd name="connsiteX3172" fmla="*/ 2038255 w 5114885"/>
              <a:gd name="connsiteY3172" fmla="*/ 212554 h 968306"/>
              <a:gd name="connsiteX3173" fmla="*/ 2021491 w 5114885"/>
              <a:gd name="connsiteY3173" fmla="*/ 289516 h 968306"/>
              <a:gd name="connsiteX3174" fmla="*/ 2021491 w 5114885"/>
              <a:gd name="connsiteY3174" fmla="*/ 294755 h 968306"/>
              <a:gd name="connsiteX3175" fmla="*/ 2003679 w 5114885"/>
              <a:gd name="connsiteY3175" fmla="*/ 321996 h 968306"/>
              <a:gd name="connsiteX3176" fmla="*/ 1958054 w 5114885"/>
              <a:gd name="connsiteY3176" fmla="*/ 357048 h 968306"/>
              <a:gd name="connsiteX3177" fmla="*/ 1914525 w 5114885"/>
              <a:gd name="connsiteY3177" fmla="*/ 371240 h 968306"/>
              <a:gd name="connsiteX3178" fmla="*/ 1879949 w 5114885"/>
              <a:gd name="connsiteY3178" fmla="*/ 371812 h 968306"/>
              <a:gd name="connsiteX3179" fmla="*/ 1805559 w 5114885"/>
              <a:gd name="connsiteY3179" fmla="*/ 370193 h 968306"/>
              <a:gd name="connsiteX3180" fmla="*/ 1768888 w 5114885"/>
              <a:gd name="connsiteY3180" fmla="*/ 371812 h 968306"/>
              <a:gd name="connsiteX3181" fmla="*/ 1737455 w 5114885"/>
              <a:gd name="connsiteY3181" fmla="*/ 371812 h 968306"/>
              <a:gd name="connsiteX3182" fmla="*/ 1729645 w 5114885"/>
              <a:gd name="connsiteY3182" fmla="*/ 371812 h 968306"/>
              <a:gd name="connsiteX3183" fmla="*/ 1725930 w 5114885"/>
              <a:gd name="connsiteY3183" fmla="*/ 370764 h 968306"/>
              <a:gd name="connsiteX3184" fmla="*/ 1727549 w 5114885"/>
              <a:gd name="connsiteY3184" fmla="*/ 328378 h 968306"/>
              <a:gd name="connsiteX3185" fmla="*/ 1729073 w 5114885"/>
              <a:gd name="connsiteY3185" fmla="*/ 225698 h 968306"/>
              <a:gd name="connsiteX3186" fmla="*/ 1728597 w 5114885"/>
              <a:gd name="connsiteY3186" fmla="*/ 213125 h 968306"/>
              <a:gd name="connsiteX3187" fmla="*/ 1725930 w 5114885"/>
              <a:gd name="connsiteY3187" fmla="*/ 115208 h 968306"/>
              <a:gd name="connsiteX3188" fmla="*/ 1723835 w 5114885"/>
              <a:gd name="connsiteY3188" fmla="*/ 83776 h 968306"/>
              <a:gd name="connsiteX3189" fmla="*/ 1723835 w 5114885"/>
              <a:gd name="connsiteY3189" fmla="*/ 60249 h 968306"/>
              <a:gd name="connsiteX3190" fmla="*/ 1723835 w 5114885"/>
              <a:gd name="connsiteY3190" fmla="*/ 31960 h 968306"/>
              <a:gd name="connsiteX3191" fmla="*/ 1725454 w 5114885"/>
              <a:gd name="connsiteY3191" fmla="*/ 15767 h 968306"/>
              <a:gd name="connsiteX3192" fmla="*/ 1728597 w 5114885"/>
              <a:gd name="connsiteY3192" fmla="*/ 15767 h 968306"/>
              <a:gd name="connsiteX3193" fmla="*/ 1899571 w 5114885"/>
              <a:gd name="connsiteY3193" fmla="*/ 7290 h 968306"/>
              <a:gd name="connsiteX3194" fmla="*/ 1870805 w 5114885"/>
              <a:gd name="connsiteY3194" fmla="*/ 7290 h 968306"/>
              <a:gd name="connsiteX3195" fmla="*/ 1780699 w 5114885"/>
              <a:gd name="connsiteY3195" fmla="*/ 3575 h 968306"/>
              <a:gd name="connsiteX3196" fmla="*/ 1777079 w 5114885"/>
              <a:gd name="connsiteY3196" fmla="*/ 3575 h 968306"/>
              <a:gd name="connsiteX3197" fmla="*/ 1763459 w 5114885"/>
              <a:gd name="connsiteY3197" fmla="*/ 2051 h 968306"/>
              <a:gd name="connsiteX3198" fmla="*/ 1746218 w 5114885"/>
              <a:gd name="connsiteY3198" fmla="*/ 3575 h 968306"/>
              <a:gd name="connsiteX3199" fmla="*/ 1738884 w 5114885"/>
              <a:gd name="connsiteY3199" fmla="*/ 4623 h 968306"/>
              <a:gd name="connsiteX3200" fmla="*/ 1736217 w 5114885"/>
              <a:gd name="connsiteY3200" fmla="*/ 5195 h 968306"/>
              <a:gd name="connsiteX3201" fmla="*/ 1732026 w 5114885"/>
              <a:gd name="connsiteY3201" fmla="*/ 5766 h 968306"/>
              <a:gd name="connsiteX3202" fmla="*/ 1725739 w 5114885"/>
              <a:gd name="connsiteY3202" fmla="*/ 5766 h 968306"/>
              <a:gd name="connsiteX3203" fmla="*/ 1715834 w 5114885"/>
              <a:gd name="connsiteY3203" fmla="*/ 15767 h 968306"/>
              <a:gd name="connsiteX3204" fmla="*/ 1714214 w 5114885"/>
              <a:gd name="connsiteY3204" fmla="*/ 33008 h 968306"/>
              <a:gd name="connsiteX3205" fmla="*/ 1714214 w 5114885"/>
              <a:gd name="connsiteY3205" fmla="*/ 59773 h 968306"/>
              <a:gd name="connsiteX3206" fmla="*/ 1713738 w 5114885"/>
              <a:gd name="connsiteY3206" fmla="*/ 83871 h 968306"/>
              <a:gd name="connsiteX3207" fmla="*/ 1716310 w 5114885"/>
              <a:gd name="connsiteY3207" fmla="*/ 115875 h 968306"/>
              <a:gd name="connsiteX3208" fmla="*/ 1718977 w 5114885"/>
              <a:gd name="connsiteY3208" fmla="*/ 213792 h 968306"/>
              <a:gd name="connsiteX3209" fmla="*/ 1718977 w 5114885"/>
              <a:gd name="connsiteY3209" fmla="*/ 225889 h 968306"/>
              <a:gd name="connsiteX3210" fmla="*/ 1717929 w 5114885"/>
              <a:gd name="connsiteY3210" fmla="*/ 328568 h 968306"/>
              <a:gd name="connsiteX3211" fmla="*/ 1715834 w 5114885"/>
              <a:gd name="connsiteY3211" fmla="*/ 371526 h 968306"/>
              <a:gd name="connsiteX3212" fmla="*/ 1721072 w 5114885"/>
              <a:gd name="connsiteY3212" fmla="*/ 379908 h 968306"/>
              <a:gd name="connsiteX3213" fmla="*/ 1738408 w 5114885"/>
              <a:gd name="connsiteY3213" fmla="*/ 382004 h 968306"/>
              <a:gd name="connsiteX3214" fmla="*/ 1768793 w 5114885"/>
              <a:gd name="connsiteY3214" fmla="*/ 382004 h 968306"/>
              <a:gd name="connsiteX3215" fmla="*/ 1806512 w 5114885"/>
              <a:gd name="connsiteY3215" fmla="*/ 380956 h 968306"/>
              <a:gd name="connsiteX3216" fmla="*/ 1880902 w 5114885"/>
              <a:gd name="connsiteY3216" fmla="*/ 382004 h 968306"/>
              <a:gd name="connsiteX3217" fmla="*/ 1915478 w 5114885"/>
              <a:gd name="connsiteY3217" fmla="*/ 381432 h 968306"/>
              <a:gd name="connsiteX3218" fmla="*/ 1962626 w 5114885"/>
              <a:gd name="connsiteY3218" fmla="*/ 366192 h 968306"/>
              <a:gd name="connsiteX3219" fmla="*/ 2012347 w 5114885"/>
              <a:gd name="connsiteY3219" fmla="*/ 328473 h 968306"/>
              <a:gd name="connsiteX3220" fmla="*/ 2031778 w 5114885"/>
              <a:gd name="connsiteY3220" fmla="*/ 292278 h 968306"/>
              <a:gd name="connsiteX3221" fmla="*/ 2048542 w 5114885"/>
              <a:gd name="connsiteY3221" fmla="*/ 210554 h 968306"/>
              <a:gd name="connsiteX3222" fmla="*/ 2048066 w 5114885"/>
              <a:gd name="connsiteY3222" fmla="*/ 189599 h 968306"/>
              <a:gd name="connsiteX3223" fmla="*/ 2044922 w 5114885"/>
              <a:gd name="connsiteY3223" fmla="*/ 143498 h 968306"/>
              <a:gd name="connsiteX3224" fmla="*/ 2044446 w 5114885"/>
              <a:gd name="connsiteY3224" fmla="*/ 139307 h 968306"/>
              <a:gd name="connsiteX3225" fmla="*/ 2042827 w 5114885"/>
              <a:gd name="connsiteY3225" fmla="*/ 133020 h 968306"/>
              <a:gd name="connsiteX3226" fmla="*/ 2027587 w 5114885"/>
              <a:gd name="connsiteY3226" fmla="*/ 87395 h 968306"/>
              <a:gd name="connsiteX3227" fmla="*/ 2018157 w 5114885"/>
              <a:gd name="connsiteY3227" fmla="*/ 70060 h 968306"/>
              <a:gd name="connsiteX3228" fmla="*/ 2015490 w 5114885"/>
              <a:gd name="connsiteY3228" fmla="*/ 65869 h 968306"/>
              <a:gd name="connsiteX3229" fmla="*/ 2011871 w 5114885"/>
              <a:gd name="connsiteY3229" fmla="*/ 60630 h 968306"/>
              <a:gd name="connsiteX3230" fmla="*/ 2007680 w 5114885"/>
              <a:gd name="connsiteY3230" fmla="*/ 55963 h 968306"/>
              <a:gd name="connsiteX3231" fmla="*/ 1997202 w 5114885"/>
              <a:gd name="connsiteY3231" fmla="*/ 44438 h 968306"/>
              <a:gd name="connsiteX3232" fmla="*/ 1961102 w 5114885"/>
              <a:gd name="connsiteY3232" fmla="*/ 22435 h 968306"/>
              <a:gd name="connsiteX3233" fmla="*/ 1945862 w 5114885"/>
              <a:gd name="connsiteY3233" fmla="*/ 15101 h 968306"/>
              <a:gd name="connsiteX3234" fmla="*/ 1925479 w 5114885"/>
              <a:gd name="connsiteY3234" fmla="*/ 9862 h 968306"/>
              <a:gd name="connsiteX3235" fmla="*/ 1908143 w 5114885"/>
              <a:gd name="connsiteY3235" fmla="*/ 6719 h 968306"/>
              <a:gd name="connsiteX3236" fmla="*/ 1899761 w 5114885"/>
              <a:gd name="connsiteY3236" fmla="*/ 7290 h 968306"/>
              <a:gd name="connsiteX3237" fmla="*/ 1441895 w 5114885"/>
              <a:gd name="connsiteY3237" fmla="*/ 374574 h 968306"/>
              <a:gd name="connsiteX3238" fmla="*/ 1443514 w 5114885"/>
              <a:gd name="connsiteY3238" fmla="*/ 306470 h 968306"/>
              <a:gd name="connsiteX3239" fmla="*/ 1443990 w 5114885"/>
              <a:gd name="connsiteY3239" fmla="*/ 268751 h 968306"/>
              <a:gd name="connsiteX3240" fmla="*/ 1443990 w 5114885"/>
              <a:gd name="connsiteY3240" fmla="*/ 225794 h 968306"/>
              <a:gd name="connsiteX3241" fmla="*/ 1441895 w 5114885"/>
              <a:gd name="connsiteY3241" fmla="*/ 205886 h 968306"/>
              <a:gd name="connsiteX3242" fmla="*/ 1440371 w 5114885"/>
              <a:gd name="connsiteY3242" fmla="*/ 197504 h 968306"/>
              <a:gd name="connsiteX3243" fmla="*/ 1391126 w 5114885"/>
              <a:gd name="connsiteY3243" fmla="*/ 152451 h 968306"/>
              <a:gd name="connsiteX3244" fmla="*/ 1347121 w 5114885"/>
              <a:gd name="connsiteY3244" fmla="*/ 170263 h 968306"/>
              <a:gd name="connsiteX3245" fmla="*/ 1330357 w 5114885"/>
              <a:gd name="connsiteY3245" fmla="*/ 203219 h 968306"/>
              <a:gd name="connsiteX3246" fmla="*/ 1329309 w 5114885"/>
              <a:gd name="connsiteY3246" fmla="*/ 208458 h 968306"/>
              <a:gd name="connsiteX3247" fmla="*/ 1324642 w 5114885"/>
              <a:gd name="connsiteY3247" fmla="*/ 226270 h 968306"/>
              <a:gd name="connsiteX3248" fmla="*/ 1326166 w 5114885"/>
              <a:gd name="connsiteY3248" fmla="*/ 299136 h 968306"/>
              <a:gd name="connsiteX3249" fmla="*/ 1325689 w 5114885"/>
              <a:gd name="connsiteY3249" fmla="*/ 353619 h 968306"/>
              <a:gd name="connsiteX3250" fmla="*/ 1325118 w 5114885"/>
              <a:gd name="connsiteY3250" fmla="*/ 372479 h 968306"/>
              <a:gd name="connsiteX3251" fmla="*/ 1301591 w 5114885"/>
              <a:gd name="connsiteY3251" fmla="*/ 374098 h 968306"/>
              <a:gd name="connsiteX3252" fmla="*/ 1274350 w 5114885"/>
              <a:gd name="connsiteY3252" fmla="*/ 373050 h 968306"/>
              <a:gd name="connsiteX3253" fmla="*/ 1267016 w 5114885"/>
              <a:gd name="connsiteY3253" fmla="*/ 373622 h 968306"/>
              <a:gd name="connsiteX3254" fmla="*/ 1265968 w 5114885"/>
              <a:gd name="connsiteY3254" fmla="*/ 141021 h 968306"/>
              <a:gd name="connsiteX3255" fmla="*/ 1269587 w 5114885"/>
              <a:gd name="connsiteY3255" fmla="*/ 114827 h 968306"/>
              <a:gd name="connsiteX3256" fmla="*/ 1277493 w 5114885"/>
              <a:gd name="connsiteY3256" fmla="*/ 114256 h 968306"/>
              <a:gd name="connsiteX3257" fmla="*/ 1289495 w 5114885"/>
              <a:gd name="connsiteY3257" fmla="*/ 113684 h 968306"/>
              <a:gd name="connsiteX3258" fmla="*/ 1312545 w 5114885"/>
              <a:gd name="connsiteY3258" fmla="*/ 114256 h 968306"/>
              <a:gd name="connsiteX3259" fmla="*/ 1323499 w 5114885"/>
              <a:gd name="connsiteY3259" fmla="*/ 114256 h 968306"/>
              <a:gd name="connsiteX3260" fmla="*/ 1323499 w 5114885"/>
              <a:gd name="connsiteY3260" fmla="*/ 117971 h 968306"/>
              <a:gd name="connsiteX3261" fmla="*/ 1325594 w 5114885"/>
              <a:gd name="connsiteY3261" fmla="*/ 135782 h 968306"/>
              <a:gd name="connsiteX3262" fmla="*/ 1359122 w 5114885"/>
              <a:gd name="connsiteY3262" fmla="*/ 123209 h 968306"/>
              <a:gd name="connsiteX3263" fmla="*/ 1396270 w 5114885"/>
              <a:gd name="connsiteY3263" fmla="*/ 105398 h 968306"/>
              <a:gd name="connsiteX3264" fmla="*/ 1423988 w 5114885"/>
              <a:gd name="connsiteY3264" fmla="*/ 106445 h 968306"/>
              <a:gd name="connsiteX3265" fmla="*/ 1452277 w 5114885"/>
              <a:gd name="connsiteY3265" fmla="*/ 112732 h 968306"/>
              <a:gd name="connsiteX3266" fmla="*/ 1464278 w 5114885"/>
              <a:gd name="connsiteY3266" fmla="*/ 118542 h 968306"/>
              <a:gd name="connsiteX3267" fmla="*/ 1495711 w 5114885"/>
              <a:gd name="connsiteY3267" fmla="*/ 157785 h 968306"/>
              <a:gd name="connsiteX3268" fmla="*/ 1505141 w 5114885"/>
              <a:gd name="connsiteY3268" fmla="*/ 239033 h 968306"/>
              <a:gd name="connsiteX3269" fmla="*/ 1505141 w 5114885"/>
              <a:gd name="connsiteY3269" fmla="*/ 271514 h 968306"/>
              <a:gd name="connsiteX3270" fmla="*/ 1505141 w 5114885"/>
              <a:gd name="connsiteY3270" fmla="*/ 295040 h 968306"/>
              <a:gd name="connsiteX3271" fmla="*/ 1501521 w 5114885"/>
              <a:gd name="connsiteY3271" fmla="*/ 378289 h 968306"/>
              <a:gd name="connsiteX3272" fmla="*/ 1488948 w 5114885"/>
              <a:gd name="connsiteY3272" fmla="*/ 378860 h 968306"/>
              <a:gd name="connsiteX3273" fmla="*/ 1485805 w 5114885"/>
              <a:gd name="connsiteY3273" fmla="*/ 379432 h 968306"/>
              <a:gd name="connsiteX3274" fmla="*/ 1483709 w 5114885"/>
              <a:gd name="connsiteY3274" fmla="*/ 379432 h 968306"/>
              <a:gd name="connsiteX3275" fmla="*/ 1479995 w 5114885"/>
              <a:gd name="connsiteY3275" fmla="*/ 378860 h 968306"/>
              <a:gd name="connsiteX3276" fmla="*/ 1454372 w 5114885"/>
              <a:gd name="connsiteY3276" fmla="*/ 376765 h 968306"/>
              <a:gd name="connsiteX3277" fmla="*/ 1442371 w 5114885"/>
              <a:gd name="connsiteY3277" fmla="*/ 376193 h 968306"/>
              <a:gd name="connsiteX3278" fmla="*/ 1441799 w 5114885"/>
              <a:gd name="connsiteY3278" fmla="*/ 374669 h 968306"/>
              <a:gd name="connsiteX3279" fmla="*/ 1334548 w 5114885"/>
              <a:gd name="connsiteY3279" fmla="*/ 130448 h 968306"/>
              <a:gd name="connsiteX3280" fmla="*/ 1324642 w 5114885"/>
              <a:gd name="connsiteY3280" fmla="*/ 104255 h 968306"/>
              <a:gd name="connsiteX3281" fmla="*/ 1312640 w 5114885"/>
              <a:gd name="connsiteY3281" fmla="*/ 104255 h 968306"/>
              <a:gd name="connsiteX3282" fmla="*/ 1289590 w 5114885"/>
              <a:gd name="connsiteY3282" fmla="*/ 103683 h 968306"/>
              <a:gd name="connsiteX3283" fmla="*/ 1277017 w 5114885"/>
              <a:gd name="connsiteY3283" fmla="*/ 104255 h 968306"/>
              <a:gd name="connsiteX3284" fmla="*/ 1260253 w 5114885"/>
              <a:gd name="connsiteY3284" fmla="*/ 108922 h 968306"/>
              <a:gd name="connsiteX3285" fmla="*/ 1256062 w 5114885"/>
              <a:gd name="connsiteY3285" fmla="*/ 139878 h 968306"/>
              <a:gd name="connsiteX3286" fmla="*/ 1257110 w 5114885"/>
              <a:gd name="connsiteY3286" fmla="*/ 378194 h 968306"/>
              <a:gd name="connsiteX3287" fmla="*/ 1265492 w 5114885"/>
              <a:gd name="connsiteY3287" fmla="*/ 383432 h 968306"/>
              <a:gd name="connsiteX3288" fmla="*/ 1274350 w 5114885"/>
              <a:gd name="connsiteY3288" fmla="*/ 382861 h 968306"/>
              <a:gd name="connsiteX3289" fmla="*/ 1301591 w 5114885"/>
              <a:gd name="connsiteY3289" fmla="*/ 383909 h 968306"/>
              <a:gd name="connsiteX3290" fmla="*/ 1331405 w 5114885"/>
              <a:gd name="connsiteY3290" fmla="*/ 381813 h 968306"/>
              <a:gd name="connsiteX3291" fmla="*/ 1335596 w 5114885"/>
              <a:gd name="connsiteY3291" fmla="*/ 375527 h 968306"/>
              <a:gd name="connsiteX3292" fmla="*/ 1335596 w 5114885"/>
              <a:gd name="connsiteY3292" fmla="*/ 354095 h 968306"/>
              <a:gd name="connsiteX3293" fmla="*/ 1336072 w 5114885"/>
              <a:gd name="connsiteY3293" fmla="*/ 299612 h 968306"/>
              <a:gd name="connsiteX3294" fmla="*/ 1334548 w 5114885"/>
              <a:gd name="connsiteY3294" fmla="*/ 228365 h 968306"/>
              <a:gd name="connsiteX3295" fmla="*/ 1339215 w 5114885"/>
              <a:gd name="connsiteY3295" fmla="*/ 210554 h 968306"/>
              <a:gd name="connsiteX3296" fmla="*/ 1340263 w 5114885"/>
              <a:gd name="connsiteY3296" fmla="*/ 204743 h 968306"/>
              <a:gd name="connsiteX3297" fmla="*/ 1354931 w 5114885"/>
              <a:gd name="connsiteY3297" fmla="*/ 176454 h 968306"/>
              <a:gd name="connsiteX3298" fmla="*/ 1392079 w 5114885"/>
              <a:gd name="connsiteY3298" fmla="*/ 162262 h 968306"/>
              <a:gd name="connsiteX3299" fmla="*/ 1431893 w 5114885"/>
              <a:gd name="connsiteY3299" fmla="*/ 206839 h 968306"/>
              <a:gd name="connsiteX3300" fmla="*/ 1433989 w 5114885"/>
              <a:gd name="connsiteY3300" fmla="*/ 227222 h 968306"/>
              <a:gd name="connsiteX3301" fmla="*/ 1433513 w 5114885"/>
              <a:gd name="connsiteY3301" fmla="*/ 306375 h 968306"/>
              <a:gd name="connsiteX3302" fmla="*/ 1431893 w 5114885"/>
              <a:gd name="connsiteY3302" fmla="*/ 374479 h 968306"/>
              <a:gd name="connsiteX3303" fmla="*/ 1432465 w 5114885"/>
              <a:gd name="connsiteY3303" fmla="*/ 377051 h 968306"/>
              <a:gd name="connsiteX3304" fmla="*/ 1431893 w 5114885"/>
              <a:gd name="connsiteY3304" fmla="*/ 379718 h 968306"/>
              <a:gd name="connsiteX3305" fmla="*/ 1454468 w 5114885"/>
              <a:gd name="connsiteY3305" fmla="*/ 386576 h 968306"/>
              <a:gd name="connsiteX3306" fmla="*/ 1478566 w 5114885"/>
              <a:gd name="connsiteY3306" fmla="*/ 388671 h 968306"/>
              <a:gd name="connsiteX3307" fmla="*/ 1483233 w 5114885"/>
              <a:gd name="connsiteY3307" fmla="*/ 389147 h 968306"/>
              <a:gd name="connsiteX3308" fmla="*/ 1487424 w 5114885"/>
              <a:gd name="connsiteY3308" fmla="*/ 389147 h 968306"/>
              <a:gd name="connsiteX3309" fmla="*/ 1490567 w 5114885"/>
              <a:gd name="connsiteY3309" fmla="*/ 388671 h 968306"/>
              <a:gd name="connsiteX3310" fmla="*/ 1501045 w 5114885"/>
              <a:gd name="connsiteY3310" fmla="*/ 388671 h 968306"/>
              <a:gd name="connsiteX3311" fmla="*/ 1512570 w 5114885"/>
              <a:gd name="connsiteY3311" fmla="*/ 384480 h 968306"/>
              <a:gd name="connsiteX3312" fmla="*/ 1515142 w 5114885"/>
              <a:gd name="connsiteY3312" fmla="*/ 294945 h 968306"/>
              <a:gd name="connsiteX3313" fmla="*/ 1515142 w 5114885"/>
              <a:gd name="connsiteY3313" fmla="*/ 271895 h 968306"/>
              <a:gd name="connsiteX3314" fmla="*/ 1515142 w 5114885"/>
              <a:gd name="connsiteY3314" fmla="*/ 239414 h 968306"/>
              <a:gd name="connsiteX3315" fmla="*/ 1505712 w 5114885"/>
              <a:gd name="connsiteY3315" fmla="*/ 154547 h 968306"/>
              <a:gd name="connsiteX3316" fmla="*/ 1470089 w 5114885"/>
              <a:gd name="connsiteY3316" fmla="*/ 109970 h 968306"/>
              <a:gd name="connsiteX3317" fmla="*/ 1454372 w 5114885"/>
              <a:gd name="connsiteY3317" fmla="*/ 103207 h 968306"/>
              <a:gd name="connsiteX3318" fmla="*/ 1424559 w 5114885"/>
              <a:gd name="connsiteY3318" fmla="*/ 96349 h 968306"/>
              <a:gd name="connsiteX3319" fmla="*/ 1394174 w 5114885"/>
              <a:gd name="connsiteY3319" fmla="*/ 95777 h 968306"/>
              <a:gd name="connsiteX3320" fmla="*/ 1353788 w 5114885"/>
              <a:gd name="connsiteY3320" fmla="*/ 114637 h 968306"/>
              <a:gd name="connsiteX3321" fmla="*/ 1334357 w 5114885"/>
              <a:gd name="connsiteY3321" fmla="*/ 130353 h 968306"/>
              <a:gd name="connsiteX3322" fmla="*/ 1089184 w 5114885"/>
              <a:gd name="connsiteY3322" fmla="*/ 158642 h 968306"/>
              <a:gd name="connsiteX3323" fmla="*/ 1052513 w 5114885"/>
              <a:gd name="connsiteY3323" fmla="*/ 158642 h 968306"/>
              <a:gd name="connsiteX3324" fmla="*/ 1039368 w 5114885"/>
              <a:gd name="connsiteY3324" fmla="*/ 162833 h 968306"/>
              <a:gd name="connsiteX3325" fmla="*/ 1036701 w 5114885"/>
              <a:gd name="connsiteY3325" fmla="*/ 164929 h 968306"/>
              <a:gd name="connsiteX3326" fmla="*/ 1029938 w 5114885"/>
              <a:gd name="connsiteY3326" fmla="*/ 169120 h 968306"/>
              <a:gd name="connsiteX3327" fmla="*/ 1016794 w 5114885"/>
              <a:gd name="connsiteY3327" fmla="*/ 182264 h 968306"/>
              <a:gd name="connsiteX3328" fmla="*/ 1006316 w 5114885"/>
              <a:gd name="connsiteY3328" fmla="*/ 207887 h 968306"/>
              <a:gd name="connsiteX3329" fmla="*/ 1022033 w 5114885"/>
              <a:gd name="connsiteY3329" fmla="*/ 219412 h 968306"/>
              <a:gd name="connsiteX3330" fmla="*/ 1025176 w 5114885"/>
              <a:gd name="connsiteY3330" fmla="*/ 218840 h 968306"/>
              <a:gd name="connsiteX3331" fmla="*/ 1115759 w 5114885"/>
              <a:gd name="connsiteY3331" fmla="*/ 221507 h 968306"/>
              <a:gd name="connsiteX3332" fmla="*/ 1132523 w 5114885"/>
              <a:gd name="connsiteY3332" fmla="*/ 215697 h 968306"/>
              <a:gd name="connsiteX3333" fmla="*/ 1125760 w 5114885"/>
              <a:gd name="connsiteY3333" fmla="*/ 179597 h 968306"/>
              <a:gd name="connsiteX3334" fmla="*/ 1107948 w 5114885"/>
              <a:gd name="connsiteY3334" fmla="*/ 165977 h 968306"/>
              <a:gd name="connsiteX3335" fmla="*/ 1089089 w 5114885"/>
              <a:gd name="connsiteY3335" fmla="*/ 158642 h 968306"/>
              <a:gd name="connsiteX3336" fmla="*/ 1126236 w 5114885"/>
              <a:gd name="connsiteY3336" fmla="*/ 207887 h 968306"/>
              <a:gd name="connsiteX3337" fmla="*/ 1115282 w 5114885"/>
              <a:gd name="connsiteY3337" fmla="*/ 211601 h 968306"/>
              <a:gd name="connsiteX3338" fmla="*/ 1023080 w 5114885"/>
              <a:gd name="connsiteY3338" fmla="*/ 208934 h 968306"/>
              <a:gd name="connsiteX3339" fmla="*/ 1019937 w 5114885"/>
              <a:gd name="connsiteY3339" fmla="*/ 209506 h 968306"/>
              <a:gd name="connsiteX3340" fmla="*/ 1016222 w 5114885"/>
              <a:gd name="connsiteY3340" fmla="*/ 210077 h 968306"/>
              <a:gd name="connsiteX3341" fmla="*/ 1024604 w 5114885"/>
              <a:gd name="connsiteY3341" fmla="*/ 188075 h 968306"/>
              <a:gd name="connsiteX3342" fmla="*/ 1034510 w 5114885"/>
              <a:gd name="connsiteY3342" fmla="*/ 178169 h 968306"/>
              <a:gd name="connsiteX3343" fmla="*/ 1042892 w 5114885"/>
              <a:gd name="connsiteY3343" fmla="*/ 173501 h 968306"/>
              <a:gd name="connsiteX3344" fmla="*/ 1044988 w 5114885"/>
              <a:gd name="connsiteY3344" fmla="*/ 171406 h 968306"/>
              <a:gd name="connsiteX3345" fmla="*/ 1054894 w 5114885"/>
              <a:gd name="connsiteY3345" fmla="*/ 168739 h 968306"/>
              <a:gd name="connsiteX3346" fmla="*/ 1086803 w 5114885"/>
              <a:gd name="connsiteY3346" fmla="*/ 168739 h 968306"/>
              <a:gd name="connsiteX3347" fmla="*/ 1103090 w 5114885"/>
              <a:gd name="connsiteY3347" fmla="*/ 175025 h 968306"/>
              <a:gd name="connsiteX3348" fmla="*/ 1117283 w 5114885"/>
              <a:gd name="connsiteY3348" fmla="*/ 185503 h 968306"/>
              <a:gd name="connsiteX3349" fmla="*/ 1126141 w 5114885"/>
              <a:gd name="connsiteY3349" fmla="*/ 207982 h 968306"/>
              <a:gd name="connsiteX3350" fmla="*/ 1140333 w 5114885"/>
              <a:gd name="connsiteY3350" fmla="*/ 304375 h 968306"/>
              <a:gd name="connsiteX3351" fmla="*/ 1189101 w 5114885"/>
              <a:gd name="connsiteY3351" fmla="*/ 303327 h 968306"/>
              <a:gd name="connsiteX3352" fmla="*/ 1178624 w 5114885"/>
              <a:gd name="connsiteY3352" fmla="*/ 328473 h 968306"/>
              <a:gd name="connsiteX3353" fmla="*/ 1171861 w 5114885"/>
              <a:gd name="connsiteY3353" fmla="*/ 337331 h 968306"/>
              <a:gd name="connsiteX3354" fmla="*/ 1160336 w 5114885"/>
              <a:gd name="connsiteY3354" fmla="*/ 348857 h 968306"/>
              <a:gd name="connsiteX3355" fmla="*/ 1138904 w 5114885"/>
              <a:gd name="connsiteY3355" fmla="*/ 360382 h 968306"/>
              <a:gd name="connsiteX3356" fmla="*/ 1136237 w 5114885"/>
              <a:gd name="connsiteY3356" fmla="*/ 362954 h 968306"/>
              <a:gd name="connsiteX3357" fmla="*/ 1133570 w 5114885"/>
              <a:gd name="connsiteY3357" fmla="*/ 364573 h 968306"/>
              <a:gd name="connsiteX3358" fmla="*/ 1122045 w 5114885"/>
              <a:gd name="connsiteY3358" fmla="*/ 370288 h 968306"/>
              <a:gd name="connsiteX3359" fmla="*/ 1116806 w 5114885"/>
              <a:gd name="connsiteY3359" fmla="*/ 371907 h 968306"/>
              <a:gd name="connsiteX3360" fmla="*/ 1112139 w 5114885"/>
              <a:gd name="connsiteY3360" fmla="*/ 373526 h 968306"/>
              <a:gd name="connsiteX3361" fmla="*/ 1032510 w 5114885"/>
              <a:gd name="connsiteY3361" fmla="*/ 371907 h 968306"/>
              <a:gd name="connsiteX3362" fmla="*/ 1006316 w 5114885"/>
              <a:gd name="connsiteY3362" fmla="*/ 364001 h 968306"/>
              <a:gd name="connsiteX3363" fmla="*/ 976979 w 5114885"/>
              <a:gd name="connsiteY3363" fmla="*/ 341522 h 968306"/>
              <a:gd name="connsiteX3364" fmla="*/ 948690 w 5114885"/>
              <a:gd name="connsiteY3364" fmla="*/ 291230 h 968306"/>
              <a:gd name="connsiteX3365" fmla="*/ 946023 w 5114885"/>
              <a:gd name="connsiteY3365" fmla="*/ 280753 h 968306"/>
              <a:gd name="connsiteX3366" fmla="*/ 944404 w 5114885"/>
              <a:gd name="connsiteY3366" fmla="*/ 276562 h 968306"/>
              <a:gd name="connsiteX3367" fmla="*/ 943356 w 5114885"/>
              <a:gd name="connsiteY3367" fmla="*/ 270275 h 968306"/>
              <a:gd name="connsiteX3368" fmla="*/ 941261 w 5114885"/>
              <a:gd name="connsiteY3368" fmla="*/ 256655 h 968306"/>
              <a:gd name="connsiteX3369" fmla="*/ 941832 w 5114885"/>
              <a:gd name="connsiteY3369" fmla="*/ 252940 h 968306"/>
              <a:gd name="connsiteX3370" fmla="*/ 942404 w 5114885"/>
              <a:gd name="connsiteY3370" fmla="*/ 249320 h 968306"/>
              <a:gd name="connsiteX3371" fmla="*/ 942404 w 5114885"/>
              <a:gd name="connsiteY3371" fmla="*/ 245606 h 968306"/>
              <a:gd name="connsiteX3372" fmla="*/ 942880 w 5114885"/>
              <a:gd name="connsiteY3372" fmla="*/ 238843 h 968306"/>
              <a:gd name="connsiteX3373" fmla="*/ 968026 w 5114885"/>
              <a:gd name="connsiteY3373" fmla="*/ 170168 h 968306"/>
              <a:gd name="connsiteX3374" fmla="*/ 980027 w 5114885"/>
              <a:gd name="connsiteY3374" fmla="*/ 152356 h 968306"/>
              <a:gd name="connsiteX3375" fmla="*/ 1018223 w 5114885"/>
              <a:gd name="connsiteY3375" fmla="*/ 123019 h 968306"/>
              <a:gd name="connsiteX3376" fmla="*/ 1049084 w 5114885"/>
              <a:gd name="connsiteY3376" fmla="*/ 114161 h 968306"/>
              <a:gd name="connsiteX3377" fmla="*/ 1106710 w 5114885"/>
              <a:gd name="connsiteY3377" fmla="*/ 114732 h 968306"/>
              <a:gd name="connsiteX3378" fmla="*/ 1110425 w 5114885"/>
              <a:gd name="connsiteY3378" fmla="*/ 115780 h 968306"/>
              <a:gd name="connsiteX3379" fmla="*/ 1139762 w 5114885"/>
              <a:gd name="connsiteY3379" fmla="*/ 127781 h 968306"/>
              <a:gd name="connsiteX3380" fmla="*/ 1158621 w 5114885"/>
              <a:gd name="connsiteY3380" fmla="*/ 149784 h 968306"/>
              <a:gd name="connsiteX3381" fmla="*/ 1190625 w 5114885"/>
              <a:gd name="connsiteY3381" fmla="*/ 227318 h 968306"/>
              <a:gd name="connsiteX3382" fmla="*/ 1191197 w 5114885"/>
              <a:gd name="connsiteY3382" fmla="*/ 232080 h 968306"/>
              <a:gd name="connsiteX3383" fmla="*/ 1191197 w 5114885"/>
              <a:gd name="connsiteY3383" fmla="*/ 235795 h 968306"/>
              <a:gd name="connsiteX3384" fmla="*/ 1191673 w 5114885"/>
              <a:gd name="connsiteY3384" fmla="*/ 242081 h 968306"/>
              <a:gd name="connsiteX3385" fmla="*/ 1193292 w 5114885"/>
              <a:gd name="connsiteY3385" fmla="*/ 249987 h 968306"/>
              <a:gd name="connsiteX3386" fmla="*/ 1194340 w 5114885"/>
              <a:gd name="connsiteY3386" fmla="*/ 254654 h 968306"/>
              <a:gd name="connsiteX3387" fmla="*/ 1161860 w 5114885"/>
              <a:gd name="connsiteY3387" fmla="*/ 253035 h 968306"/>
              <a:gd name="connsiteX3388" fmla="*/ 1089565 w 5114885"/>
              <a:gd name="connsiteY3388" fmla="*/ 256178 h 968306"/>
              <a:gd name="connsiteX3389" fmla="*/ 1066514 w 5114885"/>
              <a:gd name="connsiteY3389" fmla="*/ 257226 h 968306"/>
              <a:gd name="connsiteX3390" fmla="*/ 1015175 w 5114885"/>
              <a:gd name="connsiteY3390" fmla="*/ 258274 h 968306"/>
              <a:gd name="connsiteX3391" fmla="*/ 1006793 w 5114885"/>
              <a:gd name="connsiteY3391" fmla="*/ 292850 h 968306"/>
              <a:gd name="connsiteX3392" fmla="*/ 1008888 w 5114885"/>
              <a:gd name="connsiteY3392" fmla="*/ 298088 h 968306"/>
              <a:gd name="connsiteX3393" fmla="*/ 1010507 w 5114885"/>
              <a:gd name="connsiteY3393" fmla="*/ 302279 h 968306"/>
              <a:gd name="connsiteX3394" fmla="*/ 1012127 w 5114885"/>
              <a:gd name="connsiteY3394" fmla="*/ 305423 h 968306"/>
              <a:gd name="connsiteX3395" fmla="*/ 1014222 w 5114885"/>
              <a:gd name="connsiteY3395" fmla="*/ 308090 h 968306"/>
              <a:gd name="connsiteX3396" fmla="*/ 1017365 w 5114885"/>
              <a:gd name="connsiteY3396" fmla="*/ 312281 h 968306"/>
              <a:gd name="connsiteX3397" fmla="*/ 1022604 w 5114885"/>
              <a:gd name="connsiteY3397" fmla="*/ 317519 h 968306"/>
              <a:gd name="connsiteX3398" fmla="*/ 1027843 w 5114885"/>
              <a:gd name="connsiteY3398" fmla="*/ 323806 h 968306"/>
              <a:gd name="connsiteX3399" fmla="*/ 1057180 w 5114885"/>
              <a:gd name="connsiteY3399" fmla="*/ 336950 h 968306"/>
              <a:gd name="connsiteX3400" fmla="*/ 1060799 w 5114885"/>
              <a:gd name="connsiteY3400" fmla="*/ 337522 h 968306"/>
              <a:gd name="connsiteX3401" fmla="*/ 1094327 w 5114885"/>
              <a:gd name="connsiteY3401" fmla="*/ 333807 h 968306"/>
              <a:gd name="connsiteX3402" fmla="*/ 1139857 w 5114885"/>
              <a:gd name="connsiteY3402" fmla="*/ 304470 h 968306"/>
              <a:gd name="connsiteX3403" fmla="*/ 1140428 w 5114885"/>
              <a:gd name="connsiteY3403" fmla="*/ 304470 h 968306"/>
              <a:gd name="connsiteX3404" fmla="*/ 1015651 w 5114885"/>
              <a:gd name="connsiteY3404" fmla="*/ 268275 h 968306"/>
              <a:gd name="connsiteX3405" fmla="*/ 1068038 w 5114885"/>
              <a:gd name="connsiteY3405" fmla="*/ 267227 h 968306"/>
              <a:gd name="connsiteX3406" fmla="*/ 1089470 w 5114885"/>
              <a:gd name="connsiteY3406" fmla="*/ 266180 h 968306"/>
              <a:gd name="connsiteX3407" fmla="*/ 1161764 w 5114885"/>
              <a:gd name="connsiteY3407" fmla="*/ 263036 h 968306"/>
              <a:gd name="connsiteX3408" fmla="*/ 1182719 w 5114885"/>
              <a:gd name="connsiteY3408" fmla="*/ 264656 h 968306"/>
              <a:gd name="connsiteX3409" fmla="*/ 1201579 w 5114885"/>
              <a:gd name="connsiteY3409" fmla="*/ 240557 h 968306"/>
              <a:gd name="connsiteX3410" fmla="*/ 1201007 w 5114885"/>
              <a:gd name="connsiteY3410" fmla="*/ 235319 h 968306"/>
              <a:gd name="connsiteX3411" fmla="*/ 1201007 w 5114885"/>
              <a:gd name="connsiteY3411" fmla="*/ 231128 h 968306"/>
              <a:gd name="connsiteX3412" fmla="*/ 1200436 w 5114885"/>
              <a:gd name="connsiteY3412" fmla="*/ 225889 h 968306"/>
              <a:gd name="connsiteX3413" fmla="*/ 1165860 w 5114885"/>
              <a:gd name="connsiteY3413" fmla="*/ 142545 h 968306"/>
              <a:gd name="connsiteX3414" fmla="*/ 1144905 w 5114885"/>
              <a:gd name="connsiteY3414" fmla="*/ 119495 h 968306"/>
              <a:gd name="connsiteX3415" fmla="*/ 1116616 w 5114885"/>
              <a:gd name="connsiteY3415" fmla="*/ 107493 h 968306"/>
              <a:gd name="connsiteX3416" fmla="*/ 1112425 w 5114885"/>
              <a:gd name="connsiteY3416" fmla="*/ 105874 h 968306"/>
              <a:gd name="connsiteX3417" fmla="*/ 1108710 w 5114885"/>
              <a:gd name="connsiteY3417" fmla="*/ 105302 h 968306"/>
              <a:gd name="connsiteX3418" fmla="*/ 1047369 w 5114885"/>
              <a:gd name="connsiteY3418" fmla="*/ 104255 h 968306"/>
              <a:gd name="connsiteX3419" fmla="*/ 1014889 w 5114885"/>
              <a:gd name="connsiteY3419" fmla="*/ 113113 h 968306"/>
              <a:gd name="connsiteX3420" fmla="*/ 970883 w 5114885"/>
              <a:gd name="connsiteY3420" fmla="*/ 147689 h 968306"/>
              <a:gd name="connsiteX3421" fmla="*/ 958310 w 5114885"/>
              <a:gd name="connsiteY3421" fmla="*/ 165977 h 968306"/>
              <a:gd name="connsiteX3422" fmla="*/ 933164 w 5114885"/>
              <a:gd name="connsiteY3422" fmla="*/ 230366 h 968306"/>
              <a:gd name="connsiteX3423" fmla="*/ 932117 w 5114885"/>
              <a:gd name="connsiteY3423" fmla="*/ 244558 h 968306"/>
              <a:gd name="connsiteX3424" fmla="*/ 932117 w 5114885"/>
              <a:gd name="connsiteY3424" fmla="*/ 248273 h 968306"/>
              <a:gd name="connsiteX3425" fmla="*/ 931545 w 5114885"/>
              <a:gd name="connsiteY3425" fmla="*/ 251416 h 968306"/>
              <a:gd name="connsiteX3426" fmla="*/ 930974 w 5114885"/>
              <a:gd name="connsiteY3426" fmla="*/ 255607 h 968306"/>
              <a:gd name="connsiteX3427" fmla="*/ 933069 w 5114885"/>
              <a:gd name="connsiteY3427" fmla="*/ 272371 h 968306"/>
              <a:gd name="connsiteX3428" fmla="*/ 934688 w 5114885"/>
              <a:gd name="connsiteY3428" fmla="*/ 280181 h 968306"/>
              <a:gd name="connsiteX3429" fmla="*/ 936308 w 5114885"/>
              <a:gd name="connsiteY3429" fmla="*/ 284372 h 968306"/>
              <a:gd name="connsiteX3430" fmla="*/ 938403 w 5114885"/>
              <a:gd name="connsiteY3430" fmla="*/ 292754 h 968306"/>
              <a:gd name="connsiteX3431" fmla="*/ 938975 w 5114885"/>
              <a:gd name="connsiteY3431" fmla="*/ 295421 h 968306"/>
              <a:gd name="connsiteX3432" fmla="*/ 969836 w 5114885"/>
              <a:gd name="connsiteY3432" fmla="*/ 349428 h 968306"/>
              <a:gd name="connsiteX3433" fmla="*/ 1003363 w 5114885"/>
              <a:gd name="connsiteY3433" fmla="*/ 374003 h 968306"/>
              <a:gd name="connsiteX3434" fmla="*/ 1029557 w 5114885"/>
              <a:gd name="connsiteY3434" fmla="*/ 381908 h 968306"/>
              <a:gd name="connsiteX3435" fmla="*/ 1114901 w 5114885"/>
              <a:gd name="connsiteY3435" fmla="*/ 382956 h 968306"/>
              <a:gd name="connsiteX3436" fmla="*/ 1119092 w 5114885"/>
              <a:gd name="connsiteY3436" fmla="*/ 381432 h 968306"/>
              <a:gd name="connsiteX3437" fmla="*/ 1124903 w 5114885"/>
              <a:gd name="connsiteY3437" fmla="*/ 379813 h 968306"/>
              <a:gd name="connsiteX3438" fmla="*/ 1134332 w 5114885"/>
              <a:gd name="connsiteY3438" fmla="*/ 374574 h 968306"/>
              <a:gd name="connsiteX3439" fmla="*/ 1139571 w 5114885"/>
              <a:gd name="connsiteY3439" fmla="*/ 372479 h 968306"/>
              <a:gd name="connsiteX3440" fmla="*/ 1142238 w 5114885"/>
              <a:gd name="connsiteY3440" fmla="*/ 370383 h 968306"/>
              <a:gd name="connsiteX3441" fmla="*/ 1144905 w 5114885"/>
              <a:gd name="connsiteY3441" fmla="*/ 368288 h 968306"/>
              <a:gd name="connsiteX3442" fmla="*/ 1165860 w 5114885"/>
              <a:gd name="connsiteY3442" fmla="*/ 357239 h 968306"/>
              <a:gd name="connsiteX3443" fmla="*/ 1181100 w 5114885"/>
              <a:gd name="connsiteY3443" fmla="*/ 341046 h 968306"/>
              <a:gd name="connsiteX3444" fmla="*/ 1187387 w 5114885"/>
              <a:gd name="connsiteY3444" fmla="*/ 333712 h 968306"/>
              <a:gd name="connsiteX3445" fmla="*/ 1195769 w 5114885"/>
              <a:gd name="connsiteY3445" fmla="*/ 293326 h 968306"/>
              <a:gd name="connsiteX3446" fmla="*/ 1179005 w 5114885"/>
              <a:gd name="connsiteY3446" fmla="*/ 292278 h 968306"/>
              <a:gd name="connsiteX3447" fmla="*/ 1138142 w 5114885"/>
              <a:gd name="connsiteY3447" fmla="*/ 294374 h 968306"/>
              <a:gd name="connsiteX3448" fmla="*/ 1133951 w 5114885"/>
              <a:gd name="connsiteY3448" fmla="*/ 295421 h 968306"/>
              <a:gd name="connsiteX3449" fmla="*/ 1130237 w 5114885"/>
              <a:gd name="connsiteY3449" fmla="*/ 301232 h 968306"/>
              <a:gd name="connsiteX3450" fmla="*/ 1091470 w 5114885"/>
              <a:gd name="connsiteY3450" fmla="*/ 324282 h 968306"/>
              <a:gd name="connsiteX3451" fmla="*/ 1060514 w 5114885"/>
              <a:gd name="connsiteY3451" fmla="*/ 327425 h 968306"/>
              <a:gd name="connsiteX3452" fmla="*/ 1055846 w 5114885"/>
              <a:gd name="connsiteY3452" fmla="*/ 326378 h 968306"/>
              <a:gd name="connsiteX3453" fmla="*/ 1034891 w 5114885"/>
              <a:gd name="connsiteY3453" fmla="*/ 316948 h 968306"/>
              <a:gd name="connsiteX3454" fmla="*/ 1028129 w 5114885"/>
              <a:gd name="connsiteY3454" fmla="*/ 309137 h 968306"/>
              <a:gd name="connsiteX3455" fmla="*/ 1024985 w 5114885"/>
              <a:gd name="connsiteY3455" fmla="*/ 305423 h 968306"/>
              <a:gd name="connsiteX3456" fmla="*/ 1021842 w 5114885"/>
              <a:gd name="connsiteY3456" fmla="*/ 301803 h 968306"/>
              <a:gd name="connsiteX3457" fmla="*/ 1019747 w 5114885"/>
              <a:gd name="connsiteY3457" fmla="*/ 298088 h 968306"/>
              <a:gd name="connsiteX3458" fmla="*/ 1018127 w 5114885"/>
              <a:gd name="connsiteY3458" fmla="*/ 294945 h 968306"/>
              <a:gd name="connsiteX3459" fmla="*/ 1016032 w 5114885"/>
              <a:gd name="connsiteY3459" fmla="*/ 289230 h 968306"/>
              <a:gd name="connsiteX3460" fmla="*/ 1015460 w 5114885"/>
              <a:gd name="connsiteY3460" fmla="*/ 268275 h 968306"/>
              <a:gd name="connsiteX3461" fmla="*/ 826865 w 5114885"/>
              <a:gd name="connsiteY3461" fmla="*/ 368383 h 968306"/>
              <a:gd name="connsiteX3462" fmla="*/ 826865 w 5114885"/>
              <a:gd name="connsiteY3462" fmla="*/ 356286 h 968306"/>
              <a:gd name="connsiteX3463" fmla="*/ 827437 w 5114885"/>
              <a:gd name="connsiteY3463" fmla="*/ 331712 h 968306"/>
              <a:gd name="connsiteX3464" fmla="*/ 825341 w 5114885"/>
              <a:gd name="connsiteY3464" fmla="*/ 47771 h 968306"/>
              <a:gd name="connsiteX3465" fmla="*/ 826865 w 5114885"/>
              <a:gd name="connsiteY3465" fmla="*/ 17863 h 968306"/>
              <a:gd name="connsiteX3466" fmla="*/ 826865 w 5114885"/>
              <a:gd name="connsiteY3466" fmla="*/ 15291 h 968306"/>
              <a:gd name="connsiteX3467" fmla="*/ 846773 w 5114885"/>
              <a:gd name="connsiteY3467" fmla="*/ 17387 h 968306"/>
              <a:gd name="connsiteX3468" fmla="*/ 849916 w 5114885"/>
              <a:gd name="connsiteY3468" fmla="*/ 17387 h 968306"/>
              <a:gd name="connsiteX3469" fmla="*/ 850963 w 5114885"/>
              <a:gd name="connsiteY3469" fmla="*/ 16815 h 968306"/>
              <a:gd name="connsiteX3470" fmla="*/ 854107 w 5114885"/>
              <a:gd name="connsiteY3470" fmla="*/ 17387 h 968306"/>
              <a:gd name="connsiteX3471" fmla="*/ 863537 w 5114885"/>
              <a:gd name="connsiteY3471" fmla="*/ 17387 h 968306"/>
              <a:gd name="connsiteX3472" fmla="*/ 877157 w 5114885"/>
              <a:gd name="connsiteY3472" fmla="*/ 17958 h 968306"/>
              <a:gd name="connsiteX3473" fmla="*/ 887635 w 5114885"/>
              <a:gd name="connsiteY3473" fmla="*/ 17958 h 968306"/>
              <a:gd name="connsiteX3474" fmla="*/ 887635 w 5114885"/>
              <a:gd name="connsiteY3474" fmla="*/ 19006 h 968306"/>
              <a:gd name="connsiteX3475" fmla="*/ 888206 w 5114885"/>
              <a:gd name="connsiteY3475" fmla="*/ 22721 h 968306"/>
              <a:gd name="connsiteX3476" fmla="*/ 884492 w 5114885"/>
              <a:gd name="connsiteY3476" fmla="*/ 362192 h 968306"/>
              <a:gd name="connsiteX3477" fmla="*/ 884492 w 5114885"/>
              <a:gd name="connsiteY3477" fmla="*/ 370002 h 968306"/>
              <a:gd name="connsiteX3478" fmla="*/ 883920 w 5114885"/>
              <a:gd name="connsiteY3478" fmla="*/ 370002 h 968306"/>
              <a:gd name="connsiteX3479" fmla="*/ 843058 w 5114885"/>
              <a:gd name="connsiteY3479" fmla="*/ 371621 h 968306"/>
              <a:gd name="connsiteX3480" fmla="*/ 826770 w 5114885"/>
              <a:gd name="connsiteY3480" fmla="*/ 370002 h 968306"/>
              <a:gd name="connsiteX3481" fmla="*/ 826770 w 5114885"/>
              <a:gd name="connsiteY3481" fmla="*/ 368478 h 968306"/>
              <a:gd name="connsiteX3482" fmla="*/ 848106 w 5114885"/>
              <a:gd name="connsiteY3482" fmla="*/ 7290 h 968306"/>
              <a:gd name="connsiteX3483" fmla="*/ 821912 w 5114885"/>
              <a:gd name="connsiteY3483" fmla="*/ 5195 h 968306"/>
              <a:gd name="connsiteX3484" fmla="*/ 817150 w 5114885"/>
              <a:gd name="connsiteY3484" fmla="*/ 17196 h 968306"/>
              <a:gd name="connsiteX3485" fmla="*/ 815531 w 5114885"/>
              <a:gd name="connsiteY3485" fmla="*/ 47105 h 968306"/>
              <a:gd name="connsiteX3486" fmla="*/ 817626 w 5114885"/>
              <a:gd name="connsiteY3486" fmla="*/ 331045 h 968306"/>
              <a:gd name="connsiteX3487" fmla="*/ 817055 w 5114885"/>
              <a:gd name="connsiteY3487" fmla="*/ 355715 h 968306"/>
              <a:gd name="connsiteX3488" fmla="*/ 817055 w 5114885"/>
              <a:gd name="connsiteY3488" fmla="*/ 372479 h 968306"/>
              <a:gd name="connsiteX3489" fmla="*/ 823341 w 5114885"/>
              <a:gd name="connsiteY3489" fmla="*/ 380861 h 968306"/>
              <a:gd name="connsiteX3490" fmla="*/ 842677 w 5114885"/>
              <a:gd name="connsiteY3490" fmla="*/ 381432 h 968306"/>
              <a:gd name="connsiteX3491" fmla="*/ 885635 w 5114885"/>
              <a:gd name="connsiteY3491" fmla="*/ 380384 h 968306"/>
              <a:gd name="connsiteX3492" fmla="*/ 886682 w 5114885"/>
              <a:gd name="connsiteY3492" fmla="*/ 380384 h 968306"/>
              <a:gd name="connsiteX3493" fmla="*/ 895064 w 5114885"/>
              <a:gd name="connsiteY3493" fmla="*/ 372479 h 968306"/>
              <a:gd name="connsiteX3494" fmla="*/ 895064 w 5114885"/>
              <a:gd name="connsiteY3494" fmla="*/ 369812 h 968306"/>
              <a:gd name="connsiteX3495" fmla="*/ 894493 w 5114885"/>
              <a:gd name="connsiteY3495" fmla="*/ 367240 h 968306"/>
              <a:gd name="connsiteX3496" fmla="*/ 894493 w 5114885"/>
              <a:gd name="connsiteY3496" fmla="*/ 362001 h 968306"/>
              <a:gd name="connsiteX3497" fmla="*/ 898208 w 5114885"/>
              <a:gd name="connsiteY3497" fmla="*/ 22054 h 968306"/>
              <a:gd name="connsiteX3498" fmla="*/ 897636 w 5114885"/>
              <a:gd name="connsiteY3498" fmla="*/ 16339 h 968306"/>
              <a:gd name="connsiteX3499" fmla="*/ 897065 w 5114885"/>
              <a:gd name="connsiteY3499" fmla="*/ 13196 h 968306"/>
              <a:gd name="connsiteX3500" fmla="*/ 877634 w 5114885"/>
              <a:gd name="connsiteY3500" fmla="*/ 7957 h 968306"/>
              <a:gd name="connsiteX3501" fmla="*/ 864013 w 5114885"/>
              <a:gd name="connsiteY3501" fmla="*/ 7385 h 968306"/>
              <a:gd name="connsiteX3502" fmla="*/ 854583 w 5114885"/>
              <a:gd name="connsiteY3502" fmla="*/ 6814 h 968306"/>
              <a:gd name="connsiteX3503" fmla="*/ 849344 w 5114885"/>
              <a:gd name="connsiteY3503" fmla="*/ 6814 h 968306"/>
              <a:gd name="connsiteX3504" fmla="*/ 847725 w 5114885"/>
              <a:gd name="connsiteY3504" fmla="*/ 7385 h 968306"/>
              <a:gd name="connsiteX3505" fmla="*/ 649034 w 5114885"/>
              <a:gd name="connsiteY3505" fmla="*/ 158738 h 968306"/>
              <a:gd name="connsiteX3506" fmla="*/ 612362 w 5114885"/>
              <a:gd name="connsiteY3506" fmla="*/ 158738 h 968306"/>
              <a:gd name="connsiteX3507" fmla="*/ 599313 w 5114885"/>
              <a:gd name="connsiteY3507" fmla="*/ 162929 h 968306"/>
              <a:gd name="connsiteX3508" fmla="*/ 596646 w 5114885"/>
              <a:gd name="connsiteY3508" fmla="*/ 165024 h 968306"/>
              <a:gd name="connsiteX3509" fmla="*/ 589788 w 5114885"/>
              <a:gd name="connsiteY3509" fmla="*/ 169215 h 968306"/>
              <a:gd name="connsiteX3510" fmla="*/ 576644 w 5114885"/>
              <a:gd name="connsiteY3510" fmla="*/ 182360 h 968306"/>
              <a:gd name="connsiteX3511" fmla="*/ 566166 w 5114885"/>
              <a:gd name="connsiteY3511" fmla="*/ 207982 h 968306"/>
              <a:gd name="connsiteX3512" fmla="*/ 581882 w 5114885"/>
              <a:gd name="connsiteY3512" fmla="*/ 219507 h 968306"/>
              <a:gd name="connsiteX3513" fmla="*/ 585026 w 5114885"/>
              <a:gd name="connsiteY3513" fmla="*/ 218936 h 968306"/>
              <a:gd name="connsiteX3514" fmla="*/ 675608 w 5114885"/>
              <a:gd name="connsiteY3514" fmla="*/ 221603 h 968306"/>
              <a:gd name="connsiteX3515" fmla="*/ 692372 w 5114885"/>
              <a:gd name="connsiteY3515" fmla="*/ 215792 h 968306"/>
              <a:gd name="connsiteX3516" fmla="*/ 685514 w 5114885"/>
              <a:gd name="connsiteY3516" fmla="*/ 179693 h 968306"/>
              <a:gd name="connsiteX3517" fmla="*/ 667703 w 5114885"/>
              <a:gd name="connsiteY3517" fmla="*/ 166072 h 968306"/>
              <a:gd name="connsiteX3518" fmla="*/ 648843 w 5114885"/>
              <a:gd name="connsiteY3518" fmla="*/ 158738 h 968306"/>
              <a:gd name="connsiteX3519" fmla="*/ 685990 w 5114885"/>
              <a:gd name="connsiteY3519" fmla="*/ 207982 h 968306"/>
              <a:gd name="connsiteX3520" fmla="*/ 675037 w 5114885"/>
              <a:gd name="connsiteY3520" fmla="*/ 211697 h 968306"/>
              <a:gd name="connsiteX3521" fmla="*/ 582835 w 5114885"/>
              <a:gd name="connsiteY3521" fmla="*/ 209030 h 968306"/>
              <a:gd name="connsiteX3522" fmla="*/ 579692 w 5114885"/>
              <a:gd name="connsiteY3522" fmla="*/ 209601 h 968306"/>
              <a:gd name="connsiteX3523" fmla="*/ 575977 w 5114885"/>
              <a:gd name="connsiteY3523" fmla="*/ 210173 h 968306"/>
              <a:gd name="connsiteX3524" fmla="*/ 584359 w 5114885"/>
              <a:gd name="connsiteY3524" fmla="*/ 188170 h 968306"/>
              <a:gd name="connsiteX3525" fmla="*/ 594265 w 5114885"/>
              <a:gd name="connsiteY3525" fmla="*/ 178264 h 968306"/>
              <a:gd name="connsiteX3526" fmla="*/ 602647 w 5114885"/>
              <a:gd name="connsiteY3526" fmla="*/ 173597 h 968306"/>
              <a:gd name="connsiteX3527" fmla="*/ 604742 w 5114885"/>
              <a:gd name="connsiteY3527" fmla="*/ 171501 h 968306"/>
              <a:gd name="connsiteX3528" fmla="*/ 614648 w 5114885"/>
              <a:gd name="connsiteY3528" fmla="*/ 168834 h 968306"/>
              <a:gd name="connsiteX3529" fmla="*/ 646557 w 5114885"/>
              <a:gd name="connsiteY3529" fmla="*/ 168834 h 968306"/>
              <a:gd name="connsiteX3530" fmla="*/ 662845 w 5114885"/>
              <a:gd name="connsiteY3530" fmla="*/ 175121 h 968306"/>
              <a:gd name="connsiteX3531" fmla="*/ 677037 w 5114885"/>
              <a:gd name="connsiteY3531" fmla="*/ 185598 h 968306"/>
              <a:gd name="connsiteX3532" fmla="*/ 685895 w 5114885"/>
              <a:gd name="connsiteY3532" fmla="*/ 208077 h 968306"/>
              <a:gd name="connsiteX3533" fmla="*/ 700088 w 5114885"/>
              <a:gd name="connsiteY3533" fmla="*/ 304470 h 968306"/>
              <a:gd name="connsiteX3534" fmla="*/ 748856 w 5114885"/>
              <a:gd name="connsiteY3534" fmla="*/ 303422 h 968306"/>
              <a:gd name="connsiteX3535" fmla="*/ 738378 w 5114885"/>
              <a:gd name="connsiteY3535" fmla="*/ 328568 h 968306"/>
              <a:gd name="connsiteX3536" fmla="*/ 731615 w 5114885"/>
              <a:gd name="connsiteY3536" fmla="*/ 337427 h 968306"/>
              <a:gd name="connsiteX3537" fmla="*/ 720090 w 5114885"/>
              <a:gd name="connsiteY3537" fmla="*/ 348952 h 968306"/>
              <a:gd name="connsiteX3538" fmla="*/ 698563 w 5114885"/>
              <a:gd name="connsiteY3538" fmla="*/ 360477 h 968306"/>
              <a:gd name="connsiteX3539" fmla="*/ 695992 w 5114885"/>
              <a:gd name="connsiteY3539" fmla="*/ 363049 h 968306"/>
              <a:gd name="connsiteX3540" fmla="*/ 693325 w 5114885"/>
              <a:gd name="connsiteY3540" fmla="*/ 364668 h 968306"/>
              <a:gd name="connsiteX3541" fmla="*/ 681800 w 5114885"/>
              <a:gd name="connsiteY3541" fmla="*/ 370383 h 968306"/>
              <a:gd name="connsiteX3542" fmla="*/ 676561 w 5114885"/>
              <a:gd name="connsiteY3542" fmla="*/ 372002 h 968306"/>
              <a:gd name="connsiteX3543" fmla="*/ 671798 w 5114885"/>
              <a:gd name="connsiteY3543" fmla="*/ 373622 h 968306"/>
              <a:gd name="connsiteX3544" fmla="*/ 592169 w 5114885"/>
              <a:gd name="connsiteY3544" fmla="*/ 372002 h 968306"/>
              <a:gd name="connsiteX3545" fmla="*/ 565976 w 5114885"/>
              <a:gd name="connsiteY3545" fmla="*/ 364097 h 968306"/>
              <a:gd name="connsiteX3546" fmla="*/ 536639 w 5114885"/>
              <a:gd name="connsiteY3546" fmla="*/ 341618 h 968306"/>
              <a:gd name="connsiteX3547" fmla="*/ 508349 w 5114885"/>
              <a:gd name="connsiteY3547" fmla="*/ 291326 h 968306"/>
              <a:gd name="connsiteX3548" fmla="*/ 505778 w 5114885"/>
              <a:gd name="connsiteY3548" fmla="*/ 280848 h 968306"/>
              <a:gd name="connsiteX3549" fmla="*/ 504158 w 5114885"/>
              <a:gd name="connsiteY3549" fmla="*/ 276657 h 968306"/>
              <a:gd name="connsiteX3550" fmla="*/ 503111 w 5114885"/>
              <a:gd name="connsiteY3550" fmla="*/ 270371 h 968306"/>
              <a:gd name="connsiteX3551" fmla="*/ 501015 w 5114885"/>
              <a:gd name="connsiteY3551" fmla="*/ 256750 h 968306"/>
              <a:gd name="connsiteX3552" fmla="*/ 501587 w 5114885"/>
              <a:gd name="connsiteY3552" fmla="*/ 253035 h 968306"/>
              <a:gd name="connsiteX3553" fmla="*/ 502158 w 5114885"/>
              <a:gd name="connsiteY3553" fmla="*/ 249416 h 968306"/>
              <a:gd name="connsiteX3554" fmla="*/ 502158 w 5114885"/>
              <a:gd name="connsiteY3554" fmla="*/ 245701 h 968306"/>
              <a:gd name="connsiteX3555" fmla="*/ 502730 w 5114885"/>
              <a:gd name="connsiteY3555" fmla="*/ 238938 h 968306"/>
              <a:gd name="connsiteX3556" fmla="*/ 527876 w 5114885"/>
              <a:gd name="connsiteY3556" fmla="*/ 170263 h 968306"/>
              <a:gd name="connsiteX3557" fmla="*/ 539972 w 5114885"/>
              <a:gd name="connsiteY3557" fmla="*/ 152451 h 968306"/>
              <a:gd name="connsiteX3558" fmla="*/ 578168 w 5114885"/>
              <a:gd name="connsiteY3558" fmla="*/ 123114 h 968306"/>
              <a:gd name="connsiteX3559" fmla="*/ 609029 w 5114885"/>
              <a:gd name="connsiteY3559" fmla="*/ 114256 h 968306"/>
              <a:gd name="connsiteX3560" fmla="*/ 666655 w 5114885"/>
              <a:gd name="connsiteY3560" fmla="*/ 114827 h 968306"/>
              <a:gd name="connsiteX3561" fmla="*/ 670370 w 5114885"/>
              <a:gd name="connsiteY3561" fmla="*/ 115875 h 968306"/>
              <a:gd name="connsiteX3562" fmla="*/ 699707 w 5114885"/>
              <a:gd name="connsiteY3562" fmla="*/ 127877 h 968306"/>
              <a:gd name="connsiteX3563" fmla="*/ 718566 w 5114885"/>
              <a:gd name="connsiteY3563" fmla="*/ 149879 h 968306"/>
              <a:gd name="connsiteX3564" fmla="*/ 750475 w 5114885"/>
              <a:gd name="connsiteY3564" fmla="*/ 227413 h 968306"/>
              <a:gd name="connsiteX3565" fmla="*/ 751046 w 5114885"/>
              <a:gd name="connsiteY3565" fmla="*/ 232175 h 968306"/>
              <a:gd name="connsiteX3566" fmla="*/ 751046 w 5114885"/>
              <a:gd name="connsiteY3566" fmla="*/ 235890 h 968306"/>
              <a:gd name="connsiteX3567" fmla="*/ 751618 w 5114885"/>
              <a:gd name="connsiteY3567" fmla="*/ 242177 h 968306"/>
              <a:gd name="connsiteX3568" fmla="*/ 753237 w 5114885"/>
              <a:gd name="connsiteY3568" fmla="*/ 250082 h 968306"/>
              <a:gd name="connsiteX3569" fmla="*/ 754285 w 5114885"/>
              <a:gd name="connsiteY3569" fmla="*/ 254750 h 968306"/>
              <a:gd name="connsiteX3570" fmla="*/ 721805 w 5114885"/>
              <a:gd name="connsiteY3570" fmla="*/ 253130 h 968306"/>
              <a:gd name="connsiteX3571" fmla="*/ 649510 w 5114885"/>
              <a:gd name="connsiteY3571" fmla="*/ 256274 h 968306"/>
              <a:gd name="connsiteX3572" fmla="*/ 626459 w 5114885"/>
              <a:gd name="connsiteY3572" fmla="*/ 257321 h 968306"/>
              <a:gd name="connsiteX3573" fmla="*/ 575120 w 5114885"/>
              <a:gd name="connsiteY3573" fmla="*/ 258369 h 968306"/>
              <a:gd name="connsiteX3574" fmla="*/ 566738 w 5114885"/>
              <a:gd name="connsiteY3574" fmla="*/ 292945 h 968306"/>
              <a:gd name="connsiteX3575" fmla="*/ 568833 w 5114885"/>
              <a:gd name="connsiteY3575" fmla="*/ 298184 h 968306"/>
              <a:gd name="connsiteX3576" fmla="*/ 570452 w 5114885"/>
              <a:gd name="connsiteY3576" fmla="*/ 302375 h 968306"/>
              <a:gd name="connsiteX3577" fmla="*/ 572072 w 5114885"/>
              <a:gd name="connsiteY3577" fmla="*/ 305518 h 968306"/>
              <a:gd name="connsiteX3578" fmla="*/ 574167 w 5114885"/>
              <a:gd name="connsiteY3578" fmla="*/ 308185 h 968306"/>
              <a:gd name="connsiteX3579" fmla="*/ 577310 w 5114885"/>
              <a:gd name="connsiteY3579" fmla="*/ 312376 h 968306"/>
              <a:gd name="connsiteX3580" fmla="*/ 582549 w 5114885"/>
              <a:gd name="connsiteY3580" fmla="*/ 317615 h 968306"/>
              <a:gd name="connsiteX3581" fmla="*/ 587788 w 5114885"/>
              <a:gd name="connsiteY3581" fmla="*/ 323901 h 968306"/>
              <a:gd name="connsiteX3582" fmla="*/ 617125 w 5114885"/>
              <a:gd name="connsiteY3582" fmla="*/ 337046 h 968306"/>
              <a:gd name="connsiteX3583" fmla="*/ 620744 w 5114885"/>
              <a:gd name="connsiteY3583" fmla="*/ 337617 h 968306"/>
              <a:gd name="connsiteX3584" fmla="*/ 654272 w 5114885"/>
              <a:gd name="connsiteY3584" fmla="*/ 333902 h 968306"/>
              <a:gd name="connsiteX3585" fmla="*/ 699802 w 5114885"/>
              <a:gd name="connsiteY3585" fmla="*/ 304565 h 968306"/>
              <a:gd name="connsiteX3586" fmla="*/ 700373 w 5114885"/>
              <a:gd name="connsiteY3586" fmla="*/ 304565 h 968306"/>
              <a:gd name="connsiteX3587" fmla="*/ 575405 w 5114885"/>
              <a:gd name="connsiteY3587" fmla="*/ 268370 h 968306"/>
              <a:gd name="connsiteX3588" fmla="*/ 627793 w 5114885"/>
              <a:gd name="connsiteY3588" fmla="*/ 267323 h 968306"/>
              <a:gd name="connsiteX3589" fmla="*/ 649224 w 5114885"/>
              <a:gd name="connsiteY3589" fmla="*/ 266275 h 968306"/>
              <a:gd name="connsiteX3590" fmla="*/ 721519 w 5114885"/>
              <a:gd name="connsiteY3590" fmla="*/ 263132 h 968306"/>
              <a:gd name="connsiteX3591" fmla="*/ 742474 w 5114885"/>
              <a:gd name="connsiteY3591" fmla="*/ 264751 h 968306"/>
              <a:gd name="connsiteX3592" fmla="*/ 761333 w 5114885"/>
              <a:gd name="connsiteY3592" fmla="*/ 240653 h 968306"/>
              <a:gd name="connsiteX3593" fmla="*/ 760762 w 5114885"/>
              <a:gd name="connsiteY3593" fmla="*/ 235414 h 968306"/>
              <a:gd name="connsiteX3594" fmla="*/ 760762 w 5114885"/>
              <a:gd name="connsiteY3594" fmla="*/ 231223 h 968306"/>
              <a:gd name="connsiteX3595" fmla="*/ 760190 w 5114885"/>
              <a:gd name="connsiteY3595" fmla="*/ 225984 h 968306"/>
              <a:gd name="connsiteX3596" fmla="*/ 725615 w 5114885"/>
              <a:gd name="connsiteY3596" fmla="*/ 142640 h 968306"/>
              <a:gd name="connsiteX3597" fmla="*/ 704660 w 5114885"/>
              <a:gd name="connsiteY3597" fmla="*/ 119590 h 968306"/>
              <a:gd name="connsiteX3598" fmla="*/ 676370 w 5114885"/>
              <a:gd name="connsiteY3598" fmla="*/ 107588 h 968306"/>
              <a:gd name="connsiteX3599" fmla="*/ 672179 w 5114885"/>
              <a:gd name="connsiteY3599" fmla="*/ 105969 h 968306"/>
              <a:gd name="connsiteX3600" fmla="*/ 668560 w 5114885"/>
              <a:gd name="connsiteY3600" fmla="*/ 105398 h 968306"/>
              <a:gd name="connsiteX3601" fmla="*/ 607219 w 5114885"/>
              <a:gd name="connsiteY3601" fmla="*/ 104350 h 968306"/>
              <a:gd name="connsiteX3602" fmla="*/ 574739 w 5114885"/>
              <a:gd name="connsiteY3602" fmla="*/ 113208 h 968306"/>
              <a:gd name="connsiteX3603" fmla="*/ 530733 w 5114885"/>
              <a:gd name="connsiteY3603" fmla="*/ 147784 h 968306"/>
              <a:gd name="connsiteX3604" fmla="*/ 518160 w 5114885"/>
              <a:gd name="connsiteY3604" fmla="*/ 166072 h 968306"/>
              <a:gd name="connsiteX3605" fmla="*/ 493014 w 5114885"/>
              <a:gd name="connsiteY3605" fmla="*/ 230461 h 968306"/>
              <a:gd name="connsiteX3606" fmla="*/ 491966 w 5114885"/>
              <a:gd name="connsiteY3606" fmla="*/ 244653 h 968306"/>
              <a:gd name="connsiteX3607" fmla="*/ 491966 w 5114885"/>
              <a:gd name="connsiteY3607" fmla="*/ 248368 h 968306"/>
              <a:gd name="connsiteX3608" fmla="*/ 491395 w 5114885"/>
              <a:gd name="connsiteY3608" fmla="*/ 251511 h 968306"/>
              <a:gd name="connsiteX3609" fmla="*/ 490823 w 5114885"/>
              <a:gd name="connsiteY3609" fmla="*/ 255702 h 968306"/>
              <a:gd name="connsiteX3610" fmla="*/ 492919 w 5114885"/>
              <a:gd name="connsiteY3610" fmla="*/ 272466 h 968306"/>
              <a:gd name="connsiteX3611" fmla="*/ 494443 w 5114885"/>
              <a:gd name="connsiteY3611" fmla="*/ 280277 h 968306"/>
              <a:gd name="connsiteX3612" fmla="*/ 496062 w 5114885"/>
              <a:gd name="connsiteY3612" fmla="*/ 284468 h 968306"/>
              <a:gd name="connsiteX3613" fmla="*/ 498158 w 5114885"/>
              <a:gd name="connsiteY3613" fmla="*/ 292850 h 968306"/>
              <a:gd name="connsiteX3614" fmla="*/ 498729 w 5114885"/>
              <a:gd name="connsiteY3614" fmla="*/ 295517 h 968306"/>
              <a:gd name="connsiteX3615" fmla="*/ 529590 w 5114885"/>
              <a:gd name="connsiteY3615" fmla="*/ 349523 h 968306"/>
              <a:gd name="connsiteX3616" fmla="*/ 563118 w 5114885"/>
              <a:gd name="connsiteY3616" fmla="*/ 374098 h 968306"/>
              <a:gd name="connsiteX3617" fmla="*/ 589312 w 5114885"/>
              <a:gd name="connsiteY3617" fmla="*/ 382004 h 968306"/>
              <a:gd name="connsiteX3618" fmla="*/ 674656 w 5114885"/>
              <a:gd name="connsiteY3618" fmla="*/ 383051 h 968306"/>
              <a:gd name="connsiteX3619" fmla="*/ 678847 w 5114885"/>
              <a:gd name="connsiteY3619" fmla="*/ 381527 h 968306"/>
              <a:gd name="connsiteX3620" fmla="*/ 684562 w 5114885"/>
              <a:gd name="connsiteY3620" fmla="*/ 379908 h 968306"/>
              <a:gd name="connsiteX3621" fmla="*/ 693992 w 5114885"/>
              <a:gd name="connsiteY3621" fmla="*/ 374669 h 968306"/>
              <a:gd name="connsiteX3622" fmla="*/ 699230 w 5114885"/>
              <a:gd name="connsiteY3622" fmla="*/ 372574 h 968306"/>
              <a:gd name="connsiteX3623" fmla="*/ 701897 w 5114885"/>
              <a:gd name="connsiteY3623" fmla="*/ 370478 h 968306"/>
              <a:gd name="connsiteX3624" fmla="*/ 704564 w 5114885"/>
              <a:gd name="connsiteY3624" fmla="*/ 368383 h 968306"/>
              <a:gd name="connsiteX3625" fmla="*/ 725519 w 5114885"/>
              <a:gd name="connsiteY3625" fmla="*/ 357334 h 968306"/>
              <a:gd name="connsiteX3626" fmla="*/ 740759 w 5114885"/>
              <a:gd name="connsiteY3626" fmla="*/ 341141 h 968306"/>
              <a:gd name="connsiteX3627" fmla="*/ 747046 w 5114885"/>
              <a:gd name="connsiteY3627" fmla="*/ 333807 h 968306"/>
              <a:gd name="connsiteX3628" fmla="*/ 755428 w 5114885"/>
              <a:gd name="connsiteY3628" fmla="*/ 293421 h 968306"/>
              <a:gd name="connsiteX3629" fmla="*/ 738664 w 5114885"/>
              <a:gd name="connsiteY3629" fmla="*/ 292373 h 968306"/>
              <a:gd name="connsiteX3630" fmla="*/ 697802 w 5114885"/>
              <a:gd name="connsiteY3630" fmla="*/ 294469 h 968306"/>
              <a:gd name="connsiteX3631" fmla="*/ 693611 w 5114885"/>
              <a:gd name="connsiteY3631" fmla="*/ 295517 h 968306"/>
              <a:gd name="connsiteX3632" fmla="*/ 689896 w 5114885"/>
              <a:gd name="connsiteY3632" fmla="*/ 301327 h 968306"/>
              <a:gd name="connsiteX3633" fmla="*/ 651129 w 5114885"/>
              <a:gd name="connsiteY3633" fmla="*/ 324377 h 968306"/>
              <a:gd name="connsiteX3634" fmla="*/ 620173 w 5114885"/>
              <a:gd name="connsiteY3634" fmla="*/ 327521 h 968306"/>
              <a:gd name="connsiteX3635" fmla="*/ 615506 w 5114885"/>
              <a:gd name="connsiteY3635" fmla="*/ 326473 h 968306"/>
              <a:gd name="connsiteX3636" fmla="*/ 594551 w 5114885"/>
              <a:gd name="connsiteY3636" fmla="*/ 317043 h 968306"/>
              <a:gd name="connsiteX3637" fmla="*/ 587693 w 5114885"/>
              <a:gd name="connsiteY3637" fmla="*/ 309233 h 968306"/>
              <a:gd name="connsiteX3638" fmla="*/ 584549 w 5114885"/>
              <a:gd name="connsiteY3638" fmla="*/ 305518 h 968306"/>
              <a:gd name="connsiteX3639" fmla="*/ 581406 w 5114885"/>
              <a:gd name="connsiteY3639" fmla="*/ 301898 h 968306"/>
              <a:gd name="connsiteX3640" fmla="*/ 579311 w 5114885"/>
              <a:gd name="connsiteY3640" fmla="*/ 298184 h 968306"/>
              <a:gd name="connsiteX3641" fmla="*/ 577691 w 5114885"/>
              <a:gd name="connsiteY3641" fmla="*/ 295040 h 968306"/>
              <a:gd name="connsiteX3642" fmla="*/ 575596 w 5114885"/>
              <a:gd name="connsiteY3642" fmla="*/ 289325 h 968306"/>
              <a:gd name="connsiteX3643" fmla="*/ 575024 w 5114885"/>
              <a:gd name="connsiteY3643" fmla="*/ 268370 h 968306"/>
              <a:gd name="connsiteX3644" fmla="*/ 447866 w 5114885"/>
              <a:gd name="connsiteY3644" fmla="*/ 13005 h 968306"/>
              <a:gd name="connsiteX3645" fmla="*/ 448437 w 5114885"/>
              <a:gd name="connsiteY3645" fmla="*/ 37580 h 968306"/>
              <a:gd name="connsiteX3646" fmla="*/ 449009 w 5114885"/>
              <a:gd name="connsiteY3646" fmla="*/ 41294 h 968306"/>
              <a:gd name="connsiteX3647" fmla="*/ 449580 w 5114885"/>
              <a:gd name="connsiteY3647" fmla="*/ 43390 h 968306"/>
              <a:gd name="connsiteX3648" fmla="*/ 450628 w 5114885"/>
              <a:gd name="connsiteY3648" fmla="*/ 56534 h 968306"/>
              <a:gd name="connsiteX3649" fmla="*/ 451199 w 5114885"/>
              <a:gd name="connsiteY3649" fmla="*/ 62345 h 968306"/>
              <a:gd name="connsiteX3650" fmla="*/ 398240 w 5114885"/>
              <a:gd name="connsiteY3650" fmla="*/ 60725 h 968306"/>
              <a:gd name="connsiteX3651" fmla="*/ 395573 w 5114885"/>
              <a:gd name="connsiteY3651" fmla="*/ 60725 h 968306"/>
              <a:gd name="connsiteX3652" fmla="*/ 389858 w 5114885"/>
              <a:gd name="connsiteY3652" fmla="*/ 61297 h 968306"/>
              <a:gd name="connsiteX3653" fmla="*/ 388334 w 5114885"/>
              <a:gd name="connsiteY3653" fmla="*/ 61297 h 968306"/>
              <a:gd name="connsiteX3654" fmla="*/ 388334 w 5114885"/>
              <a:gd name="connsiteY3654" fmla="*/ 56058 h 968306"/>
              <a:gd name="connsiteX3655" fmla="*/ 388906 w 5114885"/>
              <a:gd name="connsiteY3655" fmla="*/ 41866 h 968306"/>
              <a:gd name="connsiteX3656" fmla="*/ 390430 w 5114885"/>
              <a:gd name="connsiteY3656" fmla="*/ 26150 h 968306"/>
              <a:gd name="connsiteX3657" fmla="*/ 391001 w 5114885"/>
              <a:gd name="connsiteY3657" fmla="*/ 18244 h 968306"/>
              <a:gd name="connsiteX3658" fmla="*/ 403003 w 5114885"/>
              <a:gd name="connsiteY3658" fmla="*/ 17196 h 968306"/>
              <a:gd name="connsiteX3659" fmla="*/ 405098 w 5114885"/>
              <a:gd name="connsiteY3659" fmla="*/ 17196 h 968306"/>
              <a:gd name="connsiteX3660" fmla="*/ 409289 w 5114885"/>
              <a:gd name="connsiteY3660" fmla="*/ 16625 h 968306"/>
              <a:gd name="connsiteX3661" fmla="*/ 422434 w 5114885"/>
              <a:gd name="connsiteY3661" fmla="*/ 15101 h 968306"/>
              <a:gd name="connsiteX3662" fmla="*/ 448056 w 5114885"/>
              <a:gd name="connsiteY3662" fmla="*/ 13005 h 968306"/>
              <a:gd name="connsiteX3663" fmla="*/ 460629 w 5114885"/>
              <a:gd name="connsiteY3663" fmla="*/ 54915 h 968306"/>
              <a:gd name="connsiteX3664" fmla="*/ 458534 w 5114885"/>
              <a:gd name="connsiteY3664" fmla="*/ 39199 h 968306"/>
              <a:gd name="connsiteX3665" fmla="*/ 458534 w 5114885"/>
              <a:gd name="connsiteY3665" fmla="*/ 36532 h 968306"/>
              <a:gd name="connsiteX3666" fmla="*/ 457962 w 5114885"/>
              <a:gd name="connsiteY3666" fmla="*/ 8719 h 968306"/>
              <a:gd name="connsiteX3667" fmla="*/ 421291 w 5114885"/>
              <a:gd name="connsiteY3667" fmla="*/ 5004 h 968306"/>
              <a:gd name="connsiteX3668" fmla="*/ 408146 w 5114885"/>
              <a:gd name="connsiteY3668" fmla="*/ 6052 h 968306"/>
              <a:gd name="connsiteX3669" fmla="*/ 403955 w 5114885"/>
              <a:gd name="connsiteY3669" fmla="*/ 7100 h 968306"/>
              <a:gd name="connsiteX3670" fmla="*/ 401860 w 5114885"/>
              <a:gd name="connsiteY3670" fmla="*/ 7100 h 968306"/>
              <a:gd name="connsiteX3671" fmla="*/ 387191 w 5114885"/>
              <a:gd name="connsiteY3671" fmla="*/ 8147 h 968306"/>
              <a:gd name="connsiteX3672" fmla="*/ 380905 w 5114885"/>
              <a:gd name="connsiteY3672" fmla="*/ 13386 h 968306"/>
              <a:gd name="connsiteX3673" fmla="*/ 378809 w 5114885"/>
              <a:gd name="connsiteY3673" fmla="*/ 40628 h 968306"/>
              <a:gd name="connsiteX3674" fmla="*/ 378809 w 5114885"/>
              <a:gd name="connsiteY3674" fmla="*/ 41675 h 968306"/>
              <a:gd name="connsiteX3675" fmla="*/ 378238 w 5114885"/>
              <a:gd name="connsiteY3675" fmla="*/ 55296 h 968306"/>
              <a:gd name="connsiteX3676" fmla="*/ 377666 w 5114885"/>
              <a:gd name="connsiteY3676" fmla="*/ 61583 h 968306"/>
              <a:gd name="connsiteX3677" fmla="*/ 377666 w 5114885"/>
              <a:gd name="connsiteY3677" fmla="*/ 64250 h 968306"/>
              <a:gd name="connsiteX3678" fmla="*/ 398145 w 5114885"/>
              <a:gd name="connsiteY3678" fmla="*/ 70536 h 968306"/>
              <a:gd name="connsiteX3679" fmla="*/ 457867 w 5114885"/>
              <a:gd name="connsiteY3679" fmla="*/ 71108 h 968306"/>
              <a:gd name="connsiteX3680" fmla="*/ 461486 w 5114885"/>
              <a:gd name="connsiteY3680" fmla="*/ 63773 h 968306"/>
              <a:gd name="connsiteX3681" fmla="*/ 460439 w 5114885"/>
              <a:gd name="connsiteY3681" fmla="*/ 54915 h 968306"/>
              <a:gd name="connsiteX3682" fmla="*/ 445770 w 5114885"/>
              <a:gd name="connsiteY3682" fmla="*/ 370288 h 968306"/>
              <a:gd name="connsiteX3683" fmla="*/ 387096 w 5114885"/>
              <a:gd name="connsiteY3683" fmla="*/ 370859 h 968306"/>
              <a:gd name="connsiteX3684" fmla="*/ 387096 w 5114885"/>
              <a:gd name="connsiteY3684" fmla="*/ 370859 h 968306"/>
              <a:gd name="connsiteX3685" fmla="*/ 387096 w 5114885"/>
              <a:gd name="connsiteY3685" fmla="*/ 368764 h 968306"/>
              <a:gd name="connsiteX3686" fmla="*/ 389668 w 5114885"/>
              <a:gd name="connsiteY3686" fmla="*/ 151880 h 968306"/>
              <a:gd name="connsiteX3687" fmla="*/ 388620 w 5114885"/>
              <a:gd name="connsiteY3687" fmla="*/ 126734 h 968306"/>
              <a:gd name="connsiteX3688" fmla="*/ 389096 w 5114885"/>
              <a:gd name="connsiteY3688" fmla="*/ 119399 h 968306"/>
              <a:gd name="connsiteX3689" fmla="*/ 397002 w 5114885"/>
              <a:gd name="connsiteY3689" fmla="*/ 119971 h 968306"/>
              <a:gd name="connsiteX3690" fmla="*/ 441484 w 5114885"/>
              <a:gd name="connsiteY3690" fmla="*/ 119399 h 968306"/>
              <a:gd name="connsiteX3691" fmla="*/ 443579 w 5114885"/>
              <a:gd name="connsiteY3691" fmla="*/ 118828 h 968306"/>
              <a:gd name="connsiteX3692" fmla="*/ 445199 w 5114885"/>
              <a:gd name="connsiteY3692" fmla="*/ 118828 h 968306"/>
              <a:gd name="connsiteX3693" fmla="*/ 447770 w 5114885"/>
              <a:gd name="connsiteY3693" fmla="*/ 162262 h 968306"/>
              <a:gd name="connsiteX3694" fmla="*/ 445675 w 5114885"/>
              <a:gd name="connsiteY3694" fmla="*/ 263417 h 968306"/>
              <a:gd name="connsiteX3695" fmla="*/ 445675 w 5114885"/>
              <a:gd name="connsiteY3695" fmla="*/ 370288 h 968306"/>
              <a:gd name="connsiteX3696" fmla="*/ 385382 w 5114885"/>
              <a:gd name="connsiteY3696" fmla="*/ 380289 h 968306"/>
              <a:gd name="connsiteX3697" fmla="*/ 446151 w 5114885"/>
              <a:gd name="connsiteY3697" fmla="*/ 380289 h 968306"/>
              <a:gd name="connsiteX3698" fmla="*/ 456057 w 5114885"/>
              <a:gd name="connsiteY3698" fmla="*/ 375622 h 968306"/>
              <a:gd name="connsiteX3699" fmla="*/ 455486 w 5114885"/>
              <a:gd name="connsiteY3699" fmla="*/ 263513 h 968306"/>
              <a:gd name="connsiteX3700" fmla="*/ 457581 w 5114885"/>
              <a:gd name="connsiteY3700" fmla="*/ 161881 h 968306"/>
              <a:gd name="connsiteX3701" fmla="*/ 454914 w 5114885"/>
              <a:gd name="connsiteY3701" fmla="*/ 113208 h 968306"/>
              <a:gd name="connsiteX3702" fmla="*/ 447580 w 5114885"/>
              <a:gd name="connsiteY3702" fmla="*/ 108541 h 968306"/>
              <a:gd name="connsiteX3703" fmla="*/ 440246 w 5114885"/>
              <a:gd name="connsiteY3703" fmla="*/ 109589 h 968306"/>
              <a:gd name="connsiteX3704" fmla="*/ 396716 w 5114885"/>
              <a:gd name="connsiteY3704" fmla="*/ 110160 h 968306"/>
              <a:gd name="connsiteX3705" fmla="*/ 378428 w 5114885"/>
              <a:gd name="connsiteY3705" fmla="*/ 126448 h 968306"/>
              <a:gd name="connsiteX3706" fmla="*/ 379476 w 5114885"/>
              <a:gd name="connsiteY3706" fmla="*/ 152070 h 968306"/>
              <a:gd name="connsiteX3707" fmla="*/ 376809 w 5114885"/>
              <a:gd name="connsiteY3707" fmla="*/ 368954 h 968306"/>
              <a:gd name="connsiteX3708" fmla="*/ 384715 w 5114885"/>
              <a:gd name="connsiteY3708" fmla="*/ 380956 h 968306"/>
              <a:gd name="connsiteX3709" fmla="*/ 385286 w 5114885"/>
              <a:gd name="connsiteY3709" fmla="*/ 380384 h 968306"/>
              <a:gd name="connsiteX3710" fmla="*/ 81725 w 5114885"/>
              <a:gd name="connsiteY3710" fmla="*/ 12529 h 968306"/>
              <a:gd name="connsiteX3711" fmla="*/ 83249 w 5114885"/>
              <a:gd name="connsiteY3711" fmla="*/ 16720 h 968306"/>
              <a:gd name="connsiteX3712" fmla="*/ 89535 w 5114885"/>
              <a:gd name="connsiteY3712" fmla="*/ 30341 h 968306"/>
              <a:gd name="connsiteX3713" fmla="*/ 110490 w 5114885"/>
              <a:gd name="connsiteY3713" fmla="*/ 93777 h 968306"/>
              <a:gd name="connsiteX3714" fmla="*/ 128873 w 5114885"/>
              <a:gd name="connsiteY3714" fmla="*/ 158166 h 968306"/>
              <a:gd name="connsiteX3715" fmla="*/ 134112 w 5114885"/>
              <a:gd name="connsiteY3715" fmla="*/ 172835 h 968306"/>
              <a:gd name="connsiteX3716" fmla="*/ 157639 w 5114885"/>
              <a:gd name="connsiteY3716" fmla="*/ 245606 h 968306"/>
              <a:gd name="connsiteX3717" fmla="*/ 158687 w 5114885"/>
              <a:gd name="connsiteY3717" fmla="*/ 248273 h 968306"/>
              <a:gd name="connsiteX3718" fmla="*/ 160306 w 5114885"/>
              <a:gd name="connsiteY3718" fmla="*/ 255035 h 968306"/>
              <a:gd name="connsiteX3719" fmla="*/ 180785 w 5114885"/>
              <a:gd name="connsiteY3719" fmla="*/ 259226 h 968306"/>
              <a:gd name="connsiteX3720" fmla="*/ 208026 w 5114885"/>
              <a:gd name="connsiteY3720" fmla="*/ 172835 h 968306"/>
              <a:gd name="connsiteX3721" fmla="*/ 214313 w 5114885"/>
              <a:gd name="connsiteY3721" fmla="*/ 155023 h 968306"/>
              <a:gd name="connsiteX3722" fmla="*/ 221171 w 5114885"/>
              <a:gd name="connsiteY3722" fmla="*/ 137687 h 968306"/>
              <a:gd name="connsiteX3723" fmla="*/ 224314 w 5114885"/>
              <a:gd name="connsiteY3723" fmla="*/ 129305 h 968306"/>
              <a:gd name="connsiteX3724" fmla="*/ 226409 w 5114885"/>
              <a:gd name="connsiteY3724" fmla="*/ 124067 h 968306"/>
              <a:gd name="connsiteX3725" fmla="*/ 227457 w 5114885"/>
              <a:gd name="connsiteY3725" fmla="*/ 121971 h 968306"/>
              <a:gd name="connsiteX3726" fmla="*/ 228505 w 5114885"/>
              <a:gd name="connsiteY3726" fmla="*/ 116732 h 968306"/>
              <a:gd name="connsiteX3727" fmla="*/ 230600 w 5114885"/>
              <a:gd name="connsiteY3727" fmla="*/ 113589 h 968306"/>
              <a:gd name="connsiteX3728" fmla="*/ 232696 w 5114885"/>
              <a:gd name="connsiteY3728" fmla="*/ 106826 h 968306"/>
              <a:gd name="connsiteX3729" fmla="*/ 240506 w 5114885"/>
              <a:gd name="connsiteY3729" fmla="*/ 80633 h 968306"/>
              <a:gd name="connsiteX3730" fmla="*/ 248412 w 5114885"/>
              <a:gd name="connsiteY3730" fmla="*/ 59106 h 968306"/>
              <a:gd name="connsiteX3731" fmla="*/ 261556 w 5114885"/>
              <a:gd name="connsiteY3731" fmla="*/ 19863 h 968306"/>
              <a:gd name="connsiteX3732" fmla="*/ 263176 w 5114885"/>
              <a:gd name="connsiteY3732" fmla="*/ 13100 h 968306"/>
              <a:gd name="connsiteX3733" fmla="*/ 275749 w 5114885"/>
              <a:gd name="connsiteY3733" fmla="*/ 12053 h 968306"/>
              <a:gd name="connsiteX3734" fmla="*/ 310801 w 5114885"/>
              <a:gd name="connsiteY3734" fmla="*/ 12624 h 968306"/>
              <a:gd name="connsiteX3735" fmla="*/ 322802 w 5114885"/>
              <a:gd name="connsiteY3735" fmla="*/ 12624 h 968306"/>
              <a:gd name="connsiteX3736" fmla="*/ 328613 w 5114885"/>
              <a:gd name="connsiteY3736" fmla="*/ 13196 h 968306"/>
              <a:gd name="connsiteX3737" fmla="*/ 320231 w 5114885"/>
              <a:gd name="connsiteY3737" fmla="*/ 37770 h 968306"/>
              <a:gd name="connsiteX3738" fmla="*/ 320231 w 5114885"/>
              <a:gd name="connsiteY3738" fmla="*/ 40913 h 968306"/>
              <a:gd name="connsiteX3739" fmla="*/ 319183 w 5114885"/>
              <a:gd name="connsiteY3739" fmla="*/ 43485 h 968306"/>
              <a:gd name="connsiteX3740" fmla="*/ 317564 w 5114885"/>
              <a:gd name="connsiteY3740" fmla="*/ 47676 h 968306"/>
              <a:gd name="connsiteX3741" fmla="*/ 313373 w 5114885"/>
              <a:gd name="connsiteY3741" fmla="*/ 64440 h 968306"/>
              <a:gd name="connsiteX3742" fmla="*/ 307086 w 5114885"/>
              <a:gd name="connsiteY3742" fmla="*/ 89586 h 968306"/>
              <a:gd name="connsiteX3743" fmla="*/ 306038 w 5114885"/>
              <a:gd name="connsiteY3743" fmla="*/ 93777 h 968306"/>
              <a:gd name="connsiteX3744" fmla="*/ 304991 w 5114885"/>
              <a:gd name="connsiteY3744" fmla="*/ 96920 h 968306"/>
              <a:gd name="connsiteX3745" fmla="*/ 303467 w 5114885"/>
              <a:gd name="connsiteY3745" fmla="*/ 101111 h 968306"/>
              <a:gd name="connsiteX3746" fmla="*/ 301943 w 5114885"/>
              <a:gd name="connsiteY3746" fmla="*/ 104255 h 968306"/>
              <a:gd name="connsiteX3747" fmla="*/ 300323 w 5114885"/>
              <a:gd name="connsiteY3747" fmla="*/ 107969 h 968306"/>
              <a:gd name="connsiteX3748" fmla="*/ 294608 w 5114885"/>
              <a:gd name="connsiteY3748" fmla="*/ 127305 h 968306"/>
              <a:gd name="connsiteX3749" fmla="*/ 287274 w 5114885"/>
              <a:gd name="connsiteY3749" fmla="*/ 146165 h 968306"/>
              <a:gd name="connsiteX3750" fmla="*/ 280988 w 5114885"/>
              <a:gd name="connsiteY3750" fmla="*/ 166548 h 968306"/>
              <a:gd name="connsiteX3751" fmla="*/ 273177 w 5114885"/>
              <a:gd name="connsiteY3751" fmla="*/ 192170 h 968306"/>
              <a:gd name="connsiteX3752" fmla="*/ 266319 w 5114885"/>
              <a:gd name="connsiteY3752" fmla="*/ 208934 h 968306"/>
              <a:gd name="connsiteX3753" fmla="*/ 256318 w 5114885"/>
              <a:gd name="connsiteY3753" fmla="*/ 246653 h 968306"/>
              <a:gd name="connsiteX3754" fmla="*/ 250031 w 5114885"/>
              <a:gd name="connsiteY3754" fmla="*/ 257131 h 968306"/>
              <a:gd name="connsiteX3755" fmla="*/ 245840 w 5114885"/>
              <a:gd name="connsiteY3755" fmla="*/ 269704 h 968306"/>
              <a:gd name="connsiteX3756" fmla="*/ 234791 w 5114885"/>
              <a:gd name="connsiteY3756" fmla="*/ 305327 h 968306"/>
              <a:gd name="connsiteX3757" fmla="*/ 226409 w 5114885"/>
              <a:gd name="connsiteY3757" fmla="*/ 329902 h 968306"/>
              <a:gd name="connsiteX3758" fmla="*/ 213265 w 5114885"/>
              <a:gd name="connsiteY3758" fmla="*/ 376003 h 968306"/>
              <a:gd name="connsiteX3759" fmla="*/ 201740 w 5114885"/>
              <a:gd name="connsiteY3759" fmla="*/ 376003 h 968306"/>
              <a:gd name="connsiteX3760" fmla="*/ 197549 w 5114885"/>
              <a:gd name="connsiteY3760" fmla="*/ 376574 h 968306"/>
              <a:gd name="connsiteX3761" fmla="*/ 139922 w 5114885"/>
              <a:gd name="connsiteY3761" fmla="*/ 378670 h 968306"/>
              <a:gd name="connsiteX3762" fmla="*/ 132112 w 5114885"/>
              <a:gd name="connsiteY3762" fmla="*/ 378670 h 968306"/>
              <a:gd name="connsiteX3763" fmla="*/ 128969 w 5114885"/>
              <a:gd name="connsiteY3763" fmla="*/ 373431 h 968306"/>
              <a:gd name="connsiteX3764" fmla="*/ 115824 w 5114885"/>
              <a:gd name="connsiteY3764" fmla="*/ 338379 h 968306"/>
              <a:gd name="connsiteX3765" fmla="*/ 113157 w 5114885"/>
              <a:gd name="connsiteY3765" fmla="*/ 329997 h 968306"/>
              <a:gd name="connsiteX3766" fmla="*/ 111062 w 5114885"/>
              <a:gd name="connsiteY3766" fmla="*/ 324282 h 968306"/>
              <a:gd name="connsiteX3767" fmla="*/ 96393 w 5114885"/>
              <a:gd name="connsiteY3767" fmla="*/ 266656 h 968306"/>
              <a:gd name="connsiteX3768" fmla="*/ 85344 w 5114885"/>
              <a:gd name="connsiteY3768" fmla="*/ 227413 h 968306"/>
              <a:gd name="connsiteX3769" fmla="*/ 83820 w 5114885"/>
              <a:gd name="connsiteY3769" fmla="*/ 223222 h 968306"/>
              <a:gd name="connsiteX3770" fmla="*/ 81248 w 5114885"/>
              <a:gd name="connsiteY3770" fmla="*/ 217412 h 968306"/>
              <a:gd name="connsiteX3771" fmla="*/ 78581 w 5114885"/>
              <a:gd name="connsiteY3771" fmla="*/ 206458 h 968306"/>
              <a:gd name="connsiteX3772" fmla="*/ 70771 w 5114885"/>
              <a:gd name="connsiteY3772" fmla="*/ 183979 h 968306"/>
              <a:gd name="connsiteX3773" fmla="*/ 68675 w 5114885"/>
              <a:gd name="connsiteY3773" fmla="*/ 179788 h 968306"/>
              <a:gd name="connsiteX3774" fmla="*/ 62865 w 5114885"/>
              <a:gd name="connsiteY3774" fmla="*/ 164072 h 968306"/>
              <a:gd name="connsiteX3775" fmla="*/ 57626 w 5114885"/>
              <a:gd name="connsiteY3775" fmla="*/ 149403 h 968306"/>
              <a:gd name="connsiteX3776" fmla="*/ 39815 w 5114885"/>
              <a:gd name="connsiteY3776" fmla="*/ 94920 h 968306"/>
              <a:gd name="connsiteX3777" fmla="*/ 38767 w 5114885"/>
              <a:gd name="connsiteY3777" fmla="*/ 92825 h 968306"/>
              <a:gd name="connsiteX3778" fmla="*/ 37719 w 5114885"/>
              <a:gd name="connsiteY3778" fmla="*/ 89110 h 968306"/>
              <a:gd name="connsiteX3779" fmla="*/ 31909 w 5114885"/>
              <a:gd name="connsiteY3779" fmla="*/ 73870 h 968306"/>
              <a:gd name="connsiteX3780" fmla="*/ 29813 w 5114885"/>
              <a:gd name="connsiteY3780" fmla="*/ 68155 h 968306"/>
              <a:gd name="connsiteX3781" fmla="*/ 27241 w 5114885"/>
              <a:gd name="connsiteY3781" fmla="*/ 62916 h 968306"/>
              <a:gd name="connsiteX3782" fmla="*/ 25146 w 5114885"/>
              <a:gd name="connsiteY3782" fmla="*/ 58725 h 968306"/>
              <a:gd name="connsiteX3783" fmla="*/ 23527 w 5114885"/>
              <a:gd name="connsiteY3783" fmla="*/ 54534 h 968306"/>
              <a:gd name="connsiteX3784" fmla="*/ 19812 w 5114885"/>
              <a:gd name="connsiteY3784" fmla="*/ 36722 h 968306"/>
              <a:gd name="connsiteX3785" fmla="*/ 14097 w 5114885"/>
              <a:gd name="connsiteY3785" fmla="*/ 21482 h 968306"/>
              <a:gd name="connsiteX3786" fmla="*/ 13526 w 5114885"/>
              <a:gd name="connsiteY3786" fmla="*/ 17768 h 968306"/>
              <a:gd name="connsiteX3787" fmla="*/ 12954 w 5114885"/>
              <a:gd name="connsiteY3787" fmla="*/ 16244 h 968306"/>
              <a:gd name="connsiteX3788" fmla="*/ 27146 w 5114885"/>
              <a:gd name="connsiteY3788" fmla="*/ 15196 h 968306"/>
              <a:gd name="connsiteX3789" fmla="*/ 72676 w 5114885"/>
              <a:gd name="connsiteY3789" fmla="*/ 13577 h 968306"/>
              <a:gd name="connsiteX3790" fmla="*/ 81629 w 5114885"/>
              <a:gd name="connsiteY3790" fmla="*/ 12529 h 968306"/>
              <a:gd name="connsiteX3791" fmla="*/ 216789 w 5114885"/>
              <a:gd name="connsiteY3791" fmla="*/ 121971 h 968306"/>
              <a:gd name="connsiteX3792" fmla="*/ 212027 w 5114885"/>
              <a:gd name="connsiteY3792" fmla="*/ 133496 h 968306"/>
              <a:gd name="connsiteX3793" fmla="*/ 204692 w 5114885"/>
              <a:gd name="connsiteY3793" fmla="*/ 152356 h 968306"/>
              <a:gd name="connsiteX3794" fmla="*/ 198406 w 5114885"/>
              <a:gd name="connsiteY3794" fmla="*/ 169691 h 968306"/>
              <a:gd name="connsiteX3795" fmla="*/ 171641 w 5114885"/>
              <a:gd name="connsiteY3795" fmla="*/ 255607 h 968306"/>
              <a:gd name="connsiteX3796" fmla="*/ 168021 w 5114885"/>
              <a:gd name="connsiteY3796" fmla="*/ 245701 h 968306"/>
              <a:gd name="connsiteX3797" fmla="*/ 167450 w 5114885"/>
              <a:gd name="connsiteY3797" fmla="*/ 242558 h 968306"/>
              <a:gd name="connsiteX3798" fmla="*/ 143351 w 5114885"/>
              <a:gd name="connsiteY3798" fmla="*/ 169215 h 968306"/>
              <a:gd name="connsiteX3799" fmla="*/ 138113 w 5114885"/>
              <a:gd name="connsiteY3799" fmla="*/ 154547 h 968306"/>
              <a:gd name="connsiteX3800" fmla="*/ 120301 w 5114885"/>
              <a:gd name="connsiteY3800" fmla="*/ 91205 h 968306"/>
              <a:gd name="connsiteX3801" fmla="*/ 98298 w 5114885"/>
              <a:gd name="connsiteY3801" fmla="*/ 25197 h 968306"/>
              <a:gd name="connsiteX3802" fmla="*/ 92012 w 5114885"/>
              <a:gd name="connsiteY3802" fmla="*/ 12053 h 968306"/>
              <a:gd name="connsiteX3803" fmla="*/ 82582 w 5114885"/>
              <a:gd name="connsiteY3803" fmla="*/ 2147 h 968306"/>
              <a:gd name="connsiteX3804" fmla="*/ 80010 w 5114885"/>
              <a:gd name="connsiteY3804" fmla="*/ 2718 h 968306"/>
              <a:gd name="connsiteX3805" fmla="*/ 72104 w 5114885"/>
              <a:gd name="connsiteY3805" fmla="*/ 3766 h 968306"/>
              <a:gd name="connsiteX3806" fmla="*/ 27051 w 5114885"/>
              <a:gd name="connsiteY3806" fmla="*/ 5385 h 968306"/>
              <a:gd name="connsiteX3807" fmla="*/ 8763 w 5114885"/>
              <a:gd name="connsiteY3807" fmla="*/ 6433 h 968306"/>
              <a:gd name="connsiteX3808" fmla="*/ 2572 w 5114885"/>
              <a:gd name="connsiteY3808" fmla="*/ 16148 h 968306"/>
              <a:gd name="connsiteX3809" fmla="*/ 3620 w 5114885"/>
              <a:gd name="connsiteY3809" fmla="*/ 19292 h 968306"/>
              <a:gd name="connsiteX3810" fmla="*/ 4667 w 5114885"/>
              <a:gd name="connsiteY3810" fmla="*/ 24054 h 968306"/>
              <a:gd name="connsiteX3811" fmla="*/ 10382 w 5114885"/>
              <a:gd name="connsiteY3811" fmla="*/ 40342 h 968306"/>
              <a:gd name="connsiteX3812" fmla="*/ 14097 w 5114885"/>
              <a:gd name="connsiteY3812" fmla="*/ 57582 h 968306"/>
              <a:gd name="connsiteX3813" fmla="*/ 16193 w 5114885"/>
              <a:gd name="connsiteY3813" fmla="*/ 62821 h 968306"/>
              <a:gd name="connsiteX3814" fmla="*/ 20955 w 5114885"/>
              <a:gd name="connsiteY3814" fmla="*/ 72251 h 968306"/>
              <a:gd name="connsiteX3815" fmla="*/ 22479 w 5114885"/>
              <a:gd name="connsiteY3815" fmla="*/ 77013 h 968306"/>
              <a:gd name="connsiteX3816" fmla="*/ 28289 w 5114885"/>
              <a:gd name="connsiteY3816" fmla="*/ 93301 h 968306"/>
              <a:gd name="connsiteX3817" fmla="*/ 30385 w 5114885"/>
              <a:gd name="connsiteY3817" fmla="*/ 98540 h 968306"/>
              <a:gd name="connsiteX3818" fmla="*/ 48197 w 5114885"/>
              <a:gd name="connsiteY3818" fmla="*/ 153023 h 968306"/>
              <a:gd name="connsiteX3819" fmla="*/ 53435 w 5114885"/>
              <a:gd name="connsiteY3819" fmla="*/ 167691 h 968306"/>
              <a:gd name="connsiteX3820" fmla="*/ 61341 w 5114885"/>
              <a:gd name="connsiteY3820" fmla="*/ 186551 h 968306"/>
              <a:gd name="connsiteX3821" fmla="*/ 69152 w 5114885"/>
              <a:gd name="connsiteY3821" fmla="*/ 209601 h 968306"/>
              <a:gd name="connsiteX3822" fmla="*/ 72295 w 5114885"/>
              <a:gd name="connsiteY3822" fmla="*/ 222174 h 968306"/>
              <a:gd name="connsiteX3823" fmla="*/ 73343 w 5114885"/>
              <a:gd name="connsiteY3823" fmla="*/ 224270 h 968306"/>
              <a:gd name="connsiteX3824" fmla="*/ 75914 w 5114885"/>
              <a:gd name="connsiteY3824" fmla="*/ 229985 h 968306"/>
              <a:gd name="connsiteX3825" fmla="*/ 86868 w 5114885"/>
              <a:gd name="connsiteY3825" fmla="*/ 269799 h 968306"/>
              <a:gd name="connsiteX3826" fmla="*/ 101537 w 5114885"/>
              <a:gd name="connsiteY3826" fmla="*/ 327425 h 968306"/>
              <a:gd name="connsiteX3827" fmla="*/ 103632 w 5114885"/>
              <a:gd name="connsiteY3827" fmla="*/ 333140 h 968306"/>
              <a:gd name="connsiteX3828" fmla="*/ 105728 w 5114885"/>
              <a:gd name="connsiteY3828" fmla="*/ 341046 h 968306"/>
              <a:gd name="connsiteX3829" fmla="*/ 119825 w 5114885"/>
              <a:gd name="connsiteY3829" fmla="*/ 378194 h 968306"/>
              <a:gd name="connsiteX3830" fmla="*/ 126111 w 5114885"/>
              <a:gd name="connsiteY3830" fmla="*/ 387623 h 968306"/>
              <a:gd name="connsiteX3831" fmla="*/ 129254 w 5114885"/>
              <a:gd name="connsiteY3831" fmla="*/ 388671 h 968306"/>
              <a:gd name="connsiteX3832" fmla="*/ 139732 w 5114885"/>
              <a:gd name="connsiteY3832" fmla="*/ 388671 h 968306"/>
              <a:gd name="connsiteX3833" fmla="*/ 198882 w 5114885"/>
              <a:gd name="connsiteY3833" fmla="*/ 386576 h 968306"/>
              <a:gd name="connsiteX3834" fmla="*/ 202025 w 5114885"/>
              <a:gd name="connsiteY3834" fmla="*/ 386004 h 968306"/>
              <a:gd name="connsiteX3835" fmla="*/ 213551 w 5114885"/>
              <a:gd name="connsiteY3835" fmla="*/ 386004 h 968306"/>
              <a:gd name="connsiteX3836" fmla="*/ 222504 w 5114885"/>
              <a:gd name="connsiteY3836" fmla="*/ 381813 h 968306"/>
              <a:gd name="connsiteX3837" fmla="*/ 236125 w 5114885"/>
              <a:gd name="connsiteY3837" fmla="*/ 332569 h 968306"/>
              <a:gd name="connsiteX3838" fmla="*/ 243935 w 5114885"/>
              <a:gd name="connsiteY3838" fmla="*/ 309042 h 968306"/>
              <a:gd name="connsiteX3839" fmla="*/ 254984 w 5114885"/>
              <a:gd name="connsiteY3839" fmla="*/ 273419 h 968306"/>
              <a:gd name="connsiteX3840" fmla="*/ 259175 w 5114885"/>
              <a:gd name="connsiteY3840" fmla="*/ 261417 h 968306"/>
              <a:gd name="connsiteX3841" fmla="*/ 265462 w 5114885"/>
              <a:gd name="connsiteY3841" fmla="*/ 250463 h 968306"/>
              <a:gd name="connsiteX3842" fmla="*/ 275939 w 5114885"/>
              <a:gd name="connsiteY3842" fmla="*/ 212268 h 968306"/>
              <a:gd name="connsiteX3843" fmla="*/ 282702 w 5114885"/>
              <a:gd name="connsiteY3843" fmla="*/ 194456 h 968306"/>
              <a:gd name="connsiteX3844" fmla="*/ 290608 w 5114885"/>
              <a:gd name="connsiteY3844" fmla="*/ 169310 h 968306"/>
              <a:gd name="connsiteX3845" fmla="*/ 296323 w 5114885"/>
              <a:gd name="connsiteY3845" fmla="*/ 148832 h 968306"/>
              <a:gd name="connsiteX3846" fmla="*/ 303657 w 5114885"/>
              <a:gd name="connsiteY3846" fmla="*/ 131020 h 968306"/>
              <a:gd name="connsiteX3847" fmla="*/ 309372 w 5114885"/>
              <a:gd name="connsiteY3847" fmla="*/ 111113 h 968306"/>
              <a:gd name="connsiteX3848" fmla="*/ 310420 w 5114885"/>
              <a:gd name="connsiteY3848" fmla="*/ 108541 h 968306"/>
              <a:gd name="connsiteX3849" fmla="*/ 312039 w 5114885"/>
              <a:gd name="connsiteY3849" fmla="*/ 105874 h 968306"/>
              <a:gd name="connsiteX3850" fmla="*/ 314706 w 5114885"/>
              <a:gd name="connsiteY3850" fmla="*/ 99587 h 968306"/>
              <a:gd name="connsiteX3851" fmla="*/ 315278 w 5114885"/>
              <a:gd name="connsiteY3851" fmla="*/ 95873 h 968306"/>
              <a:gd name="connsiteX3852" fmla="*/ 316325 w 5114885"/>
              <a:gd name="connsiteY3852" fmla="*/ 91205 h 968306"/>
              <a:gd name="connsiteX3853" fmla="*/ 322612 w 5114885"/>
              <a:gd name="connsiteY3853" fmla="*/ 67107 h 968306"/>
              <a:gd name="connsiteX3854" fmla="*/ 326326 w 5114885"/>
              <a:gd name="connsiteY3854" fmla="*/ 51867 h 968306"/>
              <a:gd name="connsiteX3855" fmla="*/ 329946 w 5114885"/>
              <a:gd name="connsiteY3855" fmla="*/ 42437 h 968306"/>
              <a:gd name="connsiteX3856" fmla="*/ 329946 w 5114885"/>
              <a:gd name="connsiteY3856" fmla="*/ 39294 h 968306"/>
              <a:gd name="connsiteX3857" fmla="*/ 338328 w 5114885"/>
              <a:gd name="connsiteY3857" fmla="*/ 7862 h 968306"/>
              <a:gd name="connsiteX3858" fmla="*/ 322612 w 5114885"/>
              <a:gd name="connsiteY3858" fmla="*/ 2623 h 968306"/>
              <a:gd name="connsiteX3859" fmla="*/ 316325 w 5114885"/>
              <a:gd name="connsiteY3859" fmla="*/ 3194 h 968306"/>
              <a:gd name="connsiteX3860" fmla="*/ 310039 w 5114885"/>
              <a:gd name="connsiteY3860" fmla="*/ 2623 h 968306"/>
              <a:gd name="connsiteX3861" fmla="*/ 276035 w 5114885"/>
              <a:gd name="connsiteY3861" fmla="*/ 2051 h 968306"/>
              <a:gd name="connsiteX3862" fmla="*/ 266033 w 5114885"/>
              <a:gd name="connsiteY3862" fmla="*/ 2623 h 968306"/>
              <a:gd name="connsiteX3863" fmla="*/ 251365 w 5114885"/>
              <a:gd name="connsiteY3863" fmla="*/ 17291 h 968306"/>
              <a:gd name="connsiteX3864" fmla="*/ 238792 w 5114885"/>
              <a:gd name="connsiteY3864" fmla="*/ 56534 h 968306"/>
              <a:gd name="connsiteX3865" fmla="*/ 230886 w 5114885"/>
              <a:gd name="connsiteY3865" fmla="*/ 77013 h 968306"/>
              <a:gd name="connsiteX3866" fmla="*/ 222504 w 5114885"/>
              <a:gd name="connsiteY3866" fmla="*/ 104255 h 968306"/>
              <a:gd name="connsiteX3867" fmla="*/ 220885 w 5114885"/>
              <a:gd name="connsiteY3867" fmla="*/ 109493 h 968306"/>
              <a:gd name="connsiteX3868" fmla="*/ 217742 w 5114885"/>
              <a:gd name="connsiteY3868" fmla="*/ 118447 h 968306"/>
              <a:gd name="connsiteX3869" fmla="*/ 216694 w 5114885"/>
              <a:gd name="connsiteY3869" fmla="*/ 122066 h 968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</a:cxnLst>
            <a:rect l="l" t="t" r="r" b="b"/>
            <a:pathLst>
              <a:path w="5114885" h="968306">
                <a:moveTo>
                  <a:pt x="4196239" y="945503"/>
                </a:moveTo>
                <a:cubicBezTo>
                  <a:pt x="4195763" y="943407"/>
                  <a:pt x="4195763" y="941312"/>
                  <a:pt x="4195191" y="939216"/>
                </a:cubicBezTo>
                <a:cubicBezTo>
                  <a:pt x="4194715" y="936073"/>
                  <a:pt x="4192048" y="891591"/>
                  <a:pt x="4192048" y="891591"/>
                </a:cubicBezTo>
                <a:lnTo>
                  <a:pt x="4192048" y="886924"/>
                </a:lnTo>
                <a:cubicBezTo>
                  <a:pt x="4192524" y="884828"/>
                  <a:pt x="4193096" y="882257"/>
                  <a:pt x="4193667" y="880066"/>
                </a:cubicBezTo>
                <a:lnTo>
                  <a:pt x="4198906" y="880066"/>
                </a:lnTo>
                <a:lnTo>
                  <a:pt x="4216718" y="880637"/>
                </a:lnTo>
                <a:cubicBezTo>
                  <a:pt x="4220432" y="881209"/>
                  <a:pt x="4253389" y="881209"/>
                  <a:pt x="4258151" y="883209"/>
                </a:cubicBezTo>
                <a:cubicBezTo>
                  <a:pt x="4257104" y="902545"/>
                  <a:pt x="4256532" y="925595"/>
                  <a:pt x="4259771" y="943407"/>
                </a:cubicBezTo>
                <a:lnTo>
                  <a:pt x="4259771" y="945503"/>
                </a:lnTo>
                <a:cubicBezTo>
                  <a:pt x="4258723" y="945979"/>
                  <a:pt x="4257675" y="945979"/>
                  <a:pt x="4256056" y="945979"/>
                </a:cubicBezTo>
                <a:cubicBezTo>
                  <a:pt x="4253960" y="945979"/>
                  <a:pt x="4252341" y="945979"/>
                  <a:pt x="4250341" y="945503"/>
                </a:cubicBezTo>
                <a:lnTo>
                  <a:pt x="4244055" y="944455"/>
                </a:lnTo>
                <a:lnTo>
                  <a:pt x="4235196" y="944455"/>
                </a:lnTo>
                <a:lnTo>
                  <a:pt x="4232529" y="943979"/>
                </a:lnTo>
                <a:cubicBezTo>
                  <a:pt x="4223099" y="942931"/>
                  <a:pt x="4215765" y="942931"/>
                  <a:pt x="4209003" y="943407"/>
                </a:cubicBezTo>
                <a:cubicBezTo>
                  <a:pt x="4204240" y="944455"/>
                  <a:pt x="4199573" y="944931"/>
                  <a:pt x="4196430" y="945503"/>
                </a:cubicBezTo>
                <a:moveTo>
                  <a:pt x="4190619" y="955504"/>
                </a:moveTo>
                <a:cubicBezTo>
                  <a:pt x="4191667" y="955980"/>
                  <a:pt x="4193191" y="955504"/>
                  <a:pt x="4194810" y="955504"/>
                </a:cubicBezTo>
                <a:cubicBezTo>
                  <a:pt x="4199001" y="955504"/>
                  <a:pt x="4204812" y="954456"/>
                  <a:pt x="4210526" y="953408"/>
                </a:cubicBezTo>
                <a:cubicBezTo>
                  <a:pt x="4215765" y="952837"/>
                  <a:pt x="4222052" y="952837"/>
                  <a:pt x="4231005" y="953980"/>
                </a:cubicBezTo>
                <a:cubicBezTo>
                  <a:pt x="4234625" y="954456"/>
                  <a:pt x="4238340" y="953980"/>
                  <a:pt x="4242531" y="954456"/>
                </a:cubicBezTo>
                <a:lnTo>
                  <a:pt x="4248817" y="955504"/>
                </a:lnTo>
                <a:cubicBezTo>
                  <a:pt x="4251389" y="955980"/>
                  <a:pt x="4254056" y="955980"/>
                  <a:pt x="4256151" y="955980"/>
                </a:cubicBezTo>
                <a:cubicBezTo>
                  <a:pt x="4262914" y="955980"/>
                  <a:pt x="4268724" y="954932"/>
                  <a:pt x="4269296" y="947598"/>
                </a:cubicBezTo>
                <a:cubicBezTo>
                  <a:pt x="4269772" y="947122"/>
                  <a:pt x="4269772" y="946074"/>
                  <a:pt x="4269772" y="944931"/>
                </a:cubicBezTo>
                <a:lnTo>
                  <a:pt x="4270343" y="942359"/>
                </a:lnTo>
                <a:cubicBezTo>
                  <a:pt x="4266629" y="925024"/>
                  <a:pt x="4267200" y="901497"/>
                  <a:pt x="4268724" y="881114"/>
                </a:cubicBezTo>
                <a:cubicBezTo>
                  <a:pt x="4269200" y="872160"/>
                  <a:pt x="4249865" y="871684"/>
                  <a:pt x="4245102" y="871684"/>
                </a:cubicBezTo>
                <a:cubicBezTo>
                  <a:pt x="4243007" y="871684"/>
                  <a:pt x="4229862" y="871208"/>
                  <a:pt x="4217289" y="870636"/>
                </a:cubicBezTo>
                <a:lnTo>
                  <a:pt x="4199001" y="870065"/>
                </a:lnTo>
                <a:lnTo>
                  <a:pt x="4190143" y="870065"/>
                </a:lnTo>
                <a:cubicBezTo>
                  <a:pt x="4183380" y="870636"/>
                  <a:pt x="4182809" y="880542"/>
                  <a:pt x="4182237" y="885781"/>
                </a:cubicBezTo>
                <a:lnTo>
                  <a:pt x="4182237" y="892067"/>
                </a:lnTo>
                <a:cubicBezTo>
                  <a:pt x="4183285" y="910451"/>
                  <a:pt x="4184333" y="928739"/>
                  <a:pt x="4186428" y="947122"/>
                </a:cubicBezTo>
                <a:lnTo>
                  <a:pt x="4186428" y="949217"/>
                </a:lnTo>
                <a:cubicBezTo>
                  <a:pt x="4187476" y="949694"/>
                  <a:pt x="4185952" y="957028"/>
                  <a:pt x="4186904" y="954932"/>
                </a:cubicBezTo>
                <a:lnTo>
                  <a:pt x="4190619" y="955504"/>
                </a:lnTo>
                <a:close/>
                <a:moveTo>
                  <a:pt x="4136612" y="902069"/>
                </a:moveTo>
                <a:cubicBezTo>
                  <a:pt x="4135088" y="915689"/>
                  <a:pt x="4138232" y="931882"/>
                  <a:pt x="4136612" y="944455"/>
                </a:cubicBezTo>
                <a:cubicBezTo>
                  <a:pt x="4133469" y="943407"/>
                  <a:pt x="4129278" y="942931"/>
                  <a:pt x="4125087" y="942931"/>
                </a:cubicBezTo>
                <a:cubicBezTo>
                  <a:pt x="4119372" y="942455"/>
                  <a:pt x="4114133" y="944455"/>
                  <a:pt x="4108323" y="945026"/>
                </a:cubicBezTo>
                <a:cubicBezTo>
                  <a:pt x="4102037" y="945598"/>
                  <a:pt x="4096322" y="945026"/>
                  <a:pt x="4089464" y="945026"/>
                </a:cubicBezTo>
                <a:lnTo>
                  <a:pt x="4075843" y="945026"/>
                </a:lnTo>
                <a:cubicBezTo>
                  <a:pt x="4068985" y="944550"/>
                  <a:pt x="4063270" y="941883"/>
                  <a:pt x="4055936" y="940835"/>
                </a:cubicBezTo>
                <a:lnTo>
                  <a:pt x="4052792" y="939216"/>
                </a:lnTo>
                <a:lnTo>
                  <a:pt x="4048601" y="938168"/>
                </a:lnTo>
                <a:cubicBezTo>
                  <a:pt x="4042791" y="936644"/>
                  <a:pt x="4041267" y="936073"/>
                  <a:pt x="4036600" y="932358"/>
                </a:cubicBezTo>
                <a:lnTo>
                  <a:pt x="4033933" y="930263"/>
                </a:lnTo>
                <a:lnTo>
                  <a:pt x="4030790" y="927691"/>
                </a:lnTo>
                <a:cubicBezTo>
                  <a:pt x="4030790" y="926643"/>
                  <a:pt x="4030790" y="926072"/>
                  <a:pt x="4030313" y="924548"/>
                </a:cubicBezTo>
                <a:lnTo>
                  <a:pt x="4029266" y="921404"/>
                </a:lnTo>
                <a:lnTo>
                  <a:pt x="4024027" y="905212"/>
                </a:lnTo>
                <a:lnTo>
                  <a:pt x="4023551" y="902545"/>
                </a:lnTo>
                <a:lnTo>
                  <a:pt x="4019836" y="864350"/>
                </a:lnTo>
                <a:cubicBezTo>
                  <a:pt x="4018788" y="855968"/>
                  <a:pt x="4016693" y="847014"/>
                  <a:pt x="4017264" y="838156"/>
                </a:cubicBezTo>
                <a:lnTo>
                  <a:pt x="4017740" y="815105"/>
                </a:lnTo>
                <a:lnTo>
                  <a:pt x="4019836" y="784149"/>
                </a:lnTo>
                <a:cubicBezTo>
                  <a:pt x="4020312" y="772624"/>
                  <a:pt x="4020884" y="761670"/>
                  <a:pt x="4021455" y="752717"/>
                </a:cubicBezTo>
                <a:cubicBezTo>
                  <a:pt x="4021455" y="745382"/>
                  <a:pt x="4022503" y="731762"/>
                  <a:pt x="4014121" y="727571"/>
                </a:cubicBezTo>
                <a:cubicBezTo>
                  <a:pt x="4003167" y="722903"/>
                  <a:pt x="3990023" y="726523"/>
                  <a:pt x="3978497" y="726047"/>
                </a:cubicBezTo>
                <a:cubicBezTo>
                  <a:pt x="3978021" y="712902"/>
                  <a:pt x="3976878" y="699853"/>
                  <a:pt x="3978021" y="687280"/>
                </a:cubicBezTo>
                <a:cubicBezTo>
                  <a:pt x="3990594" y="687851"/>
                  <a:pt x="4006310" y="688899"/>
                  <a:pt x="4017264" y="681565"/>
                </a:cubicBezTo>
                <a:cubicBezTo>
                  <a:pt x="4026694" y="674707"/>
                  <a:pt x="4025646" y="620319"/>
                  <a:pt x="4025646" y="611937"/>
                </a:cubicBezTo>
                <a:lnTo>
                  <a:pt x="4028789" y="611937"/>
                </a:lnTo>
                <a:cubicBezTo>
                  <a:pt x="4047649" y="610889"/>
                  <a:pt x="4067556" y="612985"/>
                  <a:pt x="4086416" y="614033"/>
                </a:cubicBezTo>
                <a:cubicBezTo>
                  <a:pt x="4088035" y="635464"/>
                  <a:pt x="4084891" y="657467"/>
                  <a:pt x="4085368" y="678993"/>
                </a:cubicBezTo>
                <a:cubicBezTo>
                  <a:pt x="4085844" y="690042"/>
                  <a:pt x="4100608" y="687851"/>
                  <a:pt x="4107847" y="687851"/>
                </a:cubicBezTo>
                <a:cubicBezTo>
                  <a:pt x="4117848" y="688899"/>
                  <a:pt x="4127754" y="692042"/>
                  <a:pt x="4138232" y="694138"/>
                </a:cubicBezTo>
                <a:cubicBezTo>
                  <a:pt x="4138232" y="697853"/>
                  <a:pt x="4136612" y="726618"/>
                  <a:pt x="4136136" y="731857"/>
                </a:cubicBezTo>
                <a:cubicBezTo>
                  <a:pt x="4132516" y="731285"/>
                  <a:pt x="4127754" y="731285"/>
                  <a:pt x="4122515" y="731285"/>
                </a:cubicBezTo>
                <a:cubicBezTo>
                  <a:pt x="4112038" y="731857"/>
                  <a:pt x="4101560" y="730714"/>
                  <a:pt x="4092607" y="731857"/>
                </a:cubicBezTo>
                <a:cubicBezTo>
                  <a:pt x="4078986" y="733381"/>
                  <a:pt x="4081653" y="765956"/>
                  <a:pt x="4081653" y="773767"/>
                </a:cubicBezTo>
                <a:cubicBezTo>
                  <a:pt x="4081653" y="784816"/>
                  <a:pt x="4080129" y="852348"/>
                  <a:pt x="4080605" y="860159"/>
                </a:cubicBezTo>
                <a:cubicBezTo>
                  <a:pt x="4080605" y="868541"/>
                  <a:pt x="4081653" y="876923"/>
                  <a:pt x="4086320" y="886924"/>
                </a:cubicBezTo>
                <a:cubicBezTo>
                  <a:pt x="4103084" y="902069"/>
                  <a:pt x="4116705" y="901592"/>
                  <a:pt x="4136612" y="900068"/>
                </a:cubicBezTo>
                <a:lnTo>
                  <a:pt x="4136612" y="902164"/>
                </a:lnTo>
                <a:close/>
                <a:moveTo>
                  <a:pt x="4094226" y="741763"/>
                </a:moveTo>
                <a:cubicBezTo>
                  <a:pt x="4103084" y="740715"/>
                  <a:pt x="4112514" y="741763"/>
                  <a:pt x="4122991" y="741191"/>
                </a:cubicBezTo>
                <a:cubicBezTo>
                  <a:pt x="4127659" y="741191"/>
                  <a:pt x="4131850" y="741191"/>
                  <a:pt x="4136136" y="741763"/>
                </a:cubicBezTo>
                <a:cubicBezTo>
                  <a:pt x="4144518" y="741763"/>
                  <a:pt x="4146614" y="741191"/>
                  <a:pt x="4146614" y="731762"/>
                </a:cubicBezTo>
                <a:cubicBezTo>
                  <a:pt x="4146614" y="729190"/>
                  <a:pt x="4148233" y="697186"/>
                  <a:pt x="4148233" y="693471"/>
                </a:cubicBezTo>
                <a:cubicBezTo>
                  <a:pt x="4147661" y="685661"/>
                  <a:pt x="4146137" y="683470"/>
                  <a:pt x="4138803" y="682517"/>
                </a:cubicBezTo>
                <a:cubicBezTo>
                  <a:pt x="4128897" y="681470"/>
                  <a:pt x="4118896" y="678803"/>
                  <a:pt x="4107942" y="677279"/>
                </a:cubicBezTo>
                <a:cubicBezTo>
                  <a:pt x="4103751" y="677279"/>
                  <a:pt x="4099560" y="678326"/>
                  <a:pt x="4095369" y="677279"/>
                </a:cubicBezTo>
                <a:cubicBezTo>
                  <a:pt x="4094893" y="665277"/>
                  <a:pt x="4095941" y="653180"/>
                  <a:pt x="4096417" y="641084"/>
                </a:cubicBezTo>
                <a:cubicBezTo>
                  <a:pt x="4096417" y="635845"/>
                  <a:pt x="4099560" y="606508"/>
                  <a:pt x="4092226" y="604412"/>
                </a:cubicBezTo>
                <a:cubicBezTo>
                  <a:pt x="4082796" y="602317"/>
                  <a:pt x="4051935" y="601745"/>
                  <a:pt x="4040315" y="601745"/>
                </a:cubicBezTo>
                <a:cubicBezTo>
                  <a:pt x="4035647" y="601745"/>
                  <a:pt x="4015169" y="599650"/>
                  <a:pt x="4015740" y="607556"/>
                </a:cubicBezTo>
                <a:cubicBezTo>
                  <a:pt x="4016216" y="624320"/>
                  <a:pt x="4014692" y="659943"/>
                  <a:pt x="4011549" y="672992"/>
                </a:cubicBezTo>
                <a:cubicBezTo>
                  <a:pt x="4006882" y="676136"/>
                  <a:pt x="3999548" y="677183"/>
                  <a:pt x="3991642" y="677183"/>
                </a:cubicBezTo>
                <a:cubicBezTo>
                  <a:pt x="3964400" y="677755"/>
                  <a:pt x="3967067" y="670325"/>
                  <a:pt x="3967544" y="707092"/>
                </a:cubicBezTo>
                <a:cubicBezTo>
                  <a:pt x="3968020" y="717569"/>
                  <a:pt x="3968591" y="727571"/>
                  <a:pt x="3968591" y="727571"/>
                </a:cubicBezTo>
                <a:lnTo>
                  <a:pt x="3968591" y="730714"/>
                </a:lnTo>
                <a:cubicBezTo>
                  <a:pt x="3968115" y="740715"/>
                  <a:pt x="3998976" y="736524"/>
                  <a:pt x="4010501" y="738048"/>
                </a:cubicBezTo>
                <a:cubicBezTo>
                  <a:pt x="4012597" y="746906"/>
                  <a:pt x="4010501" y="775291"/>
                  <a:pt x="4009930" y="783578"/>
                </a:cubicBezTo>
                <a:lnTo>
                  <a:pt x="4007358" y="814534"/>
                </a:lnTo>
                <a:lnTo>
                  <a:pt x="4006882" y="837584"/>
                </a:lnTo>
                <a:cubicBezTo>
                  <a:pt x="4006882" y="847014"/>
                  <a:pt x="4008978" y="856444"/>
                  <a:pt x="4009454" y="865302"/>
                </a:cubicBezTo>
                <a:lnTo>
                  <a:pt x="4013645" y="905117"/>
                </a:lnTo>
                <a:lnTo>
                  <a:pt x="4014692" y="907784"/>
                </a:lnTo>
                <a:cubicBezTo>
                  <a:pt x="4016216" y="912451"/>
                  <a:pt x="4018312" y="919785"/>
                  <a:pt x="4019931" y="924548"/>
                </a:cubicBezTo>
                <a:lnTo>
                  <a:pt x="4020979" y="928739"/>
                </a:lnTo>
                <a:cubicBezTo>
                  <a:pt x="4021550" y="932930"/>
                  <a:pt x="4024694" y="935597"/>
                  <a:pt x="4027837" y="938168"/>
                </a:cubicBezTo>
                <a:lnTo>
                  <a:pt x="4030980" y="940835"/>
                </a:lnTo>
                <a:cubicBezTo>
                  <a:pt x="4036790" y="945026"/>
                  <a:pt x="4038314" y="945503"/>
                  <a:pt x="4045649" y="947598"/>
                </a:cubicBezTo>
                <a:cubicBezTo>
                  <a:pt x="4047173" y="948074"/>
                  <a:pt x="4048220" y="948646"/>
                  <a:pt x="4049840" y="948646"/>
                </a:cubicBezTo>
                <a:lnTo>
                  <a:pt x="4052411" y="950170"/>
                </a:lnTo>
                <a:lnTo>
                  <a:pt x="4054983" y="950741"/>
                </a:lnTo>
                <a:cubicBezTo>
                  <a:pt x="4062317" y="951789"/>
                  <a:pt x="4068604" y="954361"/>
                  <a:pt x="4075366" y="954932"/>
                </a:cubicBezTo>
                <a:lnTo>
                  <a:pt x="4090035" y="954932"/>
                </a:lnTo>
                <a:cubicBezTo>
                  <a:pt x="4096322" y="954932"/>
                  <a:pt x="4102608" y="955504"/>
                  <a:pt x="4109466" y="954932"/>
                </a:cubicBezTo>
                <a:cubicBezTo>
                  <a:pt x="4114705" y="954361"/>
                  <a:pt x="4119944" y="952361"/>
                  <a:pt x="4125182" y="952837"/>
                </a:cubicBezTo>
                <a:cubicBezTo>
                  <a:pt x="4127754" y="952837"/>
                  <a:pt x="4130993" y="953885"/>
                  <a:pt x="4135184" y="954932"/>
                </a:cubicBezTo>
                <a:cubicBezTo>
                  <a:pt x="4146137" y="956456"/>
                  <a:pt x="4145090" y="955504"/>
                  <a:pt x="4146709" y="946074"/>
                </a:cubicBezTo>
                <a:cubicBezTo>
                  <a:pt x="4148328" y="932930"/>
                  <a:pt x="4145090" y="916737"/>
                  <a:pt x="4146709" y="902069"/>
                </a:cubicBezTo>
                <a:cubicBezTo>
                  <a:pt x="4146709" y="901021"/>
                  <a:pt x="4146709" y="900545"/>
                  <a:pt x="4147185" y="898925"/>
                </a:cubicBezTo>
                <a:cubicBezTo>
                  <a:pt x="4147661" y="893115"/>
                  <a:pt x="4146709" y="890067"/>
                  <a:pt x="4139851" y="890067"/>
                </a:cubicBezTo>
                <a:cubicBezTo>
                  <a:pt x="4121468" y="890067"/>
                  <a:pt x="4110514" y="894734"/>
                  <a:pt x="4094226" y="880637"/>
                </a:cubicBezTo>
                <a:cubicBezTo>
                  <a:pt x="4091654" y="873779"/>
                  <a:pt x="4090511" y="867017"/>
                  <a:pt x="4090511" y="859682"/>
                </a:cubicBezTo>
                <a:cubicBezTo>
                  <a:pt x="4090035" y="851872"/>
                  <a:pt x="4092131" y="784816"/>
                  <a:pt x="4091559" y="773767"/>
                </a:cubicBezTo>
                <a:cubicBezTo>
                  <a:pt x="4091559" y="762813"/>
                  <a:pt x="4092035" y="751764"/>
                  <a:pt x="4094131" y="741858"/>
                </a:cubicBezTo>
                <a:moveTo>
                  <a:pt x="3933254" y="584696"/>
                </a:moveTo>
                <a:cubicBezTo>
                  <a:pt x="3932778" y="592601"/>
                  <a:pt x="3932778" y="602507"/>
                  <a:pt x="3933825" y="609270"/>
                </a:cubicBezTo>
                <a:cubicBezTo>
                  <a:pt x="3933825" y="610889"/>
                  <a:pt x="3933825" y="611937"/>
                  <a:pt x="3934301" y="612985"/>
                </a:cubicBezTo>
                <a:lnTo>
                  <a:pt x="3934778" y="615080"/>
                </a:lnTo>
                <a:cubicBezTo>
                  <a:pt x="3934301" y="619843"/>
                  <a:pt x="3935254" y="624510"/>
                  <a:pt x="3935825" y="628225"/>
                </a:cubicBezTo>
                <a:lnTo>
                  <a:pt x="3936302" y="634035"/>
                </a:lnTo>
                <a:cubicBezTo>
                  <a:pt x="3917442" y="636131"/>
                  <a:pt x="3901726" y="632987"/>
                  <a:pt x="3883438" y="632416"/>
                </a:cubicBezTo>
                <a:lnTo>
                  <a:pt x="3880771" y="632416"/>
                </a:lnTo>
                <a:lnTo>
                  <a:pt x="3875056" y="632987"/>
                </a:lnTo>
                <a:lnTo>
                  <a:pt x="3873437" y="632987"/>
                </a:lnTo>
                <a:lnTo>
                  <a:pt x="3873437" y="627749"/>
                </a:lnTo>
                <a:cubicBezTo>
                  <a:pt x="3873913" y="621938"/>
                  <a:pt x="3873913" y="616700"/>
                  <a:pt x="3873913" y="613556"/>
                </a:cubicBezTo>
                <a:cubicBezTo>
                  <a:pt x="3874961" y="608318"/>
                  <a:pt x="3875532" y="603079"/>
                  <a:pt x="3875532" y="597840"/>
                </a:cubicBezTo>
                <a:lnTo>
                  <a:pt x="3876008" y="589934"/>
                </a:lnTo>
                <a:lnTo>
                  <a:pt x="3888105" y="588887"/>
                </a:lnTo>
                <a:lnTo>
                  <a:pt x="3890201" y="588887"/>
                </a:lnTo>
                <a:lnTo>
                  <a:pt x="3894391" y="588410"/>
                </a:lnTo>
                <a:lnTo>
                  <a:pt x="3907536" y="586791"/>
                </a:lnTo>
                <a:cubicBezTo>
                  <a:pt x="3915918" y="585743"/>
                  <a:pt x="3924300" y="584696"/>
                  <a:pt x="3933158" y="584696"/>
                </a:cubicBezTo>
                <a:moveTo>
                  <a:pt x="3945731" y="626606"/>
                </a:moveTo>
                <a:cubicBezTo>
                  <a:pt x="3944684" y="622415"/>
                  <a:pt x="3944112" y="618224"/>
                  <a:pt x="3943636" y="610889"/>
                </a:cubicBezTo>
                <a:lnTo>
                  <a:pt x="3943636" y="608222"/>
                </a:lnTo>
                <a:cubicBezTo>
                  <a:pt x="3942588" y="600412"/>
                  <a:pt x="3943160" y="587839"/>
                  <a:pt x="3943160" y="580505"/>
                </a:cubicBezTo>
                <a:cubicBezTo>
                  <a:pt x="3943160" y="570027"/>
                  <a:pt x="3909632" y="576314"/>
                  <a:pt x="3906488" y="576790"/>
                </a:cubicBezTo>
                <a:lnTo>
                  <a:pt x="3893344" y="577838"/>
                </a:lnTo>
                <a:lnTo>
                  <a:pt x="3889153" y="578885"/>
                </a:lnTo>
                <a:lnTo>
                  <a:pt x="3887057" y="578885"/>
                </a:lnTo>
                <a:lnTo>
                  <a:pt x="3872389" y="579933"/>
                </a:lnTo>
                <a:cubicBezTo>
                  <a:pt x="3869246" y="579362"/>
                  <a:pt x="3866103" y="580981"/>
                  <a:pt x="3866103" y="585172"/>
                </a:cubicBezTo>
                <a:cubicBezTo>
                  <a:pt x="3866103" y="594125"/>
                  <a:pt x="3865531" y="602984"/>
                  <a:pt x="3864007" y="612413"/>
                </a:cubicBezTo>
                <a:lnTo>
                  <a:pt x="3864007" y="613461"/>
                </a:lnTo>
                <a:cubicBezTo>
                  <a:pt x="3864007" y="616033"/>
                  <a:pt x="3864007" y="621272"/>
                  <a:pt x="3863435" y="627082"/>
                </a:cubicBezTo>
                <a:lnTo>
                  <a:pt x="3862959" y="633368"/>
                </a:lnTo>
                <a:lnTo>
                  <a:pt x="3862959" y="635940"/>
                </a:lnTo>
                <a:cubicBezTo>
                  <a:pt x="3856196" y="647465"/>
                  <a:pt x="3879723" y="641655"/>
                  <a:pt x="3883438" y="642227"/>
                </a:cubicBezTo>
                <a:cubicBezTo>
                  <a:pt x="3886010" y="642798"/>
                  <a:pt x="3932111" y="645941"/>
                  <a:pt x="3943160" y="642798"/>
                </a:cubicBezTo>
                <a:cubicBezTo>
                  <a:pt x="3946874" y="641750"/>
                  <a:pt x="3946874" y="638131"/>
                  <a:pt x="3946874" y="635464"/>
                </a:cubicBezTo>
                <a:cubicBezTo>
                  <a:pt x="3946303" y="632892"/>
                  <a:pt x="3945827" y="629749"/>
                  <a:pt x="3945827" y="626606"/>
                </a:cubicBezTo>
                <a:moveTo>
                  <a:pt x="3931158" y="941978"/>
                </a:moveTo>
                <a:cubicBezTo>
                  <a:pt x="3920204" y="940931"/>
                  <a:pt x="3876675" y="941502"/>
                  <a:pt x="3872484" y="942550"/>
                </a:cubicBezTo>
                <a:cubicBezTo>
                  <a:pt x="3870960" y="942550"/>
                  <a:pt x="3872484" y="942550"/>
                  <a:pt x="3872484" y="942550"/>
                </a:cubicBezTo>
                <a:lnTo>
                  <a:pt x="3872484" y="940454"/>
                </a:lnTo>
                <a:cubicBezTo>
                  <a:pt x="3872484" y="935216"/>
                  <a:pt x="3875151" y="724618"/>
                  <a:pt x="3875151" y="723570"/>
                </a:cubicBezTo>
                <a:cubicBezTo>
                  <a:pt x="3875151" y="715664"/>
                  <a:pt x="3873532" y="706806"/>
                  <a:pt x="3874103" y="698424"/>
                </a:cubicBezTo>
                <a:cubicBezTo>
                  <a:pt x="3874103" y="695852"/>
                  <a:pt x="3874580" y="693185"/>
                  <a:pt x="3874580" y="691090"/>
                </a:cubicBezTo>
                <a:cubicBezTo>
                  <a:pt x="3877247" y="691090"/>
                  <a:pt x="3879818" y="691661"/>
                  <a:pt x="3882485" y="691661"/>
                </a:cubicBezTo>
                <a:lnTo>
                  <a:pt x="3926967" y="691090"/>
                </a:lnTo>
                <a:lnTo>
                  <a:pt x="3929063" y="690518"/>
                </a:lnTo>
                <a:lnTo>
                  <a:pt x="3930682" y="690518"/>
                </a:lnTo>
                <a:cubicBezTo>
                  <a:pt x="3931158" y="704139"/>
                  <a:pt x="3931730" y="719379"/>
                  <a:pt x="3933254" y="734048"/>
                </a:cubicBezTo>
                <a:cubicBezTo>
                  <a:pt x="3933254" y="735667"/>
                  <a:pt x="3932206" y="784340"/>
                  <a:pt x="3931158" y="835203"/>
                </a:cubicBezTo>
                <a:cubicBezTo>
                  <a:pt x="3930682" y="878161"/>
                  <a:pt x="3930110" y="923690"/>
                  <a:pt x="3931158" y="942074"/>
                </a:cubicBezTo>
                <a:moveTo>
                  <a:pt x="3870960" y="952075"/>
                </a:moveTo>
                <a:cubicBezTo>
                  <a:pt x="3874103" y="951503"/>
                  <a:pt x="3925443" y="951503"/>
                  <a:pt x="3931730" y="952075"/>
                </a:cubicBezTo>
                <a:cubicBezTo>
                  <a:pt x="3935921" y="952646"/>
                  <a:pt x="3943255" y="955218"/>
                  <a:pt x="3941636" y="947408"/>
                </a:cubicBezTo>
                <a:cubicBezTo>
                  <a:pt x="3940016" y="938549"/>
                  <a:pt x="3940588" y="886638"/>
                  <a:pt x="3941159" y="835298"/>
                </a:cubicBezTo>
                <a:cubicBezTo>
                  <a:pt x="3942207" y="783959"/>
                  <a:pt x="3943255" y="735191"/>
                  <a:pt x="3943255" y="733667"/>
                </a:cubicBezTo>
                <a:cubicBezTo>
                  <a:pt x="3941636" y="716903"/>
                  <a:pt x="3940683" y="700139"/>
                  <a:pt x="3940683" y="684994"/>
                </a:cubicBezTo>
                <a:cubicBezTo>
                  <a:pt x="3940683" y="680327"/>
                  <a:pt x="3936492" y="679755"/>
                  <a:pt x="3933349" y="680327"/>
                </a:cubicBezTo>
                <a:cubicBezTo>
                  <a:pt x="3930777" y="680327"/>
                  <a:pt x="3928110" y="680803"/>
                  <a:pt x="3926015" y="681374"/>
                </a:cubicBezTo>
                <a:lnTo>
                  <a:pt x="3882485" y="681946"/>
                </a:lnTo>
                <a:cubicBezTo>
                  <a:pt x="3865721" y="681946"/>
                  <a:pt x="3864197" y="678231"/>
                  <a:pt x="3864197" y="698138"/>
                </a:cubicBezTo>
                <a:cubicBezTo>
                  <a:pt x="3863626" y="706997"/>
                  <a:pt x="3865245" y="715950"/>
                  <a:pt x="3865245" y="723856"/>
                </a:cubicBezTo>
                <a:cubicBezTo>
                  <a:pt x="3865245" y="724904"/>
                  <a:pt x="3862673" y="935501"/>
                  <a:pt x="3862673" y="940740"/>
                </a:cubicBezTo>
                <a:cubicBezTo>
                  <a:pt x="3862673" y="944931"/>
                  <a:pt x="3862197" y="957504"/>
                  <a:pt x="3870579" y="952837"/>
                </a:cubicBezTo>
                <a:lnTo>
                  <a:pt x="3871055" y="952265"/>
                </a:lnTo>
                <a:close/>
                <a:moveTo>
                  <a:pt x="3691319" y="730428"/>
                </a:moveTo>
                <a:cubicBezTo>
                  <a:pt x="3679793" y="724142"/>
                  <a:pt x="3666173" y="727285"/>
                  <a:pt x="3654647" y="730428"/>
                </a:cubicBezTo>
                <a:cubicBezTo>
                  <a:pt x="3650456" y="732047"/>
                  <a:pt x="3646265" y="732524"/>
                  <a:pt x="3641503" y="734619"/>
                </a:cubicBezTo>
                <a:lnTo>
                  <a:pt x="3638931" y="736715"/>
                </a:lnTo>
                <a:lnTo>
                  <a:pt x="3632168" y="740906"/>
                </a:lnTo>
                <a:cubicBezTo>
                  <a:pt x="3626358" y="743001"/>
                  <a:pt x="3622739" y="749288"/>
                  <a:pt x="3619024" y="754050"/>
                </a:cubicBezTo>
                <a:cubicBezTo>
                  <a:pt x="3613785" y="761384"/>
                  <a:pt x="3611118" y="770814"/>
                  <a:pt x="3608546" y="779672"/>
                </a:cubicBezTo>
                <a:cubicBezTo>
                  <a:pt x="3605403" y="789674"/>
                  <a:pt x="3616452" y="793293"/>
                  <a:pt x="3624263" y="791198"/>
                </a:cubicBezTo>
                <a:lnTo>
                  <a:pt x="3627406" y="790626"/>
                </a:lnTo>
                <a:cubicBezTo>
                  <a:pt x="3627882" y="790626"/>
                  <a:pt x="3715417" y="793198"/>
                  <a:pt x="3717989" y="793198"/>
                </a:cubicBezTo>
                <a:cubicBezTo>
                  <a:pt x="3723799" y="793198"/>
                  <a:pt x="3729514" y="791674"/>
                  <a:pt x="3734753" y="787483"/>
                </a:cubicBezTo>
                <a:cubicBezTo>
                  <a:pt x="3743135" y="780625"/>
                  <a:pt x="3732181" y="757574"/>
                  <a:pt x="3727990" y="751288"/>
                </a:cubicBezTo>
                <a:cubicBezTo>
                  <a:pt x="3723323" y="743954"/>
                  <a:pt x="3717512" y="741858"/>
                  <a:pt x="3710178" y="737667"/>
                </a:cubicBezTo>
                <a:cubicBezTo>
                  <a:pt x="3703415" y="734524"/>
                  <a:pt x="3699224" y="731381"/>
                  <a:pt x="3691319" y="730333"/>
                </a:cubicBezTo>
                <a:moveTo>
                  <a:pt x="3728466" y="779577"/>
                </a:moveTo>
                <a:cubicBezTo>
                  <a:pt x="3725323" y="782244"/>
                  <a:pt x="3721703" y="783292"/>
                  <a:pt x="3717512" y="783292"/>
                </a:cubicBezTo>
                <a:cubicBezTo>
                  <a:pt x="3715417" y="783292"/>
                  <a:pt x="3628454" y="780720"/>
                  <a:pt x="3625310" y="780720"/>
                </a:cubicBezTo>
                <a:lnTo>
                  <a:pt x="3622167" y="781292"/>
                </a:lnTo>
                <a:cubicBezTo>
                  <a:pt x="3620548" y="781863"/>
                  <a:pt x="3619500" y="782339"/>
                  <a:pt x="3618453" y="781863"/>
                </a:cubicBezTo>
                <a:cubicBezTo>
                  <a:pt x="3620548" y="774529"/>
                  <a:pt x="3622643" y="766147"/>
                  <a:pt x="3626834" y="759860"/>
                </a:cubicBezTo>
                <a:cubicBezTo>
                  <a:pt x="3628358" y="757765"/>
                  <a:pt x="3633121" y="751002"/>
                  <a:pt x="3636740" y="749954"/>
                </a:cubicBezTo>
                <a:lnTo>
                  <a:pt x="3645122" y="745192"/>
                </a:lnTo>
                <a:lnTo>
                  <a:pt x="3647218" y="743096"/>
                </a:lnTo>
                <a:cubicBezTo>
                  <a:pt x="3650361" y="741477"/>
                  <a:pt x="3653981" y="741477"/>
                  <a:pt x="3657219" y="740429"/>
                </a:cubicBezTo>
                <a:cubicBezTo>
                  <a:pt x="3666078" y="737858"/>
                  <a:pt x="3678650" y="734714"/>
                  <a:pt x="3689128" y="740429"/>
                </a:cubicBezTo>
                <a:cubicBezTo>
                  <a:pt x="3695414" y="741001"/>
                  <a:pt x="3700082" y="744144"/>
                  <a:pt x="3705416" y="746716"/>
                </a:cubicBezTo>
                <a:cubicBezTo>
                  <a:pt x="3710654" y="749859"/>
                  <a:pt x="3715893" y="751478"/>
                  <a:pt x="3719513" y="757193"/>
                </a:cubicBezTo>
                <a:cubicBezTo>
                  <a:pt x="3723704" y="763004"/>
                  <a:pt x="3726275" y="771862"/>
                  <a:pt x="3728371" y="779672"/>
                </a:cubicBezTo>
                <a:moveTo>
                  <a:pt x="3742563" y="876065"/>
                </a:moveTo>
                <a:cubicBezTo>
                  <a:pt x="3758279" y="873494"/>
                  <a:pt x="3775520" y="874541"/>
                  <a:pt x="3791236" y="875018"/>
                </a:cubicBezTo>
                <a:cubicBezTo>
                  <a:pt x="3788093" y="885495"/>
                  <a:pt x="3784949" y="892829"/>
                  <a:pt x="3780758" y="900164"/>
                </a:cubicBezTo>
                <a:cubicBezTo>
                  <a:pt x="3778187" y="902735"/>
                  <a:pt x="3775520" y="905402"/>
                  <a:pt x="3773996" y="909022"/>
                </a:cubicBezTo>
                <a:cubicBezTo>
                  <a:pt x="3771424" y="913213"/>
                  <a:pt x="3765614" y="918452"/>
                  <a:pt x="3762470" y="920547"/>
                </a:cubicBezTo>
                <a:cubicBezTo>
                  <a:pt x="3756660" y="925786"/>
                  <a:pt x="3748849" y="927881"/>
                  <a:pt x="3740944" y="932072"/>
                </a:cubicBezTo>
                <a:lnTo>
                  <a:pt x="3738372" y="934739"/>
                </a:lnTo>
                <a:lnTo>
                  <a:pt x="3735800" y="936263"/>
                </a:lnTo>
                <a:cubicBezTo>
                  <a:pt x="3731609" y="936835"/>
                  <a:pt x="3728466" y="940454"/>
                  <a:pt x="3724275" y="942074"/>
                </a:cubicBezTo>
                <a:lnTo>
                  <a:pt x="3719036" y="943598"/>
                </a:lnTo>
                <a:cubicBezTo>
                  <a:pt x="3717417" y="944169"/>
                  <a:pt x="3715893" y="944645"/>
                  <a:pt x="3714369" y="945122"/>
                </a:cubicBezTo>
                <a:cubicBezTo>
                  <a:pt x="3690747" y="947789"/>
                  <a:pt x="3658267" y="953504"/>
                  <a:pt x="3634740" y="943598"/>
                </a:cubicBezTo>
                <a:cubicBezTo>
                  <a:pt x="3625882" y="942074"/>
                  <a:pt x="3617405" y="937311"/>
                  <a:pt x="3608546" y="935787"/>
                </a:cubicBezTo>
                <a:cubicBezTo>
                  <a:pt x="3596545" y="929501"/>
                  <a:pt x="3587020" y="923214"/>
                  <a:pt x="3579209" y="913213"/>
                </a:cubicBezTo>
                <a:cubicBezTo>
                  <a:pt x="3563970" y="902259"/>
                  <a:pt x="3559778" y="879209"/>
                  <a:pt x="3550920" y="862921"/>
                </a:cubicBezTo>
                <a:cubicBezTo>
                  <a:pt x="3550444" y="858730"/>
                  <a:pt x="3549301" y="855110"/>
                  <a:pt x="3548348" y="852443"/>
                </a:cubicBezTo>
                <a:lnTo>
                  <a:pt x="3546729" y="848252"/>
                </a:lnTo>
                <a:cubicBezTo>
                  <a:pt x="3546729" y="847681"/>
                  <a:pt x="3545681" y="843585"/>
                  <a:pt x="3545681" y="841966"/>
                </a:cubicBezTo>
                <a:cubicBezTo>
                  <a:pt x="3544634" y="837775"/>
                  <a:pt x="3543110" y="833012"/>
                  <a:pt x="3543586" y="828345"/>
                </a:cubicBezTo>
                <a:lnTo>
                  <a:pt x="3544062" y="824630"/>
                </a:lnTo>
                <a:lnTo>
                  <a:pt x="3544538" y="820916"/>
                </a:lnTo>
                <a:lnTo>
                  <a:pt x="3544538" y="817296"/>
                </a:lnTo>
                <a:cubicBezTo>
                  <a:pt x="3545015" y="815201"/>
                  <a:pt x="3545015" y="812534"/>
                  <a:pt x="3545015" y="810438"/>
                </a:cubicBezTo>
                <a:cubicBezTo>
                  <a:pt x="3545491" y="794246"/>
                  <a:pt x="3559683" y="754336"/>
                  <a:pt x="3570161" y="741858"/>
                </a:cubicBezTo>
                <a:cubicBezTo>
                  <a:pt x="3572256" y="734524"/>
                  <a:pt x="3579019" y="730809"/>
                  <a:pt x="3582162" y="724046"/>
                </a:cubicBezTo>
                <a:cubicBezTo>
                  <a:pt x="3593687" y="713569"/>
                  <a:pt x="3604736" y="699948"/>
                  <a:pt x="3620453" y="694709"/>
                </a:cubicBezTo>
                <a:cubicBezTo>
                  <a:pt x="3629882" y="691566"/>
                  <a:pt x="3640360" y="686327"/>
                  <a:pt x="3651314" y="685851"/>
                </a:cubicBezTo>
                <a:cubicBezTo>
                  <a:pt x="3670173" y="683279"/>
                  <a:pt x="3690080" y="682136"/>
                  <a:pt x="3708940" y="686423"/>
                </a:cubicBezTo>
                <a:lnTo>
                  <a:pt x="3712655" y="687470"/>
                </a:lnTo>
                <a:cubicBezTo>
                  <a:pt x="3723608" y="690614"/>
                  <a:pt x="3733038" y="694805"/>
                  <a:pt x="3741991" y="699567"/>
                </a:cubicBezTo>
                <a:cubicBezTo>
                  <a:pt x="3748278" y="705854"/>
                  <a:pt x="3755612" y="712140"/>
                  <a:pt x="3760851" y="721570"/>
                </a:cubicBezTo>
                <a:cubicBezTo>
                  <a:pt x="3779711" y="738334"/>
                  <a:pt x="3787521" y="767099"/>
                  <a:pt x="3792855" y="799103"/>
                </a:cubicBezTo>
                <a:lnTo>
                  <a:pt x="3793331" y="803771"/>
                </a:lnTo>
                <a:lnTo>
                  <a:pt x="3793331" y="807485"/>
                </a:lnTo>
                <a:lnTo>
                  <a:pt x="3793808" y="813772"/>
                </a:lnTo>
                <a:cubicBezTo>
                  <a:pt x="3794284" y="816344"/>
                  <a:pt x="3794855" y="819011"/>
                  <a:pt x="3795427" y="821582"/>
                </a:cubicBezTo>
                <a:lnTo>
                  <a:pt x="3796474" y="826250"/>
                </a:lnTo>
                <a:cubicBezTo>
                  <a:pt x="3785997" y="827774"/>
                  <a:pt x="3775043" y="824726"/>
                  <a:pt x="3763995" y="824726"/>
                </a:cubicBezTo>
                <a:cubicBezTo>
                  <a:pt x="3756660" y="824154"/>
                  <a:pt x="3697986" y="827869"/>
                  <a:pt x="3691699" y="827869"/>
                </a:cubicBezTo>
                <a:cubicBezTo>
                  <a:pt x="3684365" y="827869"/>
                  <a:pt x="3676460" y="827869"/>
                  <a:pt x="3668649" y="828917"/>
                </a:cubicBezTo>
                <a:cubicBezTo>
                  <a:pt x="3651885" y="830536"/>
                  <a:pt x="3634549" y="829964"/>
                  <a:pt x="3617309" y="829964"/>
                </a:cubicBezTo>
                <a:cubicBezTo>
                  <a:pt x="3603212" y="829964"/>
                  <a:pt x="3606832" y="855587"/>
                  <a:pt x="3608928" y="864540"/>
                </a:cubicBezTo>
                <a:lnTo>
                  <a:pt x="3611023" y="869779"/>
                </a:lnTo>
                <a:lnTo>
                  <a:pt x="3612642" y="873970"/>
                </a:lnTo>
                <a:cubicBezTo>
                  <a:pt x="3613118" y="875018"/>
                  <a:pt x="3613690" y="876065"/>
                  <a:pt x="3614261" y="877113"/>
                </a:cubicBezTo>
                <a:lnTo>
                  <a:pt x="3616357" y="879780"/>
                </a:lnTo>
                <a:lnTo>
                  <a:pt x="3619500" y="883971"/>
                </a:lnTo>
                <a:lnTo>
                  <a:pt x="3624739" y="889210"/>
                </a:lnTo>
                <a:lnTo>
                  <a:pt x="3629978" y="895496"/>
                </a:lnTo>
                <a:cubicBezTo>
                  <a:pt x="3636264" y="902831"/>
                  <a:pt x="3649409" y="908069"/>
                  <a:pt x="3659315" y="908641"/>
                </a:cubicBezTo>
                <a:cubicBezTo>
                  <a:pt x="3660362" y="908641"/>
                  <a:pt x="3661886" y="909212"/>
                  <a:pt x="3662934" y="909212"/>
                </a:cubicBezTo>
                <a:cubicBezTo>
                  <a:pt x="3673888" y="909212"/>
                  <a:pt x="3685985" y="908641"/>
                  <a:pt x="3696462" y="905498"/>
                </a:cubicBezTo>
                <a:cubicBezTo>
                  <a:pt x="3707416" y="902831"/>
                  <a:pt x="3738372" y="890829"/>
                  <a:pt x="3741991" y="876161"/>
                </a:cubicBezTo>
                <a:lnTo>
                  <a:pt x="3742563" y="876161"/>
                </a:lnTo>
                <a:close/>
                <a:moveTo>
                  <a:pt x="3617881" y="839870"/>
                </a:moveTo>
                <a:cubicBezTo>
                  <a:pt x="3635693" y="839870"/>
                  <a:pt x="3652933" y="840442"/>
                  <a:pt x="3670268" y="838823"/>
                </a:cubicBezTo>
                <a:cubicBezTo>
                  <a:pt x="3677603" y="837775"/>
                  <a:pt x="3684937" y="837775"/>
                  <a:pt x="3691699" y="837775"/>
                </a:cubicBezTo>
                <a:cubicBezTo>
                  <a:pt x="3697986" y="837775"/>
                  <a:pt x="3758279" y="834060"/>
                  <a:pt x="3763995" y="834632"/>
                </a:cubicBezTo>
                <a:cubicBezTo>
                  <a:pt x="3770757" y="834632"/>
                  <a:pt x="3778091" y="835679"/>
                  <a:pt x="3784949" y="836156"/>
                </a:cubicBezTo>
                <a:cubicBezTo>
                  <a:pt x="3812762" y="838823"/>
                  <a:pt x="3806952" y="831965"/>
                  <a:pt x="3803809" y="812057"/>
                </a:cubicBezTo>
                <a:lnTo>
                  <a:pt x="3803333" y="806819"/>
                </a:lnTo>
                <a:lnTo>
                  <a:pt x="3803333" y="802628"/>
                </a:lnTo>
                <a:lnTo>
                  <a:pt x="3802761" y="797389"/>
                </a:lnTo>
                <a:cubicBezTo>
                  <a:pt x="3797522" y="765956"/>
                  <a:pt x="3789140" y="733952"/>
                  <a:pt x="3768185" y="714045"/>
                </a:cubicBezTo>
                <a:cubicBezTo>
                  <a:pt x="3763518" y="705187"/>
                  <a:pt x="3755612" y="698329"/>
                  <a:pt x="3747230" y="690995"/>
                </a:cubicBezTo>
                <a:cubicBezTo>
                  <a:pt x="3738372" y="685756"/>
                  <a:pt x="3729419" y="682136"/>
                  <a:pt x="3718941" y="678993"/>
                </a:cubicBezTo>
                <a:lnTo>
                  <a:pt x="3714750" y="677374"/>
                </a:lnTo>
                <a:lnTo>
                  <a:pt x="3711035" y="676898"/>
                </a:lnTo>
                <a:cubicBezTo>
                  <a:pt x="3691128" y="671659"/>
                  <a:pt x="3670173" y="672707"/>
                  <a:pt x="3649790" y="675850"/>
                </a:cubicBezTo>
                <a:cubicBezTo>
                  <a:pt x="3638264" y="676898"/>
                  <a:pt x="3627787" y="681565"/>
                  <a:pt x="3617309" y="684708"/>
                </a:cubicBezTo>
                <a:cubicBezTo>
                  <a:pt x="3599498" y="690995"/>
                  <a:pt x="3587972" y="705187"/>
                  <a:pt x="3573304" y="719284"/>
                </a:cubicBezTo>
                <a:cubicBezTo>
                  <a:pt x="3570161" y="726142"/>
                  <a:pt x="3564446" y="727666"/>
                  <a:pt x="3560731" y="737572"/>
                </a:cubicBezTo>
                <a:cubicBezTo>
                  <a:pt x="3551873" y="748621"/>
                  <a:pt x="3537680" y="785768"/>
                  <a:pt x="3535585" y="802056"/>
                </a:cubicBezTo>
                <a:cubicBezTo>
                  <a:pt x="3535109" y="806723"/>
                  <a:pt x="3535585" y="811486"/>
                  <a:pt x="3534537" y="816153"/>
                </a:cubicBezTo>
                <a:lnTo>
                  <a:pt x="3534537" y="819868"/>
                </a:lnTo>
                <a:lnTo>
                  <a:pt x="3534061" y="823011"/>
                </a:lnTo>
                <a:lnTo>
                  <a:pt x="3533585" y="827202"/>
                </a:lnTo>
                <a:cubicBezTo>
                  <a:pt x="3533108" y="833012"/>
                  <a:pt x="3534632" y="838727"/>
                  <a:pt x="3535680" y="843966"/>
                </a:cubicBezTo>
                <a:cubicBezTo>
                  <a:pt x="3535680" y="846062"/>
                  <a:pt x="3536728" y="850253"/>
                  <a:pt x="3537299" y="851872"/>
                </a:cubicBezTo>
                <a:lnTo>
                  <a:pt x="3538823" y="856063"/>
                </a:lnTo>
                <a:cubicBezTo>
                  <a:pt x="3539871" y="858635"/>
                  <a:pt x="3540919" y="861302"/>
                  <a:pt x="3540919" y="864445"/>
                </a:cubicBezTo>
                <a:lnTo>
                  <a:pt x="3541490" y="867017"/>
                </a:lnTo>
                <a:cubicBezTo>
                  <a:pt x="3552444" y="884828"/>
                  <a:pt x="3554635" y="907403"/>
                  <a:pt x="3572351" y="920928"/>
                </a:cubicBezTo>
                <a:cubicBezTo>
                  <a:pt x="3580733" y="931406"/>
                  <a:pt x="3591782" y="938740"/>
                  <a:pt x="3605879" y="945598"/>
                </a:cubicBezTo>
                <a:cubicBezTo>
                  <a:pt x="3615309" y="947122"/>
                  <a:pt x="3623215" y="951313"/>
                  <a:pt x="3632073" y="953408"/>
                </a:cubicBezTo>
                <a:cubicBezTo>
                  <a:pt x="3657219" y="963886"/>
                  <a:pt x="3689699" y="957599"/>
                  <a:pt x="3717417" y="954456"/>
                </a:cubicBezTo>
                <a:cubicBezTo>
                  <a:pt x="3719036" y="953980"/>
                  <a:pt x="3720560" y="953408"/>
                  <a:pt x="3721608" y="952932"/>
                </a:cubicBezTo>
                <a:lnTo>
                  <a:pt x="3727418" y="951408"/>
                </a:lnTo>
                <a:cubicBezTo>
                  <a:pt x="3730562" y="950360"/>
                  <a:pt x="3734181" y="948836"/>
                  <a:pt x="3736848" y="946169"/>
                </a:cubicBezTo>
                <a:cubicBezTo>
                  <a:pt x="3738944" y="946169"/>
                  <a:pt x="3740563" y="945122"/>
                  <a:pt x="3742087" y="944074"/>
                </a:cubicBezTo>
                <a:lnTo>
                  <a:pt x="3744754" y="941978"/>
                </a:lnTo>
                <a:lnTo>
                  <a:pt x="3747326" y="939883"/>
                </a:lnTo>
                <a:cubicBezTo>
                  <a:pt x="3754660" y="936740"/>
                  <a:pt x="3761994" y="934073"/>
                  <a:pt x="3768281" y="928834"/>
                </a:cubicBezTo>
                <a:cubicBezTo>
                  <a:pt x="3773043" y="925691"/>
                  <a:pt x="3779330" y="918833"/>
                  <a:pt x="3783521" y="912641"/>
                </a:cubicBezTo>
                <a:cubicBezTo>
                  <a:pt x="3784568" y="909974"/>
                  <a:pt x="3787235" y="907974"/>
                  <a:pt x="3789807" y="905307"/>
                </a:cubicBezTo>
                <a:cubicBezTo>
                  <a:pt x="3792950" y="899021"/>
                  <a:pt x="3811810" y="864445"/>
                  <a:pt x="3798189" y="865016"/>
                </a:cubicBezTo>
                <a:cubicBezTo>
                  <a:pt x="3792474" y="865493"/>
                  <a:pt x="3786664" y="865016"/>
                  <a:pt x="3781425" y="863969"/>
                </a:cubicBezTo>
                <a:cubicBezTo>
                  <a:pt x="3775139" y="863492"/>
                  <a:pt x="3743706" y="865493"/>
                  <a:pt x="3740563" y="866064"/>
                </a:cubicBezTo>
                <a:lnTo>
                  <a:pt x="3736372" y="867112"/>
                </a:lnTo>
                <a:lnTo>
                  <a:pt x="3732657" y="872922"/>
                </a:lnTo>
                <a:cubicBezTo>
                  <a:pt x="3727990" y="881304"/>
                  <a:pt x="3712274" y="890734"/>
                  <a:pt x="3693890" y="895973"/>
                </a:cubicBezTo>
                <a:cubicBezTo>
                  <a:pt x="3684461" y="898640"/>
                  <a:pt x="3672935" y="899116"/>
                  <a:pt x="3663029" y="899116"/>
                </a:cubicBezTo>
                <a:lnTo>
                  <a:pt x="3658362" y="898068"/>
                </a:lnTo>
                <a:cubicBezTo>
                  <a:pt x="3654171" y="899116"/>
                  <a:pt x="3641027" y="892829"/>
                  <a:pt x="3637407" y="888638"/>
                </a:cubicBezTo>
                <a:lnTo>
                  <a:pt x="3630645" y="880828"/>
                </a:lnTo>
                <a:lnTo>
                  <a:pt x="3627501" y="877113"/>
                </a:lnTo>
                <a:lnTo>
                  <a:pt x="3624358" y="873494"/>
                </a:lnTo>
                <a:lnTo>
                  <a:pt x="3622262" y="869779"/>
                </a:lnTo>
                <a:lnTo>
                  <a:pt x="3620643" y="866636"/>
                </a:lnTo>
                <a:lnTo>
                  <a:pt x="3618548" y="860825"/>
                </a:lnTo>
                <a:cubicBezTo>
                  <a:pt x="3617500" y="855110"/>
                  <a:pt x="3615976" y="845585"/>
                  <a:pt x="3618071" y="839870"/>
                </a:cubicBezTo>
                <a:moveTo>
                  <a:pt x="3296888" y="939883"/>
                </a:moveTo>
                <a:lnTo>
                  <a:pt x="3274886" y="940359"/>
                </a:lnTo>
                <a:lnTo>
                  <a:pt x="3269647" y="940359"/>
                </a:lnTo>
                <a:lnTo>
                  <a:pt x="3270123" y="931501"/>
                </a:lnTo>
                <a:cubicBezTo>
                  <a:pt x="3274790" y="848252"/>
                  <a:pt x="3266504" y="764909"/>
                  <a:pt x="3264884" y="682136"/>
                </a:cubicBezTo>
                <a:cubicBezTo>
                  <a:pt x="3264408" y="662229"/>
                  <a:pt x="3265361" y="599936"/>
                  <a:pt x="3265932" y="595173"/>
                </a:cubicBezTo>
                <a:lnTo>
                  <a:pt x="3265932" y="587363"/>
                </a:lnTo>
                <a:lnTo>
                  <a:pt x="3271171" y="587363"/>
                </a:lnTo>
                <a:cubicBezTo>
                  <a:pt x="3287935" y="587934"/>
                  <a:pt x="3304699" y="587934"/>
                  <a:pt x="3321463" y="585743"/>
                </a:cubicBezTo>
                <a:cubicBezTo>
                  <a:pt x="3321463" y="595649"/>
                  <a:pt x="3321463" y="606222"/>
                  <a:pt x="3321939" y="616604"/>
                </a:cubicBezTo>
                <a:cubicBezTo>
                  <a:pt x="3321939" y="630225"/>
                  <a:pt x="3324035" y="696233"/>
                  <a:pt x="3325654" y="711950"/>
                </a:cubicBezTo>
                <a:cubicBezTo>
                  <a:pt x="3327178" y="727094"/>
                  <a:pt x="3328797" y="741858"/>
                  <a:pt x="3327749" y="757003"/>
                </a:cubicBezTo>
                <a:cubicBezTo>
                  <a:pt x="3327749" y="757574"/>
                  <a:pt x="3327749" y="759575"/>
                  <a:pt x="3328226" y="761194"/>
                </a:cubicBezTo>
                <a:lnTo>
                  <a:pt x="3329845" y="764337"/>
                </a:lnTo>
                <a:cubicBezTo>
                  <a:pt x="3328226" y="772243"/>
                  <a:pt x="3335560" y="777958"/>
                  <a:pt x="3343466" y="773767"/>
                </a:cubicBezTo>
                <a:cubicBezTo>
                  <a:pt x="3349752" y="770624"/>
                  <a:pt x="3353943" y="765956"/>
                  <a:pt x="3357086" y="762813"/>
                </a:cubicBezTo>
                <a:cubicBezTo>
                  <a:pt x="3381661" y="737667"/>
                  <a:pt x="3409950" y="716141"/>
                  <a:pt x="3433096" y="688423"/>
                </a:cubicBezTo>
                <a:lnTo>
                  <a:pt x="3438906" y="688423"/>
                </a:lnTo>
                <a:cubicBezTo>
                  <a:pt x="3440430" y="688423"/>
                  <a:pt x="3448336" y="687851"/>
                  <a:pt x="3455670" y="687375"/>
                </a:cubicBezTo>
                <a:lnTo>
                  <a:pt x="3466148" y="686804"/>
                </a:lnTo>
                <a:lnTo>
                  <a:pt x="3470815" y="686804"/>
                </a:lnTo>
                <a:cubicBezTo>
                  <a:pt x="3483959" y="687375"/>
                  <a:pt x="3493294" y="687851"/>
                  <a:pt x="3493294" y="687851"/>
                </a:cubicBezTo>
                <a:cubicBezTo>
                  <a:pt x="3486531" y="696233"/>
                  <a:pt x="3485483" y="696710"/>
                  <a:pt x="3475006" y="704044"/>
                </a:cubicBezTo>
                <a:cubicBezTo>
                  <a:pt x="3467672" y="713474"/>
                  <a:pt x="3457670" y="720808"/>
                  <a:pt x="3450431" y="730238"/>
                </a:cubicBezTo>
                <a:lnTo>
                  <a:pt x="3447860" y="731857"/>
                </a:lnTo>
                <a:lnTo>
                  <a:pt x="3444145" y="734429"/>
                </a:lnTo>
                <a:cubicBezTo>
                  <a:pt x="3432048" y="748049"/>
                  <a:pt x="3420047" y="761670"/>
                  <a:pt x="3409093" y="776339"/>
                </a:cubicBezTo>
                <a:cubicBezTo>
                  <a:pt x="3404902" y="782149"/>
                  <a:pt x="3409569" y="789483"/>
                  <a:pt x="3413760" y="794150"/>
                </a:cubicBezTo>
                <a:lnTo>
                  <a:pt x="3416332" y="796246"/>
                </a:lnTo>
                <a:cubicBezTo>
                  <a:pt x="3417380" y="797865"/>
                  <a:pt x="3417951" y="798913"/>
                  <a:pt x="3418904" y="799389"/>
                </a:cubicBezTo>
                <a:cubicBezTo>
                  <a:pt x="3419475" y="801485"/>
                  <a:pt x="3420523" y="803104"/>
                  <a:pt x="3422047" y="804628"/>
                </a:cubicBezTo>
                <a:lnTo>
                  <a:pt x="3424619" y="807771"/>
                </a:lnTo>
                <a:cubicBezTo>
                  <a:pt x="3430429" y="818249"/>
                  <a:pt x="3439287" y="827107"/>
                  <a:pt x="3446145" y="837108"/>
                </a:cubicBezTo>
                <a:cubicBezTo>
                  <a:pt x="3459766" y="859682"/>
                  <a:pt x="3475482" y="887972"/>
                  <a:pt x="3491770" y="908927"/>
                </a:cubicBezTo>
                <a:cubicBezTo>
                  <a:pt x="3494913" y="916261"/>
                  <a:pt x="3498056" y="924071"/>
                  <a:pt x="3503771" y="929882"/>
                </a:cubicBezTo>
                <a:cubicBezTo>
                  <a:pt x="3506915" y="935692"/>
                  <a:pt x="3509010" y="939883"/>
                  <a:pt x="3511677" y="943502"/>
                </a:cubicBezTo>
                <a:lnTo>
                  <a:pt x="3513773" y="946646"/>
                </a:lnTo>
                <a:lnTo>
                  <a:pt x="3507010" y="945598"/>
                </a:lnTo>
                <a:lnTo>
                  <a:pt x="3500723" y="945598"/>
                </a:lnTo>
                <a:cubicBezTo>
                  <a:pt x="3489770" y="946074"/>
                  <a:pt x="3477673" y="944550"/>
                  <a:pt x="3466624" y="944074"/>
                </a:cubicBezTo>
                <a:cubicBezTo>
                  <a:pt x="3459861" y="944074"/>
                  <a:pt x="3452527" y="942550"/>
                  <a:pt x="3446240" y="942550"/>
                </a:cubicBezTo>
                <a:cubicBezTo>
                  <a:pt x="3443669" y="942550"/>
                  <a:pt x="3440430" y="942550"/>
                  <a:pt x="3437858" y="943026"/>
                </a:cubicBezTo>
                <a:cubicBezTo>
                  <a:pt x="3436811" y="940359"/>
                  <a:pt x="3435763" y="938835"/>
                  <a:pt x="3435287" y="937216"/>
                </a:cubicBezTo>
                <a:lnTo>
                  <a:pt x="3432143" y="931977"/>
                </a:lnTo>
                <a:cubicBezTo>
                  <a:pt x="3430620" y="929405"/>
                  <a:pt x="3429572" y="927310"/>
                  <a:pt x="3429000" y="925214"/>
                </a:cubicBezTo>
                <a:cubicBezTo>
                  <a:pt x="3429000" y="922547"/>
                  <a:pt x="3427953" y="920452"/>
                  <a:pt x="3425857" y="918928"/>
                </a:cubicBezTo>
                <a:cubicBezTo>
                  <a:pt x="3423761" y="913118"/>
                  <a:pt x="3420047" y="907974"/>
                  <a:pt x="3416427" y="903212"/>
                </a:cubicBezTo>
                <a:cubicBezTo>
                  <a:pt x="3415951" y="901116"/>
                  <a:pt x="3414808" y="898544"/>
                  <a:pt x="3413284" y="896925"/>
                </a:cubicBezTo>
                <a:cubicBezTo>
                  <a:pt x="3412236" y="893782"/>
                  <a:pt x="3410712" y="890639"/>
                  <a:pt x="3408616" y="888543"/>
                </a:cubicBezTo>
                <a:cubicBezTo>
                  <a:pt x="3402806" y="878542"/>
                  <a:pt x="3394996" y="862349"/>
                  <a:pt x="3387662" y="855015"/>
                </a:cubicBezTo>
                <a:lnTo>
                  <a:pt x="3385090" y="851300"/>
                </a:lnTo>
                <a:cubicBezTo>
                  <a:pt x="3382995" y="848157"/>
                  <a:pt x="3380423" y="844442"/>
                  <a:pt x="3377756" y="841299"/>
                </a:cubicBezTo>
                <a:cubicBezTo>
                  <a:pt x="3368326" y="830822"/>
                  <a:pt x="3363659" y="827107"/>
                  <a:pt x="3352133" y="834441"/>
                </a:cubicBezTo>
                <a:cubicBezTo>
                  <a:pt x="3346895" y="838156"/>
                  <a:pt x="3342132" y="842252"/>
                  <a:pt x="3334798" y="847014"/>
                </a:cubicBezTo>
                <a:cubicBezTo>
                  <a:pt x="3330607" y="848062"/>
                  <a:pt x="3327464" y="852253"/>
                  <a:pt x="3328035" y="857015"/>
                </a:cubicBezTo>
                <a:cubicBezTo>
                  <a:pt x="3329559" y="877970"/>
                  <a:pt x="3329559" y="897878"/>
                  <a:pt x="3328035" y="918261"/>
                </a:cubicBezTo>
                <a:cubicBezTo>
                  <a:pt x="3328035" y="918737"/>
                  <a:pt x="3328035" y="920357"/>
                  <a:pt x="3327464" y="921976"/>
                </a:cubicBezTo>
                <a:lnTo>
                  <a:pt x="3327464" y="925119"/>
                </a:lnTo>
                <a:cubicBezTo>
                  <a:pt x="3326416" y="931406"/>
                  <a:pt x="3326416" y="936073"/>
                  <a:pt x="3326987" y="939788"/>
                </a:cubicBezTo>
                <a:lnTo>
                  <a:pt x="3297079" y="939788"/>
                </a:lnTo>
                <a:close/>
                <a:moveTo>
                  <a:pt x="3259170" y="943026"/>
                </a:moveTo>
                <a:cubicBezTo>
                  <a:pt x="3259646" y="947217"/>
                  <a:pt x="3260217" y="952932"/>
                  <a:pt x="3266504" y="950360"/>
                </a:cubicBezTo>
                <a:cubicBezTo>
                  <a:pt x="3266980" y="949789"/>
                  <a:pt x="3326225" y="949789"/>
                  <a:pt x="3327749" y="949789"/>
                </a:cubicBezTo>
                <a:cubicBezTo>
                  <a:pt x="3331369" y="949789"/>
                  <a:pt x="3337655" y="949789"/>
                  <a:pt x="3337179" y="944074"/>
                </a:cubicBezTo>
                <a:cubicBezTo>
                  <a:pt x="3336703" y="939311"/>
                  <a:pt x="3336131" y="934644"/>
                  <a:pt x="3337179" y="926262"/>
                </a:cubicBezTo>
                <a:lnTo>
                  <a:pt x="3337179" y="923690"/>
                </a:lnTo>
                <a:cubicBezTo>
                  <a:pt x="3337655" y="922166"/>
                  <a:pt x="3337655" y="919499"/>
                  <a:pt x="3337655" y="917404"/>
                </a:cubicBezTo>
                <a:cubicBezTo>
                  <a:pt x="3339274" y="898068"/>
                  <a:pt x="3339274" y="878161"/>
                  <a:pt x="3339274" y="856158"/>
                </a:cubicBezTo>
                <a:lnTo>
                  <a:pt x="3342418" y="854634"/>
                </a:lnTo>
                <a:cubicBezTo>
                  <a:pt x="3347657" y="851491"/>
                  <a:pt x="3352419" y="846824"/>
                  <a:pt x="3357658" y="843109"/>
                </a:cubicBezTo>
                <a:lnTo>
                  <a:pt x="3361373" y="840537"/>
                </a:lnTo>
                <a:cubicBezTo>
                  <a:pt x="3368135" y="844728"/>
                  <a:pt x="3372326" y="851491"/>
                  <a:pt x="3377089" y="857301"/>
                </a:cubicBezTo>
                <a:lnTo>
                  <a:pt x="3380232" y="862064"/>
                </a:lnTo>
                <a:cubicBezTo>
                  <a:pt x="3386519" y="867779"/>
                  <a:pt x="3395472" y="885590"/>
                  <a:pt x="3401187" y="895592"/>
                </a:cubicBezTo>
                <a:cubicBezTo>
                  <a:pt x="3402806" y="897211"/>
                  <a:pt x="3403759" y="899306"/>
                  <a:pt x="3405378" y="903497"/>
                </a:cubicBezTo>
                <a:cubicBezTo>
                  <a:pt x="3405693" y="903815"/>
                  <a:pt x="3406045" y="904704"/>
                  <a:pt x="3406426" y="906164"/>
                </a:cubicBezTo>
                <a:lnTo>
                  <a:pt x="3407474" y="908736"/>
                </a:lnTo>
                <a:cubicBezTo>
                  <a:pt x="3412141" y="914546"/>
                  <a:pt x="3415379" y="920261"/>
                  <a:pt x="3418999" y="926548"/>
                </a:cubicBezTo>
                <a:cubicBezTo>
                  <a:pt x="3419570" y="930739"/>
                  <a:pt x="3421666" y="934454"/>
                  <a:pt x="3423761" y="937597"/>
                </a:cubicBezTo>
                <a:lnTo>
                  <a:pt x="3426333" y="942836"/>
                </a:lnTo>
                <a:cubicBezTo>
                  <a:pt x="3429953" y="948551"/>
                  <a:pt x="3427857" y="952837"/>
                  <a:pt x="3436811" y="953313"/>
                </a:cubicBezTo>
                <a:cubicBezTo>
                  <a:pt x="3439382" y="953313"/>
                  <a:pt x="3443097" y="952837"/>
                  <a:pt x="3446240" y="952837"/>
                </a:cubicBezTo>
                <a:cubicBezTo>
                  <a:pt x="3452527" y="952837"/>
                  <a:pt x="3459385" y="954361"/>
                  <a:pt x="3466148" y="954361"/>
                </a:cubicBezTo>
                <a:cubicBezTo>
                  <a:pt x="3477673" y="954837"/>
                  <a:pt x="3490246" y="956456"/>
                  <a:pt x="3502819" y="956456"/>
                </a:cubicBezTo>
                <a:lnTo>
                  <a:pt x="3506438" y="955980"/>
                </a:lnTo>
                <a:cubicBezTo>
                  <a:pt x="3507010" y="955980"/>
                  <a:pt x="3516916" y="958552"/>
                  <a:pt x="3521107" y="955980"/>
                </a:cubicBezTo>
                <a:cubicBezTo>
                  <a:pt x="3525298" y="954456"/>
                  <a:pt x="3531584" y="951789"/>
                  <a:pt x="3526346" y="946550"/>
                </a:cubicBezTo>
                <a:cubicBezTo>
                  <a:pt x="3520535" y="940740"/>
                  <a:pt x="3515868" y="931882"/>
                  <a:pt x="3511106" y="923500"/>
                </a:cubicBezTo>
                <a:cubicBezTo>
                  <a:pt x="3506343" y="918833"/>
                  <a:pt x="3503200" y="910927"/>
                  <a:pt x="3500152" y="903593"/>
                </a:cubicBezTo>
                <a:cubicBezTo>
                  <a:pt x="3484436" y="884257"/>
                  <a:pt x="3467672" y="852729"/>
                  <a:pt x="3454527" y="832346"/>
                </a:cubicBezTo>
                <a:cubicBezTo>
                  <a:pt x="3448241" y="822344"/>
                  <a:pt x="3439287" y="813486"/>
                  <a:pt x="3433572" y="803009"/>
                </a:cubicBezTo>
                <a:lnTo>
                  <a:pt x="3431477" y="799865"/>
                </a:lnTo>
                <a:lnTo>
                  <a:pt x="3428905" y="797770"/>
                </a:lnTo>
                <a:cubicBezTo>
                  <a:pt x="3428905" y="797770"/>
                  <a:pt x="3428905" y="797198"/>
                  <a:pt x="3423666" y="789864"/>
                </a:cubicBezTo>
                <a:lnTo>
                  <a:pt x="3420999" y="787292"/>
                </a:lnTo>
                <a:cubicBezTo>
                  <a:pt x="3419475" y="785768"/>
                  <a:pt x="3418428" y="784149"/>
                  <a:pt x="3417380" y="782054"/>
                </a:cubicBezTo>
                <a:cubicBezTo>
                  <a:pt x="3427857" y="767861"/>
                  <a:pt x="3439382" y="755288"/>
                  <a:pt x="3450908" y="742239"/>
                </a:cubicBezTo>
                <a:cubicBezTo>
                  <a:pt x="3450908" y="742239"/>
                  <a:pt x="3453003" y="741191"/>
                  <a:pt x="3454622" y="739667"/>
                </a:cubicBezTo>
                <a:lnTo>
                  <a:pt x="3457766" y="737572"/>
                </a:lnTo>
                <a:cubicBezTo>
                  <a:pt x="3465100" y="728142"/>
                  <a:pt x="3475101" y="720808"/>
                  <a:pt x="3482340" y="711378"/>
                </a:cubicBezTo>
                <a:cubicBezTo>
                  <a:pt x="3492818" y="704044"/>
                  <a:pt x="3500723" y="695662"/>
                  <a:pt x="3508058" y="686804"/>
                </a:cubicBezTo>
                <a:lnTo>
                  <a:pt x="3508058" y="679946"/>
                </a:lnTo>
                <a:cubicBezTo>
                  <a:pt x="3509677" y="679946"/>
                  <a:pt x="3502819" y="679374"/>
                  <a:pt x="3503390" y="678898"/>
                </a:cubicBezTo>
                <a:cubicBezTo>
                  <a:pt x="3501295" y="678326"/>
                  <a:pt x="3498723" y="678326"/>
                  <a:pt x="3496628" y="678898"/>
                </a:cubicBezTo>
                <a:cubicBezTo>
                  <a:pt x="3487770" y="678326"/>
                  <a:pt x="3478816" y="676802"/>
                  <a:pt x="3469958" y="676802"/>
                </a:cubicBezTo>
                <a:lnTo>
                  <a:pt x="3465766" y="676802"/>
                </a:lnTo>
                <a:lnTo>
                  <a:pt x="3455289" y="677850"/>
                </a:lnTo>
                <a:cubicBezTo>
                  <a:pt x="3447955" y="678422"/>
                  <a:pt x="3440621" y="678898"/>
                  <a:pt x="3439097" y="678898"/>
                </a:cubicBezTo>
                <a:cubicBezTo>
                  <a:pt x="3433286" y="678898"/>
                  <a:pt x="3426524" y="676326"/>
                  <a:pt x="3424428" y="684137"/>
                </a:cubicBezTo>
                <a:cubicBezTo>
                  <a:pt x="3401854" y="710330"/>
                  <a:pt x="3374136" y="731285"/>
                  <a:pt x="3350514" y="755955"/>
                </a:cubicBezTo>
                <a:cubicBezTo>
                  <a:pt x="3347371" y="759098"/>
                  <a:pt x="3344228" y="762242"/>
                  <a:pt x="3340037" y="763289"/>
                </a:cubicBezTo>
                <a:lnTo>
                  <a:pt x="3337941" y="758527"/>
                </a:lnTo>
                <a:cubicBezTo>
                  <a:pt x="3338989" y="742811"/>
                  <a:pt x="3337465" y="727094"/>
                  <a:pt x="3335846" y="711378"/>
                </a:cubicBezTo>
                <a:cubicBezTo>
                  <a:pt x="3334322" y="695662"/>
                  <a:pt x="3332226" y="630701"/>
                  <a:pt x="3332226" y="617081"/>
                </a:cubicBezTo>
                <a:cubicBezTo>
                  <a:pt x="3331655" y="604508"/>
                  <a:pt x="3331655" y="591935"/>
                  <a:pt x="3331655" y="580409"/>
                </a:cubicBezTo>
                <a:cubicBezTo>
                  <a:pt x="3331655" y="577266"/>
                  <a:pt x="3329083" y="575171"/>
                  <a:pt x="3325940" y="575742"/>
                </a:cubicBezTo>
                <a:cubicBezTo>
                  <a:pt x="3304985" y="578885"/>
                  <a:pt x="3284506" y="576790"/>
                  <a:pt x="3264122" y="577838"/>
                </a:cubicBezTo>
                <a:cubicBezTo>
                  <a:pt x="3256788" y="578885"/>
                  <a:pt x="3256788" y="580505"/>
                  <a:pt x="3256312" y="587267"/>
                </a:cubicBezTo>
                <a:lnTo>
                  <a:pt x="3256312" y="595173"/>
                </a:lnTo>
                <a:cubicBezTo>
                  <a:pt x="3255836" y="599840"/>
                  <a:pt x="3254693" y="662705"/>
                  <a:pt x="3255264" y="682613"/>
                </a:cubicBezTo>
                <a:cubicBezTo>
                  <a:pt x="3256883" y="765385"/>
                  <a:pt x="3262598" y="848729"/>
                  <a:pt x="3259931" y="931406"/>
                </a:cubicBezTo>
                <a:lnTo>
                  <a:pt x="3259931" y="940264"/>
                </a:lnTo>
                <a:lnTo>
                  <a:pt x="3259455" y="943407"/>
                </a:lnTo>
                <a:close/>
                <a:moveTo>
                  <a:pt x="2845308" y="943026"/>
                </a:moveTo>
                <a:cubicBezTo>
                  <a:pt x="2825401" y="941978"/>
                  <a:pt x="2804922" y="940359"/>
                  <a:pt x="2785586" y="944550"/>
                </a:cubicBezTo>
                <a:cubicBezTo>
                  <a:pt x="2786634" y="935692"/>
                  <a:pt x="2787682" y="921023"/>
                  <a:pt x="2787206" y="914165"/>
                </a:cubicBezTo>
                <a:cubicBezTo>
                  <a:pt x="2786729" y="905307"/>
                  <a:pt x="2788253" y="774338"/>
                  <a:pt x="2788253" y="769576"/>
                </a:cubicBezTo>
                <a:cubicBezTo>
                  <a:pt x="2785110" y="754907"/>
                  <a:pt x="2781491" y="701472"/>
                  <a:pt x="2785110" y="687851"/>
                </a:cubicBezTo>
                <a:lnTo>
                  <a:pt x="2790920" y="687851"/>
                </a:lnTo>
                <a:cubicBezTo>
                  <a:pt x="2793016" y="687851"/>
                  <a:pt x="2795588" y="687280"/>
                  <a:pt x="2797683" y="687280"/>
                </a:cubicBezTo>
                <a:cubicBezTo>
                  <a:pt x="2801303" y="686708"/>
                  <a:pt x="2805494" y="687280"/>
                  <a:pt x="2810256" y="686708"/>
                </a:cubicBezTo>
                <a:cubicBezTo>
                  <a:pt x="2820734" y="685184"/>
                  <a:pt x="2832259" y="683089"/>
                  <a:pt x="2842736" y="683565"/>
                </a:cubicBezTo>
                <a:cubicBezTo>
                  <a:pt x="2843308" y="692519"/>
                  <a:pt x="2841689" y="700901"/>
                  <a:pt x="2842260" y="709759"/>
                </a:cubicBezTo>
                <a:cubicBezTo>
                  <a:pt x="2843308" y="713950"/>
                  <a:pt x="2847499" y="715569"/>
                  <a:pt x="2851118" y="715569"/>
                </a:cubicBezTo>
                <a:cubicBezTo>
                  <a:pt x="2853690" y="716141"/>
                  <a:pt x="2855786" y="715569"/>
                  <a:pt x="2856929" y="715569"/>
                </a:cubicBezTo>
                <a:cubicBezTo>
                  <a:pt x="2862739" y="713950"/>
                  <a:pt x="2865787" y="709759"/>
                  <a:pt x="2867406" y="707187"/>
                </a:cubicBezTo>
                <a:lnTo>
                  <a:pt x="2870549" y="702996"/>
                </a:lnTo>
                <a:lnTo>
                  <a:pt x="2876360" y="698805"/>
                </a:lnTo>
                <a:lnTo>
                  <a:pt x="2882074" y="695662"/>
                </a:lnTo>
                <a:lnTo>
                  <a:pt x="2885218" y="693566"/>
                </a:lnTo>
                <a:cubicBezTo>
                  <a:pt x="2886266" y="692519"/>
                  <a:pt x="2889409" y="690995"/>
                  <a:pt x="2893028" y="689375"/>
                </a:cubicBezTo>
                <a:lnTo>
                  <a:pt x="2900934" y="686232"/>
                </a:lnTo>
                <a:lnTo>
                  <a:pt x="2905125" y="684613"/>
                </a:lnTo>
                <a:lnTo>
                  <a:pt x="2909792" y="682517"/>
                </a:lnTo>
                <a:cubicBezTo>
                  <a:pt x="2911412" y="681946"/>
                  <a:pt x="2912364" y="681470"/>
                  <a:pt x="2913983" y="680422"/>
                </a:cubicBezTo>
                <a:cubicBezTo>
                  <a:pt x="2944845" y="674707"/>
                  <a:pt x="2979515" y="684137"/>
                  <a:pt x="2994660" y="704520"/>
                </a:cubicBezTo>
                <a:cubicBezTo>
                  <a:pt x="2996756" y="707663"/>
                  <a:pt x="2997232" y="709283"/>
                  <a:pt x="2999328" y="712902"/>
                </a:cubicBezTo>
                <a:cubicBezTo>
                  <a:pt x="3000947" y="718141"/>
                  <a:pt x="3004566" y="722903"/>
                  <a:pt x="3010281" y="721856"/>
                </a:cubicBezTo>
                <a:cubicBezTo>
                  <a:pt x="3015520" y="720808"/>
                  <a:pt x="3024473" y="711854"/>
                  <a:pt x="3032855" y="708711"/>
                </a:cubicBezTo>
                <a:cubicBezTo>
                  <a:pt x="3036475" y="706139"/>
                  <a:pt x="3039142" y="703949"/>
                  <a:pt x="3042761" y="700805"/>
                </a:cubicBezTo>
                <a:lnTo>
                  <a:pt x="3045333" y="699758"/>
                </a:lnTo>
                <a:lnTo>
                  <a:pt x="3053239" y="696138"/>
                </a:lnTo>
                <a:lnTo>
                  <a:pt x="3064764" y="690899"/>
                </a:lnTo>
                <a:cubicBezTo>
                  <a:pt x="3081528" y="683565"/>
                  <a:pt x="3108293" y="683565"/>
                  <a:pt x="3129248" y="688804"/>
                </a:cubicBezTo>
                <a:cubicBezTo>
                  <a:pt x="3143917" y="698234"/>
                  <a:pt x="3155442" y="710807"/>
                  <a:pt x="3164872" y="726999"/>
                </a:cubicBezTo>
                <a:lnTo>
                  <a:pt x="3166491" y="730714"/>
                </a:lnTo>
                <a:cubicBezTo>
                  <a:pt x="3167539" y="732333"/>
                  <a:pt x="3168587" y="735476"/>
                  <a:pt x="3170111" y="737572"/>
                </a:cubicBezTo>
                <a:cubicBezTo>
                  <a:pt x="3171730" y="747002"/>
                  <a:pt x="3174302" y="756908"/>
                  <a:pt x="3175349" y="766337"/>
                </a:cubicBezTo>
                <a:lnTo>
                  <a:pt x="3175349" y="770052"/>
                </a:lnTo>
                <a:cubicBezTo>
                  <a:pt x="3175349" y="772148"/>
                  <a:pt x="3174873" y="774243"/>
                  <a:pt x="3175349" y="776910"/>
                </a:cubicBezTo>
                <a:cubicBezTo>
                  <a:pt x="3175826" y="778529"/>
                  <a:pt x="3176397" y="780053"/>
                  <a:pt x="3176969" y="783768"/>
                </a:cubicBezTo>
                <a:cubicBezTo>
                  <a:pt x="3178016" y="788531"/>
                  <a:pt x="3178016" y="793769"/>
                  <a:pt x="3178493" y="798437"/>
                </a:cubicBezTo>
                <a:cubicBezTo>
                  <a:pt x="3178493" y="803675"/>
                  <a:pt x="3178969" y="809390"/>
                  <a:pt x="3179540" y="814629"/>
                </a:cubicBezTo>
                <a:cubicBezTo>
                  <a:pt x="3180016" y="821963"/>
                  <a:pt x="3179540" y="830822"/>
                  <a:pt x="3180588" y="837680"/>
                </a:cubicBezTo>
                <a:cubicBezTo>
                  <a:pt x="3181064" y="844538"/>
                  <a:pt x="3180112" y="876446"/>
                  <a:pt x="3180588" y="882257"/>
                </a:cubicBezTo>
                <a:cubicBezTo>
                  <a:pt x="3180588" y="891210"/>
                  <a:pt x="3181636" y="900545"/>
                  <a:pt x="3181636" y="908450"/>
                </a:cubicBezTo>
                <a:cubicBezTo>
                  <a:pt x="3181636" y="909974"/>
                  <a:pt x="3182684" y="931501"/>
                  <a:pt x="3182684" y="933596"/>
                </a:cubicBezTo>
                <a:lnTo>
                  <a:pt x="3183731" y="940931"/>
                </a:lnTo>
                <a:lnTo>
                  <a:pt x="3180588" y="940359"/>
                </a:lnTo>
                <a:cubicBezTo>
                  <a:pt x="3178969" y="940359"/>
                  <a:pt x="3126105" y="940931"/>
                  <a:pt x="3122962" y="941407"/>
                </a:cubicBezTo>
                <a:lnTo>
                  <a:pt x="3119819" y="941407"/>
                </a:lnTo>
                <a:cubicBezTo>
                  <a:pt x="3119819" y="940931"/>
                  <a:pt x="3120390" y="939883"/>
                  <a:pt x="3120390" y="937216"/>
                </a:cubicBezTo>
                <a:cubicBezTo>
                  <a:pt x="3121438" y="908927"/>
                  <a:pt x="3121438" y="881209"/>
                  <a:pt x="3120866" y="857587"/>
                </a:cubicBezTo>
                <a:cubicBezTo>
                  <a:pt x="3125057" y="838727"/>
                  <a:pt x="3118295" y="753860"/>
                  <a:pt x="3094673" y="738143"/>
                </a:cubicBezTo>
                <a:cubicBezTo>
                  <a:pt x="3082099" y="726618"/>
                  <a:pt x="3065907" y="730238"/>
                  <a:pt x="3052191" y="736048"/>
                </a:cubicBezTo>
                <a:cubicBezTo>
                  <a:pt x="3017139" y="751193"/>
                  <a:pt x="3016568" y="773767"/>
                  <a:pt x="3008186" y="807295"/>
                </a:cubicBezTo>
                <a:cubicBezTo>
                  <a:pt x="3007138" y="811010"/>
                  <a:pt x="3007138" y="915213"/>
                  <a:pt x="3007709" y="918356"/>
                </a:cubicBezTo>
                <a:lnTo>
                  <a:pt x="3007709" y="923024"/>
                </a:lnTo>
                <a:cubicBezTo>
                  <a:pt x="3008186" y="930358"/>
                  <a:pt x="3009329" y="938264"/>
                  <a:pt x="3009805" y="945598"/>
                </a:cubicBezTo>
                <a:lnTo>
                  <a:pt x="3006662" y="947693"/>
                </a:lnTo>
                <a:lnTo>
                  <a:pt x="3003995" y="947693"/>
                </a:lnTo>
                <a:lnTo>
                  <a:pt x="2998280" y="947217"/>
                </a:lnTo>
                <a:cubicBezTo>
                  <a:pt x="2985135" y="947217"/>
                  <a:pt x="2972562" y="947693"/>
                  <a:pt x="2959513" y="947693"/>
                </a:cubicBezTo>
                <a:lnTo>
                  <a:pt x="2954274" y="948170"/>
                </a:lnTo>
                <a:cubicBezTo>
                  <a:pt x="2953226" y="940835"/>
                  <a:pt x="2952655" y="933501"/>
                  <a:pt x="2952655" y="926738"/>
                </a:cubicBezTo>
                <a:cubicBezTo>
                  <a:pt x="2952655" y="925691"/>
                  <a:pt x="2953131" y="924643"/>
                  <a:pt x="2953131" y="923024"/>
                </a:cubicBezTo>
                <a:cubicBezTo>
                  <a:pt x="2952655" y="917213"/>
                  <a:pt x="2953607" y="884257"/>
                  <a:pt x="2954750" y="851300"/>
                </a:cubicBezTo>
                <a:cubicBezTo>
                  <a:pt x="2955798" y="818820"/>
                  <a:pt x="2956274" y="785768"/>
                  <a:pt x="2955798" y="781673"/>
                </a:cubicBezTo>
                <a:cubicBezTo>
                  <a:pt x="2954750" y="775386"/>
                  <a:pt x="2954274" y="769576"/>
                  <a:pt x="2953703" y="764909"/>
                </a:cubicBezTo>
                <a:cubicBezTo>
                  <a:pt x="2950559" y="756050"/>
                  <a:pt x="2947988" y="751764"/>
                  <a:pt x="2943225" y="745001"/>
                </a:cubicBezTo>
                <a:cubicBezTo>
                  <a:pt x="2931700" y="731381"/>
                  <a:pt x="2909697" y="731381"/>
                  <a:pt x="2897124" y="732428"/>
                </a:cubicBezTo>
                <a:cubicBezTo>
                  <a:pt x="2875121" y="733476"/>
                  <a:pt x="2864168" y="747097"/>
                  <a:pt x="2852071" y="763861"/>
                </a:cubicBezTo>
                <a:cubicBezTo>
                  <a:pt x="2846261" y="777005"/>
                  <a:pt x="2844737" y="792150"/>
                  <a:pt x="2844165" y="806247"/>
                </a:cubicBezTo>
                <a:cubicBezTo>
                  <a:pt x="2844165" y="820439"/>
                  <a:pt x="2843689" y="908355"/>
                  <a:pt x="2844165" y="918833"/>
                </a:cubicBezTo>
                <a:cubicBezTo>
                  <a:pt x="2844641" y="925691"/>
                  <a:pt x="2844641" y="934549"/>
                  <a:pt x="2845213" y="942931"/>
                </a:cubicBezTo>
                <a:moveTo>
                  <a:pt x="3011234" y="956552"/>
                </a:moveTo>
                <a:cubicBezTo>
                  <a:pt x="3014853" y="958076"/>
                  <a:pt x="3020663" y="958647"/>
                  <a:pt x="3020092" y="952361"/>
                </a:cubicBezTo>
                <a:cubicBezTo>
                  <a:pt x="3020092" y="942931"/>
                  <a:pt x="3017996" y="932453"/>
                  <a:pt x="3017520" y="922452"/>
                </a:cubicBezTo>
                <a:lnTo>
                  <a:pt x="3017520" y="918737"/>
                </a:lnTo>
                <a:cubicBezTo>
                  <a:pt x="3017520" y="917213"/>
                  <a:pt x="3017520" y="916166"/>
                  <a:pt x="3016949" y="914070"/>
                </a:cubicBezTo>
                <a:cubicBezTo>
                  <a:pt x="3016949" y="914070"/>
                  <a:pt x="3016949" y="811962"/>
                  <a:pt x="3017996" y="809295"/>
                </a:cubicBezTo>
                <a:cubicBezTo>
                  <a:pt x="3022664" y="790436"/>
                  <a:pt x="3026378" y="759003"/>
                  <a:pt x="3046762" y="749573"/>
                </a:cubicBezTo>
                <a:cubicBezTo>
                  <a:pt x="3058287" y="743763"/>
                  <a:pt x="3075051" y="734905"/>
                  <a:pt x="3087053" y="744811"/>
                </a:cubicBezTo>
                <a:lnTo>
                  <a:pt x="3090767" y="748526"/>
                </a:lnTo>
                <a:cubicBezTo>
                  <a:pt x="3106007" y="756336"/>
                  <a:pt x="3115342" y="837584"/>
                  <a:pt x="3110674" y="856920"/>
                </a:cubicBezTo>
                <a:cubicBezTo>
                  <a:pt x="3111246" y="879971"/>
                  <a:pt x="3111246" y="907784"/>
                  <a:pt x="3110198" y="933406"/>
                </a:cubicBezTo>
                <a:cubicBezTo>
                  <a:pt x="3110198" y="935025"/>
                  <a:pt x="3109722" y="936549"/>
                  <a:pt x="3109722" y="939216"/>
                </a:cubicBezTo>
                <a:cubicBezTo>
                  <a:pt x="3109722" y="939788"/>
                  <a:pt x="3109246" y="941312"/>
                  <a:pt x="3107627" y="943407"/>
                </a:cubicBezTo>
                <a:cubicBezTo>
                  <a:pt x="3101340" y="953408"/>
                  <a:pt x="3120199" y="951218"/>
                  <a:pt x="3123819" y="951218"/>
                </a:cubicBezTo>
                <a:cubicBezTo>
                  <a:pt x="3126962" y="950741"/>
                  <a:pt x="3177826" y="950170"/>
                  <a:pt x="3179350" y="950170"/>
                </a:cubicBezTo>
                <a:cubicBezTo>
                  <a:pt x="3184589" y="950741"/>
                  <a:pt x="3190304" y="954361"/>
                  <a:pt x="3193447" y="947027"/>
                </a:cubicBezTo>
                <a:cubicBezTo>
                  <a:pt x="3193923" y="945979"/>
                  <a:pt x="3193923" y="944360"/>
                  <a:pt x="3193923" y="942836"/>
                </a:cubicBezTo>
                <a:lnTo>
                  <a:pt x="3193447" y="937597"/>
                </a:lnTo>
                <a:lnTo>
                  <a:pt x="3192399" y="932358"/>
                </a:lnTo>
                <a:cubicBezTo>
                  <a:pt x="3192399" y="930263"/>
                  <a:pt x="3191351" y="909784"/>
                  <a:pt x="3191351" y="908260"/>
                </a:cubicBezTo>
                <a:cubicBezTo>
                  <a:pt x="3191351" y="900449"/>
                  <a:pt x="3190304" y="890448"/>
                  <a:pt x="3190304" y="881590"/>
                </a:cubicBezTo>
                <a:cubicBezTo>
                  <a:pt x="3189828" y="875875"/>
                  <a:pt x="3190780" y="842347"/>
                  <a:pt x="3190304" y="836060"/>
                </a:cubicBezTo>
                <a:cubicBezTo>
                  <a:pt x="3189256" y="829774"/>
                  <a:pt x="3189828" y="820820"/>
                  <a:pt x="3189256" y="814058"/>
                </a:cubicBezTo>
                <a:cubicBezTo>
                  <a:pt x="3188780" y="808343"/>
                  <a:pt x="3188208" y="802532"/>
                  <a:pt x="3188208" y="797294"/>
                </a:cubicBezTo>
                <a:cubicBezTo>
                  <a:pt x="3187732" y="792055"/>
                  <a:pt x="3187732" y="786816"/>
                  <a:pt x="3186589" y="781577"/>
                </a:cubicBezTo>
                <a:lnTo>
                  <a:pt x="3186113" y="778434"/>
                </a:lnTo>
                <a:cubicBezTo>
                  <a:pt x="3185636" y="777386"/>
                  <a:pt x="3185636" y="776339"/>
                  <a:pt x="3185065" y="774719"/>
                </a:cubicBezTo>
                <a:lnTo>
                  <a:pt x="3185065" y="765861"/>
                </a:lnTo>
                <a:cubicBezTo>
                  <a:pt x="3184017" y="755384"/>
                  <a:pt x="3181445" y="744906"/>
                  <a:pt x="3179826" y="734429"/>
                </a:cubicBezTo>
                <a:cubicBezTo>
                  <a:pt x="3179350" y="732333"/>
                  <a:pt x="3176111" y="728714"/>
                  <a:pt x="3175635" y="726618"/>
                </a:cubicBezTo>
                <a:lnTo>
                  <a:pt x="3173063" y="720808"/>
                </a:lnTo>
                <a:cubicBezTo>
                  <a:pt x="3163062" y="704044"/>
                  <a:pt x="3150584" y="690423"/>
                  <a:pt x="3132201" y="678898"/>
                </a:cubicBezTo>
                <a:cubicBezTo>
                  <a:pt x="3110198" y="673659"/>
                  <a:pt x="3080290" y="673183"/>
                  <a:pt x="3060383" y="681470"/>
                </a:cubicBezTo>
                <a:lnTo>
                  <a:pt x="3048857" y="686708"/>
                </a:lnTo>
                <a:lnTo>
                  <a:pt x="3040475" y="690899"/>
                </a:lnTo>
                <a:lnTo>
                  <a:pt x="3037332" y="692519"/>
                </a:lnTo>
                <a:cubicBezTo>
                  <a:pt x="3033617" y="694043"/>
                  <a:pt x="3031046" y="697757"/>
                  <a:pt x="3027331" y="699853"/>
                </a:cubicBezTo>
                <a:cubicBezTo>
                  <a:pt x="3020568" y="702996"/>
                  <a:pt x="3014186" y="706711"/>
                  <a:pt x="3007900" y="708806"/>
                </a:cubicBezTo>
                <a:lnTo>
                  <a:pt x="3006852" y="706235"/>
                </a:lnTo>
                <a:cubicBezTo>
                  <a:pt x="3005804" y="704615"/>
                  <a:pt x="3005233" y="702520"/>
                  <a:pt x="3002661" y="698329"/>
                </a:cubicBezTo>
                <a:cubicBezTo>
                  <a:pt x="2984278" y="673659"/>
                  <a:pt x="2943987" y="664229"/>
                  <a:pt x="2908840" y="671564"/>
                </a:cubicBezTo>
                <a:cubicBezTo>
                  <a:pt x="2907792" y="672135"/>
                  <a:pt x="2906745" y="672611"/>
                  <a:pt x="2905697" y="673183"/>
                </a:cubicBezTo>
                <a:lnTo>
                  <a:pt x="2900458" y="675278"/>
                </a:lnTo>
                <a:lnTo>
                  <a:pt x="2896267" y="677374"/>
                </a:lnTo>
                <a:lnTo>
                  <a:pt x="2888933" y="680517"/>
                </a:lnTo>
                <a:cubicBezTo>
                  <a:pt x="2885218" y="681565"/>
                  <a:pt x="2880074" y="684232"/>
                  <a:pt x="2875788" y="686804"/>
                </a:cubicBezTo>
                <a:lnTo>
                  <a:pt x="2869978" y="690518"/>
                </a:lnTo>
                <a:cubicBezTo>
                  <a:pt x="2867882" y="692138"/>
                  <a:pt x="2865787" y="693662"/>
                  <a:pt x="2864168" y="694709"/>
                </a:cubicBezTo>
                <a:lnTo>
                  <a:pt x="2861596" y="696805"/>
                </a:lnTo>
                <a:cubicBezTo>
                  <a:pt x="2861120" y="697376"/>
                  <a:pt x="2860072" y="698424"/>
                  <a:pt x="2859500" y="699472"/>
                </a:cubicBezTo>
                <a:lnTo>
                  <a:pt x="2857976" y="702615"/>
                </a:lnTo>
                <a:cubicBezTo>
                  <a:pt x="2856929" y="704139"/>
                  <a:pt x="2855881" y="705187"/>
                  <a:pt x="2854262" y="705758"/>
                </a:cubicBezTo>
                <a:lnTo>
                  <a:pt x="2851690" y="705758"/>
                </a:lnTo>
                <a:cubicBezTo>
                  <a:pt x="2851690" y="696805"/>
                  <a:pt x="2853785" y="687375"/>
                  <a:pt x="2851690" y="678517"/>
                </a:cubicBezTo>
                <a:cubicBezTo>
                  <a:pt x="2849595" y="669087"/>
                  <a:pt x="2812923" y="676421"/>
                  <a:pt x="2808732" y="676993"/>
                </a:cubicBezTo>
                <a:cubicBezTo>
                  <a:pt x="2804065" y="677469"/>
                  <a:pt x="2799303" y="676993"/>
                  <a:pt x="2795588" y="677469"/>
                </a:cubicBezTo>
                <a:lnTo>
                  <a:pt x="2784634" y="677469"/>
                </a:lnTo>
                <a:cubicBezTo>
                  <a:pt x="2781491" y="678041"/>
                  <a:pt x="2775776" y="678041"/>
                  <a:pt x="2774156" y="681660"/>
                </a:cubicBezTo>
                <a:cubicBezTo>
                  <a:pt x="2769965" y="692138"/>
                  <a:pt x="2774633" y="755003"/>
                  <a:pt x="2777871" y="771290"/>
                </a:cubicBezTo>
                <a:cubicBezTo>
                  <a:pt x="2777871" y="780720"/>
                  <a:pt x="2775776" y="905879"/>
                  <a:pt x="2776823" y="914832"/>
                </a:cubicBezTo>
                <a:cubicBezTo>
                  <a:pt x="2777395" y="923690"/>
                  <a:pt x="2775299" y="944645"/>
                  <a:pt x="2774252" y="947789"/>
                </a:cubicBezTo>
                <a:cubicBezTo>
                  <a:pt x="2771680" y="955694"/>
                  <a:pt x="2781586" y="954551"/>
                  <a:pt x="2786348" y="954551"/>
                </a:cubicBezTo>
                <a:cubicBezTo>
                  <a:pt x="2806256" y="950360"/>
                  <a:pt x="2829878" y="951980"/>
                  <a:pt x="2849690" y="953504"/>
                </a:cubicBezTo>
                <a:cubicBezTo>
                  <a:pt x="2855405" y="954075"/>
                  <a:pt x="2855976" y="948265"/>
                  <a:pt x="2855405" y="944645"/>
                </a:cubicBezTo>
                <a:cubicBezTo>
                  <a:pt x="2854357" y="935787"/>
                  <a:pt x="2854357" y="925786"/>
                  <a:pt x="2853881" y="918452"/>
                </a:cubicBezTo>
                <a:cubicBezTo>
                  <a:pt x="2853309" y="907974"/>
                  <a:pt x="2853881" y="820535"/>
                  <a:pt x="2854357" y="806342"/>
                </a:cubicBezTo>
                <a:cubicBezTo>
                  <a:pt x="2854357" y="792722"/>
                  <a:pt x="2855976" y="779101"/>
                  <a:pt x="2860643" y="768147"/>
                </a:cubicBezTo>
                <a:cubicBezTo>
                  <a:pt x="2870549" y="755003"/>
                  <a:pt x="2878931" y="743477"/>
                  <a:pt x="2897315" y="742525"/>
                </a:cubicBezTo>
                <a:cubicBezTo>
                  <a:pt x="2910459" y="741477"/>
                  <a:pt x="2927128" y="742525"/>
                  <a:pt x="2935510" y="751383"/>
                </a:cubicBezTo>
                <a:cubicBezTo>
                  <a:pt x="2939224" y="757098"/>
                  <a:pt x="2940749" y="760813"/>
                  <a:pt x="2943892" y="767576"/>
                </a:cubicBezTo>
                <a:cubicBezTo>
                  <a:pt x="2943892" y="771290"/>
                  <a:pt x="2944368" y="776434"/>
                  <a:pt x="2945511" y="783292"/>
                </a:cubicBezTo>
                <a:cubicBezTo>
                  <a:pt x="2945987" y="785864"/>
                  <a:pt x="2944940" y="817868"/>
                  <a:pt x="2944463" y="850919"/>
                </a:cubicBezTo>
                <a:cubicBezTo>
                  <a:pt x="2943416" y="884447"/>
                  <a:pt x="2942368" y="917975"/>
                  <a:pt x="2942368" y="923690"/>
                </a:cubicBezTo>
                <a:cubicBezTo>
                  <a:pt x="2940272" y="926834"/>
                  <a:pt x="2943987" y="949408"/>
                  <a:pt x="2943987" y="953027"/>
                </a:cubicBezTo>
                <a:cubicBezTo>
                  <a:pt x="2944463" y="958266"/>
                  <a:pt x="2950750" y="958266"/>
                  <a:pt x="2953988" y="958266"/>
                </a:cubicBezTo>
                <a:lnTo>
                  <a:pt x="2959703" y="957790"/>
                </a:lnTo>
                <a:cubicBezTo>
                  <a:pt x="2972276" y="957790"/>
                  <a:pt x="2984849" y="957218"/>
                  <a:pt x="2997422" y="957218"/>
                </a:cubicBezTo>
                <a:lnTo>
                  <a:pt x="3004280" y="957790"/>
                </a:lnTo>
                <a:lnTo>
                  <a:pt x="3007424" y="957790"/>
                </a:lnTo>
                <a:cubicBezTo>
                  <a:pt x="3007900" y="957790"/>
                  <a:pt x="3009043" y="957790"/>
                  <a:pt x="3011138" y="956742"/>
                </a:cubicBezTo>
                <a:moveTo>
                  <a:pt x="2553272" y="843109"/>
                </a:moveTo>
                <a:cubicBezTo>
                  <a:pt x="2551653" y="843680"/>
                  <a:pt x="2549557" y="844157"/>
                  <a:pt x="2548033" y="845204"/>
                </a:cubicBezTo>
                <a:cubicBezTo>
                  <a:pt x="2545937" y="846252"/>
                  <a:pt x="2544890" y="847300"/>
                  <a:pt x="2541746" y="849395"/>
                </a:cubicBezTo>
                <a:lnTo>
                  <a:pt x="2537079" y="852062"/>
                </a:lnTo>
                <a:cubicBezTo>
                  <a:pt x="2524982" y="863016"/>
                  <a:pt x="2524982" y="881876"/>
                  <a:pt x="2530793" y="896544"/>
                </a:cubicBezTo>
                <a:lnTo>
                  <a:pt x="2532888" y="899211"/>
                </a:lnTo>
                <a:cubicBezTo>
                  <a:pt x="2545461" y="915975"/>
                  <a:pt x="2563273" y="919595"/>
                  <a:pt x="2580037" y="921214"/>
                </a:cubicBezTo>
                <a:cubicBezTo>
                  <a:pt x="2588895" y="922262"/>
                  <a:pt x="2601563" y="914927"/>
                  <a:pt x="2609374" y="910736"/>
                </a:cubicBezTo>
                <a:cubicBezTo>
                  <a:pt x="2614041" y="908069"/>
                  <a:pt x="2618804" y="906545"/>
                  <a:pt x="2622518" y="902831"/>
                </a:cubicBezTo>
                <a:cubicBezTo>
                  <a:pt x="2632996" y="893401"/>
                  <a:pt x="2636615" y="877208"/>
                  <a:pt x="2639282" y="864064"/>
                </a:cubicBezTo>
                <a:cubicBezTo>
                  <a:pt x="2642426" y="853586"/>
                  <a:pt x="2640902" y="842061"/>
                  <a:pt x="2639854" y="831584"/>
                </a:cubicBezTo>
                <a:cubicBezTo>
                  <a:pt x="2639282" y="827869"/>
                  <a:pt x="2637758" y="821582"/>
                  <a:pt x="2632996" y="821582"/>
                </a:cubicBezTo>
                <a:lnTo>
                  <a:pt x="2630424" y="822154"/>
                </a:lnTo>
                <a:lnTo>
                  <a:pt x="2626805" y="822630"/>
                </a:lnTo>
                <a:lnTo>
                  <a:pt x="2614708" y="825297"/>
                </a:lnTo>
                <a:cubicBezTo>
                  <a:pt x="2605849" y="827393"/>
                  <a:pt x="2595848" y="829488"/>
                  <a:pt x="2592229" y="830536"/>
                </a:cubicBezTo>
                <a:lnTo>
                  <a:pt x="2578037" y="834155"/>
                </a:lnTo>
                <a:lnTo>
                  <a:pt x="2568131" y="837299"/>
                </a:lnTo>
                <a:lnTo>
                  <a:pt x="2564416" y="838346"/>
                </a:lnTo>
                <a:cubicBezTo>
                  <a:pt x="2561844" y="839394"/>
                  <a:pt x="2560225" y="840918"/>
                  <a:pt x="2557653" y="842061"/>
                </a:cubicBezTo>
                <a:lnTo>
                  <a:pt x="2553462" y="843109"/>
                </a:lnTo>
                <a:close/>
                <a:moveTo>
                  <a:pt x="2629757" y="832631"/>
                </a:moveTo>
                <a:cubicBezTo>
                  <a:pt x="2630805" y="842061"/>
                  <a:pt x="2632329" y="852062"/>
                  <a:pt x="2629757" y="861968"/>
                </a:cubicBezTo>
                <a:cubicBezTo>
                  <a:pt x="2627186" y="872446"/>
                  <a:pt x="2623947" y="887591"/>
                  <a:pt x="2615660" y="895496"/>
                </a:cubicBezTo>
                <a:cubicBezTo>
                  <a:pt x="2612517" y="898640"/>
                  <a:pt x="2608326" y="899687"/>
                  <a:pt x="2604611" y="901783"/>
                </a:cubicBezTo>
                <a:cubicBezTo>
                  <a:pt x="2598325" y="904926"/>
                  <a:pt x="2592610" y="908546"/>
                  <a:pt x="2585752" y="910641"/>
                </a:cubicBezTo>
                <a:cubicBezTo>
                  <a:pt x="2571560" y="914832"/>
                  <a:pt x="2549081" y="904355"/>
                  <a:pt x="2539079" y="890734"/>
                </a:cubicBezTo>
                <a:cubicBezTo>
                  <a:pt x="2534888" y="879780"/>
                  <a:pt x="2536984" y="865588"/>
                  <a:pt x="2544318" y="859301"/>
                </a:cubicBezTo>
                <a:lnTo>
                  <a:pt x="2546890" y="857777"/>
                </a:lnTo>
                <a:lnTo>
                  <a:pt x="2550033" y="856253"/>
                </a:lnTo>
                <a:lnTo>
                  <a:pt x="2552129" y="854158"/>
                </a:lnTo>
                <a:cubicBezTo>
                  <a:pt x="2553176" y="853682"/>
                  <a:pt x="2554796" y="853110"/>
                  <a:pt x="2555843" y="852634"/>
                </a:cubicBezTo>
                <a:lnTo>
                  <a:pt x="2560034" y="851586"/>
                </a:lnTo>
                <a:cubicBezTo>
                  <a:pt x="2562606" y="850538"/>
                  <a:pt x="2565845" y="850062"/>
                  <a:pt x="2567940" y="847871"/>
                </a:cubicBezTo>
                <a:lnTo>
                  <a:pt x="2571083" y="846824"/>
                </a:lnTo>
                <a:lnTo>
                  <a:pt x="2580513" y="844157"/>
                </a:lnTo>
                <a:lnTo>
                  <a:pt x="2594705" y="839966"/>
                </a:lnTo>
                <a:cubicBezTo>
                  <a:pt x="2598420" y="838918"/>
                  <a:pt x="2608326" y="836822"/>
                  <a:pt x="2616708" y="835298"/>
                </a:cubicBezTo>
                <a:lnTo>
                  <a:pt x="2629853" y="832631"/>
                </a:lnTo>
                <a:close/>
                <a:moveTo>
                  <a:pt x="2473071" y="757765"/>
                </a:moveTo>
                <a:cubicBezTo>
                  <a:pt x="2474690" y="752526"/>
                  <a:pt x="2476214" y="747287"/>
                  <a:pt x="2477262" y="741572"/>
                </a:cubicBezTo>
                <a:cubicBezTo>
                  <a:pt x="2487740" y="724808"/>
                  <a:pt x="2500313" y="710140"/>
                  <a:pt x="2516029" y="699662"/>
                </a:cubicBezTo>
                <a:cubicBezTo>
                  <a:pt x="2518124" y="696995"/>
                  <a:pt x="2520220" y="695948"/>
                  <a:pt x="2522791" y="693852"/>
                </a:cubicBezTo>
                <a:lnTo>
                  <a:pt x="2528030" y="691280"/>
                </a:lnTo>
                <a:cubicBezTo>
                  <a:pt x="2529649" y="690709"/>
                  <a:pt x="2531174" y="689756"/>
                  <a:pt x="2532793" y="688709"/>
                </a:cubicBezTo>
                <a:cubicBezTo>
                  <a:pt x="2540127" y="686613"/>
                  <a:pt x="2547461" y="683470"/>
                  <a:pt x="2554796" y="681851"/>
                </a:cubicBezTo>
                <a:lnTo>
                  <a:pt x="2572607" y="679279"/>
                </a:lnTo>
                <a:lnTo>
                  <a:pt x="2575179" y="678231"/>
                </a:lnTo>
                <a:lnTo>
                  <a:pt x="2577751" y="677183"/>
                </a:lnTo>
                <a:cubicBezTo>
                  <a:pt x="2586133" y="676136"/>
                  <a:pt x="2595563" y="676136"/>
                  <a:pt x="2603468" y="676136"/>
                </a:cubicBezTo>
                <a:cubicBezTo>
                  <a:pt x="2609279" y="676136"/>
                  <a:pt x="2614422" y="677183"/>
                  <a:pt x="2619185" y="677660"/>
                </a:cubicBezTo>
                <a:cubicBezTo>
                  <a:pt x="2629186" y="678231"/>
                  <a:pt x="2639663" y="677660"/>
                  <a:pt x="2649570" y="680803"/>
                </a:cubicBezTo>
                <a:cubicBezTo>
                  <a:pt x="2663190" y="684518"/>
                  <a:pt x="2674715" y="694424"/>
                  <a:pt x="2685764" y="703853"/>
                </a:cubicBezTo>
                <a:cubicBezTo>
                  <a:pt x="2689384" y="708616"/>
                  <a:pt x="2694146" y="713855"/>
                  <a:pt x="2695670" y="720617"/>
                </a:cubicBezTo>
                <a:cubicBezTo>
                  <a:pt x="2699861" y="735857"/>
                  <a:pt x="2699385" y="752621"/>
                  <a:pt x="2699861" y="768338"/>
                </a:cubicBezTo>
                <a:cubicBezTo>
                  <a:pt x="2699861" y="774053"/>
                  <a:pt x="2699385" y="779863"/>
                  <a:pt x="2698814" y="785673"/>
                </a:cubicBezTo>
                <a:cubicBezTo>
                  <a:pt x="2698814" y="791388"/>
                  <a:pt x="2699861" y="852729"/>
                  <a:pt x="2699385" y="867398"/>
                </a:cubicBezTo>
                <a:cubicBezTo>
                  <a:pt x="2699385" y="869493"/>
                  <a:pt x="2700433" y="894639"/>
                  <a:pt x="2702528" y="906164"/>
                </a:cubicBezTo>
                <a:cubicBezTo>
                  <a:pt x="2705100" y="917690"/>
                  <a:pt x="2707767" y="928643"/>
                  <a:pt x="2709291" y="937597"/>
                </a:cubicBezTo>
                <a:cubicBezTo>
                  <a:pt x="2709291" y="939692"/>
                  <a:pt x="2709767" y="941312"/>
                  <a:pt x="2710910" y="944931"/>
                </a:cubicBezTo>
                <a:cubicBezTo>
                  <a:pt x="2696718" y="947598"/>
                  <a:pt x="2682621" y="952265"/>
                  <a:pt x="2667953" y="951218"/>
                </a:cubicBezTo>
                <a:lnTo>
                  <a:pt x="2658999" y="949694"/>
                </a:lnTo>
                <a:cubicBezTo>
                  <a:pt x="2655856" y="949694"/>
                  <a:pt x="2652713" y="950170"/>
                  <a:pt x="2650141" y="950170"/>
                </a:cubicBezTo>
                <a:cubicBezTo>
                  <a:pt x="2648617" y="942836"/>
                  <a:pt x="2648045" y="930263"/>
                  <a:pt x="2638139" y="930263"/>
                </a:cubicBezTo>
                <a:cubicBezTo>
                  <a:pt x="2634996" y="930263"/>
                  <a:pt x="2632329" y="932358"/>
                  <a:pt x="2630234" y="933406"/>
                </a:cubicBezTo>
                <a:lnTo>
                  <a:pt x="2627090" y="935501"/>
                </a:lnTo>
                <a:cubicBezTo>
                  <a:pt x="2626043" y="935978"/>
                  <a:pt x="2623376" y="937597"/>
                  <a:pt x="2621852" y="939121"/>
                </a:cubicBezTo>
                <a:lnTo>
                  <a:pt x="2617184" y="942264"/>
                </a:lnTo>
                <a:cubicBezTo>
                  <a:pt x="2609374" y="946455"/>
                  <a:pt x="2603087" y="949598"/>
                  <a:pt x="2595182" y="951694"/>
                </a:cubicBezTo>
                <a:cubicBezTo>
                  <a:pt x="2584228" y="954361"/>
                  <a:pt x="2574798" y="955885"/>
                  <a:pt x="2563273" y="956361"/>
                </a:cubicBezTo>
                <a:lnTo>
                  <a:pt x="2545937" y="957980"/>
                </a:lnTo>
                <a:cubicBezTo>
                  <a:pt x="2527078" y="959504"/>
                  <a:pt x="2513933" y="953218"/>
                  <a:pt x="2496693" y="946455"/>
                </a:cubicBezTo>
                <a:lnTo>
                  <a:pt x="2494121" y="944360"/>
                </a:lnTo>
                <a:lnTo>
                  <a:pt x="2488311" y="940645"/>
                </a:lnTo>
                <a:lnTo>
                  <a:pt x="2480977" y="935406"/>
                </a:lnTo>
                <a:lnTo>
                  <a:pt x="2478881" y="932263"/>
                </a:lnTo>
                <a:lnTo>
                  <a:pt x="2475738" y="927024"/>
                </a:lnTo>
                <a:cubicBezTo>
                  <a:pt x="2471547" y="920166"/>
                  <a:pt x="2473643" y="923881"/>
                  <a:pt x="2470499" y="918642"/>
                </a:cubicBezTo>
                <a:cubicBezTo>
                  <a:pt x="2466308" y="913403"/>
                  <a:pt x="2464689" y="900830"/>
                  <a:pt x="2462117" y="893972"/>
                </a:cubicBezTo>
                <a:cubicBezTo>
                  <a:pt x="2460022" y="887210"/>
                  <a:pt x="2460022" y="879875"/>
                  <a:pt x="2462117" y="870446"/>
                </a:cubicBezTo>
                <a:cubicBezTo>
                  <a:pt x="2462594" y="866255"/>
                  <a:pt x="2463165" y="862064"/>
                  <a:pt x="2464213" y="858920"/>
                </a:cubicBezTo>
                <a:lnTo>
                  <a:pt x="2465261" y="855301"/>
                </a:lnTo>
                <a:lnTo>
                  <a:pt x="2467832" y="849014"/>
                </a:lnTo>
                <a:cubicBezTo>
                  <a:pt x="2477262" y="825488"/>
                  <a:pt x="2501837" y="808724"/>
                  <a:pt x="2526506" y="805580"/>
                </a:cubicBezTo>
                <a:lnTo>
                  <a:pt x="2548985" y="803485"/>
                </a:lnTo>
                <a:cubicBezTo>
                  <a:pt x="2549462" y="803485"/>
                  <a:pt x="2551557" y="803485"/>
                  <a:pt x="2553653" y="802913"/>
                </a:cubicBezTo>
                <a:lnTo>
                  <a:pt x="2562035" y="802437"/>
                </a:lnTo>
                <a:lnTo>
                  <a:pt x="2574131" y="801866"/>
                </a:lnTo>
                <a:cubicBezTo>
                  <a:pt x="2577751" y="801866"/>
                  <a:pt x="2587276" y="800818"/>
                  <a:pt x="2596610" y="799770"/>
                </a:cubicBezTo>
                <a:cubicBezTo>
                  <a:pt x="2605469" y="798722"/>
                  <a:pt x="2631662" y="792436"/>
                  <a:pt x="2636901" y="783006"/>
                </a:cubicBezTo>
                <a:lnTo>
                  <a:pt x="2638997" y="778339"/>
                </a:lnTo>
                <a:lnTo>
                  <a:pt x="2640045" y="775196"/>
                </a:lnTo>
                <a:cubicBezTo>
                  <a:pt x="2640521" y="773576"/>
                  <a:pt x="2641092" y="771481"/>
                  <a:pt x="2640521" y="769957"/>
                </a:cubicBezTo>
                <a:cubicBezTo>
                  <a:pt x="2638425" y="755288"/>
                  <a:pt x="2639473" y="735953"/>
                  <a:pt x="2624328" y="725951"/>
                </a:cubicBezTo>
                <a:cubicBezTo>
                  <a:pt x="2616422" y="720713"/>
                  <a:pt x="2604897" y="719093"/>
                  <a:pt x="2597087" y="719093"/>
                </a:cubicBezTo>
                <a:cubicBezTo>
                  <a:pt x="2590324" y="718522"/>
                  <a:pt x="2583466" y="720141"/>
                  <a:pt x="2578227" y="721189"/>
                </a:cubicBezTo>
                <a:cubicBezTo>
                  <a:pt x="2570893" y="722808"/>
                  <a:pt x="2558320" y="726999"/>
                  <a:pt x="2552033" y="732238"/>
                </a:cubicBezTo>
                <a:cubicBezTo>
                  <a:pt x="2549938" y="734333"/>
                  <a:pt x="2547366" y="737477"/>
                  <a:pt x="2546318" y="739572"/>
                </a:cubicBezTo>
                <a:lnTo>
                  <a:pt x="2542604" y="745859"/>
                </a:lnTo>
                <a:cubicBezTo>
                  <a:pt x="2540032" y="751097"/>
                  <a:pt x="2537936" y="754717"/>
                  <a:pt x="2535841" y="759479"/>
                </a:cubicBezTo>
                <a:lnTo>
                  <a:pt x="2532698" y="759479"/>
                </a:lnTo>
                <a:cubicBezTo>
                  <a:pt x="2529554" y="759479"/>
                  <a:pt x="2526411" y="758432"/>
                  <a:pt x="2522696" y="758432"/>
                </a:cubicBezTo>
                <a:cubicBezTo>
                  <a:pt x="2518982" y="757860"/>
                  <a:pt x="2506980" y="757860"/>
                  <a:pt x="2494883" y="757384"/>
                </a:cubicBezTo>
                <a:lnTo>
                  <a:pt x="2479167" y="757384"/>
                </a:lnTo>
                <a:lnTo>
                  <a:pt x="2472881" y="757955"/>
                </a:lnTo>
                <a:close/>
                <a:moveTo>
                  <a:pt x="2627090" y="946836"/>
                </a:moveTo>
                <a:lnTo>
                  <a:pt x="2632329" y="943693"/>
                </a:lnTo>
                <a:lnTo>
                  <a:pt x="2635472" y="942169"/>
                </a:lnTo>
                <a:lnTo>
                  <a:pt x="2637568" y="940645"/>
                </a:lnTo>
                <a:cubicBezTo>
                  <a:pt x="2638616" y="943788"/>
                  <a:pt x="2639092" y="946931"/>
                  <a:pt x="2639663" y="950075"/>
                </a:cubicBezTo>
                <a:cubicBezTo>
                  <a:pt x="2642235" y="964267"/>
                  <a:pt x="2645378" y="959504"/>
                  <a:pt x="2658523" y="960076"/>
                </a:cubicBezTo>
                <a:lnTo>
                  <a:pt x="2666905" y="961600"/>
                </a:lnTo>
                <a:cubicBezTo>
                  <a:pt x="2684240" y="962171"/>
                  <a:pt x="2700433" y="956361"/>
                  <a:pt x="2717673" y="953789"/>
                </a:cubicBezTo>
                <a:cubicBezTo>
                  <a:pt x="2722912" y="953218"/>
                  <a:pt x="2721864" y="947979"/>
                  <a:pt x="2720816" y="944931"/>
                </a:cubicBezTo>
                <a:lnTo>
                  <a:pt x="2719769" y="940740"/>
                </a:lnTo>
                <a:cubicBezTo>
                  <a:pt x="2719292" y="939216"/>
                  <a:pt x="2719292" y="938073"/>
                  <a:pt x="2719292" y="936549"/>
                </a:cubicBezTo>
                <a:cubicBezTo>
                  <a:pt x="2717673" y="927691"/>
                  <a:pt x="2715101" y="915594"/>
                  <a:pt x="2712530" y="904069"/>
                </a:cubicBezTo>
                <a:cubicBezTo>
                  <a:pt x="2710434" y="893591"/>
                  <a:pt x="2709386" y="871112"/>
                  <a:pt x="2709386" y="866350"/>
                </a:cubicBezTo>
                <a:cubicBezTo>
                  <a:pt x="2709863" y="852729"/>
                  <a:pt x="2708910" y="791960"/>
                  <a:pt x="2708910" y="786149"/>
                </a:cubicBezTo>
                <a:cubicBezTo>
                  <a:pt x="2709386" y="780434"/>
                  <a:pt x="2709958" y="774148"/>
                  <a:pt x="2709958" y="768338"/>
                </a:cubicBezTo>
                <a:cubicBezTo>
                  <a:pt x="2709482" y="751574"/>
                  <a:pt x="2709958" y="733762"/>
                  <a:pt x="2705767" y="718046"/>
                </a:cubicBezTo>
                <a:cubicBezTo>
                  <a:pt x="2703671" y="709664"/>
                  <a:pt x="2698433" y="703377"/>
                  <a:pt x="2692622" y="696614"/>
                </a:cubicBezTo>
                <a:cubicBezTo>
                  <a:pt x="2680526" y="686137"/>
                  <a:pt x="2668048" y="675659"/>
                  <a:pt x="2652236" y="670897"/>
                </a:cubicBezTo>
                <a:cubicBezTo>
                  <a:pt x="2641759" y="667754"/>
                  <a:pt x="2630710" y="668325"/>
                  <a:pt x="2620328" y="667754"/>
                </a:cubicBezTo>
                <a:cubicBezTo>
                  <a:pt x="2615089" y="667277"/>
                  <a:pt x="2609374" y="666230"/>
                  <a:pt x="2603564" y="666230"/>
                </a:cubicBezTo>
                <a:cubicBezTo>
                  <a:pt x="2595182" y="666230"/>
                  <a:pt x="2584704" y="666230"/>
                  <a:pt x="2574227" y="667754"/>
                </a:cubicBezTo>
                <a:lnTo>
                  <a:pt x="2570036" y="669373"/>
                </a:lnTo>
                <a:lnTo>
                  <a:pt x="2552224" y="671945"/>
                </a:lnTo>
                <a:cubicBezTo>
                  <a:pt x="2544890" y="674040"/>
                  <a:pt x="2537079" y="677183"/>
                  <a:pt x="2527649" y="679850"/>
                </a:cubicBezTo>
                <a:cubicBezTo>
                  <a:pt x="2526030" y="680898"/>
                  <a:pt x="2525078" y="681946"/>
                  <a:pt x="2523458" y="682422"/>
                </a:cubicBezTo>
                <a:lnTo>
                  <a:pt x="2518220" y="685565"/>
                </a:lnTo>
                <a:cubicBezTo>
                  <a:pt x="2514505" y="687089"/>
                  <a:pt x="2511933" y="689280"/>
                  <a:pt x="2508790" y="692900"/>
                </a:cubicBezTo>
                <a:cubicBezTo>
                  <a:pt x="2492502" y="703377"/>
                  <a:pt x="2479453" y="719665"/>
                  <a:pt x="2467928" y="739001"/>
                </a:cubicBezTo>
                <a:cubicBezTo>
                  <a:pt x="2466308" y="746335"/>
                  <a:pt x="2463737" y="753669"/>
                  <a:pt x="2461641" y="760432"/>
                </a:cubicBezTo>
                <a:cubicBezTo>
                  <a:pt x="2460022" y="765194"/>
                  <a:pt x="2464213" y="766718"/>
                  <a:pt x="2467451" y="767290"/>
                </a:cubicBezTo>
                <a:lnTo>
                  <a:pt x="2470595" y="767861"/>
                </a:lnTo>
                <a:cubicBezTo>
                  <a:pt x="2474786" y="767290"/>
                  <a:pt x="2474309" y="767290"/>
                  <a:pt x="2474786" y="767861"/>
                </a:cubicBezTo>
                <a:lnTo>
                  <a:pt x="2495169" y="767861"/>
                </a:lnTo>
                <a:cubicBezTo>
                  <a:pt x="2506695" y="767861"/>
                  <a:pt x="2518791" y="768433"/>
                  <a:pt x="2522411" y="768433"/>
                </a:cubicBezTo>
                <a:cubicBezTo>
                  <a:pt x="2546985" y="770528"/>
                  <a:pt x="2539174" y="772624"/>
                  <a:pt x="2551748" y="751097"/>
                </a:cubicBezTo>
                <a:lnTo>
                  <a:pt x="2555462" y="744811"/>
                </a:lnTo>
                <a:cubicBezTo>
                  <a:pt x="2556510" y="742715"/>
                  <a:pt x="2557558" y="740620"/>
                  <a:pt x="2559177" y="739572"/>
                </a:cubicBezTo>
                <a:cubicBezTo>
                  <a:pt x="2563368" y="735857"/>
                  <a:pt x="2573274" y="732714"/>
                  <a:pt x="2580608" y="730619"/>
                </a:cubicBezTo>
                <a:cubicBezTo>
                  <a:pt x="2585847" y="730142"/>
                  <a:pt x="2591562" y="729095"/>
                  <a:pt x="2597372" y="729095"/>
                </a:cubicBezTo>
                <a:cubicBezTo>
                  <a:pt x="2604707" y="729095"/>
                  <a:pt x="2614136" y="730619"/>
                  <a:pt x="2618899" y="734333"/>
                </a:cubicBezTo>
                <a:cubicBezTo>
                  <a:pt x="2630424" y="741668"/>
                  <a:pt x="2629376" y="761099"/>
                  <a:pt x="2630900" y="771576"/>
                </a:cubicBezTo>
                <a:lnTo>
                  <a:pt x="2629853" y="774719"/>
                </a:lnTo>
                <a:lnTo>
                  <a:pt x="2625662" y="779958"/>
                </a:lnTo>
                <a:cubicBezTo>
                  <a:pt x="2606802" y="790436"/>
                  <a:pt x="2594229" y="789388"/>
                  <a:pt x="2573274" y="792055"/>
                </a:cubicBezTo>
                <a:lnTo>
                  <a:pt x="2561749" y="792626"/>
                </a:lnTo>
                <a:lnTo>
                  <a:pt x="2552891" y="793103"/>
                </a:lnTo>
                <a:lnTo>
                  <a:pt x="2547652" y="793674"/>
                </a:lnTo>
                <a:lnTo>
                  <a:pt x="2525649" y="795770"/>
                </a:lnTo>
                <a:cubicBezTo>
                  <a:pt x="2497360" y="799484"/>
                  <a:pt x="2469642" y="818249"/>
                  <a:pt x="2458593" y="845014"/>
                </a:cubicBezTo>
                <a:lnTo>
                  <a:pt x="2455926" y="851872"/>
                </a:lnTo>
                <a:lnTo>
                  <a:pt x="2454402" y="856539"/>
                </a:lnTo>
                <a:cubicBezTo>
                  <a:pt x="2453354" y="859682"/>
                  <a:pt x="2452783" y="863873"/>
                  <a:pt x="2452307" y="868636"/>
                </a:cubicBezTo>
                <a:cubicBezTo>
                  <a:pt x="2449640" y="879590"/>
                  <a:pt x="2450211" y="889019"/>
                  <a:pt x="2452783" y="897401"/>
                </a:cubicBezTo>
                <a:cubicBezTo>
                  <a:pt x="2455926" y="906260"/>
                  <a:pt x="2456974" y="917785"/>
                  <a:pt x="2463260" y="925691"/>
                </a:cubicBezTo>
                <a:cubicBezTo>
                  <a:pt x="2466404" y="931501"/>
                  <a:pt x="2463260" y="925691"/>
                  <a:pt x="2466880" y="932453"/>
                </a:cubicBezTo>
                <a:lnTo>
                  <a:pt x="2470023" y="937692"/>
                </a:lnTo>
                <a:lnTo>
                  <a:pt x="2472595" y="941883"/>
                </a:lnTo>
                <a:cubicBezTo>
                  <a:pt x="2473071" y="942359"/>
                  <a:pt x="2473643" y="942931"/>
                  <a:pt x="2476786" y="945026"/>
                </a:cubicBezTo>
                <a:lnTo>
                  <a:pt x="2482596" y="949217"/>
                </a:lnTo>
                <a:lnTo>
                  <a:pt x="2488311" y="952932"/>
                </a:lnTo>
                <a:lnTo>
                  <a:pt x="2492502" y="955504"/>
                </a:lnTo>
                <a:cubicBezTo>
                  <a:pt x="2511933" y="963314"/>
                  <a:pt x="2524982" y="969601"/>
                  <a:pt x="2546985" y="968077"/>
                </a:cubicBezTo>
                <a:lnTo>
                  <a:pt x="2563749" y="966553"/>
                </a:lnTo>
                <a:cubicBezTo>
                  <a:pt x="2575751" y="966077"/>
                  <a:pt x="2586228" y="963981"/>
                  <a:pt x="2597753" y="961314"/>
                </a:cubicBezTo>
                <a:cubicBezTo>
                  <a:pt x="2606612" y="959219"/>
                  <a:pt x="2614041" y="955504"/>
                  <a:pt x="2622899" y="950837"/>
                </a:cubicBezTo>
                <a:lnTo>
                  <a:pt x="2625471" y="948170"/>
                </a:lnTo>
                <a:lnTo>
                  <a:pt x="2627090" y="947122"/>
                </a:lnTo>
                <a:close/>
                <a:moveTo>
                  <a:pt x="2225326" y="870922"/>
                </a:moveTo>
                <a:cubicBezTo>
                  <a:pt x="2226374" y="876732"/>
                  <a:pt x="2228469" y="881876"/>
                  <a:pt x="2233708" y="887686"/>
                </a:cubicBezTo>
                <a:cubicBezTo>
                  <a:pt x="2243138" y="909117"/>
                  <a:pt x="2319052" y="934835"/>
                  <a:pt x="2335340" y="898640"/>
                </a:cubicBezTo>
                <a:cubicBezTo>
                  <a:pt x="2336864" y="897116"/>
                  <a:pt x="2338483" y="895496"/>
                  <a:pt x="2340007" y="891305"/>
                </a:cubicBezTo>
                <a:cubicBezTo>
                  <a:pt x="2341055" y="890258"/>
                  <a:pt x="2342102" y="888638"/>
                  <a:pt x="2344674" y="883971"/>
                </a:cubicBezTo>
                <a:cubicBezTo>
                  <a:pt x="2347341" y="864635"/>
                  <a:pt x="2339435" y="850443"/>
                  <a:pt x="2323719" y="845204"/>
                </a:cubicBezTo>
                <a:cubicBezTo>
                  <a:pt x="2305336" y="839394"/>
                  <a:pt x="2282857" y="835775"/>
                  <a:pt x="2265617" y="828917"/>
                </a:cubicBezTo>
                <a:lnTo>
                  <a:pt x="2262950" y="828440"/>
                </a:lnTo>
                <a:cubicBezTo>
                  <a:pt x="2258759" y="825773"/>
                  <a:pt x="2254091" y="824726"/>
                  <a:pt x="2249329" y="823202"/>
                </a:cubicBezTo>
                <a:cubicBezTo>
                  <a:pt x="2230469" y="817963"/>
                  <a:pt x="2211610" y="813200"/>
                  <a:pt x="2195894" y="801199"/>
                </a:cubicBezTo>
                <a:lnTo>
                  <a:pt x="2192274" y="798056"/>
                </a:lnTo>
                <a:lnTo>
                  <a:pt x="2190179" y="794341"/>
                </a:lnTo>
                <a:lnTo>
                  <a:pt x="2188083" y="791198"/>
                </a:lnTo>
                <a:cubicBezTo>
                  <a:pt x="2187512" y="790150"/>
                  <a:pt x="2186464" y="789102"/>
                  <a:pt x="2184940" y="786435"/>
                </a:cubicBezTo>
                <a:cubicBezTo>
                  <a:pt x="2183892" y="779101"/>
                  <a:pt x="2175034" y="759670"/>
                  <a:pt x="2177606" y="753955"/>
                </a:cubicBezTo>
                <a:cubicBezTo>
                  <a:pt x="2178653" y="751383"/>
                  <a:pt x="2179701" y="748240"/>
                  <a:pt x="2179225" y="745097"/>
                </a:cubicBezTo>
                <a:lnTo>
                  <a:pt x="2180749" y="738810"/>
                </a:lnTo>
                <a:cubicBezTo>
                  <a:pt x="2181797" y="736238"/>
                  <a:pt x="2182368" y="734048"/>
                  <a:pt x="2183416" y="731952"/>
                </a:cubicBezTo>
                <a:cubicBezTo>
                  <a:pt x="2184464" y="730333"/>
                  <a:pt x="2184940" y="729380"/>
                  <a:pt x="2185511" y="728237"/>
                </a:cubicBezTo>
                <a:lnTo>
                  <a:pt x="2187131" y="725666"/>
                </a:lnTo>
                <a:lnTo>
                  <a:pt x="2191322" y="718808"/>
                </a:lnTo>
                <a:cubicBezTo>
                  <a:pt x="2193417" y="716712"/>
                  <a:pt x="2194465" y="715093"/>
                  <a:pt x="2195989" y="711950"/>
                </a:cubicBezTo>
                <a:cubicBezTo>
                  <a:pt x="2199132" y="708806"/>
                  <a:pt x="2203799" y="705092"/>
                  <a:pt x="2206466" y="702520"/>
                </a:cubicBezTo>
                <a:cubicBezTo>
                  <a:pt x="2209610" y="699853"/>
                  <a:pt x="2212181" y="698329"/>
                  <a:pt x="2215896" y="696233"/>
                </a:cubicBezTo>
                <a:cubicBezTo>
                  <a:pt x="2217992" y="694614"/>
                  <a:pt x="2219611" y="693566"/>
                  <a:pt x="2222183" y="692519"/>
                </a:cubicBezTo>
                <a:lnTo>
                  <a:pt x="2228469" y="689375"/>
                </a:lnTo>
                <a:cubicBezTo>
                  <a:pt x="2230565" y="688804"/>
                  <a:pt x="2232660" y="688328"/>
                  <a:pt x="2234184" y="687280"/>
                </a:cubicBezTo>
                <a:cubicBezTo>
                  <a:pt x="2237327" y="685184"/>
                  <a:pt x="2242566" y="683565"/>
                  <a:pt x="2250948" y="682613"/>
                </a:cubicBezTo>
                <a:cubicBezTo>
                  <a:pt x="2283428" y="676898"/>
                  <a:pt x="2308098" y="675278"/>
                  <a:pt x="2339531" y="688899"/>
                </a:cubicBezTo>
                <a:lnTo>
                  <a:pt x="2344769" y="690995"/>
                </a:lnTo>
                <a:cubicBezTo>
                  <a:pt x="2346389" y="691566"/>
                  <a:pt x="2347913" y="692042"/>
                  <a:pt x="2348960" y="692042"/>
                </a:cubicBezTo>
                <a:lnTo>
                  <a:pt x="2352104" y="693566"/>
                </a:lnTo>
                <a:lnTo>
                  <a:pt x="2358390" y="696233"/>
                </a:lnTo>
                <a:lnTo>
                  <a:pt x="2366201" y="699853"/>
                </a:lnTo>
                <a:lnTo>
                  <a:pt x="2368772" y="700901"/>
                </a:lnTo>
                <a:cubicBezTo>
                  <a:pt x="2386108" y="712902"/>
                  <a:pt x="2394490" y="732905"/>
                  <a:pt x="2399729" y="758527"/>
                </a:cubicBezTo>
                <a:cubicBezTo>
                  <a:pt x="2380869" y="755384"/>
                  <a:pt x="2367725" y="753764"/>
                  <a:pt x="2347341" y="756431"/>
                </a:cubicBezTo>
                <a:cubicBezTo>
                  <a:pt x="2343626" y="745954"/>
                  <a:pt x="2335340" y="741763"/>
                  <a:pt x="2332101" y="734429"/>
                </a:cubicBezTo>
                <a:lnTo>
                  <a:pt x="2327910" y="729761"/>
                </a:lnTo>
                <a:cubicBezTo>
                  <a:pt x="2325815" y="728142"/>
                  <a:pt x="2324291" y="726047"/>
                  <a:pt x="2321624" y="724999"/>
                </a:cubicBezTo>
                <a:lnTo>
                  <a:pt x="2318480" y="723475"/>
                </a:lnTo>
                <a:cubicBezTo>
                  <a:pt x="2316385" y="722903"/>
                  <a:pt x="2313813" y="721856"/>
                  <a:pt x="2310670" y="720808"/>
                </a:cubicBezTo>
                <a:lnTo>
                  <a:pt x="2303336" y="719284"/>
                </a:lnTo>
                <a:lnTo>
                  <a:pt x="2299145" y="718236"/>
                </a:lnTo>
                <a:lnTo>
                  <a:pt x="2289143" y="717665"/>
                </a:lnTo>
                <a:cubicBezTo>
                  <a:pt x="2286000" y="717665"/>
                  <a:pt x="2282857" y="717093"/>
                  <a:pt x="2279237" y="718236"/>
                </a:cubicBezTo>
                <a:cubicBezTo>
                  <a:pt x="2277142" y="718236"/>
                  <a:pt x="2275046" y="719284"/>
                  <a:pt x="2271903" y="720332"/>
                </a:cubicBezTo>
                <a:lnTo>
                  <a:pt x="2267712" y="721379"/>
                </a:lnTo>
                <a:cubicBezTo>
                  <a:pt x="2265617" y="721951"/>
                  <a:pt x="2262473" y="722427"/>
                  <a:pt x="2259330" y="725094"/>
                </a:cubicBezTo>
                <a:cubicBezTo>
                  <a:pt x="2253615" y="728809"/>
                  <a:pt x="2246186" y="737096"/>
                  <a:pt x="2246186" y="746049"/>
                </a:cubicBezTo>
                <a:cubicBezTo>
                  <a:pt x="2245138" y="766433"/>
                  <a:pt x="2262473" y="771671"/>
                  <a:pt x="2277618" y="780625"/>
                </a:cubicBezTo>
                <a:cubicBezTo>
                  <a:pt x="2278094" y="780625"/>
                  <a:pt x="2279142" y="781196"/>
                  <a:pt x="2281238" y="782244"/>
                </a:cubicBezTo>
                <a:lnTo>
                  <a:pt x="2288096" y="784816"/>
                </a:lnTo>
                <a:cubicBezTo>
                  <a:pt x="2292287" y="786340"/>
                  <a:pt x="2297525" y="790055"/>
                  <a:pt x="2302764" y="790055"/>
                </a:cubicBezTo>
                <a:lnTo>
                  <a:pt x="2308479" y="792150"/>
                </a:lnTo>
                <a:lnTo>
                  <a:pt x="2314289" y="794246"/>
                </a:lnTo>
                <a:cubicBezTo>
                  <a:pt x="2315813" y="794246"/>
                  <a:pt x="2317433" y="794817"/>
                  <a:pt x="2318957" y="795293"/>
                </a:cubicBezTo>
                <a:cubicBezTo>
                  <a:pt x="2347246" y="797389"/>
                  <a:pt x="2355628" y="799484"/>
                  <a:pt x="2379726" y="816725"/>
                </a:cubicBezTo>
                <a:cubicBezTo>
                  <a:pt x="2386013" y="821392"/>
                  <a:pt x="2390680" y="827202"/>
                  <a:pt x="2396490" y="834536"/>
                </a:cubicBezTo>
                <a:cubicBezTo>
                  <a:pt x="2406968" y="842347"/>
                  <a:pt x="2403824" y="872255"/>
                  <a:pt x="2402205" y="884352"/>
                </a:cubicBezTo>
                <a:cubicBezTo>
                  <a:pt x="2402205" y="886924"/>
                  <a:pt x="2402777" y="890639"/>
                  <a:pt x="2401729" y="894258"/>
                </a:cubicBezTo>
                <a:cubicBezTo>
                  <a:pt x="2399633" y="904259"/>
                  <a:pt x="2393347" y="912546"/>
                  <a:pt x="2388584" y="921976"/>
                </a:cubicBezTo>
                <a:cubicBezTo>
                  <a:pt x="2381726" y="929310"/>
                  <a:pt x="2359247" y="935597"/>
                  <a:pt x="2349818" y="939216"/>
                </a:cubicBezTo>
                <a:lnTo>
                  <a:pt x="2346198" y="940835"/>
                </a:lnTo>
                <a:cubicBezTo>
                  <a:pt x="2345150" y="941312"/>
                  <a:pt x="2342007" y="942931"/>
                  <a:pt x="2343055" y="942359"/>
                </a:cubicBezTo>
                <a:cubicBezTo>
                  <a:pt x="2340483" y="943407"/>
                  <a:pt x="2337340" y="943883"/>
                  <a:pt x="2333149" y="945503"/>
                </a:cubicBezTo>
                <a:cubicBezTo>
                  <a:pt x="2327434" y="949694"/>
                  <a:pt x="2319528" y="951789"/>
                  <a:pt x="2310575" y="952361"/>
                </a:cubicBezTo>
                <a:cubicBezTo>
                  <a:pt x="2306384" y="952361"/>
                  <a:pt x="2302764" y="953408"/>
                  <a:pt x="2298573" y="953408"/>
                </a:cubicBezTo>
                <a:cubicBezTo>
                  <a:pt x="2277047" y="950837"/>
                  <a:pt x="2256092" y="951884"/>
                  <a:pt x="2235232" y="946550"/>
                </a:cubicBezTo>
                <a:cubicBezTo>
                  <a:pt x="2221611" y="943407"/>
                  <a:pt x="2212181" y="943979"/>
                  <a:pt x="2202275" y="932930"/>
                </a:cubicBezTo>
                <a:lnTo>
                  <a:pt x="2199132" y="929310"/>
                </a:lnTo>
                <a:lnTo>
                  <a:pt x="2193893" y="923500"/>
                </a:lnTo>
                <a:cubicBezTo>
                  <a:pt x="2192369" y="918737"/>
                  <a:pt x="2189226" y="914642"/>
                  <a:pt x="2186559" y="910927"/>
                </a:cubicBezTo>
                <a:cubicBezTo>
                  <a:pt x="2183987" y="906736"/>
                  <a:pt x="2181320" y="897782"/>
                  <a:pt x="2178749" y="895782"/>
                </a:cubicBezTo>
                <a:cubicBezTo>
                  <a:pt x="2178272" y="894734"/>
                  <a:pt x="2178749" y="894734"/>
                  <a:pt x="2178272" y="892067"/>
                </a:cubicBezTo>
                <a:cubicBezTo>
                  <a:pt x="2176177" y="887400"/>
                  <a:pt x="2175129" y="883685"/>
                  <a:pt x="2174558" y="879494"/>
                </a:cubicBezTo>
                <a:lnTo>
                  <a:pt x="2174081" y="871589"/>
                </a:lnTo>
                <a:cubicBezTo>
                  <a:pt x="2185607" y="871112"/>
                  <a:pt x="2197608" y="869017"/>
                  <a:pt x="2209705" y="870065"/>
                </a:cubicBezTo>
                <a:cubicBezTo>
                  <a:pt x="2214372" y="870636"/>
                  <a:pt x="2216468" y="870636"/>
                  <a:pt x="2221706" y="870636"/>
                </a:cubicBezTo>
                <a:lnTo>
                  <a:pt x="2225326" y="870636"/>
                </a:lnTo>
                <a:close/>
                <a:moveTo>
                  <a:pt x="2301335" y="728999"/>
                </a:moveTo>
                <a:lnTo>
                  <a:pt x="2308098" y="731095"/>
                </a:lnTo>
                <a:cubicBezTo>
                  <a:pt x="2310670" y="731666"/>
                  <a:pt x="2312765" y="732714"/>
                  <a:pt x="2314861" y="733190"/>
                </a:cubicBezTo>
                <a:lnTo>
                  <a:pt x="2318004" y="734238"/>
                </a:lnTo>
                <a:lnTo>
                  <a:pt x="2320576" y="737381"/>
                </a:lnTo>
                <a:lnTo>
                  <a:pt x="2323719" y="741096"/>
                </a:lnTo>
                <a:cubicBezTo>
                  <a:pt x="2326862" y="747954"/>
                  <a:pt x="2334673" y="752145"/>
                  <a:pt x="2337340" y="759479"/>
                </a:cubicBezTo>
                <a:cubicBezTo>
                  <a:pt x="2338388" y="769481"/>
                  <a:pt x="2342579" y="767861"/>
                  <a:pt x="2349913" y="766337"/>
                </a:cubicBezTo>
                <a:cubicBezTo>
                  <a:pt x="2371439" y="764242"/>
                  <a:pt x="2383917" y="766814"/>
                  <a:pt x="2404967" y="769481"/>
                </a:cubicBezTo>
                <a:cubicBezTo>
                  <a:pt x="2409158" y="769957"/>
                  <a:pt x="2411730" y="767861"/>
                  <a:pt x="2410682" y="763670"/>
                </a:cubicBezTo>
                <a:cubicBezTo>
                  <a:pt x="2405444" y="734333"/>
                  <a:pt x="2396490" y="708140"/>
                  <a:pt x="2373535" y="692423"/>
                </a:cubicBezTo>
                <a:lnTo>
                  <a:pt x="2370868" y="690804"/>
                </a:lnTo>
                <a:lnTo>
                  <a:pt x="2362010" y="687089"/>
                </a:lnTo>
                <a:lnTo>
                  <a:pt x="2355723" y="684518"/>
                </a:lnTo>
                <a:lnTo>
                  <a:pt x="2351056" y="682994"/>
                </a:lnTo>
                <a:lnTo>
                  <a:pt x="2348484" y="681946"/>
                </a:lnTo>
                <a:lnTo>
                  <a:pt x="2343722" y="679850"/>
                </a:lnTo>
                <a:cubicBezTo>
                  <a:pt x="2319623" y="669849"/>
                  <a:pt x="2299240" y="666706"/>
                  <a:pt x="2273046" y="669373"/>
                </a:cubicBezTo>
                <a:cubicBezTo>
                  <a:pt x="2263045" y="669944"/>
                  <a:pt x="2237423" y="674040"/>
                  <a:pt x="2229041" y="679374"/>
                </a:cubicBezTo>
                <a:lnTo>
                  <a:pt x="2226469" y="679946"/>
                </a:lnTo>
                <a:lnTo>
                  <a:pt x="2223326" y="680993"/>
                </a:lnTo>
                <a:cubicBezTo>
                  <a:pt x="2219135" y="683089"/>
                  <a:pt x="2214467" y="685184"/>
                  <a:pt x="2210181" y="688328"/>
                </a:cubicBezTo>
                <a:cubicBezTo>
                  <a:pt x="2206562" y="690423"/>
                  <a:pt x="2203418" y="693090"/>
                  <a:pt x="2200275" y="695662"/>
                </a:cubicBezTo>
                <a:cubicBezTo>
                  <a:pt x="2197132" y="698234"/>
                  <a:pt x="2191893" y="702520"/>
                  <a:pt x="2188274" y="706139"/>
                </a:cubicBezTo>
                <a:lnTo>
                  <a:pt x="2186178" y="709283"/>
                </a:lnTo>
                <a:lnTo>
                  <a:pt x="2183035" y="713474"/>
                </a:lnTo>
                <a:lnTo>
                  <a:pt x="2177796" y="721856"/>
                </a:lnTo>
                <a:lnTo>
                  <a:pt x="2176748" y="723951"/>
                </a:lnTo>
                <a:cubicBezTo>
                  <a:pt x="2176748" y="724999"/>
                  <a:pt x="2176272" y="725475"/>
                  <a:pt x="2174653" y="727094"/>
                </a:cubicBezTo>
                <a:cubicBezTo>
                  <a:pt x="2173605" y="730238"/>
                  <a:pt x="2172557" y="733381"/>
                  <a:pt x="2171510" y="735953"/>
                </a:cubicBezTo>
                <a:lnTo>
                  <a:pt x="2169414" y="743763"/>
                </a:lnTo>
                <a:lnTo>
                  <a:pt x="2169414" y="746430"/>
                </a:lnTo>
                <a:cubicBezTo>
                  <a:pt x="2169414" y="747954"/>
                  <a:pt x="2168843" y="749573"/>
                  <a:pt x="2168366" y="751097"/>
                </a:cubicBezTo>
                <a:cubicBezTo>
                  <a:pt x="2163128" y="763194"/>
                  <a:pt x="2174653" y="776720"/>
                  <a:pt x="2175701" y="790340"/>
                </a:cubicBezTo>
                <a:lnTo>
                  <a:pt x="2177796" y="794055"/>
                </a:lnTo>
                <a:cubicBezTo>
                  <a:pt x="2178844" y="795103"/>
                  <a:pt x="2179415" y="796151"/>
                  <a:pt x="2179892" y="797198"/>
                </a:cubicBezTo>
                <a:lnTo>
                  <a:pt x="2182559" y="800913"/>
                </a:lnTo>
                <a:cubicBezTo>
                  <a:pt x="2182559" y="800913"/>
                  <a:pt x="2183035" y="801485"/>
                  <a:pt x="2187226" y="807200"/>
                </a:cubicBezTo>
                <a:lnTo>
                  <a:pt x="2189798" y="809295"/>
                </a:lnTo>
                <a:cubicBezTo>
                  <a:pt x="2206562" y="822344"/>
                  <a:pt x="2226469" y="827583"/>
                  <a:pt x="2246376" y="833393"/>
                </a:cubicBezTo>
                <a:cubicBezTo>
                  <a:pt x="2249996" y="834441"/>
                  <a:pt x="2254758" y="834917"/>
                  <a:pt x="2258378" y="837584"/>
                </a:cubicBezTo>
                <a:lnTo>
                  <a:pt x="2262569" y="838632"/>
                </a:lnTo>
                <a:cubicBezTo>
                  <a:pt x="2279904" y="845490"/>
                  <a:pt x="2302383" y="849110"/>
                  <a:pt x="2320195" y="855396"/>
                </a:cubicBezTo>
                <a:cubicBezTo>
                  <a:pt x="2330672" y="858539"/>
                  <a:pt x="2336959" y="866921"/>
                  <a:pt x="2334863" y="881590"/>
                </a:cubicBezTo>
                <a:cubicBezTo>
                  <a:pt x="2332768" y="884733"/>
                  <a:pt x="2331244" y="886829"/>
                  <a:pt x="2329625" y="890448"/>
                </a:cubicBezTo>
                <a:lnTo>
                  <a:pt x="2326481" y="894068"/>
                </a:lnTo>
                <a:cubicBezTo>
                  <a:pt x="2317052" y="917594"/>
                  <a:pt x="2249424" y="902926"/>
                  <a:pt x="2242090" y="882066"/>
                </a:cubicBezTo>
                <a:cubicBezTo>
                  <a:pt x="2237423" y="876827"/>
                  <a:pt x="2236375" y="873208"/>
                  <a:pt x="2235327" y="867969"/>
                </a:cubicBezTo>
                <a:cubicBezTo>
                  <a:pt x="2234279" y="859587"/>
                  <a:pt x="2227993" y="861111"/>
                  <a:pt x="2221706" y="861111"/>
                </a:cubicBezTo>
                <a:cubicBezTo>
                  <a:pt x="2216944" y="861111"/>
                  <a:pt x="2214848" y="861111"/>
                  <a:pt x="2210657" y="860540"/>
                </a:cubicBezTo>
                <a:cubicBezTo>
                  <a:pt x="2196560" y="859016"/>
                  <a:pt x="2182368" y="863207"/>
                  <a:pt x="2168271" y="862159"/>
                </a:cubicBezTo>
                <a:cubicBezTo>
                  <a:pt x="2157794" y="861587"/>
                  <a:pt x="2166652" y="890924"/>
                  <a:pt x="2168747" y="895687"/>
                </a:cubicBezTo>
                <a:cubicBezTo>
                  <a:pt x="2168747" y="898830"/>
                  <a:pt x="2170367" y="901973"/>
                  <a:pt x="2172367" y="903593"/>
                </a:cubicBezTo>
                <a:cubicBezTo>
                  <a:pt x="2173415" y="913022"/>
                  <a:pt x="2181797" y="919785"/>
                  <a:pt x="2184940" y="928739"/>
                </a:cubicBezTo>
                <a:lnTo>
                  <a:pt x="2188559" y="932930"/>
                </a:lnTo>
                <a:lnTo>
                  <a:pt x="2191226" y="936073"/>
                </a:lnTo>
                <a:lnTo>
                  <a:pt x="2194846" y="940264"/>
                </a:lnTo>
                <a:cubicBezTo>
                  <a:pt x="2206847" y="953885"/>
                  <a:pt x="2216372" y="952837"/>
                  <a:pt x="2232565" y="957028"/>
                </a:cubicBezTo>
                <a:cubicBezTo>
                  <a:pt x="2253996" y="962267"/>
                  <a:pt x="2275523" y="961219"/>
                  <a:pt x="2297525" y="963886"/>
                </a:cubicBezTo>
                <a:cubicBezTo>
                  <a:pt x="2302193" y="964457"/>
                  <a:pt x="2306384" y="962838"/>
                  <a:pt x="2311146" y="962838"/>
                </a:cubicBezTo>
                <a:cubicBezTo>
                  <a:pt x="2320576" y="962267"/>
                  <a:pt x="2330482" y="960171"/>
                  <a:pt x="2338388" y="954456"/>
                </a:cubicBezTo>
                <a:cubicBezTo>
                  <a:pt x="2342007" y="953408"/>
                  <a:pt x="2346770" y="952932"/>
                  <a:pt x="2349913" y="950741"/>
                </a:cubicBezTo>
                <a:lnTo>
                  <a:pt x="2353628" y="949217"/>
                </a:lnTo>
                <a:cubicBezTo>
                  <a:pt x="2365629" y="944550"/>
                  <a:pt x="2388203" y="938740"/>
                  <a:pt x="2397633" y="927215"/>
                </a:cubicBezTo>
                <a:cubicBezTo>
                  <a:pt x="2402872" y="916737"/>
                  <a:pt x="2409158" y="908355"/>
                  <a:pt x="2411825" y="896354"/>
                </a:cubicBezTo>
                <a:cubicBezTo>
                  <a:pt x="2412302" y="893210"/>
                  <a:pt x="2412302" y="889591"/>
                  <a:pt x="2412302" y="885876"/>
                </a:cubicBezTo>
                <a:cubicBezTo>
                  <a:pt x="2414397" y="869684"/>
                  <a:pt x="2417540" y="839299"/>
                  <a:pt x="2403443" y="827678"/>
                </a:cubicBezTo>
                <a:cubicBezTo>
                  <a:pt x="2398205" y="820344"/>
                  <a:pt x="2392490" y="814629"/>
                  <a:pt x="2385632" y="809390"/>
                </a:cubicBezTo>
                <a:cubicBezTo>
                  <a:pt x="2359914" y="790531"/>
                  <a:pt x="2350580" y="787864"/>
                  <a:pt x="2319623" y="785292"/>
                </a:cubicBezTo>
                <a:cubicBezTo>
                  <a:pt x="2317052" y="785292"/>
                  <a:pt x="2306003" y="781101"/>
                  <a:pt x="2303336" y="781101"/>
                </a:cubicBezTo>
                <a:cubicBezTo>
                  <a:pt x="2301240" y="780053"/>
                  <a:pt x="2297049" y="777958"/>
                  <a:pt x="2292382" y="776434"/>
                </a:cubicBezTo>
                <a:lnTo>
                  <a:pt x="2285048" y="773291"/>
                </a:lnTo>
                <a:cubicBezTo>
                  <a:pt x="2283428" y="772814"/>
                  <a:pt x="2281904" y="772243"/>
                  <a:pt x="2280285" y="771767"/>
                </a:cubicBezTo>
                <a:cubicBezTo>
                  <a:pt x="2270855" y="766052"/>
                  <a:pt x="2255139" y="760718"/>
                  <a:pt x="2256187" y="746621"/>
                </a:cubicBezTo>
                <a:cubicBezTo>
                  <a:pt x="2256187" y="742906"/>
                  <a:pt x="2260378" y="736619"/>
                  <a:pt x="2265045" y="733476"/>
                </a:cubicBezTo>
                <a:cubicBezTo>
                  <a:pt x="2268188" y="731381"/>
                  <a:pt x="2271332" y="731381"/>
                  <a:pt x="2275999" y="730333"/>
                </a:cubicBezTo>
                <a:lnTo>
                  <a:pt x="2278094" y="729285"/>
                </a:lnTo>
                <a:cubicBezTo>
                  <a:pt x="2279142" y="728714"/>
                  <a:pt x="2279714" y="728714"/>
                  <a:pt x="2280761" y="728714"/>
                </a:cubicBezTo>
                <a:cubicBezTo>
                  <a:pt x="2283333" y="728142"/>
                  <a:pt x="2286000" y="728142"/>
                  <a:pt x="2288572" y="728142"/>
                </a:cubicBezTo>
                <a:lnTo>
                  <a:pt x="2299526" y="728714"/>
                </a:lnTo>
                <a:lnTo>
                  <a:pt x="2301145" y="729285"/>
                </a:lnTo>
                <a:close/>
                <a:moveTo>
                  <a:pt x="1926717" y="940073"/>
                </a:moveTo>
                <a:lnTo>
                  <a:pt x="1904714" y="940550"/>
                </a:lnTo>
                <a:lnTo>
                  <a:pt x="1899476" y="940550"/>
                </a:lnTo>
                <a:lnTo>
                  <a:pt x="1900047" y="931691"/>
                </a:lnTo>
                <a:cubicBezTo>
                  <a:pt x="1904714" y="848443"/>
                  <a:pt x="1896332" y="765099"/>
                  <a:pt x="1894808" y="682327"/>
                </a:cubicBezTo>
                <a:cubicBezTo>
                  <a:pt x="1894332" y="662420"/>
                  <a:pt x="1895380" y="600126"/>
                  <a:pt x="1895856" y="595364"/>
                </a:cubicBezTo>
                <a:lnTo>
                  <a:pt x="1895856" y="587553"/>
                </a:lnTo>
                <a:lnTo>
                  <a:pt x="1901095" y="587553"/>
                </a:lnTo>
                <a:cubicBezTo>
                  <a:pt x="1917859" y="588125"/>
                  <a:pt x="1934623" y="588125"/>
                  <a:pt x="1951387" y="585934"/>
                </a:cubicBezTo>
                <a:cubicBezTo>
                  <a:pt x="1951387" y="595840"/>
                  <a:pt x="1951387" y="606413"/>
                  <a:pt x="1951863" y="616795"/>
                </a:cubicBezTo>
                <a:cubicBezTo>
                  <a:pt x="1951863" y="630416"/>
                  <a:pt x="1953959" y="696424"/>
                  <a:pt x="1955578" y="712140"/>
                </a:cubicBezTo>
                <a:cubicBezTo>
                  <a:pt x="1957102" y="727285"/>
                  <a:pt x="1958721" y="742049"/>
                  <a:pt x="1957673" y="757193"/>
                </a:cubicBezTo>
                <a:cubicBezTo>
                  <a:pt x="1957673" y="757765"/>
                  <a:pt x="1957673" y="759765"/>
                  <a:pt x="1958150" y="761384"/>
                </a:cubicBezTo>
                <a:lnTo>
                  <a:pt x="1959769" y="764528"/>
                </a:lnTo>
                <a:cubicBezTo>
                  <a:pt x="1958150" y="772433"/>
                  <a:pt x="1965484" y="778148"/>
                  <a:pt x="1973389" y="773957"/>
                </a:cubicBezTo>
                <a:cubicBezTo>
                  <a:pt x="1979676" y="770814"/>
                  <a:pt x="1983867" y="766147"/>
                  <a:pt x="1987010" y="763004"/>
                </a:cubicBezTo>
                <a:cubicBezTo>
                  <a:pt x="2011585" y="737858"/>
                  <a:pt x="2039874" y="716331"/>
                  <a:pt x="2062925" y="688613"/>
                </a:cubicBezTo>
                <a:lnTo>
                  <a:pt x="2068639" y="688613"/>
                </a:lnTo>
                <a:cubicBezTo>
                  <a:pt x="2070259" y="688613"/>
                  <a:pt x="2078069" y="688042"/>
                  <a:pt x="2085404" y="687566"/>
                </a:cubicBezTo>
                <a:lnTo>
                  <a:pt x="2095881" y="686994"/>
                </a:lnTo>
                <a:lnTo>
                  <a:pt x="2100644" y="686994"/>
                </a:lnTo>
                <a:cubicBezTo>
                  <a:pt x="2113788" y="687566"/>
                  <a:pt x="2123123" y="688042"/>
                  <a:pt x="2123123" y="688042"/>
                </a:cubicBezTo>
                <a:cubicBezTo>
                  <a:pt x="2116360" y="696424"/>
                  <a:pt x="2115312" y="696900"/>
                  <a:pt x="2104835" y="704234"/>
                </a:cubicBezTo>
                <a:cubicBezTo>
                  <a:pt x="2097500" y="713664"/>
                  <a:pt x="2087499" y="720998"/>
                  <a:pt x="2080165" y="730428"/>
                </a:cubicBezTo>
                <a:lnTo>
                  <a:pt x="2077593" y="732047"/>
                </a:lnTo>
                <a:lnTo>
                  <a:pt x="2073878" y="734619"/>
                </a:lnTo>
                <a:cubicBezTo>
                  <a:pt x="2061877" y="748240"/>
                  <a:pt x="2049780" y="761861"/>
                  <a:pt x="2038826" y="776529"/>
                </a:cubicBezTo>
                <a:cubicBezTo>
                  <a:pt x="2034635" y="782339"/>
                  <a:pt x="2039398" y="789674"/>
                  <a:pt x="2043493" y="794341"/>
                </a:cubicBezTo>
                <a:lnTo>
                  <a:pt x="2046161" y="796436"/>
                </a:lnTo>
                <a:cubicBezTo>
                  <a:pt x="2047208" y="798056"/>
                  <a:pt x="2047685" y="799103"/>
                  <a:pt x="2048732" y="799580"/>
                </a:cubicBezTo>
                <a:cubicBezTo>
                  <a:pt x="2049304" y="801675"/>
                  <a:pt x="2050352" y="803294"/>
                  <a:pt x="2051876" y="804818"/>
                </a:cubicBezTo>
                <a:lnTo>
                  <a:pt x="2054447" y="807962"/>
                </a:lnTo>
                <a:cubicBezTo>
                  <a:pt x="2060258" y="818439"/>
                  <a:pt x="2069116" y="827297"/>
                  <a:pt x="2075974" y="837299"/>
                </a:cubicBezTo>
                <a:cubicBezTo>
                  <a:pt x="2089595" y="859873"/>
                  <a:pt x="2105311" y="888162"/>
                  <a:pt x="2121599" y="909117"/>
                </a:cubicBezTo>
                <a:cubicBezTo>
                  <a:pt x="2124742" y="916451"/>
                  <a:pt x="2127885" y="924262"/>
                  <a:pt x="2133600" y="930072"/>
                </a:cubicBezTo>
                <a:cubicBezTo>
                  <a:pt x="2136743" y="935882"/>
                  <a:pt x="2138839" y="940073"/>
                  <a:pt x="2141411" y="943693"/>
                </a:cubicBezTo>
                <a:lnTo>
                  <a:pt x="2143506" y="946836"/>
                </a:lnTo>
                <a:lnTo>
                  <a:pt x="2136743" y="945788"/>
                </a:lnTo>
                <a:lnTo>
                  <a:pt x="2130457" y="945788"/>
                </a:lnTo>
                <a:cubicBezTo>
                  <a:pt x="2119503" y="946265"/>
                  <a:pt x="2107406" y="944741"/>
                  <a:pt x="2096453" y="944264"/>
                </a:cubicBezTo>
                <a:cubicBezTo>
                  <a:pt x="2089690" y="944264"/>
                  <a:pt x="2082260" y="942740"/>
                  <a:pt x="2075974" y="942740"/>
                </a:cubicBezTo>
                <a:cubicBezTo>
                  <a:pt x="2073402" y="942740"/>
                  <a:pt x="2070259" y="942740"/>
                  <a:pt x="2067592" y="943217"/>
                </a:cubicBezTo>
                <a:cubicBezTo>
                  <a:pt x="2066544" y="940550"/>
                  <a:pt x="2065496" y="939026"/>
                  <a:pt x="2065020" y="937406"/>
                </a:cubicBezTo>
                <a:lnTo>
                  <a:pt x="2061877" y="932168"/>
                </a:lnTo>
                <a:cubicBezTo>
                  <a:pt x="2060353" y="929596"/>
                  <a:pt x="2059305" y="927500"/>
                  <a:pt x="2058734" y="925405"/>
                </a:cubicBezTo>
                <a:cubicBezTo>
                  <a:pt x="2058734" y="922738"/>
                  <a:pt x="2057686" y="920642"/>
                  <a:pt x="2055590" y="919118"/>
                </a:cubicBezTo>
                <a:cubicBezTo>
                  <a:pt x="2053495" y="913308"/>
                  <a:pt x="2049875" y="908165"/>
                  <a:pt x="2046161" y="903402"/>
                </a:cubicBezTo>
                <a:cubicBezTo>
                  <a:pt x="2045589" y="901307"/>
                  <a:pt x="2044541" y="898735"/>
                  <a:pt x="2043017" y="897116"/>
                </a:cubicBezTo>
                <a:cubicBezTo>
                  <a:pt x="2041970" y="893972"/>
                  <a:pt x="2040350" y="890829"/>
                  <a:pt x="2038350" y="888734"/>
                </a:cubicBezTo>
                <a:cubicBezTo>
                  <a:pt x="2032540" y="878732"/>
                  <a:pt x="2024729" y="862540"/>
                  <a:pt x="2017395" y="855206"/>
                </a:cubicBezTo>
                <a:lnTo>
                  <a:pt x="2014823" y="851491"/>
                </a:lnTo>
                <a:cubicBezTo>
                  <a:pt x="2012728" y="848348"/>
                  <a:pt x="2010156" y="844633"/>
                  <a:pt x="2007489" y="841490"/>
                </a:cubicBezTo>
                <a:cubicBezTo>
                  <a:pt x="1998059" y="831012"/>
                  <a:pt x="1993297" y="827297"/>
                  <a:pt x="1981867" y="834632"/>
                </a:cubicBezTo>
                <a:cubicBezTo>
                  <a:pt x="1976628" y="838346"/>
                  <a:pt x="1971961" y="842442"/>
                  <a:pt x="1964531" y="847205"/>
                </a:cubicBezTo>
                <a:cubicBezTo>
                  <a:pt x="1960340" y="848252"/>
                  <a:pt x="1957197" y="852443"/>
                  <a:pt x="1957768" y="857206"/>
                </a:cubicBezTo>
                <a:cubicBezTo>
                  <a:pt x="1959293" y="878161"/>
                  <a:pt x="1959293" y="898068"/>
                  <a:pt x="1957768" y="918452"/>
                </a:cubicBezTo>
                <a:cubicBezTo>
                  <a:pt x="1957768" y="918928"/>
                  <a:pt x="1957768" y="920547"/>
                  <a:pt x="1957197" y="922166"/>
                </a:cubicBezTo>
                <a:lnTo>
                  <a:pt x="1957197" y="925310"/>
                </a:lnTo>
                <a:cubicBezTo>
                  <a:pt x="1956149" y="931596"/>
                  <a:pt x="1956149" y="936263"/>
                  <a:pt x="1956721" y="939978"/>
                </a:cubicBezTo>
                <a:lnTo>
                  <a:pt x="1926812" y="939978"/>
                </a:lnTo>
                <a:close/>
                <a:moveTo>
                  <a:pt x="1888998" y="943217"/>
                </a:moveTo>
                <a:cubicBezTo>
                  <a:pt x="1889474" y="947408"/>
                  <a:pt x="1890046" y="953123"/>
                  <a:pt x="1896332" y="950551"/>
                </a:cubicBezTo>
                <a:cubicBezTo>
                  <a:pt x="1896904" y="949979"/>
                  <a:pt x="1956054" y="949979"/>
                  <a:pt x="1957673" y="949979"/>
                </a:cubicBezTo>
                <a:cubicBezTo>
                  <a:pt x="1961293" y="949979"/>
                  <a:pt x="1967579" y="949979"/>
                  <a:pt x="1967103" y="944264"/>
                </a:cubicBezTo>
                <a:cubicBezTo>
                  <a:pt x="1966627" y="939502"/>
                  <a:pt x="1966055" y="934835"/>
                  <a:pt x="1967103" y="926453"/>
                </a:cubicBezTo>
                <a:lnTo>
                  <a:pt x="1967103" y="923881"/>
                </a:lnTo>
                <a:cubicBezTo>
                  <a:pt x="1967675" y="922357"/>
                  <a:pt x="1967675" y="919690"/>
                  <a:pt x="1967675" y="917594"/>
                </a:cubicBezTo>
                <a:cubicBezTo>
                  <a:pt x="1969199" y="898259"/>
                  <a:pt x="1969199" y="878351"/>
                  <a:pt x="1969199" y="856349"/>
                </a:cubicBezTo>
                <a:lnTo>
                  <a:pt x="1972342" y="854825"/>
                </a:lnTo>
                <a:cubicBezTo>
                  <a:pt x="1977581" y="851681"/>
                  <a:pt x="1982248" y="847014"/>
                  <a:pt x="1987582" y="843299"/>
                </a:cubicBezTo>
                <a:lnTo>
                  <a:pt x="1991201" y="840728"/>
                </a:lnTo>
                <a:cubicBezTo>
                  <a:pt x="1998059" y="844919"/>
                  <a:pt x="2002155" y="851681"/>
                  <a:pt x="2006918" y="857492"/>
                </a:cubicBezTo>
                <a:lnTo>
                  <a:pt x="2010061" y="862254"/>
                </a:lnTo>
                <a:cubicBezTo>
                  <a:pt x="2016347" y="867969"/>
                  <a:pt x="2025301" y="885781"/>
                  <a:pt x="2031016" y="895782"/>
                </a:cubicBezTo>
                <a:cubicBezTo>
                  <a:pt x="2032540" y="897401"/>
                  <a:pt x="2033588" y="899497"/>
                  <a:pt x="2035207" y="903688"/>
                </a:cubicBezTo>
                <a:cubicBezTo>
                  <a:pt x="2035521" y="904005"/>
                  <a:pt x="2035874" y="904895"/>
                  <a:pt x="2036255" y="906355"/>
                </a:cubicBezTo>
                <a:lnTo>
                  <a:pt x="2037302" y="908927"/>
                </a:lnTo>
                <a:cubicBezTo>
                  <a:pt x="2041970" y="914737"/>
                  <a:pt x="2045113" y="920452"/>
                  <a:pt x="2048828" y="926738"/>
                </a:cubicBezTo>
                <a:cubicBezTo>
                  <a:pt x="2049399" y="930929"/>
                  <a:pt x="2051495" y="934644"/>
                  <a:pt x="2053495" y="937787"/>
                </a:cubicBezTo>
                <a:lnTo>
                  <a:pt x="2056162" y="943026"/>
                </a:lnTo>
                <a:cubicBezTo>
                  <a:pt x="2059781" y="948741"/>
                  <a:pt x="2057686" y="953027"/>
                  <a:pt x="2066639" y="953504"/>
                </a:cubicBezTo>
                <a:cubicBezTo>
                  <a:pt x="2069306" y="953504"/>
                  <a:pt x="2072926" y="953027"/>
                  <a:pt x="2076069" y="953027"/>
                </a:cubicBezTo>
                <a:cubicBezTo>
                  <a:pt x="2082356" y="953027"/>
                  <a:pt x="2089214" y="954551"/>
                  <a:pt x="2095976" y="954551"/>
                </a:cubicBezTo>
                <a:cubicBezTo>
                  <a:pt x="2107502" y="955028"/>
                  <a:pt x="2120075" y="956647"/>
                  <a:pt x="2132648" y="956647"/>
                </a:cubicBezTo>
                <a:lnTo>
                  <a:pt x="2136267" y="956171"/>
                </a:lnTo>
                <a:cubicBezTo>
                  <a:pt x="2136839" y="956171"/>
                  <a:pt x="2146745" y="958742"/>
                  <a:pt x="2150936" y="956171"/>
                </a:cubicBezTo>
                <a:cubicBezTo>
                  <a:pt x="2155127" y="954647"/>
                  <a:pt x="2161413" y="951980"/>
                  <a:pt x="2156174" y="946741"/>
                </a:cubicBezTo>
                <a:cubicBezTo>
                  <a:pt x="2150364" y="940931"/>
                  <a:pt x="2145697" y="932072"/>
                  <a:pt x="2140934" y="923690"/>
                </a:cubicBezTo>
                <a:cubicBezTo>
                  <a:pt x="2136172" y="919023"/>
                  <a:pt x="2133029" y="911117"/>
                  <a:pt x="2129981" y="903783"/>
                </a:cubicBezTo>
                <a:cubicBezTo>
                  <a:pt x="2114264" y="884447"/>
                  <a:pt x="2097500" y="852920"/>
                  <a:pt x="2084356" y="832536"/>
                </a:cubicBezTo>
                <a:cubicBezTo>
                  <a:pt x="2078069" y="822535"/>
                  <a:pt x="2069116" y="813677"/>
                  <a:pt x="2063401" y="803199"/>
                </a:cubicBezTo>
                <a:lnTo>
                  <a:pt x="2061305" y="800056"/>
                </a:lnTo>
                <a:lnTo>
                  <a:pt x="2058638" y="797960"/>
                </a:lnTo>
                <a:cubicBezTo>
                  <a:pt x="2058638" y="797960"/>
                  <a:pt x="2058638" y="797389"/>
                  <a:pt x="2053400" y="790055"/>
                </a:cubicBezTo>
                <a:lnTo>
                  <a:pt x="2050828" y="787483"/>
                </a:lnTo>
                <a:cubicBezTo>
                  <a:pt x="2049304" y="785959"/>
                  <a:pt x="2048256" y="784340"/>
                  <a:pt x="2047208" y="782244"/>
                </a:cubicBezTo>
                <a:cubicBezTo>
                  <a:pt x="2057686" y="768052"/>
                  <a:pt x="2069211" y="755479"/>
                  <a:pt x="2080736" y="742430"/>
                </a:cubicBezTo>
                <a:cubicBezTo>
                  <a:pt x="2080736" y="742430"/>
                  <a:pt x="2082832" y="741382"/>
                  <a:pt x="2084451" y="739858"/>
                </a:cubicBezTo>
                <a:lnTo>
                  <a:pt x="2087594" y="737762"/>
                </a:lnTo>
                <a:cubicBezTo>
                  <a:pt x="2094929" y="728333"/>
                  <a:pt x="2104930" y="720998"/>
                  <a:pt x="2112169" y="711569"/>
                </a:cubicBezTo>
                <a:cubicBezTo>
                  <a:pt x="2122646" y="704234"/>
                  <a:pt x="2130552" y="695852"/>
                  <a:pt x="2137886" y="686994"/>
                </a:cubicBezTo>
                <a:lnTo>
                  <a:pt x="2137886" y="680136"/>
                </a:lnTo>
                <a:cubicBezTo>
                  <a:pt x="2139410" y="680136"/>
                  <a:pt x="2132648" y="679565"/>
                  <a:pt x="2133124" y="679088"/>
                </a:cubicBezTo>
                <a:cubicBezTo>
                  <a:pt x="2131028" y="678517"/>
                  <a:pt x="2128457" y="678517"/>
                  <a:pt x="2126361" y="679088"/>
                </a:cubicBezTo>
                <a:cubicBezTo>
                  <a:pt x="2117503" y="678517"/>
                  <a:pt x="2108549" y="676993"/>
                  <a:pt x="2099691" y="676993"/>
                </a:cubicBezTo>
                <a:lnTo>
                  <a:pt x="2095500" y="676993"/>
                </a:lnTo>
                <a:lnTo>
                  <a:pt x="2085023" y="678041"/>
                </a:lnTo>
                <a:cubicBezTo>
                  <a:pt x="2077688" y="678612"/>
                  <a:pt x="2070354" y="679088"/>
                  <a:pt x="2068735" y="679088"/>
                </a:cubicBezTo>
                <a:cubicBezTo>
                  <a:pt x="2063020" y="679088"/>
                  <a:pt x="2056162" y="676517"/>
                  <a:pt x="2054066" y="684327"/>
                </a:cubicBezTo>
                <a:cubicBezTo>
                  <a:pt x="2031492" y="710521"/>
                  <a:pt x="2003774" y="731476"/>
                  <a:pt x="1980152" y="756146"/>
                </a:cubicBezTo>
                <a:cubicBezTo>
                  <a:pt x="1977009" y="759289"/>
                  <a:pt x="1973866" y="762432"/>
                  <a:pt x="1969675" y="763480"/>
                </a:cubicBezTo>
                <a:lnTo>
                  <a:pt x="1967579" y="758717"/>
                </a:lnTo>
                <a:cubicBezTo>
                  <a:pt x="1968627" y="743001"/>
                  <a:pt x="1967008" y="727285"/>
                  <a:pt x="1965484" y="711569"/>
                </a:cubicBezTo>
                <a:cubicBezTo>
                  <a:pt x="1963864" y="695852"/>
                  <a:pt x="1961769" y="630892"/>
                  <a:pt x="1961769" y="617271"/>
                </a:cubicBezTo>
                <a:cubicBezTo>
                  <a:pt x="1961293" y="604698"/>
                  <a:pt x="1961293" y="592125"/>
                  <a:pt x="1961293" y="580600"/>
                </a:cubicBezTo>
                <a:cubicBezTo>
                  <a:pt x="1961293" y="577457"/>
                  <a:pt x="1958721" y="575361"/>
                  <a:pt x="1955578" y="575933"/>
                </a:cubicBezTo>
                <a:cubicBezTo>
                  <a:pt x="1934623" y="579076"/>
                  <a:pt x="1914144" y="576980"/>
                  <a:pt x="1893761" y="578028"/>
                </a:cubicBezTo>
                <a:cubicBezTo>
                  <a:pt x="1886426" y="579076"/>
                  <a:pt x="1886426" y="580695"/>
                  <a:pt x="1885950" y="587458"/>
                </a:cubicBezTo>
                <a:lnTo>
                  <a:pt x="1885950" y="595364"/>
                </a:lnTo>
                <a:cubicBezTo>
                  <a:pt x="1885379" y="600031"/>
                  <a:pt x="1884331" y="662896"/>
                  <a:pt x="1884902" y="682803"/>
                </a:cubicBezTo>
                <a:cubicBezTo>
                  <a:pt x="1886426" y="765575"/>
                  <a:pt x="1892237" y="848919"/>
                  <a:pt x="1889570" y="931596"/>
                </a:cubicBezTo>
                <a:lnTo>
                  <a:pt x="1889570" y="940454"/>
                </a:lnTo>
                <a:lnTo>
                  <a:pt x="1889093" y="943598"/>
                </a:lnTo>
                <a:close/>
                <a:moveTo>
                  <a:pt x="1678400" y="944741"/>
                </a:moveTo>
                <a:cubicBezTo>
                  <a:pt x="1678400" y="944741"/>
                  <a:pt x="1677353" y="945217"/>
                  <a:pt x="1677924" y="944741"/>
                </a:cubicBezTo>
                <a:lnTo>
                  <a:pt x="1678972" y="940073"/>
                </a:lnTo>
                <a:cubicBezTo>
                  <a:pt x="1678972" y="937406"/>
                  <a:pt x="1679448" y="934835"/>
                  <a:pt x="1678972" y="932168"/>
                </a:cubicBezTo>
                <a:cubicBezTo>
                  <a:pt x="1678972" y="913880"/>
                  <a:pt x="1679448" y="894449"/>
                  <a:pt x="1678400" y="876161"/>
                </a:cubicBezTo>
                <a:cubicBezTo>
                  <a:pt x="1677924" y="867779"/>
                  <a:pt x="1678972" y="810629"/>
                  <a:pt x="1678972" y="810629"/>
                </a:cubicBezTo>
                <a:lnTo>
                  <a:pt x="1678972" y="779672"/>
                </a:lnTo>
                <a:lnTo>
                  <a:pt x="1679448" y="776053"/>
                </a:lnTo>
                <a:cubicBezTo>
                  <a:pt x="1679448" y="773386"/>
                  <a:pt x="1680020" y="769766"/>
                  <a:pt x="1680020" y="765004"/>
                </a:cubicBezTo>
                <a:cubicBezTo>
                  <a:pt x="1681067" y="737762"/>
                  <a:pt x="1682591" y="714712"/>
                  <a:pt x="1680020" y="687470"/>
                </a:cubicBezTo>
                <a:lnTo>
                  <a:pt x="1702499" y="689090"/>
                </a:lnTo>
                <a:lnTo>
                  <a:pt x="1704594" y="689661"/>
                </a:lnTo>
                <a:lnTo>
                  <a:pt x="1737074" y="689661"/>
                </a:lnTo>
                <a:cubicBezTo>
                  <a:pt x="1738122" y="697472"/>
                  <a:pt x="1738693" y="705377"/>
                  <a:pt x="1738122" y="714807"/>
                </a:cubicBezTo>
                <a:cubicBezTo>
                  <a:pt x="1738122" y="722141"/>
                  <a:pt x="1744409" y="726904"/>
                  <a:pt x="1751267" y="723761"/>
                </a:cubicBezTo>
                <a:cubicBezTo>
                  <a:pt x="1755934" y="721665"/>
                  <a:pt x="1759077" y="718522"/>
                  <a:pt x="1762792" y="715379"/>
                </a:cubicBezTo>
                <a:lnTo>
                  <a:pt x="1766411" y="712235"/>
                </a:lnTo>
                <a:cubicBezTo>
                  <a:pt x="1769555" y="708044"/>
                  <a:pt x="1771650" y="706997"/>
                  <a:pt x="1776889" y="703377"/>
                </a:cubicBezTo>
                <a:lnTo>
                  <a:pt x="1784223" y="695471"/>
                </a:lnTo>
                <a:lnTo>
                  <a:pt x="1790033" y="691280"/>
                </a:lnTo>
                <a:cubicBezTo>
                  <a:pt x="1791557" y="689756"/>
                  <a:pt x="1793177" y="688709"/>
                  <a:pt x="1796320" y="688137"/>
                </a:cubicBezTo>
                <a:cubicBezTo>
                  <a:pt x="1801082" y="687089"/>
                  <a:pt x="1802606" y="684422"/>
                  <a:pt x="1808893" y="684422"/>
                </a:cubicBezTo>
                <a:cubicBezTo>
                  <a:pt x="1812512" y="683851"/>
                  <a:pt x="1816227" y="683375"/>
                  <a:pt x="1819847" y="682898"/>
                </a:cubicBezTo>
                <a:lnTo>
                  <a:pt x="1825085" y="681851"/>
                </a:lnTo>
                <a:lnTo>
                  <a:pt x="1828229" y="682422"/>
                </a:lnTo>
                <a:lnTo>
                  <a:pt x="1831372" y="684518"/>
                </a:lnTo>
                <a:cubicBezTo>
                  <a:pt x="1830324" y="692900"/>
                  <a:pt x="1828229" y="700710"/>
                  <a:pt x="1829276" y="710140"/>
                </a:cubicBezTo>
                <a:cubicBezTo>
                  <a:pt x="1829276" y="712235"/>
                  <a:pt x="1830324" y="715379"/>
                  <a:pt x="1830324" y="717474"/>
                </a:cubicBezTo>
                <a:cubicBezTo>
                  <a:pt x="1830324" y="725380"/>
                  <a:pt x="1832896" y="732143"/>
                  <a:pt x="1832896" y="739477"/>
                </a:cubicBezTo>
                <a:cubicBezTo>
                  <a:pt x="1829753" y="738905"/>
                  <a:pt x="1826133" y="738905"/>
                  <a:pt x="1822990" y="740048"/>
                </a:cubicBezTo>
                <a:lnTo>
                  <a:pt x="1815656" y="741096"/>
                </a:lnTo>
                <a:lnTo>
                  <a:pt x="1813084" y="740525"/>
                </a:lnTo>
                <a:cubicBezTo>
                  <a:pt x="1795272" y="742144"/>
                  <a:pt x="1776413" y="746335"/>
                  <a:pt x="1763268" y="758336"/>
                </a:cubicBezTo>
                <a:cubicBezTo>
                  <a:pt x="1761744" y="760432"/>
                  <a:pt x="1760125" y="763099"/>
                  <a:pt x="1759077" y="764051"/>
                </a:cubicBezTo>
                <a:lnTo>
                  <a:pt x="1756982" y="767766"/>
                </a:lnTo>
                <a:lnTo>
                  <a:pt x="1755458" y="769862"/>
                </a:lnTo>
                <a:cubicBezTo>
                  <a:pt x="1753362" y="771481"/>
                  <a:pt x="1751838" y="773005"/>
                  <a:pt x="1750790" y="775100"/>
                </a:cubicBezTo>
                <a:cubicBezTo>
                  <a:pt x="1749743" y="777196"/>
                  <a:pt x="1749171" y="778815"/>
                  <a:pt x="1748123" y="782435"/>
                </a:cubicBezTo>
                <a:lnTo>
                  <a:pt x="1746599" y="785006"/>
                </a:lnTo>
                <a:lnTo>
                  <a:pt x="1744980" y="791293"/>
                </a:lnTo>
                <a:lnTo>
                  <a:pt x="1744504" y="795484"/>
                </a:lnTo>
                <a:lnTo>
                  <a:pt x="1742885" y="800723"/>
                </a:lnTo>
                <a:lnTo>
                  <a:pt x="1742408" y="802818"/>
                </a:lnTo>
                <a:cubicBezTo>
                  <a:pt x="1741361" y="808628"/>
                  <a:pt x="1740313" y="814915"/>
                  <a:pt x="1738789" y="821678"/>
                </a:cubicBezTo>
                <a:lnTo>
                  <a:pt x="1737741" y="835298"/>
                </a:lnTo>
                <a:lnTo>
                  <a:pt x="1736693" y="861492"/>
                </a:lnTo>
                <a:cubicBezTo>
                  <a:pt x="1736693" y="875113"/>
                  <a:pt x="1736122" y="883019"/>
                  <a:pt x="1736122" y="896544"/>
                </a:cubicBezTo>
                <a:cubicBezTo>
                  <a:pt x="1736122" y="905402"/>
                  <a:pt x="1735646" y="912260"/>
                  <a:pt x="1736122" y="919023"/>
                </a:cubicBezTo>
                <a:lnTo>
                  <a:pt x="1737741" y="927977"/>
                </a:lnTo>
                <a:cubicBezTo>
                  <a:pt x="1737741" y="931120"/>
                  <a:pt x="1738217" y="934739"/>
                  <a:pt x="1737741" y="937883"/>
                </a:cubicBezTo>
                <a:cubicBezTo>
                  <a:pt x="1737741" y="939978"/>
                  <a:pt x="1737170" y="942074"/>
                  <a:pt x="1737170" y="944169"/>
                </a:cubicBezTo>
                <a:cubicBezTo>
                  <a:pt x="1716691" y="943121"/>
                  <a:pt x="1698403" y="946741"/>
                  <a:pt x="1678496" y="944645"/>
                </a:cubicBezTo>
                <a:moveTo>
                  <a:pt x="1669066" y="937787"/>
                </a:moveTo>
                <a:cubicBezTo>
                  <a:pt x="1667447" y="938835"/>
                  <a:pt x="1666399" y="941978"/>
                  <a:pt x="1667447" y="947217"/>
                </a:cubicBezTo>
                <a:lnTo>
                  <a:pt x="1668494" y="950360"/>
                </a:lnTo>
                <a:cubicBezTo>
                  <a:pt x="1668494" y="951408"/>
                  <a:pt x="1671161" y="954075"/>
                  <a:pt x="1672209" y="954075"/>
                </a:cubicBezTo>
                <a:cubicBezTo>
                  <a:pt x="1687925" y="957218"/>
                  <a:pt x="1705737" y="955123"/>
                  <a:pt x="1721453" y="954075"/>
                </a:cubicBezTo>
                <a:cubicBezTo>
                  <a:pt x="1733455" y="953027"/>
                  <a:pt x="1749171" y="959314"/>
                  <a:pt x="1746599" y="946169"/>
                </a:cubicBezTo>
                <a:cubicBezTo>
                  <a:pt x="1747076" y="943502"/>
                  <a:pt x="1747647" y="940931"/>
                  <a:pt x="1747647" y="938359"/>
                </a:cubicBezTo>
                <a:cubicBezTo>
                  <a:pt x="1748123" y="934168"/>
                  <a:pt x="1747647" y="930453"/>
                  <a:pt x="1747647" y="926834"/>
                </a:cubicBezTo>
                <a:lnTo>
                  <a:pt x="1746028" y="917975"/>
                </a:lnTo>
                <a:cubicBezTo>
                  <a:pt x="1745552" y="911117"/>
                  <a:pt x="1746028" y="904831"/>
                  <a:pt x="1746028" y="897020"/>
                </a:cubicBezTo>
                <a:cubicBezTo>
                  <a:pt x="1746599" y="882923"/>
                  <a:pt x="1746599" y="875494"/>
                  <a:pt x="1747076" y="861397"/>
                </a:cubicBezTo>
                <a:lnTo>
                  <a:pt x="1747647" y="835679"/>
                </a:lnTo>
                <a:lnTo>
                  <a:pt x="1748695" y="823106"/>
                </a:lnTo>
                <a:cubicBezTo>
                  <a:pt x="1750219" y="818439"/>
                  <a:pt x="1750790" y="815772"/>
                  <a:pt x="1751267" y="811105"/>
                </a:cubicBezTo>
                <a:lnTo>
                  <a:pt x="1751838" y="804247"/>
                </a:lnTo>
                <a:lnTo>
                  <a:pt x="1752886" y="802628"/>
                </a:lnTo>
                <a:lnTo>
                  <a:pt x="1754981" y="796913"/>
                </a:lnTo>
                <a:lnTo>
                  <a:pt x="1754981" y="792245"/>
                </a:lnTo>
                <a:lnTo>
                  <a:pt x="1757648" y="787007"/>
                </a:lnTo>
                <a:lnTo>
                  <a:pt x="1758696" y="784911"/>
                </a:lnTo>
                <a:lnTo>
                  <a:pt x="1759172" y="781768"/>
                </a:lnTo>
                <a:lnTo>
                  <a:pt x="1759744" y="779672"/>
                </a:lnTo>
                <a:lnTo>
                  <a:pt x="1762316" y="776529"/>
                </a:lnTo>
                <a:lnTo>
                  <a:pt x="1765459" y="773386"/>
                </a:lnTo>
                <a:lnTo>
                  <a:pt x="1766983" y="771290"/>
                </a:lnTo>
                <a:lnTo>
                  <a:pt x="1768031" y="769195"/>
                </a:lnTo>
                <a:cubicBezTo>
                  <a:pt x="1769078" y="767576"/>
                  <a:pt x="1769650" y="766528"/>
                  <a:pt x="1770698" y="765480"/>
                </a:cubicBezTo>
                <a:cubicBezTo>
                  <a:pt x="1780604" y="756050"/>
                  <a:pt x="1795843" y="752336"/>
                  <a:pt x="1814703" y="750812"/>
                </a:cubicBezTo>
                <a:lnTo>
                  <a:pt x="1819370" y="750812"/>
                </a:lnTo>
                <a:lnTo>
                  <a:pt x="1825181" y="749288"/>
                </a:lnTo>
                <a:cubicBezTo>
                  <a:pt x="1828324" y="748716"/>
                  <a:pt x="1830896" y="748716"/>
                  <a:pt x="1833563" y="749288"/>
                </a:cubicBezTo>
                <a:lnTo>
                  <a:pt x="1836230" y="749859"/>
                </a:lnTo>
                <a:cubicBezTo>
                  <a:pt x="1845088" y="750335"/>
                  <a:pt x="1843564" y="745097"/>
                  <a:pt x="1843564" y="738810"/>
                </a:cubicBezTo>
                <a:cubicBezTo>
                  <a:pt x="1843564" y="731952"/>
                  <a:pt x="1840897" y="725189"/>
                  <a:pt x="1840897" y="717284"/>
                </a:cubicBezTo>
                <a:cubicBezTo>
                  <a:pt x="1840897" y="714712"/>
                  <a:pt x="1839849" y="711569"/>
                  <a:pt x="1839373" y="708902"/>
                </a:cubicBezTo>
                <a:cubicBezTo>
                  <a:pt x="1838325" y="696805"/>
                  <a:pt x="1848803" y="672707"/>
                  <a:pt x="1833563" y="672707"/>
                </a:cubicBezTo>
                <a:cubicBezTo>
                  <a:pt x="1832515" y="672707"/>
                  <a:pt x="1830991" y="672707"/>
                  <a:pt x="1829943" y="672135"/>
                </a:cubicBezTo>
                <a:lnTo>
                  <a:pt x="1826800" y="671564"/>
                </a:lnTo>
                <a:cubicBezTo>
                  <a:pt x="1825276" y="671564"/>
                  <a:pt x="1824228" y="671564"/>
                  <a:pt x="1822609" y="672135"/>
                </a:cubicBezTo>
                <a:lnTo>
                  <a:pt x="1818418" y="672707"/>
                </a:lnTo>
                <a:cubicBezTo>
                  <a:pt x="1815275" y="673278"/>
                  <a:pt x="1812131" y="673754"/>
                  <a:pt x="1808988" y="673754"/>
                </a:cubicBezTo>
                <a:cubicBezTo>
                  <a:pt x="1802702" y="673754"/>
                  <a:pt x="1799082" y="675850"/>
                  <a:pt x="1793748" y="677945"/>
                </a:cubicBezTo>
                <a:lnTo>
                  <a:pt x="1791653" y="677945"/>
                </a:lnTo>
                <a:cubicBezTo>
                  <a:pt x="1789081" y="679565"/>
                  <a:pt x="1786414" y="681089"/>
                  <a:pt x="1784318" y="682708"/>
                </a:cubicBezTo>
                <a:lnTo>
                  <a:pt x="1777556" y="687947"/>
                </a:lnTo>
                <a:lnTo>
                  <a:pt x="1770221" y="695852"/>
                </a:lnTo>
                <a:cubicBezTo>
                  <a:pt x="1764983" y="699567"/>
                  <a:pt x="1762887" y="700520"/>
                  <a:pt x="1759268" y="705282"/>
                </a:cubicBezTo>
                <a:lnTo>
                  <a:pt x="1756696" y="707378"/>
                </a:lnTo>
                <a:cubicBezTo>
                  <a:pt x="1754029" y="709949"/>
                  <a:pt x="1751457" y="712140"/>
                  <a:pt x="1748885" y="713664"/>
                </a:cubicBezTo>
                <a:cubicBezTo>
                  <a:pt x="1748885" y="702710"/>
                  <a:pt x="1748314" y="693281"/>
                  <a:pt x="1746790" y="683756"/>
                </a:cubicBezTo>
                <a:cubicBezTo>
                  <a:pt x="1745742" y="674326"/>
                  <a:pt x="1712214" y="682232"/>
                  <a:pt x="1704308" y="679088"/>
                </a:cubicBezTo>
                <a:lnTo>
                  <a:pt x="1701641" y="679088"/>
                </a:lnTo>
                <a:cubicBezTo>
                  <a:pt x="1695926" y="679660"/>
                  <a:pt x="1668685" y="672802"/>
                  <a:pt x="1669733" y="683279"/>
                </a:cubicBezTo>
                <a:cubicBezTo>
                  <a:pt x="1670780" y="693281"/>
                  <a:pt x="1670780" y="714140"/>
                  <a:pt x="1670780" y="733571"/>
                </a:cubicBezTo>
                <a:cubicBezTo>
                  <a:pt x="1670780" y="747192"/>
                  <a:pt x="1670780" y="760813"/>
                  <a:pt x="1669733" y="774434"/>
                </a:cubicBezTo>
                <a:lnTo>
                  <a:pt x="1668685" y="779672"/>
                </a:lnTo>
                <a:cubicBezTo>
                  <a:pt x="1669256" y="784435"/>
                  <a:pt x="1669256" y="798056"/>
                  <a:pt x="1669256" y="810629"/>
                </a:cubicBezTo>
                <a:cubicBezTo>
                  <a:pt x="1668209" y="851491"/>
                  <a:pt x="1669256" y="892353"/>
                  <a:pt x="1669256" y="932644"/>
                </a:cubicBezTo>
                <a:cubicBezTo>
                  <a:pt x="1669733" y="934739"/>
                  <a:pt x="1669256" y="936835"/>
                  <a:pt x="1669256" y="937883"/>
                </a:cubicBezTo>
                <a:moveTo>
                  <a:pt x="1507331" y="730428"/>
                </a:moveTo>
                <a:cubicBezTo>
                  <a:pt x="1495806" y="724142"/>
                  <a:pt x="1482185" y="727285"/>
                  <a:pt x="1470660" y="730428"/>
                </a:cubicBezTo>
                <a:cubicBezTo>
                  <a:pt x="1466469" y="732047"/>
                  <a:pt x="1462278" y="732524"/>
                  <a:pt x="1457516" y="734619"/>
                </a:cubicBezTo>
                <a:lnTo>
                  <a:pt x="1454849" y="736715"/>
                </a:lnTo>
                <a:lnTo>
                  <a:pt x="1448086" y="740906"/>
                </a:lnTo>
                <a:cubicBezTo>
                  <a:pt x="1442371" y="743001"/>
                  <a:pt x="1438656" y="749288"/>
                  <a:pt x="1434941" y="754050"/>
                </a:cubicBezTo>
                <a:cubicBezTo>
                  <a:pt x="1429703" y="761384"/>
                  <a:pt x="1427131" y="770814"/>
                  <a:pt x="1424464" y="779672"/>
                </a:cubicBezTo>
                <a:cubicBezTo>
                  <a:pt x="1421321" y="789674"/>
                  <a:pt x="1432274" y="793293"/>
                  <a:pt x="1440180" y="791198"/>
                </a:cubicBezTo>
                <a:lnTo>
                  <a:pt x="1443323" y="790626"/>
                </a:lnTo>
                <a:cubicBezTo>
                  <a:pt x="1443800" y="790626"/>
                  <a:pt x="1531334" y="793198"/>
                  <a:pt x="1533906" y="793198"/>
                </a:cubicBezTo>
                <a:cubicBezTo>
                  <a:pt x="1539621" y="793198"/>
                  <a:pt x="1545431" y="791674"/>
                  <a:pt x="1550670" y="787483"/>
                </a:cubicBezTo>
                <a:cubicBezTo>
                  <a:pt x="1559052" y="780625"/>
                  <a:pt x="1548098" y="757574"/>
                  <a:pt x="1543907" y="751288"/>
                </a:cubicBezTo>
                <a:cubicBezTo>
                  <a:pt x="1539240" y="743954"/>
                  <a:pt x="1533430" y="741858"/>
                  <a:pt x="1526096" y="737667"/>
                </a:cubicBezTo>
                <a:cubicBezTo>
                  <a:pt x="1519238" y="734524"/>
                  <a:pt x="1515142" y="731381"/>
                  <a:pt x="1507236" y="730333"/>
                </a:cubicBezTo>
                <a:moveTo>
                  <a:pt x="1544384" y="779577"/>
                </a:moveTo>
                <a:cubicBezTo>
                  <a:pt x="1541240" y="782244"/>
                  <a:pt x="1537621" y="783292"/>
                  <a:pt x="1533430" y="783292"/>
                </a:cubicBezTo>
                <a:cubicBezTo>
                  <a:pt x="1531334" y="783292"/>
                  <a:pt x="1444371" y="780720"/>
                  <a:pt x="1441228" y="780720"/>
                </a:cubicBezTo>
                <a:lnTo>
                  <a:pt x="1438085" y="781292"/>
                </a:lnTo>
                <a:cubicBezTo>
                  <a:pt x="1436465" y="781863"/>
                  <a:pt x="1435418" y="782339"/>
                  <a:pt x="1434370" y="781863"/>
                </a:cubicBezTo>
                <a:cubicBezTo>
                  <a:pt x="1436465" y="774529"/>
                  <a:pt x="1438561" y="766147"/>
                  <a:pt x="1442752" y="759860"/>
                </a:cubicBezTo>
                <a:cubicBezTo>
                  <a:pt x="1444371" y="757765"/>
                  <a:pt x="1449038" y="751002"/>
                  <a:pt x="1452658" y="749954"/>
                </a:cubicBezTo>
                <a:lnTo>
                  <a:pt x="1461040" y="745192"/>
                </a:lnTo>
                <a:lnTo>
                  <a:pt x="1463135" y="743096"/>
                </a:lnTo>
                <a:cubicBezTo>
                  <a:pt x="1466279" y="741477"/>
                  <a:pt x="1469898" y="741477"/>
                  <a:pt x="1473041" y="740429"/>
                </a:cubicBezTo>
                <a:cubicBezTo>
                  <a:pt x="1481900" y="737858"/>
                  <a:pt x="1494568" y="734714"/>
                  <a:pt x="1504950" y="740429"/>
                </a:cubicBezTo>
                <a:cubicBezTo>
                  <a:pt x="1511237" y="741001"/>
                  <a:pt x="1515999" y="744144"/>
                  <a:pt x="1521238" y="746716"/>
                </a:cubicBezTo>
                <a:cubicBezTo>
                  <a:pt x="1526477" y="749859"/>
                  <a:pt x="1531715" y="751478"/>
                  <a:pt x="1535430" y="757193"/>
                </a:cubicBezTo>
                <a:cubicBezTo>
                  <a:pt x="1539621" y="763004"/>
                  <a:pt x="1542288" y="771862"/>
                  <a:pt x="1544288" y="779672"/>
                </a:cubicBezTo>
                <a:moveTo>
                  <a:pt x="1558481" y="876065"/>
                </a:moveTo>
                <a:cubicBezTo>
                  <a:pt x="1574197" y="873494"/>
                  <a:pt x="1591532" y="874541"/>
                  <a:pt x="1607249" y="875018"/>
                </a:cubicBezTo>
                <a:cubicBezTo>
                  <a:pt x="1604105" y="885495"/>
                  <a:pt x="1600962" y="892829"/>
                  <a:pt x="1596771" y="900164"/>
                </a:cubicBezTo>
                <a:cubicBezTo>
                  <a:pt x="1594199" y="902735"/>
                  <a:pt x="1591532" y="905402"/>
                  <a:pt x="1590008" y="909022"/>
                </a:cubicBezTo>
                <a:cubicBezTo>
                  <a:pt x="1587437" y="913213"/>
                  <a:pt x="1581626" y="918452"/>
                  <a:pt x="1578483" y="920547"/>
                </a:cubicBezTo>
                <a:cubicBezTo>
                  <a:pt x="1572673" y="925786"/>
                  <a:pt x="1564862" y="927881"/>
                  <a:pt x="1556957" y="932072"/>
                </a:cubicBezTo>
                <a:lnTo>
                  <a:pt x="1554385" y="934739"/>
                </a:lnTo>
                <a:lnTo>
                  <a:pt x="1551718" y="936263"/>
                </a:lnTo>
                <a:cubicBezTo>
                  <a:pt x="1547527" y="936835"/>
                  <a:pt x="1544384" y="940454"/>
                  <a:pt x="1540193" y="942074"/>
                </a:cubicBezTo>
                <a:lnTo>
                  <a:pt x="1534954" y="943598"/>
                </a:lnTo>
                <a:cubicBezTo>
                  <a:pt x="1533335" y="944169"/>
                  <a:pt x="1531811" y="944645"/>
                  <a:pt x="1530287" y="945122"/>
                </a:cubicBezTo>
                <a:cubicBezTo>
                  <a:pt x="1506664" y="947789"/>
                  <a:pt x="1474184" y="953504"/>
                  <a:pt x="1450658" y="943598"/>
                </a:cubicBezTo>
                <a:cubicBezTo>
                  <a:pt x="1441799" y="942074"/>
                  <a:pt x="1433322" y="937311"/>
                  <a:pt x="1424464" y="935787"/>
                </a:cubicBezTo>
                <a:cubicBezTo>
                  <a:pt x="1412462" y="929501"/>
                  <a:pt x="1403033" y="923214"/>
                  <a:pt x="1395127" y="913213"/>
                </a:cubicBezTo>
                <a:cubicBezTo>
                  <a:pt x="1379887" y="902259"/>
                  <a:pt x="1375791" y="879209"/>
                  <a:pt x="1366838" y="862921"/>
                </a:cubicBezTo>
                <a:cubicBezTo>
                  <a:pt x="1366361" y="858730"/>
                  <a:pt x="1365314" y="855110"/>
                  <a:pt x="1364266" y="852443"/>
                </a:cubicBezTo>
                <a:lnTo>
                  <a:pt x="1362742" y="848252"/>
                </a:lnTo>
                <a:cubicBezTo>
                  <a:pt x="1362742" y="847681"/>
                  <a:pt x="1361694" y="843585"/>
                  <a:pt x="1361694" y="841966"/>
                </a:cubicBezTo>
                <a:cubicBezTo>
                  <a:pt x="1360646" y="837775"/>
                  <a:pt x="1359027" y="833012"/>
                  <a:pt x="1359599" y="828345"/>
                </a:cubicBezTo>
                <a:lnTo>
                  <a:pt x="1360075" y="824630"/>
                </a:lnTo>
                <a:lnTo>
                  <a:pt x="1360646" y="820916"/>
                </a:lnTo>
                <a:lnTo>
                  <a:pt x="1360646" y="817296"/>
                </a:lnTo>
                <a:cubicBezTo>
                  <a:pt x="1361123" y="815201"/>
                  <a:pt x="1361123" y="812534"/>
                  <a:pt x="1361123" y="810438"/>
                </a:cubicBezTo>
                <a:cubicBezTo>
                  <a:pt x="1361694" y="794246"/>
                  <a:pt x="1375791" y="754336"/>
                  <a:pt x="1386268" y="741858"/>
                </a:cubicBezTo>
                <a:cubicBezTo>
                  <a:pt x="1388364" y="734524"/>
                  <a:pt x="1395127" y="730809"/>
                  <a:pt x="1398270" y="724046"/>
                </a:cubicBezTo>
                <a:cubicBezTo>
                  <a:pt x="1409795" y="713569"/>
                  <a:pt x="1420844" y="699948"/>
                  <a:pt x="1436465" y="694709"/>
                </a:cubicBezTo>
                <a:cubicBezTo>
                  <a:pt x="1445895" y="691566"/>
                  <a:pt x="1456373" y="686327"/>
                  <a:pt x="1467422" y="685851"/>
                </a:cubicBezTo>
                <a:cubicBezTo>
                  <a:pt x="1486281" y="683279"/>
                  <a:pt x="1506188" y="682136"/>
                  <a:pt x="1525048" y="686423"/>
                </a:cubicBezTo>
                <a:lnTo>
                  <a:pt x="1528667" y="687470"/>
                </a:lnTo>
                <a:cubicBezTo>
                  <a:pt x="1539621" y="690614"/>
                  <a:pt x="1549146" y="694805"/>
                  <a:pt x="1558004" y="699567"/>
                </a:cubicBezTo>
                <a:cubicBezTo>
                  <a:pt x="1564291" y="705854"/>
                  <a:pt x="1571625" y="712140"/>
                  <a:pt x="1576864" y="721570"/>
                </a:cubicBezTo>
                <a:cubicBezTo>
                  <a:pt x="1595723" y="738334"/>
                  <a:pt x="1603629" y="767099"/>
                  <a:pt x="1608868" y="799103"/>
                </a:cubicBezTo>
                <a:lnTo>
                  <a:pt x="1609344" y="803771"/>
                </a:lnTo>
                <a:lnTo>
                  <a:pt x="1609344" y="807485"/>
                </a:lnTo>
                <a:lnTo>
                  <a:pt x="1609820" y="813772"/>
                </a:lnTo>
                <a:cubicBezTo>
                  <a:pt x="1610392" y="816344"/>
                  <a:pt x="1610868" y="819011"/>
                  <a:pt x="1611439" y="821582"/>
                </a:cubicBezTo>
                <a:lnTo>
                  <a:pt x="1612487" y="826250"/>
                </a:lnTo>
                <a:cubicBezTo>
                  <a:pt x="1602010" y="827774"/>
                  <a:pt x="1590961" y="824726"/>
                  <a:pt x="1580007" y="824726"/>
                </a:cubicBezTo>
                <a:cubicBezTo>
                  <a:pt x="1572673" y="824154"/>
                  <a:pt x="1513999" y="827869"/>
                  <a:pt x="1507712" y="827869"/>
                </a:cubicBezTo>
                <a:cubicBezTo>
                  <a:pt x="1500378" y="827869"/>
                  <a:pt x="1492472" y="827869"/>
                  <a:pt x="1484662" y="828917"/>
                </a:cubicBezTo>
                <a:cubicBezTo>
                  <a:pt x="1467898" y="830536"/>
                  <a:pt x="1450562" y="829964"/>
                  <a:pt x="1433322" y="829964"/>
                </a:cubicBezTo>
                <a:cubicBezTo>
                  <a:pt x="1419130" y="829964"/>
                  <a:pt x="1422845" y="855587"/>
                  <a:pt x="1424940" y="864540"/>
                </a:cubicBezTo>
                <a:lnTo>
                  <a:pt x="1427036" y="869779"/>
                </a:lnTo>
                <a:lnTo>
                  <a:pt x="1428560" y="873970"/>
                </a:lnTo>
                <a:cubicBezTo>
                  <a:pt x="1429131" y="875018"/>
                  <a:pt x="1429607" y="876065"/>
                  <a:pt x="1430179" y="877113"/>
                </a:cubicBezTo>
                <a:lnTo>
                  <a:pt x="1432274" y="879780"/>
                </a:lnTo>
                <a:lnTo>
                  <a:pt x="1435418" y="883971"/>
                </a:lnTo>
                <a:lnTo>
                  <a:pt x="1440656" y="889210"/>
                </a:lnTo>
                <a:lnTo>
                  <a:pt x="1445895" y="895496"/>
                </a:lnTo>
                <a:cubicBezTo>
                  <a:pt x="1452182" y="902831"/>
                  <a:pt x="1465326" y="908069"/>
                  <a:pt x="1475232" y="908641"/>
                </a:cubicBezTo>
                <a:cubicBezTo>
                  <a:pt x="1476280" y="908641"/>
                  <a:pt x="1477899" y="909212"/>
                  <a:pt x="1478852" y="909212"/>
                </a:cubicBezTo>
                <a:cubicBezTo>
                  <a:pt x="1489901" y="909212"/>
                  <a:pt x="1501902" y="908641"/>
                  <a:pt x="1512380" y="905498"/>
                </a:cubicBezTo>
                <a:cubicBezTo>
                  <a:pt x="1523333" y="902831"/>
                  <a:pt x="1554289" y="890829"/>
                  <a:pt x="1558004" y="876161"/>
                </a:cubicBezTo>
                <a:lnTo>
                  <a:pt x="1558481" y="876161"/>
                </a:lnTo>
                <a:close/>
                <a:moveTo>
                  <a:pt x="1433798" y="839870"/>
                </a:moveTo>
                <a:cubicBezTo>
                  <a:pt x="1451610" y="839870"/>
                  <a:pt x="1468850" y="840442"/>
                  <a:pt x="1486186" y="838823"/>
                </a:cubicBezTo>
                <a:cubicBezTo>
                  <a:pt x="1493520" y="837775"/>
                  <a:pt x="1500854" y="837775"/>
                  <a:pt x="1507712" y="837775"/>
                </a:cubicBezTo>
                <a:cubicBezTo>
                  <a:pt x="1513999" y="837775"/>
                  <a:pt x="1574292" y="834060"/>
                  <a:pt x="1580007" y="834632"/>
                </a:cubicBezTo>
                <a:cubicBezTo>
                  <a:pt x="1586770" y="834632"/>
                  <a:pt x="1594199" y="835679"/>
                  <a:pt x="1600962" y="836156"/>
                </a:cubicBezTo>
                <a:cubicBezTo>
                  <a:pt x="1628775" y="838823"/>
                  <a:pt x="1622965" y="831965"/>
                  <a:pt x="1619822" y="812057"/>
                </a:cubicBezTo>
                <a:lnTo>
                  <a:pt x="1619250" y="806819"/>
                </a:lnTo>
                <a:lnTo>
                  <a:pt x="1619250" y="802628"/>
                </a:lnTo>
                <a:lnTo>
                  <a:pt x="1618774" y="797389"/>
                </a:lnTo>
                <a:cubicBezTo>
                  <a:pt x="1613535" y="765956"/>
                  <a:pt x="1605153" y="733952"/>
                  <a:pt x="1584198" y="714045"/>
                </a:cubicBezTo>
                <a:cubicBezTo>
                  <a:pt x="1579531" y="705187"/>
                  <a:pt x="1571625" y="698329"/>
                  <a:pt x="1563243" y="690995"/>
                </a:cubicBezTo>
                <a:cubicBezTo>
                  <a:pt x="1554385" y="685756"/>
                  <a:pt x="1545431" y="682136"/>
                  <a:pt x="1534954" y="678993"/>
                </a:cubicBezTo>
                <a:lnTo>
                  <a:pt x="1530763" y="677374"/>
                </a:lnTo>
                <a:lnTo>
                  <a:pt x="1527143" y="676898"/>
                </a:lnTo>
                <a:cubicBezTo>
                  <a:pt x="1507236" y="671659"/>
                  <a:pt x="1486281" y="672707"/>
                  <a:pt x="1465802" y="675850"/>
                </a:cubicBezTo>
                <a:cubicBezTo>
                  <a:pt x="1454277" y="676898"/>
                  <a:pt x="1443800" y="681565"/>
                  <a:pt x="1433322" y="684708"/>
                </a:cubicBezTo>
                <a:cubicBezTo>
                  <a:pt x="1415510" y="690995"/>
                  <a:pt x="1403985" y="705187"/>
                  <a:pt x="1389317" y="719284"/>
                </a:cubicBezTo>
                <a:cubicBezTo>
                  <a:pt x="1386173" y="726142"/>
                  <a:pt x="1380458" y="727666"/>
                  <a:pt x="1376743" y="737572"/>
                </a:cubicBezTo>
                <a:cubicBezTo>
                  <a:pt x="1367790" y="748621"/>
                  <a:pt x="1353693" y="785768"/>
                  <a:pt x="1351598" y="802056"/>
                </a:cubicBezTo>
                <a:cubicBezTo>
                  <a:pt x="1351026" y="806723"/>
                  <a:pt x="1351598" y="811486"/>
                  <a:pt x="1350550" y="816153"/>
                </a:cubicBezTo>
                <a:lnTo>
                  <a:pt x="1350550" y="819868"/>
                </a:lnTo>
                <a:lnTo>
                  <a:pt x="1349978" y="823011"/>
                </a:lnTo>
                <a:lnTo>
                  <a:pt x="1349502" y="827202"/>
                </a:lnTo>
                <a:cubicBezTo>
                  <a:pt x="1348931" y="833012"/>
                  <a:pt x="1350550" y="838727"/>
                  <a:pt x="1351598" y="843966"/>
                </a:cubicBezTo>
                <a:cubicBezTo>
                  <a:pt x="1351598" y="846062"/>
                  <a:pt x="1352645" y="850253"/>
                  <a:pt x="1353122" y="851872"/>
                </a:cubicBezTo>
                <a:lnTo>
                  <a:pt x="1354646" y="856063"/>
                </a:lnTo>
                <a:cubicBezTo>
                  <a:pt x="1355693" y="858635"/>
                  <a:pt x="1356741" y="861302"/>
                  <a:pt x="1356741" y="864445"/>
                </a:cubicBezTo>
                <a:lnTo>
                  <a:pt x="1357313" y="867017"/>
                </a:lnTo>
                <a:cubicBezTo>
                  <a:pt x="1368266" y="884828"/>
                  <a:pt x="1370457" y="907403"/>
                  <a:pt x="1388174" y="920928"/>
                </a:cubicBezTo>
                <a:cubicBezTo>
                  <a:pt x="1396556" y="931406"/>
                  <a:pt x="1407605" y="938740"/>
                  <a:pt x="1421702" y="945598"/>
                </a:cubicBezTo>
                <a:cubicBezTo>
                  <a:pt x="1431131" y="947122"/>
                  <a:pt x="1439037" y="951313"/>
                  <a:pt x="1447895" y="953408"/>
                </a:cubicBezTo>
                <a:cubicBezTo>
                  <a:pt x="1473041" y="963886"/>
                  <a:pt x="1505522" y="957599"/>
                  <a:pt x="1533239" y="954456"/>
                </a:cubicBezTo>
                <a:cubicBezTo>
                  <a:pt x="1534859" y="953980"/>
                  <a:pt x="1536383" y="953408"/>
                  <a:pt x="1537430" y="952932"/>
                </a:cubicBezTo>
                <a:lnTo>
                  <a:pt x="1543241" y="951408"/>
                </a:lnTo>
                <a:cubicBezTo>
                  <a:pt x="1546384" y="950360"/>
                  <a:pt x="1550003" y="948836"/>
                  <a:pt x="1552670" y="946169"/>
                </a:cubicBezTo>
                <a:cubicBezTo>
                  <a:pt x="1554766" y="946169"/>
                  <a:pt x="1556385" y="945122"/>
                  <a:pt x="1557909" y="944074"/>
                </a:cubicBezTo>
                <a:lnTo>
                  <a:pt x="1560481" y="941978"/>
                </a:lnTo>
                <a:lnTo>
                  <a:pt x="1563148" y="939883"/>
                </a:lnTo>
                <a:cubicBezTo>
                  <a:pt x="1570482" y="936740"/>
                  <a:pt x="1577816" y="934073"/>
                  <a:pt x="1584103" y="928834"/>
                </a:cubicBezTo>
                <a:cubicBezTo>
                  <a:pt x="1588770" y="925691"/>
                  <a:pt x="1595057" y="918833"/>
                  <a:pt x="1599343" y="912641"/>
                </a:cubicBezTo>
                <a:cubicBezTo>
                  <a:pt x="1600391" y="909974"/>
                  <a:pt x="1602962" y="907974"/>
                  <a:pt x="1605629" y="905307"/>
                </a:cubicBezTo>
                <a:cubicBezTo>
                  <a:pt x="1608773" y="899021"/>
                  <a:pt x="1627632" y="864445"/>
                  <a:pt x="1614011" y="865016"/>
                </a:cubicBezTo>
                <a:cubicBezTo>
                  <a:pt x="1608296" y="865493"/>
                  <a:pt x="1602486" y="865016"/>
                  <a:pt x="1597247" y="863969"/>
                </a:cubicBezTo>
                <a:cubicBezTo>
                  <a:pt x="1590961" y="863492"/>
                  <a:pt x="1559528" y="865493"/>
                  <a:pt x="1556385" y="866064"/>
                </a:cubicBezTo>
                <a:lnTo>
                  <a:pt x="1552194" y="867112"/>
                </a:lnTo>
                <a:lnTo>
                  <a:pt x="1548479" y="872922"/>
                </a:lnTo>
                <a:cubicBezTo>
                  <a:pt x="1543812" y="881304"/>
                  <a:pt x="1528096" y="890734"/>
                  <a:pt x="1509713" y="895973"/>
                </a:cubicBezTo>
                <a:cubicBezTo>
                  <a:pt x="1500283" y="898640"/>
                  <a:pt x="1488758" y="899116"/>
                  <a:pt x="1478756" y="899116"/>
                </a:cubicBezTo>
                <a:lnTo>
                  <a:pt x="1474089" y="898068"/>
                </a:lnTo>
                <a:cubicBezTo>
                  <a:pt x="1469898" y="899116"/>
                  <a:pt x="1456754" y="892829"/>
                  <a:pt x="1453134" y="888638"/>
                </a:cubicBezTo>
                <a:lnTo>
                  <a:pt x="1446276" y="880828"/>
                </a:lnTo>
                <a:lnTo>
                  <a:pt x="1443133" y="877113"/>
                </a:lnTo>
                <a:lnTo>
                  <a:pt x="1439989" y="873494"/>
                </a:lnTo>
                <a:lnTo>
                  <a:pt x="1437894" y="869779"/>
                </a:lnTo>
                <a:lnTo>
                  <a:pt x="1436275" y="866636"/>
                </a:lnTo>
                <a:lnTo>
                  <a:pt x="1434179" y="860825"/>
                </a:lnTo>
                <a:cubicBezTo>
                  <a:pt x="1433132" y="855110"/>
                  <a:pt x="1431608" y="845585"/>
                  <a:pt x="1433703" y="839870"/>
                </a:cubicBezTo>
                <a:moveTo>
                  <a:pt x="963263" y="943026"/>
                </a:moveTo>
                <a:cubicBezTo>
                  <a:pt x="943356" y="941978"/>
                  <a:pt x="922877" y="940359"/>
                  <a:pt x="903542" y="944550"/>
                </a:cubicBezTo>
                <a:cubicBezTo>
                  <a:pt x="904589" y="935692"/>
                  <a:pt x="905637" y="921023"/>
                  <a:pt x="905161" y="914165"/>
                </a:cubicBezTo>
                <a:cubicBezTo>
                  <a:pt x="904589" y="905307"/>
                  <a:pt x="906209" y="774338"/>
                  <a:pt x="906209" y="769576"/>
                </a:cubicBezTo>
                <a:cubicBezTo>
                  <a:pt x="903065" y="754907"/>
                  <a:pt x="899351" y="701472"/>
                  <a:pt x="903065" y="687851"/>
                </a:cubicBezTo>
                <a:lnTo>
                  <a:pt x="908780" y="687851"/>
                </a:lnTo>
                <a:cubicBezTo>
                  <a:pt x="910876" y="687851"/>
                  <a:pt x="913543" y="687280"/>
                  <a:pt x="915638" y="687280"/>
                </a:cubicBezTo>
                <a:cubicBezTo>
                  <a:pt x="919353" y="686708"/>
                  <a:pt x="923449" y="687280"/>
                  <a:pt x="928211" y="686708"/>
                </a:cubicBezTo>
                <a:cubicBezTo>
                  <a:pt x="938689" y="685184"/>
                  <a:pt x="950214" y="683089"/>
                  <a:pt x="960692" y="683565"/>
                </a:cubicBezTo>
                <a:cubicBezTo>
                  <a:pt x="961263" y="692519"/>
                  <a:pt x="959644" y="700901"/>
                  <a:pt x="960215" y="709759"/>
                </a:cubicBezTo>
                <a:cubicBezTo>
                  <a:pt x="961263" y="713950"/>
                  <a:pt x="965454" y="715569"/>
                  <a:pt x="969074" y="715569"/>
                </a:cubicBezTo>
                <a:cubicBezTo>
                  <a:pt x="971740" y="716141"/>
                  <a:pt x="973741" y="715569"/>
                  <a:pt x="974788" y="715569"/>
                </a:cubicBezTo>
                <a:cubicBezTo>
                  <a:pt x="980599" y="713950"/>
                  <a:pt x="983742" y="709759"/>
                  <a:pt x="985266" y="707187"/>
                </a:cubicBezTo>
                <a:lnTo>
                  <a:pt x="988409" y="702996"/>
                </a:lnTo>
                <a:lnTo>
                  <a:pt x="994220" y="698805"/>
                </a:lnTo>
                <a:lnTo>
                  <a:pt x="999935" y="695662"/>
                </a:lnTo>
                <a:lnTo>
                  <a:pt x="1003078" y="693566"/>
                </a:lnTo>
                <a:cubicBezTo>
                  <a:pt x="1004126" y="692519"/>
                  <a:pt x="1007269" y="690995"/>
                  <a:pt x="1010984" y="689375"/>
                </a:cubicBezTo>
                <a:lnTo>
                  <a:pt x="1018794" y="686232"/>
                </a:lnTo>
                <a:lnTo>
                  <a:pt x="1022985" y="684613"/>
                </a:lnTo>
                <a:lnTo>
                  <a:pt x="1027652" y="682517"/>
                </a:lnTo>
                <a:cubicBezTo>
                  <a:pt x="1029272" y="681946"/>
                  <a:pt x="1030319" y="681470"/>
                  <a:pt x="1031843" y="680422"/>
                </a:cubicBezTo>
                <a:cubicBezTo>
                  <a:pt x="1062800" y="674707"/>
                  <a:pt x="1097375" y="684137"/>
                  <a:pt x="1112520" y="704520"/>
                </a:cubicBezTo>
                <a:cubicBezTo>
                  <a:pt x="1114616" y="707663"/>
                  <a:pt x="1115187" y="709283"/>
                  <a:pt x="1117283" y="712902"/>
                </a:cubicBezTo>
                <a:cubicBezTo>
                  <a:pt x="1118807" y="718141"/>
                  <a:pt x="1122521" y="722903"/>
                  <a:pt x="1128236" y="721856"/>
                </a:cubicBezTo>
                <a:cubicBezTo>
                  <a:pt x="1133475" y="720808"/>
                  <a:pt x="1142429" y="711854"/>
                  <a:pt x="1150715" y="708711"/>
                </a:cubicBezTo>
                <a:cubicBezTo>
                  <a:pt x="1154430" y="706139"/>
                  <a:pt x="1157002" y="703949"/>
                  <a:pt x="1160621" y="700805"/>
                </a:cubicBezTo>
                <a:lnTo>
                  <a:pt x="1163288" y="699758"/>
                </a:lnTo>
                <a:lnTo>
                  <a:pt x="1171099" y="696138"/>
                </a:lnTo>
                <a:lnTo>
                  <a:pt x="1182624" y="690899"/>
                </a:lnTo>
                <a:cubicBezTo>
                  <a:pt x="1199388" y="683565"/>
                  <a:pt x="1226058" y="683565"/>
                  <a:pt x="1247013" y="688804"/>
                </a:cubicBezTo>
                <a:cubicBezTo>
                  <a:pt x="1261682" y="698234"/>
                  <a:pt x="1273207" y="710807"/>
                  <a:pt x="1282637" y="726999"/>
                </a:cubicBezTo>
                <a:lnTo>
                  <a:pt x="1284161" y="730714"/>
                </a:lnTo>
                <a:cubicBezTo>
                  <a:pt x="1285208" y="732333"/>
                  <a:pt x="1286256" y="735476"/>
                  <a:pt x="1287780" y="737572"/>
                </a:cubicBezTo>
                <a:cubicBezTo>
                  <a:pt x="1289399" y="747002"/>
                  <a:pt x="1291971" y="756908"/>
                  <a:pt x="1293019" y="766337"/>
                </a:cubicBezTo>
                <a:lnTo>
                  <a:pt x="1293019" y="770052"/>
                </a:lnTo>
                <a:cubicBezTo>
                  <a:pt x="1293019" y="772148"/>
                  <a:pt x="1292543" y="774243"/>
                  <a:pt x="1293019" y="776910"/>
                </a:cubicBezTo>
                <a:cubicBezTo>
                  <a:pt x="1293590" y="778529"/>
                  <a:pt x="1294067" y="780053"/>
                  <a:pt x="1294638" y="783768"/>
                </a:cubicBezTo>
                <a:cubicBezTo>
                  <a:pt x="1295686" y="788531"/>
                  <a:pt x="1295686" y="793769"/>
                  <a:pt x="1296162" y="798437"/>
                </a:cubicBezTo>
                <a:cubicBezTo>
                  <a:pt x="1296162" y="803675"/>
                  <a:pt x="1296734" y="809390"/>
                  <a:pt x="1297210" y="814629"/>
                </a:cubicBezTo>
                <a:cubicBezTo>
                  <a:pt x="1297781" y="821963"/>
                  <a:pt x="1297210" y="830822"/>
                  <a:pt x="1298258" y="837680"/>
                </a:cubicBezTo>
                <a:cubicBezTo>
                  <a:pt x="1298829" y="844538"/>
                  <a:pt x="1297781" y="876446"/>
                  <a:pt x="1298258" y="882257"/>
                </a:cubicBezTo>
                <a:cubicBezTo>
                  <a:pt x="1298258" y="891210"/>
                  <a:pt x="1299305" y="900545"/>
                  <a:pt x="1299305" y="908450"/>
                </a:cubicBezTo>
                <a:cubicBezTo>
                  <a:pt x="1299305" y="909974"/>
                  <a:pt x="1300353" y="931501"/>
                  <a:pt x="1300353" y="933596"/>
                </a:cubicBezTo>
                <a:lnTo>
                  <a:pt x="1301401" y="940931"/>
                </a:lnTo>
                <a:lnTo>
                  <a:pt x="1298258" y="940359"/>
                </a:lnTo>
                <a:cubicBezTo>
                  <a:pt x="1296734" y="940359"/>
                  <a:pt x="1243775" y="940931"/>
                  <a:pt x="1240631" y="941407"/>
                </a:cubicBezTo>
                <a:lnTo>
                  <a:pt x="1237488" y="941407"/>
                </a:lnTo>
                <a:cubicBezTo>
                  <a:pt x="1237488" y="940931"/>
                  <a:pt x="1238060" y="939883"/>
                  <a:pt x="1238060" y="937216"/>
                </a:cubicBezTo>
                <a:cubicBezTo>
                  <a:pt x="1239107" y="908927"/>
                  <a:pt x="1239107" y="881209"/>
                  <a:pt x="1238536" y="857587"/>
                </a:cubicBezTo>
                <a:cubicBezTo>
                  <a:pt x="1242727" y="838727"/>
                  <a:pt x="1235964" y="753860"/>
                  <a:pt x="1212342" y="738143"/>
                </a:cubicBezTo>
                <a:cubicBezTo>
                  <a:pt x="1199769" y="726618"/>
                  <a:pt x="1183481" y="730238"/>
                  <a:pt x="1169861" y="736048"/>
                </a:cubicBezTo>
                <a:cubicBezTo>
                  <a:pt x="1134809" y="751193"/>
                  <a:pt x="1134237" y="773767"/>
                  <a:pt x="1125855" y="807295"/>
                </a:cubicBezTo>
                <a:cubicBezTo>
                  <a:pt x="1124807" y="811010"/>
                  <a:pt x="1124807" y="915213"/>
                  <a:pt x="1125284" y="918356"/>
                </a:cubicBezTo>
                <a:lnTo>
                  <a:pt x="1125284" y="923024"/>
                </a:lnTo>
                <a:cubicBezTo>
                  <a:pt x="1125855" y="930358"/>
                  <a:pt x="1126903" y="938264"/>
                  <a:pt x="1127379" y="945598"/>
                </a:cubicBezTo>
                <a:lnTo>
                  <a:pt x="1124236" y="947693"/>
                </a:lnTo>
                <a:lnTo>
                  <a:pt x="1121569" y="947693"/>
                </a:lnTo>
                <a:lnTo>
                  <a:pt x="1115854" y="947217"/>
                </a:lnTo>
                <a:cubicBezTo>
                  <a:pt x="1102709" y="947217"/>
                  <a:pt x="1090232" y="947693"/>
                  <a:pt x="1077087" y="947693"/>
                </a:cubicBezTo>
                <a:lnTo>
                  <a:pt x="1071848" y="948170"/>
                </a:lnTo>
                <a:cubicBezTo>
                  <a:pt x="1070801" y="940835"/>
                  <a:pt x="1070229" y="933501"/>
                  <a:pt x="1070229" y="926738"/>
                </a:cubicBezTo>
                <a:cubicBezTo>
                  <a:pt x="1070229" y="925691"/>
                  <a:pt x="1070801" y="924643"/>
                  <a:pt x="1070801" y="923024"/>
                </a:cubicBezTo>
                <a:cubicBezTo>
                  <a:pt x="1070229" y="917213"/>
                  <a:pt x="1071372" y="884257"/>
                  <a:pt x="1072420" y="851300"/>
                </a:cubicBezTo>
                <a:cubicBezTo>
                  <a:pt x="1073468" y="818820"/>
                  <a:pt x="1074039" y="785768"/>
                  <a:pt x="1073468" y="781673"/>
                </a:cubicBezTo>
                <a:cubicBezTo>
                  <a:pt x="1072420" y="775386"/>
                  <a:pt x="1071848" y="769576"/>
                  <a:pt x="1071372" y="764909"/>
                </a:cubicBezTo>
                <a:cubicBezTo>
                  <a:pt x="1068229" y="756050"/>
                  <a:pt x="1065562" y="751764"/>
                  <a:pt x="1060895" y="745001"/>
                </a:cubicBezTo>
                <a:cubicBezTo>
                  <a:pt x="1049369" y="731381"/>
                  <a:pt x="1027367" y="731381"/>
                  <a:pt x="1014794" y="732428"/>
                </a:cubicBezTo>
                <a:cubicBezTo>
                  <a:pt x="992791" y="733476"/>
                  <a:pt x="981837" y="747097"/>
                  <a:pt x="969740" y="763861"/>
                </a:cubicBezTo>
                <a:cubicBezTo>
                  <a:pt x="963930" y="777005"/>
                  <a:pt x="962406" y="792150"/>
                  <a:pt x="961835" y="806247"/>
                </a:cubicBezTo>
                <a:cubicBezTo>
                  <a:pt x="961835" y="820439"/>
                  <a:pt x="961263" y="908355"/>
                  <a:pt x="961835" y="918833"/>
                </a:cubicBezTo>
                <a:cubicBezTo>
                  <a:pt x="962406" y="925691"/>
                  <a:pt x="962406" y="934549"/>
                  <a:pt x="962882" y="942931"/>
                </a:cubicBezTo>
                <a:moveTo>
                  <a:pt x="1128998" y="956552"/>
                </a:moveTo>
                <a:cubicBezTo>
                  <a:pt x="1132618" y="958076"/>
                  <a:pt x="1138428" y="958647"/>
                  <a:pt x="1137857" y="952361"/>
                </a:cubicBezTo>
                <a:cubicBezTo>
                  <a:pt x="1137857" y="942931"/>
                  <a:pt x="1135761" y="932453"/>
                  <a:pt x="1135190" y="922452"/>
                </a:cubicBezTo>
                <a:lnTo>
                  <a:pt x="1135190" y="918737"/>
                </a:lnTo>
                <a:cubicBezTo>
                  <a:pt x="1135190" y="917213"/>
                  <a:pt x="1135190" y="916166"/>
                  <a:pt x="1134618" y="914070"/>
                </a:cubicBezTo>
                <a:cubicBezTo>
                  <a:pt x="1134618" y="914070"/>
                  <a:pt x="1134618" y="811962"/>
                  <a:pt x="1135666" y="809295"/>
                </a:cubicBezTo>
                <a:cubicBezTo>
                  <a:pt x="1140428" y="790436"/>
                  <a:pt x="1144048" y="759003"/>
                  <a:pt x="1164527" y="749573"/>
                </a:cubicBezTo>
                <a:cubicBezTo>
                  <a:pt x="1176052" y="743763"/>
                  <a:pt x="1192816" y="734905"/>
                  <a:pt x="1204913" y="744811"/>
                </a:cubicBezTo>
                <a:lnTo>
                  <a:pt x="1208627" y="748526"/>
                </a:lnTo>
                <a:cubicBezTo>
                  <a:pt x="1223772" y="756336"/>
                  <a:pt x="1233202" y="837584"/>
                  <a:pt x="1228535" y="856920"/>
                </a:cubicBezTo>
                <a:cubicBezTo>
                  <a:pt x="1229106" y="879971"/>
                  <a:pt x="1229106" y="907784"/>
                  <a:pt x="1228058" y="933406"/>
                </a:cubicBezTo>
                <a:cubicBezTo>
                  <a:pt x="1228058" y="935025"/>
                  <a:pt x="1227487" y="936549"/>
                  <a:pt x="1227487" y="939216"/>
                </a:cubicBezTo>
                <a:cubicBezTo>
                  <a:pt x="1227487" y="939788"/>
                  <a:pt x="1227011" y="941312"/>
                  <a:pt x="1225391" y="943407"/>
                </a:cubicBezTo>
                <a:cubicBezTo>
                  <a:pt x="1219105" y="953408"/>
                  <a:pt x="1237964" y="951218"/>
                  <a:pt x="1241679" y="951218"/>
                </a:cubicBezTo>
                <a:cubicBezTo>
                  <a:pt x="1244822" y="950741"/>
                  <a:pt x="1295686" y="950170"/>
                  <a:pt x="1297210" y="950170"/>
                </a:cubicBezTo>
                <a:cubicBezTo>
                  <a:pt x="1302449" y="950741"/>
                  <a:pt x="1308164" y="954361"/>
                  <a:pt x="1311402" y="947027"/>
                </a:cubicBezTo>
                <a:cubicBezTo>
                  <a:pt x="1311974" y="945979"/>
                  <a:pt x="1311974" y="944360"/>
                  <a:pt x="1311974" y="942836"/>
                </a:cubicBezTo>
                <a:lnTo>
                  <a:pt x="1311402" y="937597"/>
                </a:lnTo>
                <a:lnTo>
                  <a:pt x="1310354" y="932358"/>
                </a:lnTo>
                <a:cubicBezTo>
                  <a:pt x="1310354" y="930263"/>
                  <a:pt x="1309307" y="909784"/>
                  <a:pt x="1309307" y="908260"/>
                </a:cubicBezTo>
                <a:cubicBezTo>
                  <a:pt x="1309307" y="900449"/>
                  <a:pt x="1308259" y="890448"/>
                  <a:pt x="1308259" y="881590"/>
                </a:cubicBezTo>
                <a:cubicBezTo>
                  <a:pt x="1307783" y="875875"/>
                  <a:pt x="1308830" y="842347"/>
                  <a:pt x="1308259" y="836060"/>
                </a:cubicBezTo>
                <a:cubicBezTo>
                  <a:pt x="1307211" y="829774"/>
                  <a:pt x="1307783" y="820820"/>
                  <a:pt x="1307211" y="814058"/>
                </a:cubicBezTo>
                <a:cubicBezTo>
                  <a:pt x="1306735" y="808343"/>
                  <a:pt x="1306163" y="802532"/>
                  <a:pt x="1306163" y="797294"/>
                </a:cubicBezTo>
                <a:cubicBezTo>
                  <a:pt x="1305687" y="792055"/>
                  <a:pt x="1305687" y="786816"/>
                  <a:pt x="1304639" y="781577"/>
                </a:cubicBezTo>
                <a:lnTo>
                  <a:pt x="1304068" y="778434"/>
                </a:lnTo>
                <a:cubicBezTo>
                  <a:pt x="1303592" y="777386"/>
                  <a:pt x="1303592" y="776339"/>
                  <a:pt x="1303020" y="774719"/>
                </a:cubicBezTo>
                <a:lnTo>
                  <a:pt x="1303020" y="765861"/>
                </a:lnTo>
                <a:cubicBezTo>
                  <a:pt x="1301972" y="755384"/>
                  <a:pt x="1299401" y="744906"/>
                  <a:pt x="1297781" y="734429"/>
                </a:cubicBezTo>
                <a:cubicBezTo>
                  <a:pt x="1297210" y="732333"/>
                  <a:pt x="1294067" y="728714"/>
                  <a:pt x="1293590" y="726618"/>
                </a:cubicBezTo>
                <a:lnTo>
                  <a:pt x="1290923" y="720808"/>
                </a:lnTo>
                <a:cubicBezTo>
                  <a:pt x="1281017" y="704044"/>
                  <a:pt x="1268444" y="690423"/>
                  <a:pt x="1250061" y="678898"/>
                </a:cubicBezTo>
                <a:cubicBezTo>
                  <a:pt x="1228058" y="673659"/>
                  <a:pt x="1198245" y="673183"/>
                  <a:pt x="1178338" y="681470"/>
                </a:cubicBezTo>
                <a:lnTo>
                  <a:pt x="1166813" y="686708"/>
                </a:lnTo>
                <a:lnTo>
                  <a:pt x="1158431" y="690899"/>
                </a:lnTo>
                <a:lnTo>
                  <a:pt x="1155287" y="692519"/>
                </a:lnTo>
                <a:cubicBezTo>
                  <a:pt x="1151573" y="694043"/>
                  <a:pt x="1149001" y="697757"/>
                  <a:pt x="1145286" y="699853"/>
                </a:cubicBezTo>
                <a:cubicBezTo>
                  <a:pt x="1138523" y="702996"/>
                  <a:pt x="1132142" y="706711"/>
                  <a:pt x="1125950" y="708806"/>
                </a:cubicBezTo>
                <a:lnTo>
                  <a:pt x="1124903" y="706235"/>
                </a:lnTo>
                <a:cubicBezTo>
                  <a:pt x="1123855" y="704615"/>
                  <a:pt x="1123283" y="702520"/>
                  <a:pt x="1120712" y="698329"/>
                </a:cubicBezTo>
                <a:cubicBezTo>
                  <a:pt x="1102424" y="673659"/>
                  <a:pt x="1062038" y="664229"/>
                  <a:pt x="1026890" y="671564"/>
                </a:cubicBezTo>
                <a:lnTo>
                  <a:pt x="1023747" y="673183"/>
                </a:lnTo>
                <a:lnTo>
                  <a:pt x="1018508" y="675278"/>
                </a:lnTo>
                <a:lnTo>
                  <a:pt x="1014317" y="677374"/>
                </a:lnTo>
                <a:lnTo>
                  <a:pt x="1006983" y="680517"/>
                </a:lnTo>
                <a:cubicBezTo>
                  <a:pt x="1003268" y="681565"/>
                  <a:pt x="998125" y="684232"/>
                  <a:pt x="993838" y="686804"/>
                </a:cubicBezTo>
                <a:lnTo>
                  <a:pt x="988028" y="690518"/>
                </a:lnTo>
                <a:cubicBezTo>
                  <a:pt x="985933" y="692138"/>
                  <a:pt x="983837" y="693662"/>
                  <a:pt x="982313" y="694709"/>
                </a:cubicBezTo>
                <a:lnTo>
                  <a:pt x="979646" y="696805"/>
                </a:lnTo>
                <a:cubicBezTo>
                  <a:pt x="979075" y="697376"/>
                  <a:pt x="978027" y="698424"/>
                  <a:pt x="977551" y="699472"/>
                </a:cubicBezTo>
                <a:lnTo>
                  <a:pt x="975932" y="702615"/>
                </a:lnTo>
                <a:cubicBezTo>
                  <a:pt x="974884" y="704139"/>
                  <a:pt x="973836" y="705187"/>
                  <a:pt x="972312" y="705758"/>
                </a:cubicBezTo>
                <a:lnTo>
                  <a:pt x="969645" y="705758"/>
                </a:lnTo>
                <a:cubicBezTo>
                  <a:pt x="969645" y="696805"/>
                  <a:pt x="971740" y="687375"/>
                  <a:pt x="969645" y="678517"/>
                </a:cubicBezTo>
                <a:cubicBezTo>
                  <a:pt x="967550" y="669087"/>
                  <a:pt x="930878" y="676421"/>
                  <a:pt x="926687" y="676993"/>
                </a:cubicBezTo>
                <a:cubicBezTo>
                  <a:pt x="921925" y="677469"/>
                  <a:pt x="917258" y="676993"/>
                  <a:pt x="913543" y="677469"/>
                </a:cubicBezTo>
                <a:lnTo>
                  <a:pt x="902589" y="677469"/>
                </a:lnTo>
                <a:cubicBezTo>
                  <a:pt x="899446" y="678041"/>
                  <a:pt x="893731" y="678041"/>
                  <a:pt x="892112" y="681660"/>
                </a:cubicBezTo>
                <a:cubicBezTo>
                  <a:pt x="887921" y="692138"/>
                  <a:pt x="892683" y="755003"/>
                  <a:pt x="895731" y="771290"/>
                </a:cubicBezTo>
                <a:cubicBezTo>
                  <a:pt x="895731" y="780720"/>
                  <a:pt x="893636" y="905879"/>
                  <a:pt x="894683" y="914832"/>
                </a:cubicBezTo>
                <a:cubicBezTo>
                  <a:pt x="895255" y="923690"/>
                  <a:pt x="893159" y="944645"/>
                  <a:pt x="892112" y="947789"/>
                </a:cubicBezTo>
                <a:cubicBezTo>
                  <a:pt x="889445" y="955694"/>
                  <a:pt x="899446" y="954551"/>
                  <a:pt x="904113" y="954551"/>
                </a:cubicBezTo>
                <a:cubicBezTo>
                  <a:pt x="924020" y="950360"/>
                  <a:pt x="947547" y="951980"/>
                  <a:pt x="967454" y="953504"/>
                </a:cubicBezTo>
                <a:cubicBezTo>
                  <a:pt x="973169" y="954075"/>
                  <a:pt x="973741" y="948265"/>
                  <a:pt x="973169" y="944645"/>
                </a:cubicBezTo>
                <a:cubicBezTo>
                  <a:pt x="972122" y="935787"/>
                  <a:pt x="972122" y="925786"/>
                  <a:pt x="971645" y="918452"/>
                </a:cubicBezTo>
                <a:cubicBezTo>
                  <a:pt x="971074" y="907974"/>
                  <a:pt x="971645" y="820535"/>
                  <a:pt x="972217" y="806342"/>
                </a:cubicBezTo>
                <a:cubicBezTo>
                  <a:pt x="972217" y="792722"/>
                  <a:pt x="973741" y="779101"/>
                  <a:pt x="978503" y="768147"/>
                </a:cubicBezTo>
                <a:cubicBezTo>
                  <a:pt x="988409" y="755003"/>
                  <a:pt x="996887" y="743477"/>
                  <a:pt x="1015175" y="742525"/>
                </a:cubicBezTo>
                <a:cubicBezTo>
                  <a:pt x="1028319" y="741477"/>
                  <a:pt x="1045083" y="742525"/>
                  <a:pt x="1053370" y="751383"/>
                </a:cubicBezTo>
                <a:cubicBezTo>
                  <a:pt x="1057085" y="757098"/>
                  <a:pt x="1058609" y="760813"/>
                  <a:pt x="1061752" y="767576"/>
                </a:cubicBezTo>
                <a:cubicBezTo>
                  <a:pt x="1061752" y="771290"/>
                  <a:pt x="1062323" y="776434"/>
                  <a:pt x="1063371" y="783292"/>
                </a:cubicBezTo>
                <a:cubicBezTo>
                  <a:pt x="1063943" y="785864"/>
                  <a:pt x="1062800" y="817868"/>
                  <a:pt x="1062323" y="850919"/>
                </a:cubicBezTo>
                <a:cubicBezTo>
                  <a:pt x="1061276" y="884447"/>
                  <a:pt x="1060228" y="917975"/>
                  <a:pt x="1060228" y="923690"/>
                </a:cubicBezTo>
                <a:cubicBezTo>
                  <a:pt x="1058132" y="926834"/>
                  <a:pt x="1061847" y="949408"/>
                  <a:pt x="1061847" y="953027"/>
                </a:cubicBezTo>
                <a:cubicBezTo>
                  <a:pt x="1062419" y="958266"/>
                  <a:pt x="1068610" y="958266"/>
                  <a:pt x="1071753" y="958266"/>
                </a:cubicBezTo>
                <a:lnTo>
                  <a:pt x="1077563" y="957790"/>
                </a:lnTo>
                <a:cubicBezTo>
                  <a:pt x="1090136" y="957790"/>
                  <a:pt x="1102709" y="957218"/>
                  <a:pt x="1115282" y="957218"/>
                </a:cubicBezTo>
                <a:lnTo>
                  <a:pt x="1122045" y="957790"/>
                </a:lnTo>
                <a:lnTo>
                  <a:pt x="1125188" y="957790"/>
                </a:lnTo>
                <a:cubicBezTo>
                  <a:pt x="1125760" y="957790"/>
                  <a:pt x="1126808" y="957790"/>
                  <a:pt x="1128903" y="956742"/>
                </a:cubicBezTo>
                <a:moveTo>
                  <a:pt x="688277" y="719474"/>
                </a:moveTo>
                <a:cubicBezTo>
                  <a:pt x="688848" y="708997"/>
                  <a:pt x="690372" y="697948"/>
                  <a:pt x="689324" y="686994"/>
                </a:cubicBezTo>
                <a:lnTo>
                  <a:pt x="691420" y="687566"/>
                </a:lnTo>
                <a:cubicBezTo>
                  <a:pt x="694563" y="687566"/>
                  <a:pt x="699802" y="686518"/>
                  <a:pt x="703993" y="687566"/>
                </a:cubicBezTo>
                <a:lnTo>
                  <a:pt x="712375" y="687566"/>
                </a:lnTo>
                <a:cubicBezTo>
                  <a:pt x="732282" y="686518"/>
                  <a:pt x="727615" y="676040"/>
                  <a:pt x="730187" y="658800"/>
                </a:cubicBezTo>
                <a:lnTo>
                  <a:pt x="730187" y="653561"/>
                </a:lnTo>
                <a:lnTo>
                  <a:pt x="730758" y="649847"/>
                </a:lnTo>
                <a:cubicBezTo>
                  <a:pt x="731806" y="646227"/>
                  <a:pt x="734378" y="630987"/>
                  <a:pt x="737045" y="627844"/>
                </a:cubicBezTo>
                <a:cubicBezTo>
                  <a:pt x="741807" y="619462"/>
                  <a:pt x="747998" y="612604"/>
                  <a:pt x="755904" y="604793"/>
                </a:cubicBezTo>
                <a:cubicBezTo>
                  <a:pt x="760571" y="600126"/>
                  <a:pt x="763715" y="597459"/>
                  <a:pt x="770096" y="593840"/>
                </a:cubicBezTo>
                <a:cubicBezTo>
                  <a:pt x="772763" y="591744"/>
                  <a:pt x="775811" y="590125"/>
                  <a:pt x="778478" y="588601"/>
                </a:cubicBezTo>
                <a:cubicBezTo>
                  <a:pt x="784288" y="586505"/>
                  <a:pt x="789432" y="586505"/>
                  <a:pt x="795242" y="583838"/>
                </a:cubicBezTo>
                <a:cubicBezTo>
                  <a:pt x="807815" y="583838"/>
                  <a:pt x="830866" y="579171"/>
                  <a:pt x="842391" y="585934"/>
                </a:cubicBezTo>
                <a:lnTo>
                  <a:pt x="845058" y="586982"/>
                </a:lnTo>
                <a:lnTo>
                  <a:pt x="847725" y="587553"/>
                </a:lnTo>
                <a:cubicBezTo>
                  <a:pt x="846677" y="595364"/>
                  <a:pt x="846677" y="603269"/>
                  <a:pt x="846677" y="610032"/>
                </a:cubicBezTo>
                <a:lnTo>
                  <a:pt x="847249" y="626796"/>
                </a:lnTo>
                <a:cubicBezTo>
                  <a:pt x="841438" y="625748"/>
                  <a:pt x="835724" y="624701"/>
                  <a:pt x="829437" y="624701"/>
                </a:cubicBezTo>
                <a:cubicBezTo>
                  <a:pt x="801148" y="625748"/>
                  <a:pt x="784955" y="647751"/>
                  <a:pt x="791242" y="677088"/>
                </a:cubicBezTo>
                <a:cubicBezTo>
                  <a:pt x="791242" y="677564"/>
                  <a:pt x="792861" y="679660"/>
                  <a:pt x="795433" y="682803"/>
                </a:cubicBezTo>
                <a:lnTo>
                  <a:pt x="797528" y="683851"/>
                </a:lnTo>
                <a:cubicBezTo>
                  <a:pt x="797528" y="683851"/>
                  <a:pt x="814292" y="687566"/>
                  <a:pt x="822103" y="688042"/>
                </a:cubicBezTo>
                <a:cubicBezTo>
                  <a:pt x="828865" y="688613"/>
                  <a:pt x="835247" y="689661"/>
                  <a:pt x="842486" y="689661"/>
                </a:cubicBezTo>
                <a:lnTo>
                  <a:pt x="841915" y="695948"/>
                </a:lnTo>
                <a:cubicBezTo>
                  <a:pt x="841915" y="705377"/>
                  <a:pt x="841343" y="715283"/>
                  <a:pt x="841343" y="726332"/>
                </a:cubicBezTo>
                <a:cubicBezTo>
                  <a:pt x="836676" y="725761"/>
                  <a:pt x="831913" y="724713"/>
                  <a:pt x="827151" y="724237"/>
                </a:cubicBezTo>
                <a:cubicBezTo>
                  <a:pt x="818293" y="723189"/>
                  <a:pt x="810959" y="725856"/>
                  <a:pt x="802577" y="725856"/>
                </a:cubicBezTo>
                <a:cubicBezTo>
                  <a:pt x="800481" y="725856"/>
                  <a:pt x="798386" y="727380"/>
                  <a:pt x="796862" y="728999"/>
                </a:cubicBezTo>
                <a:cubicBezTo>
                  <a:pt x="795814" y="729571"/>
                  <a:pt x="795242" y="730523"/>
                  <a:pt x="795242" y="730523"/>
                </a:cubicBezTo>
                <a:lnTo>
                  <a:pt x="793623" y="733190"/>
                </a:lnTo>
                <a:cubicBezTo>
                  <a:pt x="790956" y="748335"/>
                  <a:pt x="790956" y="762527"/>
                  <a:pt x="790956" y="777672"/>
                </a:cubicBezTo>
                <a:cubicBezTo>
                  <a:pt x="790956" y="789197"/>
                  <a:pt x="793623" y="801294"/>
                  <a:pt x="793052" y="812248"/>
                </a:cubicBezTo>
                <a:cubicBezTo>
                  <a:pt x="793052" y="814343"/>
                  <a:pt x="792480" y="817487"/>
                  <a:pt x="792480" y="819582"/>
                </a:cubicBezTo>
                <a:lnTo>
                  <a:pt x="793052" y="822725"/>
                </a:lnTo>
                <a:cubicBezTo>
                  <a:pt x="793623" y="827964"/>
                  <a:pt x="793052" y="833774"/>
                  <a:pt x="793052" y="839013"/>
                </a:cubicBezTo>
                <a:cubicBezTo>
                  <a:pt x="793052" y="857873"/>
                  <a:pt x="793052" y="880923"/>
                  <a:pt x="792004" y="902354"/>
                </a:cubicBezTo>
                <a:cubicBezTo>
                  <a:pt x="791432" y="908641"/>
                  <a:pt x="791432" y="915975"/>
                  <a:pt x="792004" y="922738"/>
                </a:cubicBezTo>
                <a:cubicBezTo>
                  <a:pt x="792575" y="926929"/>
                  <a:pt x="794099" y="931596"/>
                  <a:pt x="794099" y="936359"/>
                </a:cubicBezTo>
                <a:lnTo>
                  <a:pt x="794099" y="944264"/>
                </a:lnTo>
                <a:cubicBezTo>
                  <a:pt x="778859" y="944741"/>
                  <a:pt x="763715" y="945312"/>
                  <a:pt x="747998" y="945788"/>
                </a:cubicBezTo>
                <a:cubicBezTo>
                  <a:pt x="745427" y="945217"/>
                  <a:pt x="741712" y="944741"/>
                  <a:pt x="738092" y="945217"/>
                </a:cubicBezTo>
                <a:cubicBezTo>
                  <a:pt x="736473" y="945217"/>
                  <a:pt x="734378" y="945788"/>
                  <a:pt x="732854" y="945788"/>
                </a:cubicBezTo>
                <a:lnTo>
                  <a:pt x="733425" y="942645"/>
                </a:lnTo>
                <a:cubicBezTo>
                  <a:pt x="733425" y="939978"/>
                  <a:pt x="733425" y="936835"/>
                  <a:pt x="732377" y="933215"/>
                </a:cubicBezTo>
                <a:cubicBezTo>
                  <a:pt x="733997" y="922262"/>
                  <a:pt x="731330" y="911213"/>
                  <a:pt x="732377" y="900735"/>
                </a:cubicBezTo>
                <a:cubicBezTo>
                  <a:pt x="732377" y="894925"/>
                  <a:pt x="731806" y="889781"/>
                  <a:pt x="731330" y="884543"/>
                </a:cubicBezTo>
                <a:cubicBezTo>
                  <a:pt x="730282" y="868826"/>
                  <a:pt x="732377" y="854158"/>
                  <a:pt x="730758" y="834727"/>
                </a:cubicBezTo>
                <a:cubicBezTo>
                  <a:pt x="730187" y="829488"/>
                  <a:pt x="730187" y="791293"/>
                  <a:pt x="730187" y="785483"/>
                </a:cubicBezTo>
                <a:cubicBezTo>
                  <a:pt x="730187" y="780244"/>
                  <a:pt x="731806" y="773957"/>
                  <a:pt x="731806" y="768147"/>
                </a:cubicBezTo>
                <a:cubicBezTo>
                  <a:pt x="731234" y="759765"/>
                  <a:pt x="731806" y="753479"/>
                  <a:pt x="731234" y="744049"/>
                </a:cubicBezTo>
                <a:cubicBezTo>
                  <a:pt x="731234" y="743001"/>
                  <a:pt x="730663" y="741477"/>
                  <a:pt x="730663" y="740334"/>
                </a:cubicBezTo>
                <a:lnTo>
                  <a:pt x="729615" y="735667"/>
                </a:lnTo>
                <a:lnTo>
                  <a:pt x="727996" y="730428"/>
                </a:lnTo>
                <a:cubicBezTo>
                  <a:pt x="726377" y="724713"/>
                  <a:pt x="707612" y="723665"/>
                  <a:pt x="702374" y="724713"/>
                </a:cubicBezTo>
                <a:cubicBezTo>
                  <a:pt x="698659" y="724142"/>
                  <a:pt x="695039" y="724713"/>
                  <a:pt x="691420" y="724713"/>
                </a:cubicBezTo>
                <a:lnTo>
                  <a:pt x="688277" y="725285"/>
                </a:lnTo>
                <a:lnTo>
                  <a:pt x="688277" y="719570"/>
                </a:lnTo>
                <a:close/>
                <a:moveTo>
                  <a:pt x="718185" y="676517"/>
                </a:moveTo>
                <a:cubicBezTo>
                  <a:pt x="714470" y="677564"/>
                  <a:pt x="710279" y="677088"/>
                  <a:pt x="705040" y="677564"/>
                </a:cubicBezTo>
                <a:cubicBezTo>
                  <a:pt x="700850" y="676517"/>
                  <a:pt x="696087" y="677088"/>
                  <a:pt x="691420" y="677088"/>
                </a:cubicBezTo>
                <a:cubicBezTo>
                  <a:pt x="687229" y="677088"/>
                  <a:pt x="676180" y="674421"/>
                  <a:pt x="678275" y="682803"/>
                </a:cubicBezTo>
                <a:cubicBezTo>
                  <a:pt x="681419" y="694805"/>
                  <a:pt x="678847" y="707378"/>
                  <a:pt x="678275" y="719474"/>
                </a:cubicBezTo>
                <a:cubicBezTo>
                  <a:pt x="677704" y="726332"/>
                  <a:pt x="676180" y="733571"/>
                  <a:pt x="685038" y="735191"/>
                </a:cubicBezTo>
                <a:cubicBezTo>
                  <a:pt x="696563" y="735762"/>
                  <a:pt x="707612" y="733571"/>
                  <a:pt x="719138" y="736238"/>
                </a:cubicBezTo>
                <a:cubicBezTo>
                  <a:pt x="720185" y="738810"/>
                  <a:pt x="721233" y="743096"/>
                  <a:pt x="721233" y="744620"/>
                </a:cubicBezTo>
                <a:cubicBezTo>
                  <a:pt x="721805" y="754050"/>
                  <a:pt x="721233" y="759765"/>
                  <a:pt x="721805" y="768719"/>
                </a:cubicBezTo>
                <a:cubicBezTo>
                  <a:pt x="721805" y="774434"/>
                  <a:pt x="720281" y="780244"/>
                  <a:pt x="720281" y="785959"/>
                </a:cubicBezTo>
                <a:cubicBezTo>
                  <a:pt x="720281" y="789674"/>
                  <a:pt x="720281" y="829964"/>
                  <a:pt x="720852" y="835775"/>
                </a:cubicBezTo>
                <a:cubicBezTo>
                  <a:pt x="722376" y="854634"/>
                  <a:pt x="720281" y="869303"/>
                  <a:pt x="721328" y="885019"/>
                </a:cubicBezTo>
                <a:cubicBezTo>
                  <a:pt x="721900" y="890258"/>
                  <a:pt x="722376" y="895020"/>
                  <a:pt x="722376" y="899687"/>
                </a:cubicBezTo>
                <a:cubicBezTo>
                  <a:pt x="721328" y="910736"/>
                  <a:pt x="723995" y="922262"/>
                  <a:pt x="721805" y="932739"/>
                </a:cubicBezTo>
                <a:cubicBezTo>
                  <a:pt x="721233" y="935882"/>
                  <a:pt x="723900" y="939026"/>
                  <a:pt x="722376" y="945312"/>
                </a:cubicBezTo>
                <a:lnTo>
                  <a:pt x="721805" y="947408"/>
                </a:lnTo>
                <a:lnTo>
                  <a:pt x="721805" y="949979"/>
                </a:lnTo>
                <a:cubicBezTo>
                  <a:pt x="723900" y="959409"/>
                  <a:pt x="731806" y="955790"/>
                  <a:pt x="739140" y="955218"/>
                </a:cubicBezTo>
                <a:cubicBezTo>
                  <a:pt x="741807" y="954647"/>
                  <a:pt x="744379" y="955218"/>
                  <a:pt x="747522" y="955790"/>
                </a:cubicBezTo>
                <a:cubicBezTo>
                  <a:pt x="747522" y="955790"/>
                  <a:pt x="780002" y="955218"/>
                  <a:pt x="783717" y="954742"/>
                </a:cubicBezTo>
                <a:cubicBezTo>
                  <a:pt x="803624" y="953218"/>
                  <a:pt x="806768" y="958457"/>
                  <a:pt x="804101" y="935406"/>
                </a:cubicBezTo>
                <a:cubicBezTo>
                  <a:pt x="804101" y="930644"/>
                  <a:pt x="802481" y="926453"/>
                  <a:pt x="802005" y="922262"/>
                </a:cubicBezTo>
                <a:cubicBezTo>
                  <a:pt x="801434" y="915975"/>
                  <a:pt x="801434" y="908641"/>
                  <a:pt x="802005" y="902831"/>
                </a:cubicBezTo>
                <a:cubicBezTo>
                  <a:pt x="803053" y="881399"/>
                  <a:pt x="803053" y="857777"/>
                  <a:pt x="803053" y="838918"/>
                </a:cubicBezTo>
                <a:cubicBezTo>
                  <a:pt x="803053" y="833108"/>
                  <a:pt x="803624" y="826821"/>
                  <a:pt x="803053" y="821106"/>
                </a:cubicBezTo>
                <a:lnTo>
                  <a:pt x="802481" y="818534"/>
                </a:lnTo>
                <a:cubicBezTo>
                  <a:pt x="802481" y="817010"/>
                  <a:pt x="803053" y="814343"/>
                  <a:pt x="803053" y="812724"/>
                </a:cubicBezTo>
                <a:cubicBezTo>
                  <a:pt x="803624" y="801199"/>
                  <a:pt x="800957" y="789197"/>
                  <a:pt x="800957" y="777672"/>
                </a:cubicBezTo>
                <a:cubicBezTo>
                  <a:pt x="800957" y="763480"/>
                  <a:pt x="800957" y="750431"/>
                  <a:pt x="804101" y="736334"/>
                </a:cubicBezTo>
                <a:cubicBezTo>
                  <a:pt x="805720" y="735762"/>
                  <a:pt x="808292" y="735762"/>
                  <a:pt x="810387" y="735286"/>
                </a:cubicBezTo>
                <a:cubicBezTo>
                  <a:pt x="823532" y="732714"/>
                  <a:pt x="829723" y="735857"/>
                  <a:pt x="841820" y="736334"/>
                </a:cubicBezTo>
                <a:cubicBezTo>
                  <a:pt x="853345" y="736905"/>
                  <a:pt x="851249" y="732143"/>
                  <a:pt x="851249" y="724808"/>
                </a:cubicBezTo>
                <a:cubicBezTo>
                  <a:pt x="851249" y="715379"/>
                  <a:pt x="851821" y="705473"/>
                  <a:pt x="851821" y="696043"/>
                </a:cubicBezTo>
                <a:cubicBezTo>
                  <a:pt x="851821" y="692900"/>
                  <a:pt x="852297" y="689185"/>
                  <a:pt x="852297" y="686613"/>
                </a:cubicBezTo>
                <a:cubicBezTo>
                  <a:pt x="852297" y="682422"/>
                  <a:pt x="851249" y="677660"/>
                  <a:pt x="843915" y="679755"/>
                </a:cubicBezTo>
                <a:cubicBezTo>
                  <a:pt x="837152" y="678707"/>
                  <a:pt x="829723" y="678707"/>
                  <a:pt x="822484" y="678136"/>
                </a:cubicBezTo>
                <a:cubicBezTo>
                  <a:pt x="816197" y="677564"/>
                  <a:pt x="804672" y="674993"/>
                  <a:pt x="800957" y="674993"/>
                </a:cubicBezTo>
                <a:cubicBezTo>
                  <a:pt x="795719" y="650894"/>
                  <a:pt x="807815" y="635178"/>
                  <a:pt x="829247" y="635178"/>
                </a:cubicBezTo>
                <a:cubicBezTo>
                  <a:pt x="837152" y="635178"/>
                  <a:pt x="844487" y="636226"/>
                  <a:pt x="851249" y="637274"/>
                </a:cubicBezTo>
                <a:cubicBezTo>
                  <a:pt x="854869" y="637845"/>
                  <a:pt x="856964" y="635654"/>
                  <a:pt x="856964" y="632606"/>
                </a:cubicBezTo>
                <a:cubicBezTo>
                  <a:pt x="856964" y="616319"/>
                  <a:pt x="855345" y="601174"/>
                  <a:pt x="858012" y="584886"/>
                </a:cubicBezTo>
                <a:cubicBezTo>
                  <a:pt x="859060" y="579647"/>
                  <a:pt x="850678" y="578028"/>
                  <a:pt x="846487" y="576980"/>
                </a:cubicBezTo>
                <a:cubicBezTo>
                  <a:pt x="831818" y="568122"/>
                  <a:pt x="810387" y="574409"/>
                  <a:pt x="794099" y="573361"/>
                </a:cubicBezTo>
                <a:lnTo>
                  <a:pt x="791432" y="574409"/>
                </a:lnTo>
                <a:cubicBezTo>
                  <a:pt x="786194" y="576980"/>
                  <a:pt x="780479" y="576980"/>
                  <a:pt x="774097" y="579076"/>
                </a:cubicBezTo>
                <a:cubicBezTo>
                  <a:pt x="770954" y="580695"/>
                  <a:pt x="767810" y="582695"/>
                  <a:pt x="764667" y="584791"/>
                </a:cubicBezTo>
                <a:cubicBezTo>
                  <a:pt x="757333" y="588982"/>
                  <a:pt x="753713" y="592125"/>
                  <a:pt x="748379" y="597364"/>
                </a:cubicBezTo>
                <a:cubicBezTo>
                  <a:pt x="741045" y="605270"/>
                  <a:pt x="733711" y="613080"/>
                  <a:pt x="728472" y="622510"/>
                </a:cubicBezTo>
                <a:cubicBezTo>
                  <a:pt x="725329" y="626701"/>
                  <a:pt x="720662" y="644513"/>
                  <a:pt x="720090" y="649751"/>
                </a:cubicBezTo>
                <a:lnTo>
                  <a:pt x="720090" y="658705"/>
                </a:lnTo>
                <a:cubicBezTo>
                  <a:pt x="719042" y="665468"/>
                  <a:pt x="719042" y="671278"/>
                  <a:pt x="717995" y="676517"/>
                </a:cubicBezTo>
                <a:moveTo>
                  <a:pt x="583883" y="944741"/>
                </a:moveTo>
                <a:cubicBezTo>
                  <a:pt x="584359" y="938930"/>
                  <a:pt x="584930" y="932739"/>
                  <a:pt x="584359" y="926929"/>
                </a:cubicBezTo>
                <a:cubicBezTo>
                  <a:pt x="583883" y="923214"/>
                  <a:pt x="579692" y="918071"/>
                  <a:pt x="575501" y="920642"/>
                </a:cubicBezTo>
                <a:cubicBezTo>
                  <a:pt x="551879" y="933787"/>
                  <a:pt x="528352" y="951027"/>
                  <a:pt x="500063" y="951503"/>
                </a:cubicBezTo>
                <a:lnTo>
                  <a:pt x="492728" y="950456"/>
                </a:lnTo>
                <a:cubicBezTo>
                  <a:pt x="485870" y="951027"/>
                  <a:pt x="479108" y="947789"/>
                  <a:pt x="472821" y="947312"/>
                </a:cubicBezTo>
                <a:cubicBezTo>
                  <a:pt x="465487" y="946741"/>
                  <a:pt x="457105" y="947312"/>
                  <a:pt x="450342" y="945217"/>
                </a:cubicBezTo>
                <a:cubicBezTo>
                  <a:pt x="445580" y="944169"/>
                  <a:pt x="438341" y="939407"/>
                  <a:pt x="435102" y="936359"/>
                </a:cubicBezTo>
                <a:lnTo>
                  <a:pt x="431483" y="933215"/>
                </a:lnTo>
                <a:cubicBezTo>
                  <a:pt x="427292" y="929024"/>
                  <a:pt x="424625" y="926929"/>
                  <a:pt x="422529" y="925405"/>
                </a:cubicBezTo>
                <a:cubicBezTo>
                  <a:pt x="419862" y="922738"/>
                  <a:pt x="418910" y="919595"/>
                  <a:pt x="415671" y="917023"/>
                </a:cubicBezTo>
                <a:cubicBezTo>
                  <a:pt x="414623" y="914356"/>
                  <a:pt x="413575" y="912356"/>
                  <a:pt x="413004" y="910165"/>
                </a:cubicBezTo>
                <a:lnTo>
                  <a:pt x="409385" y="903878"/>
                </a:lnTo>
                <a:cubicBezTo>
                  <a:pt x="407765" y="899687"/>
                  <a:pt x="406241" y="897116"/>
                  <a:pt x="405194" y="893877"/>
                </a:cubicBezTo>
                <a:cubicBezTo>
                  <a:pt x="405765" y="891782"/>
                  <a:pt x="405765" y="889686"/>
                  <a:pt x="405194" y="888162"/>
                </a:cubicBezTo>
                <a:lnTo>
                  <a:pt x="403098" y="881304"/>
                </a:lnTo>
                <a:cubicBezTo>
                  <a:pt x="402526" y="877113"/>
                  <a:pt x="402050" y="871303"/>
                  <a:pt x="402050" y="867683"/>
                </a:cubicBezTo>
                <a:cubicBezTo>
                  <a:pt x="402050" y="863492"/>
                  <a:pt x="402622" y="749288"/>
                  <a:pt x="403670" y="738810"/>
                </a:cubicBezTo>
                <a:cubicBezTo>
                  <a:pt x="405289" y="724142"/>
                  <a:pt x="406241" y="709473"/>
                  <a:pt x="406241" y="695281"/>
                </a:cubicBezTo>
                <a:lnTo>
                  <a:pt x="406241" y="691090"/>
                </a:lnTo>
                <a:lnTo>
                  <a:pt x="414147" y="691090"/>
                </a:lnTo>
                <a:cubicBezTo>
                  <a:pt x="414147" y="691090"/>
                  <a:pt x="457105" y="690042"/>
                  <a:pt x="460248" y="690042"/>
                </a:cubicBezTo>
                <a:lnTo>
                  <a:pt x="463963" y="692614"/>
                </a:lnTo>
                <a:cubicBezTo>
                  <a:pt x="463391" y="702615"/>
                  <a:pt x="463963" y="711950"/>
                  <a:pt x="463391" y="720903"/>
                </a:cubicBezTo>
                <a:lnTo>
                  <a:pt x="462344" y="765956"/>
                </a:lnTo>
                <a:lnTo>
                  <a:pt x="461772" y="795293"/>
                </a:lnTo>
                <a:lnTo>
                  <a:pt x="461772" y="807866"/>
                </a:lnTo>
                <a:cubicBezTo>
                  <a:pt x="461772" y="810438"/>
                  <a:pt x="462344" y="810438"/>
                  <a:pt x="462344" y="811581"/>
                </a:cubicBezTo>
                <a:lnTo>
                  <a:pt x="462915" y="812629"/>
                </a:lnTo>
                <a:lnTo>
                  <a:pt x="462915" y="821582"/>
                </a:lnTo>
                <a:cubicBezTo>
                  <a:pt x="462344" y="826250"/>
                  <a:pt x="462344" y="831012"/>
                  <a:pt x="462915" y="835679"/>
                </a:cubicBezTo>
                <a:cubicBezTo>
                  <a:pt x="464534" y="860349"/>
                  <a:pt x="467106" y="882828"/>
                  <a:pt x="487013" y="896449"/>
                </a:cubicBezTo>
                <a:cubicBezTo>
                  <a:pt x="497015" y="905307"/>
                  <a:pt x="522637" y="908450"/>
                  <a:pt x="536258" y="908450"/>
                </a:cubicBezTo>
                <a:cubicBezTo>
                  <a:pt x="558260" y="905879"/>
                  <a:pt x="567690" y="893306"/>
                  <a:pt x="575501" y="879113"/>
                </a:cubicBezTo>
                <a:cubicBezTo>
                  <a:pt x="576548" y="878066"/>
                  <a:pt x="576548" y="877018"/>
                  <a:pt x="577120" y="875970"/>
                </a:cubicBezTo>
                <a:lnTo>
                  <a:pt x="578644" y="871303"/>
                </a:lnTo>
                <a:lnTo>
                  <a:pt x="580739" y="866064"/>
                </a:lnTo>
                <a:cubicBezTo>
                  <a:pt x="581787" y="863969"/>
                  <a:pt x="582359" y="861397"/>
                  <a:pt x="582835" y="858730"/>
                </a:cubicBezTo>
                <a:lnTo>
                  <a:pt x="584359" y="853015"/>
                </a:lnTo>
                <a:lnTo>
                  <a:pt x="585978" y="849872"/>
                </a:lnTo>
                <a:cubicBezTo>
                  <a:pt x="586550" y="848348"/>
                  <a:pt x="587026" y="847205"/>
                  <a:pt x="587026" y="845681"/>
                </a:cubicBezTo>
                <a:lnTo>
                  <a:pt x="588645" y="834155"/>
                </a:lnTo>
                <a:cubicBezTo>
                  <a:pt x="591217" y="818439"/>
                  <a:pt x="587026" y="732524"/>
                  <a:pt x="587026" y="730428"/>
                </a:cubicBezTo>
                <a:cubicBezTo>
                  <a:pt x="585978" y="719951"/>
                  <a:pt x="586454" y="708997"/>
                  <a:pt x="585978" y="698996"/>
                </a:cubicBezTo>
                <a:cubicBezTo>
                  <a:pt x="585978" y="697948"/>
                  <a:pt x="585407" y="696900"/>
                  <a:pt x="585407" y="693757"/>
                </a:cubicBezTo>
                <a:lnTo>
                  <a:pt x="585407" y="690137"/>
                </a:lnTo>
                <a:cubicBezTo>
                  <a:pt x="587502" y="690614"/>
                  <a:pt x="598551" y="690137"/>
                  <a:pt x="609505" y="689566"/>
                </a:cubicBezTo>
                <a:lnTo>
                  <a:pt x="641509" y="688518"/>
                </a:lnTo>
                <a:lnTo>
                  <a:pt x="641509" y="694233"/>
                </a:lnTo>
                <a:cubicBezTo>
                  <a:pt x="641509" y="708902"/>
                  <a:pt x="638365" y="725189"/>
                  <a:pt x="640937" y="739286"/>
                </a:cubicBezTo>
                <a:cubicBezTo>
                  <a:pt x="641509" y="753955"/>
                  <a:pt x="640366" y="883304"/>
                  <a:pt x="642557" y="901116"/>
                </a:cubicBezTo>
                <a:cubicBezTo>
                  <a:pt x="644652" y="908450"/>
                  <a:pt x="641509" y="936168"/>
                  <a:pt x="640937" y="945693"/>
                </a:cubicBezTo>
                <a:lnTo>
                  <a:pt x="636175" y="945693"/>
                </a:lnTo>
                <a:cubicBezTo>
                  <a:pt x="628364" y="945693"/>
                  <a:pt x="620935" y="946169"/>
                  <a:pt x="613124" y="945693"/>
                </a:cubicBezTo>
                <a:lnTo>
                  <a:pt x="599980" y="944645"/>
                </a:lnTo>
                <a:cubicBezTo>
                  <a:pt x="595313" y="944645"/>
                  <a:pt x="589502" y="944169"/>
                  <a:pt x="583787" y="944645"/>
                </a:cubicBezTo>
                <a:moveTo>
                  <a:pt x="409861" y="925310"/>
                </a:moveTo>
                <a:cubicBezTo>
                  <a:pt x="412433" y="931120"/>
                  <a:pt x="419291" y="935787"/>
                  <a:pt x="424529" y="939978"/>
                </a:cubicBezTo>
                <a:lnTo>
                  <a:pt x="428149" y="943598"/>
                </a:lnTo>
                <a:cubicBezTo>
                  <a:pt x="432340" y="947312"/>
                  <a:pt x="440722" y="953027"/>
                  <a:pt x="447008" y="954551"/>
                </a:cubicBezTo>
                <a:cubicBezTo>
                  <a:pt x="454914" y="957218"/>
                  <a:pt x="463772" y="956075"/>
                  <a:pt x="471583" y="957218"/>
                </a:cubicBezTo>
                <a:cubicBezTo>
                  <a:pt x="478441" y="957790"/>
                  <a:pt x="485204" y="960933"/>
                  <a:pt x="492538" y="960362"/>
                </a:cubicBezTo>
                <a:lnTo>
                  <a:pt x="499396" y="961409"/>
                </a:lnTo>
                <a:cubicBezTo>
                  <a:pt x="523970" y="961409"/>
                  <a:pt x="558070" y="946741"/>
                  <a:pt x="574358" y="927881"/>
                </a:cubicBezTo>
                <a:cubicBezTo>
                  <a:pt x="574929" y="934168"/>
                  <a:pt x="573786" y="941026"/>
                  <a:pt x="573786" y="947217"/>
                </a:cubicBezTo>
                <a:lnTo>
                  <a:pt x="573215" y="949789"/>
                </a:lnTo>
                <a:cubicBezTo>
                  <a:pt x="573215" y="956075"/>
                  <a:pt x="577406" y="956075"/>
                  <a:pt x="582168" y="955028"/>
                </a:cubicBezTo>
                <a:cubicBezTo>
                  <a:pt x="587407" y="953980"/>
                  <a:pt x="593122" y="954456"/>
                  <a:pt x="599408" y="954456"/>
                </a:cubicBezTo>
                <a:lnTo>
                  <a:pt x="612553" y="955504"/>
                </a:lnTo>
                <a:cubicBezTo>
                  <a:pt x="620935" y="955980"/>
                  <a:pt x="628269" y="955504"/>
                  <a:pt x="636080" y="955504"/>
                </a:cubicBezTo>
                <a:cubicBezTo>
                  <a:pt x="640842" y="955504"/>
                  <a:pt x="651320" y="960171"/>
                  <a:pt x="651320" y="951789"/>
                </a:cubicBezTo>
                <a:cubicBezTo>
                  <a:pt x="650272" y="937597"/>
                  <a:pt x="655511" y="909403"/>
                  <a:pt x="652367" y="898354"/>
                </a:cubicBezTo>
                <a:cubicBezTo>
                  <a:pt x="650272" y="879971"/>
                  <a:pt x="651796" y="750050"/>
                  <a:pt x="650748" y="737477"/>
                </a:cubicBezTo>
                <a:cubicBezTo>
                  <a:pt x="648653" y="724332"/>
                  <a:pt x="651320" y="708140"/>
                  <a:pt x="651796" y="694519"/>
                </a:cubicBezTo>
                <a:cubicBezTo>
                  <a:pt x="651796" y="681946"/>
                  <a:pt x="652367" y="678326"/>
                  <a:pt x="639794" y="678326"/>
                </a:cubicBezTo>
                <a:lnTo>
                  <a:pt x="608838" y="679374"/>
                </a:lnTo>
                <a:cubicBezTo>
                  <a:pt x="596837" y="679946"/>
                  <a:pt x="587407" y="679946"/>
                  <a:pt x="586835" y="679946"/>
                </a:cubicBezTo>
                <a:cubicBezTo>
                  <a:pt x="579501" y="678898"/>
                  <a:pt x="577406" y="677850"/>
                  <a:pt x="574262" y="684613"/>
                </a:cubicBezTo>
                <a:lnTo>
                  <a:pt x="575310" y="691947"/>
                </a:lnTo>
                <a:cubicBezTo>
                  <a:pt x="574739" y="693471"/>
                  <a:pt x="575310" y="695662"/>
                  <a:pt x="575882" y="699281"/>
                </a:cubicBezTo>
                <a:cubicBezTo>
                  <a:pt x="576453" y="709283"/>
                  <a:pt x="575882" y="720713"/>
                  <a:pt x="576929" y="731190"/>
                </a:cubicBezTo>
                <a:cubicBezTo>
                  <a:pt x="576929" y="733762"/>
                  <a:pt x="580549" y="819773"/>
                  <a:pt x="578453" y="832250"/>
                </a:cubicBezTo>
                <a:lnTo>
                  <a:pt x="576358" y="845395"/>
                </a:lnTo>
                <a:lnTo>
                  <a:pt x="574262" y="849586"/>
                </a:lnTo>
                <a:lnTo>
                  <a:pt x="573215" y="855872"/>
                </a:lnTo>
                <a:cubicBezTo>
                  <a:pt x="572643" y="858444"/>
                  <a:pt x="571595" y="860063"/>
                  <a:pt x="571119" y="861683"/>
                </a:cubicBezTo>
                <a:lnTo>
                  <a:pt x="569024" y="867398"/>
                </a:lnTo>
                <a:cubicBezTo>
                  <a:pt x="568452" y="868445"/>
                  <a:pt x="567976" y="869969"/>
                  <a:pt x="567976" y="871112"/>
                </a:cubicBezTo>
                <a:lnTo>
                  <a:pt x="566928" y="873684"/>
                </a:lnTo>
                <a:cubicBezTo>
                  <a:pt x="559022" y="886829"/>
                  <a:pt x="552260" y="896163"/>
                  <a:pt x="535496" y="898354"/>
                </a:cubicBezTo>
                <a:cubicBezTo>
                  <a:pt x="525018" y="897782"/>
                  <a:pt x="500920" y="895687"/>
                  <a:pt x="493014" y="888353"/>
                </a:cubicBezTo>
                <a:cubicBezTo>
                  <a:pt x="476822" y="877399"/>
                  <a:pt x="474155" y="859587"/>
                  <a:pt x="472535" y="834441"/>
                </a:cubicBezTo>
                <a:cubicBezTo>
                  <a:pt x="471964" y="830250"/>
                  <a:pt x="471964" y="826059"/>
                  <a:pt x="472535" y="821868"/>
                </a:cubicBezTo>
                <a:lnTo>
                  <a:pt x="472535" y="816058"/>
                </a:lnTo>
                <a:cubicBezTo>
                  <a:pt x="472535" y="813962"/>
                  <a:pt x="472535" y="811867"/>
                  <a:pt x="471964" y="810343"/>
                </a:cubicBezTo>
                <a:lnTo>
                  <a:pt x="471392" y="807771"/>
                </a:lnTo>
                <a:lnTo>
                  <a:pt x="471392" y="795198"/>
                </a:lnTo>
                <a:lnTo>
                  <a:pt x="471964" y="765861"/>
                </a:lnTo>
                <a:lnTo>
                  <a:pt x="473012" y="721284"/>
                </a:lnTo>
                <a:cubicBezTo>
                  <a:pt x="473583" y="712426"/>
                  <a:pt x="473012" y="702996"/>
                  <a:pt x="473583" y="692995"/>
                </a:cubicBezTo>
                <a:lnTo>
                  <a:pt x="474155" y="689280"/>
                </a:lnTo>
                <a:cubicBezTo>
                  <a:pt x="474726" y="678803"/>
                  <a:pt x="468440" y="680898"/>
                  <a:pt x="461010" y="679850"/>
                </a:cubicBezTo>
                <a:cubicBezTo>
                  <a:pt x="457867" y="679850"/>
                  <a:pt x="413290" y="680898"/>
                  <a:pt x="413290" y="680898"/>
                </a:cubicBezTo>
                <a:cubicBezTo>
                  <a:pt x="392811" y="681470"/>
                  <a:pt x="396050" y="675659"/>
                  <a:pt x="396050" y="695090"/>
                </a:cubicBezTo>
                <a:cubicBezTo>
                  <a:pt x="396050" y="709283"/>
                  <a:pt x="394430" y="723380"/>
                  <a:pt x="393383" y="737477"/>
                </a:cubicBezTo>
                <a:cubicBezTo>
                  <a:pt x="392335" y="747954"/>
                  <a:pt x="391763" y="863207"/>
                  <a:pt x="391763" y="867398"/>
                </a:cubicBezTo>
                <a:cubicBezTo>
                  <a:pt x="391763" y="871589"/>
                  <a:pt x="392335" y="877875"/>
                  <a:pt x="393383" y="883590"/>
                </a:cubicBezTo>
                <a:lnTo>
                  <a:pt x="393954" y="886162"/>
                </a:lnTo>
                <a:lnTo>
                  <a:pt x="395002" y="889877"/>
                </a:lnTo>
                <a:cubicBezTo>
                  <a:pt x="395573" y="890448"/>
                  <a:pt x="395573" y="890924"/>
                  <a:pt x="395002" y="895115"/>
                </a:cubicBezTo>
                <a:cubicBezTo>
                  <a:pt x="396621" y="899306"/>
                  <a:pt x="398145" y="903497"/>
                  <a:pt x="400241" y="907688"/>
                </a:cubicBezTo>
                <a:lnTo>
                  <a:pt x="403384" y="913975"/>
                </a:lnTo>
                <a:cubicBezTo>
                  <a:pt x="404432" y="916070"/>
                  <a:pt x="405479" y="918166"/>
                  <a:pt x="410242" y="925500"/>
                </a:cubicBezTo>
                <a:lnTo>
                  <a:pt x="409670" y="925024"/>
                </a:lnTo>
                <a:close/>
                <a:moveTo>
                  <a:pt x="186690" y="676517"/>
                </a:moveTo>
                <a:cubicBezTo>
                  <a:pt x="185166" y="675469"/>
                  <a:pt x="183547" y="675469"/>
                  <a:pt x="181928" y="675469"/>
                </a:cubicBezTo>
                <a:cubicBezTo>
                  <a:pt x="179832" y="675469"/>
                  <a:pt x="177737" y="676517"/>
                  <a:pt x="176689" y="677088"/>
                </a:cubicBezTo>
                <a:cubicBezTo>
                  <a:pt x="168878" y="681755"/>
                  <a:pt x="157829" y="723761"/>
                  <a:pt x="154686" y="735191"/>
                </a:cubicBezTo>
                <a:cubicBezTo>
                  <a:pt x="154686" y="742525"/>
                  <a:pt x="141065" y="782816"/>
                  <a:pt x="137446" y="788626"/>
                </a:cubicBezTo>
                <a:cubicBezTo>
                  <a:pt x="136874" y="789674"/>
                  <a:pt x="135922" y="790721"/>
                  <a:pt x="135922" y="792341"/>
                </a:cubicBezTo>
                <a:cubicBezTo>
                  <a:pt x="134874" y="793388"/>
                  <a:pt x="134398" y="794436"/>
                  <a:pt x="133826" y="795484"/>
                </a:cubicBezTo>
                <a:cubicBezTo>
                  <a:pt x="124968" y="813772"/>
                  <a:pt x="157353" y="812248"/>
                  <a:pt x="165830" y="812724"/>
                </a:cubicBezTo>
                <a:cubicBezTo>
                  <a:pt x="184690" y="814343"/>
                  <a:pt x="204597" y="818534"/>
                  <a:pt x="224504" y="812724"/>
                </a:cubicBezTo>
                <a:lnTo>
                  <a:pt x="228219" y="812248"/>
                </a:lnTo>
                <a:cubicBezTo>
                  <a:pt x="242888" y="810629"/>
                  <a:pt x="236601" y="804342"/>
                  <a:pt x="233458" y="794912"/>
                </a:cubicBezTo>
                <a:cubicBezTo>
                  <a:pt x="229743" y="781292"/>
                  <a:pt x="222980" y="769290"/>
                  <a:pt x="217265" y="756622"/>
                </a:cubicBezTo>
                <a:cubicBezTo>
                  <a:pt x="215646" y="751955"/>
                  <a:pt x="214598" y="747764"/>
                  <a:pt x="212503" y="743477"/>
                </a:cubicBezTo>
                <a:cubicBezTo>
                  <a:pt x="209931" y="736143"/>
                  <a:pt x="206216" y="729380"/>
                  <a:pt x="205169" y="720998"/>
                </a:cubicBezTo>
                <a:cubicBezTo>
                  <a:pt x="203644" y="713664"/>
                  <a:pt x="202597" y="708425"/>
                  <a:pt x="200501" y="702710"/>
                </a:cubicBezTo>
                <a:cubicBezTo>
                  <a:pt x="197358" y="695376"/>
                  <a:pt x="195263" y="688042"/>
                  <a:pt x="190024" y="679088"/>
                </a:cubicBezTo>
                <a:cubicBezTo>
                  <a:pt x="188976" y="678041"/>
                  <a:pt x="187928" y="676993"/>
                  <a:pt x="186881" y="676517"/>
                </a:cubicBezTo>
                <a:moveTo>
                  <a:pt x="223076" y="802723"/>
                </a:moveTo>
                <a:lnTo>
                  <a:pt x="220504" y="803294"/>
                </a:lnTo>
                <a:cubicBezTo>
                  <a:pt x="203168" y="808533"/>
                  <a:pt x="184309" y="804342"/>
                  <a:pt x="167069" y="802723"/>
                </a:cubicBezTo>
                <a:cubicBezTo>
                  <a:pt x="160782" y="802247"/>
                  <a:pt x="148209" y="802723"/>
                  <a:pt x="142970" y="800627"/>
                </a:cubicBezTo>
                <a:cubicBezTo>
                  <a:pt x="142970" y="800246"/>
                  <a:pt x="143668" y="799199"/>
                  <a:pt x="145066" y="797484"/>
                </a:cubicBezTo>
                <a:lnTo>
                  <a:pt x="146114" y="793769"/>
                </a:lnTo>
                <a:cubicBezTo>
                  <a:pt x="150781" y="786435"/>
                  <a:pt x="164402" y="745573"/>
                  <a:pt x="164973" y="736143"/>
                </a:cubicBezTo>
                <a:cubicBezTo>
                  <a:pt x="170212" y="718808"/>
                  <a:pt x="174974" y="701567"/>
                  <a:pt x="183261" y="686327"/>
                </a:cubicBezTo>
                <a:cubicBezTo>
                  <a:pt x="185833" y="692614"/>
                  <a:pt x="188024" y="699472"/>
                  <a:pt x="191167" y="705663"/>
                </a:cubicBezTo>
                <a:cubicBezTo>
                  <a:pt x="193262" y="711378"/>
                  <a:pt x="193739" y="716141"/>
                  <a:pt x="195358" y="722427"/>
                </a:cubicBezTo>
                <a:cubicBezTo>
                  <a:pt x="196406" y="731285"/>
                  <a:pt x="200597" y="738620"/>
                  <a:pt x="203264" y="747573"/>
                </a:cubicBezTo>
                <a:cubicBezTo>
                  <a:pt x="204311" y="749669"/>
                  <a:pt x="205359" y="751764"/>
                  <a:pt x="205835" y="753860"/>
                </a:cubicBezTo>
                <a:lnTo>
                  <a:pt x="207931" y="760146"/>
                </a:lnTo>
                <a:cubicBezTo>
                  <a:pt x="213646" y="772719"/>
                  <a:pt x="220504" y="784816"/>
                  <a:pt x="224123" y="797865"/>
                </a:cubicBezTo>
                <a:lnTo>
                  <a:pt x="226219" y="802056"/>
                </a:lnTo>
                <a:lnTo>
                  <a:pt x="223076" y="802532"/>
                </a:lnTo>
                <a:close/>
                <a:moveTo>
                  <a:pt x="11525" y="943883"/>
                </a:moveTo>
                <a:cubicBezTo>
                  <a:pt x="16764" y="935501"/>
                  <a:pt x="20955" y="927691"/>
                  <a:pt x="24098" y="919785"/>
                </a:cubicBezTo>
                <a:cubicBezTo>
                  <a:pt x="27813" y="910927"/>
                  <a:pt x="61341" y="814534"/>
                  <a:pt x="65532" y="802437"/>
                </a:cubicBezTo>
                <a:cubicBezTo>
                  <a:pt x="65532" y="801389"/>
                  <a:pt x="66104" y="800342"/>
                  <a:pt x="66104" y="798818"/>
                </a:cubicBezTo>
                <a:cubicBezTo>
                  <a:pt x="70295" y="790912"/>
                  <a:pt x="72866" y="777291"/>
                  <a:pt x="78677" y="769957"/>
                </a:cubicBezTo>
                <a:cubicBezTo>
                  <a:pt x="79724" y="766242"/>
                  <a:pt x="80772" y="762623"/>
                  <a:pt x="81820" y="759956"/>
                </a:cubicBezTo>
                <a:cubicBezTo>
                  <a:pt x="82868" y="757384"/>
                  <a:pt x="84963" y="754717"/>
                  <a:pt x="86487" y="750526"/>
                </a:cubicBezTo>
                <a:cubicBezTo>
                  <a:pt x="87535" y="747954"/>
                  <a:pt x="90202" y="740525"/>
                  <a:pt x="93345" y="731190"/>
                </a:cubicBezTo>
                <a:lnTo>
                  <a:pt x="108014" y="689852"/>
                </a:lnTo>
                <a:cubicBezTo>
                  <a:pt x="119063" y="659467"/>
                  <a:pt x="130016" y="629082"/>
                  <a:pt x="131636" y="625463"/>
                </a:cubicBezTo>
                <a:cubicBezTo>
                  <a:pt x="135827" y="617557"/>
                  <a:pt x="140589" y="610223"/>
                  <a:pt x="142113" y="607175"/>
                </a:cubicBezTo>
                <a:cubicBezTo>
                  <a:pt x="143161" y="604508"/>
                  <a:pt x="143637" y="601936"/>
                  <a:pt x="144209" y="600317"/>
                </a:cubicBezTo>
                <a:lnTo>
                  <a:pt x="145256" y="597173"/>
                </a:lnTo>
                <a:cubicBezTo>
                  <a:pt x="145733" y="595554"/>
                  <a:pt x="147352" y="592982"/>
                  <a:pt x="147828" y="591935"/>
                </a:cubicBezTo>
                <a:cubicBezTo>
                  <a:pt x="148400" y="590315"/>
                  <a:pt x="148876" y="588791"/>
                  <a:pt x="151543" y="586696"/>
                </a:cubicBezTo>
                <a:cubicBezTo>
                  <a:pt x="154115" y="587267"/>
                  <a:pt x="156210" y="587267"/>
                  <a:pt x="158306" y="587267"/>
                </a:cubicBezTo>
                <a:cubicBezTo>
                  <a:pt x="160401" y="587267"/>
                  <a:pt x="162020" y="586696"/>
                  <a:pt x="164592" y="586696"/>
                </a:cubicBezTo>
                <a:cubicBezTo>
                  <a:pt x="179737" y="585077"/>
                  <a:pt x="194977" y="587267"/>
                  <a:pt x="208121" y="585077"/>
                </a:cubicBezTo>
                <a:cubicBezTo>
                  <a:pt x="212312" y="584029"/>
                  <a:pt x="215932" y="584029"/>
                  <a:pt x="218599" y="584029"/>
                </a:cubicBezTo>
                <a:cubicBezTo>
                  <a:pt x="224885" y="597173"/>
                  <a:pt x="229076" y="610794"/>
                  <a:pt x="236411" y="623272"/>
                </a:cubicBezTo>
                <a:cubicBezTo>
                  <a:pt x="241173" y="636893"/>
                  <a:pt x="245269" y="651561"/>
                  <a:pt x="250031" y="667277"/>
                </a:cubicBezTo>
                <a:cubicBezTo>
                  <a:pt x="251079" y="668897"/>
                  <a:pt x="251555" y="671468"/>
                  <a:pt x="252127" y="674135"/>
                </a:cubicBezTo>
                <a:cubicBezTo>
                  <a:pt x="253746" y="677279"/>
                  <a:pt x="273082" y="729666"/>
                  <a:pt x="275749" y="736524"/>
                </a:cubicBezTo>
                <a:cubicBezTo>
                  <a:pt x="278892" y="743287"/>
                  <a:pt x="280511" y="750145"/>
                  <a:pt x="282607" y="757479"/>
                </a:cubicBezTo>
                <a:cubicBezTo>
                  <a:pt x="285179" y="763766"/>
                  <a:pt x="288893" y="770624"/>
                  <a:pt x="290989" y="776815"/>
                </a:cubicBezTo>
                <a:cubicBezTo>
                  <a:pt x="291465" y="778910"/>
                  <a:pt x="292037" y="780530"/>
                  <a:pt x="292513" y="782054"/>
                </a:cubicBezTo>
                <a:lnTo>
                  <a:pt x="294132" y="785673"/>
                </a:lnTo>
                <a:lnTo>
                  <a:pt x="296228" y="790912"/>
                </a:lnTo>
                <a:lnTo>
                  <a:pt x="298799" y="796627"/>
                </a:lnTo>
                <a:cubicBezTo>
                  <a:pt x="299847" y="809771"/>
                  <a:pt x="306134" y="820725"/>
                  <a:pt x="310801" y="832822"/>
                </a:cubicBezTo>
                <a:cubicBezTo>
                  <a:pt x="313468" y="839680"/>
                  <a:pt x="317087" y="845966"/>
                  <a:pt x="320231" y="852158"/>
                </a:cubicBezTo>
                <a:lnTo>
                  <a:pt x="322326" y="857396"/>
                </a:lnTo>
                <a:cubicBezTo>
                  <a:pt x="323945" y="859492"/>
                  <a:pt x="352711" y="929691"/>
                  <a:pt x="354806" y="937502"/>
                </a:cubicBezTo>
                <a:cubicBezTo>
                  <a:pt x="355378" y="940169"/>
                  <a:pt x="356425" y="942740"/>
                  <a:pt x="356902" y="945407"/>
                </a:cubicBezTo>
                <a:cubicBezTo>
                  <a:pt x="354235" y="944836"/>
                  <a:pt x="351187" y="944360"/>
                  <a:pt x="347472" y="943883"/>
                </a:cubicBezTo>
                <a:cubicBezTo>
                  <a:pt x="339090" y="942836"/>
                  <a:pt x="330708" y="941788"/>
                  <a:pt x="321278" y="941788"/>
                </a:cubicBezTo>
                <a:cubicBezTo>
                  <a:pt x="309277" y="942359"/>
                  <a:pt x="297752" y="941312"/>
                  <a:pt x="284131" y="941788"/>
                </a:cubicBezTo>
                <a:cubicBezTo>
                  <a:pt x="277273" y="929215"/>
                  <a:pt x="276797" y="913499"/>
                  <a:pt x="270986" y="900449"/>
                </a:cubicBezTo>
                <a:lnTo>
                  <a:pt x="268891" y="895782"/>
                </a:lnTo>
                <a:cubicBezTo>
                  <a:pt x="268319" y="894734"/>
                  <a:pt x="267843" y="893115"/>
                  <a:pt x="267367" y="892067"/>
                </a:cubicBezTo>
                <a:lnTo>
                  <a:pt x="265271" y="887400"/>
                </a:lnTo>
                <a:cubicBezTo>
                  <a:pt x="264224" y="884733"/>
                  <a:pt x="263176" y="882161"/>
                  <a:pt x="261080" y="879018"/>
                </a:cubicBezTo>
                <a:cubicBezTo>
                  <a:pt x="259461" y="869017"/>
                  <a:pt x="254222" y="857492"/>
                  <a:pt x="242221" y="862254"/>
                </a:cubicBezTo>
                <a:cubicBezTo>
                  <a:pt x="239078" y="863302"/>
                  <a:pt x="226505" y="862254"/>
                  <a:pt x="223361" y="861778"/>
                </a:cubicBezTo>
                <a:cubicBezTo>
                  <a:pt x="212312" y="861778"/>
                  <a:pt x="200882" y="863873"/>
                  <a:pt x="189833" y="863302"/>
                </a:cubicBezTo>
                <a:cubicBezTo>
                  <a:pt x="165259" y="861778"/>
                  <a:pt x="141161" y="860159"/>
                  <a:pt x="117539" y="862254"/>
                </a:cubicBezTo>
                <a:cubicBezTo>
                  <a:pt x="114395" y="863302"/>
                  <a:pt x="111252" y="865397"/>
                  <a:pt x="109633" y="869112"/>
                </a:cubicBezTo>
                <a:lnTo>
                  <a:pt x="106490" y="871684"/>
                </a:lnTo>
                <a:cubicBezTo>
                  <a:pt x="99155" y="880066"/>
                  <a:pt x="87630" y="920928"/>
                  <a:pt x="86011" y="929310"/>
                </a:cubicBezTo>
                <a:lnTo>
                  <a:pt x="80296" y="948646"/>
                </a:lnTo>
                <a:cubicBezTo>
                  <a:pt x="68294" y="947598"/>
                  <a:pt x="55721" y="950741"/>
                  <a:pt x="43148" y="949217"/>
                </a:cubicBezTo>
                <a:cubicBezTo>
                  <a:pt x="40005" y="948646"/>
                  <a:pt x="36862" y="947122"/>
                  <a:pt x="33719" y="947122"/>
                </a:cubicBezTo>
                <a:cubicBezTo>
                  <a:pt x="29528" y="946074"/>
                  <a:pt x="28004" y="945598"/>
                  <a:pt x="26384" y="945598"/>
                </a:cubicBezTo>
                <a:lnTo>
                  <a:pt x="21622" y="944550"/>
                </a:lnTo>
                <a:cubicBezTo>
                  <a:pt x="20574" y="944550"/>
                  <a:pt x="19050" y="944074"/>
                  <a:pt x="16955" y="944074"/>
                </a:cubicBezTo>
                <a:lnTo>
                  <a:pt x="11716" y="944074"/>
                </a:lnTo>
                <a:close/>
                <a:moveTo>
                  <a:pt x="247841" y="871589"/>
                </a:moveTo>
                <a:lnTo>
                  <a:pt x="249936" y="875780"/>
                </a:lnTo>
                <a:cubicBezTo>
                  <a:pt x="250508" y="877875"/>
                  <a:pt x="250984" y="879494"/>
                  <a:pt x="252031" y="883114"/>
                </a:cubicBezTo>
                <a:cubicBezTo>
                  <a:pt x="253651" y="885781"/>
                  <a:pt x="254603" y="888353"/>
                  <a:pt x="256223" y="891020"/>
                </a:cubicBezTo>
                <a:lnTo>
                  <a:pt x="257747" y="895687"/>
                </a:lnTo>
                <a:cubicBezTo>
                  <a:pt x="258318" y="897211"/>
                  <a:pt x="259366" y="898830"/>
                  <a:pt x="260414" y="900354"/>
                </a:cubicBezTo>
                <a:cubicBezTo>
                  <a:pt x="260414" y="901402"/>
                  <a:pt x="260985" y="901878"/>
                  <a:pt x="261938" y="904069"/>
                </a:cubicBezTo>
                <a:cubicBezTo>
                  <a:pt x="267176" y="917690"/>
                  <a:pt x="268224" y="932834"/>
                  <a:pt x="275082" y="945979"/>
                </a:cubicBezTo>
                <a:cubicBezTo>
                  <a:pt x="276130" y="952265"/>
                  <a:pt x="278225" y="953885"/>
                  <a:pt x="285083" y="952742"/>
                </a:cubicBezTo>
                <a:cubicBezTo>
                  <a:pt x="297656" y="951218"/>
                  <a:pt x="309658" y="952742"/>
                  <a:pt x="321183" y="952265"/>
                </a:cubicBezTo>
                <a:cubicBezTo>
                  <a:pt x="330137" y="952265"/>
                  <a:pt x="337947" y="952742"/>
                  <a:pt x="345853" y="953789"/>
                </a:cubicBezTo>
                <a:cubicBezTo>
                  <a:pt x="352139" y="954837"/>
                  <a:pt x="358426" y="955885"/>
                  <a:pt x="363665" y="955885"/>
                </a:cubicBezTo>
                <a:cubicBezTo>
                  <a:pt x="373571" y="955885"/>
                  <a:pt x="365284" y="939121"/>
                  <a:pt x="364236" y="934930"/>
                </a:cubicBezTo>
                <a:cubicBezTo>
                  <a:pt x="362617" y="927024"/>
                  <a:pt x="335375" y="860540"/>
                  <a:pt x="331184" y="852729"/>
                </a:cubicBezTo>
                <a:lnTo>
                  <a:pt x="329089" y="848062"/>
                </a:lnTo>
                <a:cubicBezTo>
                  <a:pt x="325946" y="841775"/>
                  <a:pt x="322231" y="835489"/>
                  <a:pt x="320231" y="829202"/>
                </a:cubicBezTo>
                <a:cubicBezTo>
                  <a:pt x="315468" y="817677"/>
                  <a:pt x="309753" y="807200"/>
                  <a:pt x="308134" y="793007"/>
                </a:cubicBezTo>
                <a:cubicBezTo>
                  <a:pt x="304991" y="786721"/>
                  <a:pt x="302895" y="780434"/>
                  <a:pt x="300323" y="773672"/>
                </a:cubicBezTo>
                <a:cubicBezTo>
                  <a:pt x="298228" y="767385"/>
                  <a:pt x="294513" y="761099"/>
                  <a:pt x="291941" y="754336"/>
                </a:cubicBezTo>
                <a:cubicBezTo>
                  <a:pt x="289846" y="747002"/>
                  <a:pt x="288227" y="740144"/>
                  <a:pt x="285083" y="732905"/>
                </a:cubicBezTo>
                <a:cubicBezTo>
                  <a:pt x="281940" y="725570"/>
                  <a:pt x="263081" y="673659"/>
                  <a:pt x="261461" y="670040"/>
                </a:cubicBezTo>
                <a:lnTo>
                  <a:pt x="260414" y="667373"/>
                </a:lnTo>
                <a:cubicBezTo>
                  <a:pt x="260414" y="665849"/>
                  <a:pt x="259366" y="664229"/>
                  <a:pt x="258794" y="662705"/>
                </a:cubicBezTo>
                <a:cubicBezTo>
                  <a:pt x="254603" y="648037"/>
                  <a:pt x="250412" y="633368"/>
                  <a:pt x="245174" y="618700"/>
                </a:cubicBezTo>
                <a:cubicBezTo>
                  <a:pt x="241459" y="611842"/>
                  <a:pt x="238316" y="605079"/>
                  <a:pt x="235172" y="597745"/>
                </a:cubicBezTo>
                <a:cubicBezTo>
                  <a:pt x="226790" y="577266"/>
                  <a:pt x="229934" y="570980"/>
                  <a:pt x="206407" y="575266"/>
                </a:cubicBezTo>
                <a:cubicBezTo>
                  <a:pt x="193262" y="577361"/>
                  <a:pt x="178118" y="575266"/>
                  <a:pt x="163449" y="576790"/>
                </a:cubicBezTo>
                <a:cubicBezTo>
                  <a:pt x="161354" y="576790"/>
                  <a:pt x="159734" y="577361"/>
                  <a:pt x="158210" y="577361"/>
                </a:cubicBezTo>
                <a:cubicBezTo>
                  <a:pt x="151448" y="577361"/>
                  <a:pt x="149352" y="575742"/>
                  <a:pt x="140970" y="581552"/>
                </a:cubicBezTo>
                <a:cubicBezTo>
                  <a:pt x="140494" y="583076"/>
                  <a:pt x="139922" y="585172"/>
                  <a:pt x="138875" y="587267"/>
                </a:cubicBezTo>
                <a:cubicBezTo>
                  <a:pt x="137351" y="589839"/>
                  <a:pt x="136208" y="591935"/>
                  <a:pt x="135160" y="594602"/>
                </a:cubicBezTo>
                <a:lnTo>
                  <a:pt x="134112" y="598221"/>
                </a:lnTo>
                <a:cubicBezTo>
                  <a:pt x="134112" y="599840"/>
                  <a:pt x="133636" y="601364"/>
                  <a:pt x="133064" y="602888"/>
                </a:cubicBezTo>
                <a:cubicBezTo>
                  <a:pt x="131540" y="605555"/>
                  <a:pt x="126778" y="612890"/>
                  <a:pt x="122587" y="620700"/>
                </a:cubicBezTo>
                <a:cubicBezTo>
                  <a:pt x="120491" y="625367"/>
                  <a:pt x="108966" y="656324"/>
                  <a:pt x="98489" y="686137"/>
                </a:cubicBezTo>
                <a:lnTo>
                  <a:pt x="83820" y="727475"/>
                </a:lnTo>
                <a:cubicBezTo>
                  <a:pt x="79629" y="739572"/>
                  <a:pt x="76962" y="746335"/>
                  <a:pt x="76486" y="748430"/>
                </a:cubicBezTo>
                <a:cubicBezTo>
                  <a:pt x="72771" y="753669"/>
                  <a:pt x="71247" y="759956"/>
                  <a:pt x="69152" y="766242"/>
                </a:cubicBezTo>
                <a:cubicBezTo>
                  <a:pt x="62865" y="774148"/>
                  <a:pt x="59722" y="788816"/>
                  <a:pt x="55531" y="799294"/>
                </a:cubicBezTo>
                <a:cubicBezTo>
                  <a:pt x="51816" y="811391"/>
                  <a:pt x="18288" y="907212"/>
                  <a:pt x="14669" y="916166"/>
                </a:cubicBezTo>
                <a:cubicBezTo>
                  <a:pt x="10954" y="924548"/>
                  <a:pt x="7334" y="932930"/>
                  <a:pt x="1048" y="941312"/>
                </a:cubicBezTo>
                <a:cubicBezTo>
                  <a:pt x="1048" y="941788"/>
                  <a:pt x="0" y="944455"/>
                  <a:pt x="0" y="944455"/>
                </a:cubicBezTo>
                <a:cubicBezTo>
                  <a:pt x="572" y="959600"/>
                  <a:pt x="8858" y="952361"/>
                  <a:pt x="19336" y="954361"/>
                </a:cubicBezTo>
                <a:lnTo>
                  <a:pt x="24575" y="955409"/>
                </a:lnTo>
                <a:cubicBezTo>
                  <a:pt x="25622" y="955409"/>
                  <a:pt x="27146" y="955409"/>
                  <a:pt x="32957" y="956933"/>
                </a:cubicBezTo>
                <a:cubicBezTo>
                  <a:pt x="36100" y="956933"/>
                  <a:pt x="38672" y="958457"/>
                  <a:pt x="41339" y="959028"/>
                </a:cubicBezTo>
                <a:cubicBezTo>
                  <a:pt x="55531" y="961124"/>
                  <a:pt x="70104" y="956361"/>
                  <a:pt x="83725" y="959028"/>
                </a:cubicBezTo>
                <a:cubicBezTo>
                  <a:pt x="88964" y="960076"/>
                  <a:pt x="90583" y="953789"/>
                  <a:pt x="90011" y="950075"/>
                </a:cubicBezTo>
                <a:lnTo>
                  <a:pt x="95822" y="930167"/>
                </a:lnTo>
                <a:cubicBezTo>
                  <a:pt x="95822" y="929691"/>
                  <a:pt x="106775" y="893020"/>
                  <a:pt x="108395" y="888829"/>
                </a:cubicBezTo>
                <a:cubicBezTo>
                  <a:pt x="109919" y="885686"/>
                  <a:pt x="112109" y="881971"/>
                  <a:pt x="114205" y="878351"/>
                </a:cubicBezTo>
                <a:lnTo>
                  <a:pt x="116777" y="875780"/>
                </a:lnTo>
                <a:cubicBezTo>
                  <a:pt x="117824" y="874732"/>
                  <a:pt x="118301" y="873684"/>
                  <a:pt x="120491" y="871589"/>
                </a:cubicBezTo>
                <a:cubicBezTo>
                  <a:pt x="142018" y="870065"/>
                  <a:pt x="164973" y="871589"/>
                  <a:pt x="189071" y="873208"/>
                </a:cubicBezTo>
                <a:cubicBezTo>
                  <a:pt x="200025" y="873684"/>
                  <a:pt x="211550" y="871589"/>
                  <a:pt x="222599" y="871589"/>
                </a:cubicBezTo>
                <a:cubicBezTo>
                  <a:pt x="228314" y="872160"/>
                  <a:pt x="239935" y="873684"/>
                  <a:pt x="246221" y="871589"/>
                </a:cubicBezTo>
                <a:lnTo>
                  <a:pt x="247841" y="871589"/>
                </a:lnTo>
                <a:close/>
                <a:moveTo>
                  <a:pt x="4999768" y="158642"/>
                </a:moveTo>
                <a:cubicBezTo>
                  <a:pt x="4988243" y="152356"/>
                  <a:pt x="4974622" y="155499"/>
                  <a:pt x="4963097" y="158642"/>
                </a:cubicBezTo>
                <a:cubicBezTo>
                  <a:pt x="4958906" y="160262"/>
                  <a:pt x="4954715" y="160738"/>
                  <a:pt x="4949952" y="162833"/>
                </a:cubicBezTo>
                <a:lnTo>
                  <a:pt x="4947380" y="164929"/>
                </a:lnTo>
                <a:lnTo>
                  <a:pt x="4940523" y="169120"/>
                </a:lnTo>
                <a:cubicBezTo>
                  <a:pt x="4934808" y="171215"/>
                  <a:pt x="4931093" y="177502"/>
                  <a:pt x="4927378" y="182264"/>
                </a:cubicBezTo>
                <a:cubicBezTo>
                  <a:pt x="4922139" y="189599"/>
                  <a:pt x="4919472" y="199028"/>
                  <a:pt x="4916901" y="207887"/>
                </a:cubicBezTo>
                <a:cubicBezTo>
                  <a:pt x="4913757" y="217793"/>
                  <a:pt x="4924806" y="221507"/>
                  <a:pt x="4932617" y="219412"/>
                </a:cubicBezTo>
                <a:lnTo>
                  <a:pt x="4935760" y="218840"/>
                </a:lnTo>
                <a:cubicBezTo>
                  <a:pt x="4936236" y="218840"/>
                  <a:pt x="5023771" y="221507"/>
                  <a:pt x="5026438" y="221507"/>
                </a:cubicBezTo>
                <a:cubicBezTo>
                  <a:pt x="5032153" y="221507"/>
                  <a:pt x="5037963" y="219888"/>
                  <a:pt x="5043202" y="215697"/>
                </a:cubicBezTo>
                <a:cubicBezTo>
                  <a:pt x="5051584" y="208934"/>
                  <a:pt x="5040535" y="185884"/>
                  <a:pt x="5036344" y="179597"/>
                </a:cubicBezTo>
                <a:cubicBezTo>
                  <a:pt x="5031677" y="172263"/>
                  <a:pt x="5025867" y="170168"/>
                  <a:pt x="5018532" y="165977"/>
                </a:cubicBezTo>
                <a:cubicBezTo>
                  <a:pt x="5011769" y="162833"/>
                  <a:pt x="5007578" y="159690"/>
                  <a:pt x="4999673" y="158642"/>
                </a:cubicBezTo>
                <a:moveTo>
                  <a:pt x="5036820" y="207887"/>
                </a:moveTo>
                <a:cubicBezTo>
                  <a:pt x="5033677" y="210554"/>
                  <a:pt x="5030058" y="211601"/>
                  <a:pt x="5025867" y="211601"/>
                </a:cubicBezTo>
                <a:cubicBezTo>
                  <a:pt x="5023771" y="211601"/>
                  <a:pt x="4936808" y="208934"/>
                  <a:pt x="4933664" y="208934"/>
                </a:cubicBezTo>
                <a:lnTo>
                  <a:pt x="4930521" y="209506"/>
                </a:lnTo>
                <a:cubicBezTo>
                  <a:pt x="4928997" y="210077"/>
                  <a:pt x="4927854" y="210554"/>
                  <a:pt x="4926806" y="210077"/>
                </a:cubicBezTo>
                <a:cubicBezTo>
                  <a:pt x="4928902" y="202743"/>
                  <a:pt x="4930998" y="194361"/>
                  <a:pt x="4935189" y="188075"/>
                </a:cubicBezTo>
                <a:cubicBezTo>
                  <a:pt x="4936712" y="185979"/>
                  <a:pt x="4941475" y="179216"/>
                  <a:pt x="4945094" y="178169"/>
                </a:cubicBezTo>
                <a:lnTo>
                  <a:pt x="4953476" y="173501"/>
                </a:lnTo>
                <a:lnTo>
                  <a:pt x="4955572" y="171406"/>
                </a:lnTo>
                <a:cubicBezTo>
                  <a:pt x="4958715" y="169787"/>
                  <a:pt x="4962335" y="169787"/>
                  <a:pt x="4965478" y="168739"/>
                </a:cubicBezTo>
                <a:cubicBezTo>
                  <a:pt x="4974336" y="166072"/>
                  <a:pt x="4987005" y="162929"/>
                  <a:pt x="4997386" y="168739"/>
                </a:cubicBezTo>
                <a:cubicBezTo>
                  <a:pt x="5003673" y="169310"/>
                  <a:pt x="5008436" y="172454"/>
                  <a:pt x="5013674" y="175025"/>
                </a:cubicBezTo>
                <a:cubicBezTo>
                  <a:pt x="5018913" y="178169"/>
                  <a:pt x="5024152" y="179788"/>
                  <a:pt x="5027771" y="185503"/>
                </a:cubicBezTo>
                <a:cubicBezTo>
                  <a:pt x="5031962" y="191218"/>
                  <a:pt x="5034630" y="200171"/>
                  <a:pt x="5036630" y="207982"/>
                </a:cubicBezTo>
                <a:moveTo>
                  <a:pt x="5050822" y="304375"/>
                </a:moveTo>
                <a:cubicBezTo>
                  <a:pt x="5066538" y="301803"/>
                  <a:pt x="5083778" y="302851"/>
                  <a:pt x="5099495" y="303327"/>
                </a:cubicBezTo>
                <a:cubicBezTo>
                  <a:pt x="5096351" y="313805"/>
                  <a:pt x="5093208" y="321139"/>
                  <a:pt x="5089018" y="328473"/>
                </a:cubicBezTo>
                <a:cubicBezTo>
                  <a:pt x="5086446" y="331045"/>
                  <a:pt x="5083778" y="333712"/>
                  <a:pt x="5082255" y="337331"/>
                </a:cubicBezTo>
                <a:cubicBezTo>
                  <a:pt x="5079587" y="341522"/>
                  <a:pt x="5073873" y="346761"/>
                  <a:pt x="5070729" y="348857"/>
                </a:cubicBezTo>
                <a:cubicBezTo>
                  <a:pt x="5065014" y="354095"/>
                  <a:pt x="5057108" y="356191"/>
                  <a:pt x="5049203" y="360382"/>
                </a:cubicBezTo>
                <a:lnTo>
                  <a:pt x="5046631" y="362954"/>
                </a:lnTo>
                <a:lnTo>
                  <a:pt x="5043964" y="364573"/>
                </a:lnTo>
                <a:cubicBezTo>
                  <a:pt x="5039773" y="365144"/>
                  <a:pt x="5036630" y="368764"/>
                  <a:pt x="5032439" y="370288"/>
                </a:cubicBezTo>
                <a:lnTo>
                  <a:pt x="5027200" y="371907"/>
                </a:lnTo>
                <a:cubicBezTo>
                  <a:pt x="5025676" y="372479"/>
                  <a:pt x="5024057" y="372955"/>
                  <a:pt x="5022533" y="373526"/>
                </a:cubicBezTo>
                <a:cubicBezTo>
                  <a:pt x="4999006" y="376098"/>
                  <a:pt x="4966430" y="381908"/>
                  <a:pt x="4942904" y="371907"/>
                </a:cubicBezTo>
                <a:cubicBezTo>
                  <a:pt x="4934046" y="370288"/>
                  <a:pt x="4925568" y="365621"/>
                  <a:pt x="4916710" y="364001"/>
                </a:cubicBezTo>
                <a:cubicBezTo>
                  <a:pt x="4904613" y="357715"/>
                  <a:pt x="4895183" y="351428"/>
                  <a:pt x="4887373" y="341522"/>
                </a:cubicBezTo>
                <a:cubicBezTo>
                  <a:pt x="4872228" y="330473"/>
                  <a:pt x="4868037" y="307423"/>
                  <a:pt x="4859084" y="291230"/>
                </a:cubicBezTo>
                <a:cubicBezTo>
                  <a:pt x="4858512" y="287039"/>
                  <a:pt x="4857465" y="283420"/>
                  <a:pt x="4856512" y="280753"/>
                </a:cubicBezTo>
                <a:lnTo>
                  <a:pt x="4854893" y="276562"/>
                </a:lnTo>
                <a:cubicBezTo>
                  <a:pt x="4854893" y="275990"/>
                  <a:pt x="4853845" y="271799"/>
                  <a:pt x="4853845" y="270275"/>
                </a:cubicBezTo>
                <a:cubicBezTo>
                  <a:pt x="4852797" y="266084"/>
                  <a:pt x="4851273" y="261417"/>
                  <a:pt x="4851749" y="256655"/>
                </a:cubicBezTo>
                <a:lnTo>
                  <a:pt x="4852321" y="252940"/>
                </a:lnTo>
                <a:lnTo>
                  <a:pt x="4852797" y="249320"/>
                </a:lnTo>
                <a:lnTo>
                  <a:pt x="4852797" y="245606"/>
                </a:lnTo>
                <a:cubicBezTo>
                  <a:pt x="4853273" y="243510"/>
                  <a:pt x="4853273" y="240843"/>
                  <a:pt x="4853273" y="238843"/>
                </a:cubicBezTo>
                <a:cubicBezTo>
                  <a:pt x="4853750" y="222555"/>
                  <a:pt x="4867942" y="182741"/>
                  <a:pt x="4878419" y="170168"/>
                </a:cubicBezTo>
                <a:cubicBezTo>
                  <a:pt x="4880515" y="162833"/>
                  <a:pt x="4887278" y="159214"/>
                  <a:pt x="4890516" y="152356"/>
                </a:cubicBezTo>
                <a:cubicBezTo>
                  <a:pt x="4902042" y="141878"/>
                  <a:pt x="4912995" y="128258"/>
                  <a:pt x="4928807" y="123019"/>
                </a:cubicBezTo>
                <a:cubicBezTo>
                  <a:pt x="4938237" y="119876"/>
                  <a:pt x="4948714" y="114637"/>
                  <a:pt x="4959668" y="114161"/>
                </a:cubicBezTo>
                <a:cubicBezTo>
                  <a:pt x="4978527" y="111494"/>
                  <a:pt x="4998435" y="110446"/>
                  <a:pt x="5017294" y="114732"/>
                </a:cubicBezTo>
                <a:lnTo>
                  <a:pt x="5021009" y="115780"/>
                </a:lnTo>
                <a:cubicBezTo>
                  <a:pt x="5031962" y="118923"/>
                  <a:pt x="5041393" y="123114"/>
                  <a:pt x="5050345" y="127781"/>
                </a:cubicBezTo>
                <a:cubicBezTo>
                  <a:pt x="5056632" y="134068"/>
                  <a:pt x="5063967" y="140354"/>
                  <a:pt x="5069205" y="149784"/>
                </a:cubicBezTo>
                <a:cubicBezTo>
                  <a:pt x="5088065" y="166548"/>
                  <a:pt x="5095875" y="195409"/>
                  <a:pt x="5101114" y="227318"/>
                </a:cubicBezTo>
                <a:lnTo>
                  <a:pt x="5101590" y="232080"/>
                </a:lnTo>
                <a:lnTo>
                  <a:pt x="5101590" y="235795"/>
                </a:lnTo>
                <a:lnTo>
                  <a:pt x="5102067" y="242081"/>
                </a:lnTo>
                <a:lnTo>
                  <a:pt x="5103590" y="249987"/>
                </a:lnTo>
                <a:lnTo>
                  <a:pt x="5104638" y="254654"/>
                </a:lnTo>
                <a:cubicBezTo>
                  <a:pt x="5094161" y="256274"/>
                  <a:pt x="5083111" y="253035"/>
                  <a:pt x="5072158" y="253035"/>
                </a:cubicBezTo>
                <a:cubicBezTo>
                  <a:pt x="5064824" y="252464"/>
                  <a:pt x="5006150" y="256178"/>
                  <a:pt x="4999863" y="256178"/>
                </a:cubicBezTo>
                <a:cubicBezTo>
                  <a:pt x="4992529" y="256178"/>
                  <a:pt x="4984623" y="256178"/>
                  <a:pt x="4976813" y="257226"/>
                </a:cubicBezTo>
                <a:cubicBezTo>
                  <a:pt x="4960049" y="258845"/>
                  <a:pt x="4942713" y="258274"/>
                  <a:pt x="4925473" y="258274"/>
                </a:cubicBezTo>
                <a:cubicBezTo>
                  <a:pt x="4911376" y="258274"/>
                  <a:pt x="4914996" y="283896"/>
                  <a:pt x="4917091" y="292850"/>
                </a:cubicBezTo>
                <a:lnTo>
                  <a:pt x="4919187" y="298088"/>
                </a:lnTo>
                <a:lnTo>
                  <a:pt x="4920806" y="302279"/>
                </a:lnTo>
                <a:cubicBezTo>
                  <a:pt x="4921282" y="303327"/>
                  <a:pt x="4921853" y="304375"/>
                  <a:pt x="4922330" y="305423"/>
                </a:cubicBezTo>
                <a:lnTo>
                  <a:pt x="4924425" y="308090"/>
                </a:lnTo>
                <a:lnTo>
                  <a:pt x="4927569" y="312281"/>
                </a:lnTo>
                <a:lnTo>
                  <a:pt x="4932807" y="317519"/>
                </a:lnTo>
                <a:lnTo>
                  <a:pt x="4938046" y="323806"/>
                </a:lnTo>
                <a:cubicBezTo>
                  <a:pt x="4944333" y="331140"/>
                  <a:pt x="4957382" y="336379"/>
                  <a:pt x="4967383" y="336950"/>
                </a:cubicBezTo>
                <a:cubicBezTo>
                  <a:pt x="4968431" y="336950"/>
                  <a:pt x="4970050" y="337522"/>
                  <a:pt x="4971098" y="337522"/>
                </a:cubicBezTo>
                <a:cubicBezTo>
                  <a:pt x="4982147" y="337522"/>
                  <a:pt x="4994148" y="336950"/>
                  <a:pt x="5004626" y="333807"/>
                </a:cubicBezTo>
                <a:cubicBezTo>
                  <a:pt x="5015580" y="331140"/>
                  <a:pt x="5046536" y="319139"/>
                  <a:pt x="5050155" y="304470"/>
                </a:cubicBezTo>
                <a:lnTo>
                  <a:pt x="5050727" y="304470"/>
                </a:lnTo>
                <a:close/>
                <a:moveTo>
                  <a:pt x="4926140" y="268275"/>
                </a:moveTo>
                <a:cubicBezTo>
                  <a:pt x="4943951" y="268275"/>
                  <a:pt x="4961192" y="268847"/>
                  <a:pt x="4978527" y="267227"/>
                </a:cubicBezTo>
                <a:cubicBezTo>
                  <a:pt x="4985862" y="266180"/>
                  <a:pt x="4993195" y="266180"/>
                  <a:pt x="5000054" y="266180"/>
                </a:cubicBezTo>
                <a:cubicBezTo>
                  <a:pt x="5006340" y="266180"/>
                  <a:pt x="5066538" y="262560"/>
                  <a:pt x="5072349" y="263036"/>
                </a:cubicBezTo>
                <a:cubicBezTo>
                  <a:pt x="5079206" y="263036"/>
                  <a:pt x="5086541" y="264084"/>
                  <a:pt x="5093303" y="264656"/>
                </a:cubicBezTo>
                <a:cubicBezTo>
                  <a:pt x="5121021" y="267227"/>
                  <a:pt x="5115306" y="260465"/>
                  <a:pt x="5112163" y="240557"/>
                </a:cubicBezTo>
                <a:lnTo>
                  <a:pt x="5111686" y="235319"/>
                </a:lnTo>
                <a:lnTo>
                  <a:pt x="5111686" y="231128"/>
                </a:lnTo>
                <a:lnTo>
                  <a:pt x="5111210" y="225889"/>
                </a:lnTo>
                <a:cubicBezTo>
                  <a:pt x="5105972" y="194456"/>
                  <a:pt x="5097590" y="162452"/>
                  <a:pt x="5076635" y="142545"/>
                </a:cubicBezTo>
                <a:cubicBezTo>
                  <a:pt x="5071967" y="133687"/>
                  <a:pt x="5064061" y="126829"/>
                  <a:pt x="5055680" y="119495"/>
                </a:cubicBezTo>
                <a:cubicBezTo>
                  <a:pt x="5046821" y="114256"/>
                  <a:pt x="5037868" y="110541"/>
                  <a:pt x="5027390" y="107493"/>
                </a:cubicBezTo>
                <a:lnTo>
                  <a:pt x="5023199" y="105874"/>
                </a:lnTo>
                <a:lnTo>
                  <a:pt x="5019485" y="105302"/>
                </a:lnTo>
                <a:cubicBezTo>
                  <a:pt x="4999578" y="100064"/>
                  <a:pt x="4978623" y="101111"/>
                  <a:pt x="4958239" y="104255"/>
                </a:cubicBezTo>
                <a:cubicBezTo>
                  <a:pt x="4946714" y="105302"/>
                  <a:pt x="4936236" y="109970"/>
                  <a:pt x="4925759" y="113113"/>
                </a:cubicBezTo>
                <a:cubicBezTo>
                  <a:pt x="4907947" y="119399"/>
                  <a:pt x="4896422" y="133592"/>
                  <a:pt x="4881753" y="147689"/>
                </a:cubicBezTo>
                <a:cubicBezTo>
                  <a:pt x="4878610" y="154451"/>
                  <a:pt x="4872895" y="156071"/>
                  <a:pt x="4869180" y="165977"/>
                </a:cubicBezTo>
                <a:cubicBezTo>
                  <a:pt x="4860322" y="176930"/>
                  <a:pt x="4846130" y="214173"/>
                  <a:pt x="4844034" y="230366"/>
                </a:cubicBezTo>
                <a:cubicBezTo>
                  <a:pt x="4843558" y="235128"/>
                  <a:pt x="4844034" y="239795"/>
                  <a:pt x="4842987" y="244558"/>
                </a:cubicBezTo>
                <a:lnTo>
                  <a:pt x="4842987" y="248273"/>
                </a:lnTo>
                <a:lnTo>
                  <a:pt x="4842510" y="251416"/>
                </a:lnTo>
                <a:lnTo>
                  <a:pt x="4842034" y="255607"/>
                </a:lnTo>
                <a:cubicBezTo>
                  <a:pt x="4841558" y="261417"/>
                  <a:pt x="4843082" y="267132"/>
                  <a:pt x="4844130" y="272371"/>
                </a:cubicBezTo>
                <a:cubicBezTo>
                  <a:pt x="4844130" y="274466"/>
                  <a:pt x="4845177" y="278657"/>
                  <a:pt x="4845654" y="280181"/>
                </a:cubicBezTo>
                <a:lnTo>
                  <a:pt x="4847273" y="284372"/>
                </a:lnTo>
                <a:cubicBezTo>
                  <a:pt x="4848321" y="287039"/>
                  <a:pt x="4849368" y="289611"/>
                  <a:pt x="4849368" y="292754"/>
                </a:cubicBezTo>
                <a:lnTo>
                  <a:pt x="4849845" y="295421"/>
                </a:lnTo>
                <a:cubicBezTo>
                  <a:pt x="4860798" y="313233"/>
                  <a:pt x="4862989" y="335807"/>
                  <a:pt x="4880801" y="349428"/>
                </a:cubicBezTo>
                <a:cubicBezTo>
                  <a:pt x="4889183" y="359906"/>
                  <a:pt x="4900137" y="367240"/>
                  <a:pt x="4914329" y="374003"/>
                </a:cubicBezTo>
                <a:cubicBezTo>
                  <a:pt x="4923758" y="375622"/>
                  <a:pt x="4931664" y="379718"/>
                  <a:pt x="4940523" y="381908"/>
                </a:cubicBezTo>
                <a:cubicBezTo>
                  <a:pt x="4965669" y="392386"/>
                  <a:pt x="4998149" y="386099"/>
                  <a:pt x="5025961" y="382956"/>
                </a:cubicBezTo>
                <a:cubicBezTo>
                  <a:pt x="5027486" y="382385"/>
                  <a:pt x="5029105" y="381908"/>
                  <a:pt x="5030153" y="381432"/>
                </a:cubicBezTo>
                <a:lnTo>
                  <a:pt x="5035868" y="379813"/>
                </a:lnTo>
                <a:cubicBezTo>
                  <a:pt x="5039011" y="378765"/>
                  <a:pt x="5042726" y="377146"/>
                  <a:pt x="5045298" y="374574"/>
                </a:cubicBezTo>
                <a:cubicBezTo>
                  <a:pt x="5047393" y="374574"/>
                  <a:pt x="5049012" y="373526"/>
                  <a:pt x="5050536" y="372479"/>
                </a:cubicBezTo>
                <a:lnTo>
                  <a:pt x="5053203" y="370383"/>
                </a:lnTo>
                <a:lnTo>
                  <a:pt x="5055870" y="368288"/>
                </a:lnTo>
                <a:cubicBezTo>
                  <a:pt x="5063205" y="365144"/>
                  <a:pt x="5070539" y="362573"/>
                  <a:pt x="5076825" y="357239"/>
                </a:cubicBezTo>
                <a:cubicBezTo>
                  <a:pt x="5081492" y="354095"/>
                  <a:pt x="5087874" y="347333"/>
                  <a:pt x="5092065" y="341046"/>
                </a:cubicBezTo>
                <a:cubicBezTo>
                  <a:pt x="5093113" y="338379"/>
                  <a:pt x="5095685" y="336284"/>
                  <a:pt x="5098352" y="333712"/>
                </a:cubicBezTo>
                <a:cubicBezTo>
                  <a:pt x="5101495" y="327425"/>
                  <a:pt x="5120355" y="292850"/>
                  <a:pt x="5106734" y="293326"/>
                </a:cubicBezTo>
                <a:cubicBezTo>
                  <a:pt x="5101019" y="293897"/>
                  <a:pt x="5095208" y="293326"/>
                  <a:pt x="5089970" y="292278"/>
                </a:cubicBezTo>
                <a:cubicBezTo>
                  <a:pt x="5083683" y="291707"/>
                  <a:pt x="5052251" y="293897"/>
                  <a:pt x="5049108" y="294374"/>
                </a:cubicBezTo>
                <a:lnTo>
                  <a:pt x="5044917" y="295421"/>
                </a:lnTo>
                <a:lnTo>
                  <a:pt x="5041202" y="301232"/>
                </a:lnTo>
                <a:cubicBezTo>
                  <a:pt x="5036535" y="309614"/>
                  <a:pt x="5020818" y="319043"/>
                  <a:pt x="5002435" y="324282"/>
                </a:cubicBezTo>
                <a:cubicBezTo>
                  <a:pt x="4993005" y="326949"/>
                  <a:pt x="4981480" y="327425"/>
                  <a:pt x="4971574" y="327425"/>
                </a:cubicBezTo>
                <a:lnTo>
                  <a:pt x="4966907" y="326378"/>
                </a:lnTo>
                <a:cubicBezTo>
                  <a:pt x="4962716" y="327425"/>
                  <a:pt x="4949571" y="321139"/>
                  <a:pt x="4945952" y="316948"/>
                </a:cubicBezTo>
                <a:lnTo>
                  <a:pt x="4939189" y="309137"/>
                </a:lnTo>
                <a:lnTo>
                  <a:pt x="4936045" y="305423"/>
                </a:lnTo>
                <a:lnTo>
                  <a:pt x="4932903" y="301803"/>
                </a:lnTo>
                <a:lnTo>
                  <a:pt x="4930807" y="298088"/>
                </a:lnTo>
                <a:lnTo>
                  <a:pt x="4929283" y="294945"/>
                </a:lnTo>
                <a:lnTo>
                  <a:pt x="4927187" y="289230"/>
                </a:lnTo>
                <a:cubicBezTo>
                  <a:pt x="4926140" y="283420"/>
                  <a:pt x="4924521" y="273990"/>
                  <a:pt x="4926711" y="268275"/>
                </a:cubicBezTo>
                <a:moveTo>
                  <a:pt x="4659535" y="373050"/>
                </a:moveTo>
                <a:cubicBezTo>
                  <a:pt x="4659535" y="373050"/>
                  <a:pt x="4658487" y="373622"/>
                  <a:pt x="4659059" y="373050"/>
                </a:cubicBezTo>
                <a:lnTo>
                  <a:pt x="4660106" y="368383"/>
                </a:lnTo>
                <a:cubicBezTo>
                  <a:pt x="4660106" y="365716"/>
                  <a:pt x="4660678" y="363144"/>
                  <a:pt x="4660106" y="360477"/>
                </a:cubicBezTo>
                <a:cubicBezTo>
                  <a:pt x="4660106" y="342189"/>
                  <a:pt x="4660678" y="322758"/>
                  <a:pt x="4659630" y="304375"/>
                </a:cubicBezTo>
                <a:cubicBezTo>
                  <a:pt x="4659154" y="295993"/>
                  <a:pt x="4660106" y="238938"/>
                  <a:pt x="4660106" y="238938"/>
                </a:cubicBezTo>
                <a:lnTo>
                  <a:pt x="4660106" y="207982"/>
                </a:lnTo>
                <a:lnTo>
                  <a:pt x="4660678" y="204267"/>
                </a:lnTo>
                <a:cubicBezTo>
                  <a:pt x="4660678" y="201600"/>
                  <a:pt x="4661154" y="197981"/>
                  <a:pt x="4661154" y="193313"/>
                </a:cubicBezTo>
                <a:cubicBezTo>
                  <a:pt x="4662202" y="166072"/>
                  <a:pt x="4663726" y="143021"/>
                  <a:pt x="4661154" y="115780"/>
                </a:cubicBezTo>
                <a:lnTo>
                  <a:pt x="4683633" y="117399"/>
                </a:lnTo>
                <a:lnTo>
                  <a:pt x="4685729" y="117971"/>
                </a:lnTo>
                <a:lnTo>
                  <a:pt x="4718209" y="117971"/>
                </a:lnTo>
                <a:cubicBezTo>
                  <a:pt x="4719257" y="125781"/>
                  <a:pt x="4719828" y="133687"/>
                  <a:pt x="4719257" y="143117"/>
                </a:cubicBezTo>
                <a:cubicBezTo>
                  <a:pt x="4719257" y="150451"/>
                  <a:pt x="4725543" y="155118"/>
                  <a:pt x="4732401" y="151975"/>
                </a:cubicBezTo>
                <a:cubicBezTo>
                  <a:pt x="4737164" y="149879"/>
                  <a:pt x="4740307" y="146736"/>
                  <a:pt x="4743926" y="143593"/>
                </a:cubicBezTo>
                <a:lnTo>
                  <a:pt x="4747546" y="140450"/>
                </a:lnTo>
                <a:cubicBezTo>
                  <a:pt x="4750689" y="136259"/>
                  <a:pt x="4752785" y="135211"/>
                  <a:pt x="4758023" y="131591"/>
                </a:cubicBezTo>
                <a:lnTo>
                  <a:pt x="4765358" y="123686"/>
                </a:lnTo>
                <a:lnTo>
                  <a:pt x="4771073" y="119495"/>
                </a:lnTo>
                <a:cubicBezTo>
                  <a:pt x="4772692" y="117875"/>
                  <a:pt x="4774216" y="116828"/>
                  <a:pt x="4777359" y="116351"/>
                </a:cubicBezTo>
                <a:cubicBezTo>
                  <a:pt x="4782026" y="115304"/>
                  <a:pt x="4783646" y="112637"/>
                  <a:pt x="4789932" y="112637"/>
                </a:cubicBezTo>
                <a:cubicBezTo>
                  <a:pt x="4793552" y="112065"/>
                  <a:pt x="4797266" y="111589"/>
                  <a:pt x="4800886" y="111017"/>
                </a:cubicBezTo>
                <a:lnTo>
                  <a:pt x="4806125" y="109970"/>
                </a:lnTo>
                <a:lnTo>
                  <a:pt x="4809268" y="110541"/>
                </a:lnTo>
                <a:lnTo>
                  <a:pt x="4812411" y="112637"/>
                </a:lnTo>
                <a:cubicBezTo>
                  <a:pt x="4811364" y="121019"/>
                  <a:pt x="4809268" y="128924"/>
                  <a:pt x="4810316" y="138259"/>
                </a:cubicBezTo>
                <a:cubicBezTo>
                  <a:pt x="4810316" y="140354"/>
                  <a:pt x="4811364" y="143498"/>
                  <a:pt x="4811364" y="145593"/>
                </a:cubicBezTo>
                <a:cubicBezTo>
                  <a:pt x="4811364" y="153404"/>
                  <a:pt x="4813935" y="160262"/>
                  <a:pt x="4813935" y="167596"/>
                </a:cubicBezTo>
                <a:cubicBezTo>
                  <a:pt x="4810792" y="167024"/>
                  <a:pt x="4807173" y="167024"/>
                  <a:pt x="4803934" y="168167"/>
                </a:cubicBezTo>
                <a:lnTo>
                  <a:pt x="4796600" y="169215"/>
                </a:lnTo>
                <a:lnTo>
                  <a:pt x="4794028" y="168644"/>
                </a:lnTo>
                <a:cubicBezTo>
                  <a:pt x="4776216" y="170263"/>
                  <a:pt x="4757357" y="174359"/>
                  <a:pt x="4744212" y="186455"/>
                </a:cubicBezTo>
                <a:cubicBezTo>
                  <a:pt x="4742593" y="188551"/>
                  <a:pt x="4741069" y="191123"/>
                  <a:pt x="4740021" y="192170"/>
                </a:cubicBezTo>
                <a:lnTo>
                  <a:pt x="4737926" y="195885"/>
                </a:lnTo>
                <a:lnTo>
                  <a:pt x="4736306" y="197981"/>
                </a:lnTo>
                <a:cubicBezTo>
                  <a:pt x="4734211" y="199600"/>
                  <a:pt x="4732687" y="201124"/>
                  <a:pt x="4731639" y="203219"/>
                </a:cubicBezTo>
                <a:cubicBezTo>
                  <a:pt x="4730591" y="205315"/>
                  <a:pt x="4730020" y="206934"/>
                  <a:pt x="4729067" y="210554"/>
                </a:cubicBezTo>
                <a:lnTo>
                  <a:pt x="4727448" y="213125"/>
                </a:lnTo>
                <a:lnTo>
                  <a:pt x="4725924" y="219412"/>
                </a:lnTo>
                <a:lnTo>
                  <a:pt x="4725353" y="223603"/>
                </a:lnTo>
                <a:lnTo>
                  <a:pt x="4723829" y="228842"/>
                </a:lnTo>
                <a:lnTo>
                  <a:pt x="4723257" y="230937"/>
                </a:lnTo>
                <a:cubicBezTo>
                  <a:pt x="4722209" y="236747"/>
                  <a:pt x="4721162" y="242939"/>
                  <a:pt x="4719638" y="249797"/>
                </a:cubicBezTo>
                <a:lnTo>
                  <a:pt x="4718590" y="263417"/>
                </a:lnTo>
                <a:lnTo>
                  <a:pt x="4717542" y="289611"/>
                </a:lnTo>
                <a:cubicBezTo>
                  <a:pt x="4717542" y="303232"/>
                  <a:pt x="4716971" y="311042"/>
                  <a:pt x="4716971" y="324663"/>
                </a:cubicBezTo>
                <a:cubicBezTo>
                  <a:pt x="4716971" y="333521"/>
                  <a:pt x="4716495" y="340379"/>
                  <a:pt x="4716971" y="347142"/>
                </a:cubicBezTo>
                <a:lnTo>
                  <a:pt x="4718590" y="356000"/>
                </a:lnTo>
                <a:cubicBezTo>
                  <a:pt x="4718590" y="359144"/>
                  <a:pt x="4719066" y="362858"/>
                  <a:pt x="4718590" y="366002"/>
                </a:cubicBezTo>
                <a:cubicBezTo>
                  <a:pt x="4718590" y="368097"/>
                  <a:pt x="4718114" y="370193"/>
                  <a:pt x="4718114" y="372288"/>
                </a:cubicBezTo>
                <a:cubicBezTo>
                  <a:pt x="4697730" y="371240"/>
                  <a:pt x="4679347" y="374955"/>
                  <a:pt x="4659440" y="372860"/>
                </a:cubicBezTo>
                <a:moveTo>
                  <a:pt x="4650010" y="366002"/>
                </a:moveTo>
                <a:cubicBezTo>
                  <a:pt x="4648391" y="367049"/>
                  <a:pt x="4647438" y="370193"/>
                  <a:pt x="4648391" y="375431"/>
                </a:cubicBezTo>
                <a:lnTo>
                  <a:pt x="4649439" y="378575"/>
                </a:lnTo>
                <a:cubicBezTo>
                  <a:pt x="4649439" y="379622"/>
                  <a:pt x="4652106" y="382194"/>
                  <a:pt x="4653153" y="382194"/>
                </a:cubicBezTo>
                <a:cubicBezTo>
                  <a:pt x="4668870" y="385337"/>
                  <a:pt x="4686681" y="383242"/>
                  <a:pt x="4702398" y="382194"/>
                </a:cubicBezTo>
                <a:cubicBezTo>
                  <a:pt x="4714399" y="381146"/>
                  <a:pt x="4730115" y="387433"/>
                  <a:pt x="4727543" y="374384"/>
                </a:cubicBezTo>
                <a:cubicBezTo>
                  <a:pt x="4728020" y="371717"/>
                  <a:pt x="4728591" y="369145"/>
                  <a:pt x="4728591" y="366478"/>
                </a:cubicBezTo>
                <a:cubicBezTo>
                  <a:pt x="4729067" y="362287"/>
                  <a:pt x="4728591" y="358572"/>
                  <a:pt x="4728591" y="354953"/>
                </a:cubicBezTo>
                <a:lnTo>
                  <a:pt x="4726972" y="345999"/>
                </a:lnTo>
                <a:cubicBezTo>
                  <a:pt x="4726496" y="339236"/>
                  <a:pt x="4726972" y="332855"/>
                  <a:pt x="4726972" y="325044"/>
                </a:cubicBezTo>
                <a:cubicBezTo>
                  <a:pt x="4727448" y="310852"/>
                  <a:pt x="4727448" y="303518"/>
                  <a:pt x="4728020" y="289421"/>
                </a:cubicBezTo>
                <a:lnTo>
                  <a:pt x="4728591" y="263798"/>
                </a:lnTo>
                <a:lnTo>
                  <a:pt x="4729639" y="251225"/>
                </a:lnTo>
                <a:cubicBezTo>
                  <a:pt x="4731258" y="246463"/>
                  <a:pt x="4731734" y="243891"/>
                  <a:pt x="4732211" y="239129"/>
                </a:cubicBezTo>
                <a:lnTo>
                  <a:pt x="4732782" y="232366"/>
                </a:lnTo>
                <a:lnTo>
                  <a:pt x="4733830" y="230747"/>
                </a:lnTo>
                <a:lnTo>
                  <a:pt x="4735925" y="225032"/>
                </a:lnTo>
                <a:lnTo>
                  <a:pt x="4735925" y="220269"/>
                </a:lnTo>
                <a:lnTo>
                  <a:pt x="4738497" y="215030"/>
                </a:lnTo>
                <a:lnTo>
                  <a:pt x="4739545" y="212935"/>
                </a:lnTo>
                <a:lnTo>
                  <a:pt x="4740021" y="209792"/>
                </a:lnTo>
                <a:lnTo>
                  <a:pt x="4740498" y="207696"/>
                </a:lnTo>
                <a:lnTo>
                  <a:pt x="4743069" y="204553"/>
                </a:lnTo>
                <a:lnTo>
                  <a:pt x="4746213" y="201410"/>
                </a:lnTo>
                <a:lnTo>
                  <a:pt x="4747832" y="199314"/>
                </a:lnTo>
                <a:lnTo>
                  <a:pt x="4748880" y="197219"/>
                </a:lnTo>
                <a:cubicBezTo>
                  <a:pt x="4749927" y="195599"/>
                  <a:pt x="4750499" y="194552"/>
                  <a:pt x="4751451" y="193504"/>
                </a:cubicBezTo>
                <a:cubicBezTo>
                  <a:pt x="4761453" y="184074"/>
                  <a:pt x="4776597" y="180359"/>
                  <a:pt x="4795457" y="178835"/>
                </a:cubicBezTo>
                <a:lnTo>
                  <a:pt x="4800219" y="178835"/>
                </a:lnTo>
                <a:lnTo>
                  <a:pt x="4805934" y="177216"/>
                </a:lnTo>
                <a:cubicBezTo>
                  <a:pt x="4809078" y="176645"/>
                  <a:pt x="4811745" y="176645"/>
                  <a:pt x="4814316" y="177216"/>
                </a:cubicBezTo>
                <a:lnTo>
                  <a:pt x="4816888" y="177788"/>
                </a:lnTo>
                <a:cubicBezTo>
                  <a:pt x="4825746" y="178359"/>
                  <a:pt x="4824222" y="173120"/>
                  <a:pt x="4824222" y="166834"/>
                </a:cubicBezTo>
                <a:cubicBezTo>
                  <a:pt x="4824222" y="160071"/>
                  <a:pt x="4821555" y="153213"/>
                  <a:pt x="4821555" y="145403"/>
                </a:cubicBezTo>
                <a:cubicBezTo>
                  <a:pt x="4821555" y="142736"/>
                  <a:pt x="4820507" y="139592"/>
                  <a:pt x="4820031" y="137021"/>
                </a:cubicBezTo>
                <a:cubicBezTo>
                  <a:pt x="4818983" y="125019"/>
                  <a:pt x="4829461" y="100921"/>
                  <a:pt x="4814221" y="100921"/>
                </a:cubicBezTo>
                <a:cubicBezTo>
                  <a:pt x="4813173" y="100921"/>
                  <a:pt x="4811649" y="100921"/>
                  <a:pt x="4810506" y="100349"/>
                </a:cubicBezTo>
                <a:lnTo>
                  <a:pt x="4807363" y="99778"/>
                </a:lnTo>
                <a:cubicBezTo>
                  <a:pt x="4805744" y="99778"/>
                  <a:pt x="4804791" y="99778"/>
                  <a:pt x="4803172" y="100349"/>
                </a:cubicBezTo>
                <a:lnTo>
                  <a:pt x="4798981" y="100921"/>
                </a:lnTo>
                <a:cubicBezTo>
                  <a:pt x="4795838" y="101492"/>
                  <a:pt x="4792695" y="101969"/>
                  <a:pt x="4789551" y="101969"/>
                </a:cubicBezTo>
                <a:cubicBezTo>
                  <a:pt x="4783265" y="101969"/>
                  <a:pt x="4779550" y="104064"/>
                  <a:pt x="4774311" y="106160"/>
                </a:cubicBezTo>
                <a:lnTo>
                  <a:pt x="4772216" y="106160"/>
                </a:lnTo>
                <a:cubicBezTo>
                  <a:pt x="4769644" y="107779"/>
                  <a:pt x="4766977" y="109303"/>
                  <a:pt x="4764881" y="110827"/>
                </a:cubicBezTo>
                <a:lnTo>
                  <a:pt x="4758023" y="116066"/>
                </a:lnTo>
                <a:lnTo>
                  <a:pt x="4750689" y="123876"/>
                </a:lnTo>
                <a:cubicBezTo>
                  <a:pt x="4745450" y="127591"/>
                  <a:pt x="4743355" y="128639"/>
                  <a:pt x="4739735" y="133306"/>
                </a:cubicBezTo>
                <a:lnTo>
                  <a:pt x="4737164" y="135401"/>
                </a:lnTo>
                <a:cubicBezTo>
                  <a:pt x="4734592" y="138068"/>
                  <a:pt x="4731925" y="140164"/>
                  <a:pt x="4729258" y="141688"/>
                </a:cubicBezTo>
                <a:cubicBezTo>
                  <a:pt x="4729258" y="130734"/>
                  <a:pt x="4728782" y="121304"/>
                  <a:pt x="4727163" y="111779"/>
                </a:cubicBezTo>
                <a:cubicBezTo>
                  <a:pt x="4726115" y="102350"/>
                  <a:pt x="4692587" y="110160"/>
                  <a:pt x="4684776" y="107112"/>
                </a:cubicBezTo>
                <a:lnTo>
                  <a:pt x="4682205" y="107112"/>
                </a:lnTo>
                <a:cubicBezTo>
                  <a:pt x="4676394" y="107684"/>
                  <a:pt x="4649153" y="100826"/>
                  <a:pt x="4650200" y="111303"/>
                </a:cubicBezTo>
                <a:cubicBezTo>
                  <a:pt x="4651248" y="121304"/>
                  <a:pt x="4651248" y="142259"/>
                  <a:pt x="4651248" y="161595"/>
                </a:cubicBezTo>
                <a:cubicBezTo>
                  <a:pt x="4651248" y="175216"/>
                  <a:pt x="4651248" y="188837"/>
                  <a:pt x="4650200" y="202457"/>
                </a:cubicBezTo>
                <a:lnTo>
                  <a:pt x="4649153" y="207696"/>
                </a:lnTo>
                <a:cubicBezTo>
                  <a:pt x="4649724" y="212459"/>
                  <a:pt x="4649724" y="225984"/>
                  <a:pt x="4649724" y="238652"/>
                </a:cubicBezTo>
                <a:cubicBezTo>
                  <a:pt x="4648676" y="279515"/>
                  <a:pt x="4649724" y="320377"/>
                  <a:pt x="4649724" y="360668"/>
                </a:cubicBezTo>
                <a:cubicBezTo>
                  <a:pt x="4650200" y="362763"/>
                  <a:pt x="4649724" y="364859"/>
                  <a:pt x="4649724" y="365906"/>
                </a:cubicBezTo>
                <a:moveTo>
                  <a:pt x="4526090" y="372764"/>
                </a:moveTo>
                <a:cubicBezTo>
                  <a:pt x="4526566" y="367049"/>
                  <a:pt x="4527138" y="360763"/>
                  <a:pt x="4526566" y="354953"/>
                </a:cubicBezTo>
                <a:cubicBezTo>
                  <a:pt x="4526090" y="351238"/>
                  <a:pt x="4521899" y="345999"/>
                  <a:pt x="4517708" y="348666"/>
                </a:cubicBezTo>
                <a:cubicBezTo>
                  <a:pt x="4494086" y="361811"/>
                  <a:pt x="4470559" y="379051"/>
                  <a:pt x="4442270" y="379527"/>
                </a:cubicBezTo>
                <a:lnTo>
                  <a:pt x="4434935" y="378479"/>
                </a:lnTo>
                <a:cubicBezTo>
                  <a:pt x="4428173" y="379051"/>
                  <a:pt x="4421315" y="375812"/>
                  <a:pt x="4415028" y="375336"/>
                </a:cubicBezTo>
                <a:cubicBezTo>
                  <a:pt x="4407694" y="374765"/>
                  <a:pt x="4399312" y="375336"/>
                  <a:pt x="4392549" y="373241"/>
                </a:cubicBezTo>
                <a:cubicBezTo>
                  <a:pt x="4387882" y="372193"/>
                  <a:pt x="4380453" y="367526"/>
                  <a:pt x="4377309" y="364287"/>
                </a:cubicBezTo>
                <a:lnTo>
                  <a:pt x="4373595" y="361144"/>
                </a:lnTo>
                <a:cubicBezTo>
                  <a:pt x="4369404" y="356953"/>
                  <a:pt x="4366832" y="354857"/>
                  <a:pt x="4364736" y="353333"/>
                </a:cubicBezTo>
                <a:cubicBezTo>
                  <a:pt x="4362165" y="350666"/>
                  <a:pt x="4361022" y="347523"/>
                  <a:pt x="4357973" y="344951"/>
                </a:cubicBezTo>
                <a:cubicBezTo>
                  <a:pt x="4356926" y="342380"/>
                  <a:pt x="4355878" y="340284"/>
                  <a:pt x="4355402" y="338189"/>
                </a:cubicBezTo>
                <a:lnTo>
                  <a:pt x="4351687" y="331902"/>
                </a:lnTo>
                <a:cubicBezTo>
                  <a:pt x="4350068" y="327711"/>
                  <a:pt x="4348544" y="325139"/>
                  <a:pt x="4347496" y="321996"/>
                </a:cubicBezTo>
                <a:cubicBezTo>
                  <a:pt x="4347972" y="319901"/>
                  <a:pt x="4347972" y="317805"/>
                  <a:pt x="4347496" y="316281"/>
                </a:cubicBezTo>
                <a:lnTo>
                  <a:pt x="4345400" y="309423"/>
                </a:lnTo>
                <a:cubicBezTo>
                  <a:pt x="4344924" y="305232"/>
                  <a:pt x="4344353" y="299517"/>
                  <a:pt x="4344353" y="295802"/>
                </a:cubicBezTo>
                <a:cubicBezTo>
                  <a:pt x="4344353" y="291611"/>
                  <a:pt x="4344829" y="177407"/>
                  <a:pt x="4345972" y="166929"/>
                </a:cubicBezTo>
                <a:cubicBezTo>
                  <a:pt x="4347496" y="152261"/>
                  <a:pt x="4348544" y="137592"/>
                  <a:pt x="4348544" y="123400"/>
                </a:cubicBezTo>
                <a:lnTo>
                  <a:pt x="4348544" y="119209"/>
                </a:lnTo>
                <a:lnTo>
                  <a:pt x="4356354" y="119209"/>
                </a:lnTo>
                <a:cubicBezTo>
                  <a:pt x="4356354" y="119209"/>
                  <a:pt x="4399312" y="118161"/>
                  <a:pt x="4402455" y="118161"/>
                </a:cubicBezTo>
                <a:lnTo>
                  <a:pt x="4406170" y="120828"/>
                </a:lnTo>
                <a:cubicBezTo>
                  <a:pt x="4405694" y="130734"/>
                  <a:pt x="4406170" y="140164"/>
                  <a:pt x="4405694" y="149117"/>
                </a:cubicBezTo>
                <a:lnTo>
                  <a:pt x="4404646" y="194171"/>
                </a:lnTo>
                <a:lnTo>
                  <a:pt x="4404170" y="223508"/>
                </a:lnTo>
                <a:lnTo>
                  <a:pt x="4404170" y="236081"/>
                </a:lnTo>
                <a:cubicBezTo>
                  <a:pt x="4404170" y="238748"/>
                  <a:pt x="4404646" y="238748"/>
                  <a:pt x="4404646" y="239700"/>
                </a:cubicBezTo>
                <a:lnTo>
                  <a:pt x="4405217" y="240748"/>
                </a:lnTo>
                <a:lnTo>
                  <a:pt x="4405217" y="249701"/>
                </a:lnTo>
                <a:cubicBezTo>
                  <a:pt x="4404646" y="254369"/>
                  <a:pt x="4404646" y="259131"/>
                  <a:pt x="4405217" y="263894"/>
                </a:cubicBezTo>
                <a:cubicBezTo>
                  <a:pt x="4406741" y="288468"/>
                  <a:pt x="4409408" y="311042"/>
                  <a:pt x="4429316" y="324663"/>
                </a:cubicBezTo>
                <a:cubicBezTo>
                  <a:pt x="4439222" y="333521"/>
                  <a:pt x="4464939" y="336665"/>
                  <a:pt x="4478560" y="336665"/>
                </a:cubicBezTo>
                <a:cubicBezTo>
                  <a:pt x="4500563" y="333998"/>
                  <a:pt x="4509992" y="321425"/>
                  <a:pt x="4517803" y="307328"/>
                </a:cubicBezTo>
                <a:cubicBezTo>
                  <a:pt x="4518851" y="306280"/>
                  <a:pt x="4518851" y="305232"/>
                  <a:pt x="4519422" y="304184"/>
                </a:cubicBezTo>
                <a:lnTo>
                  <a:pt x="4521041" y="299517"/>
                </a:lnTo>
                <a:lnTo>
                  <a:pt x="4523137" y="294278"/>
                </a:lnTo>
                <a:cubicBezTo>
                  <a:pt x="4524185" y="292183"/>
                  <a:pt x="4524661" y="289611"/>
                  <a:pt x="4525232" y="286944"/>
                </a:cubicBezTo>
                <a:lnTo>
                  <a:pt x="4526756" y="281134"/>
                </a:lnTo>
                <a:lnTo>
                  <a:pt x="4528376" y="277991"/>
                </a:lnTo>
                <a:cubicBezTo>
                  <a:pt x="4528852" y="276467"/>
                  <a:pt x="4529423" y="275419"/>
                  <a:pt x="4529423" y="273800"/>
                </a:cubicBezTo>
                <a:lnTo>
                  <a:pt x="4530948" y="262274"/>
                </a:lnTo>
                <a:cubicBezTo>
                  <a:pt x="4533519" y="246558"/>
                  <a:pt x="4529423" y="160643"/>
                  <a:pt x="4529423" y="158547"/>
                </a:cubicBezTo>
                <a:cubicBezTo>
                  <a:pt x="4528376" y="148070"/>
                  <a:pt x="4528852" y="137021"/>
                  <a:pt x="4528376" y="127115"/>
                </a:cubicBezTo>
                <a:cubicBezTo>
                  <a:pt x="4528376" y="126067"/>
                  <a:pt x="4527899" y="125019"/>
                  <a:pt x="4527899" y="121876"/>
                </a:cubicBezTo>
                <a:lnTo>
                  <a:pt x="4527899" y="118256"/>
                </a:lnTo>
                <a:cubicBezTo>
                  <a:pt x="4529995" y="118828"/>
                  <a:pt x="4541044" y="118256"/>
                  <a:pt x="4551998" y="117685"/>
                </a:cubicBezTo>
                <a:lnTo>
                  <a:pt x="4583906" y="116637"/>
                </a:lnTo>
                <a:lnTo>
                  <a:pt x="4583906" y="122352"/>
                </a:lnTo>
                <a:cubicBezTo>
                  <a:pt x="4583906" y="137021"/>
                  <a:pt x="4580763" y="153308"/>
                  <a:pt x="4583430" y="167405"/>
                </a:cubicBezTo>
                <a:cubicBezTo>
                  <a:pt x="4583906" y="182074"/>
                  <a:pt x="4582954" y="311423"/>
                  <a:pt x="4585049" y="329330"/>
                </a:cubicBezTo>
                <a:cubicBezTo>
                  <a:pt x="4587145" y="336665"/>
                  <a:pt x="4584002" y="364382"/>
                  <a:pt x="4583430" y="373812"/>
                </a:cubicBezTo>
                <a:lnTo>
                  <a:pt x="4578763" y="373812"/>
                </a:lnTo>
                <a:cubicBezTo>
                  <a:pt x="4570857" y="373812"/>
                  <a:pt x="4563523" y="374384"/>
                  <a:pt x="4555713" y="373812"/>
                </a:cubicBezTo>
                <a:lnTo>
                  <a:pt x="4542568" y="372764"/>
                </a:lnTo>
                <a:cubicBezTo>
                  <a:pt x="4537806" y="372764"/>
                  <a:pt x="4532090" y="372193"/>
                  <a:pt x="4526280" y="372764"/>
                </a:cubicBezTo>
                <a:moveTo>
                  <a:pt x="4352354" y="353429"/>
                </a:moveTo>
                <a:cubicBezTo>
                  <a:pt x="4355021" y="359144"/>
                  <a:pt x="4361783" y="363906"/>
                  <a:pt x="4367022" y="368097"/>
                </a:cubicBezTo>
                <a:lnTo>
                  <a:pt x="4370737" y="371717"/>
                </a:lnTo>
                <a:cubicBezTo>
                  <a:pt x="4374928" y="375431"/>
                  <a:pt x="4383310" y="381146"/>
                  <a:pt x="4389597" y="382670"/>
                </a:cubicBezTo>
                <a:cubicBezTo>
                  <a:pt x="4397502" y="385337"/>
                  <a:pt x="4406360" y="384290"/>
                  <a:pt x="4414266" y="385337"/>
                </a:cubicBezTo>
                <a:cubicBezTo>
                  <a:pt x="4421029" y="385909"/>
                  <a:pt x="4427887" y="388957"/>
                  <a:pt x="4435221" y="388481"/>
                </a:cubicBezTo>
                <a:lnTo>
                  <a:pt x="4441984" y="389528"/>
                </a:lnTo>
                <a:cubicBezTo>
                  <a:pt x="4466654" y="389528"/>
                  <a:pt x="4500658" y="374860"/>
                  <a:pt x="4516946" y="356000"/>
                </a:cubicBezTo>
                <a:cubicBezTo>
                  <a:pt x="4517422" y="362287"/>
                  <a:pt x="4516470" y="369145"/>
                  <a:pt x="4516470" y="375431"/>
                </a:cubicBezTo>
                <a:lnTo>
                  <a:pt x="4515898" y="378003"/>
                </a:lnTo>
                <a:cubicBezTo>
                  <a:pt x="4515898" y="384290"/>
                  <a:pt x="4520089" y="384290"/>
                  <a:pt x="4524756" y="383242"/>
                </a:cubicBezTo>
                <a:cubicBezTo>
                  <a:pt x="4529995" y="382194"/>
                  <a:pt x="4535710" y="382670"/>
                  <a:pt x="4542092" y="382670"/>
                </a:cubicBezTo>
                <a:lnTo>
                  <a:pt x="4555236" y="383718"/>
                </a:lnTo>
                <a:cubicBezTo>
                  <a:pt x="4563618" y="384290"/>
                  <a:pt x="4570953" y="383718"/>
                  <a:pt x="4578858" y="383718"/>
                </a:cubicBezTo>
                <a:cubicBezTo>
                  <a:pt x="4583525" y="383718"/>
                  <a:pt x="4594098" y="388481"/>
                  <a:pt x="4594098" y="380099"/>
                </a:cubicBezTo>
                <a:cubicBezTo>
                  <a:pt x="4593050" y="365906"/>
                  <a:pt x="4598289" y="337712"/>
                  <a:pt x="4595146" y="326663"/>
                </a:cubicBezTo>
                <a:cubicBezTo>
                  <a:pt x="4593050" y="308280"/>
                  <a:pt x="4594574" y="178359"/>
                  <a:pt x="4593527" y="165786"/>
                </a:cubicBezTo>
                <a:cubicBezTo>
                  <a:pt x="4591431" y="152642"/>
                  <a:pt x="4594003" y="136449"/>
                  <a:pt x="4594574" y="122828"/>
                </a:cubicBezTo>
                <a:cubicBezTo>
                  <a:pt x="4594574" y="110255"/>
                  <a:pt x="4595146" y="106636"/>
                  <a:pt x="4582573" y="106636"/>
                </a:cubicBezTo>
                <a:lnTo>
                  <a:pt x="4551712" y="107684"/>
                </a:lnTo>
                <a:cubicBezTo>
                  <a:pt x="4539615" y="108255"/>
                  <a:pt x="4530185" y="108255"/>
                  <a:pt x="4529709" y="108255"/>
                </a:cubicBezTo>
                <a:cubicBezTo>
                  <a:pt x="4522375" y="107207"/>
                  <a:pt x="4520280" y="106160"/>
                  <a:pt x="4517136" y="112922"/>
                </a:cubicBezTo>
                <a:lnTo>
                  <a:pt x="4518184" y="120257"/>
                </a:lnTo>
                <a:cubicBezTo>
                  <a:pt x="4517708" y="121781"/>
                  <a:pt x="4518184" y="123876"/>
                  <a:pt x="4518660" y="127591"/>
                </a:cubicBezTo>
                <a:cubicBezTo>
                  <a:pt x="4519232" y="137497"/>
                  <a:pt x="4518660" y="149022"/>
                  <a:pt x="4519708" y="159595"/>
                </a:cubicBezTo>
                <a:cubicBezTo>
                  <a:pt x="4519708" y="162167"/>
                  <a:pt x="4523423" y="248082"/>
                  <a:pt x="4521327" y="260655"/>
                </a:cubicBezTo>
                <a:lnTo>
                  <a:pt x="4519232" y="273800"/>
                </a:lnTo>
                <a:lnTo>
                  <a:pt x="4517136" y="277991"/>
                </a:lnTo>
                <a:lnTo>
                  <a:pt x="4516089" y="284277"/>
                </a:lnTo>
                <a:cubicBezTo>
                  <a:pt x="4515612" y="286944"/>
                  <a:pt x="4514565" y="288468"/>
                  <a:pt x="4513993" y="290087"/>
                </a:cubicBezTo>
                <a:lnTo>
                  <a:pt x="4511898" y="295802"/>
                </a:lnTo>
                <a:cubicBezTo>
                  <a:pt x="4511421" y="296850"/>
                  <a:pt x="4510850" y="298469"/>
                  <a:pt x="4510850" y="299517"/>
                </a:cubicBezTo>
                <a:lnTo>
                  <a:pt x="4509802" y="302184"/>
                </a:lnTo>
                <a:cubicBezTo>
                  <a:pt x="4501991" y="315329"/>
                  <a:pt x="4495133" y="324663"/>
                  <a:pt x="4478370" y="326759"/>
                </a:cubicBezTo>
                <a:cubicBezTo>
                  <a:pt x="4467892" y="326187"/>
                  <a:pt x="4443794" y="324092"/>
                  <a:pt x="4435983" y="316757"/>
                </a:cubicBezTo>
                <a:cubicBezTo>
                  <a:pt x="4419696" y="305804"/>
                  <a:pt x="4417124" y="287992"/>
                  <a:pt x="4415505" y="262846"/>
                </a:cubicBezTo>
                <a:cubicBezTo>
                  <a:pt x="4415028" y="258655"/>
                  <a:pt x="4415028" y="254464"/>
                  <a:pt x="4415505" y="250273"/>
                </a:cubicBezTo>
                <a:lnTo>
                  <a:pt x="4415505" y="244463"/>
                </a:lnTo>
                <a:cubicBezTo>
                  <a:pt x="4415505" y="242367"/>
                  <a:pt x="4415505" y="240272"/>
                  <a:pt x="4415028" y="238748"/>
                </a:cubicBezTo>
                <a:lnTo>
                  <a:pt x="4414552" y="236081"/>
                </a:lnTo>
                <a:lnTo>
                  <a:pt x="4414552" y="223508"/>
                </a:lnTo>
                <a:lnTo>
                  <a:pt x="4415028" y="194171"/>
                </a:lnTo>
                <a:lnTo>
                  <a:pt x="4416076" y="149594"/>
                </a:lnTo>
                <a:cubicBezTo>
                  <a:pt x="4416648" y="140735"/>
                  <a:pt x="4416076" y="131306"/>
                  <a:pt x="4416648" y="121304"/>
                </a:cubicBezTo>
                <a:lnTo>
                  <a:pt x="4417124" y="117590"/>
                </a:lnTo>
                <a:cubicBezTo>
                  <a:pt x="4417600" y="107112"/>
                  <a:pt x="4411314" y="109208"/>
                  <a:pt x="4403979" y="108160"/>
                </a:cubicBezTo>
                <a:cubicBezTo>
                  <a:pt x="4400836" y="108160"/>
                  <a:pt x="4356259" y="109208"/>
                  <a:pt x="4356259" y="109208"/>
                </a:cubicBezTo>
                <a:cubicBezTo>
                  <a:pt x="4335875" y="109779"/>
                  <a:pt x="4338923" y="103969"/>
                  <a:pt x="4338923" y="123400"/>
                </a:cubicBezTo>
                <a:cubicBezTo>
                  <a:pt x="4338923" y="137592"/>
                  <a:pt x="4337304" y="151689"/>
                  <a:pt x="4336352" y="165881"/>
                </a:cubicBezTo>
                <a:cubicBezTo>
                  <a:pt x="4335304" y="176359"/>
                  <a:pt x="4334732" y="291611"/>
                  <a:pt x="4334732" y="295802"/>
                </a:cubicBezTo>
                <a:cubicBezTo>
                  <a:pt x="4334732" y="299993"/>
                  <a:pt x="4335209" y="306280"/>
                  <a:pt x="4336352" y="312090"/>
                </a:cubicBezTo>
                <a:lnTo>
                  <a:pt x="4336828" y="314757"/>
                </a:lnTo>
                <a:lnTo>
                  <a:pt x="4337876" y="318377"/>
                </a:lnTo>
                <a:cubicBezTo>
                  <a:pt x="4338352" y="318948"/>
                  <a:pt x="4338352" y="319424"/>
                  <a:pt x="4337876" y="323615"/>
                </a:cubicBezTo>
                <a:cubicBezTo>
                  <a:pt x="4339400" y="327806"/>
                  <a:pt x="4341019" y="331997"/>
                  <a:pt x="4343115" y="336188"/>
                </a:cubicBezTo>
                <a:lnTo>
                  <a:pt x="4346258" y="342475"/>
                </a:lnTo>
                <a:cubicBezTo>
                  <a:pt x="4347306" y="344570"/>
                  <a:pt x="4348353" y="346666"/>
                  <a:pt x="4353021" y="354000"/>
                </a:cubicBezTo>
                <a:lnTo>
                  <a:pt x="4352449" y="353429"/>
                </a:lnTo>
                <a:close/>
                <a:moveTo>
                  <a:pt x="4263295" y="209411"/>
                </a:moveTo>
                <a:cubicBezTo>
                  <a:pt x="4240245" y="211030"/>
                  <a:pt x="4217194" y="211030"/>
                  <a:pt x="4194143" y="211030"/>
                </a:cubicBezTo>
                <a:lnTo>
                  <a:pt x="4117658" y="211030"/>
                </a:lnTo>
                <a:cubicBezTo>
                  <a:pt x="4106132" y="212649"/>
                  <a:pt x="4088797" y="209982"/>
                  <a:pt x="4089368" y="226175"/>
                </a:cubicBezTo>
                <a:lnTo>
                  <a:pt x="4089845" y="229318"/>
                </a:lnTo>
                <a:cubicBezTo>
                  <a:pt x="4088225" y="237224"/>
                  <a:pt x="4089368" y="245034"/>
                  <a:pt x="4089368" y="252845"/>
                </a:cubicBezTo>
                <a:cubicBezTo>
                  <a:pt x="4088797" y="269609"/>
                  <a:pt x="4088321" y="286373"/>
                  <a:pt x="4086797" y="302089"/>
                </a:cubicBezTo>
                <a:cubicBezTo>
                  <a:pt x="4085749" y="313043"/>
                  <a:pt x="4101465" y="314662"/>
                  <a:pt x="4108799" y="314090"/>
                </a:cubicBezTo>
                <a:lnTo>
                  <a:pt x="4116134" y="313519"/>
                </a:lnTo>
                <a:cubicBezTo>
                  <a:pt x="4117753" y="313519"/>
                  <a:pt x="4119277" y="313519"/>
                  <a:pt x="4121372" y="314090"/>
                </a:cubicBezTo>
                <a:cubicBezTo>
                  <a:pt x="4122420" y="314090"/>
                  <a:pt x="4123468" y="314090"/>
                  <a:pt x="4125087" y="313519"/>
                </a:cubicBezTo>
                <a:lnTo>
                  <a:pt x="4130897" y="315138"/>
                </a:lnTo>
                <a:cubicBezTo>
                  <a:pt x="4139279" y="315710"/>
                  <a:pt x="4146614" y="314090"/>
                  <a:pt x="4152900" y="314090"/>
                </a:cubicBezTo>
                <a:cubicBezTo>
                  <a:pt x="4166045" y="314662"/>
                  <a:pt x="4179570" y="314090"/>
                  <a:pt x="4193762" y="314662"/>
                </a:cubicBezTo>
                <a:cubicBezTo>
                  <a:pt x="4196906" y="314662"/>
                  <a:pt x="4200621" y="315710"/>
                  <a:pt x="4204240" y="315710"/>
                </a:cubicBezTo>
                <a:cubicBezTo>
                  <a:pt x="4214241" y="316757"/>
                  <a:pt x="4222052" y="317805"/>
                  <a:pt x="4233006" y="318281"/>
                </a:cubicBezTo>
                <a:cubicBezTo>
                  <a:pt x="4236720" y="318281"/>
                  <a:pt x="4249293" y="317710"/>
                  <a:pt x="4260247" y="317234"/>
                </a:cubicBezTo>
                <a:lnTo>
                  <a:pt x="4282250" y="315710"/>
                </a:lnTo>
                <a:cubicBezTo>
                  <a:pt x="4284345" y="315710"/>
                  <a:pt x="4288536" y="315710"/>
                  <a:pt x="4290632" y="316281"/>
                </a:cubicBezTo>
                <a:cubicBezTo>
                  <a:pt x="4287489" y="334569"/>
                  <a:pt x="4291680" y="355048"/>
                  <a:pt x="4284822" y="372860"/>
                </a:cubicBezTo>
                <a:lnTo>
                  <a:pt x="4277011" y="372860"/>
                </a:lnTo>
                <a:cubicBezTo>
                  <a:pt x="4274915" y="372860"/>
                  <a:pt x="4265486" y="372860"/>
                  <a:pt x="4256056" y="373431"/>
                </a:cubicBezTo>
                <a:lnTo>
                  <a:pt x="4243483" y="374003"/>
                </a:lnTo>
                <a:lnTo>
                  <a:pt x="4238244" y="374574"/>
                </a:lnTo>
                <a:cubicBezTo>
                  <a:pt x="4226148" y="372955"/>
                  <a:pt x="4118229" y="371431"/>
                  <a:pt x="4110990" y="371431"/>
                </a:cubicBezTo>
                <a:cubicBezTo>
                  <a:pt x="4100036" y="370859"/>
                  <a:pt x="4088987" y="370859"/>
                  <a:pt x="4077462" y="371431"/>
                </a:cubicBezTo>
                <a:cubicBezTo>
                  <a:pt x="4071176" y="371431"/>
                  <a:pt x="4064318" y="370859"/>
                  <a:pt x="4058031" y="372002"/>
                </a:cubicBezTo>
                <a:cubicBezTo>
                  <a:pt x="4053840" y="371431"/>
                  <a:pt x="4049173" y="371431"/>
                  <a:pt x="4044410" y="371431"/>
                </a:cubicBezTo>
                <a:lnTo>
                  <a:pt x="4032409" y="371431"/>
                </a:lnTo>
                <a:lnTo>
                  <a:pt x="4026599" y="369335"/>
                </a:lnTo>
                <a:lnTo>
                  <a:pt x="4022408" y="368859"/>
                </a:lnTo>
                <a:lnTo>
                  <a:pt x="4019836" y="367811"/>
                </a:lnTo>
                <a:lnTo>
                  <a:pt x="4019836" y="363620"/>
                </a:lnTo>
                <a:cubicBezTo>
                  <a:pt x="4020884" y="344761"/>
                  <a:pt x="4019360" y="325901"/>
                  <a:pt x="4019836" y="307613"/>
                </a:cubicBezTo>
                <a:cubicBezTo>
                  <a:pt x="4019360" y="295612"/>
                  <a:pt x="4017740" y="248463"/>
                  <a:pt x="4018788" y="241034"/>
                </a:cubicBezTo>
                <a:cubicBezTo>
                  <a:pt x="4019360" y="239414"/>
                  <a:pt x="4019360" y="238462"/>
                  <a:pt x="4019360" y="236843"/>
                </a:cubicBezTo>
                <a:lnTo>
                  <a:pt x="4018788" y="233699"/>
                </a:lnTo>
                <a:cubicBezTo>
                  <a:pt x="4018788" y="232652"/>
                  <a:pt x="4018312" y="231032"/>
                  <a:pt x="4018312" y="229985"/>
                </a:cubicBezTo>
                <a:cubicBezTo>
                  <a:pt x="4018312" y="219507"/>
                  <a:pt x="4019931" y="190742"/>
                  <a:pt x="4017264" y="180740"/>
                </a:cubicBezTo>
                <a:lnTo>
                  <a:pt x="4016693" y="177026"/>
                </a:lnTo>
                <a:cubicBezTo>
                  <a:pt x="4016216" y="167596"/>
                  <a:pt x="4016216" y="151880"/>
                  <a:pt x="4016216" y="134639"/>
                </a:cubicBezTo>
                <a:cubicBezTo>
                  <a:pt x="4016216" y="100064"/>
                  <a:pt x="4016693" y="60249"/>
                  <a:pt x="4017264" y="50819"/>
                </a:cubicBezTo>
                <a:cubicBezTo>
                  <a:pt x="4017740" y="45581"/>
                  <a:pt x="4016693" y="38246"/>
                  <a:pt x="4017264" y="31388"/>
                </a:cubicBezTo>
                <a:cubicBezTo>
                  <a:pt x="4017264" y="27769"/>
                  <a:pt x="4018312" y="23578"/>
                  <a:pt x="4019836" y="17768"/>
                </a:cubicBezTo>
                <a:lnTo>
                  <a:pt x="4025551" y="18339"/>
                </a:lnTo>
                <a:cubicBezTo>
                  <a:pt x="4028218" y="18911"/>
                  <a:pt x="4054888" y="17768"/>
                  <a:pt x="4081082" y="17291"/>
                </a:cubicBezTo>
                <a:cubicBezTo>
                  <a:pt x="4107275" y="16815"/>
                  <a:pt x="4134517" y="15767"/>
                  <a:pt x="4138136" y="15767"/>
                </a:cubicBezTo>
                <a:cubicBezTo>
                  <a:pt x="4140708" y="15767"/>
                  <a:pt x="4173760" y="14720"/>
                  <a:pt x="4173760" y="14720"/>
                </a:cubicBezTo>
                <a:lnTo>
                  <a:pt x="4182142" y="14720"/>
                </a:lnTo>
                <a:lnTo>
                  <a:pt x="4206716" y="15291"/>
                </a:lnTo>
                <a:lnTo>
                  <a:pt x="4245483" y="14720"/>
                </a:lnTo>
                <a:cubicBezTo>
                  <a:pt x="4249198" y="14720"/>
                  <a:pt x="4252817" y="14148"/>
                  <a:pt x="4257008" y="14148"/>
                </a:cubicBezTo>
                <a:lnTo>
                  <a:pt x="4263295" y="14148"/>
                </a:lnTo>
                <a:cubicBezTo>
                  <a:pt x="4269581" y="15196"/>
                  <a:pt x="4275868" y="15196"/>
                  <a:pt x="4282155" y="16244"/>
                </a:cubicBezTo>
                <a:cubicBezTo>
                  <a:pt x="4282631" y="26150"/>
                  <a:pt x="4280059" y="35579"/>
                  <a:pt x="4280059" y="45581"/>
                </a:cubicBezTo>
                <a:cubicBezTo>
                  <a:pt x="4280535" y="50819"/>
                  <a:pt x="4282155" y="56534"/>
                  <a:pt x="4282631" y="61868"/>
                </a:cubicBezTo>
                <a:lnTo>
                  <a:pt x="4283202" y="64535"/>
                </a:lnTo>
                <a:cubicBezTo>
                  <a:pt x="4269010" y="64535"/>
                  <a:pt x="4254341" y="66631"/>
                  <a:pt x="4238625" y="64535"/>
                </a:cubicBezTo>
                <a:cubicBezTo>
                  <a:pt x="4221861" y="67202"/>
                  <a:pt x="4205097" y="65583"/>
                  <a:pt x="4187857" y="65583"/>
                </a:cubicBezTo>
                <a:cubicBezTo>
                  <a:pt x="4176332" y="65583"/>
                  <a:pt x="4164806" y="67679"/>
                  <a:pt x="4153281" y="67679"/>
                </a:cubicBezTo>
                <a:cubicBezTo>
                  <a:pt x="4134422" y="67679"/>
                  <a:pt x="4117658" y="67107"/>
                  <a:pt x="4099846" y="67107"/>
                </a:cubicBezTo>
                <a:cubicBezTo>
                  <a:pt x="4096131" y="67107"/>
                  <a:pt x="4092512" y="70250"/>
                  <a:pt x="4089845" y="74918"/>
                </a:cubicBezTo>
                <a:cubicBezTo>
                  <a:pt x="4087749" y="79109"/>
                  <a:pt x="4086701" y="100064"/>
                  <a:pt x="4086701" y="105302"/>
                </a:cubicBezTo>
                <a:lnTo>
                  <a:pt x="4086701" y="122066"/>
                </a:lnTo>
                <a:lnTo>
                  <a:pt x="4086130" y="131020"/>
                </a:lnTo>
                <a:lnTo>
                  <a:pt x="4085654" y="135687"/>
                </a:lnTo>
                <a:cubicBezTo>
                  <a:pt x="4085654" y="140926"/>
                  <a:pt x="4087273" y="145117"/>
                  <a:pt x="4087273" y="149879"/>
                </a:cubicBezTo>
                <a:cubicBezTo>
                  <a:pt x="4087273" y="156166"/>
                  <a:pt x="4092988" y="159881"/>
                  <a:pt x="4098227" y="160357"/>
                </a:cubicBezTo>
                <a:lnTo>
                  <a:pt x="4103465" y="161405"/>
                </a:lnTo>
                <a:cubicBezTo>
                  <a:pt x="4128040" y="160357"/>
                  <a:pt x="4153757" y="160357"/>
                  <a:pt x="4178903" y="159309"/>
                </a:cubicBezTo>
                <a:cubicBezTo>
                  <a:pt x="4205573" y="163500"/>
                  <a:pt x="4237578" y="161405"/>
                  <a:pt x="4264819" y="162929"/>
                </a:cubicBezTo>
                <a:cubicBezTo>
                  <a:pt x="4265295" y="167120"/>
                  <a:pt x="4264819" y="170834"/>
                  <a:pt x="4264819" y="174454"/>
                </a:cubicBezTo>
                <a:lnTo>
                  <a:pt x="4264819" y="209601"/>
                </a:lnTo>
                <a:lnTo>
                  <a:pt x="4263200" y="209601"/>
                </a:lnTo>
                <a:close/>
                <a:moveTo>
                  <a:pt x="4096703" y="303232"/>
                </a:moveTo>
                <a:cubicBezTo>
                  <a:pt x="4098322" y="286944"/>
                  <a:pt x="4098798" y="269704"/>
                  <a:pt x="4099274" y="252940"/>
                </a:cubicBezTo>
                <a:cubicBezTo>
                  <a:pt x="4099274" y="245606"/>
                  <a:pt x="4098798" y="237795"/>
                  <a:pt x="4099846" y="228842"/>
                </a:cubicBezTo>
                <a:lnTo>
                  <a:pt x="4099274" y="223603"/>
                </a:lnTo>
                <a:cubicBezTo>
                  <a:pt x="4105561" y="221984"/>
                  <a:pt x="4112419" y="221984"/>
                  <a:pt x="4118705" y="220936"/>
                </a:cubicBezTo>
                <a:lnTo>
                  <a:pt x="4194143" y="220936"/>
                </a:lnTo>
                <a:cubicBezTo>
                  <a:pt x="4217194" y="220936"/>
                  <a:pt x="4240721" y="220936"/>
                  <a:pt x="4263866" y="219317"/>
                </a:cubicBezTo>
                <a:lnTo>
                  <a:pt x="4269105" y="218745"/>
                </a:lnTo>
                <a:cubicBezTo>
                  <a:pt x="4274344" y="218174"/>
                  <a:pt x="4275392" y="213983"/>
                  <a:pt x="4275392" y="212935"/>
                </a:cubicBezTo>
                <a:lnTo>
                  <a:pt x="4274915" y="202457"/>
                </a:lnTo>
                <a:lnTo>
                  <a:pt x="4274915" y="174168"/>
                </a:lnTo>
                <a:cubicBezTo>
                  <a:pt x="4275392" y="158452"/>
                  <a:pt x="4278535" y="152165"/>
                  <a:pt x="4260247" y="152737"/>
                </a:cubicBezTo>
                <a:cubicBezTo>
                  <a:pt x="4252913" y="153308"/>
                  <a:pt x="4182713" y="150070"/>
                  <a:pt x="4179094" y="149022"/>
                </a:cubicBezTo>
                <a:cubicBezTo>
                  <a:pt x="4153948" y="150070"/>
                  <a:pt x="4128802" y="150070"/>
                  <a:pt x="4104132" y="151118"/>
                </a:cubicBezTo>
                <a:lnTo>
                  <a:pt x="4099941" y="150070"/>
                </a:lnTo>
                <a:lnTo>
                  <a:pt x="4097274" y="149022"/>
                </a:lnTo>
                <a:cubicBezTo>
                  <a:pt x="4097274" y="144831"/>
                  <a:pt x="4095750" y="141212"/>
                  <a:pt x="4096226" y="134354"/>
                </a:cubicBezTo>
                <a:lnTo>
                  <a:pt x="4096226" y="131210"/>
                </a:lnTo>
                <a:lnTo>
                  <a:pt x="4096703" y="122257"/>
                </a:lnTo>
                <a:lnTo>
                  <a:pt x="4096703" y="105017"/>
                </a:lnTo>
                <a:cubicBezTo>
                  <a:pt x="4096703" y="96635"/>
                  <a:pt x="4097750" y="88729"/>
                  <a:pt x="4098798" y="79871"/>
                </a:cubicBezTo>
                <a:cubicBezTo>
                  <a:pt x="4099274" y="78823"/>
                  <a:pt x="4099846" y="77204"/>
                  <a:pt x="4100894" y="76727"/>
                </a:cubicBezTo>
                <a:cubicBezTo>
                  <a:pt x="4118229" y="76727"/>
                  <a:pt x="4134993" y="77299"/>
                  <a:pt x="4153281" y="77299"/>
                </a:cubicBezTo>
                <a:cubicBezTo>
                  <a:pt x="4164806" y="77299"/>
                  <a:pt x="4176332" y="75203"/>
                  <a:pt x="4187857" y="75203"/>
                </a:cubicBezTo>
                <a:cubicBezTo>
                  <a:pt x="4205192" y="75203"/>
                  <a:pt x="4222433" y="76823"/>
                  <a:pt x="4239768" y="74156"/>
                </a:cubicBezTo>
                <a:cubicBezTo>
                  <a:pt x="4255484" y="76251"/>
                  <a:pt x="4271201" y="74156"/>
                  <a:pt x="4287393" y="74156"/>
                </a:cubicBezTo>
                <a:cubicBezTo>
                  <a:pt x="4297871" y="74156"/>
                  <a:pt x="4290537" y="49581"/>
                  <a:pt x="4290537" y="44819"/>
                </a:cubicBezTo>
                <a:cubicBezTo>
                  <a:pt x="4290060" y="39104"/>
                  <a:pt x="4291013" y="32817"/>
                  <a:pt x="4291584" y="27007"/>
                </a:cubicBezTo>
                <a:cubicBezTo>
                  <a:pt x="4294251" y="1385"/>
                  <a:pt x="4287393" y="6528"/>
                  <a:pt x="4264343" y="3956"/>
                </a:cubicBezTo>
                <a:lnTo>
                  <a:pt x="4260628" y="3956"/>
                </a:lnTo>
                <a:lnTo>
                  <a:pt x="4257485" y="3385"/>
                </a:lnTo>
                <a:lnTo>
                  <a:pt x="4254341" y="3956"/>
                </a:lnTo>
                <a:cubicBezTo>
                  <a:pt x="4251770" y="3956"/>
                  <a:pt x="4248626" y="4528"/>
                  <a:pt x="4245483" y="4528"/>
                </a:cubicBezTo>
                <a:lnTo>
                  <a:pt x="4173665" y="4528"/>
                </a:lnTo>
                <a:cubicBezTo>
                  <a:pt x="4173665" y="4528"/>
                  <a:pt x="4140708" y="5576"/>
                  <a:pt x="4138041" y="5576"/>
                </a:cubicBezTo>
                <a:cubicBezTo>
                  <a:pt x="4133850" y="5576"/>
                  <a:pt x="4107180" y="6623"/>
                  <a:pt x="4080415" y="7195"/>
                </a:cubicBezTo>
                <a:cubicBezTo>
                  <a:pt x="4053173" y="7766"/>
                  <a:pt x="4028504" y="8243"/>
                  <a:pt x="4027456" y="8243"/>
                </a:cubicBezTo>
                <a:lnTo>
                  <a:pt x="4023836" y="7671"/>
                </a:lnTo>
                <a:lnTo>
                  <a:pt x="4014407" y="7671"/>
                </a:lnTo>
                <a:cubicBezTo>
                  <a:pt x="4010216" y="6052"/>
                  <a:pt x="4007072" y="8719"/>
                  <a:pt x="4008120" y="13481"/>
                </a:cubicBezTo>
                <a:cubicBezTo>
                  <a:pt x="4009644" y="18720"/>
                  <a:pt x="4007072" y="25483"/>
                  <a:pt x="4007072" y="30722"/>
                </a:cubicBezTo>
                <a:cubicBezTo>
                  <a:pt x="4006596" y="37580"/>
                  <a:pt x="4007549" y="44342"/>
                  <a:pt x="4007072" y="49581"/>
                </a:cubicBezTo>
                <a:cubicBezTo>
                  <a:pt x="4006596" y="59011"/>
                  <a:pt x="4006024" y="99873"/>
                  <a:pt x="4006024" y="134449"/>
                </a:cubicBezTo>
                <a:lnTo>
                  <a:pt x="4006024" y="176835"/>
                </a:lnTo>
                <a:cubicBezTo>
                  <a:pt x="4006024" y="176835"/>
                  <a:pt x="4006501" y="180550"/>
                  <a:pt x="4007072" y="183122"/>
                </a:cubicBezTo>
                <a:cubicBezTo>
                  <a:pt x="4007072" y="186265"/>
                  <a:pt x="4007549" y="189408"/>
                  <a:pt x="4008120" y="193028"/>
                </a:cubicBezTo>
                <a:cubicBezTo>
                  <a:pt x="4008596" y="196171"/>
                  <a:pt x="4008120" y="223412"/>
                  <a:pt x="4008120" y="229699"/>
                </a:cubicBezTo>
                <a:cubicBezTo>
                  <a:pt x="4008120" y="232842"/>
                  <a:pt x="4009168" y="235985"/>
                  <a:pt x="4008596" y="239129"/>
                </a:cubicBezTo>
                <a:cubicBezTo>
                  <a:pt x="4007549" y="247511"/>
                  <a:pt x="4009073" y="295231"/>
                  <a:pt x="4009644" y="307232"/>
                </a:cubicBezTo>
                <a:cubicBezTo>
                  <a:pt x="4009168" y="325616"/>
                  <a:pt x="4010692" y="344380"/>
                  <a:pt x="4009644" y="362763"/>
                </a:cubicBezTo>
                <a:cubicBezTo>
                  <a:pt x="4009644" y="372764"/>
                  <a:pt x="4010692" y="378479"/>
                  <a:pt x="4021741" y="378479"/>
                </a:cubicBezTo>
                <a:lnTo>
                  <a:pt x="4024884" y="379051"/>
                </a:lnTo>
                <a:lnTo>
                  <a:pt x="4031171" y="381146"/>
                </a:lnTo>
                <a:lnTo>
                  <a:pt x="4044315" y="381146"/>
                </a:lnTo>
                <a:cubicBezTo>
                  <a:pt x="4048506" y="381146"/>
                  <a:pt x="4053173" y="381146"/>
                  <a:pt x="4059555" y="381718"/>
                </a:cubicBezTo>
                <a:cubicBezTo>
                  <a:pt x="4065365" y="380099"/>
                  <a:pt x="4072128" y="381146"/>
                  <a:pt x="4077843" y="381146"/>
                </a:cubicBezTo>
                <a:cubicBezTo>
                  <a:pt x="4089368" y="380575"/>
                  <a:pt x="4099846" y="380575"/>
                  <a:pt x="4110895" y="381146"/>
                </a:cubicBezTo>
                <a:cubicBezTo>
                  <a:pt x="4117658" y="381146"/>
                  <a:pt x="4225100" y="382670"/>
                  <a:pt x="4236625" y="384290"/>
                </a:cubicBezTo>
                <a:lnTo>
                  <a:pt x="4239768" y="384290"/>
                </a:lnTo>
                <a:lnTo>
                  <a:pt x="4243959" y="383718"/>
                </a:lnTo>
                <a:lnTo>
                  <a:pt x="4256532" y="383147"/>
                </a:lnTo>
                <a:cubicBezTo>
                  <a:pt x="4265390" y="383147"/>
                  <a:pt x="4274915" y="382575"/>
                  <a:pt x="4277011" y="382575"/>
                </a:cubicBezTo>
                <a:lnTo>
                  <a:pt x="4284822" y="382575"/>
                </a:lnTo>
                <a:cubicBezTo>
                  <a:pt x="4287965" y="382575"/>
                  <a:pt x="4293204" y="382575"/>
                  <a:pt x="4294251" y="378956"/>
                </a:cubicBezTo>
                <a:cubicBezTo>
                  <a:pt x="4301585" y="360096"/>
                  <a:pt x="4296823" y="339141"/>
                  <a:pt x="4299966" y="319234"/>
                </a:cubicBezTo>
                <a:cubicBezTo>
                  <a:pt x="4303681" y="306661"/>
                  <a:pt x="4290537" y="305613"/>
                  <a:pt x="4281678" y="305613"/>
                </a:cubicBezTo>
                <a:cubicBezTo>
                  <a:pt x="4281202" y="305613"/>
                  <a:pt x="4239768" y="308756"/>
                  <a:pt x="4233958" y="308280"/>
                </a:cubicBezTo>
                <a:cubicBezTo>
                  <a:pt x="4222433" y="307709"/>
                  <a:pt x="4214527" y="306661"/>
                  <a:pt x="4204049" y="305613"/>
                </a:cubicBezTo>
                <a:cubicBezTo>
                  <a:pt x="4200430" y="305613"/>
                  <a:pt x="4196715" y="304565"/>
                  <a:pt x="4193572" y="304565"/>
                </a:cubicBezTo>
                <a:cubicBezTo>
                  <a:pt x="4179475" y="303994"/>
                  <a:pt x="4165854" y="304565"/>
                  <a:pt x="4152710" y="303994"/>
                </a:cubicBezTo>
                <a:cubicBezTo>
                  <a:pt x="4146899" y="303994"/>
                  <a:pt x="4139565" y="305042"/>
                  <a:pt x="4132231" y="305042"/>
                </a:cubicBezTo>
                <a:cubicBezTo>
                  <a:pt x="4130707" y="304470"/>
                  <a:pt x="4128040" y="303994"/>
                  <a:pt x="4121753" y="303994"/>
                </a:cubicBezTo>
                <a:cubicBezTo>
                  <a:pt x="4120134" y="303422"/>
                  <a:pt x="4117562" y="303422"/>
                  <a:pt x="4115467" y="303422"/>
                </a:cubicBezTo>
                <a:lnTo>
                  <a:pt x="4108133" y="303994"/>
                </a:lnTo>
                <a:cubicBezTo>
                  <a:pt x="4103465" y="303994"/>
                  <a:pt x="4099751" y="303994"/>
                  <a:pt x="4096607" y="302946"/>
                </a:cubicBezTo>
                <a:moveTo>
                  <a:pt x="3655505" y="372574"/>
                </a:moveTo>
                <a:cubicBezTo>
                  <a:pt x="3655505" y="372574"/>
                  <a:pt x="3654457" y="373145"/>
                  <a:pt x="3655028" y="372574"/>
                </a:cubicBezTo>
                <a:lnTo>
                  <a:pt x="3656076" y="367907"/>
                </a:lnTo>
                <a:cubicBezTo>
                  <a:pt x="3656076" y="365240"/>
                  <a:pt x="3656553" y="362668"/>
                  <a:pt x="3656076" y="360001"/>
                </a:cubicBezTo>
                <a:cubicBezTo>
                  <a:pt x="3656076" y="341713"/>
                  <a:pt x="3656553" y="322282"/>
                  <a:pt x="3655600" y="303899"/>
                </a:cubicBezTo>
                <a:cubicBezTo>
                  <a:pt x="3655124" y="295517"/>
                  <a:pt x="3656076" y="238462"/>
                  <a:pt x="3656076" y="238462"/>
                </a:cubicBezTo>
                <a:lnTo>
                  <a:pt x="3656076" y="207506"/>
                </a:lnTo>
                <a:lnTo>
                  <a:pt x="3656553" y="203791"/>
                </a:lnTo>
                <a:cubicBezTo>
                  <a:pt x="3656553" y="201124"/>
                  <a:pt x="3657029" y="197504"/>
                  <a:pt x="3657029" y="192837"/>
                </a:cubicBezTo>
                <a:cubicBezTo>
                  <a:pt x="3658076" y="165596"/>
                  <a:pt x="3659696" y="142545"/>
                  <a:pt x="3657029" y="115304"/>
                </a:cubicBezTo>
                <a:lnTo>
                  <a:pt x="3679603" y="116923"/>
                </a:lnTo>
                <a:lnTo>
                  <a:pt x="3681698" y="117494"/>
                </a:lnTo>
                <a:lnTo>
                  <a:pt x="3714179" y="117494"/>
                </a:lnTo>
                <a:cubicBezTo>
                  <a:pt x="3715226" y="125305"/>
                  <a:pt x="3715703" y="133211"/>
                  <a:pt x="3715226" y="142640"/>
                </a:cubicBezTo>
                <a:cubicBezTo>
                  <a:pt x="3715226" y="149975"/>
                  <a:pt x="3721513" y="154642"/>
                  <a:pt x="3728371" y="151499"/>
                </a:cubicBezTo>
                <a:cubicBezTo>
                  <a:pt x="3733038" y="149403"/>
                  <a:pt x="3736277" y="146260"/>
                  <a:pt x="3739896" y="143117"/>
                </a:cubicBezTo>
                <a:lnTo>
                  <a:pt x="3743611" y="139973"/>
                </a:lnTo>
                <a:cubicBezTo>
                  <a:pt x="3746754" y="135782"/>
                  <a:pt x="3748849" y="134735"/>
                  <a:pt x="3754088" y="131115"/>
                </a:cubicBezTo>
                <a:lnTo>
                  <a:pt x="3761423" y="123209"/>
                </a:lnTo>
                <a:lnTo>
                  <a:pt x="3767233" y="119018"/>
                </a:lnTo>
                <a:cubicBezTo>
                  <a:pt x="3768852" y="117399"/>
                  <a:pt x="3770376" y="116351"/>
                  <a:pt x="3773520" y="115875"/>
                </a:cubicBezTo>
                <a:cubicBezTo>
                  <a:pt x="3778187" y="114827"/>
                  <a:pt x="3779806" y="112160"/>
                  <a:pt x="3786092" y="112160"/>
                </a:cubicBezTo>
                <a:cubicBezTo>
                  <a:pt x="3789712" y="111589"/>
                  <a:pt x="3793427" y="111113"/>
                  <a:pt x="3797046" y="110541"/>
                </a:cubicBezTo>
                <a:lnTo>
                  <a:pt x="3802285" y="109493"/>
                </a:lnTo>
                <a:lnTo>
                  <a:pt x="3805428" y="110065"/>
                </a:lnTo>
                <a:lnTo>
                  <a:pt x="3808571" y="112160"/>
                </a:lnTo>
                <a:cubicBezTo>
                  <a:pt x="3807524" y="120542"/>
                  <a:pt x="3805428" y="128448"/>
                  <a:pt x="3806476" y="137783"/>
                </a:cubicBezTo>
                <a:cubicBezTo>
                  <a:pt x="3806476" y="139878"/>
                  <a:pt x="3807524" y="143021"/>
                  <a:pt x="3807524" y="145117"/>
                </a:cubicBezTo>
                <a:cubicBezTo>
                  <a:pt x="3807524" y="152927"/>
                  <a:pt x="3810191" y="159785"/>
                  <a:pt x="3810191" y="167120"/>
                </a:cubicBezTo>
                <a:cubicBezTo>
                  <a:pt x="3807047" y="166548"/>
                  <a:pt x="3803333" y="166548"/>
                  <a:pt x="3800189" y="167691"/>
                </a:cubicBezTo>
                <a:lnTo>
                  <a:pt x="3792855" y="168739"/>
                </a:lnTo>
                <a:lnTo>
                  <a:pt x="3790188" y="168167"/>
                </a:lnTo>
                <a:cubicBezTo>
                  <a:pt x="3772376" y="169787"/>
                  <a:pt x="3753517" y="173882"/>
                  <a:pt x="3740468" y="185979"/>
                </a:cubicBezTo>
                <a:cubicBezTo>
                  <a:pt x="3738848" y="188075"/>
                  <a:pt x="3737324" y="190646"/>
                  <a:pt x="3736277" y="191694"/>
                </a:cubicBezTo>
                <a:lnTo>
                  <a:pt x="3734181" y="195409"/>
                </a:lnTo>
                <a:lnTo>
                  <a:pt x="3732562" y="197504"/>
                </a:lnTo>
                <a:cubicBezTo>
                  <a:pt x="3730466" y="199124"/>
                  <a:pt x="3728847" y="200648"/>
                  <a:pt x="3727895" y="202743"/>
                </a:cubicBezTo>
                <a:cubicBezTo>
                  <a:pt x="3726847" y="204839"/>
                  <a:pt x="3726275" y="206458"/>
                  <a:pt x="3725323" y="210077"/>
                </a:cubicBezTo>
                <a:lnTo>
                  <a:pt x="3723704" y="212649"/>
                </a:lnTo>
                <a:lnTo>
                  <a:pt x="3722084" y="218936"/>
                </a:lnTo>
                <a:lnTo>
                  <a:pt x="3721608" y="223127"/>
                </a:lnTo>
                <a:lnTo>
                  <a:pt x="3719989" y="228365"/>
                </a:lnTo>
                <a:lnTo>
                  <a:pt x="3719513" y="230461"/>
                </a:lnTo>
                <a:cubicBezTo>
                  <a:pt x="3718465" y="236271"/>
                  <a:pt x="3717417" y="242462"/>
                  <a:pt x="3715798" y="249320"/>
                </a:cubicBezTo>
                <a:lnTo>
                  <a:pt x="3714750" y="262941"/>
                </a:lnTo>
                <a:lnTo>
                  <a:pt x="3713703" y="289135"/>
                </a:lnTo>
                <a:cubicBezTo>
                  <a:pt x="3713703" y="302756"/>
                  <a:pt x="3713226" y="310566"/>
                  <a:pt x="3713226" y="324187"/>
                </a:cubicBezTo>
                <a:cubicBezTo>
                  <a:pt x="3713226" y="333045"/>
                  <a:pt x="3712750" y="339903"/>
                  <a:pt x="3713226" y="346666"/>
                </a:cubicBezTo>
                <a:lnTo>
                  <a:pt x="3714845" y="355524"/>
                </a:lnTo>
                <a:cubicBezTo>
                  <a:pt x="3714845" y="358667"/>
                  <a:pt x="3715322" y="362382"/>
                  <a:pt x="3714845" y="365525"/>
                </a:cubicBezTo>
                <a:cubicBezTo>
                  <a:pt x="3714845" y="367621"/>
                  <a:pt x="3714369" y="369716"/>
                  <a:pt x="3714369" y="371812"/>
                </a:cubicBezTo>
                <a:cubicBezTo>
                  <a:pt x="3693890" y="370764"/>
                  <a:pt x="3675603" y="374479"/>
                  <a:pt x="3655695" y="372383"/>
                </a:cubicBezTo>
                <a:moveTo>
                  <a:pt x="3646265" y="365525"/>
                </a:moveTo>
                <a:cubicBezTo>
                  <a:pt x="3644741" y="366573"/>
                  <a:pt x="3643694" y="369716"/>
                  <a:pt x="3644741" y="374955"/>
                </a:cubicBezTo>
                <a:lnTo>
                  <a:pt x="3645789" y="378098"/>
                </a:lnTo>
                <a:cubicBezTo>
                  <a:pt x="3645789" y="379146"/>
                  <a:pt x="3648361" y="381718"/>
                  <a:pt x="3649504" y="381718"/>
                </a:cubicBezTo>
                <a:cubicBezTo>
                  <a:pt x="3665220" y="384861"/>
                  <a:pt x="3683032" y="382766"/>
                  <a:pt x="3698748" y="381718"/>
                </a:cubicBezTo>
                <a:cubicBezTo>
                  <a:pt x="3710845" y="380670"/>
                  <a:pt x="3726561" y="386957"/>
                  <a:pt x="3723894" y="373907"/>
                </a:cubicBezTo>
                <a:cubicBezTo>
                  <a:pt x="3724370" y="371240"/>
                  <a:pt x="3724942" y="368669"/>
                  <a:pt x="3724942" y="366002"/>
                </a:cubicBezTo>
                <a:cubicBezTo>
                  <a:pt x="3725513" y="361811"/>
                  <a:pt x="3724942" y="358096"/>
                  <a:pt x="3724942" y="354476"/>
                </a:cubicBezTo>
                <a:lnTo>
                  <a:pt x="3723418" y="345523"/>
                </a:lnTo>
                <a:cubicBezTo>
                  <a:pt x="3722846" y="338760"/>
                  <a:pt x="3723418" y="332378"/>
                  <a:pt x="3723418" y="324568"/>
                </a:cubicBezTo>
                <a:cubicBezTo>
                  <a:pt x="3723894" y="310376"/>
                  <a:pt x="3723894" y="303041"/>
                  <a:pt x="3724466" y="288944"/>
                </a:cubicBezTo>
                <a:lnTo>
                  <a:pt x="3724942" y="263322"/>
                </a:lnTo>
                <a:lnTo>
                  <a:pt x="3725990" y="250749"/>
                </a:lnTo>
                <a:cubicBezTo>
                  <a:pt x="3727609" y="245987"/>
                  <a:pt x="3728085" y="243415"/>
                  <a:pt x="3728561" y="238652"/>
                </a:cubicBezTo>
                <a:lnTo>
                  <a:pt x="3729038" y="231890"/>
                </a:lnTo>
                <a:lnTo>
                  <a:pt x="3730085" y="230270"/>
                </a:lnTo>
                <a:lnTo>
                  <a:pt x="3732181" y="224555"/>
                </a:lnTo>
                <a:lnTo>
                  <a:pt x="3732181" y="219793"/>
                </a:lnTo>
                <a:lnTo>
                  <a:pt x="3734753" y="214554"/>
                </a:lnTo>
                <a:lnTo>
                  <a:pt x="3735800" y="212459"/>
                </a:lnTo>
                <a:lnTo>
                  <a:pt x="3736372" y="209315"/>
                </a:lnTo>
                <a:lnTo>
                  <a:pt x="3736848" y="207220"/>
                </a:lnTo>
                <a:lnTo>
                  <a:pt x="3739420" y="204077"/>
                </a:lnTo>
                <a:lnTo>
                  <a:pt x="3742563" y="200933"/>
                </a:lnTo>
                <a:lnTo>
                  <a:pt x="3744087" y="198838"/>
                </a:lnTo>
                <a:lnTo>
                  <a:pt x="3745135" y="196742"/>
                </a:lnTo>
                <a:cubicBezTo>
                  <a:pt x="3746183" y="195123"/>
                  <a:pt x="3746754" y="194075"/>
                  <a:pt x="3747707" y="193028"/>
                </a:cubicBezTo>
                <a:cubicBezTo>
                  <a:pt x="3757708" y="183598"/>
                  <a:pt x="3772853" y="179883"/>
                  <a:pt x="3791712" y="178359"/>
                </a:cubicBezTo>
                <a:lnTo>
                  <a:pt x="3796379" y="178359"/>
                </a:lnTo>
                <a:lnTo>
                  <a:pt x="3802190" y="176740"/>
                </a:lnTo>
                <a:cubicBezTo>
                  <a:pt x="3805333" y="176168"/>
                  <a:pt x="3808000" y="176168"/>
                  <a:pt x="3810572" y="176740"/>
                </a:cubicBezTo>
                <a:lnTo>
                  <a:pt x="3813143" y="177311"/>
                </a:lnTo>
                <a:cubicBezTo>
                  <a:pt x="3822002" y="177883"/>
                  <a:pt x="3820478" y="172644"/>
                  <a:pt x="3820478" y="166358"/>
                </a:cubicBezTo>
                <a:cubicBezTo>
                  <a:pt x="3820478" y="159595"/>
                  <a:pt x="3817906" y="152737"/>
                  <a:pt x="3817906" y="144926"/>
                </a:cubicBezTo>
                <a:cubicBezTo>
                  <a:pt x="3817906" y="142259"/>
                  <a:pt x="3816858" y="139116"/>
                  <a:pt x="3816287" y="136544"/>
                </a:cubicBezTo>
                <a:cubicBezTo>
                  <a:pt x="3815239" y="124543"/>
                  <a:pt x="3825716" y="100445"/>
                  <a:pt x="3810572" y="100445"/>
                </a:cubicBezTo>
                <a:cubicBezTo>
                  <a:pt x="3809524" y="100445"/>
                  <a:pt x="3808000" y="100445"/>
                  <a:pt x="3806857" y="99873"/>
                </a:cubicBezTo>
                <a:lnTo>
                  <a:pt x="3803714" y="99302"/>
                </a:lnTo>
                <a:cubicBezTo>
                  <a:pt x="3802095" y="99302"/>
                  <a:pt x="3801047" y="99302"/>
                  <a:pt x="3799523" y="99873"/>
                </a:cubicBezTo>
                <a:lnTo>
                  <a:pt x="3795332" y="100445"/>
                </a:lnTo>
                <a:cubicBezTo>
                  <a:pt x="3792188" y="101016"/>
                  <a:pt x="3789045" y="101492"/>
                  <a:pt x="3785902" y="101492"/>
                </a:cubicBezTo>
                <a:cubicBezTo>
                  <a:pt x="3779615" y="101492"/>
                  <a:pt x="3775901" y="103588"/>
                  <a:pt x="3770662" y="105683"/>
                </a:cubicBezTo>
                <a:lnTo>
                  <a:pt x="3768566" y="105683"/>
                </a:lnTo>
                <a:cubicBezTo>
                  <a:pt x="3765899" y="107303"/>
                  <a:pt x="3763328" y="108827"/>
                  <a:pt x="3761232" y="110351"/>
                </a:cubicBezTo>
                <a:lnTo>
                  <a:pt x="3754470" y="115589"/>
                </a:lnTo>
                <a:lnTo>
                  <a:pt x="3747135" y="123400"/>
                </a:lnTo>
                <a:cubicBezTo>
                  <a:pt x="3741896" y="127115"/>
                  <a:pt x="3739801" y="128162"/>
                  <a:pt x="3736181" y="132830"/>
                </a:cubicBezTo>
                <a:lnTo>
                  <a:pt x="3733610" y="134925"/>
                </a:lnTo>
                <a:cubicBezTo>
                  <a:pt x="3730943" y="137592"/>
                  <a:pt x="3728371" y="139688"/>
                  <a:pt x="3725704" y="141212"/>
                </a:cubicBezTo>
                <a:cubicBezTo>
                  <a:pt x="3725704" y="130258"/>
                  <a:pt x="3725228" y="120828"/>
                  <a:pt x="3723608" y="111303"/>
                </a:cubicBezTo>
                <a:cubicBezTo>
                  <a:pt x="3722561" y="101873"/>
                  <a:pt x="3689033" y="109684"/>
                  <a:pt x="3681222" y="106636"/>
                </a:cubicBezTo>
                <a:lnTo>
                  <a:pt x="3678555" y="106636"/>
                </a:lnTo>
                <a:cubicBezTo>
                  <a:pt x="3672840" y="107207"/>
                  <a:pt x="3645599" y="100349"/>
                  <a:pt x="3646646" y="110827"/>
                </a:cubicBezTo>
                <a:cubicBezTo>
                  <a:pt x="3647694" y="120828"/>
                  <a:pt x="3647694" y="141783"/>
                  <a:pt x="3647694" y="161119"/>
                </a:cubicBezTo>
                <a:cubicBezTo>
                  <a:pt x="3647694" y="174740"/>
                  <a:pt x="3647694" y="188360"/>
                  <a:pt x="3646646" y="201981"/>
                </a:cubicBezTo>
                <a:lnTo>
                  <a:pt x="3645599" y="207220"/>
                </a:lnTo>
                <a:cubicBezTo>
                  <a:pt x="3646075" y="211982"/>
                  <a:pt x="3646075" y="225508"/>
                  <a:pt x="3646075" y="238176"/>
                </a:cubicBezTo>
                <a:cubicBezTo>
                  <a:pt x="3645027" y="279038"/>
                  <a:pt x="3646075" y="319901"/>
                  <a:pt x="3646075" y="360191"/>
                </a:cubicBezTo>
                <a:cubicBezTo>
                  <a:pt x="3646646" y="362287"/>
                  <a:pt x="3646075" y="364382"/>
                  <a:pt x="3646075" y="365430"/>
                </a:cubicBezTo>
                <a:moveTo>
                  <a:pt x="3529298" y="373336"/>
                </a:moveTo>
                <a:cubicBezTo>
                  <a:pt x="3529774" y="367049"/>
                  <a:pt x="3530346" y="361334"/>
                  <a:pt x="3529774" y="355048"/>
                </a:cubicBezTo>
                <a:cubicBezTo>
                  <a:pt x="3529298" y="351333"/>
                  <a:pt x="3525584" y="346666"/>
                  <a:pt x="3520916" y="348761"/>
                </a:cubicBezTo>
                <a:cubicBezTo>
                  <a:pt x="3497295" y="361906"/>
                  <a:pt x="3474339" y="379622"/>
                  <a:pt x="3445478" y="380194"/>
                </a:cubicBezTo>
                <a:lnTo>
                  <a:pt x="3438144" y="379146"/>
                </a:lnTo>
                <a:cubicBezTo>
                  <a:pt x="3431381" y="379146"/>
                  <a:pt x="3424999" y="376479"/>
                  <a:pt x="3418237" y="376003"/>
                </a:cubicBezTo>
                <a:cubicBezTo>
                  <a:pt x="3410903" y="374955"/>
                  <a:pt x="3402521" y="375431"/>
                  <a:pt x="3395758" y="373431"/>
                </a:cubicBezTo>
                <a:cubicBezTo>
                  <a:pt x="3391567" y="372383"/>
                  <a:pt x="3384233" y="368192"/>
                  <a:pt x="3380518" y="365049"/>
                </a:cubicBezTo>
                <a:lnTo>
                  <a:pt x="3377374" y="361430"/>
                </a:lnTo>
                <a:cubicBezTo>
                  <a:pt x="3372707" y="357715"/>
                  <a:pt x="3370040" y="355619"/>
                  <a:pt x="3367945" y="353619"/>
                </a:cubicBezTo>
                <a:cubicBezTo>
                  <a:pt x="3365373" y="351524"/>
                  <a:pt x="3364230" y="347809"/>
                  <a:pt x="3361182" y="345713"/>
                </a:cubicBezTo>
                <a:cubicBezTo>
                  <a:pt x="3360134" y="343046"/>
                  <a:pt x="3359563" y="341046"/>
                  <a:pt x="3358610" y="338951"/>
                </a:cubicBezTo>
                <a:lnTo>
                  <a:pt x="3355467" y="332093"/>
                </a:lnTo>
                <a:cubicBezTo>
                  <a:pt x="3353372" y="328473"/>
                  <a:pt x="3351848" y="325330"/>
                  <a:pt x="3351276" y="322187"/>
                </a:cubicBezTo>
                <a:cubicBezTo>
                  <a:pt x="3351276" y="320567"/>
                  <a:pt x="3351276" y="318472"/>
                  <a:pt x="3350800" y="316376"/>
                </a:cubicBezTo>
                <a:lnTo>
                  <a:pt x="3348704" y="309614"/>
                </a:lnTo>
                <a:cubicBezTo>
                  <a:pt x="3348228" y="305423"/>
                  <a:pt x="3348228" y="300184"/>
                  <a:pt x="3348228" y="295993"/>
                </a:cubicBezTo>
                <a:cubicBezTo>
                  <a:pt x="3348228" y="291802"/>
                  <a:pt x="3348704" y="177597"/>
                  <a:pt x="3349276" y="167120"/>
                </a:cubicBezTo>
                <a:cubicBezTo>
                  <a:pt x="3350895" y="152927"/>
                  <a:pt x="3352419" y="138259"/>
                  <a:pt x="3352419" y="123590"/>
                </a:cubicBezTo>
                <a:lnTo>
                  <a:pt x="3351943" y="119399"/>
                </a:lnTo>
                <a:cubicBezTo>
                  <a:pt x="3355086" y="119971"/>
                  <a:pt x="3358229" y="119971"/>
                  <a:pt x="3359753" y="119971"/>
                </a:cubicBezTo>
                <a:cubicBezTo>
                  <a:pt x="3359753" y="119971"/>
                  <a:pt x="3402711" y="118352"/>
                  <a:pt x="3405854" y="118923"/>
                </a:cubicBezTo>
                <a:lnTo>
                  <a:pt x="3409569" y="121019"/>
                </a:lnTo>
                <a:cubicBezTo>
                  <a:pt x="3409093" y="130925"/>
                  <a:pt x="3409569" y="140926"/>
                  <a:pt x="3409093" y="149784"/>
                </a:cubicBezTo>
                <a:cubicBezTo>
                  <a:pt x="3409093" y="152927"/>
                  <a:pt x="3408521" y="246177"/>
                  <a:pt x="3408521" y="250368"/>
                </a:cubicBezTo>
                <a:cubicBezTo>
                  <a:pt x="3408045" y="255035"/>
                  <a:pt x="3408045" y="259798"/>
                  <a:pt x="3408521" y="264560"/>
                </a:cubicBezTo>
                <a:cubicBezTo>
                  <a:pt x="3410141" y="288659"/>
                  <a:pt x="3412712" y="311709"/>
                  <a:pt x="3433191" y="325330"/>
                </a:cubicBezTo>
                <a:cubicBezTo>
                  <a:pt x="3442621" y="334188"/>
                  <a:pt x="3468815" y="337331"/>
                  <a:pt x="3482435" y="337331"/>
                </a:cubicBezTo>
                <a:cubicBezTo>
                  <a:pt x="3503962" y="334664"/>
                  <a:pt x="3513296" y="322091"/>
                  <a:pt x="3521678" y="307423"/>
                </a:cubicBezTo>
                <a:cubicBezTo>
                  <a:pt x="3522250" y="306375"/>
                  <a:pt x="3522726" y="305327"/>
                  <a:pt x="3522726" y="304280"/>
                </a:cubicBezTo>
                <a:lnTo>
                  <a:pt x="3524345" y="300089"/>
                </a:lnTo>
                <a:lnTo>
                  <a:pt x="3526441" y="294278"/>
                </a:lnTo>
                <a:cubicBezTo>
                  <a:pt x="3527489" y="292183"/>
                  <a:pt x="3528060" y="290087"/>
                  <a:pt x="3529108" y="286944"/>
                </a:cubicBezTo>
                <a:lnTo>
                  <a:pt x="3530156" y="281134"/>
                </a:lnTo>
                <a:lnTo>
                  <a:pt x="3531775" y="277991"/>
                </a:lnTo>
                <a:cubicBezTo>
                  <a:pt x="3532251" y="276943"/>
                  <a:pt x="3532823" y="275895"/>
                  <a:pt x="3533394" y="273800"/>
                </a:cubicBezTo>
                <a:lnTo>
                  <a:pt x="3534442" y="262274"/>
                </a:lnTo>
                <a:cubicBezTo>
                  <a:pt x="3537014" y="247034"/>
                  <a:pt x="3532823" y="161119"/>
                  <a:pt x="3532823" y="158547"/>
                </a:cubicBezTo>
                <a:cubicBezTo>
                  <a:pt x="3531775" y="148546"/>
                  <a:pt x="3532346" y="137592"/>
                  <a:pt x="3531775" y="127591"/>
                </a:cubicBezTo>
                <a:cubicBezTo>
                  <a:pt x="3531775" y="126543"/>
                  <a:pt x="3531775" y="125495"/>
                  <a:pt x="3531299" y="121781"/>
                </a:cubicBezTo>
                <a:cubicBezTo>
                  <a:pt x="3531299" y="120733"/>
                  <a:pt x="3531775" y="119685"/>
                  <a:pt x="3531775" y="118637"/>
                </a:cubicBezTo>
                <a:cubicBezTo>
                  <a:pt x="3533394" y="118637"/>
                  <a:pt x="3544348" y="118637"/>
                  <a:pt x="3555397" y="118066"/>
                </a:cubicBezTo>
                <a:lnTo>
                  <a:pt x="3587306" y="117018"/>
                </a:lnTo>
                <a:cubicBezTo>
                  <a:pt x="3587306" y="118637"/>
                  <a:pt x="3587877" y="120733"/>
                  <a:pt x="3587877" y="122733"/>
                </a:cubicBezTo>
                <a:cubicBezTo>
                  <a:pt x="3587306" y="137402"/>
                  <a:pt x="3584162" y="153118"/>
                  <a:pt x="3586829" y="167310"/>
                </a:cubicBezTo>
                <a:cubicBezTo>
                  <a:pt x="3587877" y="182550"/>
                  <a:pt x="3586353" y="311328"/>
                  <a:pt x="3588449" y="329711"/>
                </a:cubicBezTo>
                <a:cubicBezTo>
                  <a:pt x="3590544" y="337046"/>
                  <a:pt x="3587401" y="364859"/>
                  <a:pt x="3587401" y="374288"/>
                </a:cubicBezTo>
                <a:cubicBezTo>
                  <a:pt x="3585305" y="373717"/>
                  <a:pt x="3583781" y="373717"/>
                  <a:pt x="3582162" y="373717"/>
                </a:cubicBezTo>
                <a:cubicBezTo>
                  <a:pt x="3574256" y="374288"/>
                  <a:pt x="3566922" y="374288"/>
                  <a:pt x="3559112" y="373717"/>
                </a:cubicBezTo>
                <a:lnTo>
                  <a:pt x="3545967" y="373145"/>
                </a:lnTo>
                <a:cubicBezTo>
                  <a:pt x="3541300" y="372574"/>
                  <a:pt x="3535490" y="372574"/>
                  <a:pt x="3529774" y="373145"/>
                </a:cubicBezTo>
                <a:moveTo>
                  <a:pt x="3355848" y="353238"/>
                </a:moveTo>
                <a:cubicBezTo>
                  <a:pt x="3358991" y="359525"/>
                  <a:pt x="3365849" y="364192"/>
                  <a:pt x="3370516" y="368383"/>
                </a:cubicBezTo>
                <a:lnTo>
                  <a:pt x="3374231" y="372098"/>
                </a:lnTo>
                <a:cubicBezTo>
                  <a:pt x="3378422" y="375717"/>
                  <a:pt x="3386804" y="381527"/>
                  <a:pt x="3393662" y="383051"/>
                </a:cubicBezTo>
                <a:cubicBezTo>
                  <a:pt x="3400997" y="385147"/>
                  <a:pt x="3409855" y="384671"/>
                  <a:pt x="3417761" y="385718"/>
                </a:cubicBezTo>
                <a:cubicBezTo>
                  <a:pt x="3425095" y="386290"/>
                  <a:pt x="3431381" y="388862"/>
                  <a:pt x="3438716" y="388862"/>
                </a:cubicBezTo>
                <a:lnTo>
                  <a:pt x="3446050" y="389909"/>
                </a:lnTo>
                <a:cubicBezTo>
                  <a:pt x="3470148" y="389909"/>
                  <a:pt x="3504153" y="375241"/>
                  <a:pt x="3520440" y="356381"/>
                </a:cubicBezTo>
                <a:cubicBezTo>
                  <a:pt x="3520916" y="362668"/>
                  <a:pt x="3520440" y="369526"/>
                  <a:pt x="3519869" y="375717"/>
                </a:cubicBezTo>
                <a:lnTo>
                  <a:pt x="3519869" y="377813"/>
                </a:lnTo>
                <a:cubicBezTo>
                  <a:pt x="3519392" y="384671"/>
                  <a:pt x="3523583" y="384099"/>
                  <a:pt x="3528251" y="383528"/>
                </a:cubicBezTo>
                <a:cubicBezTo>
                  <a:pt x="3533489" y="382480"/>
                  <a:pt x="3539776" y="382480"/>
                  <a:pt x="3545586" y="382956"/>
                </a:cubicBezTo>
                <a:lnTo>
                  <a:pt x="3558731" y="384004"/>
                </a:lnTo>
                <a:lnTo>
                  <a:pt x="3582829" y="384004"/>
                </a:lnTo>
                <a:cubicBezTo>
                  <a:pt x="3587020" y="383432"/>
                  <a:pt x="3597497" y="388671"/>
                  <a:pt x="3597497" y="379813"/>
                </a:cubicBezTo>
                <a:cubicBezTo>
                  <a:pt x="3597021" y="366192"/>
                  <a:pt x="3601688" y="337903"/>
                  <a:pt x="3598545" y="326949"/>
                </a:cubicBezTo>
                <a:cubicBezTo>
                  <a:pt x="3596449" y="308090"/>
                  <a:pt x="3598069" y="178645"/>
                  <a:pt x="3597021" y="166072"/>
                </a:cubicBezTo>
                <a:cubicBezTo>
                  <a:pt x="3594926" y="152927"/>
                  <a:pt x="3598069" y="136163"/>
                  <a:pt x="3598069" y="122543"/>
                </a:cubicBezTo>
                <a:cubicBezTo>
                  <a:pt x="3598069" y="110541"/>
                  <a:pt x="3598545" y="106350"/>
                  <a:pt x="3586544" y="106350"/>
                </a:cubicBezTo>
                <a:lnTo>
                  <a:pt x="3555111" y="107874"/>
                </a:lnTo>
                <a:cubicBezTo>
                  <a:pt x="3543586" y="107874"/>
                  <a:pt x="3534156" y="108446"/>
                  <a:pt x="3533108" y="108446"/>
                </a:cubicBezTo>
                <a:cubicBezTo>
                  <a:pt x="3526346" y="107398"/>
                  <a:pt x="3524250" y="105874"/>
                  <a:pt x="3520535" y="112637"/>
                </a:cubicBezTo>
                <a:lnTo>
                  <a:pt x="3521583" y="119971"/>
                </a:lnTo>
                <a:cubicBezTo>
                  <a:pt x="3521107" y="122066"/>
                  <a:pt x="3521583" y="123590"/>
                  <a:pt x="3522059" y="127781"/>
                </a:cubicBezTo>
                <a:cubicBezTo>
                  <a:pt x="3522631" y="137687"/>
                  <a:pt x="3522059" y="149213"/>
                  <a:pt x="3523107" y="159214"/>
                </a:cubicBezTo>
                <a:cubicBezTo>
                  <a:pt x="3523107" y="161786"/>
                  <a:pt x="3527298" y="248273"/>
                  <a:pt x="3524726" y="260846"/>
                </a:cubicBezTo>
                <a:lnTo>
                  <a:pt x="3523107" y="273419"/>
                </a:lnTo>
                <a:lnTo>
                  <a:pt x="3521012" y="278086"/>
                </a:lnTo>
                <a:lnTo>
                  <a:pt x="3519392" y="284372"/>
                </a:lnTo>
                <a:cubicBezTo>
                  <a:pt x="3518916" y="286468"/>
                  <a:pt x="3518345" y="288563"/>
                  <a:pt x="3517297" y="290087"/>
                </a:cubicBezTo>
                <a:lnTo>
                  <a:pt x="3515201" y="295898"/>
                </a:lnTo>
                <a:cubicBezTo>
                  <a:pt x="3514725" y="296945"/>
                  <a:pt x="3514154" y="298565"/>
                  <a:pt x="3514154" y="299612"/>
                </a:cubicBezTo>
                <a:lnTo>
                  <a:pt x="3513106" y="301708"/>
                </a:lnTo>
                <a:cubicBezTo>
                  <a:pt x="3505295" y="315329"/>
                  <a:pt x="3498437" y="324187"/>
                  <a:pt x="3481673" y="326854"/>
                </a:cubicBezTo>
                <a:cubicBezTo>
                  <a:pt x="3471672" y="326282"/>
                  <a:pt x="3447098" y="323711"/>
                  <a:pt x="3439192" y="316376"/>
                </a:cubicBezTo>
                <a:cubicBezTo>
                  <a:pt x="3422999" y="305899"/>
                  <a:pt x="3420332" y="288087"/>
                  <a:pt x="3418808" y="262941"/>
                </a:cubicBezTo>
                <a:cubicBezTo>
                  <a:pt x="3418332" y="258750"/>
                  <a:pt x="3418808" y="253988"/>
                  <a:pt x="3418808" y="249797"/>
                </a:cubicBezTo>
                <a:cubicBezTo>
                  <a:pt x="3418808" y="246082"/>
                  <a:pt x="3419285" y="155975"/>
                  <a:pt x="3419285" y="149689"/>
                </a:cubicBezTo>
                <a:cubicBezTo>
                  <a:pt x="3419856" y="140831"/>
                  <a:pt x="3419285" y="131401"/>
                  <a:pt x="3419856" y="121400"/>
                </a:cubicBezTo>
                <a:lnTo>
                  <a:pt x="3420332" y="117780"/>
                </a:lnTo>
                <a:cubicBezTo>
                  <a:pt x="3420809" y="107303"/>
                  <a:pt x="3414522" y="108827"/>
                  <a:pt x="3407188" y="108350"/>
                </a:cubicBezTo>
                <a:cubicBezTo>
                  <a:pt x="3404045" y="107779"/>
                  <a:pt x="3359468" y="108922"/>
                  <a:pt x="3359468" y="108922"/>
                </a:cubicBezTo>
                <a:cubicBezTo>
                  <a:pt x="3339560" y="109970"/>
                  <a:pt x="3342704" y="103683"/>
                  <a:pt x="3342132" y="123114"/>
                </a:cubicBezTo>
                <a:cubicBezTo>
                  <a:pt x="3342132" y="137306"/>
                  <a:pt x="3341084" y="151975"/>
                  <a:pt x="3339560" y="166072"/>
                </a:cubicBezTo>
                <a:cubicBezTo>
                  <a:pt x="3339084" y="176549"/>
                  <a:pt x="3337941" y="291230"/>
                  <a:pt x="3337941" y="295421"/>
                </a:cubicBezTo>
                <a:cubicBezTo>
                  <a:pt x="3337941" y="300184"/>
                  <a:pt x="3338417" y="306375"/>
                  <a:pt x="3339560" y="312185"/>
                </a:cubicBezTo>
                <a:lnTo>
                  <a:pt x="3340037" y="314281"/>
                </a:lnTo>
                <a:lnTo>
                  <a:pt x="3341656" y="318472"/>
                </a:lnTo>
                <a:lnTo>
                  <a:pt x="3341656" y="323234"/>
                </a:lnTo>
                <a:cubicBezTo>
                  <a:pt x="3342704" y="327997"/>
                  <a:pt x="3344799" y="332093"/>
                  <a:pt x="3346895" y="336379"/>
                </a:cubicBezTo>
                <a:lnTo>
                  <a:pt x="3350038" y="342665"/>
                </a:lnTo>
                <a:cubicBezTo>
                  <a:pt x="3350514" y="344761"/>
                  <a:pt x="3351562" y="346856"/>
                  <a:pt x="3356324" y="353714"/>
                </a:cubicBezTo>
                <a:lnTo>
                  <a:pt x="3355848" y="353143"/>
                </a:lnTo>
                <a:close/>
                <a:moveTo>
                  <a:pt x="3494723" y="16720"/>
                </a:moveTo>
                <a:cubicBezTo>
                  <a:pt x="3498437" y="16244"/>
                  <a:pt x="3501485" y="16244"/>
                  <a:pt x="3505200" y="15672"/>
                </a:cubicBezTo>
                <a:cubicBezTo>
                  <a:pt x="3518345" y="15101"/>
                  <a:pt x="3538157" y="10910"/>
                  <a:pt x="3549682" y="14624"/>
                </a:cubicBezTo>
                <a:cubicBezTo>
                  <a:pt x="3550730" y="15672"/>
                  <a:pt x="3549682" y="15672"/>
                  <a:pt x="3550253" y="16244"/>
                </a:cubicBezTo>
                <a:lnTo>
                  <a:pt x="3550730" y="16720"/>
                </a:lnTo>
                <a:cubicBezTo>
                  <a:pt x="3547586" y="27769"/>
                  <a:pt x="3551206" y="39294"/>
                  <a:pt x="3551778" y="50248"/>
                </a:cubicBezTo>
                <a:cubicBezTo>
                  <a:pt x="3551301" y="51867"/>
                  <a:pt x="3551301" y="53391"/>
                  <a:pt x="3551301" y="55487"/>
                </a:cubicBezTo>
                <a:lnTo>
                  <a:pt x="3550825" y="60725"/>
                </a:lnTo>
                <a:lnTo>
                  <a:pt x="3546634" y="60725"/>
                </a:lnTo>
                <a:cubicBezTo>
                  <a:pt x="3542919" y="60725"/>
                  <a:pt x="3539299" y="61297"/>
                  <a:pt x="3534537" y="61297"/>
                </a:cubicBezTo>
                <a:cubicBezTo>
                  <a:pt x="3530346" y="61297"/>
                  <a:pt x="3524631" y="60249"/>
                  <a:pt x="3519869" y="60249"/>
                </a:cubicBezTo>
                <a:cubicBezTo>
                  <a:pt x="3512534" y="60249"/>
                  <a:pt x="3502057" y="62916"/>
                  <a:pt x="3494723" y="61297"/>
                </a:cubicBezTo>
                <a:cubicBezTo>
                  <a:pt x="3495770" y="47676"/>
                  <a:pt x="3496342" y="30912"/>
                  <a:pt x="3494723" y="16720"/>
                </a:cubicBezTo>
                <a:moveTo>
                  <a:pt x="3560255" y="13100"/>
                </a:moveTo>
                <a:cubicBezTo>
                  <a:pt x="3559940" y="12719"/>
                  <a:pt x="3559778" y="12180"/>
                  <a:pt x="3559778" y="11481"/>
                </a:cubicBezTo>
                <a:cubicBezTo>
                  <a:pt x="3559778" y="-2140"/>
                  <a:pt x="3514725" y="5195"/>
                  <a:pt x="3504819" y="5671"/>
                </a:cubicBezTo>
                <a:cubicBezTo>
                  <a:pt x="3500628" y="6242"/>
                  <a:pt x="3485388" y="4623"/>
                  <a:pt x="3485388" y="12529"/>
                </a:cubicBezTo>
                <a:cubicBezTo>
                  <a:pt x="3484912" y="13100"/>
                  <a:pt x="3484340" y="15672"/>
                  <a:pt x="3484340" y="15672"/>
                </a:cubicBezTo>
                <a:cubicBezTo>
                  <a:pt x="3486436" y="31388"/>
                  <a:pt x="3485388" y="50248"/>
                  <a:pt x="3484340" y="63869"/>
                </a:cubicBezTo>
                <a:cubicBezTo>
                  <a:pt x="3483864" y="75870"/>
                  <a:pt x="3514249" y="70155"/>
                  <a:pt x="3519964" y="70155"/>
                </a:cubicBezTo>
                <a:cubicBezTo>
                  <a:pt x="3524631" y="70155"/>
                  <a:pt x="3530441" y="71203"/>
                  <a:pt x="3534632" y="71203"/>
                </a:cubicBezTo>
                <a:cubicBezTo>
                  <a:pt x="3539299" y="71203"/>
                  <a:pt x="3543491" y="70631"/>
                  <a:pt x="3546729" y="70631"/>
                </a:cubicBezTo>
                <a:cubicBezTo>
                  <a:pt x="3556635" y="70631"/>
                  <a:pt x="3559874" y="73298"/>
                  <a:pt x="3560826" y="61773"/>
                </a:cubicBezTo>
                <a:lnTo>
                  <a:pt x="3561398" y="56058"/>
                </a:lnTo>
                <a:cubicBezTo>
                  <a:pt x="3561398" y="54439"/>
                  <a:pt x="3561398" y="52915"/>
                  <a:pt x="3561874" y="51867"/>
                </a:cubicBezTo>
                <a:lnTo>
                  <a:pt x="3561874" y="50248"/>
                </a:lnTo>
                <a:cubicBezTo>
                  <a:pt x="3561874" y="42437"/>
                  <a:pt x="3558159" y="25673"/>
                  <a:pt x="3560826" y="18815"/>
                </a:cubicBezTo>
                <a:cubicBezTo>
                  <a:pt x="3561398" y="16720"/>
                  <a:pt x="3560350" y="14624"/>
                  <a:pt x="3560350" y="13100"/>
                </a:cubicBezTo>
                <a:moveTo>
                  <a:pt x="3439859" y="12529"/>
                </a:moveTo>
                <a:lnTo>
                  <a:pt x="3439859" y="18815"/>
                </a:lnTo>
                <a:cubicBezTo>
                  <a:pt x="3437763" y="33008"/>
                  <a:pt x="3441478" y="47105"/>
                  <a:pt x="3442430" y="61297"/>
                </a:cubicBezTo>
                <a:cubicBezTo>
                  <a:pt x="3424619" y="61297"/>
                  <a:pt x="3405759" y="61868"/>
                  <a:pt x="3387947" y="61868"/>
                </a:cubicBezTo>
                <a:lnTo>
                  <a:pt x="3384233" y="61297"/>
                </a:lnTo>
                <a:lnTo>
                  <a:pt x="3383756" y="59678"/>
                </a:lnTo>
                <a:cubicBezTo>
                  <a:pt x="3384804" y="55487"/>
                  <a:pt x="3386328" y="51296"/>
                  <a:pt x="3386328" y="47105"/>
                </a:cubicBezTo>
                <a:lnTo>
                  <a:pt x="3386328" y="30817"/>
                </a:lnTo>
                <a:lnTo>
                  <a:pt x="3385852" y="15101"/>
                </a:lnTo>
                <a:lnTo>
                  <a:pt x="3386328" y="13481"/>
                </a:lnTo>
                <a:lnTo>
                  <a:pt x="3387947" y="13481"/>
                </a:lnTo>
                <a:cubicBezTo>
                  <a:pt x="3401568" y="12910"/>
                  <a:pt x="3414617" y="11862"/>
                  <a:pt x="3428333" y="11386"/>
                </a:cubicBezTo>
                <a:lnTo>
                  <a:pt x="3439859" y="12434"/>
                </a:lnTo>
                <a:close/>
                <a:moveTo>
                  <a:pt x="3448241" y="5671"/>
                </a:moveTo>
                <a:cubicBezTo>
                  <a:pt x="3442430" y="1480"/>
                  <a:pt x="3435096" y="1004"/>
                  <a:pt x="3428333" y="1480"/>
                </a:cubicBezTo>
                <a:cubicBezTo>
                  <a:pt x="3419951" y="1480"/>
                  <a:pt x="3394234" y="3099"/>
                  <a:pt x="3392710" y="3099"/>
                </a:cubicBezTo>
                <a:cubicBezTo>
                  <a:pt x="3382232" y="4623"/>
                  <a:pt x="3379089" y="1480"/>
                  <a:pt x="3375946" y="13577"/>
                </a:cubicBezTo>
                <a:lnTo>
                  <a:pt x="3375946" y="15196"/>
                </a:lnTo>
                <a:cubicBezTo>
                  <a:pt x="3376422" y="30341"/>
                  <a:pt x="3378041" y="43961"/>
                  <a:pt x="3373850" y="58630"/>
                </a:cubicBezTo>
                <a:cubicBezTo>
                  <a:pt x="3373279" y="59201"/>
                  <a:pt x="3374327" y="62821"/>
                  <a:pt x="3374327" y="62821"/>
                </a:cubicBezTo>
                <a:cubicBezTo>
                  <a:pt x="3374327" y="62821"/>
                  <a:pt x="3374803" y="63869"/>
                  <a:pt x="3374803" y="65964"/>
                </a:cubicBezTo>
                <a:cubicBezTo>
                  <a:pt x="3375279" y="71679"/>
                  <a:pt x="3384233" y="71679"/>
                  <a:pt x="3387947" y="71679"/>
                </a:cubicBezTo>
                <a:cubicBezTo>
                  <a:pt x="3407378" y="71679"/>
                  <a:pt x="3428333" y="71108"/>
                  <a:pt x="3447669" y="71108"/>
                </a:cubicBezTo>
                <a:cubicBezTo>
                  <a:pt x="3450812" y="71108"/>
                  <a:pt x="3452908" y="68536"/>
                  <a:pt x="3452908" y="65869"/>
                </a:cubicBezTo>
                <a:cubicBezTo>
                  <a:pt x="3452432" y="50629"/>
                  <a:pt x="3447669" y="34436"/>
                  <a:pt x="3450336" y="18720"/>
                </a:cubicBezTo>
                <a:lnTo>
                  <a:pt x="3449765" y="16625"/>
                </a:lnTo>
                <a:lnTo>
                  <a:pt x="3449765" y="12434"/>
                </a:lnTo>
                <a:cubicBezTo>
                  <a:pt x="3450336" y="10338"/>
                  <a:pt x="3450336" y="6623"/>
                  <a:pt x="3448241" y="5576"/>
                </a:cubicBezTo>
                <a:moveTo>
                  <a:pt x="3136487" y="147593"/>
                </a:moveTo>
                <a:cubicBezTo>
                  <a:pt x="3136964" y="137116"/>
                  <a:pt x="3138583" y="126067"/>
                  <a:pt x="3137535" y="115113"/>
                </a:cubicBezTo>
                <a:lnTo>
                  <a:pt x="3139631" y="115685"/>
                </a:lnTo>
                <a:cubicBezTo>
                  <a:pt x="3142774" y="115685"/>
                  <a:pt x="3148013" y="114637"/>
                  <a:pt x="3152204" y="115685"/>
                </a:cubicBezTo>
                <a:lnTo>
                  <a:pt x="3160586" y="115685"/>
                </a:lnTo>
                <a:cubicBezTo>
                  <a:pt x="3180493" y="114637"/>
                  <a:pt x="3175826" y="104159"/>
                  <a:pt x="3178397" y="86824"/>
                </a:cubicBezTo>
                <a:lnTo>
                  <a:pt x="3178397" y="81585"/>
                </a:lnTo>
                <a:lnTo>
                  <a:pt x="3178874" y="77870"/>
                </a:lnTo>
                <a:cubicBezTo>
                  <a:pt x="3179921" y="74156"/>
                  <a:pt x="3182588" y="59011"/>
                  <a:pt x="3185160" y="55868"/>
                </a:cubicBezTo>
                <a:cubicBezTo>
                  <a:pt x="3189828" y="47486"/>
                  <a:pt x="3196114" y="40628"/>
                  <a:pt x="3204020" y="32817"/>
                </a:cubicBezTo>
                <a:cubicBezTo>
                  <a:pt x="3208687" y="28150"/>
                  <a:pt x="3211830" y="25483"/>
                  <a:pt x="3218116" y="21863"/>
                </a:cubicBezTo>
                <a:cubicBezTo>
                  <a:pt x="3220784" y="19768"/>
                  <a:pt x="3223927" y="18149"/>
                  <a:pt x="3226499" y="16625"/>
                </a:cubicBezTo>
                <a:cubicBezTo>
                  <a:pt x="3232309" y="14529"/>
                  <a:pt x="3237453" y="14529"/>
                  <a:pt x="3243263" y="11957"/>
                </a:cubicBezTo>
                <a:cubicBezTo>
                  <a:pt x="3255836" y="11957"/>
                  <a:pt x="3278886" y="7195"/>
                  <a:pt x="3290411" y="14053"/>
                </a:cubicBezTo>
                <a:lnTo>
                  <a:pt x="3293078" y="15101"/>
                </a:lnTo>
                <a:lnTo>
                  <a:pt x="3295650" y="15672"/>
                </a:lnTo>
                <a:cubicBezTo>
                  <a:pt x="3294603" y="23483"/>
                  <a:pt x="3294603" y="31388"/>
                  <a:pt x="3294603" y="38151"/>
                </a:cubicBezTo>
                <a:lnTo>
                  <a:pt x="3295174" y="54915"/>
                </a:lnTo>
                <a:cubicBezTo>
                  <a:pt x="3289364" y="53867"/>
                  <a:pt x="3283649" y="52820"/>
                  <a:pt x="3277362" y="52820"/>
                </a:cubicBezTo>
                <a:cubicBezTo>
                  <a:pt x="3249073" y="53867"/>
                  <a:pt x="3232880" y="75870"/>
                  <a:pt x="3239167" y="105207"/>
                </a:cubicBezTo>
                <a:cubicBezTo>
                  <a:pt x="3239167" y="105779"/>
                  <a:pt x="3240786" y="107874"/>
                  <a:pt x="3243358" y="110922"/>
                </a:cubicBezTo>
                <a:lnTo>
                  <a:pt x="3245453" y="111970"/>
                </a:lnTo>
                <a:cubicBezTo>
                  <a:pt x="3245453" y="111970"/>
                  <a:pt x="3262217" y="115685"/>
                  <a:pt x="3270028" y="116161"/>
                </a:cubicBezTo>
                <a:cubicBezTo>
                  <a:pt x="3276791" y="116732"/>
                  <a:pt x="3283172" y="117780"/>
                  <a:pt x="3290411" y="117780"/>
                </a:cubicBezTo>
                <a:lnTo>
                  <a:pt x="3289935" y="124067"/>
                </a:lnTo>
                <a:cubicBezTo>
                  <a:pt x="3289935" y="133496"/>
                  <a:pt x="3289459" y="143498"/>
                  <a:pt x="3289459" y="154451"/>
                </a:cubicBezTo>
                <a:cubicBezTo>
                  <a:pt x="3284791" y="153880"/>
                  <a:pt x="3280029" y="152832"/>
                  <a:pt x="3275362" y="152356"/>
                </a:cubicBezTo>
                <a:cubicBezTo>
                  <a:pt x="3266408" y="151308"/>
                  <a:pt x="3259074" y="153975"/>
                  <a:pt x="3250692" y="153975"/>
                </a:cubicBezTo>
                <a:cubicBezTo>
                  <a:pt x="3248597" y="153975"/>
                  <a:pt x="3246501" y="155594"/>
                  <a:pt x="3244977" y="157118"/>
                </a:cubicBezTo>
                <a:cubicBezTo>
                  <a:pt x="3243929" y="157690"/>
                  <a:pt x="3243358" y="158738"/>
                  <a:pt x="3243358" y="158738"/>
                </a:cubicBezTo>
                <a:lnTo>
                  <a:pt x="3241739" y="161309"/>
                </a:lnTo>
                <a:cubicBezTo>
                  <a:pt x="3239167" y="176549"/>
                  <a:pt x="3239167" y="190646"/>
                  <a:pt x="3239167" y="205886"/>
                </a:cubicBezTo>
                <a:cubicBezTo>
                  <a:pt x="3239167" y="217412"/>
                  <a:pt x="3241739" y="229413"/>
                  <a:pt x="3241262" y="240462"/>
                </a:cubicBezTo>
                <a:cubicBezTo>
                  <a:pt x="3241262" y="242558"/>
                  <a:pt x="3240786" y="245701"/>
                  <a:pt x="3240786" y="247796"/>
                </a:cubicBezTo>
                <a:lnTo>
                  <a:pt x="3241262" y="250940"/>
                </a:lnTo>
                <a:cubicBezTo>
                  <a:pt x="3241739" y="256178"/>
                  <a:pt x="3241262" y="261893"/>
                  <a:pt x="3241262" y="267132"/>
                </a:cubicBezTo>
                <a:cubicBezTo>
                  <a:pt x="3241262" y="285992"/>
                  <a:pt x="3241262" y="309042"/>
                  <a:pt x="3240215" y="330473"/>
                </a:cubicBezTo>
                <a:cubicBezTo>
                  <a:pt x="3239738" y="336760"/>
                  <a:pt x="3239738" y="344094"/>
                  <a:pt x="3240215" y="350952"/>
                </a:cubicBezTo>
                <a:cubicBezTo>
                  <a:pt x="3240786" y="355143"/>
                  <a:pt x="3242310" y="359810"/>
                  <a:pt x="3242310" y="364573"/>
                </a:cubicBezTo>
                <a:lnTo>
                  <a:pt x="3242310" y="372479"/>
                </a:lnTo>
                <a:cubicBezTo>
                  <a:pt x="3227070" y="373050"/>
                  <a:pt x="3211925" y="373526"/>
                  <a:pt x="3196209" y="374098"/>
                </a:cubicBezTo>
                <a:cubicBezTo>
                  <a:pt x="3193637" y="373526"/>
                  <a:pt x="3189923" y="373050"/>
                  <a:pt x="3186303" y="373526"/>
                </a:cubicBezTo>
                <a:cubicBezTo>
                  <a:pt x="3184684" y="373526"/>
                  <a:pt x="3182588" y="374098"/>
                  <a:pt x="3181064" y="374098"/>
                </a:cubicBezTo>
                <a:lnTo>
                  <a:pt x="3181636" y="370955"/>
                </a:lnTo>
                <a:cubicBezTo>
                  <a:pt x="3181636" y="368383"/>
                  <a:pt x="3181636" y="365240"/>
                  <a:pt x="3180588" y="361525"/>
                </a:cubicBezTo>
                <a:cubicBezTo>
                  <a:pt x="3182207" y="350571"/>
                  <a:pt x="3179540" y="339522"/>
                  <a:pt x="3180588" y="329045"/>
                </a:cubicBezTo>
                <a:cubicBezTo>
                  <a:pt x="3180588" y="323234"/>
                  <a:pt x="3180112" y="317996"/>
                  <a:pt x="3179540" y="312757"/>
                </a:cubicBezTo>
                <a:cubicBezTo>
                  <a:pt x="3178493" y="297041"/>
                  <a:pt x="3180588" y="282372"/>
                  <a:pt x="3178969" y="263036"/>
                </a:cubicBezTo>
                <a:cubicBezTo>
                  <a:pt x="3178493" y="257798"/>
                  <a:pt x="3178493" y="219507"/>
                  <a:pt x="3178493" y="213792"/>
                </a:cubicBezTo>
                <a:cubicBezTo>
                  <a:pt x="3178493" y="208553"/>
                  <a:pt x="3180112" y="202267"/>
                  <a:pt x="3180112" y="196552"/>
                </a:cubicBezTo>
                <a:cubicBezTo>
                  <a:pt x="3179636" y="188170"/>
                  <a:pt x="3180112" y="181883"/>
                  <a:pt x="3179636" y="172454"/>
                </a:cubicBezTo>
                <a:cubicBezTo>
                  <a:pt x="3179636" y="171406"/>
                  <a:pt x="3179064" y="169787"/>
                  <a:pt x="3179064" y="168739"/>
                </a:cubicBezTo>
                <a:lnTo>
                  <a:pt x="3178016" y="163976"/>
                </a:lnTo>
                <a:lnTo>
                  <a:pt x="3176397" y="158738"/>
                </a:lnTo>
                <a:cubicBezTo>
                  <a:pt x="3174778" y="152927"/>
                  <a:pt x="3156014" y="151880"/>
                  <a:pt x="3150680" y="152927"/>
                </a:cubicBezTo>
                <a:cubicBezTo>
                  <a:pt x="3147060" y="152356"/>
                  <a:pt x="3143345" y="152927"/>
                  <a:pt x="3139726" y="152927"/>
                </a:cubicBezTo>
                <a:lnTo>
                  <a:pt x="3136583" y="153499"/>
                </a:lnTo>
                <a:lnTo>
                  <a:pt x="3136583" y="147784"/>
                </a:lnTo>
                <a:close/>
                <a:moveTo>
                  <a:pt x="3166396" y="104636"/>
                </a:moveTo>
                <a:cubicBezTo>
                  <a:pt x="3162681" y="105683"/>
                  <a:pt x="3158490" y="105207"/>
                  <a:pt x="3153251" y="105683"/>
                </a:cubicBezTo>
                <a:cubicBezTo>
                  <a:pt x="3149060" y="104636"/>
                  <a:pt x="3144393" y="105112"/>
                  <a:pt x="3139631" y="105112"/>
                </a:cubicBezTo>
                <a:cubicBezTo>
                  <a:pt x="3135440" y="105112"/>
                  <a:pt x="3124391" y="102445"/>
                  <a:pt x="3126486" y="110827"/>
                </a:cubicBezTo>
                <a:cubicBezTo>
                  <a:pt x="3129629" y="122828"/>
                  <a:pt x="3127058" y="135401"/>
                  <a:pt x="3126486" y="147498"/>
                </a:cubicBezTo>
                <a:cubicBezTo>
                  <a:pt x="3126010" y="154261"/>
                  <a:pt x="3124391" y="161595"/>
                  <a:pt x="3133249" y="163214"/>
                </a:cubicBezTo>
                <a:cubicBezTo>
                  <a:pt x="3144774" y="163786"/>
                  <a:pt x="3155823" y="161595"/>
                  <a:pt x="3167348" y="164262"/>
                </a:cubicBezTo>
                <a:cubicBezTo>
                  <a:pt x="3168396" y="166929"/>
                  <a:pt x="3169444" y="171120"/>
                  <a:pt x="3169444" y="172644"/>
                </a:cubicBezTo>
                <a:cubicBezTo>
                  <a:pt x="3169920" y="182074"/>
                  <a:pt x="3169444" y="187789"/>
                  <a:pt x="3169920" y="196742"/>
                </a:cubicBezTo>
                <a:cubicBezTo>
                  <a:pt x="3169920" y="202457"/>
                  <a:pt x="3168396" y="208268"/>
                  <a:pt x="3168396" y="213983"/>
                </a:cubicBezTo>
                <a:cubicBezTo>
                  <a:pt x="3168396" y="217697"/>
                  <a:pt x="3168396" y="257988"/>
                  <a:pt x="3168872" y="263798"/>
                </a:cubicBezTo>
                <a:cubicBezTo>
                  <a:pt x="3170491" y="282658"/>
                  <a:pt x="3168396" y="297326"/>
                  <a:pt x="3169349" y="313043"/>
                </a:cubicBezTo>
                <a:cubicBezTo>
                  <a:pt x="3169825" y="318281"/>
                  <a:pt x="3170396" y="322949"/>
                  <a:pt x="3170396" y="327711"/>
                </a:cubicBezTo>
                <a:cubicBezTo>
                  <a:pt x="3169349" y="338665"/>
                  <a:pt x="3171920" y="350190"/>
                  <a:pt x="3169825" y="360668"/>
                </a:cubicBezTo>
                <a:cubicBezTo>
                  <a:pt x="3169349" y="363811"/>
                  <a:pt x="3171920" y="366954"/>
                  <a:pt x="3170396" y="373241"/>
                </a:cubicBezTo>
                <a:lnTo>
                  <a:pt x="3169825" y="375336"/>
                </a:lnTo>
                <a:lnTo>
                  <a:pt x="3169825" y="377908"/>
                </a:lnTo>
                <a:cubicBezTo>
                  <a:pt x="3171920" y="387338"/>
                  <a:pt x="3179826" y="383623"/>
                  <a:pt x="3187160" y="383147"/>
                </a:cubicBezTo>
                <a:cubicBezTo>
                  <a:pt x="3189732" y="382575"/>
                  <a:pt x="3192399" y="383147"/>
                  <a:pt x="3195542" y="383718"/>
                </a:cubicBezTo>
                <a:cubicBezTo>
                  <a:pt x="3195542" y="383718"/>
                  <a:pt x="3228023" y="383147"/>
                  <a:pt x="3231737" y="382670"/>
                </a:cubicBezTo>
                <a:cubicBezTo>
                  <a:pt x="3251645" y="381146"/>
                  <a:pt x="3254788" y="386385"/>
                  <a:pt x="3252121" y="363335"/>
                </a:cubicBezTo>
                <a:cubicBezTo>
                  <a:pt x="3252121" y="358667"/>
                  <a:pt x="3250502" y="354476"/>
                  <a:pt x="3250025" y="350285"/>
                </a:cubicBezTo>
                <a:cubicBezTo>
                  <a:pt x="3249549" y="343999"/>
                  <a:pt x="3249549" y="336665"/>
                  <a:pt x="3250025" y="330854"/>
                </a:cubicBezTo>
                <a:cubicBezTo>
                  <a:pt x="3251073" y="309423"/>
                  <a:pt x="3251073" y="285801"/>
                  <a:pt x="3251073" y="266942"/>
                </a:cubicBezTo>
                <a:cubicBezTo>
                  <a:pt x="3251073" y="261227"/>
                  <a:pt x="3251645" y="254940"/>
                  <a:pt x="3251073" y="249130"/>
                </a:cubicBezTo>
                <a:lnTo>
                  <a:pt x="3250597" y="246463"/>
                </a:lnTo>
                <a:cubicBezTo>
                  <a:pt x="3250597" y="244844"/>
                  <a:pt x="3251073" y="242272"/>
                  <a:pt x="3251073" y="240653"/>
                </a:cubicBezTo>
                <a:cubicBezTo>
                  <a:pt x="3251645" y="229127"/>
                  <a:pt x="3248978" y="217126"/>
                  <a:pt x="3248978" y="205601"/>
                </a:cubicBezTo>
                <a:cubicBezTo>
                  <a:pt x="3248978" y="191408"/>
                  <a:pt x="3248978" y="178359"/>
                  <a:pt x="3252121" y="164167"/>
                </a:cubicBezTo>
                <a:cubicBezTo>
                  <a:pt x="3253740" y="163595"/>
                  <a:pt x="3256312" y="163595"/>
                  <a:pt x="3258407" y="163119"/>
                </a:cubicBezTo>
                <a:cubicBezTo>
                  <a:pt x="3271552" y="160547"/>
                  <a:pt x="3277838" y="163691"/>
                  <a:pt x="3289840" y="164167"/>
                </a:cubicBezTo>
                <a:cubicBezTo>
                  <a:pt x="3301365" y="164738"/>
                  <a:pt x="3299270" y="159976"/>
                  <a:pt x="3299270" y="152642"/>
                </a:cubicBezTo>
                <a:cubicBezTo>
                  <a:pt x="3299270" y="143212"/>
                  <a:pt x="3299746" y="133306"/>
                  <a:pt x="3299746" y="123781"/>
                </a:cubicBezTo>
                <a:cubicBezTo>
                  <a:pt x="3299746" y="120638"/>
                  <a:pt x="3300222" y="117018"/>
                  <a:pt x="3300222" y="114351"/>
                </a:cubicBezTo>
                <a:cubicBezTo>
                  <a:pt x="3300222" y="110160"/>
                  <a:pt x="3299174" y="105493"/>
                  <a:pt x="3291840" y="107588"/>
                </a:cubicBezTo>
                <a:cubicBezTo>
                  <a:pt x="3285078" y="106541"/>
                  <a:pt x="3277743" y="106541"/>
                  <a:pt x="3270314" y="105969"/>
                </a:cubicBezTo>
                <a:cubicBezTo>
                  <a:pt x="3264027" y="105398"/>
                  <a:pt x="3252502" y="102826"/>
                  <a:pt x="3248882" y="102826"/>
                </a:cubicBezTo>
                <a:cubicBezTo>
                  <a:pt x="3243644" y="78728"/>
                  <a:pt x="3255645" y="63011"/>
                  <a:pt x="3277172" y="63011"/>
                </a:cubicBezTo>
                <a:cubicBezTo>
                  <a:pt x="3285078" y="63011"/>
                  <a:pt x="3292412" y="64059"/>
                  <a:pt x="3299174" y="65107"/>
                </a:cubicBezTo>
                <a:cubicBezTo>
                  <a:pt x="3302794" y="65678"/>
                  <a:pt x="3304889" y="63488"/>
                  <a:pt x="3304889" y="60344"/>
                </a:cubicBezTo>
                <a:cubicBezTo>
                  <a:pt x="3304889" y="44057"/>
                  <a:pt x="3303270" y="28912"/>
                  <a:pt x="3305937" y="12719"/>
                </a:cubicBezTo>
                <a:cubicBezTo>
                  <a:pt x="3306985" y="7481"/>
                  <a:pt x="3298603" y="5861"/>
                  <a:pt x="3294412" y="4814"/>
                </a:cubicBezTo>
                <a:cubicBezTo>
                  <a:pt x="3279743" y="-4045"/>
                  <a:pt x="3258312" y="2242"/>
                  <a:pt x="3242024" y="1194"/>
                </a:cubicBezTo>
                <a:lnTo>
                  <a:pt x="3239453" y="2242"/>
                </a:lnTo>
                <a:cubicBezTo>
                  <a:pt x="3234214" y="4814"/>
                  <a:pt x="3228499" y="4814"/>
                  <a:pt x="3222117" y="6909"/>
                </a:cubicBezTo>
                <a:cubicBezTo>
                  <a:pt x="3218974" y="8528"/>
                  <a:pt x="3215831" y="10624"/>
                  <a:pt x="3212687" y="12719"/>
                </a:cubicBezTo>
                <a:cubicBezTo>
                  <a:pt x="3205353" y="16910"/>
                  <a:pt x="3201734" y="20054"/>
                  <a:pt x="3196495" y="25292"/>
                </a:cubicBezTo>
                <a:cubicBezTo>
                  <a:pt x="3189161" y="33103"/>
                  <a:pt x="3181826" y="41009"/>
                  <a:pt x="3176588" y="50438"/>
                </a:cubicBezTo>
                <a:cubicBezTo>
                  <a:pt x="3173445" y="54629"/>
                  <a:pt x="3168777" y="72441"/>
                  <a:pt x="3168206" y="77680"/>
                </a:cubicBezTo>
                <a:lnTo>
                  <a:pt x="3168206" y="86538"/>
                </a:lnTo>
                <a:cubicBezTo>
                  <a:pt x="3167158" y="93396"/>
                  <a:pt x="3167158" y="99111"/>
                  <a:pt x="3166110" y="104350"/>
                </a:cubicBezTo>
                <a:moveTo>
                  <a:pt x="2760155" y="367811"/>
                </a:moveTo>
                <a:lnTo>
                  <a:pt x="2738152" y="368383"/>
                </a:lnTo>
                <a:lnTo>
                  <a:pt x="2732913" y="368383"/>
                </a:lnTo>
                <a:lnTo>
                  <a:pt x="2733389" y="359429"/>
                </a:lnTo>
                <a:cubicBezTo>
                  <a:pt x="2738057" y="276181"/>
                  <a:pt x="2729674" y="192837"/>
                  <a:pt x="2728151" y="110065"/>
                </a:cubicBezTo>
                <a:cubicBezTo>
                  <a:pt x="2727579" y="90158"/>
                  <a:pt x="2728627" y="27864"/>
                  <a:pt x="2729198" y="23102"/>
                </a:cubicBezTo>
                <a:lnTo>
                  <a:pt x="2729198" y="15291"/>
                </a:lnTo>
                <a:lnTo>
                  <a:pt x="2734437" y="15291"/>
                </a:lnTo>
                <a:cubicBezTo>
                  <a:pt x="2751201" y="15863"/>
                  <a:pt x="2767965" y="15863"/>
                  <a:pt x="2784729" y="13672"/>
                </a:cubicBezTo>
                <a:cubicBezTo>
                  <a:pt x="2784729" y="23578"/>
                  <a:pt x="2784729" y="34055"/>
                  <a:pt x="2785205" y="44533"/>
                </a:cubicBezTo>
                <a:cubicBezTo>
                  <a:pt x="2785205" y="58154"/>
                  <a:pt x="2787301" y="124162"/>
                  <a:pt x="2788920" y="139878"/>
                </a:cubicBezTo>
                <a:cubicBezTo>
                  <a:pt x="2790444" y="155118"/>
                  <a:pt x="2792063" y="169787"/>
                  <a:pt x="2791016" y="184931"/>
                </a:cubicBezTo>
                <a:cubicBezTo>
                  <a:pt x="2791016" y="185503"/>
                  <a:pt x="2791016" y="187503"/>
                  <a:pt x="2791492" y="189122"/>
                </a:cubicBezTo>
                <a:lnTo>
                  <a:pt x="2793016" y="192266"/>
                </a:lnTo>
                <a:cubicBezTo>
                  <a:pt x="2791492" y="200076"/>
                  <a:pt x="2798826" y="205886"/>
                  <a:pt x="2806637" y="201695"/>
                </a:cubicBezTo>
                <a:cubicBezTo>
                  <a:pt x="2812923" y="198552"/>
                  <a:pt x="2817114" y="193885"/>
                  <a:pt x="2820257" y="190742"/>
                </a:cubicBezTo>
                <a:cubicBezTo>
                  <a:pt x="2844832" y="165596"/>
                  <a:pt x="2873121" y="144164"/>
                  <a:pt x="2896267" y="116351"/>
                </a:cubicBezTo>
                <a:lnTo>
                  <a:pt x="2901982" y="116351"/>
                </a:lnTo>
                <a:cubicBezTo>
                  <a:pt x="2903601" y="116351"/>
                  <a:pt x="2911412" y="115780"/>
                  <a:pt x="2918746" y="115304"/>
                </a:cubicBezTo>
                <a:lnTo>
                  <a:pt x="2929223" y="114732"/>
                </a:lnTo>
                <a:lnTo>
                  <a:pt x="2933891" y="114732"/>
                </a:lnTo>
                <a:cubicBezTo>
                  <a:pt x="2947035" y="115304"/>
                  <a:pt x="2956370" y="115780"/>
                  <a:pt x="2956370" y="115780"/>
                </a:cubicBezTo>
                <a:cubicBezTo>
                  <a:pt x="2949607" y="124162"/>
                  <a:pt x="2948559" y="124638"/>
                  <a:pt x="2938082" y="132068"/>
                </a:cubicBezTo>
                <a:cubicBezTo>
                  <a:pt x="2930747" y="141497"/>
                  <a:pt x="2920746" y="148832"/>
                  <a:pt x="2913507" y="158261"/>
                </a:cubicBezTo>
                <a:lnTo>
                  <a:pt x="2910840" y="159881"/>
                </a:lnTo>
                <a:lnTo>
                  <a:pt x="2907221" y="162452"/>
                </a:lnTo>
                <a:cubicBezTo>
                  <a:pt x="2895124" y="176073"/>
                  <a:pt x="2883122" y="189694"/>
                  <a:pt x="2872169" y="204362"/>
                </a:cubicBezTo>
                <a:cubicBezTo>
                  <a:pt x="2867978" y="210173"/>
                  <a:pt x="2872645" y="217507"/>
                  <a:pt x="2876836" y="222174"/>
                </a:cubicBezTo>
                <a:lnTo>
                  <a:pt x="2879408" y="224270"/>
                </a:lnTo>
                <a:cubicBezTo>
                  <a:pt x="2880455" y="225794"/>
                  <a:pt x="2881027" y="226841"/>
                  <a:pt x="2881979" y="227413"/>
                </a:cubicBezTo>
                <a:cubicBezTo>
                  <a:pt x="2882551" y="229508"/>
                  <a:pt x="2883599" y="231128"/>
                  <a:pt x="2885123" y="232652"/>
                </a:cubicBezTo>
                <a:lnTo>
                  <a:pt x="2887695" y="235795"/>
                </a:lnTo>
                <a:cubicBezTo>
                  <a:pt x="2893505" y="246272"/>
                  <a:pt x="2902363" y="255131"/>
                  <a:pt x="2909221" y="265132"/>
                </a:cubicBezTo>
                <a:cubicBezTo>
                  <a:pt x="2922841" y="287706"/>
                  <a:pt x="2938558" y="315995"/>
                  <a:pt x="2954846" y="336950"/>
                </a:cubicBezTo>
                <a:cubicBezTo>
                  <a:pt x="2957989" y="344285"/>
                  <a:pt x="2961132" y="352190"/>
                  <a:pt x="2966847" y="357905"/>
                </a:cubicBezTo>
                <a:cubicBezTo>
                  <a:pt x="2969990" y="363620"/>
                  <a:pt x="2972086" y="367907"/>
                  <a:pt x="2974753" y="371526"/>
                </a:cubicBezTo>
                <a:lnTo>
                  <a:pt x="2976848" y="374669"/>
                </a:lnTo>
                <a:lnTo>
                  <a:pt x="2970086" y="373622"/>
                </a:lnTo>
                <a:lnTo>
                  <a:pt x="2963799" y="373622"/>
                </a:lnTo>
                <a:cubicBezTo>
                  <a:pt x="2952845" y="374193"/>
                  <a:pt x="2940749" y="372574"/>
                  <a:pt x="2929699" y="372002"/>
                </a:cubicBezTo>
                <a:cubicBezTo>
                  <a:pt x="2922937" y="372002"/>
                  <a:pt x="2915603" y="370383"/>
                  <a:pt x="2909316" y="370383"/>
                </a:cubicBezTo>
                <a:cubicBezTo>
                  <a:pt x="2906745" y="370383"/>
                  <a:pt x="2903506" y="370383"/>
                  <a:pt x="2900934" y="370955"/>
                </a:cubicBezTo>
                <a:cubicBezTo>
                  <a:pt x="2899886" y="368383"/>
                  <a:pt x="2898839" y="366764"/>
                  <a:pt x="2898362" y="365240"/>
                </a:cubicBezTo>
                <a:lnTo>
                  <a:pt x="2895219" y="360001"/>
                </a:lnTo>
                <a:cubicBezTo>
                  <a:pt x="2893695" y="357334"/>
                  <a:pt x="2892647" y="355334"/>
                  <a:pt x="2892076" y="353238"/>
                </a:cubicBezTo>
                <a:cubicBezTo>
                  <a:pt x="2892076" y="350571"/>
                  <a:pt x="2891028" y="348476"/>
                  <a:pt x="2888933" y="346952"/>
                </a:cubicBezTo>
                <a:cubicBezTo>
                  <a:pt x="2886837" y="341237"/>
                  <a:pt x="2883218" y="335998"/>
                  <a:pt x="2879503" y="331235"/>
                </a:cubicBezTo>
                <a:cubicBezTo>
                  <a:pt x="2879027" y="329140"/>
                  <a:pt x="2877884" y="326568"/>
                  <a:pt x="2876360" y="324949"/>
                </a:cubicBezTo>
                <a:cubicBezTo>
                  <a:pt x="2875312" y="321806"/>
                  <a:pt x="2873693" y="318662"/>
                  <a:pt x="2871597" y="316567"/>
                </a:cubicBezTo>
                <a:cubicBezTo>
                  <a:pt x="2865882" y="306661"/>
                  <a:pt x="2857976" y="290373"/>
                  <a:pt x="2850642" y="283039"/>
                </a:cubicBezTo>
                <a:lnTo>
                  <a:pt x="2848070" y="279324"/>
                </a:lnTo>
                <a:cubicBezTo>
                  <a:pt x="2845975" y="276181"/>
                  <a:pt x="2843403" y="272561"/>
                  <a:pt x="2840736" y="269418"/>
                </a:cubicBezTo>
                <a:cubicBezTo>
                  <a:pt x="2831306" y="258941"/>
                  <a:pt x="2826639" y="255226"/>
                  <a:pt x="2815114" y="262655"/>
                </a:cubicBezTo>
                <a:cubicBezTo>
                  <a:pt x="2809875" y="266275"/>
                  <a:pt x="2805113" y="270466"/>
                  <a:pt x="2797778" y="275228"/>
                </a:cubicBezTo>
                <a:cubicBezTo>
                  <a:pt x="2793587" y="276276"/>
                  <a:pt x="2790444" y="280467"/>
                  <a:pt x="2791016" y="285134"/>
                </a:cubicBezTo>
                <a:cubicBezTo>
                  <a:pt x="2792540" y="306089"/>
                  <a:pt x="2792540" y="325997"/>
                  <a:pt x="2791016" y="346380"/>
                </a:cubicBezTo>
                <a:cubicBezTo>
                  <a:pt x="2791016" y="346952"/>
                  <a:pt x="2791016" y="348476"/>
                  <a:pt x="2790444" y="350095"/>
                </a:cubicBezTo>
                <a:lnTo>
                  <a:pt x="2790444" y="353238"/>
                </a:lnTo>
                <a:cubicBezTo>
                  <a:pt x="2789396" y="359525"/>
                  <a:pt x="2789396" y="364192"/>
                  <a:pt x="2789968" y="367907"/>
                </a:cubicBezTo>
                <a:lnTo>
                  <a:pt x="2760059" y="367907"/>
                </a:lnTo>
                <a:close/>
                <a:moveTo>
                  <a:pt x="2722436" y="370955"/>
                </a:moveTo>
                <a:cubicBezTo>
                  <a:pt x="2722912" y="375146"/>
                  <a:pt x="2723483" y="380956"/>
                  <a:pt x="2729770" y="378289"/>
                </a:cubicBezTo>
                <a:cubicBezTo>
                  <a:pt x="2730341" y="377717"/>
                  <a:pt x="2789491" y="377717"/>
                  <a:pt x="2791111" y="377717"/>
                </a:cubicBezTo>
                <a:cubicBezTo>
                  <a:pt x="2794730" y="377717"/>
                  <a:pt x="2801017" y="377717"/>
                  <a:pt x="2800541" y="372002"/>
                </a:cubicBezTo>
                <a:cubicBezTo>
                  <a:pt x="2800064" y="367335"/>
                  <a:pt x="2799493" y="362573"/>
                  <a:pt x="2800541" y="354191"/>
                </a:cubicBezTo>
                <a:lnTo>
                  <a:pt x="2800541" y="351524"/>
                </a:lnTo>
                <a:cubicBezTo>
                  <a:pt x="2801017" y="349904"/>
                  <a:pt x="2801017" y="347333"/>
                  <a:pt x="2801017" y="345237"/>
                </a:cubicBezTo>
                <a:cubicBezTo>
                  <a:pt x="2802636" y="325901"/>
                  <a:pt x="2802636" y="305994"/>
                  <a:pt x="2802636" y="283991"/>
                </a:cubicBezTo>
                <a:lnTo>
                  <a:pt x="2805779" y="282372"/>
                </a:lnTo>
                <a:cubicBezTo>
                  <a:pt x="2811018" y="279229"/>
                  <a:pt x="2815781" y="274562"/>
                  <a:pt x="2821020" y="270847"/>
                </a:cubicBezTo>
                <a:lnTo>
                  <a:pt x="2824734" y="268180"/>
                </a:lnTo>
                <a:cubicBezTo>
                  <a:pt x="2831497" y="272371"/>
                  <a:pt x="2835688" y="279134"/>
                  <a:pt x="2840450" y="284944"/>
                </a:cubicBezTo>
                <a:lnTo>
                  <a:pt x="2843594" y="289706"/>
                </a:lnTo>
                <a:cubicBezTo>
                  <a:pt x="2849880" y="295421"/>
                  <a:pt x="2858738" y="313233"/>
                  <a:pt x="2864549" y="323234"/>
                </a:cubicBezTo>
                <a:cubicBezTo>
                  <a:pt x="2866168" y="324854"/>
                  <a:pt x="2867120" y="326949"/>
                  <a:pt x="2868740" y="331045"/>
                </a:cubicBezTo>
                <a:cubicBezTo>
                  <a:pt x="2869054" y="331426"/>
                  <a:pt x="2869406" y="332315"/>
                  <a:pt x="2869787" y="333712"/>
                </a:cubicBezTo>
                <a:lnTo>
                  <a:pt x="2870835" y="336379"/>
                </a:lnTo>
                <a:cubicBezTo>
                  <a:pt x="2875503" y="342189"/>
                  <a:pt x="2878741" y="347904"/>
                  <a:pt x="2882360" y="354191"/>
                </a:cubicBezTo>
                <a:cubicBezTo>
                  <a:pt x="2882932" y="358382"/>
                  <a:pt x="2884932" y="362001"/>
                  <a:pt x="2887028" y="365144"/>
                </a:cubicBezTo>
                <a:lnTo>
                  <a:pt x="2889695" y="370383"/>
                </a:lnTo>
                <a:cubicBezTo>
                  <a:pt x="2893314" y="376098"/>
                  <a:pt x="2891219" y="380384"/>
                  <a:pt x="2900172" y="380861"/>
                </a:cubicBezTo>
                <a:cubicBezTo>
                  <a:pt x="2902839" y="380861"/>
                  <a:pt x="2906459" y="380289"/>
                  <a:pt x="2909602" y="380289"/>
                </a:cubicBezTo>
                <a:cubicBezTo>
                  <a:pt x="2915888" y="380289"/>
                  <a:pt x="2922746" y="381813"/>
                  <a:pt x="2929509" y="381813"/>
                </a:cubicBezTo>
                <a:cubicBezTo>
                  <a:pt x="2941034" y="382385"/>
                  <a:pt x="2953607" y="383909"/>
                  <a:pt x="2966180" y="383909"/>
                </a:cubicBezTo>
                <a:lnTo>
                  <a:pt x="2969800" y="383337"/>
                </a:lnTo>
                <a:cubicBezTo>
                  <a:pt x="2970371" y="383337"/>
                  <a:pt x="2980278" y="386004"/>
                  <a:pt x="2984468" y="383337"/>
                </a:cubicBezTo>
                <a:cubicBezTo>
                  <a:pt x="2988659" y="381718"/>
                  <a:pt x="2994946" y="379146"/>
                  <a:pt x="2989707" y="373907"/>
                </a:cubicBezTo>
                <a:cubicBezTo>
                  <a:pt x="2983992" y="368192"/>
                  <a:pt x="2979230" y="359239"/>
                  <a:pt x="2974562" y="350857"/>
                </a:cubicBezTo>
                <a:cubicBezTo>
                  <a:pt x="2969800" y="346094"/>
                  <a:pt x="2966657" y="338284"/>
                  <a:pt x="2963513" y="330950"/>
                </a:cubicBezTo>
                <a:cubicBezTo>
                  <a:pt x="2947797" y="311614"/>
                  <a:pt x="2931033" y="280181"/>
                  <a:pt x="2917984" y="259703"/>
                </a:cubicBezTo>
                <a:cubicBezTo>
                  <a:pt x="2911697" y="249797"/>
                  <a:pt x="2902744" y="240843"/>
                  <a:pt x="2897029" y="230366"/>
                </a:cubicBezTo>
                <a:lnTo>
                  <a:pt x="2894933" y="227222"/>
                </a:lnTo>
                <a:lnTo>
                  <a:pt x="2892362" y="225127"/>
                </a:lnTo>
                <a:cubicBezTo>
                  <a:pt x="2892362" y="225127"/>
                  <a:pt x="2892362" y="224555"/>
                  <a:pt x="2887123" y="217221"/>
                </a:cubicBezTo>
                <a:lnTo>
                  <a:pt x="2884551" y="214554"/>
                </a:lnTo>
                <a:cubicBezTo>
                  <a:pt x="2883027" y="212935"/>
                  <a:pt x="2881979" y="211411"/>
                  <a:pt x="2880932" y="209315"/>
                </a:cubicBezTo>
                <a:cubicBezTo>
                  <a:pt x="2891409" y="195123"/>
                  <a:pt x="2902934" y="182550"/>
                  <a:pt x="2914460" y="169501"/>
                </a:cubicBezTo>
                <a:cubicBezTo>
                  <a:pt x="2914460" y="169501"/>
                  <a:pt x="2916555" y="168453"/>
                  <a:pt x="2918174" y="166834"/>
                </a:cubicBezTo>
                <a:lnTo>
                  <a:pt x="2921318" y="164738"/>
                </a:lnTo>
                <a:cubicBezTo>
                  <a:pt x="2928652" y="155309"/>
                  <a:pt x="2938653" y="147974"/>
                  <a:pt x="2945892" y="138545"/>
                </a:cubicBezTo>
                <a:cubicBezTo>
                  <a:pt x="2956370" y="131210"/>
                  <a:pt x="2964275" y="122828"/>
                  <a:pt x="2971610" y="113970"/>
                </a:cubicBezTo>
                <a:lnTo>
                  <a:pt x="2971610" y="107207"/>
                </a:lnTo>
                <a:cubicBezTo>
                  <a:pt x="2973229" y="107207"/>
                  <a:pt x="2966371" y="106636"/>
                  <a:pt x="2966942" y="106160"/>
                </a:cubicBezTo>
                <a:cubicBezTo>
                  <a:pt x="2964847" y="105588"/>
                  <a:pt x="2962275" y="105588"/>
                  <a:pt x="2960180" y="106160"/>
                </a:cubicBezTo>
                <a:cubicBezTo>
                  <a:pt x="2951321" y="105588"/>
                  <a:pt x="2942368" y="104064"/>
                  <a:pt x="2933510" y="104064"/>
                </a:cubicBezTo>
                <a:lnTo>
                  <a:pt x="2929319" y="104064"/>
                </a:lnTo>
                <a:lnTo>
                  <a:pt x="2918841" y="105112"/>
                </a:lnTo>
                <a:cubicBezTo>
                  <a:pt x="2911507" y="105683"/>
                  <a:pt x="2904173" y="106160"/>
                  <a:pt x="2902553" y="106160"/>
                </a:cubicBezTo>
                <a:cubicBezTo>
                  <a:pt x="2896838" y="106160"/>
                  <a:pt x="2889980" y="103493"/>
                  <a:pt x="2887885" y="111398"/>
                </a:cubicBezTo>
                <a:cubicBezTo>
                  <a:pt x="2865311" y="137592"/>
                  <a:pt x="2837593" y="158547"/>
                  <a:pt x="2813971" y="183217"/>
                </a:cubicBezTo>
                <a:cubicBezTo>
                  <a:pt x="2810828" y="186360"/>
                  <a:pt x="2807684" y="189503"/>
                  <a:pt x="2803493" y="190551"/>
                </a:cubicBezTo>
                <a:lnTo>
                  <a:pt x="2801398" y="185884"/>
                </a:lnTo>
                <a:cubicBezTo>
                  <a:pt x="2802446" y="170168"/>
                  <a:pt x="2800922" y="154451"/>
                  <a:pt x="2799303" y="138735"/>
                </a:cubicBezTo>
                <a:cubicBezTo>
                  <a:pt x="2797683" y="123019"/>
                  <a:pt x="2795588" y="58058"/>
                  <a:pt x="2795588" y="44438"/>
                </a:cubicBezTo>
                <a:cubicBezTo>
                  <a:pt x="2795111" y="31865"/>
                  <a:pt x="2795111" y="19292"/>
                  <a:pt x="2795111" y="7766"/>
                </a:cubicBezTo>
                <a:cubicBezTo>
                  <a:pt x="2795111" y="4623"/>
                  <a:pt x="2792540" y="2528"/>
                  <a:pt x="2789396" y="3004"/>
                </a:cubicBezTo>
                <a:cubicBezTo>
                  <a:pt x="2768441" y="6147"/>
                  <a:pt x="2747963" y="4052"/>
                  <a:pt x="2727579" y="5099"/>
                </a:cubicBezTo>
                <a:cubicBezTo>
                  <a:pt x="2720245" y="6147"/>
                  <a:pt x="2720245" y="7766"/>
                  <a:pt x="2719769" y="14529"/>
                </a:cubicBezTo>
                <a:lnTo>
                  <a:pt x="2719769" y="22340"/>
                </a:lnTo>
                <a:cubicBezTo>
                  <a:pt x="2719197" y="27102"/>
                  <a:pt x="2718149" y="89967"/>
                  <a:pt x="2718721" y="109779"/>
                </a:cubicBezTo>
                <a:cubicBezTo>
                  <a:pt x="2720340" y="192551"/>
                  <a:pt x="2726055" y="275895"/>
                  <a:pt x="2723388" y="358572"/>
                </a:cubicBezTo>
                <a:lnTo>
                  <a:pt x="2723388" y="367526"/>
                </a:lnTo>
                <a:lnTo>
                  <a:pt x="2722912" y="370669"/>
                </a:lnTo>
                <a:close/>
                <a:moveTo>
                  <a:pt x="2588895" y="374098"/>
                </a:moveTo>
                <a:cubicBezTo>
                  <a:pt x="2592038" y="347333"/>
                  <a:pt x="2590514" y="330569"/>
                  <a:pt x="2590514" y="305994"/>
                </a:cubicBezTo>
                <a:lnTo>
                  <a:pt x="2590991" y="268275"/>
                </a:lnTo>
                <a:cubicBezTo>
                  <a:pt x="2591562" y="249416"/>
                  <a:pt x="2591562" y="228461"/>
                  <a:pt x="2590991" y="225317"/>
                </a:cubicBezTo>
                <a:cubicBezTo>
                  <a:pt x="2590514" y="219507"/>
                  <a:pt x="2588895" y="212744"/>
                  <a:pt x="2588895" y="205410"/>
                </a:cubicBezTo>
                <a:lnTo>
                  <a:pt x="2587371" y="197028"/>
                </a:lnTo>
                <a:cubicBezTo>
                  <a:pt x="2582704" y="170263"/>
                  <a:pt x="2570036" y="149308"/>
                  <a:pt x="2538127" y="151975"/>
                </a:cubicBezTo>
                <a:cubicBezTo>
                  <a:pt x="2520791" y="153023"/>
                  <a:pt x="2504123" y="157214"/>
                  <a:pt x="2494121" y="169787"/>
                </a:cubicBezTo>
                <a:cubicBezTo>
                  <a:pt x="2486216" y="178645"/>
                  <a:pt x="2480501" y="188646"/>
                  <a:pt x="2477357" y="202743"/>
                </a:cubicBezTo>
                <a:lnTo>
                  <a:pt x="2476310" y="207982"/>
                </a:lnTo>
                <a:cubicBezTo>
                  <a:pt x="2474690" y="213221"/>
                  <a:pt x="2472595" y="218936"/>
                  <a:pt x="2471642" y="225794"/>
                </a:cubicBezTo>
                <a:cubicBezTo>
                  <a:pt x="2467928" y="245225"/>
                  <a:pt x="2474214" y="278181"/>
                  <a:pt x="2473166" y="298660"/>
                </a:cubicBezTo>
                <a:cubicBezTo>
                  <a:pt x="2472119" y="315995"/>
                  <a:pt x="2473738" y="333236"/>
                  <a:pt x="2472690" y="353143"/>
                </a:cubicBezTo>
                <a:cubicBezTo>
                  <a:pt x="2472214" y="359429"/>
                  <a:pt x="2471642" y="365716"/>
                  <a:pt x="2472214" y="372002"/>
                </a:cubicBezTo>
                <a:cubicBezTo>
                  <a:pt x="2464880" y="373050"/>
                  <a:pt x="2456974" y="373622"/>
                  <a:pt x="2448592" y="373622"/>
                </a:cubicBezTo>
                <a:cubicBezTo>
                  <a:pt x="2439734" y="373050"/>
                  <a:pt x="2430304" y="372574"/>
                  <a:pt x="2421350" y="372574"/>
                </a:cubicBezTo>
                <a:cubicBezTo>
                  <a:pt x="2419255" y="372574"/>
                  <a:pt x="2416588" y="373145"/>
                  <a:pt x="2414016" y="373145"/>
                </a:cubicBezTo>
                <a:cubicBezTo>
                  <a:pt x="2413445" y="340665"/>
                  <a:pt x="2411921" y="151022"/>
                  <a:pt x="2412968" y="140545"/>
                </a:cubicBezTo>
                <a:cubicBezTo>
                  <a:pt x="2413445" y="131687"/>
                  <a:pt x="2415064" y="122733"/>
                  <a:pt x="2416588" y="114351"/>
                </a:cubicBezTo>
                <a:lnTo>
                  <a:pt x="2424494" y="113780"/>
                </a:lnTo>
                <a:lnTo>
                  <a:pt x="2436495" y="113208"/>
                </a:lnTo>
                <a:cubicBezTo>
                  <a:pt x="2444306" y="113208"/>
                  <a:pt x="2451735" y="113780"/>
                  <a:pt x="2459546" y="113780"/>
                </a:cubicBezTo>
                <a:lnTo>
                  <a:pt x="2470499" y="113780"/>
                </a:lnTo>
                <a:lnTo>
                  <a:pt x="2470499" y="117494"/>
                </a:lnTo>
                <a:cubicBezTo>
                  <a:pt x="2470499" y="123209"/>
                  <a:pt x="2470023" y="130067"/>
                  <a:pt x="2472595" y="135306"/>
                </a:cubicBezTo>
                <a:cubicBezTo>
                  <a:pt x="2480501" y="151594"/>
                  <a:pt x="2499836" y="125400"/>
                  <a:pt x="2506123" y="122733"/>
                </a:cubicBezTo>
                <a:cubicBezTo>
                  <a:pt x="2517172" y="114923"/>
                  <a:pt x="2529745" y="108065"/>
                  <a:pt x="2543366" y="104921"/>
                </a:cubicBezTo>
                <a:cubicBezTo>
                  <a:pt x="2552224" y="103302"/>
                  <a:pt x="2562225" y="105493"/>
                  <a:pt x="2571083" y="105969"/>
                </a:cubicBezTo>
                <a:cubicBezTo>
                  <a:pt x="2581085" y="106541"/>
                  <a:pt x="2589943" y="110160"/>
                  <a:pt x="2599373" y="112256"/>
                </a:cubicBezTo>
                <a:cubicBezTo>
                  <a:pt x="2605183" y="113875"/>
                  <a:pt x="2607278" y="114923"/>
                  <a:pt x="2611470" y="118066"/>
                </a:cubicBezTo>
                <a:cubicBezTo>
                  <a:pt x="2625090" y="127496"/>
                  <a:pt x="2637091" y="140545"/>
                  <a:pt x="2642902" y="157309"/>
                </a:cubicBezTo>
                <a:cubicBezTo>
                  <a:pt x="2646616" y="175597"/>
                  <a:pt x="2652903" y="211316"/>
                  <a:pt x="2652332" y="238557"/>
                </a:cubicBezTo>
                <a:cubicBezTo>
                  <a:pt x="2651855" y="249511"/>
                  <a:pt x="2652903" y="260560"/>
                  <a:pt x="2652332" y="271037"/>
                </a:cubicBezTo>
                <a:cubicBezTo>
                  <a:pt x="2651855" y="277800"/>
                  <a:pt x="2653951" y="286277"/>
                  <a:pt x="2652332" y="294564"/>
                </a:cubicBezTo>
                <a:cubicBezTo>
                  <a:pt x="2652903" y="300374"/>
                  <a:pt x="2652903" y="355334"/>
                  <a:pt x="2648712" y="377813"/>
                </a:cubicBezTo>
                <a:cubicBezTo>
                  <a:pt x="2644521" y="377813"/>
                  <a:pt x="2640330" y="377813"/>
                  <a:pt x="2636139" y="378384"/>
                </a:cubicBezTo>
                <a:lnTo>
                  <a:pt x="2632996" y="378956"/>
                </a:lnTo>
                <a:lnTo>
                  <a:pt x="2630900" y="378956"/>
                </a:lnTo>
                <a:lnTo>
                  <a:pt x="2627186" y="378384"/>
                </a:lnTo>
                <a:cubicBezTo>
                  <a:pt x="2617756" y="376765"/>
                  <a:pt x="2609850" y="376289"/>
                  <a:pt x="2601468" y="376289"/>
                </a:cubicBezTo>
                <a:cubicBezTo>
                  <a:pt x="2597753" y="375717"/>
                  <a:pt x="2594134" y="376289"/>
                  <a:pt x="2589466" y="375717"/>
                </a:cubicBezTo>
                <a:lnTo>
                  <a:pt x="2588895" y="374193"/>
                </a:lnTo>
                <a:close/>
                <a:moveTo>
                  <a:pt x="2481548" y="129972"/>
                </a:moveTo>
                <a:cubicBezTo>
                  <a:pt x="2478405" y="121114"/>
                  <a:pt x="2486216" y="104350"/>
                  <a:pt x="2471642" y="103778"/>
                </a:cubicBezTo>
                <a:lnTo>
                  <a:pt x="2459546" y="103778"/>
                </a:lnTo>
                <a:cubicBezTo>
                  <a:pt x="2451735" y="103778"/>
                  <a:pt x="2444306" y="103207"/>
                  <a:pt x="2436495" y="103207"/>
                </a:cubicBezTo>
                <a:lnTo>
                  <a:pt x="2423922" y="103778"/>
                </a:lnTo>
                <a:cubicBezTo>
                  <a:pt x="2419731" y="104350"/>
                  <a:pt x="2408206" y="102731"/>
                  <a:pt x="2407158" y="108446"/>
                </a:cubicBezTo>
                <a:cubicBezTo>
                  <a:pt x="2405539" y="118447"/>
                  <a:pt x="2404015" y="128924"/>
                  <a:pt x="2402967" y="139402"/>
                </a:cubicBezTo>
                <a:cubicBezTo>
                  <a:pt x="2401919" y="150927"/>
                  <a:pt x="2404015" y="377717"/>
                  <a:pt x="2404015" y="377717"/>
                </a:cubicBezTo>
                <a:cubicBezTo>
                  <a:pt x="2404015" y="381908"/>
                  <a:pt x="2409254" y="382956"/>
                  <a:pt x="2412397" y="382956"/>
                </a:cubicBezTo>
                <a:cubicBezTo>
                  <a:pt x="2415540" y="382956"/>
                  <a:pt x="2418683" y="382385"/>
                  <a:pt x="2421255" y="382385"/>
                </a:cubicBezTo>
                <a:cubicBezTo>
                  <a:pt x="2430113" y="382385"/>
                  <a:pt x="2439543" y="382956"/>
                  <a:pt x="2448497" y="383432"/>
                </a:cubicBezTo>
                <a:cubicBezTo>
                  <a:pt x="2458974" y="383432"/>
                  <a:pt x="2469452" y="382385"/>
                  <a:pt x="2478405" y="381337"/>
                </a:cubicBezTo>
                <a:cubicBezTo>
                  <a:pt x="2481548" y="381337"/>
                  <a:pt x="2483644" y="378194"/>
                  <a:pt x="2482596" y="375050"/>
                </a:cubicBezTo>
                <a:cubicBezTo>
                  <a:pt x="2480977" y="369812"/>
                  <a:pt x="2482024" y="359334"/>
                  <a:pt x="2482596" y="353619"/>
                </a:cubicBezTo>
                <a:cubicBezTo>
                  <a:pt x="2483644" y="333712"/>
                  <a:pt x="2482024" y="316376"/>
                  <a:pt x="2483072" y="299136"/>
                </a:cubicBezTo>
                <a:cubicBezTo>
                  <a:pt x="2484120" y="280753"/>
                  <a:pt x="2477834" y="243034"/>
                  <a:pt x="2481453" y="227889"/>
                </a:cubicBezTo>
                <a:cubicBezTo>
                  <a:pt x="2482501" y="221126"/>
                  <a:pt x="2484596" y="215316"/>
                  <a:pt x="2486120" y="210077"/>
                </a:cubicBezTo>
                <a:lnTo>
                  <a:pt x="2487168" y="204267"/>
                </a:lnTo>
                <a:cubicBezTo>
                  <a:pt x="2489740" y="192742"/>
                  <a:pt x="2494979" y="183884"/>
                  <a:pt x="2501837" y="175978"/>
                </a:cubicBezTo>
                <a:cubicBezTo>
                  <a:pt x="2508599" y="167120"/>
                  <a:pt x="2522220" y="162833"/>
                  <a:pt x="2538984" y="161786"/>
                </a:cubicBezTo>
                <a:cubicBezTo>
                  <a:pt x="2569369" y="159690"/>
                  <a:pt x="2575084" y="182741"/>
                  <a:pt x="2578799" y="206363"/>
                </a:cubicBezTo>
                <a:cubicBezTo>
                  <a:pt x="2578799" y="213125"/>
                  <a:pt x="2579846" y="219983"/>
                  <a:pt x="2580894" y="226746"/>
                </a:cubicBezTo>
                <a:cubicBezTo>
                  <a:pt x="2581942" y="231509"/>
                  <a:pt x="2580418" y="305327"/>
                  <a:pt x="2580418" y="305899"/>
                </a:cubicBezTo>
                <a:cubicBezTo>
                  <a:pt x="2580418" y="330473"/>
                  <a:pt x="2581942" y="347333"/>
                  <a:pt x="2578799" y="374003"/>
                </a:cubicBezTo>
                <a:lnTo>
                  <a:pt x="2579275" y="376574"/>
                </a:lnTo>
                <a:lnTo>
                  <a:pt x="2578799" y="379241"/>
                </a:lnTo>
                <a:cubicBezTo>
                  <a:pt x="2577179" y="388195"/>
                  <a:pt x="2596610" y="385528"/>
                  <a:pt x="2601278" y="386099"/>
                </a:cubicBezTo>
                <a:cubicBezTo>
                  <a:pt x="2608612" y="386099"/>
                  <a:pt x="2616518" y="386671"/>
                  <a:pt x="2625376" y="388195"/>
                </a:cubicBezTo>
                <a:lnTo>
                  <a:pt x="2630043" y="388671"/>
                </a:lnTo>
                <a:lnTo>
                  <a:pt x="2634234" y="388671"/>
                </a:lnTo>
                <a:lnTo>
                  <a:pt x="2637378" y="388195"/>
                </a:lnTo>
                <a:cubicBezTo>
                  <a:pt x="2640997" y="387623"/>
                  <a:pt x="2644712" y="387623"/>
                  <a:pt x="2647855" y="388195"/>
                </a:cubicBezTo>
                <a:cubicBezTo>
                  <a:pt x="2651474" y="388195"/>
                  <a:pt x="2658332" y="389719"/>
                  <a:pt x="2659380" y="384004"/>
                </a:cubicBezTo>
                <a:cubicBezTo>
                  <a:pt x="2662523" y="364668"/>
                  <a:pt x="2662523" y="303803"/>
                  <a:pt x="2661952" y="294469"/>
                </a:cubicBezTo>
                <a:cubicBezTo>
                  <a:pt x="2663571" y="287135"/>
                  <a:pt x="2661476" y="278753"/>
                  <a:pt x="2661952" y="271418"/>
                </a:cubicBezTo>
                <a:cubicBezTo>
                  <a:pt x="2662428" y="260941"/>
                  <a:pt x="2661476" y="249987"/>
                  <a:pt x="2661952" y="238938"/>
                </a:cubicBezTo>
                <a:cubicBezTo>
                  <a:pt x="2662999" y="210173"/>
                  <a:pt x="2656237" y="173501"/>
                  <a:pt x="2652522" y="154070"/>
                </a:cubicBezTo>
                <a:cubicBezTo>
                  <a:pt x="2645759" y="134639"/>
                  <a:pt x="2632043" y="120066"/>
                  <a:pt x="2616899" y="109493"/>
                </a:cubicBezTo>
                <a:cubicBezTo>
                  <a:pt x="2611660" y="106350"/>
                  <a:pt x="2608516" y="104255"/>
                  <a:pt x="2601182" y="102731"/>
                </a:cubicBezTo>
                <a:cubicBezTo>
                  <a:pt x="2591276" y="100064"/>
                  <a:pt x="2581751" y="96444"/>
                  <a:pt x="2571274" y="95873"/>
                </a:cubicBezTo>
                <a:cubicBezTo>
                  <a:pt x="2561368" y="95301"/>
                  <a:pt x="2551366" y="93301"/>
                  <a:pt x="2540889" y="95301"/>
                </a:cubicBezTo>
                <a:cubicBezTo>
                  <a:pt x="2525649" y="98444"/>
                  <a:pt x="2512028" y="105779"/>
                  <a:pt x="2500503" y="114161"/>
                </a:cubicBezTo>
                <a:cubicBezTo>
                  <a:pt x="2492597" y="117875"/>
                  <a:pt x="2488502" y="126162"/>
                  <a:pt x="2481072" y="129877"/>
                </a:cubicBezTo>
                <a:moveTo>
                  <a:pt x="2181987" y="270752"/>
                </a:moveTo>
                <a:cubicBezTo>
                  <a:pt x="2180368" y="271323"/>
                  <a:pt x="2178272" y="271799"/>
                  <a:pt x="2176748" y="272847"/>
                </a:cubicBezTo>
                <a:cubicBezTo>
                  <a:pt x="2174653" y="273895"/>
                  <a:pt x="2173605" y="274943"/>
                  <a:pt x="2170462" y="277038"/>
                </a:cubicBezTo>
                <a:lnTo>
                  <a:pt x="2165795" y="279705"/>
                </a:lnTo>
                <a:cubicBezTo>
                  <a:pt x="2153793" y="290659"/>
                  <a:pt x="2153793" y="309614"/>
                  <a:pt x="2159508" y="324282"/>
                </a:cubicBezTo>
                <a:lnTo>
                  <a:pt x="2161604" y="326949"/>
                </a:lnTo>
                <a:cubicBezTo>
                  <a:pt x="2174177" y="343713"/>
                  <a:pt x="2191988" y="347333"/>
                  <a:pt x="2208752" y="348952"/>
                </a:cubicBezTo>
                <a:cubicBezTo>
                  <a:pt x="2217611" y="350000"/>
                  <a:pt x="2230279" y="342665"/>
                  <a:pt x="2238089" y="338474"/>
                </a:cubicBezTo>
                <a:cubicBezTo>
                  <a:pt x="2242757" y="335807"/>
                  <a:pt x="2247519" y="334283"/>
                  <a:pt x="2251234" y="330569"/>
                </a:cubicBezTo>
                <a:cubicBezTo>
                  <a:pt x="2261711" y="321139"/>
                  <a:pt x="2265426" y="304946"/>
                  <a:pt x="2267998" y="291802"/>
                </a:cubicBezTo>
                <a:cubicBezTo>
                  <a:pt x="2271141" y="281324"/>
                  <a:pt x="2269522" y="269799"/>
                  <a:pt x="2268474" y="259322"/>
                </a:cubicBezTo>
                <a:cubicBezTo>
                  <a:pt x="2267998" y="255607"/>
                  <a:pt x="2266379" y="249416"/>
                  <a:pt x="2261711" y="249416"/>
                </a:cubicBezTo>
                <a:lnTo>
                  <a:pt x="2259044" y="249987"/>
                </a:lnTo>
                <a:lnTo>
                  <a:pt x="2255425" y="250559"/>
                </a:lnTo>
                <a:lnTo>
                  <a:pt x="2243423" y="253130"/>
                </a:lnTo>
                <a:cubicBezTo>
                  <a:pt x="2234565" y="255226"/>
                  <a:pt x="2224564" y="257321"/>
                  <a:pt x="2220849" y="258369"/>
                </a:cubicBezTo>
                <a:lnTo>
                  <a:pt x="2206657" y="262084"/>
                </a:lnTo>
                <a:lnTo>
                  <a:pt x="2196751" y="265227"/>
                </a:lnTo>
                <a:lnTo>
                  <a:pt x="2193131" y="266275"/>
                </a:lnTo>
                <a:cubicBezTo>
                  <a:pt x="2190464" y="267323"/>
                  <a:pt x="2188940" y="268942"/>
                  <a:pt x="2186369" y="269990"/>
                </a:cubicBezTo>
                <a:lnTo>
                  <a:pt x="2182178" y="271037"/>
                </a:lnTo>
                <a:close/>
                <a:moveTo>
                  <a:pt x="2258473" y="260274"/>
                </a:moveTo>
                <a:cubicBezTo>
                  <a:pt x="2259521" y="269704"/>
                  <a:pt x="2261045" y="279610"/>
                  <a:pt x="2258473" y="289611"/>
                </a:cubicBezTo>
                <a:cubicBezTo>
                  <a:pt x="2255806" y="300089"/>
                  <a:pt x="2252758" y="315233"/>
                  <a:pt x="2244281" y="323139"/>
                </a:cubicBezTo>
                <a:cubicBezTo>
                  <a:pt x="2241137" y="326282"/>
                  <a:pt x="2236946" y="327330"/>
                  <a:pt x="2233327" y="329426"/>
                </a:cubicBezTo>
                <a:cubicBezTo>
                  <a:pt x="2227040" y="332569"/>
                  <a:pt x="2221325" y="336284"/>
                  <a:pt x="2214467" y="338379"/>
                </a:cubicBezTo>
                <a:cubicBezTo>
                  <a:pt x="2200275" y="342570"/>
                  <a:pt x="2177796" y="332093"/>
                  <a:pt x="2167795" y="318472"/>
                </a:cubicBezTo>
                <a:cubicBezTo>
                  <a:pt x="2163604" y="307518"/>
                  <a:pt x="2165699" y="293326"/>
                  <a:pt x="2173034" y="287039"/>
                </a:cubicBezTo>
                <a:lnTo>
                  <a:pt x="2175605" y="285420"/>
                </a:lnTo>
                <a:lnTo>
                  <a:pt x="2178749" y="283801"/>
                </a:lnTo>
                <a:lnTo>
                  <a:pt x="2180844" y="281705"/>
                </a:lnTo>
                <a:cubicBezTo>
                  <a:pt x="2181892" y="281134"/>
                  <a:pt x="2183416" y="280658"/>
                  <a:pt x="2184464" y="280086"/>
                </a:cubicBezTo>
                <a:lnTo>
                  <a:pt x="2188655" y="279038"/>
                </a:lnTo>
                <a:cubicBezTo>
                  <a:pt x="2191226" y="277991"/>
                  <a:pt x="2194370" y="277419"/>
                  <a:pt x="2196465" y="275419"/>
                </a:cubicBezTo>
                <a:lnTo>
                  <a:pt x="2199608" y="274371"/>
                </a:lnTo>
                <a:lnTo>
                  <a:pt x="2209038" y="271704"/>
                </a:lnTo>
                <a:lnTo>
                  <a:pt x="2223230" y="267513"/>
                </a:lnTo>
                <a:cubicBezTo>
                  <a:pt x="2226850" y="266465"/>
                  <a:pt x="2236851" y="264370"/>
                  <a:pt x="2245233" y="262846"/>
                </a:cubicBezTo>
                <a:lnTo>
                  <a:pt x="2258378" y="260179"/>
                </a:lnTo>
                <a:close/>
                <a:moveTo>
                  <a:pt x="2101787" y="185408"/>
                </a:moveTo>
                <a:cubicBezTo>
                  <a:pt x="2103406" y="180169"/>
                  <a:pt x="2104930" y="174930"/>
                  <a:pt x="2105978" y="169120"/>
                </a:cubicBezTo>
                <a:cubicBezTo>
                  <a:pt x="2116455" y="152356"/>
                  <a:pt x="2129028" y="137687"/>
                  <a:pt x="2144744" y="127210"/>
                </a:cubicBezTo>
                <a:cubicBezTo>
                  <a:pt x="2146840" y="124543"/>
                  <a:pt x="2148935" y="123495"/>
                  <a:pt x="2151507" y="121400"/>
                </a:cubicBezTo>
                <a:lnTo>
                  <a:pt x="2156746" y="118828"/>
                </a:lnTo>
                <a:cubicBezTo>
                  <a:pt x="2158270" y="118256"/>
                  <a:pt x="2159889" y="117209"/>
                  <a:pt x="2161413" y="116161"/>
                </a:cubicBezTo>
                <a:cubicBezTo>
                  <a:pt x="2168747" y="114065"/>
                  <a:pt x="2176082" y="110922"/>
                  <a:pt x="2183416" y="109303"/>
                </a:cubicBezTo>
                <a:lnTo>
                  <a:pt x="2201228" y="106731"/>
                </a:lnTo>
                <a:lnTo>
                  <a:pt x="2203799" y="105683"/>
                </a:lnTo>
                <a:lnTo>
                  <a:pt x="2206371" y="104636"/>
                </a:lnTo>
                <a:cubicBezTo>
                  <a:pt x="2214753" y="103588"/>
                  <a:pt x="2224183" y="103588"/>
                  <a:pt x="2232089" y="103588"/>
                </a:cubicBezTo>
                <a:cubicBezTo>
                  <a:pt x="2237804" y="103588"/>
                  <a:pt x="2243042" y="104636"/>
                  <a:pt x="2247805" y="105207"/>
                </a:cubicBezTo>
                <a:cubicBezTo>
                  <a:pt x="2257711" y="105779"/>
                  <a:pt x="2268284" y="105207"/>
                  <a:pt x="2278190" y="108350"/>
                </a:cubicBezTo>
                <a:cubicBezTo>
                  <a:pt x="2291810" y="112065"/>
                  <a:pt x="2303336" y="121971"/>
                  <a:pt x="2314289" y="131401"/>
                </a:cubicBezTo>
                <a:cubicBezTo>
                  <a:pt x="2318004" y="136068"/>
                  <a:pt x="2322671" y="141307"/>
                  <a:pt x="2324195" y="148165"/>
                </a:cubicBezTo>
                <a:cubicBezTo>
                  <a:pt x="2328386" y="163405"/>
                  <a:pt x="2327910" y="180169"/>
                  <a:pt x="2328386" y="195885"/>
                </a:cubicBezTo>
                <a:cubicBezTo>
                  <a:pt x="2328386" y="201600"/>
                  <a:pt x="2327910" y="207410"/>
                  <a:pt x="2327339" y="213125"/>
                </a:cubicBezTo>
                <a:cubicBezTo>
                  <a:pt x="2327339" y="218936"/>
                  <a:pt x="2328386" y="280181"/>
                  <a:pt x="2327910" y="294850"/>
                </a:cubicBezTo>
                <a:cubicBezTo>
                  <a:pt x="2327910" y="296945"/>
                  <a:pt x="2328958" y="322091"/>
                  <a:pt x="2331053" y="333617"/>
                </a:cubicBezTo>
                <a:cubicBezTo>
                  <a:pt x="2333625" y="345142"/>
                  <a:pt x="2336292" y="356096"/>
                  <a:pt x="2337816" y="365049"/>
                </a:cubicBezTo>
                <a:cubicBezTo>
                  <a:pt x="2337816" y="367145"/>
                  <a:pt x="2338292" y="368669"/>
                  <a:pt x="2339340" y="372383"/>
                </a:cubicBezTo>
                <a:cubicBezTo>
                  <a:pt x="2325148" y="375050"/>
                  <a:pt x="2311051" y="379718"/>
                  <a:pt x="2296382" y="378670"/>
                </a:cubicBezTo>
                <a:lnTo>
                  <a:pt x="2287524" y="377051"/>
                </a:lnTo>
                <a:cubicBezTo>
                  <a:pt x="2284381" y="377051"/>
                  <a:pt x="2281238" y="377622"/>
                  <a:pt x="2278666" y="377622"/>
                </a:cubicBezTo>
                <a:cubicBezTo>
                  <a:pt x="2277047" y="370288"/>
                  <a:pt x="2276570" y="357715"/>
                  <a:pt x="2266664" y="357715"/>
                </a:cubicBezTo>
                <a:cubicBezTo>
                  <a:pt x="2263521" y="357715"/>
                  <a:pt x="2260854" y="359810"/>
                  <a:pt x="2258759" y="360858"/>
                </a:cubicBezTo>
                <a:lnTo>
                  <a:pt x="2255615" y="362954"/>
                </a:lnTo>
                <a:cubicBezTo>
                  <a:pt x="2254568" y="363525"/>
                  <a:pt x="2251996" y="365049"/>
                  <a:pt x="2250377" y="366668"/>
                </a:cubicBezTo>
                <a:lnTo>
                  <a:pt x="2245614" y="369812"/>
                </a:lnTo>
                <a:cubicBezTo>
                  <a:pt x="2237804" y="374003"/>
                  <a:pt x="2231422" y="377146"/>
                  <a:pt x="2223611" y="379241"/>
                </a:cubicBezTo>
                <a:cubicBezTo>
                  <a:pt x="2212658" y="381813"/>
                  <a:pt x="2203133" y="383432"/>
                  <a:pt x="2191703" y="383909"/>
                </a:cubicBezTo>
                <a:lnTo>
                  <a:pt x="2174367" y="385528"/>
                </a:lnTo>
                <a:cubicBezTo>
                  <a:pt x="2155508" y="387147"/>
                  <a:pt x="2142458" y="380861"/>
                  <a:pt x="2125123" y="374003"/>
                </a:cubicBezTo>
                <a:lnTo>
                  <a:pt x="2122551" y="371907"/>
                </a:lnTo>
                <a:lnTo>
                  <a:pt x="2116741" y="368288"/>
                </a:lnTo>
                <a:lnTo>
                  <a:pt x="2109407" y="363049"/>
                </a:lnTo>
                <a:lnTo>
                  <a:pt x="2107311" y="359906"/>
                </a:lnTo>
                <a:lnTo>
                  <a:pt x="2104168" y="354667"/>
                </a:lnTo>
                <a:cubicBezTo>
                  <a:pt x="2099977" y="347809"/>
                  <a:pt x="2102072" y="351524"/>
                  <a:pt x="2098929" y="346285"/>
                </a:cubicBezTo>
                <a:cubicBezTo>
                  <a:pt x="2094738" y="341046"/>
                  <a:pt x="2093214" y="328473"/>
                  <a:pt x="2090547" y="321710"/>
                </a:cubicBezTo>
                <a:cubicBezTo>
                  <a:pt x="2088452" y="314948"/>
                  <a:pt x="2088452" y="307518"/>
                  <a:pt x="2090547" y="298184"/>
                </a:cubicBezTo>
                <a:cubicBezTo>
                  <a:pt x="2091118" y="293993"/>
                  <a:pt x="2091595" y="289802"/>
                  <a:pt x="2092643" y="286658"/>
                </a:cubicBezTo>
                <a:lnTo>
                  <a:pt x="2093690" y="282944"/>
                </a:lnTo>
                <a:lnTo>
                  <a:pt x="2096357" y="276657"/>
                </a:lnTo>
                <a:cubicBezTo>
                  <a:pt x="2105787" y="253035"/>
                  <a:pt x="2130362" y="236271"/>
                  <a:pt x="2155031" y="233128"/>
                </a:cubicBezTo>
                <a:lnTo>
                  <a:pt x="2177606" y="231032"/>
                </a:lnTo>
                <a:cubicBezTo>
                  <a:pt x="2178082" y="231032"/>
                  <a:pt x="2180177" y="231032"/>
                  <a:pt x="2182273" y="230461"/>
                </a:cubicBezTo>
                <a:lnTo>
                  <a:pt x="2190655" y="229889"/>
                </a:lnTo>
                <a:lnTo>
                  <a:pt x="2202656" y="229318"/>
                </a:lnTo>
                <a:cubicBezTo>
                  <a:pt x="2206276" y="229318"/>
                  <a:pt x="2215801" y="228270"/>
                  <a:pt x="2225231" y="227222"/>
                </a:cubicBezTo>
                <a:cubicBezTo>
                  <a:pt x="2234089" y="226175"/>
                  <a:pt x="2260283" y="219888"/>
                  <a:pt x="2265617" y="210458"/>
                </a:cubicBezTo>
                <a:lnTo>
                  <a:pt x="2267712" y="205696"/>
                </a:lnTo>
                <a:lnTo>
                  <a:pt x="2268760" y="202553"/>
                </a:lnTo>
                <a:cubicBezTo>
                  <a:pt x="2269331" y="200933"/>
                  <a:pt x="2269808" y="198933"/>
                  <a:pt x="2269331" y="197314"/>
                </a:cubicBezTo>
                <a:cubicBezTo>
                  <a:pt x="2267236" y="182645"/>
                  <a:pt x="2268284" y="163214"/>
                  <a:pt x="2253044" y="153308"/>
                </a:cubicBezTo>
                <a:cubicBezTo>
                  <a:pt x="2245233" y="148070"/>
                  <a:pt x="2233613" y="146546"/>
                  <a:pt x="2225802" y="146546"/>
                </a:cubicBezTo>
                <a:cubicBezTo>
                  <a:pt x="2219039" y="145974"/>
                  <a:pt x="2212181" y="147593"/>
                  <a:pt x="2206943" y="148641"/>
                </a:cubicBezTo>
                <a:cubicBezTo>
                  <a:pt x="2199608" y="150260"/>
                  <a:pt x="2187035" y="154451"/>
                  <a:pt x="2180749" y="159690"/>
                </a:cubicBezTo>
                <a:cubicBezTo>
                  <a:pt x="2178653" y="161786"/>
                  <a:pt x="2176082" y="164929"/>
                  <a:pt x="2175034" y="167024"/>
                </a:cubicBezTo>
                <a:lnTo>
                  <a:pt x="2171319" y="173311"/>
                </a:lnTo>
                <a:cubicBezTo>
                  <a:pt x="2168747" y="178550"/>
                  <a:pt x="2166652" y="182169"/>
                  <a:pt x="2164556" y="186932"/>
                </a:cubicBezTo>
                <a:lnTo>
                  <a:pt x="2161413" y="186932"/>
                </a:lnTo>
                <a:cubicBezTo>
                  <a:pt x="2158270" y="186932"/>
                  <a:pt x="2155127" y="185884"/>
                  <a:pt x="2151507" y="185884"/>
                </a:cubicBezTo>
                <a:cubicBezTo>
                  <a:pt x="2147888" y="185312"/>
                  <a:pt x="2135791" y="185312"/>
                  <a:pt x="2123789" y="184836"/>
                </a:cubicBezTo>
                <a:lnTo>
                  <a:pt x="2108073" y="184836"/>
                </a:lnTo>
                <a:lnTo>
                  <a:pt x="2101787" y="185408"/>
                </a:lnTo>
                <a:close/>
                <a:moveTo>
                  <a:pt x="2255806" y="374479"/>
                </a:moveTo>
                <a:lnTo>
                  <a:pt x="2261045" y="371336"/>
                </a:lnTo>
                <a:lnTo>
                  <a:pt x="2264188" y="369716"/>
                </a:lnTo>
                <a:lnTo>
                  <a:pt x="2266283" y="368192"/>
                </a:lnTo>
                <a:cubicBezTo>
                  <a:pt x="2267331" y="371336"/>
                  <a:pt x="2267903" y="374479"/>
                  <a:pt x="2268379" y="377622"/>
                </a:cubicBezTo>
                <a:cubicBezTo>
                  <a:pt x="2270951" y="391814"/>
                  <a:pt x="2274094" y="387052"/>
                  <a:pt x="2287238" y="387623"/>
                </a:cubicBezTo>
                <a:lnTo>
                  <a:pt x="2295620" y="389147"/>
                </a:lnTo>
                <a:cubicBezTo>
                  <a:pt x="2312956" y="389719"/>
                  <a:pt x="2329148" y="383909"/>
                  <a:pt x="2346484" y="381337"/>
                </a:cubicBezTo>
                <a:cubicBezTo>
                  <a:pt x="2351723" y="380765"/>
                  <a:pt x="2350675" y="375527"/>
                  <a:pt x="2349627" y="372383"/>
                </a:cubicBezTo>
                <a:lnTo>
                  <a:pt x="2348579" y="368192"/>
                </a:lnTo>
                <a:cubicBezTo>
                  <a:pt x="2348103" y="366573"/>
                  <a:pt x="2348103" y="365525"/>
                  <a:pt x="2348103" y="364001"/>
                </a:cubicBezTo>
                <a:cubicBezTo>
                  <a:pt x="2346579" y="355143"/>
                  <a:pt x="2343912" y="343046"/>
                  <a:pt x="2341340" y="331521"/>
                </a:cubicBezTo>
                <a:cubicBezTo>
                  <a:pt x="2339245" y="321044"/>
                  <a:pt x="2338197" y="298565"/>
                  <a:pt x="2338197" y="293802"/>
                </a:cubicBezTo>
                <a:cubicBezTo>
                  <a:pt x="2338673" y="280181"/>
                  <a:pt x="2337626" y="219412"/>
                  <a:pt x="2337626" y="213602"/>
                </a:cubicBezTo>
                <a:cubicBezTo>
                  <a:pt x="2338197" y="207887"/>
                  <a:pt x="2338673" y="201600"/>
                  <a:pt x="2338673" y="195790"/>
                </a:cubicBezTo>
                <a:cubicBezTo>
                  <a:pt x="2338197" y="179026"/>
                  <a:pt x="2338673" y="161214"/>
                  <a:pt x="2334482" y="145498"/>
                </a:cubicBezTo>
                <a:cubicBezTo>
                  <a:pt x="2332387" y="137116"/>
                  <a:pt x="2327148" y="130829"/>
                  <a:pt x="2321338" y="123971"/>
                </a:cubicBezTo>
                <a:cubicBezTo>
                  <a:pt x="2309336" y="113494"/>
                  <a:pt x="2296763" y="103016"/>
                  <a:pt x="2281047" y="98349"/>
                </a:cubicBezTo>
                <a:cubicBezTo>
                  <a:pt x="2270570" y="95206"/>
                  <a:pt x="2259521" y="95682"/>
                  <a:pt x="2249043" y="95206"/>
                </a:cubicBezTo>
                <a:cubicBezTo>
                  <a:pt x="2243804" y="94730"/>
                  <a:pt x="2238089" y="93682"/>
                  <a:pt x="2232279" y="93682"/>
                </a:cubicBezTo>
                <a:cubicBezTo>
                  <a:pt x="2223897" y="93682"/>
                  <a:pt x="2213420" y="93682"/>
                  <a:pt x="2202942" y="95206"/>
                </a:cubicBezTo>
                <a:lnTo>
                  <a:pt x="2198751" y="96825"/>
                </a:lnTo>
                <a:lnTo>
                  <a:pt x="2180939" y="99492"/>
                </a:lnTo>
                <a:cubicBezTo>
                  <a:pt x="2173605" y="101588"/>
                  <a:pt x="2165699" y="104731"/>
                  <a:pt x="2156270" y="107398"/>
                </a:cubicBezTo>
                <a:cubicBezTo>
                  <a:pt x="2154746" y="108446"/>
                  <a:pt x="2153698" y="109493"/>
                  <a:pt x="2152079" y="109970"/>
                </a:cubicBezTo>
                <a:lnTo>
                  <a:pt x="2146840" y="113113"/>
                </a:lnTo>
                <a:cubicBezTo>
                  <a:pt x="2143125" y="114732"/>
                  <a:pt x="2140553" y="116828"/>
                  <a:pt x="2137410" y="120447"/>
                </a:cubicBezTo>
                <a:cubicBezTo>
                  <a:pt x="2121122" y="130925"/>
                  <a:pt x="2108073" y="147212"/>
                  <a:pt x="2096548" y="166548"/>
                </a:cubicBezTo>
                <a:cubicBezTo>
                  <a:pt x="2094929" y="173882"/>
                  <a:pt x="2092357" y="181217"/>
                  <a:pt x="2090261" y="187979"/>
                </a:cubicBezTo>
                <a:cubicBezTo>
                  <a:pt x="2088642" y="192742"/>
                  <a:pt x="2092833" y="194266"/>
                  <a:pt x="2095976" y="194837"/>
                </a:cubicBezTo>
                <a:lnTo>
                  <a:pt x="2099120" y="195409"/>
                </a:lnTo>
                <a:cubicBezTo>
                  <a:pt x="2103311" y="194837"/>
                  <a:pt x="2102739" y="194837"/>
                  <a:pt x="2103311" y="195409"/>
                </a:cubicBezTo>
                <a:lnTo>
                  <a:pt x="2123789" y="195409"/>
                </a:lnTo>
                <a:cubicBezTo>
                  <a:pt x="2135315" y="195409"/>
                  <a:pt x="2147316" y="195980"/>
                  <a:pt x="2151031" y="195980"/>
                </a:cubicBezTo>
                <a:cubicBezTo>
                  <a:pt x="2175701" y="198076"/>
                  <a:pt x="2167795" y="200171"/>
                  <a:pt x="2180368" y="178645"/>
                </a:cubicBezTo>
                <a:lnTo>
                  <a:pt x="2184083" y="172358"/>
                </a:lnTo>
                <a:cubicBezTo>
                  <a:pt x="2185130" y="170263"/>
                  <a:pt x="2186178" y="168167"/>
                  <a:pt x="2187702" y="167120"/>
                </a:cubicBezTo>
                <a:cubicBezTo>
                  <a:pt x="2191893" y="163405"/>
                  <a:pt x="2201894" y="160357"/>
                  <a:pt x="2209229" y="158261"/>
                </a:cubicBezTo>
                <a:cubicBezTo>
                  <a:pt x="2214467" y="157690"/>
                  <a:pt x="2220182" y="156642"/>
                  <a:pt x="2225993" y="156642"/>
                </a:cubicBezTo>
                <a:cubicBezTo>
                  <a:pt x="2233327" y="156642"/>
                  <a:pt x="2242757" y="158261"/>
                  <a:pt x="2247519" y="161881"/>
                </a:cubicBezTo>
                <a:cubicBezTo>
                  <a:pt x="2259044" y="169215"/>
                  <a:pt x="2257997" y="188646"/>
                  <a:pt x="2259521" y="199124"/>
                </a:cubicBezTo>
                <a:lnTo>
                  <a:pt x="2258473" y="202267"/>
                </a:lnTo>
                <a:lnTo>
                  <a:pt x="2254282" y="207506"/>
                </a:lnTo>
                <a:cubicBezTo>
                  <a:pt x="2235422" y="217983"/>
                  <a:pt x="2222849" y="216935"/>
                  <a:pt x="2201894" y="219507"/>
                </a:cubicBezTo>
                <a:lnTo>
                  <a:pt x="2190369" y="220079"/>
                </a:lnTo>
                <a:lnTo>
                  <a:pt x="2181511" y="220650"/>
                </a:lnTo>
                <a:lnTo>
                  <a:pt x="2176272" y="221222"/>
                </a:lnTo>
                <a:lnTo>
                  <a:pt x="2154269" y="223317"/>
                </a:lnTo>
                <a:cubicBezTo>
                  <a:pt x="2125980" y="226937"/>
                  <a:pt x="2098262" y="245796"/>
                  <a:pt x="2087213" y="272561"/>
                </a:cubicBezTo>
                <a:lnTo>
                  <a:pt x="2084642" y="279324"/>
                </a:lnTo>
                <a:cubicBezTo>
                  <a:pt x="2084070" y="280943"/>
                  <a:pt x="2083594" y="282467"/>
                  <a:pt x="2083022" y="284087"/>
                </a:cubicBezTo>
                <a:cubicBezTo>
                  <a:pt x="2081975" y="287230"/>
                  <a:pt x="2081498" y="291421"/>
                  <a:pt x="2080927" y="296088"/>
                </a:cubicBezTo>
                <a:cubicBezTo>
                  <a:pt x="2078355" y="307042"/>
                  <a:pt x="2078831" y="316472"/>
                  <a:pt x="2081498" y="324949"/>
                </a:cubicBezTo>
                <a:cubicBezTo>
                  <a:pt x="2084642" y="333807"/>
                  <a:pt x="2085689" y="345332"/>
                  <a:pt x="2091976" y="353238"/>
                </a:cubicBezTo>
                <a:cubicBezTo>
                  <a:pt x="2095119" y="358953"/>
                  <a:pt x="2091976" y="353238"/>
                  <a:pt x="2095691" y="360001"/>
                </a:cubicBezTo>
                <a:lnTo>
                  <a:pt x="2098834" y="365240"/>
                </a:lnTo>
                <a:lnTo>
                  <a:pt x="2101501" y="369431"/>
                </a:lnTo>
                <a:cubicBezTo>
                  <a:pt x="2101977" y="370002"/>
                  <a:pt x="2102549" y="370478"/>
                  <a:pt x="2105692" y="372574"/>
                </a:cubicBezTo>
                <a:lnTo>
                  <a:pt x="2111407" y="376765"/>
                </a:lnTo>
                <a:lnTo>
                  <a:pt x="2117122" y="380480"/>
                </a:lnTo>
                <a:lnTo>
                  <a:pt x="2121313" y="383051"/>
                </a:lnTo>
                <a:cubicBezTo>
                  <a:pt x="2140744" y="390957"/>
                  <a:pt x="2153793" y="397244"/>
                  <a:pt x="2175796" y="395624"/>
                </a:cubicBezTo>
                <a:lnTo>
                  <a:pt x="2192560" y="394100"/>
                </a:lnTo>
                <a:cubicBezTo>
                  <a:pt x="2204561" y="393529"/>
                  <a:pt x="2215134" y="391433"/>
                  <a:pt x="2226659" y="388862"/>
                </a:cubicBezTo>
                <a:cubicBezTo>
                  <a:pt x="2235518" y="386766"/>
                  <a:pt x="2242852" y="383147"/>
                  <a:pt x="2251805" y="378384"/>
                </a:cubicBezTo>
                <a:lnTo>
                  <a:pt x="2254377" y="375717"/>
                </a:lnTo>
                <a:lnTo>
                  <a:pt x="2255901" y="374669"/>
                </a:lnTo>
                <a:close/>
                <a:moveTo>
                  <a:pt x="1914811" y="304756"/>
                </a:moveTo>
                <a:cubicBezTo>
                  <a:pt x="1916335" y="304184"/>
                  <a:pt x="1917954" y="303708"/>
                  <a:pt x="1919002" y="302184"/>
                </a:cubicBezTo>
                <a:cubicBezTo>
                  <a:pt x="1921669" y="300089"/>
                  <a:pt x="1924241" y="297993"/>
                  <a:pt x="1926336" y="295898"/>
                </a:cubicBezTo>
                <a:cubicBezTo>
                  <a:pt x="1934147" y="288087"/>
                  <a:pt x="1941576" y="281229"/>
                  <a:pt x="1947291" y="271323"/>
                </a:cubicBezTo>
                <a:cubicBezTo>
                  <a:pt x="1959293" y="258750"/>
                  <a:pt x="1964627" y="239319"/>
                  <a:pt x="1967198" y="222650"/>
                </a:cubicBezTo>
                <a:cubicBezTo>
                  <a:pt x="1970818" y="213697"/>
                  <a:pt x="1970818" y="204839"/>
                  <a:pt x="1970818" y="195885"/>
                </a:cubicBezTo>
                <a:cubicBezTo>
                  <a:pt x="1970818" y="185979"/>
                  <a:pt x="1968246" y="173406"/>
                  <a:pt x="1967198" y="162833"/>
                </a:cubicBezTo>
                <a:lnTo>
                  <a:pt x="1966627" y="155499"/>
                </a:lnTo>
                <a:cubicBezTo>
                  <a:pt x="1966627" y="154451"/>
                  <a:pt x="1966627" y="153404"/>
                  <a:pt x="1966151" y="153404"/>
                </a:cubicBezTo>
                <a:cubicBezTo>
                  <a:pt x="1958816" y="133020"/>
                  <a:pt x="1956149" y="108827"/>
                  <a:pt x="1940433" y="92634"/>
                </a:cubicBezTo>
                <a:cubicBezTo>
                  <a:pt x="1936814" y="87872"/>
                  <a:pt x="1917859" y="75299"/>
                  <a:pt x="1912144" y="73203"/>
                </a:cubicBezTo>
                <a:cubicBezTo>
                  <a:pt x="1907953" y="71584"/>
                  <a:pt x="1901190" y="70060"/>
                  <a:pt x="1896904" y="70536"/>
                </a:cubicBezTo>
                <a:cubicBezTo>
                  <a:pt x="1894808" y="70536"/>
                  <a:pt x="1889570" y="69965"/>
                  <a:pt x="1887474" y="69488"/>
                </a:cubicBezTo>
                <a:cubicBezTo>
                  <a:pt x="1865471" y="65869"/>
                  <a:pt x="1842421" y="68917"/>
                  <a:pt x="1819847" y="68441"/>
                </a:cubicBezTo>
                <a:lnTo>
                  <a:pt x="1801463" y="67869"/>
                </a:lnTo>
                <a:cubicBezTo>
                  <a:pt x="1797272" y="67298"/>
                  <a:pt x="1794701" y="70441"/>
                  <a:pt x="1794129" y="76251"/>
                </a:cubicBezTo>
                <a:cubicBezTo>
                  <a:pt x="1794701" y="90443"/>
                  <a:pt x="1795177" y="105112"/>
                  <a:pt x="1795177" y="119209"/>
                </a:cubicBezTo>
                <a:cubicBezTo>
                  <a:pt x="1795748" y="125972"/>
                  <a:pt x="1794701" y="269513"/>
                  <a:pt x="1794701" y="273704"/>
                </a:cubicBezTo>
                <a:cubicBezTo>
                  <a:pt x="1795177" y="282563"/>
                  <a:pt x="1789462" y="312471"/>
                  <a:pt x="1803559" y="312947"/>
                </a:cubicBezTo>
                <a:lnTo>
                  <a:pt x="1816132" y="312947"/>
                </a:lnTo>
                <a:cubicBezTo>
                  <a:pt x="1817751" y="312947"/>
                  <a:pt x="1819847" y="312947"/>
                  <a:pt x="1822418" y="312376"/>
                </a:cubicBezTo>
                <a:cubicBezTo>
                  <a:pt x="1834420" y="311804"/>
                  <a:pt x="1890522" y="312947"/>
                  <a:pt x="1901000" y="309233"/>
                </a:cubicBezTo>
                <a:cubicBezTo>
                  <a:pt x="1905667" y="308185"/>
                  <a:pt x="1909858" y="306089"/>
                  <a:pt x="1914620" y="304470"/>
                </a:cubicBezTo>
                <a:moveTo>
                  <a:pt x="1805654" y="302851"/>
                </a:moveTo>
                <a:cubicBezTo>
                  <a:pt x="1802511" y="293421"/>
                  <a:pt x="1805083" y="282944"/>
                  <a:pt x="1804607" y="273514"/>
                </a:cubicBezTo>
                <a:cubicBezTo>
                  <a:pt x="1804607" y="269323"/>
                  <a:pt x="1805654" y="129496"/>
                  <a:pt x="1805083" y="119018"/>
                </a:cubicBezTo>
                <a:cubicBezTo>
                  <a:pt x="1805083" y="114256"/>
                  <a:pt x="1805083" y="88634"/>
                  <a:pt x="1804607" y="81776"/>
                </a:cubicBezTo>
                <a:lnTo>
                  <a:pt x="1804607" y="77585"/>
                </a:lnTo>
                <a:lnTo>
                  <a:pt x="1819847" y="78156"/>
                </a:lnTo>
                <a:cubicBezTo>
                  <a:pt x="1841278" y="78728"/>
                  <a:pt x="1864328" y="75489"/>
                  <a:pt x="1885855" y="79204"/>
                </a:cubicBezTo>
                <a:cubicBezTo>
                  <a:pt x="1888998" y="79775"/>
                  <a:pt x="1896332" y="80252"/>
                  <a:pt x="1897856" y="80252"/>
                </a:cubicBezTo>
                <a:cubicBezTo>
                  <a:pt x="1899952" y="79680"/>
                  <a:pt x="1906714" y="81776"/>
                  <a:pt x="1908810" y="82347"/>
                </a:cubicBezTo>
                <a:cubicBezTo>
                  <a:pt x="1912525" y="83966"/>
                  <a:pt x="1930337" y="95968"/>
                  <a:pt x="1932908" y="98635"/>
                </a:cubicBezTo>
                <a:cubicBezTo>
                  <a:pt x="1946529" y="113875"/>
                  <a:pt x="1949672" y="137878"/>
                  <a:pt x="1956530" y="158357"/>
                </a:cubicBezTo>
                <a:lnTo>
                  <a:pt x="1957007" y="163595"/>
                </a:lnTo>
                <a:cubicBezTo>
                  <a:pt x="1958054" y="173025"/>
                  <a:pt x="1960721" y="186646"/>
                  <a:pt x="1960721" y="195599"/>
                </a:cubicBezTo>
                <a:cubicBezTo>
                  <a:pt x="1960721" y="204553"/>
                  <a:pt x="1960150" y="212363"/>
                  <a:pt x="1957007" y="220174"/>
                </a:cubicBezTo>
                <a:cubicBezTo>
                  <a:pt x="1954435" y="236938"/>
                  <a:pt x="1949672" y="254178"/>
                  <a:pt x="1938718" y="265227"/>
                </a:cubicBezTo>
                <a:cubicBezTo>
                  <a:pt x="1933480" y="274657"/>
                  <a:pt x="1926717" y="280943"/>
                  <a:pt x="1919288" y="288278"/>
                </a:cubicBezTo>
                <a:cubicBezTo>
                  <a:pt x="1916621" y="290373"/>
                  <a:pt x="1914049" y="292945"/>
                  <a:pt x="1911477" y="295040"/>
                </a:cubicBezTo>
                <a:cubicBezTo>
                  <a:pt x="1910429" y="295612"/>
                  <a:pt x="1909858" y="295612"/>
                  <a:pt x="1908810" y="296088"/>
                </a:cubicBezTo>
                <a:cubicBezTo>
                  <a:pt x="1904619" y="297707"/>
                  <a:pt x="1897856" y="299803"/>
                  <a:pt x="1897856" y="299803"/>
                </a:cubicBezTo>
                <a:cubicBezTo>
                  <a:pt x="1890046" y="302470"/>
                  <a:pt x="1831277" y="301898"/>
                  <a:pt x="1820323" y="302946"/>
                </a:cubicBezTo>
                <a:cubicBezTo>
                  <a:pt x="1815656" y="303994"/>
                  <a:pt x="1809845" y="302470"/>
                  <a:pt x="1805654" y="302946"/>
                </a:cubicBezTo>
                <a:moveTo>
                  <a:pt x="1728788" y="15672"/>
                </a:moveTo>
                <a:lnTo>
                  <a:pt x="1734503" y="15672"/>
                </a:lnTo>
                <a:lnTo>
                  <a:pt x="1737074" y="15101"/>
                </a:lnTo>
                <a:lnTo>
                  <a:pt x="1740789" y="14529"/>
                </a:lnTo>
                <a:cubicBezTo>
                  <a:pt x="1742885" y="13958"/>
                  <a:pt x="1744980" y="13481"/>
                  <a:pt x="1747076" y="13481"/>
                </a:cubicBezTo>
                <a:cubicBezTo>
                  <a:pt x="1752886" y="12910"/>
                  <a:pt x="1758125" y="11862"/>
                  <a:pt x="1763363" y="11862"/>
                </a:cubicBezTo>
                <a:cubicBezTo>
                  <a:pt x="1768126" y="12434"/>
                  <a:pt x="1772317" y="13481"/>
                  <a:pt x="1776984" y="13481"/>
                </a:cubicBezTo>
                <a:lnTo>
                  <a:pt x="1780127" y="13481"/>
                </a:lnTo>
                <a:lnTo>
                  <a:pt x="1870234" y="17101"/>
                </a:lnTo>
                <a:cubicBezTo>
                  <a:pt x="1879664" y="17101"/>
                  <a:pt x="1890141" y="16529"/>
                  <a:pt x="1899571" y="17101"/>
                </a:cubicBezTo>
                <a:cubicBezTo>
                  <a:pt x="1902238" y="17101"/>
                  <a:pt x="1905286" y="16529"/>
                  <a:pt x="1907953" y="16529"/>
                </a:cubicBezTo>
                <a:cubicBezTo>
                  <a:pt x="1913192" y="16529"/>
                  <a:pt x="1918430" y="18625"/>
                  <a:pt x="1923669" y="19673"/>
                </a:cubicBezTo>
                <a:cubicBezTo>
                  <a:pt x="1931003" y="20720"/>
                  <a:pt x="1936814" y="22340"/>
                  <a:pt x="1942052" y="24435"/>
                </a:cubicBezTo>
                <a:cubicBezTo>
                  <a:pt x="1945672" y="25483"/>
                  <a:pt x="1948815" y="27102"/>
                  <a:pt x="1952530" y="28150"/>
                </a:cubicBezTo>
                <a:lnTo>
                  <a:pt x="1956149" y="31293"/>
                </a:lnTo>
                <a:cubicBezTo>
                  <a:pt x="1969770" y="36532"/>
                  <a:pt x="1981295" y="43295"/>
                  <a:pt x="1990725" y="52248"/>
                </a:cubicBezTo>
                <a:cubicBezTo>
                  <a:pt x="1991773" y="53296"/>
                  <a:pt x="1992821" y="53867"/>
                  <a:pt x="1993868" y="54344"/>
                </a:cubicBezTo>
                <a:cubicBezTo>
                  <a:pt x="1995392" y="57487"/>
                  <a:pt x="1998059" y="60059"/>
                  <a:pt x="2000155" y="62154"/>
                </a:cubicBezTo>
                <a:lnTo>
                  <a:pt x="2003870" y="66917"/>
                </a:lnTo>
                <a:cubicBezTo>
                  <a:pt x="2004917" y="68536"/>
                  <a:pt x="2005965" y="69488"/>
                  <a:pt x="2007013" y="71108"/>
                </a:cubicBezTo>
                <a:lnTo>
                  <a:pt x="2009585" y="74822"/>
                </a:lnTo>
                <a:cubicBezTo>
                  <a:pt x="2012156" y="80633"/>
                  <a:pt x="2016347" y="85300"/>
                  <a:pt x="2018443" y="91586"/>
                </a:cubicBezTo>
                <a:cubicBezTo>
                  <a:pt x="2022634" y="101016"/>
                  <a:pt x="2032635" y="124543"/>
                  <a:pt x="2033111" y="135020"/>
                </a:cubicBezTo>
                <a:lnTo>
                  <a:pt x="2034159" y="141307"/>
                </a:lnTo>
                <a:lnTo>
                  <a:pt x="2034635" y="144450"/>
                </a:lnTo>
                <a:cubicBezTo>
                  <a:pt x="2036159" y="161690"/>
                  <a:pt x="2037207" y="175883"/>
                  <a:pt x="2037779" y="189503"/>
                </a:cubicBezTo>
                <a:cubicBezTo>
                  <a:pt x="2037779" y="197409"/>
                  <a:pt x="2036159" y="204743"/>
                  <a:pt x="2038255" y="212554"/>
                </a:cubicBezTo>
                <a:cubicBezTo>
                  <a:pt x="2035683" y="235033"/>
                  <a:pt x="2033016" y="268085"/>
                  <a:pt x="2021491" y="289516"/>
                </a:cubicBezTo>
                <a:lnTo>
                  <a:pt x="2021491" y="294755"/>
                </a:lnTo>
                <a:cubicBezTo>
                  <a:pt x="2016824" y="304661"/>
                  <a:pt x="2009966" y="313138"/>
                  <a:pt x="2003679" y="321996"/>
                </a:cubicBezTo>
                <a:cubicBezTo>
                  <a:pt x="1991106" y="336188"/>
                  <a:pt x="1975390" y="349238"/>
                  <a:pt x="1958054" y="357048"/>
                </a:cubicBezTo>
                <a:cubicBezTo>
                  <a:pt x="1943862" y="363906"/>
                  <a:pt x="1930241" y="369621"/>
                  <a:pt x="1914525" y="371240"/>
                </a:cubicBezTo>
                <a:cubicBezTo>
                  <a:pt x="1907762" y="370669"/>
                  <a:pt x="1892999" y="371240"/>
                  <a:pt x="1879949" y="371812"/>
                </a:cubicBezTo>
                <a:cubicBezTo>
                  <a:pt x="1865281" y="372860"/>
                  <a:pt x="1809750" y="370193"/>
                  <a:pt x="1805559" y="370193"/>
                </a:cubicBezTo>
                <a:cubicBezTo>
                  <a:pt x="1792414" y="371240"/>
                  <a:pt x="1783080" y="372288"/>
                  <a:pt x="1768888" y="371812"/>
                </a:cubicBezTo>
                <a:cubicBezTo>
                  <a:pt x="1758410" y="370764"/>
                  <a:pt x="1748409" y="371240"/>
                  <a:pt x="1737455" y="371812"/>
                </a:cubicBezTo>
                <a:lnTo>
                  <a:pt x="1729645" y="371812"/>
                </a:lnTo>
                <a:lnTo>
                  <a:pt x="1725930" y="370764"/>
                </a:lnTo>
                <a:cubicBezTo>
                  <a:pt x="1726978" y="359239"/>
                  <a:pt x="1727549" y="343523"/>
                  <a:pt x="1727549" y="328378"/>
                </a:cubicBezTo>
                <a:cubicBezTo>
                  <a:pt x="1727549" y="294278"/>
                  <a:pt x="1729073" y="260274"/>
                  <a:pt x="1729073" y="225698"/>
                </a:cubicBezTo>
                <a:lnTo>
                  <a:pt x="1728597" y="213125"/>
                </a:lnTo>
                <a:cubicBezTo>
                  <a:pt x="1728597" y="209506"/>
                  <a:pt x="1726502" y="117780"/>
                  <a:pt x="1725930" y="115208"/>
                </a:cubicBezTo>
                <a:cubicBezTo>
                  <a:pt x="1725454" y="104731"/>
                  <a:pt x="1723835" y="93777"/>
                  <a:pt x="1723835" y="83776"/>
                </a:cubicBezTo>
                <a:lnTo>
                  <a:pt x="1723835" y="60249"/>
                </a:lnTo>
                <a:cubicBezTo>
                  <a:pt x="1724406" y="50819"/>
                  <a:pt x="1725930" y="41390"/>
                  <a:pt x="1723835" y="31960"/>
                </a:cubicBezTo>
                <a:cubicBezTo>
                  <a:pt x="1725454" y="26721"/>
                  <a:pt x="1724882" y="21482"/>
                  <a:pt x="1725454" y="15767"/>
                </a:cubicBezTo>
                <a:lnTo>
                  <a:pt x="1728597" y="15767"/>
                </a:lnTo>
                <a:close/>
                <a:moveTo>
                  <a:pt x="1899571" y="7290"/>
                </a:moveTo>
                <a:cubicBezTo>
                  <a:pt x="1890713" y="6719"/>
                  <a:pt x="1880140" y="7290"/>
                  <a:pt x="1870805" y="7290"/>
                </a:cubicBezTo>
                <a:lnTo>
                  <a:pt x="1780699" y="3575"/>
                </a:lnTo>
                <a:lnTo>
                  <a:pt x="1777079" y="3575"/>
                </a:lnTo>
                <a:cubicBezTo>
                  <a:pt x="1772888" y="3575"/>
                  <a:pt x="1768697" y="2528"/>
                  <a:pt x="1763459" y="2051"/>
                </a:cubicBezTo>
                <a:cubicBezTo>
                  <a:pt x="1757743" y="2051"/>
                  <a:pt x="1751933" y="3099"/>
                  <a:pt x="1746218" y="3575"/>
                </a:cubicBezTo>
                <a:cubicBezTo>
                  <a:pt x="1743551" y="3575"/>
                  <a:pt x="1741456" y="4147"/>
                  <a:pt x="1738884" y="4623"/>
                </a:cubicBezTo>
                <a:lnTo>
                  <a:pt x="1736217" y="5195"/>
                </a:lnTo>
                <a:lnTo>
                  <a:pt x="1732026" y="5766"/>
                </a:lnTo>
                <a:lnTo>
                  <a:pt x="1725739" y="5766"/>
                </a:lnTo>
                <a:cubicBezTo>
                  <a:pt x="1718405" y="5766"/>
                  <a:pt x="1716310" y="9957"/>
                  <a:pt x="1715834" y="15767"/>
                </a:cubicBezTo>
                <a:cubicBezTo>
                  <a:pt x="1715834" y="17291"/>
                  <a:pt x="1714214" y="33008"/>
                  <a:pt x="1714214" y="33008"/>
                </a:cubicBezTo>
                <a:cubicBezTo>
                  <a:pt x="1716310" y="41390"/>
                  <a:pt x="1714786" y="50819"/>
                  <a:pt x="1714214" y="59773"/>
                </a:cubicBezTo>
                <a:cubicBezTo>
                  <a:pt x="1713738" y="67679"/>
                  <a:pt x="1713738" y="76061"/>
                  <a:pt x="1713738" y="83871"/>
                </a:cubicBezTo>
                <a:cubicBezTo>
                  <a:pt x="1713738" y="94349"/>
                  <a:pt x="1715834" y="105398"/>
                  <a:pt x="1716310" y="115875"/>
                </a:cubicBezTo>
                <a:cubicBezTo>
                  <a:pt x="1716881" y="118542"/>
                  <a:pt x="1718977" y="210173"/>
                  <a:pt x="1718977" y="213792"/>
                </a:cubicBezTo>
                <a:lnTo>
                  <a:pt x="1718977" y="225889"/>
                </a:lnTo>
                <a:cubicBezTo>
                  <a:pt x="1718977" y="260465"/>
                  <a:pt x="1717929" y="294469"/>
                  <a:pt x="1717929" y="328568"/>
                </a:cubicBezTo>
                <a:cubicBezTo>
                  <a:pt x="1717358" y="344285"/>
                  <a:pt x="1717358" y="360477"/>
                  <a:pt x="1715834" y="371526"/>
                </a:cubicBezTo>
                <a:cubicBezTo>
                  <a:pt x="1715834" y="373622"/>
                  <a:pt x="1717929" y="376765"/>
                  <a:pt x="1721072" y="379908"/>
                </a:cubicBezTo>
                <a:cubicBezTo>
                  <a:pt x="1724787" y="382004"/>
                  <a:pt x="1733645" y="382004"/>
                  <a:pt x="1738408" y="382004"/>
                </a:cubicBezTo>
                <a:cubicBezTo>
                  <a:pt x="1748885" y="382004"/>
                  <a:pt x="1758315" y="381432"/>
                  <a:pt x="1768793" y="382004"/>
                </a:cubicBezTo>
                <a:cubicBezTo>
                  <a:pt x="1783461" y="382480"/>
                  <a:pt x="1792891" y="381432"/>
                  <a:pt x="1806512" y="380956"/>
                </a:cubicBezTo>
                <a:cubicBezTo>
                  <a:pt x="1810703" y="380956"/>
                  <a:pt x="1866233" y="383051"/>
                  <a:pt x="1880902" y="382004"/>
                </a:cubicBezTo>
                <a:cubicBezTo>
                  <a:pt x="1895094" y="381432"/>
                  <a:pt x="1908620" y="380956"/>
                  <a:pt x="1915478" y="381432"/>
                </a:cubicBezTo>
                <a:cubicBezTo>
                  <a:pt x="1933289" y="379813"/>
                  <a:pt x="1948434" y="373050"/>
                  <a:pt x="1962626" y="366192"/>
                </a:cubicBezTo>
                <a:cubicBezTo>
                  <a:pt x="1981486" y="357810"/>
                  <a:pt x="1998250" y="343618"/>
                  <a:pt x="2012347" y="328473"/>
                </a:cubicBezTo>
                <a:cubicBezTo>
                  <a:pt x="2020253" y="317424"/>
                  <a:pt x="2027587" y="307518"/>
                  <a:pt x="2031778" y="292278"/>
                </a:cubicBezTo>
                <a:cubicBezTo>
                  <a:pt x="2043303" y="270275"/>
                  <a:pt x="2045399" y="237319"/>
                  <a:pt x="2048542" y="210554"/>
                </a:cubicBezTo>
                <a:cubicBezTo>
                  <a:pt x="2046446" y="204267"/>
                  <a:pt x="2048066" y="196361"/>
                  <a:pt x="2048066" y="189599"/>
                </a:cubicBezTo>
                <a:cubicBezTo>
                  <a:pt x="2047589" y="175406"/>
                  <a:pt x="2046542" y="161309"/>
                  <a:pt x="2044922" y="143498"/>
                </a:cubicBezTo>
                <a:lnTo>
                  <a:pt x="2044446" y="139307"/>
                </a:lnTo>
                <a:lnTo>
                  <a:pt x="2042827" y="133020"/>
                </a:lnTo>
                <a:cubicBezTo>
                  <a:pt x="2042351" y="121971"/>
                  <a:pt x="2032921" y="98444"/>
                  <a:pt x="2027587" y="87395"/>
                </a:cubicBezTo>
                <a:cubicBezTo>
                  <a:pt x="2025491" y="81109"/>
                  <a:pt x="2021300" y="75870"/>
                  <a:pt x="2018157" y="70060"/>
                </a:cubicBezTo>
                <a:lnTo>
                  <a:pt x="2015490" y="65869"/>
                </a:lnTo>
                <a:cubicBezTo>
                  <a:pt x="2014442" y="64250"/>
                  <a:pt x="2013395" y="62154"/>
                  <a:pt x="2011871" y="60630"/>
                </a:cubicBezTo>
                <a:lnTo>
                  <a:pt x="2007680" y="55963"/>
                </a:lnTo>
                <a:cubicBezTo>
                  <a:pt x="2005584" y="53296"/>
                  <a:pt x="2003489" y="50724"/>
                  <a:pt x="1997202" y="44438"/>
                </a:cubicBezTo>
                <a:cubicBezTo>
                  <a:pt x="1987296" y="35008"/>
                  <a:pt x="1974723" y="27674"/>
                  <a:pt x="1961102" y="22435"/>
                </a:cubicBezTo>
                <a:cubicBezTo>
                  <a:pt x="1956911" y="18244"/>
                  <a:pt x="1951196" y="16625"/>
                  <a:pt x="1945862" y="15101"/>
                </a:cubicBezTo>
                <a:cubicBezTo>
                  <a:pt x="1939576" y="12434"/>
                  <a:pt x="1933289" y="10910"/>
                  <a:pt x="1925479" y="9862"/>
                </a:cubicBezTo>
                <a:cubicBezTo>
                  <a:pt x="1919668" y="8814"/>
                  <a:pt x="1913954" y="6719"/>
                  <a:pt x="1908143" y="6719"/>
                </a:cubicBezTo>
                <a:cubicBezTo>
                  <a:pt x="1905476" y="6719"/>
                  <a:pt x="1902428" y="7290"/>
                  <a:pt x="1899761" y="7290"/>
                </a:cubicBezTo>
                <a:moveTo>
                  <a:pt x="1441895" y="374574"/>
                </a:moveTo>
                <a:cubicBezTo>
                  <a:pt x="1445038" y="347809"/>
                  <a:pt x="1443514" y="331045"/>
                  <a:pt x="1443514" y="306470"/>
                </a:cubicBezTo>
                <a:lnTo>
                  <a:pt x="1443990" y="268751"/>
                </a:lnTo>
                <a:cubicBezTo>
                  <a:pt x="1444562" y="249892"/>
                  <a:pt x="1444562" y="228937"/>
                  <a:pt x="1443990" y="225794"/>
                </a:cubicBezTo>
                <a:cubicBezTo>
                  <a:pt x="1443514" y="219983"/>
                  <a:pt x="1441895" y="213221"/>
                  <a:pt x="1441895" y="205886"/>
                </a:cubicBezTo>
                <a:lnTo>
                  <a:pt x="1440371" y="197504"/>
                </a:lnTo>
                <a:cubicBezTo>
                  <a:pt x="1435703" y="170739"/>
                  <a:pt x="1423035" y="149784"/>
                  <a:pt x="1391126" y="152451"/>
                </a:cubicBezTo>
                <a:cubicBezTo>
                  <a:pt x="1373791" y="153499"/>
                  <a:pt x="1357122" y="157690"/>
                  <a:pt x="1347121" y="170263"/>
                </a:cubicBezTo>
                <a:cubicBezTo>
                  <a:pt x="1339215" y="179121"/>
                  <a:pt x="1333500" y="189122"/>
                  <a:pt x="1330357" y="203219"/>
                </a:cubicBezTo>
                <a:lnTo>
                  <a:pt x="1329309" y="208458"/>
                </a:lnTo>
                <a:cubicBezTo>
                  <a:pt x="1327785" y="213697"/>
                  <a:pt x="1325689" y="219412"/>
                  <a:pt x="1324642" y="226270"/>
                </a:cubicBezTo>
                <a:cubicBezTo>
                  <a:pt x="1321022" y="245701"/>
                  <a:pt x="1327214" y="278657"/>
                  <a:pt x="1326166" y="299136"/>
                </a:cubicBezTo>
                <a:cubicBezTo>
                  <a:pt x="1325118" y="316472"/>
                  <a:pt x="1326737" y="333712"/>
                  <a:pt x="1325689" y="353619"/>
                </a:cubicBezTo>
                <a:cubicBezTo>
                  <a:pt x="1325118" y="359906"/>
                  <a:pt x="1324642" y="366192"/>
                  <a:pt x="1325118" y="372479"/>
                </a:cubicBezTo>
                <a:cubicBezTo>
                  <a:pt x="1317784" y="373526"/>
                  <a:pt x="1309878" y="374098"/>
                  <a:pt x="1301591" y="374098"/>
                </a:cubicBezTo>
                <a:cubicBezTo>
                  <a:pt x="1292733" y="373526"/>
                  <a:pt x="1283208" y="373050"/>
                  <a:pt x="1274350" y="373050"/>
                </a:cubicBezTo>
                <a:cubicBezTo>
                  <a:pt x="1272254" y="373050"/>
                  <a:pt x="1269587" y="373622"/>
                  <a:pt x="1267016" y="373622"/>
                </a:cubicBezTo>
                <a:cubicBezTo>
                  <a:pt x="1266539" y="341141"/>
                  <a:pt x="1264920" y="151499"/>
                  <a:pt x="1265968" y="141021"/>
                </a:cubicBezTo>
                <a:cubicBezTo>
                  <a:pt x="1266539" y="132163"/>
                  <a:pt x="1268063" y="123209"/>
                  <a:pt x="1269587" y="114827"/>
                </a:cubicBezTo>
                <a:lnTo>
                  <a:pt x="1277493" y="114256"/>
                </a:lnTo>
                <a:lnTo>
                  <a:pt x="1289495" y="113684"/>
                </a:lnTo>
                <a:cubicBezTo>
                  <a:pt x="1297305" y="113684"/>
                  <a:pt x="1304735" y="114256"/>
                  <a:pt x="1312545" y="114256"/>
                </a:cubicBezTo>
                <a:lnTo>
                  <a:pt x="1323499" y="114256"/>
                </a:lnTo>
                <a:lnTo>
                  <a:pt x="1323499" y="117971"/>
                </a:lnTo>
                <a:cubicBezTo>
                  <a:pt x="1323499" y="123686"/>
                  <a:pt x="1322927" y="130544"/>
                  <a:pt x="1325594" y="135782"/>
                </a:cubicBezTo>
                <a:cubicBezTo>
                  <a:pt x="1333405" y="152070"/>
                  <a:pt x="1352836" y="125876"/>
                  <a:pt x="1359122" y="123209"/>
                </a:cubicBezTo>
                <a:cubicBezTo>
                  <a:pt x="1370076" y="115399"/>
                  <a:pt x="1382649" y="108541"/>
                  <a:pt x="1396270" y="105398"/>
                </a:cubicBezTo>
                <a:cubicBezTo>
                  <a:pt x="1405128" y="103778"/>
                  <a:pt x="1415129" y="105969"/>
                  <a:pt x="1423988" y="106445"/>
                </a:cubicBezTo>
                <a:cubicBezTo>
                  <a:pt x="1433893" y="107017"/>
                  <a:pt x="1442847" y="110636"/>
                  <a:pt x="1452277" y="112732"/>
                </a:cubicBezTo>
                <a:cubicBezTo>
                  <a:pt x="1457992" y="114351"/>
                  <a:pt x="1460087" y="115399"/>
                  <a:pt x="1464278" y="118542"/>
                </a:cubicBezTo>
                <a:cubicBezTo>
                  <a:pt x="1477899" y="127972"/>
                  <a:pt x="1489901" y="141021"/>
                  <a:pt x="1495711" y="157785"/>
                </a:cubicBezTo>
                <a:cubicBezTo>
                  <a:pt x="1499330" y="176073"/>
                  <a:pt x="1505617" y="211792"/>
                  <a:pt x="1505141" y="239033"/>
                </a:cubicBezTo>
                <a:cubicBezTo>
                  <a:pt x="1504664" y="249987"/>
                  <a:pt x="1505712" y="261036"/>
                  <a:pt x="1505141" y="271514"/>
                </a:cubicBezTo>
                <a:cubicBezTo>
                  <a:pt x="1504664" y="278276"/>
                  <a:pt x="1506760" y="286754"/>
                  <a:pt x="1505141" y="295040"/>
                </a:cubicBezTo>
                <a:cubicBezTo>
                  <a:pt x="1505712" y="300851"/>
                  <a:pt x="1505712" y="355810"/>
                  <a:pt x="1501521" y="378289"/>
                </a:cubicBezTo>
                <a:cubicBezTo>
                  <a:pt x="1497330" y="378289"/>
                  <a:pt x="1493139" y="378289"/>
                  <a:pt x="1488948" y="378860"/>
                </a:cubicBezTo>
                <a:lnTo>
                  <a:pt x="1485805" y="379432"/>
                </a:lnTo>
                <a:lnTo>
                  <a:pt x="1483709" y="379432"/>
                </a:lnTo>
                <a:lnTo>
                  <a:pt x="1479995" y="378860"/>
                </a:lnTo>
                <a:cubicBezTo>
                  <a:pt x="1470565" y="377241"/>
                  <a:pt x="1462659" y="376765"/>
                  <a:pt x="1454372" y="376765"/>
                </a:cubicBezTo>
                <a:cubicBezTo>
                  <a:pt x="1450658" y="376193"/>
                  <a:pt x="1447038" y="376765"/>
                  <a:pt x="1442371" y="376193"/>
                </a:cubicBezTo>
                <a:lnTo>
                  <a:pt x="1441799" y="374669"/>
                </a:lnTo>
                <a:close/>
                <a:moveTo>
                  <a:pt x="1334548" y="130448"/>
                </a:moveTo>
                <a:cubicBezTo>
                  <a:pt x="1331405" y="121590"/>
                  <a:pt x="1339215" y="104826"/>
                  <a:pt x="1324642" y="104255"/>
                </a:cubicBezTo>
                <a:lnTo>
                  <a:pt x="1312640" y="104255"/>
                </a:lnTo>
                <a:cubicBezTo>
                  <a:pt x="1304830" y="104255"/>
                  <a:pt x="1297400" y="103683"/>
                  <a:pt x="1289590" y="103683"/>
                </a:cubicBezTo>
                <a:lnTo>
                  <a:pt x="1277017" y="104255"/>
                </a:lnTo>
                <a:cubicBezTo>
                  <a:pt x="1272826" y="104826"/>
                  <a:pt x="1261301" y="103207"/>
                  <a:pt x="1260253" y="108922"/>
                </a:cubicBezTo>
                <a:cubicBezTo>
                  <a:pt x="1258634" y="118923"/>
                  <a:pt x="1257110" y="129401"/>
                  <a:pt x="1256062" y="139878"/>
                </a:cubicBezTo>
                <a:cubicBezTo>
                  <a:pt x="1255014" y="151403"/>
                  <a:pt x="1257110" y="378194"/>
                  <a:pt x="1257110" y="378194"/>
                </a:cubicBezTo>
                <a:cubicBezTo>
                  <a:pt x="1257110" y="382385"/>
                  <a:pt x="1262348" y="383432"/>
                  <a:pt x="1265492" y="383432"/>
                </a:cubicBezTo>
                <a:cubicBezTo>
                  <a:pt x="1268635" y="383432"/>
                  <a:pt x="1271778" y="382861"/>
                  <a:pt x="1274350" y="382861"/>
                </a:cubicBezTo>
                <a:cubicBezTo>
                  <a:pt x="1283208" y="382861"/>
                  <a:pt x="1292733" y="383432"/>
                  <a:pt x="1301591" y="383909"/>
                </a:cubicBezTo>
                <a:cubicBezTo>
                  <a:pt x="1312069" y="383909"/>
                  <a:pt x="1322546" y="382861"/>
                  <a:pt x="1331405" y="381813"/>
                </a:cubicBezTo>
                <a:cubicBezTo>
                  <a:pt x="1334548" y="381813"/>
                  <a:pt x="1336643" y="378670"/>
                  <a:pt x="1335596" y="375527"/>
                </a:cubicBezTo>
                <a:cubicBezTo>
                  <a:pt x="1334072" y="370288"/>
                  <a:pt x="1335024" y="359810"/>
                  <a:pt x="1335596" y="354095"/>
                </a:cubicBezTo>
                <a:cubicBezTo>
                  <a:pt x="1336643" y="334188"/>
                  <a:pt x="1335024" y="316853"/>
                  <a:pt x="1336072" y="299612"/>
                </a:cubicBezTo>
                <a:cubicBezTo>
                  <a:pt x="1337120" y="281229"/>
                  <a:pt x="1330833" y="243510"/>
                  <a:pt x="1334548" y="228365"/>
                </a:cubicBezTo>
                <a:cubicBezTo>
                  <a:pt x="1335596" y="221603"/>
                  <a:pt x="1337691" y="215792"/>
                  <a:pt x="1339215" y="210554"/>
                </a:cubicBezTo>
                <a:lnTo>
                  <a:pt x="1340263" y="204743"/>
                </a:lnTo>
                <a:cubicBezTo>
                  <a:pt x="1342930" y="193218"/>
                  <a:pt x="1348073" y="184360"/>
                  <a:pt x="1354931" y="176454"/>
                </a:cubicBezTo>
                <a:cubicBezTo>
                  <a:pt x="1361694" y="167596"/>
                  <a:pt x="1375315" y="163310"/>
                  <a:pt x="1392079" y="162262"/>
                </a:cubicBezTo>
                <a:cubicBezTo>
                  <a:pt x="1422464" y="160166"/>
                  <a:pt x="1428179" y="183217"/>
                  <a:pt x="1431893" y="206839"/>
                </a:cubicBezTo>
                <a:cubicBezTo>
                  <a:pt x="1431893" y="213602"/>
                  <a:pt x="1432941" y="220460"/>
                  <a:pt x="1433989" y="227222"/>
                </a:cubicBezTo>
                <a:cubicBezTo>
                  <a:pt x="1435037" y="231985"/>
                  <a:pt x="1433513" y="305804"/>
                  <a:pt x="1433513" y="306375"/>
                </a:cubicBezTo>
                <a:cubicBezTo>
                  <a:pt x="1433513" y="330950"/>
                  <a:pt x="1435037" y="347809"/>
                  <a:pt x="1431893" y="374479"/>
                </a:cubicBezTo>
                <a:lnTo>
                  <a:pt x="1432465" y="377051"/>
                </a:lnTo>
                <a:lnTo>
                  <a:pt x="1431893" y="379718"/>
                </a:lnTo>
                <a:cubicBezTo>
                  <a:pt x="1430369" y="388671"/>
                  <a:pt x="1449705" y="386004"/>
                  <a:pt x="1454468" y="386576"/>
                </a:cubicBezTo>
                <a:cubicBezTo>
                  <a:pt x="1461802" y="386576"/>
                  <a:pt x="1469708" y="387147"/>
                  <a:pt x="1478566" y="388671"/>
                </a:cubicBezTo>
                <a:lnTo>
                  <a:pt x="1483233" y="389147"/>
                </a:lnTo>
                <a:lnTo>
                  <a:pt x="1487424" y="389147"/>
                </a:lnTo>
                <a:lnTo>
                  <a:pt x="1490567" y="388671"/>
                </a:lnTo>
                <a:cubicBezTo>
                  <a:pt x="1494187" y="388100"/>
                  <a:pt x="1497902" y="388100"/>
                  <a:pt x="1501045" y="388671"/>
                </a:cubicBezTo>
                <a:cubicBezTo>
                  <a:pt x="1504760" y="388671"/>
                  <a:pt x="1511522" y="390195"/>
                  <a:pt x="1512570" y="384480"/>
                </a:cubicBezTo>
                <a:cubicBezTo>
                  <a:pt x="1515713" y="365144"/>
                  <a:pt x="1515713" y="304280"/>
                  <a:pt x="1515142" y="294945"/>
                </a:cubicBezTo>
                <a:cubicBezTo>
                  <a:pt x="1516761" y="287611"/>
                  <a:pt x="1514666" y="279229"/>
                  <a:pt x="1515142" y="271895"/>
                </a:cubicBezTo>
                <a:cubicBezTo>
                  <a:pt x="1515713" y="261417"/>
                  <a:pt x="1514666" y="250463"/>
                  <a:pt x="1515142" y="239414"/>
                </a:cubicBezTo>
                <a:cubicBezTo>
                  <a:pt x="1516189" y="210649"/>
                  <a:pt x="1509427" y="173978"/>
                  <a:pt x="1505712" y="154547"/>
                </a:cubicBezTo>
                <a:cubicBezTo>
                  <a:pt x="1498854" y="135116"/>
                  <a:pt x="1485233" y="120542"/>
                  <a:pt x="1470089" y="109970"/>
                </a:cubicBezTo>
                <a:cubicBezTo>
                  <a:pt x="1464850" y="106826"/>
                  <a:pt x="1461707" y="104731"/>
                  <a:pt x="1454372" y="103207"/>
                </a:cubicBezTo>
                <a:cubicBezTo>
                  <a:pt x="1444466" y="100540"/>
                  <a:pt x="1434941" y="96920"/>
                  <a:pt x="1424559" y="96349"/>
                </a:cubicBezTo>
                <a:cubicBezTo>
                  <a:pt x="1414558" y="95777"/>
                  <a:pt x="1404652" y="93777"/>
                  <a:pt x="1394174" y="95777"/>
                </a:cubicBezTo>
                <a:cubicBezTo>
                  <a:pt x="1378934" y="98921"/>
                  <a:pt x="1365314" y="106255"/>
                  <a:pt x="1353788" y="114637"/>
                </a:cubicBezTo>
                <a:cubicBezTo>
                  <a:pt x="1345978" y="118352"/>
                  <a:pt x="1341787" y="126638"/>
                  <a:pt x="1334357" y="130353"/>
                </a:cubicBezTo>
                <a:moveTo>
                  <a:pt x="1089184" y="158642"/>
                </a:moveTo>
                <a:cubicBezTo>
                  <a:pt x="1077659" y="152356"/>
                  <a:pt x="1064038" y="155499"/>
                  <a:pt x="1052513" y="158642"/>
                </a:cubicBezTo>
                <a:cubicBezTo>
                  <a:pt x="1048322" y="160262"/>
                  <a:pt x="1044131" y="160738"/>
                  <a:pt x="1039368" y="162833"/>
                </a:cubicBezTo>
                <a:lnTo>
                  <a:pt x="1036701" y="164929"/>
                </a:lnTo>
                <a:lnTo>
                  <a:pt x="1029938" y="169120"/>
                </a:lnTo>
                <a:cubicBezTo>
                  <a:pt x="1024128" y="171215"/>
                  <a:pt x="1020509" y="177502"/>
                  <a:pt x="1016794" y="182264"/>
                </a:cubicBezTo>
                <a:cubicBezTo>
                  <a:pt x="1011555" y="189599"/>
                  <a:pt x="1008888" y="199028"/>
                  <a:pt x="1006316" y="207887"/>
                </a:cubicBezTo>
                <a:cubicBezTo>
                  <a:pt x="1003173" y="217793"/>
                  <a:pt x="1014127" y="221507"/>
                  <a:pt x="1022033" y="219412"/>
                </a:cubicBezTo>
                <a:lnTo>
                  <a:pt x="1025176" y="218840"/>
                </a:lnTo>
                <a:cubicBezTo>
                  <a:pt x="1025747" y="218840"/>
                  <a:pt x="1113187" y="221507"/>
                  <a:pt x="1115759" y="221507"/>
                </a:cubicBezTo>
                <a:cubicBezTo>
                  <a:pt x="1121569" y="221507"/>
                  <a:pt x="1127284" y="219888"/>
                  <a:pt x="1132523" y="215697"/>
                </a:cubicBezTo>
                <a:cubicBezTo>
                  <a:pt x="1140905" y="208934"/>
                  <a:pt x="1129856" y="185884"/>
                  <a:pt x="1125760" y="179597"/>
                </a:cubicBezTo>
                <a:cubicBezTo>
                  <a:pt x="1120997" y="172263"/>
                  <a:pt x="1115282" y="170168"/>
                  <a:pt x="1107948" y="165977"/>
                </a:cubicBezTo>
                <a:cubicBezTo>
                  <a:pt x="1101090" y="162833"/>
                  <a:pt x="1096994" y="159690"/>
                  <a:pt x="1089089" y="158642"/>
                </a:cubicBezTo>
                <a:moveTo>
                  <a:pt x="1126236" y="207887"/>
                </a:moveTo>
                <a:cubicBezTo>
                  <a:pt x="1123093" y="210554"/>
                  <a:pt x="1119473" y="211601"/>
                  <a:pt x="1115282" y="211601"/>
                </a:cubicBezTo>
                <a:cubicBezTo>
                  <a:pt x="1113187" y="211601"/>
                  <a:pt x="1026224" y="208934"/>
                  <a:pt x="1023080" y="208934"/>
                </a:cubicBezTo>
                <a:lnTo>
                  <a:pt x="1019937" y="209506"/>
                </a:lnTo>
                <a:cubicBezTo>
                  <a:pt x="1018318" y="210077"/>
                  <a:pt x="1017270" y="210554"/>
                  <a:pt x="1016222" y="210077"/>
                </a:cubicBezTo>
                <a:cubicBezTo>
                  <a:pt x="1018318" y="202743"/>
                  <a:pt x="1020413" y="194361"/>
                  <a:pt x="1024604" y="188075"/>
                </a:cubicBezTo>
                <a:cubicBezTo>
                  <a:pt x="1026224" y="185979"/>
                  <a:pt x="1030891" y="179216"/>
                  <a:pt x="1034510" y="178169"/>
                </a:cubicBezTo>
                <a:lnTo>
                  <a:pt x="1042892" y="173501"/>
                </a:lnTo>
                <a:lnTo>
                  <a:pt x="1044988" y="171406"/>
                </a:lnTo>
                <a:cubicBezTo>
                  <a:pt x="1048131" y="169787"/>
                  <a:pt x="1051751" y="169787"/>
                  <a:pt x="1054894" y="168739"/>
                </a:cubicBezTo>
                <a:cubicBezTo>
                  <a:pt x="1063752" y="166072"/>
                  <a:pt x="1076325" y="162929"/>
                  <a:pt x="1086803" y="168739"/>
                </a:cubicBezTo>
                <a:cubicBezTo>
                  <a:pt x="1093089" y="169310"/>
                  <a:pt x="1097852" y="172454"/>
                  <a:pt x="1103090" y="175025"/>
                </a:cubicBezTo>
                <a:cubicBezTo>
                  <a:pt x="1108329" y="178169"/>
                  <a:pt x="1113568" y="179788"/>
                  <a:pt x="1117283" y="185503"/>
                </a:cubicBezTo>
                <a:cubicBezTo>
                  <a:pt x="1121474" y="191218"/>
                  <a:pt x="1124141" y="200171"/>
                  <a:pt x="1126141" y="207982"/>
                </a:cubicBezTo>
                <a:moveTo>
                  <a:pt x="1140333" y="304375"/>
                </a:moveTo>
                <a:cubicBezTo>
                  <a:pt x="1156049" y="301803"/>
                  <a:pt x="1173385" y="302851"/>
                  <a:pt x="1189101" y="303327"/>
                </a:cubicBezTo>
                <a:cubicBezTo>
                  <a:pt x="1185958" y="313805"/>
                  <a:pt x="1182815" y="321139"/>
                  <a:pt x="1178624" y="328473"/>
                </a:cubicBezTo>
                <a:cubicBezTo>
                  <a:pt x="1176052" y="331045"/>
                  <a:pt x="1173385" y="333712"/>
                  <a:pt x="1171861" y="337331"/>
                </a:cubicBezTo>
                <a:cubicBezTo>
                  <a:pt x="1169194" y="341522"/>
                  <a:pt x="1163479" y="346761"/>
                  <a:pt x="1160336" y="348857"/>
                </a:cubicBezTo>
                <a:cubicBezTo>
                  <a:pt x="1154525" y="354095"/>
                  <a:pt x="1146715" y="356191"/>
                  <a:pt x="1138904" y="360382"/>
                </a:cubicBezTo>
                <a:lnTo>
                  <a:pt x="1136237" y="362954"/>
                </a:lnTo>
                <a:lnTo>
                  <a:pt x="1133570" y="364573"/>
                </a:lnTo>
                <a:cubicBezTo>
                  <a:pt x="1129379" y="365144"/>
                  <a:pt x="1126236" y="368764"/>
                  <a:pt x="1122045" y="370288"/>
                </a:cubicBezTo>
                <a:lnTo>
                  <a:pt x="1116806" y="371907"/>
                </a:lnTo>
                <a:cubicBezTo>
                  <a:pt x="1115187" y="372479"/>
                  <a:pt x="1113663" y="372955"/>
                  <a:pt x="1112139" y="373526"/>
                </a:cubicBezTo>
                <a:cubicBezTo>
                  <a:pt x="1088517" y="376098"/>
                  <a:pt x="1056037" y="381908"/>
                  <a:pt x="1032510" y="371907"/>
                </a:cubicBezTo>
                <a:cubicBezTo>
                  <a:pt x="1023557" y="370288"/>
                  <a:pt x="1015175" y="365621"/>
                  <a:pt x="1006316" y="364001"/>
                </a:cubicBezTo>
                <a:cubicBezTo>
                  <a:pt x="994315" y="357715"/>
                  <a:pt x="984790" y="351428"/>
                  <a:pt x="976979" y="341522"/>
                </a:cubicBezTo>
                <a:cubicBezTo>
                  <a:pt x="961739" y="330473"/>
                  <a:pt x="957548" y="307423"/>
                  <a:pt x="948690" y="291230"/>
                </a:cubicBezTo>
                <a:cubicBezTo>
                  <a:pt x="948119" y="287039"/>
                  <a:pt x="947071" y="283420"/>
                  <a:pt x="946023" y="280753"/>
                </a:cubicBezTo>
                <a:lnTo>
                  <a:pt x="944404" y="276562"/>
                </a:lnTo>
                <a:cubicBezTo>
                  <a:pt x="944404" y="275990"/>
                  <a:pt x="943356" y="271799"/>
                  <a:pt x="943356" y="270275"/>
                </a:cubicBezTo>
                <a:cubicBezTo>
                  <a:pt x="942308" y="266084"/>
                  <a:pt x="940784" y="261417"/>
                  <a:pt x="941261" y="256655"/>
                </a:cubicBezTo>
                <a:lnTo>
                  <a:pt x="941832" y="252940"/>
                </a:lnTo>
                <a:lnTo>
                  <a:pt x="942404" y="249320"/>
                </a:lnTo>
                <a:lnTo>
                  <a:pt x="942404" y="245606"/>
                </a:lnTo>
                <a:cubicBezTo>
                  <a:pt x="942880" y="243510"/>
                  <a:pt x="942880" y="240843"/>
                  <a:pt x="942880" y="238843"/>
                </a:cubicBezTo>
                <a:cubicBezTo>
                  <a:pt x="943451" y="222555"/>
                  <a:pt x="957548" y="182741"/>
                  <a:pt x="968026" y="170168"/>
                </a:cubicBezTo>
                <a:cubicBezTo>
                  <a:pt x="970121" y="162833"/>
                  <a:pt x="976884" y="159214"/>
                  <a:pt x="980027" y="152356"/>
                </a:cubicBezTo>
                <a:cubicBezTo>
                  <a:pt x="991553" y="141878"/>
                  <a:pt x="1002506" y="128258"/>
                  <a:pt x="1018223" y="123019"/>
                </a:cubicBezTo>
                <a:cubicBezTo>
                  <a:pt x="1027652" y="119876"/>
                  <a:pt x="1038130" y="114637"/>
                  <a:pt x="1049084" y="114161"/>
                </a:cubicBezTo>
                <a:cubicBezTo>
                  <a:pt x="1067943" y="111494"/>
                  <a:pt x="1087850" y="110446"/>
                  <a:pt x="1106710" y="114732"/>
                </a:cubicBezTo>
                <a:lnTo>
                  <a:pt x="1110425" y="115780"/>
                </a:lnTo>
                <a:cubicBezTo>
                  <a:pt x="1121378" y="118923"/>
                  <a:pt x="1130808" y="123114"/>
                  <a:pt x="1139762" y="127781"/>
                </a:cubicBezTo>
                <a:cubicBezTo>
                  <a:pt x="1146048" y="134068"/>
                  <a:pt x="1153382" y="140354"/>
                  <a:pt x="1158621" y="149784"/>
                </a:cubicBezTo>
                <a:cubicBezTo>
                  <a:pt x="1177481" y="166548"/>
                  <a:pt x="1185386" y="195409"/>
                  <a:pt x="1190625" y="227318"/>
                </a:cubicBezTo>
                <a:lnTo>
                  <a:pt x="1191197" y="232080"/>
                </a:lnTo>
                <a:lnTo>
                  <a:pt x="1191197" y="235795"/>
                </a:lnTo>
                <a:lnTo>
                  <a:pt x="1191673" y="242081"/>
                </a:lnTo>
                <a:lnTo>
                  <a:pt x="1193292" y="249987"/>
                </a:lnTo>
                <a:lnTo>
                  <a:pt x="1194340" y="254654"/>
                </a:lnTo>
                <a:cubicBezTo>
                  <a:pt x="1183862" y="256274"/>
                  <a:pt x="1172909" y="253035"/>
                  <a:pt x="1161860" y="253035"/>
                </a:cubicBezTo>
                <a:cubicBezTo>
                  <a:pt x="1154525" y="252464"/>
                  <a:pt x="1095851" y="256178"/>
                  <a:pt x="1089565" y="256178"/>
                </a:cubicBezTo>
                <a:cubicBezTo>
                  <a:pt x="1082231" y="256178"/>
                  <a:pt x="1074325" y="256178"/>
                  <a:pt x="1066514" y="257226"/>
                </a:cubicBezTo>
                <a:cubicBezTo>
                  <a:pt x="1049750" y="258845"/>
                  <a:pt x="1032510" y="258274"/>
                  <a:pt x="1015175" y="258274"/>
                </a:cubicBezTo>
                <a:cubicBezTo>
                  <a:pt x="1000982" y="258274"/>
                  <a:pt x="1004697" y="283896"/>
                  <a:pt x="1006793" y="292850"/>
                </a:cubicBezTo>
                <a:lnTo>
                  <a:pt x="1008888" y="298088"/>
                </a:lnTo>
                <a:lnTo>
                  <a:pt x="1010507" y="302279"/>
                </a:lnTo>
                <a:cubicBezTo>
                  <a:pt x="1011079" y="303327"/>
                  <a:pt x="1011555" y="304375"/>
                  <a:pt x="1012127" y="305423"/>
                </a:cubicBezTo>
                <a:lnTo>
                  <a:pt x="1014222" y="308090"/>
                </a:lnTo>
                <a:lnTo>
                  <a:pt x="1017365" y="312281"/>
                </a:lnTo>
                <a:lnTo>
                  <a:pt x="1022604" y="317519"/>
                </a:lnTo>
                <a:lnTo>
                  <a:pt x="1027843" y="323806"/>
                </a:lnTo>
                <a:cubicBezTo>
                  <a:pt x="1034129" y="331140"/>
                  <a:pt x="1047274" y="336379"/>
                  <a:pt x="1057180" y="336950"/>
                </a:cubicBezTo>
                <a:cubicBezTo>
                  <a:pt x="1058228" y="336950"/>
                  <a:pt x="1059847" y="337522"/>
                  <a:pt x="1060799" y="337522"/>
                </a:cubicBezTo>
                <a:cubicBezTo>
                  <a:pt x="1071848" y="337522"/>
                  <a:pt x="1083850" y="336950"/>
                  <a:pt x="1094327" y="333807"/>
                </a:cubicBezTo>
                <a:cubicBezTo>
                  <a:pt x="1105281" y="331140"/>
                  <a:pt x="1136237" y="319139"/>
                  <a:pt x="1139857" y="304470"/>
                </a:cubicBezTo>
                <a:lnTo>
                  <a:pt x="1140428" y="304470"/>
                </a:lnTo>
                <a:close/>
                <a:moveTo>
                  <a:pt x="1015651" y="268275"/>
                </a:moveTo>
                <a:cubicBezTo>
                  <a:pt x="1033463" y="268275"/>
                  <a:pt x="1050703" y="268847"/>
                  <a:pt x="1068038" y="267227"/>
                </a:cubicBezTo>
                <a:cubicBezTo>
                  <a:pt x="1075373" y="266180"/>
                  <a:pt x="1082707" y="266180"/>
                  <a:pt x="1089470" y="266180"/>
                </a:cubicBezTo>
                <a:cubicBezTo>
                  <a:pt x="1095756" y="266180"/>
                  <a:pt x="1156049" y="262560"/>
                  <a:pt x="1161764" y="263036"/>
                </a:cubicBezTo>
                <a:cubicBezTo>
                  <a:pt x="1168527" y="263036"/>
                  <a:pt x="1175957" y="264084"/>
                  <a:pt x="1182719" y="264656"/>
                </a:cubicBezTo>
                <a:cubicBezTo>
                  <a:pt x="1210532" y="267227"/>
                  <a:pt x="1204722" y="260465"/>
                  <a:pt x="1201579" y="240557"/>
                </a:cubicBezTo>
                <a:lnTo>
                  <a:pt x="1201007" y="235319"/>
                </a:lnTo>
                <a:lnTo>
                  <a:pt x="1201007" y="231128"/>
                </a:lnTo>
                <a:lnTo>
                  <a:pt x="1200436" y="225889"/>
                </a:lnTo>
                <a:cubicBezTo>
                  <a:pt x="1195197" y="194456"/>
                  <a:pt x="1186815" y="162452"/>
                  <a:pt x="1165860" y="142545"/>
                </a:cubicBezTo>
                <a:cubicBezTo>
                  <a:pt x="1161193" y="133687"/>
                  <a:pt x="1153287" y="126829"/>
                  <a:pt x="1144905" y="119495"/>
                </a:cubicBezTo>
                <a:cubicBezTo>
                  <a:pt x="1136047" y="114256"/>
                  <a:pt x="1127093" y="110541"/>
                  <a:pt x="1116616" y="107493"/>
                </a:cubicBezTo>
                <a:lnTo>
                  <a:pt x="1112425" y="105874"/>
                </a:lnTo>
                <a:lnTo>
                  <a:pt x="1108710" y="105302"/>
                </a:lnTo>
                <a:cubicBezTo>
                  <a:pt x="1088803" y="100064"/>
                  <a:pt x="1067848" y="101111"/>
                  <a:pt x="1047369" y="104255"/>
                </a:cubicBezTo>
                <a:cubicBezTo>
                  <a:pt x="1035844" y="105302"/>
                  <a:pt x="1025366" y="109970"/>
                  <a:pt x="1014889" y="113113"/>
                </a:cubicBezTo>
                <a:cubicBezTo>
                  <a:pt x="997077" y="119399"/>
                  <a:pt x="985552" y="133592"/>
                  <a:pt x="970883" y="147689"/>
                </a:cubicBezTo>
                <a:cubicBezTo>
                  <a:pt x="967740" y="154451"/>
                  <a:pt x="962025" y="156071"/>
                  <a:pt x="958310" y="165977"/>
                </a:cubicBezTo>
                <a:cubicBezTo>
                  <a:pt x="949452" y="176930"/>
                  <a:pt x="935260" y="214173"/>
                  <a:pt x="933164" y="230366"/>
                </a:cubicBezTo>
                <a:cubicBezTo>
                  <a:pt x="932593" y="235128"/>
                  <a:pt x="933164" y="239795"/>
                  <a:pt x="932117" y="244558"/>
                </a:cubicBezTo>
                <a:lnTo>
                  <a:pt x="932117" y="248273"/>
                </a:lnTo>
                <a:lnTo>
                  <a:pt x="931545" y="251416"/>
                </a:lnTo>
                <a:lnTo>
                  <a:pt x="930974" y="255607"/>
                </a:lnTo>
                <a:cubicBezTo>
                  <a:pt x="930402" y="261417"/>
                  <a:pt x="932021" y="267132"/>
                  <a:pt x="933069" y="272371"/>
                </a:cubicBezTo>
                <a:cubicBezTo>
                  <a:pt x="933069" y="274466"/>
                  <a:pt x="934117" y="278657"/>
                  <a:pt x="934688" y="280181"/>
                </a:cubicBezTo>
                <a:lnTo>
                  <a:pt x="936308" y="284372"/>
                </a:lnTo>
                <a:cubicBezTo>
                  <a:pt x="937355" y="287039"/>
                  <a:pt x="938403" y="289611"/>
                  <a:pt x="938403" y="292754"/>
                </a:cubicBezTo>
                <a:lnTo>
                  <a:pt x="938975" y="295421"/>
                </a:lnTo>
                <a:cubicBezTo>
                  <a:pt x="949928" y="313233"/>
                  <a:pt x="952119" y="335807"/>
                  <a:pt x="969836" y="349428"/>
                </a:cubicBezTo>
                <a:cubicBezTo>
                  <a:pt x="978218" y="359906"/>
                  <a:pt x="989267" y="367240"/>
                  <a:pt x="1003363" y="374003"/>
                </a:cubicBezTo>
                <a:cubicBezTo>
                  <a:pt x="1012793" y="375622"/>
                  <a:pt x="1020699" y="379718"/>
                  <a:pt x="1029557" y="381908"/>
                </a:cubicBezTo>
                <a:cubicBezTo>
                  <a:pt x="1054703" y="392386"/>
                  <a:pt x="1087184" y="386099"/>
                  <a:pt x="1114901" y="382956"/>
                </a:cubicBezTo>
                <a:cubicBezTo>
                  <a:pt x="1116521" y="382385"/>
                  <a:pt x="1118045" y="381908"/>
                  <a:pt x="1119092" y="381432"/>
                </a:cubicBezTo>
                <a:lnTo>
                  <a:pt x="1124903" y="379813"/>
                </a:lnTo>
                <a:cubicBezTo>
                  <a:pt x="1128046" y="378765"/>
                  <a:pt x="1131665" y="377146"/>
                  <a:pt x="1134332" y="374574"/>
                </a:cubicBezTo>
                <a:cubicBezTo>
                  <a:pt x="1136428" y="374574"/>
                  <a:pt x="1138047" y="373526"/>
                  <a:pt x="1139571" y="372479"/>
                </a:cubicBezTo>
                <a:lnTo>
                  <a:pt x="1142238" y="370383"/>
                </a:lnTo>
                <a:lnTo>
                  <a:pt x="1144905" y="368288"/>
                </a:lnTo>
                <a:cubicBezTo>
                  <a:pt x="1152239" y="365144"/>
                  <a:pt x="1159574" y="362573"/>
                  <a:pt x="1165860" y="357239"/>
                </a:cubicBezTo>
                <a:cubicBezTo>
                  <a:pt x="1170623" y="354095"/>
                  <a:pt x="1176909" y="347333"/>
                  <a:pt x="1181100" y="341046"/>
                </a:cubicBezTo>
                <a:cubicBezTo>
                  <a:pt x="1182148" y="338379"/>
                  <a:pt x="1184815" y="336284"/>
                  <a:pt x="1187387" y="333712"/>
                </a:cubicBezTo>
                <a:cubicBezTo>
                  <a:pt x="1190530" y="327425"/>
                  <a:pt x="1209389" y="292850"/>
                  <a:pt x="1195769" y="293326"/>
                </a:cubicBezTo>
                <a:cubicBezTo>
                  <a:pt x="1190054" y="293897"/>
                  <a:pt x="1184243" y="293326"/>
                  <a:pt x="1179005" y="292278"/>
                </a:cubicBezTo>
                <a:cubicBezTo>
                  <a:pt x="1172718" y="291707"/>
                  <a:pt x="1141286" y="293897"/>
                  <a:pt x="1138142" y="294374"/>
                </a:cubicBezTo>
                <a:lnTo>
                  <a:pt x="1133951" y="295421"/>
                </a:lnTo>
                <a:lnTo>
                  <a:pt x="1130237" y="301232"/>
                </a:lnTo>
                <a:cubicBezTo>
                  <a:pt x="1125569" y="309614"/>
                  <a:pt x="1109853" y="319043"/>
                  <a:pt x="1091470" y="324282"/>
                </a:cubicBezTo>
                <a:cubicBezTo>
                  <a:pt x="1082040" y="326949"/>
                  <a:pt x="1070515" y="327425"/>
                  <a:pt x="1060514" y="327425"/>
                </a:cubicBezTo>
                <a:lnTo>
                  <a:pt x="1055846" y="326378"/>
                </a:lnTo>
                <a:cubicBezTo>
                  <a:pt x="1051655" y="327425"/>
                  <a:pt x="1038511" y="321139"/>
                  <a:pt x="1034891" y="316948"/>
                </a:cubicBezTo>
                <a:lnTo>
                  <a:pt x="1028129" y="309137"/>
                </a:lnTo>
                <a:lnTo>
                  <a:pt x="1024985" y="305423"/>
                </a:lnTo>
                <a:lnTo>
                  <a:pt x="1021842" y="301803"/>
                </a:lnTo>
                <a:lnTo>
                  <a:pt x="1019747" y="298088"/>
                </a:lnTo>
                <a:lnTo>
                  <a:pt x="1018127" y="294945"/>
                </a:lnTo>
                <a:lnTo>
                  <a:pt x="1016032" y="289230"/>
                </a:lnTo>
                <a:cubicBezTo>
                  <a:pt x="1014984" y="283420"/>
                  <a:pt x="1013365" y="273990"/>
                  <a:pt x="1015460" y="268275"/>
                </a:cubicBezTo>
                <a:moveTo>
                  <a:pt x="826865" y="368383"/>
                </a:moveTo>
                <a:lnTo>
                  <a:pt x="826865" y="356286"/>
                </a:lnTo>
                <a:cubicBezTo>
                  <a:pt x="826865" y="346856"/>
                  <a:pt x="827437" y="336950"/>
                  <a:pt x="827437" y="331712"/>
                </a:cubicBezTo>
                <a:cubicBezTo>
                  <a:pt x="828485" y="321234"/>
                  <a:pt x="825341" y="52534"/>
                  <a:pt x="825341" y="47771"/>
                </a:cubicBezTo>
                <a:lnTo>
                  <a:pt x="826865" y="17863"/>
                </a:lnTo>
                <a:lnTo>
                  <a:pt x="826865" y="15291"/>
                </a:lnTo>
                <a:cubicBezTo>
                  <a:pt x="833152" y="15291"/>
                  <a:pt x="840010" y="16339"/>
                  <a:pt x="846773" y="17387"/>
                </a:cubicBezTo>
                <a:lnTo>
                  <a:pt x="849916" y="17387"/>
                </a:lnTo>
                <a:lnTo>
                  <a:pt x="850963" y="16815"/>
                </a:lnTo>
                <a:lnTo>
                  <a:pt x="854107" y="17387"/>
                </a:lnTo>
                <a:lnTo>
                  <a:pt x="863537" y="17387"/>
                </a:lnTo>
                <a:lnTo>
                  <a:pt x="877157" y="17958"/>
                </a:lnTo>
                <a:cubicBezTo>
                  <a:pt x="880872" y="17958"/>
                  <a:pt x="887635" y="16910"/>
                  <a:pt x="887635" y="17958"/>
                </a:cubicBezTo>
                <a:lnTo>
                  <a:pt x="887635" y="19006"/>
                </a:lnTo>
                <a:cubicBezTo>
                  <a:pt x="887635" y="19006"/>
                  <a:pt x="888206" y="21673"/>
                  <a:pt x="888206" y="22721"/>
                </a:cubicBezTo>
                <a:cubicBezTo>
                  <a:pt x="889254" y="33198"/>
                  <a:pt x="884492" y="360572"/>
                  <a:pt x="884492" y="362192"/>
                </a:cubicBezTo>
                <a:lnTo>
                  <a:pt x="884492" y="370002"/>
                </a:lnTo>
                <a:lnTo>
                  <a:pt x="883920" y="370002"/>
                </a:lnTo>
                <a:cubicBezTo>
                  <a:pt x="869728" y="370002"/>
                  <a:pt x="857155" y="372669"/>
                  <a:pt x="843058" y="371621"/>
                </a:cubicBezTo>
                <a:cubicBezTo>
                  <a:pt x="837819" y="371621"/>
                  <a:pt x="832104" y="369526"/>
                  <a:pt x="826770" y="370002"/>
                </a:cubicBezTo>
                <a:lnTo>
                  <a:pt x="826770" y="368478"/>
                </a:lnTo>
                <a:close/>
                <a:moveTo>
                  <a:pt x="848106" y="7290"/>
                </a:moveTo>
                <a:cubicBezTo>
                  <a:pt x="839724" y="5671"/>
                  <a:pt x="830294" y="4623"/>
                  <a:pt x="821912" y="5195"/>
                </a:cubicBezTo>
                <a:cubicBezTo>
                  <a:pt x="815626" y="5195"/>
                  <a:pt x="817150" y="13577"/>
                  <a:pt x="817150" y="17196"/>
                </a:cubicBezTo>
                <a:lnTo>
                  <a:pt x="815531" y="47105"/>
                </a:lnTo>
                <a:cubicBezTo>
                  <a:pt x="815531" y="51867"/>
                  <a:pt x="818674" y="319996"/>
                  <a:pt x="817626" y="331045"/>
                </a:cubicBezTo>
                <a:cubicBezTo>
                  <a:pt x="817055" y="335807"/>
                  <a:pt x="817055" y="346761"/>
                  <a:pt x="817055" y="355715"/>
                </a:cubicBezTo>
                <a:lnTo>
                  <a:pt x="817055" y="372479"/>
                </a:lnTo>
                <a:cubicBezTo>
                  <a:pt x="816007" y="376670"/>
                  <a:pt x="818102" y="382385"/>
                  <a:pt x="823341" y="380861"/>
                </a:cubicBezTo>
                <a:cubicBezTo>
                  <a:pt x="829628" y="378765"/>
                  <a:pt x="836486" y="381432"/>
                  <a:pt x="842677" y="381432"/>
                </a:cubicBezTo>
                <a:cubicBezTo>
                  <a:pt x="856869" y="382480"/>
                  <a:pt x="871538" y="380384"/>
                  <a:pt x="885635" y="380384"/>
                </a:cubicBezTo>
                <a:lnTo>
                  <a:pt x="886682" y="380384"/>
                </a:lnTo>
                <a:cubicBezTo>
                  <a:pt x="892969" y="385052"/>
                  <a:pt x="894493" y="376670"/>
                  <a:pt x="895064" y="372479"/>
                </a:cubicBezTo>
                <a:lnTo>
                  <a:pt x="895064" y="369812"/>
                </a:lnTo>
                <a:lnTo>
                  <a:pt x="894493" y="367240"/>
                </a:lnTo>
                <a:lnTo>
                  <a:pt x="894493" y="362001"/>
                </a:lnTo>
                <a:cubicBezTo>
                  <a:pt x="894493" y="360382"/>
                  <a:pt x="899255" y="39866"/>
                  <a:pt x="898208" y="22054"/>
                </a:cubicBezTo>
                <a:cubicBezTo>
                  <a:pt x="898208" y="21006"/>
                  <a:pt x="897636" y="17291"/>
                  <a:pt x="897636" y="16339"/>
                </a:cubicBezTo>
                <a:cubicBezTo>
                  <a:pt x="897636" y="15767"/>
                  <a:pt x="897636" y="14720"/>
                  <a:pt x="897065" y="13196"/>
                </a:cubicBezTo>
                <a:cubicBezTo>
                  <a:pt x="895445" y="5861"/>
                  <a:pt x="883444" y="7385"/>
                  <a:pt x="877634" y="7957"/>
                </a:cubicBezTo>
                <a:lnTo>
                  <a:pt x="864013" y="7385"/>
                </a:lnTo>
                <a:lnTo>
                  <a:pt x="854583" y="6814"/>
                </a:lnTo>
                <a:lnTo>
                  <a:pt x="849344" y="6814"/>
                </a:lnTo>
                <a:lnTo>
                  <a:pt x="847725" y="7385"/>
                </a:lnTo>
                <a:close/>
                <a:moveTo>
                  <a:pt x="649034" y="158738"/>
                </a:moveTo>
                <a:cubicBezTo>
                  <a:pt x="637508" y="152451"/>
                  <a:pt x="623888" y="155594"/>
                  <a:pt x="612362" y="158738"/>
                </a:cubicBezTo>
                <a:cubicBezTo>
                  <a:pt x="608171" y="160357"/>
                  <a:pt x="603980" y="160833"/>
                  <a:pt x="599313" y="162929"/>
                </a:cubicBezTo>
                <a:lnTo>
                  <a:pt x="596646" y="165024"/>
                </a:lnTo>
                <a:lnTo>
                  <a:pt x="589788" y="169215"/>
                </a:lnTo>
                <a:cubicBezTo>
                  <a:pt x="584073" y="171311"/>
                  <a:pt x="580358" y="177597"/>
                  <a:pt x="576644" y="182360"/>
                </a:cubicBezTo>
                <a:cubicBezTo>
                  <a:pt x="571405" y="189694"/>
                  <a:pt x="568738" y="199124"/>
                  <a:pt x="566166" y="207982"/>
                </a:cubicBezTo>
                <a:cubicBezTo>
                  <a:pt x="563023" y="217888"/>
                  <a:pt x="573977" y="221603"/>
                  <a:pt x="581882" y="219507"/>
                </a:cubicBezTo>
                <a:lnTo>
                  <a:pt x="585026" y="218936"/>
                </a:lnTo>
                <a:cubicBezTo>
                  <a:pt x="585597" y="218936"/>
                  <a:pt x="673037" y="221603"/>
                  <a:pt x="675608" y="221603"/>
                </a:cubicBezTo>
                <a:cubicBezTo>
                  <a:pt x="681419" y="221603"/>
                  <a:pt x="687134" y="219983"/>
                  <a:pt x="692372" y="215792"/>
                </a:cubicBezTo>
                <a:cubicBezTo>
                  <a:pt x="700754" y="209030"/>
                  <a:pt x="689705" y="185979"/>
                  <a:pt x="685514" y="179693"/>
                </a:cubicBezTo>
                <a:cubicBezTo>
                  <a:pt x="680847" y="172358"/>
                  <a:pt x="675037" y="170263"/>
                  <a:pt x="667703" y="166072"/>
                </a:cubicBezTo>
                <a:cubicBezTo>
                  <a:pt x="660845" y="162929"/>
                  <a:pt x="656749" y="159785"/>
                  <a:pt x="648843" y="158738"/>
                </a:cubicBezTo>
                <a:moveTo>
                  <a:pt x="685990" y="207982"/>
                </a:moveTo>
                <a:cubicBezTo>
                  <a:pt x="682847" y="210649"/>
                  <a:pt x="679228" y="211697"/>
                  <a:pt x="675037" y="211697"/>
                </a:cubicBezTo>
                <a:cubicBezTo>
                  <a:pt x="672941" y="211697"/>
                  <a:pt x="585978" y="209030"/>
                  <a:pt x="582835" y="209030"/>
                </a:cubicBezTo>
                <a:lnTo>
                  <a:pt x="579692" y="209601"/>
                </a:lnTo>
                <a:cubicBezTo>
                  <a:pt x="578072" y="210173"/>
                  <a:pt x="577025" y="210649"/>
                  <a:pt x="575977" y="210173"/>
                </a:cubicBezTo>
                <a:cubicBezTo>
                  <a:pt x="578072" y="202838"/>
                  <a:pt x="580168" y="194456"/>
                  <a:pt x="584359" y="188170"/>
                </a:cubicBezTo>
                <a:cubicBezTo>
                  <a:pt x="585978" y="186074"/>
                  <a:pt x="590645" y="179312"/>
                  <a:pt x="594265" y="178264"/>
                </a:cubicBezTo>
                <a:lnTo>
                  <a:pt x="602647" y="173597"/>
                </a:lnTo>
                <a:lnTo>
                  <a:pt x="604742" y="171501"/>
                </a:lnTo>
                <a:cubicBezTo>
                  <a:pt x="607886" y="169882"/>
                  <a:pt x="611505" y="169882"/>
                  <a:pt x="614648" y="168834"/>
                </a:cubicBezTo>
                <a:cubicBezTo>
                  <a:pt x="623507" y="166167"/>
                  <a:pt x="636080" y="163024"/>
                  <a:pt x="646557" y="168834"/>
                </a:cubicBezTo>
                <a:cubicBezTo>
                  <a:pt x="652844" y="169406"/>
                  <a:pt x="657606" y="172549"/>
                  <a:pt x="662845" y="175121"/>
                </a:cubicBezTo>
                <a:cubicBezTo>
                  <a:pt x="668084" y="178264"/>
                  <a:pt x="673322" y="179883"/>
                  <a:pt x="677037" y="185598"/>
                </a:cubicBezTo>
                <a:cubicBezTo>
                  <a:pt x="681228" y="191313"/>
                  <a:pt x="683895" y="200267"/>
                  <a:pt x="685895" y="208077"/>
                </a:cubicBezTo>
                <a:moveTo>
                  <a:pt x="700088" y="304470"/>
                </a:moveTo>
                <a:cubicBezTo>
                  <a:pt x="715804" y="301898"/>
                  <a:pt x="733139" y="302946"/>
                  <a:pt x="748856" y="303422"/>
                </a:cubicBezTo>
                <a:cubicBezTo>
                  <a:pt x="745712" y="313900"/>
                  <a:pt x="742569" y="321234"/>
                  <a:pt x="738378" y="328568"/>
                </a:cubicBezTo>
                <a:cubicBezTo>
                  <a:pt x="735806" y="331140"/>
                  <a:pt x="733139" y="333807"/>
                  <a:pt x="731615" y="337427"/>
                </a:cubicBezTo>
                <a:cubicBezTo>
                  <a:pt x="728948" y="341618"/>
                  <a:pt x="723233" y="346856"/>
                  <a:pt x="720090" y="348952"/>
                </a:cubicBezTo>
                <a:cubicBezTo>
                  <a:pt x="714280" y="354191"/>
                  <a:pt x="706469" y="356286"/>
                  <a:pt x="698563" y="360477"/>
                </a:cubicBezTo>
                <a:lnTo>
                  <a:pt x="695992" y="363049"/>
                </a:lnTo>
                <a:lnTo>
                  <a:pt x="693325" y="364668"/>
                </a:lnTo>
                <a:cubicBezTo>
                  <a:pt x="689134" y="365240"/>
                  <a:pt x="685990" y="368859"/>
                  <a:pt x="681800" y="370383"/>
                </a:cubicBezTo>
                <a:lnTo>
                  <a:pt x="676561" y="372002"/>
                </a:lnTo>
                <a:lnTo>
                  <a:pt x="671798" y="373622"/>
                </a:lnTo>
                <a:cubicBezTo>
                  <a:pt x="648272" y="376193"/>
                  <a:pt x="615791" y="382004"/>
                  <a:pt x="592169" y="372002"/>
                </a:cubicBezTo>
                <a:cubicBezTo>
                  <a:pt x="583216" y="370383"/>
                  <a:pt x="574834" y="365716"/>
                  <a:pt x="565976" y="364097"/>
                </a:cubicBezTo>
                <a:cubicBezTo>
                  <a:pt x="553879" y="357810"/>
                  <a:pt x="544449" y="351524"/>
                  <a:pt x="536639" y="341618"/>
                </a:cubicBezTo>
                <a:cubicBezTo>
                  <a:pt x="521399" y="330569"/>
                  <a:pt x="517303" y="307518"/>
                  <a:pt x="508349" y="291326"/>
                </a:cubicBezTo>
                <a:cubicBezTo>
                  <a:pt x="507778" y="287135"/>
                  <a:pt x="506730" y="283515"/>
                  <a:pt x="505778" y="280848"/>
                </a:cubicBezTo>
                <a:lnTo>
                  <a:pt x="504158" y="276657"/>
                </a:lnTo>
                <a:cubicBezTo>
                  <a:pt x="504158" y="276086"/>
                  <a:pt x="503111" y="271895"/>
                  <a:pt x="503111" y="270371"/>
                </a:cubicBezTo>
                <a:cubicBezTo>
                  <a:pt x="502063" y="266180"/>
                  <a:pt x="500444" y="261512"/>
                  <a:pt x="501015" y="256750"/>
                </a:cubicBezTo>
                <a:lnTo>
                  <a:pt x="501587" y="253035"/>
                </a:lnTo>
                <a:lnTo>
                  <a:pt x="502158" y="249416"/>
                </a:lnTo>
                <a:lnTo>
                  <a:pt x="502158" y="245701"/>
                </a:lnTo>
                <a:cubicBezTo>
                  <a:pt x="502730" y="243605"/>
                  <a:pt x="502730" y="240938"/>
                  <a:pt x="502730" y="238938"/>
                </a:cubicBezTo>
                <a:cubicBezTo>
                  <a:pt x="503301" y="222650"/>
                  <a:pt x="517398" y="182836"/>
                  <a:pt x="527876" y="170263"/>
                </a:cubicBezTo>
                <a:cubicBezTo>
                  <a:pt x="529971" y="162929"/>
                  <a:pt x="536829" y="159309"/>
                  <a:pt x="539972" y="152451"/>
                </a:cubicBezTo>
                <a:cubicBezTo>
                  <a:pt x="551498" y="141974"/>
                  <a:pt x="562451" y="128353"/>
                  <a:pt x="578168" y="123114"/>
                </a:cubicBezTo>
                <a:cubicBezTo>
                  <a:pt x="587597" y="119971"/>
                  <a:pt x="598075" y="114732"/>
                  <a:pt x="609029" y="114256"/>
                </a:cubicBezTo>
                <a:cubicBezTo>
                  <a:pt x="627888" y="111589"/>
                  <a:pt x="647795" y="110541"/>
                  <a:pt x="666655" y="114827"/>
                </a:cubicBezTo>
                <a:lnTo>
                  <a:pt x="670370" y="115875"/>
                </a:lnTo>
                <a:cubicBezTo>
                  <a:pt x="681323" y="119018"/>
                  <a:pt x="690753" y="123209"/>
                  <a:pt x="699707" y="127877"/>
                </a:cubicBezTo>
                <a:cubicBezTo>
                  <a:pt x="705993" y="134163"/>
                  <a:pt x="713327" y="140450"/>
                  <a:pt x="718566" y="149879"/>
                </a:cubicBezTo>
                <a:cubicBezTo>
                  <a:pt x="737426" y="166643"/>
                  <a:pt x="745331" y="195504"/>
                  <a:pt x="750475" y="227413"/>
                </a:cubicBezTo>
                <a:lnTo>
                  <a:pt x="751046" y="232175"/>
                </a:lnTo>
                <a:lnTo>
                  <a:pt x="751046" y="235890"/>
                </a:lnTo>
                <a:lnTo>
                  <a:pt x="751618" y="242177"/>
                </a:lnTo>
                <a:lnTo>
                  <a:pt x="753237" y="250082"/>
                </a:lnTo>
                <a:lnTo>
                  <a:pt x="754285" y="254750"/>
                </a:lnTo>
                <a:cubicBezTo>
                  <a:pt x="743807" y="256369"/>
                  <a:pt x="732854" y="253130"/>
                  <a:pt x="721805" y="253130"/>
                </a:cubicBezTo>
                <a:cubicBezTo>
                  <a:pt x="714470" y="252559"/>
                  <a:pt x="655796" y="256274"/>
                  <a:pt x="649510" y="256274"/>
                </a:cubicBezTo>
                <a:cubicBezTo>
                  <a:pt x="642176" y="256274"/>
                  <a:pt x="634270" y="256274"/>
                  <a:pt x="626459" y="257321"/>
                </a:cubicBezTo>
                <a:cubicBezTo>
                  <a:pt x="609695" y="258941"/>
                  <a:pt x="592455" y="258369"/>
                  <a:pt x="575120" y="258369"/>
                </a:cubicBezTo>
                <a:cubicBezTo>
                  <a:pt x="560927" y="258369"/>
                  <a:pt x="564642" y="283991"/>
                  <a:pt x="566738" y="292945"/>
                </a:cubicBezTo>
                <a:lnTo>
                  <a:pt x="568833" y="298184"/>
                </a:lnTo>
                <a:lnTo>
                  <a:pt x="570452" y="302375"/>
                </a:lnTo>
                <a:lnTo>
                  <a:pt x="572072" y="305518"/>
                </a:lnTo>
                <a:lnTo>
                  <a:pt x="574167" y="308185"/>
                </a:lnTo>
                <a:lnTo>
                  <a:pt x="577310" y="312376"/>
                </a:lnTo>
                <a:lnTo>
                  <a:pt x="582549" y="317615"/>
                </a:lnTo>
                <a:lnTo>
                  <a:pt x="587788" y="323901"/>
                </a:lnTo>
                <a:cubicBezTo>
                  <a:pt x="594074" y="331235"/>
                  <a:pt x="607124" y="336474"/>
                  <a:pt x="617125" y="337046"/>
                </a:cubicBezTo>
                <a:cubicBezTo>
                  <a:pt x="618173" y="337046"/>
                  <a:pt x="619697" y="337617"/>
                  <a:pt x="620744" y="337617"/>
                </a:cubicBezTo>
                <a:cubicBezTo>
                  <a:pt x="631793" y="337617"/>
                  <a:pt x="643795" y="337046"/>
                  <a:pt x="654272" y="333902"/>
                </a:cubicBezTo>
                <a:cubicBezTo>
                  <a:pt x="665226" y="331235"/>
                  <a:pt x="696182" y="319234"/>
                  <a:pt x="699802" y="304565"/>
                </a:cubicBezTo>
                <a:lnTo>
                  <a:pt x="700373" y="304565"/>
                </a:lnTo>
                <a:close/>
                <a:moveTo>
                  <a:pt x="575405" y="268370"/>
                </a:moveTo>
                <a:cubicBezTo>
                  <a:pt x="593217" y="268370"/>
                  <a:pt x="610457" y="268942"/>
                  <a:pt x="627793" y="267323"/>
                </a:cubicBezTo>
                <a:cubicBezTo>
                  <a:pt x="635127" y="266275"/>
                  <a:pt x="642461" y="266275"/>
                  <a:pt x="649224" y="266275"/>
                </a:cubicBezTo>
                <a:cubicBezTo>
                  <a:pt x="655511" y="266275"/>
                  <a:pt x="715804" y="262655"/>
                  <a:pt x="721519" y="263132"/>
                </a:cubicBezTo>
                <a:cubicBezTo>
                  <a:pt x="728282" y="263132"/>
                  <a:pt x="735711" y="264179"/>
                  <a:pt x="742474" y="264751"/>
                </a:cubicBezTo>
                <a:cubicBezTo>
                  <a:pt x="770287" y="267323"/>
                  <a:pt x="764477" y="260560"/>
                  <a:pt x="761333" y="240653"/>
                </a:cubicBezTo>
                <a:lnTo>
                  <a:pt x="760762" y="235414"/>
                </a:lnTo>
                <a:lnTo>
                  <a:pt x="760762" y="231223"/>
                </a:lnTo>
                <a:lnTo>
                  <a:pt x="760190" y="225984"/>
                </a:lnTo>
                <a:cubicBezTo>
                  <a:pt x="754952" y="194552"/>
                  <a:pt x="746570" y="162548"/>
                  <a:pt x="725615" y="142640"/>
                </a:cubicBezTo>
                <a:cubicBezTo>
                  <a:pt x="720947" y="133782"/>
                  <a:pt x="713042" y="126924"/>
                  <a:pt x="704660" y="119590"/>
                </a:cubicBezTo>
                <a:cubicBezTo>
                  <a:pt x="695801" y="114351"/>
                  <a:pt x="686848" y="110636"/>
                  <a:pt x="676370" y="107588"/>
                </a:cubicBezTo>
                <a:lnTo>
                  <a:pt x="672179" y="105969"/>
                </a:lnTo>
                <a:lnTo>
                  <a:pt x="668560" y="105398"/>
                </a:lnTo>
                <a:cubicBezTo>
                  <a:pt x="648653" y="100159"/>
                  <a:pt x="627698" y="101207"/>
                  <a:pt x="607219" y="104350"/>
                </a:cubicBezTo>
                <a:cubicBezTo>
                  <a:pt x="595694" y="105398"/>
                  <a:pt x="585216" y="110065"/>
                  <a:pt x="574739" y="113208"/>
                </a:cubicBezTo>
                <a:cubicBezTo>
                  <a:pt x="556927" y="119495"/>
                  <a:pt x="545402" y="133687"/>
                  <a:pt x="530733" y="147784"/>
                </a:cubicBezTo>
                <a:cubicBezTo>
                  <a:pt x="527590" y="154547"/>
                  <a:pt x="521780" y="156166"/>
                  <a:pt x="518160" y="166072"/>
                </a:cubicBezTo>
                <a:cubicBezTo>
                  <a:pt x="509207" y="177026"/>
                  <a:pt x="495110" y="214268"/>
                  <a:pt x="493014" y="230461"/>
                </a:cubicBezTo>
                <a:cubicBezTo>
                  <a:pt x="492443" y="235223"/>
                  <a:pt x="493014" y="239891"/>
                  <a:pt x="491966" y="244653"/>
                </a:cubicBezTo>
                <a:lnTo>
                  <a:pt x="491966" y="248368"/>
                </a:lnTo>
                <a:lnTo>
                  <a:pt x="491395" y="251511"/>
                </a:lnTo>
                <a:lnTo>
                  <a:pt x="490823" y="255702"/>
                </a:lnTo>
                <a:cubicBezTo>
                  <a:pt x="490252" y="261512"/>
                  <a:pt x="491871" y="267227"/>
                  <a:pt x="492919" y="272466"/>
                </a:cubicBezTo>
                <a:cubicBezTo>
                  <a:pt x="492919" y="274562"/>
                  <a:pt x="493967" y="278753"/>
                  <a:pt x="494443" y="280277"/>
                </a:cubicBezTo>
                <a:lnTo>
                  <a:pt x="496062" y="284468"/>
                </a:lnTo>
                <a:cubicBezTo>
                  <a:pt x="497110" y="287135"/>
                  <a:pt x="498158" y="289706"/>
                  <a:pt x="498158" y="292850"/>
                </a:cubicBezTo>
                <a:lnTo>
                  <a:pt x="498729" y="295517"/>
                </a:lnTo>
                <a:cubicBezTo>
                  <a:pt x="509683" y="313328"/>
                  <a:pt x="511874" y="335903"/>
                  <a:pt x="529590" y="349523"/>
                </a:cubicBezTo>
                <a:cubicBezTo>
                  <a:pt x="537972" y="360001"/>
                  <a:pt x="548926" y="367335"/>
                  <a:pt x="563118" y="374098"/>
                </a:cubicBezTo>
                <a:cubicBezTo>
                  <a:pt x="572548" y="375717"/>
                  <a:pt x="580358" y="379813"/>
                  <a:pt x="589312" y="382004"/>
                </a:cubicBezTo>
                <a:cubicBezTo>
                  <a:pt x="614458" y="392481"/>
                  <a:pt x="646938" y="386195"/>
                  <a:pt x="674656" y="383051"/>
                </a:cubicBezTo>
                <a:cubicBezTo>
                  <a:pt x="676275" y="382480"/>
                  <a:pt x="677799" y="382004"/>
                  <a:pt x="678847" y="381527"/>
                </a:cubicBezTo>
                <a:lnTo>
                  <a:pt x="684562" y="379908"/>
                </a:lnTo>
                <a:cubicBezTo>
                  <a:pt x="687705" y="378860"/>
                  <a:pt x="691420" y="377241"/>
                  <a:pt x="693992" y="374669"/>
                </a:cubicBezTo>
                <a:cubicBezTo>
                  <a:pt x="696087" y="374669"/>
                  <a:pt x="697611" y="373622"/>
                  <a:pt x="699230" y="372574"/>
                </a:cubicBezTo>
                <a:lnTo>
                  <a:pt x="701897" y="370478"/>
                </a:lnTo>
                <a:lnTo>
                  <a:pt x="704564" y="368383"/>
                </a:lnTo>
                <a:cubicBezTo>
                  <a:pt x="711899" y="365240"/>
                  <a:pt x="719233" y="362668"/>
                  <a:pt x="725519" y="357334"/>
                </a:cubicBezTo>
                <a:cubicBezTo>
                  <a:pt x="730282" y="354191"/>
                  <a:pt x="736568" y="347428"/>
                  <a:pt x="740759" y="341141"/>
                </a:cubicBezTo>
                <a:cubicBezTo>
                  <a:pt x="741807" y="338474"/>
                  <a:pt x="744474" y="336379"/>
                  <a:pt x="747046" y="333807"/>
                </a:cubicBezTo>
                <a:cubicBezTo>
                  <a:pt x="750189" y="327521"/>
                  <a:pt x="769049" y="292945"/>
                  <a:pt x="755428" y="293421"/>
                </a:cubicBezTo>
                <a:cubicBezTo>
                  <a:pt x="749713" y="293993"/>
                  <a:pt x="743903" y="293421"/>
                  <a:pt x="738664" y="292373"/>
                </a:cubicBezTo>
                <a:cubicBezTo>
                  <a:pt x="732377" y="291802"/>
                  <a:pt x="700945" y="293993"/>
                  <a:pt x="697802" y="294469"/>
                </a:cubicBezTo>
                <a:lnTo>
                  <a:pt x="693611" y="295517"/>
                </a:lnTo>
                <a:lnTo>
                  <a:pt x="689896" y="301327"/>
                </a:lnTo>
                <a:cubicBezTo>
                  <a:pt x="685133" y="309709"/>
                  <a:pt x="669512" y="319139"/>
                  <a:pt x="651129" y="324377"/>
                </a:cubicBezTo>
                <a:cubicBezTo>
                  <a:pt x="641699" y="327044"/>
                  <a:pt x="630174" y="327521"/>
                  <a:pt x="620173" y="327521"/>
                </a:cubicBezTo>
                <a:lnTo>
                  <a:pt x="615506" y="326473"/>
                </a:lnTo>
                <a:cubicBezTo>
                  <a:pt x="611315" y="327521"/>
                  <a:pt x="598265" y="321234"/>
                  <a:pt x="594551" y="317043"/>
                </a:cubicBezTo>
                <a:lnTo>
                  <a:pt x="587693" y="309233"/>
                </a:lnTo>
                <a:lnTo>
                  <a:pt x="584549" y="305518"/>
                </a:lnTo>
                <a:lnTo>
                  <a:pt x="581406" y="301898"/>
                </a:lnTo>
                <a:lnTo>
                  <a:pt x="579311" y="298184"/>
                </a:lnTo>
                <a:lnTo>
                  <a:pt x="577691" y="295040"/>
                </a:lnTo>
                <a:lnTo>
                  <a:pt x="575596" y="289325"/>
                </a:lnTo>
                <a:cubicBezTo>
                  <a:pt x="574548" y="283515"/>
                  <a:pt x="573024" y="274085"/>
                  <a:pt x="575024" y="268370"/>
                </a:cubicBezTo>
                <a:moveTo>
                  <a:pt x="447866" y="13005"/>
                </a:moveTo>
                <a:cubicBezTo>
                  <a:pt x="447389" y="20816"/>
                  <a:pt x="447389" y="30817"/>
                  <a:pt x="448437" y="37580"/>
                </a:cubicBezTo>
                <a:cubicBezTo>
                  <a:pt x="448437" y="39199"/>
                  <a:pt x="448437" y="40247"/>
                  <a:pt x="449009" y="41294"/>
                </a:cubicBezTo>
                <a:lnTo>
                  <a:pt x="449580" y="43390"/>
                </a:lnTo>
                <a:cubicBezTo>
                  <a:pt x="449009" y="48152"/>
                  <a:pt x="450151" y="52820"/>
                  <a:pt x="450628" y="56534"/>
                </a:cubicBezTo>
                <a:lnTo>
                  <a:pt x="451199" y="62345"/>
                </a:lnTo>
                <a:cubicBezTo>
                  <a:pt x="432340" y="64440"/>
                  <a:pt x="416624" y="61297"/>
                  <a:pt x="398240" y="60725"/>
                </a:cubicBezTo>
                <a:lnTo>
                  <a:pt x="395573" y="60725"/>
                </a:lnTo>
                <a:lnTo>
                  <a:pt x="389858" y="61297"/>
                </a:lnTo>
                <a:lnTo>
                  <a:pt x="388334" y="61297"/>
                </a:lnTo>
                <a:lnTo>
                  <a:pt x="388334" y="56058"/>
                </a:lnTo>
                <a:cubicBezTo>
                  <a:pt x="388906" y="50248"/>
                  <a:pt x="388906" y="45009"/>
                  <a:pt x="388906" y="41866"/>
                </a:cubicBezTo>
                <a:cubicBezTo>
                  <a:pt x="389954" y="36627"/>
                  <a:pt x="390430" y="31388"/>
                  <a:pt x="390430" y="26150"/>
                </a:cubicBezTo>
                <a:lnTo>
                  <a:pt x="391001" y="18244"/>
                </a:lnTo>
                <a:lnTo>
                  <a:pt x="403003" y="17196"/>
                </a:lnTo>
                <a:lnTo>
                  <a:pt x="405098" y="17196"/>
                </a:lnTo>
                <a:lnTo>
                  <a:pt x="409289" y="16625"/>
                </a:lnTo>
                <a:lnTo>
                  <a:pt x="422434" y="15101"/>
                </a:lnTo>
                <a:cubicBezTo>
                  <a:pt x="430816" y="14053"/>
                  <a:pt x="439198" y="13005"/>
                  <a:pt x="448056" y="13005"/>
                </a:cubicBezTo>
                <a:moveTo>
                  <a:pt x="460629" y="54915"/>
                </a:moveTo>
                <a:cubicBezTo>
                  <a:pt x="459581" y="50724"/>
                  <a:pt x="459010" y="46533"/>
                  <a:pt x="458534" y="39199"/>
                </a:cubicBezTo>
                <a:lnTo>
                  <a:pt x="458534" y="36532"/>
                </a:lnTo>
                <a:cubicBezTo>
                  <a:pt x="457486" y="28721"/>
                  <a:pt x="457962" y="16148"/>
                  <a:pt x="457962" y="8719"/>
                </a:cubicBezTo>
                <a:cubicBezTo>
                  <a:pt x="457962" y="-1759"/>
                  <a:pt x="424434" y="4528"/>
                  <a:pt x="421291" y="5004"/>
                </a:cubicBezTo>
                <a:lnTo>
                  <a:pt x="408146" y="6052"/>
                </a:lnTo>
                <a:lnTo>
                  <a:pt x="403955" y="7100"/>
                </a:lnTo>
                <a:lnTo>
                  <a:pt x="401860" y="7100"/>
                </a:lnTo>
                <a:lnTo>
                  <a:pt x="387191" y="8147"/>
                </a:lnTo>
                <a:cubicBezTo>
                  <a:pt x="384048" y="7576"/>
                  <a:pt x="380905" y="9195"/>
                  <a:pt x="380905" y="13386"/>
                </a:cubicBezTo>
                <a:cubicBezTo>
                  <a:pt x="380905" y="22244"/>
                  <a:pt x="380333" y="31198"/>
                  <a:pt x="378809" y="40628"/>
                </a:cubicBezTo>
                <a:lnTo>
                  <a:pt x="378809" y="41675"/>
                </a:lnTo>
                <a:cubicBezTo>
                  <a:pt x="378809" y="44247"/>
                  <a:pt x="378809" y="49486"/>
                  <a:pt x="378238" y="55296"/>
                </a:cubicBezTo>
                <a:lnTo>
                  <a:pt x="377666" y="61583"/>
                </a:lnTo>
                <a:lnTo>
                  <a:pt x="377666" y="64250"/>
                </a:lnTo>
                <a:cubicBezTo>
                  <a:pt x="370808" y="75775"/>
                  <a:pt x="394430" y="69965"/>
                  <a:pt x="398145" y="70536"/>
                </a:cubicBezTo>
                <a:cubicBezTo>
                  <a:pt x="400812" y="71108"/>
                  <a:pt x="446913" y="74251"/>
                  <a:pt x="457867" y="71108"/>
                </a:cubicBezTo>
                <a:cubicBezTo>
                  <a:pt x="461486" y="70060"/>
                  <a:pt x="461486" y="66440"/>
                  <a:pt x="461486" y="63773"/>
                </a:cubicBezTo>
                <a:cubicBezTo>
                  <a:pt x="460915" y="61106"/>
                  <a:pt x="460439" y="57963"/>
                  <a:pt x="460439" y="54915"/>
                </a:cubicBezTo>
                <a:moveTo>
                  <a:pt x="445770" y="370288"/>
                </a:moveTo>
                <a:cubicBezTo>
                  <a:pt x="434721" y="369240"/>
                  <a:pt x="391287" y="369716"/>
                  <a:pt x="387096" y="370859"/>
                </a:cubicBezTo>
                <a:cubicBezTo>
                  <a:pt x="385477" y="370859"/>
                  <a:pt x="387096" y="370859"/>
                  <a:pt x="387096" y="370859"/>
                </a:cubicBezTo>
                <a:lnTo>
                  <a:pt x="387096" y="368764"/>
                </a:lnTo>
                <a:cubicBezTo>
                  <a:pt x="387096" y="363525"/>
                  <a:pt x="389668" y="152927"/>
                  <a:pt x="389668" y="151880"/>
                </a:cubicBezTo>
                <a:cubicBezTo>
                  <a:pt x="389668" y="144069"/>
                  <a:pt x="388144" y="135116"/>
                  <a:pt x="388620" y="126734"/>
                </a:cubicBezTo>
                <a:cubicBezTo>
                  <a:pt x="388620" y="124067"/>
                  <a:pt x="389096" y="121495"/>
                  <a:pt x="389096" y="119399"/>
                </a:cubicBezTo>
                <a:cubicBezTo>
                  <a:pt x="391763" y="119399"/>
                  <a:pt x="394335" y="119971"/>
                  <a:pt x="397002" y="119971"/>
                </a:cubicBezTo>
                <a:lnTo>
                  <a:pt x="441484" y="119399"/>
                </a:lnTo>
                <a:lnTo>
                  <a:pt x="443579" y="118828"/>
                </a:lnTo>
                <a:lnTo>
                  <a:pt x="445199" y="118828"/>
                </a:lnTo>
                <a:cubicBezTo>
                  <a:pt x="445770" y="132449"/>
                  <a:pt x="446246" y="147689"/>
                  <a:pt x="447770" y="162262"/>
                </a:cubicBezTo>
                <a:cubicBezTo>
                  <a:pt x="447770" y="163881"/>
                  <a:pt x="446723" y="212554"/>
                  <a:pt x="445675" y="263417"/>
                </a:cubicBezTo>
                <a:cubicBezTo>
                  <a:pt x="445103" y="306375"/>
                  <a:pt x="444627" y="351905"/>
                  <a:pt x="445675" y="370288"/>
                </a:cubicBezTo>
                <a:moveTo>
                  <a:pt x="385382" y="380289"/>
                </a:moveTo>
                <a:cubicBezTo>
                  <a:pt x="388525" y="379718"/>
                  <a:pt x="439865" y="379718"/>
                  <a:pt x="446151" y="380289"/>
                </a:cubicBezTo>
                <a:cubicBezTo>
                  <a:pt x="450342" y="380861"/>
                  <a:pt x="457676" y="383432"/>
                  <a:pt x="456057" y="375622"/>
                </a:cubicBezTo>
                <a:cubicBezTo>
                  <a:pt x="454438" y="366668"/>
                  <a:pt x="455009" y="314852"/>
                  <a:pt x="455486" y="263513"/>
                </a:cubicBezTo>
                <a:cubicBezTo>
                  <a:pt x="456533" y="212173"/>
                  <a:pt x="457581" y="163405"/>
                  <a:pt x="457581" y="161881"/>
                </a:cubicBezTo>
                <a:cubicBezTo>
                  <a:pt x="455962" y="145117"/>
                  <a:pt x="454914" y="128353"/>
                  <a:pt x="454914" y="113208"/>
                </a:cubicBezTo>
                <a:cubicBezTo>
                  <a:pt x="454914" y="108541"/>
                  <a:pt x="450723" y="107969"/>
                  <a:pt x="447580" y="108541"/>
                </a:cubicBezTo>
                <a:cubicBezTo>
                  <a:pt x="445008" y="108541"/>
                  <a:pt x="442341" y="109017"/>
                  <a:pt x="440246" y="109589"/>
                </a:cubicBezTo>
                <a:lnTo>
                  <a:pt x="396716" y="110160"/>
                </a:lnTo>
                <a:cubicBezTo>
                  <a:pt x="379952" y="110160"/>
                  <a:pt x="378428" y="106541"/>
                  <a:pt x="378428" y="126448"/>
                </a:cubicBezTo>
                <a:cubicBezTo>
                  <a:pt x="377857" y="135306"/>
                  <a:pt x="379476" y="144260"/>
                  <a:pt x="379476" y="152070"/>
                </a:cubicBezTo>
                <a:cubicBezTo>
                  <a:pt x="379476" y="153118"/>
                  <a:pt x="376809" y="363716"/>
                  <a:pt x="376809" y="368954"/>
                </a:cubicBezTo>
                <a:cubicBezTo>
                  <a:pt x="376809" y="373145"/>
                  <a:pt x="376238" y="385718"/>
                  <a:pt x="384715" y="380956"/>
                </a:cubicBezTo>
                <a:lnTo>
                  <a:pt x="385286" y="380384"/>
                </a:lnTo>
                <a:close/>
                <a:moveTo>
                  <a:pt x="81725" y="12529"/>
                </a:moveTo>
                <a:cubicBezTo>
                  <a:pt x="82201" y="14148"/>
                  <a:pt x="82772" y="15672"/>
                  <a:pt x="83249" y="16720"/>
                </a:cubicBezTo>
                <a:cubicBezTo>
                  <a:pt x="86392" y="21959"/>
                  <a:pt x="87916" y="26721"/>
                  <a:pt x="89535" y="30341"/>
                </a:cubicBezTo>
                <a:cubicBezTo>
                  <a:pt x="93726" y="36151"/>
                  <a:pt x="102108" y="63869"/>
                  <a:pt x="110490" y="93777"/>
                </a:cubicBezTo>
                <a:cubicBezTo>
                  <a:pt x="118872" y="123114"/>
                  <a:pt x="126683" y="152451"/>
                  <a:pt x="128873" y="158166"/>
                </a:cubicBezTo>
                <a:cubicBezTo>
                  <a:pt x="130397" y="161786"/>
                  <a:pt x="133064" y="166548"/>
                  <a:pt x="134112" y="172835"/>
                </a:cubicBezTo>
                <a:cubicBezTo>
                  <a:pt x="144590" y="195885"/>
                  <a:pt x="149257" y="221507"/>
                  <a:pt x="157639" y="245606"/>
                </a:cubicBezTo>
                <a:lnTo>
                  <a:pt x="158687" y="248273"/>
                </a:lnTo>
                <a:cubicBezTo>
                  <a:pt x="159734" y="252464"/>
                  <a:pt x="159734" y="253988"/>
                  <a:pt x="160306" y="255035"/>
                </a:cubicBezTo>
                <a:cubicBezTo>
                  <a:pt x="162878" y="266561"/>
                  <a:pt x="177070" y="271323"/>
                  <a:pt x="180785" y="259226"/>
                </a:cubicBezTo>
                <a:cubicBezTo>
                  <a:pt x="189643" y="230366"/>
                  <a:pt x="197549" y="199981"/>
                  <a:pt x="208026" y="172835"/>
                </a:cubicBezTo>
                <a:cubicBezTo>
                  <a:pt x="210122" y="166548"/>
                  <a:pt x="212789" y="160833"/>
                  <a:pt x="214313" y="155023"/>
                </a:cubicBezTo>
                <a:cubicBezTo>
                  <a:pt x="216408" y="148736"/>
                  <a:pt x="219075" y="143021"/>
                  <a:pt x="221171" y="137687"/>
                </a:cubicBezTo>
                <a:cubicBezTo>
                  <a:pt x="222218" y="135592"/>
                  <a:pt x="222790" y="132449"/>
                  <a:pt x="224314" y="129305"/>
                </a:cubicBezTo>
                <a:cubicBezTo>
                  <a:pt x="225362" y="127686"/>
                  <a:pt x="225933" y="126162"/>
                  <a:pt x="226409" y="124067"/>
                </a:cubicBezTo>
                <a:lnTo>
                  <a:pt x="227457" y="121971"/>
                </a:lnTo>
                <a:cubicBezTo>
                  <a:pt x="228029" y="120447"/>
                  <a:pt x="228505" y="118828"/>
                  <a:pt x="228505" y="116732"/>
                </a:cubicBezTo>
                <a:lnTo>
                  <a:pt x="230600" y="113589"/>
                </a:lnTo>
                <a:cubicBezTo>
                  <a:pt x="231172" y="111494"/>
                  <a:pt x="232219" y="109398"/>
                  <a:pt x="232696" y="106826"/>
                </a:cubicBezTo>
                <a:cubicBezTo>
                  <a:pt x="236411" y="99492"/>
                  <a:pt x="237363" y="85871"/>
                  <a:pt x="240506" y="80633"/>
                </a:cubicBezTo>
                <a:cubicBezTo>
                  <a:pt x="243173" y="70631"/>
                  <a:pt x="244697" y="65393"/>
                  <a:pt x="248412" y="59106"/>
                </a:cubicBezTo>
                <a:cubicBezTo>
                  <a:pt x="250984" y="45485"/>
                  <a:pt x="257270" y="32912"/>
                  <a:pt x="261556" y="19863"/>
                </a:cubicBezTo>
                <a:cubicBezTo>
                  <a:pt x="262128" y="17196"/>
                  <a:pt x="262604" y="15196"/>
                  <a:pt x="263176" y="13100"/>
                </a:cubicBezTo>
                <a:cubicBezTo>
                  <a:pt x="267367" y="12529"/>
                  <a:pt x="271558" y="12053"/>
                  <a:pt x="275749" y="12053"/>
                </a:cubicBezTo>
                <a:cubicBezTo>
                  <a:pt x="287750" y="12624"/>
                  <a:pt x="299371" y="15196"/>
                  <a:pt x="310801" y="12624"/>
                </a:cubicBezTo>
                <a:cubicBezTo>
                  <a:pt x="315563" y="14243"/>
                  <a:pt x="318707" y="12624"/>
                  <a:pt x="322802" y="12624"/>
                </a:cubicBezTo>
                <a:lnTo>
                  <a:pt x="328613" y="13196"/>
                </a:lnTo>
                <a:cubicBezTo>
                  <a:pt x="328041" y="21578"/>
                  <a:pt x="321755" y="29483"/>
                  <a:pt x="320231" y="37770"/>
                </a:cubicBezTo>
                <a:lnTo>
                  <a:pt x="320231" y="40913"/>
                </a:lnTo>
                <a:lnTo>
                  <a:pt x="319183" y="43485"/>
                </a:lnTo>
                <a:cubicBezTo>
                  <a:pt x="318611" y="45104"/>
                  <a:pt x="318135" y="46152"/>
                  <a:pt x="317564" y="47676"/>
                </a:cubicBezTo>
                <a:cubicBezTo>
                  <a:pt x="314992" y="52915"/>
                  <a:pt x="314992" y="58630"/>
                  <a:pt x="313373" y="64440"/>
                </a:cubicBezTo>
                <a:cubicBezTo>
                  <a:pt x="310706" y="72822"/>
                  <a:pt x="308705" y="80728"/>
                  <a:pt x="307086" y="89586"/>
                </a:cubicBezTo>
                <a:lnTo>
                  <a:pt x="306038" y="93777"/>
                </a:lnTo>
                <a:lnTo>
                  <a:pt x="304991" y="96920"/>
                </a:lnTo>
                <a:cubicBezTo>
                  <a:pt x="304514" y="98540"/>
                  <a:pt x="303943" y="99587"/>
                  <a:pt x="303467" y="101111"/>
                </a:cubicBezTo>
                <a:lnTo>
                  <a:pt x="301943" y="104255"/>
                </a:lnTo>
                <a:cubicBezTo>
                  <a:pt x="301371" y="105302"/>
                  <a:pt x="300895" y="106922"/>
                  <a:pt x="300323" y="107969"/>
                </a:cubicBezTo>
                <a:cubicBezTo>
                  <a:pt x="298228" y="114732"/>
                  <a:pt x="296609" y="121114"/>
                  <a:pt x="294608" y="127305"/>
                </a:cubicBezTo>
                <a:cubicBezTo>
                  <a:pt x="292513" y="133115"/>
                  <a:pt x="290894" y="139307"/>
                  <a:pt x="287274" y="146165"/>
                </a:cubicBezTo>
                <a:cubicBezTo>
                  <a:pt x="285750" y="152927"/>
                  <a:pt x="283083" y="159309"/>
                  <a:pt x="280988" y="166548"/>
                </a:cubicBezTo>
                <a:cubicBezTo>
                  <a:pt x="276797" y="174359"/>
                  <a:pt x="275273" y="183312"/>
                  <a:pt x="273177" y="192170"/>
                </a:cubicBezTo>
                <a:cubicBezTo>
                  <a:pt x="271558" y="197981"/>
                  <a:pt x="268415" y="203124"/>
                  <a:pt x="266319" y="208934"/>
                </a:cubicBezTo>
                <a:cubicBezTo>
                  <a:pt x="262604" y="221507"/>
                  <a:pt x="261080" y="234557"/>
                  <a:pt x="256318" y="246653"/>
                </a:cubicBezTo>
                <a:cubicBezTo>
                  <a:pt x="254222" y="250368"/>
                  <a:pt x="251555" y="253416"/>
                  <a:pt x="250031" y="257131"/>
                </a:cubicBezTo>
                <a:cubicBezTo>
                  <a:pt x="247936" y="261322"/>
                  <a:pt x="247460" y="265513"/>
                  <a:pt x="245840" y="269704"/>
                </a:cubicBezTo>
                <a:cubicBezTo>
                  <a:pt x="242126" y="281705"/>
                  <a:pt x="239554" y="293802"/>
                  <a:pt x="234791" y="305327"/>
                </a:cubicBezTo>
                <a:cubicBezTo>
                  <a:pt x="231648" y="313233"/>
                  <a:pt x="229076" y="321615"/>
                  <a:pt x="226409" y="329902"/>
                </a:cubicBezTo>
                <a:cubicBezTo>
                  <a:pt x="222218" y="344094"/>
                  <a:pt x="216980" y="360287"/>
                  <a:pt x="213265" y="376003"/>
                </a:cubicBezTo>
                <a:lnTo>
                  <a:pt x="201740" y="376003"/>
                </a:lnTo>
                <a:cubicBezTo>
                  <a:pt x="200216" y="376003"/>
                  <a:pt x="198596" y="376003"/>
                  <a:pt x="197549" y="376574"/>
                </a:cubicBezTo>
                <a:cubicBezTo>
                  <a:pt x="178213" y="377622"/>
                  <a:pt x="158782" y="378670"/>
                  <a:pt x="139922" y="378670"/>
                </a:cubicBezTo>
                <a:lnTo>
                  <a:pt x="132112" y="378670"/>
                </a:lnTo>
                <a:lnTo>
                  <a:pt x="128969" y="373431"/>
                </a:lnTo>
                <a:cubicBezTo>
                  <a:pt x="123730" y="364001"/>
                  <a:pt x="118967" y="349333"/>
                  <a:pt x="115824" y="338379"/>
                </a:cubicBezTo>
                <a:lnTo>
                  <a:pt x="113157" y="329997"/>
                </a:lnTo>
                <a:cubicBezTo>
                  <a:pt x="112681" y="327902"/>
                  <a:pt x="112109" y="325806"/>
                  <a:pt x="111062" y="324282"/>
                </a:cubicBezTo>
                <a:cubicBezTo>
                  <a:pt x="108395" y="305423"/>
                  <a:pt x="101632" y="283896"/>
                  <a:pt x="96393" y="266656"/>
                </a:cubicBezTo>
                <a:lnTo>
                  <a:pt x="85344" y="227413"/>
                </a:lnTo>
                <a:cubicBezTo>
                  <a:pt x="84868" y="225889"/>
                  <a:pt x="84296" y="224270"/>
                  <a:pt x="83820" y="223222"/>
                </a:cubicBezTo>
                <a:lnTo>
                  <a:pt x="81248" y="217412"/>
                </a:lnTo>
                <a:cubicBezTo>
                  <a:pt x="79724" y="212744"/>
                  <a:pt x="79724" y="209601"/>
                  <a:pt x="78581" y="206458"/>
                </a:cubicBezTo>
                <a:cubicBezTo>
                  <a:pt x="76486" y="200171"/>
                  <a:pt x="72866" y="191789"/>
                  <a:pt x="70771" y="183979"/>
                </a:cubicBezTo>
                <a:cubicBezTo>
                  <a:pt x="70771" y="182931"/>
                  <a:pt x="69723" y="181312"/>
                  <a:pt x="68675" y="179788"/>
                </a:cubicBezTo>
                <a:cubicBezTo>
                  <a:pt x="68104" y="174073"/>
                  <a:pt x="64961" y="169310"/>
                  <a:pt x="62865" y="164072"/>
                </a:cubicBezTo>
                <a:lnTo>
                  <a:pt x="57626" y="149403"/>
                </a:lnTo>
                <a:cubicBezTo>
                  <a:pt x="51816" y="131591"/>
                  <a:pt x="44006" y="114351"/>
                  <a:pt x="39815" y="94920"/>
                </a:cubicBezTo>
                <a:cubicBezTo>
                  <a:pt x="39815" y="94349"/>
                  <a:pt x="39243" y="93301"/>
                  <a:pt x="38767" y="92825"/>
                </a:cubicBezTo>
                <a:lnTo>
                  <a:pt x="37719" y="89110"/>
                </a:lnTo>
                <a:cubicBezTo>
                  <a:pt x="35147" y="84347"/>
                  <a:pt x="34004" y="78632"/>
                  <a:pt x="31909" y="73870"/>
                </a:cubicBezTo>
                <a:cubicBezTo>
                  <a:pt x="31433" y="71774"/>
                  <a:pt x="30861" y="70155"/>
                  <a:pt x="29813" y="68155"/>
                </a:cubicBezTo>
                <a:lnTo>
                  <a:pt x="27241" y="62916"/>
                </a:lnTo>
                <a:lnTo>
                  <a:pt x="25146" y="58725"/>
                </a:lnTo>
                <a:cubicBezTo>
                  <a:pt x="24575" y="57677"/>
                  <a:pt x="24098" y="56153"/>
                  <a:pt x="23527" y="54534"/>
                </a:cubicBezTo>
                <a:cubicBezTo>
                  <a:pt x="22003" y="49295"/>
                  <a:pt x="22003" y="43009"/>
                  <a:pt x="19812" y="36722"/>
                </a:cubicBezTo>
                <a:cubicBezTo>
                  <a:pt x="17240" y="31484"/>
                  <a:pt x="15621" y="26245"/>
                  <a:pt x="14097" y="21482"/>
                </a:cubicBezTo>
                <a:lnTo>
                  <a:pt x="13526" y="17768"/>
                </a:lnTo>
                <a:lnTo>
                  <a:pt x="12954" y="16244"/>
                </a:lnTo>
                <a:cubicBezTo>
                  <a:pt x="18669" y="16244"/>
                  <a:pt x="21336" y="15196"/>
                  <a:pt x="27146" y="15196"/>
                </a:cubicBezTo>
                <a:cubicBezTo>
                  <a:pt x="31337" y="15196"/>
                  <a:pt x="70580" y="13577"/>
                  <a:pt x="72676" y="13577"/>
                </a:cubicBezTo>
                <a:cubicBezTo>
                  <a:pt x="74771" y="13005"/>
                  <a:pt x="77915" y="12529"/>
                  <a:pt x="81629" y="12529"/>
                </a:cubicBezTo>
                <a:moveTo>
                  <a:pt x="216789" y="121971"/>
                </a:moveTo>
                <a:cubicBezTo>
                  <a:pt x="214122" y="124638"/>
                  <a:pt x="213074" y="130353"/>
                  <a:pt x="212027" y="133496"/>
                </a:cubicBezTo>
                <a:cubicBezTo>
                  <a:pt x="209455" y="139211"/>
                  <a:pt x="206788" y="145498"/>
                  <a:pt x="204692" y="152356"/>
                </a:cubicBezTo>
                <a:cubicBezTo>
                  <a:pt x="203168" y="158166"/>
                  <a:pt x="200501" y="163310"/>
                  <a:pt x="198406" y="169691"/>
                </a:cubicBezTo>
                <a:cubicBezTo>
                  <a:pt x="187928" y="196933"/>
                  <a:pt x="180118" y="226746"/>
                  <a:pt x="171641" y="255607"/>
                </a:cubicBezTo>
                <a:cubicBezTo>
                  <a:pt x="169545" y="253511"/>
                  <a:pt x="169069" y="248273"/>
                  <a:pt x="168021" y="245701"/>
                </a:cubicBezTo>
                <a:lnTo>
                  <a:pt x="167450" y="242558"/>
                </a:lnTo>
                <a:cubicBezTo>
                  <a:pt x="158496" y="218459"/>
                  <a:pt x="153829" y="192837"/>
                  <a:pt x="143351" y="169215"/>
                </a:cubicBezTo>
                <a:cubicBezTo>
                  <a:pt x="142304" y="163976"/>
                  <a:pt x="140208" y="159309"/>
                  <a:pt x="138113" y="154547"/>
                </a:cubicBezTo>
                <a:cubicBezTo>
                  <a:pt x="136017" y="148736"/>
                  <a:pt x="128111" y="119971"/>
                  <a:pt x="120301" y="91205"/>
                </a:cubicBezTo>
                <a:cubicBezTo>
                  <a:pt x="111919" y="62345"/>
                  <a:pt x="103537" y="33579"/>
                  <a:pt x="98298" y="25197"/>
                </a:cubicBezTo>
                <a:cubicBezTo>
                  <a:pt x="96774" y="22054"/>
                  <a:pt x="95155" y="17291"/>
                  <a:pt x="92012" y="12053"/>
                </a:cubicBezTo>
                <a:cubicBezTo>
                  <a:pt x="89916" y="7290"/>
                  <a:pt x="89440" y="2147"/>
                  <a:pt x="82582" y="2147"/>
                </a:cubicBezTo>
                <a:lnTo>
                  <a:pt x="80010" y="2718"/>
                </a:lnTo>
                <a:cubicBezTo>
                  <a:pt x="76867" y="2718"/>
                  <a:pt x="74200" y="3290"/>
                  <a:pt x="72104" y="3766"/>
                </a:cubicBezTo>
                <a:cubicBezTo>
                  <a:pt x="70009" y="3766"/>
                  <a:pt x="31242" y="5385"/>
                  <a:pt x="27051" y="5385"/>
                </a:cubicBezTo>
                <a:cubicBezTo>
                  <a:pt x="21812" y="5385"/>
                  <a:pt x="16002" y="6433"/>
                  <a:pt x="8763" y="6433"/>
                </a:cubicBezTo>
                <a:cubicBezTo>
                  <a:pt x="4191" y="6242"/>
                  <a:pt x="1048" y="9386"/>
                  <a:pt x="2572" y="16148"/>
                </a:cubicBezTo>
                <a:cubicBezTo>
                  <a:pt x="3143" y="16625"/>
                  <a:pt x="3620" y="18244"/>
                  <a:pt x="3620" y="19292"/>
                </a:cubicBezTo>
                <a:lnTo>
                  <a:pt x="4667" y="24054"/>
                </a:lnTo>
                <a:cubicBezTo>
                  <a:pt x="5715" y="29293"/>
                  <a:pt x="7811" y="34532"/>
                  <a:pt x="10382" y="40342"/>
                </a:cubicBezTo>
                <a:cubicBezTo>
                  <a:pt x="12002" y="46057"/>
                  <a:pt x="12002" y="52343"/>
                  <a:pt x="14097" y="57582"/>
                </a:cubicBezTo>
                <a:cubicBezTo>
                  <a:pt x="14669" y="59678"/>
                  <a:pt x="15621" y="61297"/>
                  <a:pt x="16193" y="62821"/>
                </a:cubicBezTo>
                <a:cubicBezTo>
                  <a:pt x="19907" y="70155"/>
                  <a:pt x="17240" y="64916"/>
                  <a:pt x="20955" y="72251"/>
                </a:cubicBezTo>
                <a:lnTo>
                  <a:pt x="22479" y="77013"/>
                </a:lnTo>
                <a:cubicBezTo>
                  <a:pt x="24575" y="82252"/>
                  <a:pt x="25622" y="87967"/>
                  <a:pt x="28289" y="93301"/>
                </a:cubicBezTo>
                <a:cubicBezTo>
                  <a:pt x="28289" y="93301"/>
                  <a:pt x="28766" y="95396"/>
                  <a:pt x="30385" y="98540"/>
                </a:cubicBezTo>
                <a:cubicBezTo>
                  <a:pt x="34100" y="117399"/>
                  <a:pt x="41910" y="134735"/>
                  <a:pt x="48197" y="153023"/>
                </a:cubicBezTo>
                <a:lnTo>
                  <a:pt x="53435" y="167691"/>
                </a:lnTo>
                <a:cubicBezTo>
                  <a:pt x="56007" y="173978"/>
                  <a:pt x="58674" y="180264"/>
                  <a:pt x="61341" y="186551"/>
                </a:cubicBezTo>
                <a:cubicBezTo>
                  <a:pt x="63437" y="194933"/>
                  <a:pt x="67056" y="202743"/>
                  <a:pt x="69152" y="209601"/>
                </a:cubicBezTo>
                <a:cubicBezTo>
                  <a:pt x="70199" y="212744"/>
                  <a:pt x="70199" y="215888"/>
                  <a:pt x="72295" y="222174"/>
                </a:cubicBezTo>
                <a:lnTo>
                  <a:pt x="73343" y="224270"/>
                </a:lnTo>
                <a:cubicBezTo>
                  <a:pt x="74390" y="226365"/>
                  <a:pt x="75438" y="227889"/>
                  <a:pt x="75914" y="229985"/>
                </a:cubicBezTo>
                <a:lnTo>
                  <a:pt x="86868" y="269799"/>
                </a:lnTo>
                <a:cubicBezTo>
                  <a:pt x="91535" y="286563"/>
                  <a:pt x="98393" y="307994"/>
                  <a:pt x="101537" y="327425"/>
                </a:cubicBezTo>
                <a:cubicBezTo>
                  <a:pt x="102584" y="329045"/>
                  <a:pt x="103061" y="331045"/>
                  <a:pt x="103632" y="333140"/>
                </a:cubicBezTo>
                <a:lnTo>
                  <a:pt x="105728" y="341046"/>
                </a:lnTo>
                <a:cubicBezTo>
                  <a:pt x="108871" y="352571"/>
                  <a:pt x="114109" y="367716"/>
                  <a:pt x="119825" y="378194"/>
                </a:cubicBezTo>
                <a:lnTo>
                  <a:pt x="126111" y="387623"/>
                </a:lnTo>
                <a:cubicBezTo>
                  <a:pt x="126111" y="388195"/>
                  <a:pt x="127159" y="388671"/>
                  <a:pt x="129254" y="388671"/>
                </a:cubicBezTo>
                <a:lnTo>
                  <a:pt x="139732" y="388671"/>
                </a:lnTo>
                <a:cubicBezTo>
                  <a:pt x="159068" y="388671"/>
                  <a:pt x="178975" y="388100"/>
                  <a:pt x="198882" y="386576"/>
                </a:cubicBezTo>
                <a:cubicBezTo>
                  <a:pt x="199454" y="386004"/>
                  <a:pt x="200406" y="386004"/>
                  <a:pt x="202025" y="386004"/>
                </a:cubicBezTo>
                <a:lnTo>
                  <a:pt x="213551" y="386004"/>
                </a:lnTo>
                <a:cubicBezTo>
                  <a:pt x="216694" y="386004"/>
                  <a:pt x="221456" y="385433"/>
                  <a:pt x="222504" y="381813"/>
                </a:cubicBezTo>
                <a:cubicBezTo>
                  <a:pt x="225647" y="365049"/>
                  <a:pt x="231362" y="347237"/>
                  <a:pt x="236125" y="332569"/>
                </a:cubicBezTo>
                <a:cubicBezTo>
                  <a:pt x="238220" y="324758"/>
                  <a:pt x="240792" y="316376"/>
                  <a:pt x="243935" y="309042"/>
                </a:cubicBezTo>
                <a:cubicBezTo>
                  <a:pt x="248698" y="297517"/>
                  <a:pt x="251269" y="285515"/>
                  <a:pt x="254984" y="273419"/>
                </a:cubicBezTo>
                <a:cubicBezTo>
                  <a:pt x="256508" y="269704"/>
                  <a:pt x="257080" y="265037"/>
                  <a:pt x="259175" y="261417"/>
                </a:cubicBezTo>
                <a:cubicBezTo>
                  <a:pt x="260699" y="257702"/>
                  <a:pt x="263366" y="254083"/>
                  <a:pt x="265462" y="250463"/>
                </a:cubicBezTo>
                <a:cubicBezTo>
                  <a:pt x="270129" y="238462"/>
                  <a:pt x="272320" y="224841"/>
                  <a:pt x="275939" y="212268"/>
                </a:cubicBezTo>
                <a:cubicBezTo>
                  <a:pt x="278035" y="206458"/>
                  <a:pt x="281178" y="200743"/>
                  <a:pt x="282702" y="194456"/>
                </a:cubicBezTo>
                <a:cubicBezTo>
                  <a:pt x="284321" y="187122"/>
                  <a:pt x="286417" y="177692"/>
                  <a:pt x="290608" y="169310"/>
                </a:cubicBezTo>
                <a:cubicBezTo>
                  <a:pt x="292227" y="162452"/>
                  <a:pt x="294799" y="156166"/>
                  <a:pt x="296323" y="148832"/>
                </a:cubicBezTo>
                <a:cubicBezTo>
                  <a:pt x="300038" y="143593"/>
                  <a:pt x="301562" y="136830"/>
                  <a:pt x="303657" y="131020"/>
                </a:cubicBezTo>
                <a:cubicBezTo>
                  <a:pt x="305753" y="124733"/>
                  <a:pt x="307372" y="117875"/>
                  <a:pt x="309372" y="111113"/>
                </a:cubicBezTo>
                <a:cubicBezTo>
                  <a:pt x="309944" y="110065"/>
                  <a:pt x="309944" y="109493"/>
                  <a:pt x="310420" y="108541"/>
                </a:cubicBezTo>
                <a:lnTo>
                  <a:pt x="312039" y="105874"/>
                </a:lnTo>
                <a:cubicBezTo>
                  <a:pt x="313087" y="103778"/>
                  <a:pt x="313658" y="102159"/>
                  <a:pt x="314706" y="99587"/>
                </a:cubicBezTo>
                <a:lnTo>
                  <a:pt x="315278" y="95873"/>
                </a:lnTo>
                <a:lnTo>
                  <a:pt x="316325" y="91205"/>
                </a:lnTo>
                <a:cubicBezTo>
                  <a:pt x="317945" y="83300"/>
                  <a:pt x="320040" y="75489"/>
                  <a:pt x="322612" y="67107"/>
                </a:cubicBezTo>
                <a:cubicBezTo>
                  <a:pt x="324231" y="62345"/>
                  <a:pt x="324231" y="56630"/>
                  <a:pt x="326326" y="51867"/>
                </a:cubicBezTo>
                <a:cubicBezTo>
                  <a:pt x="327946" y="48152"/>
                  <a:pt x="329470" y="46057"/>
                  <a:pt x="329946" y="42437"/>
                </a:cubicBezTo>
                <a:lnTo>
                  <a:pt x="329946" y="39294"/>
                </a:lnTo>
                <a:cubicBezTo>
                  <a:pt x="332042" y="27769"/>
                  <a:pt x="340424" y="21482"/>
                  <a:pt x="338328" y="7862"/>
                </a:cubicBezTo>
                <a:cubicBezTo>
                  <a:pt x="337280" y="2147"/>
                  <a:pt x="325184" y="3194"/>
                  <a:pt x="322612" y="2623"/>
                </a:cubicBezTo>
                <a:cubicBezTo>
                  <a:pt x="320040" y="2623"/>
                  <a:pt x="317945" y="3194"/>
                  <a:pt x="316325" y="3194"/>
                </a:cubicBezTo>
                <a:cubicBezTo>
                  <a:pt x="314230" y="3194"/>
                  <a:pt x="311658" y="2147"/>
                  <a:pt x="310039" y="2623"/>
                </a:cubicBezTo>
                <a:cubicBezTo>
                  <a:pt x="299561" y="5195"/>
                  <a:pt x="286988" y="2623"/>
                  <a:pt x="276035" y="2051"/>
                </a:cubicBezTo>
                <a:cubicBezTo>
                  <a:pt x="272891" y="2051"/>
                  <a:pt x="269177" y="2051"/>
                  <a:pt x="266033" y="2623"/>
                </a:cubicBezTo>
                <a:cubicBezTo>
                  <a:pt x="253460" y="3671"/>
                  <a:pt x="254508" y="4147"/>
                  <a:pt x="251365" y="17291"/>
                </a:cubicBezTo>
                <a:cubicBezTo>
                  <a:pt x="247174" y="30436"/>
                  <a:pt x="241364" y="42437"/>
                  <a:pt x="238792" y="56534"/>
                </a:cubicBezTo>
                <a:cubicBezTo>
                  <a:pt x="235077" y="61773"/>
                  <a:pt x="233077" y="68631"/>
                  <a:pt x="230886" y="77013"/>
                </a:cubicBezTo>
                <a:cubicBezTo>
                  <a:pt x="226219" y="84824"/>
                  <a:pt x="227743" y="94825"/>
                  <a:pt x="222504" y="104255"/>
                </a:cubicBezTo>
                <a:cubicBezTo>
                  <a:pt x="222504" y="106350"/>
                  <a:pt x="221933" y="107969"/>
                  <a:pt x="220885" y="109493"/>
                </a:cubicBezTo>
                <a:cubicBezTo>
                  <a:pt x="218789" y="113684"/>
                  <a:pt x="218789" y="115780"/>
                  <a:pt x="217742" y="118447"/>
                </a:cubicBezTo>
                <a:lnTo>
                  <a:pt x="216694" y="122066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57A4BA29-56D2-5FC9-D0F8-6113B326C1AB}"/>
              </a:ext>
            </a:extLst>
          </p:cNvPr>
          <p:cNvSpPr/>
          <p:nvPr/>
        </p:nvSpPr>
        <p:spPr bwMode="gray">
          <a:xfrm>
            <a:off x="793163" y="3782627"/>
            <a:ext cx="887467" cy="229400"/>
          </a:xfrm>
          <a:custGeom>
            <a:avLst/>
            <a:gdLst>
              <a:gd name="connsiteX0" fmla="*/ 0 w 887467"/>
              <a:gd name="connsiteY0" fmla="*/ 229400 h 229400"/>
              <a:gd name="connsiteX1" fmla="*/ 443798 w 887467"/>
              <a:gd name="connsiteY1" fmla="*/ 0 h 229400"/>
              <a:gd name="connsiteX2" fmla="*/ 887467 w 887467"/>
              <a:gd name="connsiteY2" fmla="*/ 229400 h 229400"/>
              <a:gd name="connsiteX3" fmla="*/ 720514 w 887467"/>
              <a:gd name="connsiteY3" fmla="*/ 229400 h 229400"/>
              <a:gd name="connsiteX4" fmla="*/ 443798 w 887467"/>
              <a:gd name="connsiteY4" fmla="*/ 125023 h 229400"/>
              <a:gd name="connsiteX5" fmla="*/ 167081 w 887467"/>
              <a:gd name="connsiteY5" fmla="*/ 229400 h 229400"/>
              <a:gd name="connsiteX6" fmla="*/ 0 w 887467"/>
              <a:gd name="connsiteY6" fmla="*/ 229400 h 22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7467" h="229400">
                <a:moveTo>
                  <a:pt x="0" y="229400"/>
                </a:moveTo>
                <a:cubicBezTo>
                  <a:pt x="98607" y="90529"/>
                  <a:pt x="260560" y="0"/>
                  <a:pt x="443798" y="0"/>
                </a:cubicBezTo>
                <a:cubicBezTo>
                  <a:pt x="627036" y="0"/>
                  <a:pt x="788988" y="90529"/>
                  <a:pt x="887467" y="229400"/>
                </a:cubicBezTo>
                <a:lnTo>
                  <a:pt x="720514" y="229400"/>
                </a:lnTo>
                <a:cubicBezTo>
                  <a:pt x="646783" y="164389"/>
                  <a:pt x="549843" y="125023"/>
                  <a:pt x="443798" y="125023"/>
                </a:cubicBezTo>
                <a:cubicBezTo>
                  <a:pt x="337753" y="125023"/>
                  <a:pt x="240941" y="164389"/>
                  <a:pt x="167081" y="229400"/>
                </a:cubicBezTo>
                <a:lnTo>
                  <a:pt x="0" y="229400"/>
                </a:lnTo>
                <a:close/>
              </a:path>
            </a:pathLst>
          </a:custGeom>
          <a:solidFill>
            <a:srgbClr val="FEA121"/>
          </a:solidFill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E1ED1C58-AE74-F682-4D47-B7213D681C0D}"/>
              </a:ext>
            </a:extLst>
          </p:cNvPr>
          <p:cNvSpPr/>
          <p:nvPr/>
        </p:nvSpPr>
        <p:spPr bwMode="gray">
          <a:xfrm>
            <a:off x="793034" y="5007206"/>
            <a:ext cx="887595" cy="229400"/>
          </a:xfrm>
          <a:custGeom>
            <a:avLst/>
            <a:gdLst>
              <a:gd name="connsiteX0" fmla="*/ 887596 w 887595"/>
              <a:gd name="connsiteY0" fmla="*/ 0 h 229400"/>
              <a:gd name="connsiteX1" fmla="*/ 443798 w 887595"/>
              <a:gd name="connsiteY1" fmla="*/ 229400 h 229400"/>
              <a:gd name="connsiteX2" fmla="*/ 0 w 887595"/>
              <a:gd name="connsiteY2" fmla="*/ 0 h 229400"/>
              <a:gd name="connsiteX3" fmla="*/ 167081 w 887595"/>
              <a:gd name="connsiteY3" fmla="*/ 0 h 229400"/>
              <a:gd name="connsiteX4" fmla="*/ 443798 w 887595"/>
              <a:gd name="connsiteY4" fmla="*/ 104378 h 229400"/>
              <a:gd name="connsiteX5" fmla="*/ 720514 w 887595"/>
              <a:gd name="connsiteY5" fmla="*/ 0 h 229400"/>
              <a:gd name="connsiteX6" fmla="*/ 887596 w 887595"/>
              <a:gd name="connsiteY6" fmla="*/ 0 h 22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7595" h="229400">
                <a:moveTo>
                  <a:pt x="887596" y="0"/>
                </a:moveTo>
                <a:cubicBezTo>
                  <a:pt x="788988" y="138743"/>
                  <a:pt x="627036" y="229400"/>
                  <a:pt x="443798" y="229400"/>
                </a:cubicBezTo>
                <a:cubicBezTo>
                  <a:pt x="260560" y="229400"/>
                  <a:pt x="98608" y="138871"/>
                  <a:pt x="0" y="0"/>
                </a:cubicBezTo>
                <a:lnTo>
                  <a:pt x="167081" y="0"/>
                </a:lnTo>
                <a:cubicBezTo>
                  <a:pt x="240941" y="65012"/>
                  <a:pt x="337753" y="104378"/>
                  <a:pt x="443798" y="104378"/>
                </a:cubicBezTo>
                <a:cubicBezTo>
                  <a:pt x="549843" y="104378"/>
                  <a:pt x="646655" y="65012"/>
                  <a:pt x="720514" y="0"/>
                </a:cubicBezTo>
                <a:lnTo>
                  <a:pt x="887596" y="0"/>
                </a:lnTo>
                <a:close/>
              </a:path>
            </a:pathLst>
          </a:custGeom>
          <a:solidFill>
            <a:srgbClr val="FEA121"/>
          </a:solidFill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C7F6590E-4A3A-A271-2C01-759B81DA093C}"/>
              </a:ext>
            </a:extLst>
          </p:cNvPr>
          <p:cNvSpPr/>
          <p:nvPr/>
        </p:nvSpPr>
        <p:spPr bwMode="gray">
          <a:xfrm>
            <a:off x="695325" y="3782627"/>
            <a:ext cx="1083143" cy="1453979"/>
          </a:xfrm>
          <a:custGeom>
            <a:avLst/>
            <a:gdLst>
              <a:gd name="connsiteX0" fmla="*/ 0 w 1083143"/>
              <a:gd name="connsiteY0" fmla="*/ 0 h 1453979"/>
              <a:gd name="connsiteX1" fmla="*/ 1083144 w 1083143"/>
              <a:gd name="connsiteY1" fmla="*/ 0 h 1453979"/>
              <a:gd name="connsiteX2" fmla="*/ 1083144 w 1083143"/>
              <a:gd name="connsiteY2" fmla="*/ 1453980 h 1453979"/>
              <a:gd name="connsiteX3" fmla="*/ 0 w 1083143"/>
              <a:gd name="connsiteY3" fmla="*/ 1453980 h 1453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3143" h="1453979">
                <a:moveTo>
                  <a:pt x="0" y="0"/>
                </a:moveTo>
                <a:lnTo>
                  <a:pt x="1083144" y="0"/>
                </a:lnTo>
                <a:lnTo>
                  <a:pt x="1083144" y="1453980"/>
                </a:lnTo>
                <a:lnTo>
                  <a:pt x="0" y="1453980"/>
                </a:lnTo>
                <a:close/>
              </a:path>
            </a:pathLst>
          </a:custGeom>
          <a:noFill/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26F6D00B-3C6F-1646-375E-A45F7E7278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022474" y="3986268"/>
            <a:ext cx="3780000" cy="104644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 noProof="0" dirty="0"/>
              <a:t>Vorname Nachname</a:t>
            </a:r>
          </a:p>
          <a:p>
            <a:pPr lvl="1"/>
            <a:r>
              <a:rPr lang="de-DE" noProof="0" dirty="0"/>
              <a:t>Dein Jobtitel</a:t>
            </a:r>
          </a:p>
          <a:p>
            <a:pPr lvl="1"/>
            <a:r>
              <a:rPr lang="de-DE" noProof="0" dirty="0"/>
              <a:t>Vorname.nachname@big-direkt.de</a:t>
            </a:r>
          </a:p>
          <a:p>
            <a:pPr lvl="1"/>
            <a:r>
              <a:rPr lang="de-DE" noProof="0" dirty="0"/>
              <a:t>Deine Telefonnummer oder Durchwahl </a:t>
            </a:r>
          </a:p>
        </p:txBody>
      </p:sp>
    </p:spTree>
    <p:extLst>
      <p:ext uri="{BB962C8B-B14F-4D97-AF65-F5344CB8AC3E}">
        <p14:creationId xmlns:p14="http://schemas.microsoft.com/office/powerpoint/2010/main" val="20534140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7015">
          <p15:clr>
            <a:srgbClr val="FBAE40"/>
          </p15:clr>
        </p15:guide>
        <p15:guide id="3" orient="horz" pos="2500" userDrawn="1">
          <p15:clr>
            <a:srgbClr val="FBAE40"/>
          </p15:clr>
        </p15:guide>
        <p15:guide id="4" orient="horz" pos="3181" userDrawn="1">
          <p15:clr>
            <a:srgbClr val="FBAE40"/>
          </p15:clr>
        </p15:guide>
        <p15:guide id="7" pos="740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Kontakte mit Foto, Variante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824E0FD8-8C35-4688-8D07-75D10A332885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9" name="Bildplatzhalter 38">
            <a:extLst>
              <a:ext uri="{FF2B5EF4-FFF2-40B4-BE49-F238E27FC236}">
                <a16:creationId xmlns:a16="http://schemas.microsoft.com/office/drawing/2014/main" id="{D75C2669-3447-74C3-164A-BA613F55DF1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695325" y="3907521"/>
            <a:ext cx="1083272" cy="1203935"/>
          </a:xfrm>
          <a:custGeom>
            <a:avLst/>
            <a:gdLst>
              <a:gd name="connsiteX0" fmla="*/ 541636 w 1083272"/>
              <a:gd name="connsiteY0" fmla="*/ 0 h 1203935"/>
              <a:gd name="connsiteX1" fmla="*/ 818352 w 1083272"/>
              <a:gd name="connsiteY1" fmla="*/ 104378 h 1203935"/>
              <a:gd name="connsiteX2" fmla="*/ 985434 w 1083272"/>
              <a:gd name="connsiteY2" fmla="*/ 104378 h 1203935"/>
              <a:gd name="connsiteX3" fmla="*/ 1083272 w 1083272"/>
              <a:gd name="connsiteY3" fmla="*/ 414177 h 1203935"/>
              <a:gd name="connsiteX4" fmla="*/ 1083272 w 1083272"/>
              <a:gd name="connsiteY4" fmla="*/ 789886 h 1203935"/>
              <a:gd name="connsiteX5" fmla="*/ 985434 w 1083272"/>
              <a:gd name="connsiteY5" fmla="*/ 1099557 h 1203935"/>
              <a:gd name="connsiteX6" fmla="*/ 818352 w 1083272"/>
              <a:gd name="connsiteY6" fmla="*/ 1099557 h 1203935"/>
              <a:gd name="connsiteX7" fmla="*/ 541636 w 1083272"/>
              <a:gd name="connsiteY7" fmla="*/ 1203935 h 1203935"/>
              <a:gd name="connsiteX8" fmla="*/ 264920 w 1083272"/>
              <a:gd name="connsiteY8" fmla="*/ 1099557 h 1203935"/>
              <a:gd name="connsiteX9" fmla="*/ 97838 w 1083272"/>
              <a:gd name="connsiteY9" fmla="*/ 1099557 h 1203935"/>
              <a:gd name="connsiteX10" fmla="*/ 0 w 1083272"/>
              <a:gd name="connsiteY10" fmla="*/ 789886 h 1203935"/>
              <a:gd name="connsiteX11" fmla="*/ 0 w 1083272"/>
              <a:gd name="connsiteY11" fmla="*/ 414177 h 1203935"/>
              <a:gd name="connsiteX12" fmla="*/ 97838 w 1083272"/>
              <a:gd name="connsiteY12" fmla="*/ 104378 h 1203935"/>
              <a:gd name="connsiteX13" fmla="*/ 264920 w 1083272"/>
              <a:gd name="connsiteY13" fmla="*/ 104378 h 1203935"/>
              <a:gd name="connsiteX14" fmla="*/ 541636 w 1083272"/>
              <a:gd name="connsiteY14" fmla="*/ 0 h 1203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83272" h="1203935">
                <a:moveTo>
                  <a:pt x="541636" y="0"/>
                </a:moveTo>
                <a:cubicBezTo>
                  <a:pt x="647681" y="0"/>
                  <a:pt x="744621" y="39366"/>
                  <a:pt x="818352" y="104378"/>
                </a:cubicBezTo>
                <a:lnTo>
                  <a:pt x="985434" y="104378"/>
                </a:lnTo>
                <a:cubicBezTo>
                  <a:pt x="1047112" y="192086"/>
                  <a:pt x="1083272" y="298900"/>
                  <a:pt x="1083272" y="414177"/>
                </a:cubicBezTo>
                <a:lnTo>
                  <a:pt x="1083272" y="789886"/>
                </a:lnTo>
                <a:cubicBezTo>
                  <a:pt x="1083272" y="905163"/>
                  <a:pt x="1047112" y="1011977"/>
                  <a:pt x="985434" y="1099557"/>
                </a:cubicBezTo>
                <a:lnTo>
                  <a:pt x="818352" y="1099557"/>
                </a:lnTo>
                <a:cubicBezTo>
                  <a:pt x="744493" y="1164441"/>
                  <a:pt x="647681" y="1203935"/>
                  <a:pt x="541636" y="1203935"/>
                </a:cubicBezTo>
                <a:cubicBezTo>
                  <a:pt x="435591" y="1203935"/>
                  <a:pt x="338779" y="1164569"/>
                  <a:pt x="264920" y="1099557"/>
                </a:cubicBezTo>
                <a:lnTo>
                  <a:pt x="97838" y="1099557"/>
                </a:lnTo>
                <a:cubicBezTo>
                  <a:pt x="36160" y="1011977"/>
                  <a:pt x="0" y="905163"/>
                  <a:pt x="0" y="789886"/>
                </a:cubicBezTo>
                <a:lnTo>
                  <a:pt x="0" y="414177"/>
                </a:lnTo>
                <a:cubicBezTo>
                  <a:pt x="0" y="298900"/>
                  <a:pt x="36160" y="192086"/>
                  <a:pt x="97838" y="104378"/>
                </a:cubicBezTo>
                <a:lnTo>
                  <a:pt x="264920" y="104378"/>
                </a:lnTo>
                <a:cubicBezTo>
                  <a:pt x="338779" y="39366"/>
                  <a:pt x="435591" y="0"/>
                  <a:pt x="54163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38" name="Bildplatzhalter 37">
            <a:extLst>
              <a:ext uri="{FF2B5EF4-FFF2-40B4-BE49-F238E27FC236}">
                <a16:creationId xmlns:a16="http://schemas.microsoft.com/office/drawing/2014/main" id="{FA41D9CF-B7E0-6CB0-09B9-2CC30E2E442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6607176" y="3907521"/>
            <a:ext cx="1083272" cy="1203935"/>
          </a:xfrm>
          <a:custGeom>
            <a:avLst/>
            <a:gdLst>
              <a:gd name="connsiteX0" fmla="*/ 541636 w 1083272"/>
              <a:gd name="connsiteY0" fmla="*/ 0 h 1203935"/>
              <a:gd name="connsiteX1" fmla="*/ 818352 w 1083272"/>
              <a:gd name="connsiteY1" fmla="*/ 104378 h 1203935"/>
              <a:gd name="connsiteX2" fmla="*/ 985434 w 1083272"/>
              <a:gd name="connsiteY2" fmla="*/ 104378 h 1203935"/>
              <a:gd name="connsiteX3" fmla="*/ 1083272 w 1083272"/>
              <a:gd name="connsiteY3" fmla="*/ 414177 h 1203935"/>
              <a:gd name="connsiteX4" fmla="*/ 1083272 w 1083272"/>
              <a:gd name="connsiteY4" fmla="*/ 789886 h 1203935"/>
              <a:gd name="connsiteX5" fmla="*/ 985434 w 1083272"/>
              <a:gd name="connsiteY5" fmla="*/ 1099557 h 1203935"/>
              <a:gd name="connsiteX6" fmla="*/ 818352 w 1083272"/>
              <a:gd name="connsiteY6" fmla="*/ 1099557 h 1203935"/>
              <a:gd name="connsiteX7" fmla="*/ 541636 w 1083272"/>
              <a:gd name="connsiteY7" fmla="*/ 1203935 h 1203935"/>
              <a:gd name="connsiteX8" fmla="*/ 264920 w 1083272"/>
              <a:gd name="connsiteY8" fmla="*/ 1099557 h 1203935"/>
              <a:gd name="connsiteX9" fmla="*/ 97838 w 1083272"/>
              <a:gd name="connsiteY9" fmla="*/ 1099557 h 1203935"/>
              <a:gd name="connsiteX10" fmla="*/ 0 w 1083272"/>
              <a:gd name="connsiteY10" fmla="*/ 789886 h 1203935"/>
              <a:gd name="connsiteX11" fmla="*/ 0 w 1083272"/>
              <a:gd name="connsiteY11" fmla="*/ 414177 h 1203935"/>
              <a:gd name="connsiteX12" fmla="*/ 97838 w 1083272"/>
              <a:gd name="connsiteY12" fmla="*/ 104378 h 1203935"/>
              <a:gd name="connsiteX13" fmla="*/ 264920 w 1083272"/>
              <a:gd name="connsiteY13" fmla="*/ 104378 h 1203935"/>
              <a:gd name="connsiteX14" fmla="*/ 541636 w 1083272"/>
              <a:gd name="connsiteY14" fmla="*/ 0 h 1203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83272" h="1203935">
                <a:moveTo>
                  <a:pt x="541636" y="0"/>
                </a:moveTo>
                <a:cubicBezTo>
                  <a:pt x="647681" y="0"/>
                  <a:pt x="744621" y="39366"/>
                  <a:pt x="818352" y="104378"/>
                </a:cubicBezTo>
                <a:lnTo>
                  <a:pt x="985434" y="104378"/>
                </a:lnTo>
                <a:cubicBezTo>
                  <a:pt x="1047112" y="192086"/>
                  <a:pt x="1083272" y="298900"/>
                  <a:pt x="1083272" y="414177"/>
                </a:cubicBezTo>
                <a:lnTo>
                  <a:pt x="1083272" y="789886"/>
                </a:lnTo>
                <a:cubicBezTo>
                  <a:pt x="1083272" y="905163"/>
                  <a:pt x="1047112" y="1011977"/>
                  <a:pt x="985434" y="1099557"/>
                </a:cubicBezTo>
                <a:lnTo>
                  <a:pt x="818352" y="1099557"/>
                </a:lnTo>
                <a:cubicBezTo>
                  <a:pt x="744493" y="1164441"/>
                  <a:pt x="647681" y="1203935"/>
                  <a:pt x="541636" y="1203935"/>
                </a:cubicBezTo>
                <a:cubicBezTo>
                  <a:pt x="435591" y="1203935"/>
                  <a:pt x="338779" y="1164569"/>
                  <a:pt x="264920" y="1099557"/>
                </a:cubicBezTo>
                <a:lnTo>
                  <a:pt x="97838" y="1099557"/>
                </a:lnTo>
                <a:cubicBezTo>
                  <a:pt x="36160" y="1011977"/>
                  <a:pt x="0" y="905163"/>
                  <a:pt x="0" y="789886"/>
                </a:cubicBezTo>
                <a:lnTo>
                  <a:pt x="0" y="414177"/>
                </a:lnTo>
                <a:cubicBezTo>
                  <a:pt x="0" y="298900"/>
                  <a:pt x="36160" y="192086"/>
                  <a:pt x="97838" y="104378"/>
                </a:cubicBezTo>
                <a:lnTo>
                  <a:pt x="264920" y="104378"/>
                </a:lnTo>
                <a:cubicBezTo>
                  <a:pt x="338779" y="39366"/>
                  <a:pt x="435591" y="0"/>
                  <a:pt x="54163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FF80B6F-948F-9008-CEA2-8C20C518E482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A833B58-CF64-BA1A-23CF-39FCC1747314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E7B9E-4EDD-DAF7-A165-941A8585E19A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C15A4BE-4E0A-68C8-DBF1-AE5098A1C74D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4596F0F-8377-9076-15EC-C210DB95787F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EA4F8A3E-653A-3F5F-7ABE-E2D7357143A3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8" name="Grafik 6">
            <a:extLst>
              <a:ext uri="{FF2B5EF4-FFF2-40B4-BE49-F238E27FC236}">
                <a16:creationId xmlns:a16="http://schemas.microsoft.com/office/drawing/2014/main" id="{A0265C39-6AB9-FA2B-A4ED-B7D74C812381}"/>
              </a:ext>
            </a:extLst>
          </p:cNvPr>
          <p:cNvSpPr/>
          <p:nvPr/>
        </p:nvSpPr>
        <p:spPr bwMode="gray">
          <a:xfrm>
            <a:off x="695325" y="1789098"/>
            <a:ext cx="6794499" cy="1286276"/>
          </a:xfrm>
          <a:custGeom>
            <a:avLst/>
            <a:gdLst>
              <a:gd name="connsiteX0" fmla="*/ 4196239 w 5114885"/>
              <a:gd name="connsiteY0" fmla="*/ 945503 h 968306"/>
              <a:gd name="connsiteX1" fmla="*/ 4195191 w 5114885"/>
              <a:gd name="connsiteY1" fmla="*/ 939216 h 968306"/>
              <a:gd name="connsiteX2" fmla="*/ 4192048 w 5114885"/>
              <a:gd name="connsiteY2" fmla="*/ 891591 h 968306"/>
              <a:gd name="connsiteX3" fmla="*/ 4192048 w 5114885"/>
              <a:gd name="connsiteY3" fmla="*/ 886924 h 968306"/>
              <a:gd name="connsiteX4" fmla="*/ 4193667 w 5114885"/>
              <a:gd name="connsiteY4" fmla="*/ 880066 h 968306"/>
              <a:gd name="connsiteX5" fmla="*/ 4198906 w 5114885"/>
              <a:gd name="connsiteY5" fmla="*/ 880066 h 968306"/>
              <a:gd name="connsiteX6" fmla="*/ 4216718 w 5114885"/>
              <a:gd name="connsiteY6" fmla="*/ 880637 h 968306"/>
              <a:gd name="connsiteX7" fmla="*/ 4258151 w 5114885"/>
              <a:gd name="connsiteY7" fmla="*/ 883209 h 968306"/>
              <a:gd name="connsiteX8" fmla="*/ 4259771 w 5114885"/>
              <a:gd name="connsiteY8" fmla="*/ 943407 h 968306"/>
              <a:gd name="connsiteX9" fmla="*/ 4259771 w 5114885"/>
              <a:gd name="connsiteY9" fmla="*/ 945503 h 968306"/>
              <a:gd name="connsiteX10" fmla="*/ 4256056 w 5114885"/>
              <a:gd name="connsiteY10" fmla="*/ 945979 h 968306"/>
              <a:gd name="connsiteX11" fmla="*/ 4250341 w 5114885"/>
              <a:gd name="connsiteY11" fmla="*/ 945503 h 968306"/>
              <a:gd name="connsiteX12" fmla="*/ 4244055 w 5114885"/>
              <a:gd name="connsiteY12" fmla="*/ 944455 h 968306"/>
              <a:gd name="connsiteX13" fmla="*/ 4235196 w 5114885"/>
              <a:gd name="connsiteY13" fmla="*/ 944455 h 968306"/>
              <a:gd name="connsiteX14" fmla="*/ 4232529 w 5114885"/>
              <a:gd name="connsiteY14" fmla="*/ 943979 h 968306"/>
              <a:gd name="connsiteX15" fmla="*/ 4209003 w 5114885"/>
              <a:gd name="connsiteY15" fmla="*/ 943407 h 968306"/>
              <a:gd name="connsiteX16" fmla="*/ 4196430 w 5114885"/>
              <a:gd name="connsiteY16" fmla="*/ 945503 h 968306"/>
              <a:gd name="connsiteX17" fmla="*/ 4190619 w 5114885"/>
              <a:gd name="connsiteY17" fmla="*/ 955504 h 968306"/>
              <a:gd name="connsiteX18" fmla="*/ 4194810 w 5114885"/>
              <a:gd name="connsiteY18" fmla="*/ 955504 h 968306"/>
              <a:gd name="connsiteX19" fmla="*/ 4210526 w 5114885"/>
              <a:gd name="connsiteY19" fmla="*/ 953408 h 968306"/>
              <a:gd name="connsiteX20" fmla="*/ 4231005 w 5114885"/>
              <a:gd name="connsiteY20" fmla="*/ 953980 h 968306"/>
              <a:gd name="connsiteX21" fmla="*/ 4242531 w 5114885"/>
              <a:gd name="connsiteY21" fmla="*/ 954456 h 968306"/>
              <a:gd name="connsiteX22" fmla="*/ 4248817 w 5114885"/>
              <a:gd name="connsiteY22" fmla="*/ 955504 h 968306"/>
              <a:gd name="connsiteX23" fmla="*/ 4256151 w 5114885"/>
              <a:gd name="connsiteY23" fmla="*/ 955980 h 968306"/>
              <a:gd name="connsiteX24" fmla="*/ 4269296 w 5114885"/>
              <a:gd name="connsiteY24" fmla="*/ 947598 h 968306"/>
              <a:gd name="connsiteX25" fmla="*/ 4269772 w 5114885"/>
              <a:gd name="connsiteY25" fmla="*/ 944931 h 968306"/>
              <a:gd name="connsiteX26" fmla="*/ 4270343 w 5114885"/>
              <a:gd name="connsiteY26" fmla="*/ 942359 h 968306"/>
              <a:gd name="connsiteX27" fmla="*/ 4268724 w 5114885"/>
              <a:gd name="connsiteY27" fmla="*/ 881114 h 968306"/>
              <a:gd name="connsiteX28" fmla="*/ 4245102 w 5114885"/>
              <a:gd name="connsiteY28" fmla="*/ 871684 h 968306"/>
              <a:gd name="connsiteX29" fmla="*/ 4217289 w 5114885"/>
              <a:gd name="connsiteY29" fmla="*/ 870636 h 968306"/>
              <a:gd name="connsiteX30" fmla="*/ 4199001 w 5114885"/>
              <a:gd name="connsiteY30" fmla="*/ 870065 h 968306"/>
              <a:gd name="connsiteX31" fmla="*/ 4190143 w 5114885"/>
              <a:gd name="connsiteY31" fmla="*/ 870065 h 968306"/>
              <a:gd name="connsiteX32" fmla="*/ 4182237 w 5114885"/>
              <a:gd name="connsiteY32" fmla="*/ 885781 h 968306"/>
              <a:gd name="connsiteX33" fmla="*/ 4182237 w 5114885"/>
              <a:gd name="connsiteY33" fmla="*/ 892067 h 968306"/>
              <a:gd name="connsiteX34" fmla="*/ 4186428 w 5114885"/>
              <a:gd name="connsiteY34" fmla="*/ 947122 h 968306"/>
              <a:gd name="connsiteX35" fmla="*/ 4186428 w 5114885"/>
              <a:gd name="connsiteY35" fmla="*/ 949217 h 968306"/>
              <a:gd name="connsiteX36" fmla="*/ 4186904 w 5114885"/>
              <a:gd name="connsiteY36" fmla="*/ 954932 h 968306"/>
              <a:gd name="connsiteX37" fmla="*/ 4190619 w 5114885"/>
              <a:gd name="connsiteY37" fmla="*/ 955504 h 968306"/>
              <a:gd name="connsiteX38" fmla="*/ 4136612 w 5114885"/>
              <a:gd name="connsiteY38" fmla="*/ 902069 h 968306"/>
              <a:gd name="connsiteX39" fmla="*/ 4136612 w 5114885"/>
              <a:gd name="connsiteY39" fmla="*/ 944455 h 968306"/>
              <a:gd name="connsiteX40" fmla="*/ 4125087 w 5114885"/>
              <a:gd name="connsiteY40" fmla="*/ 942931 h 968306"/>
              <a:gd name="connsiteX41" fmla="*/ 4108323 w 5114885"/>
              <a:gd name="connsiteY41" fmla="*/ 945026 h 968306"/>
              <a:gd name="connsiteX42" fmla="*/ 4089464 w 5114885"/>
              <a:gd name="connsiteY42" fmla="*/ 945026 h 968306"/>
              <a:gd name="connsiteX43" fmla="*/ 4075843 w 5114885"/>
              <a:gd name="connsiteY43" fmla="*/ 945026 h 968306"/>
              <a:gd name="connsiteX44" fmla="*/ 4055936 w 5114885"/>
              <a:gd name="connsiteY44" fmla="*/ 940835 h 968306"/>
              <a:gd name="connsiteX45" fmla="*/ 4052792 w 5114885"/>
              <a:gd name="connsiteY45" fmla="*/ 939216 h 968306"/>
              <a:gd name="connsiteX46" fmla="*/ 4048601 w 5114885"/>
              <a:gd name="connsiteY46" fmla="*/ 938168 h 968306"/>
              <a:gd name="connsiteX47" fmla="*/ 4036600 w 5114885"/>
              <a:gd name="connsiteY47" fmla="*/ 932358 h 968306"/>
              <a:gd name="connsiteX48" fmla="*/ 4033933 w 5114885"/>
              <a:gd name="connsiteY48" fmla="*/ 930263 h 968306"/>
              <a:gd name="connsiteX49" fmla="*/ 4030790 w 5114885"/>
              <a:gd name="connsiteY49" fmla="*/ 927691 h 968306"/>
              <a:gd name="connsiteX50" fmla="*/ 4030313 w 5114885"/>
              <a:gd name="connsiteY50" fmla="*/ 924548 h 968306"/>
              <a:gd name="connsiteX51" fmla="*/ 4029266 w 5114885"/>
              <a:gd name="connsiteY51" fmla="*/ 921404 h 968306"/>
              <a:gd name="connsiteX52" fmla="*/ 4024027 w 5114885"/>
              <a:gd name="connsiteY52" fmla="*/ 905212 h 968306"/>
              <a:gd name="connsiteX53" fmla="*/ 4023551 w 5114885"/>
              <a:gd name="connsiteY53" fmla="*/ 902545 h 968306"/>
              <a:gd name="connsiteX54" fmla="*/ 4019836 w 5114885"/>
              <a:gd name="connsiteY54" fmla="*/ 864350 h 968306"/>
              <a:gd name="connsiteX55" fmla="*/ 4017264 w 5114885"/>
              <a:gd name="connsiteY55" fmla="*/ 838156 h 968306"/>
              <a:gd name="connsiteX56" fmla="*/ 4017740 w 5114885"/>
              <a:gd name="connsiteY56" fmla="*/ 815105 h 968306"/>
              <a:gd name="connsiteX57" fmla="*/ 4019836 w 5114885"/>
              <a:gd name="connsiteY57" fmla="*/ 784149 h 968306"/>
              <a:gd name="connsiteX58" fmla="*/ 4021455 w 5114885"/>
              <a:gd name="connsiteY58" fmla="*/ 752717 h 968306"/>
              <a:gd name="connsiteX59" fmla="*/ 4014121 w 5114885"/>
              <a:gd name="connsiteY59" fmla="*/ 727571 h 968306"/>
              <a:gd name="connsiteX60" fmla="*/ 3978497 w 5114885"/>
              <a:gd name="connsiteY60" fmla="*/ 726047 h 968306"/>
              <a:gd name="connsiteX61" fmla="*/ 3978021 w 5114885"/>
              <a:gd name="connsiteY61" fmla="*/ 687280 h 968306"/>
              <a:gd name="connsiteX62" fmla="*/ 4017264 w 5114885"/>
              <a:gd name="connsiteY62" fmla="*/ 681565 h 968306"/>
              <a:gd name="connsiteX63" fmla="*/ 4025646 w 5114885"/>
              <a:gd name="connsiteY63" fmla="*/ 611937 h 968306"/>
              <a:gd name="connsiteX64" fmla="*/ 4028789 w 5114885"/>
              <a:gd name="connsiteY64" fmla="*/ 611937 h 968306"/>
              <a:gd name="connsiteX65" fmla="*/ 4086416 w 5114885"/>
              <a:gd name="connsiteY65" fmla="*/ 614033 h 968306"/>
              <a:gd name="connsiteX66" fmla="*/ 4085368 w 5114885"/>
              <a:gd name="connsiteY66" fmla="*/ 678993 h 968306"/>
              <a:gd name="connsiteX67" fmla="*/ 4107847 w 5114885"/>
              <a:gd name="connsiteY67" fmla="*/ 687851 h 968306"/>
              <a:gd name="connsiteX68" fmla="*/ 4138232 w 5114885"/>
              <a:gd name="connsiteY68" fmla="*/ 694138 h 968306"/>
              <a:gd name="connsiteX69" fmla="*/ 4136136 w 5114885"/>
              <a:gd name="connsiteY69" fmla="*/ 731857 h 968306"/>
              <a:gd name="connsiteX70" fmla="*/ 4122515 w 5114885"/>
              <a:gd name="connsiteY70" fmla="*/ 731285 h 968306"/>
              <a:gd name="connsiteX71" fmla="*/ 4092607 w 5114885"/>
              <a:gd name="connsiteY71" fmla="*/ 731857 h 968306"/>
              <a:gd name="connsiteX72" fmla="*/ 4081653 w 5114885"/>
              <a:gd name="connsiteY72" fmla="*/ 773767 h 968306"/>
              <a:gd name="connsiteX73" fmla="*/ 4080605 w 5114885"/>
              <a:gd name="connsiteY73" fmla="*/ 860159 h 968306"/>
              <a:gd name="connsiteX74" fmla="*/ 4086320 w 5114885"/>
              <a:gd name="connsiteY74" fmla="*/ 886924 h 968306"/>
              <a:gd name="connsiteX75" fmla="*/ 4136612 w 5114885"/>
              <a:gd name="connsiteY75" fmla="*/ 900068 h 968306"/>
              <a:gd name="connsiteX76" fmla="*/ 4136612 w 5114885"/>
              <a:gd name="connsiteY76" fmla="*/ 902164 h 968306"/>
              <a:gd name="connsiteX77" fmla="*/ 4094226 w 5114885"/>
              <a:gd name="connsiteY77" fmla="*/ 741763 h 968306"/>
              <a:gd name="connsiteX78" fmla="*/ 4122991 w 5114885"/>
              <a:gd name="connsiteY78" fmla="*/ 741191 h 968306"/>
              <a:gd name="connsiteX79" fmla="*/ 4136136 w 5114885"/>
              <a:gd name="connsiteY79" fmla="*/ 741763 h 968306"/>
              <a:gd name="connsiteX80" fmla="*/ 4146614 w 5114885"/>
              <a:gd name="connsiteY80" fmla="*/ 731762 h 968306"/>
              <a:gd name="connsiteX81" fmla="*/ 4148233 w 5114885"/>
              <a:gd name="connsiteY81" fmla="*/ 693471 h 968306"/>
              <a:gd name="connsiteX82" fmla="*/ 4138803 w 5114885"/>
              <a:gd name="connsiteY82" fmla="*/ 682517 h 968306"/>
              <a:gd name="connsiteX83" fmla="*/ 4107942 w 5114885"/>
              <a:gd name="connsiteY83" fmla="*/ 677279 h 968306"/>
              <a:gd name="connsiteX84" fmla="*/ 4095369 w 5114885"/>
              <a:gd name="connsiteY84" fmla="*/ 677279 h 968306"/>
              <a:gd name="connsiteX85" fmla="*/ 4096417 w 5114885"/>
              <a:gd name="connsiteY85" fmla="*/ 641084 h 968306"/>
              <a:gd name="connsiteX86" fmla="*/ 4092226 w 5114885"/>
              <a:gd name="connsiteY86" fmla="*/ 604412 h 968306"/>
              <a:gd name="connsiteX87" fmla="*/ 4040315 w 5114885"/>
              <a:gd name="connsiteY87" fmla="*/ 601745 h 968306"/>
              <a:gd name="connsiteX88" fmla="*/ 4015740 w 5114885"/>
              <a:gd name="connsiteY88" fmla="*/ 607556 h 968306"/>
              <a:gd name="connsiteX89" fmla="*/ 4011549 w 5114885"/>
              <a:gd name="connsiteY89" fmla="*/ 672992 h 968306"/>
              <a:gd name="connsiteX90" fmla="*/ 3991642 w 5114885"/>
              <a:gd name="connsiteY90" fmla="*/ 677183 h 968306"/>
              <a:gd name="connsiteX91" fmla="*/ 3967544 w 5114885"/>
              <a:gd name="connsiteY91" fmla="*/ 707092 h 968306"/>
              <a:gd name="connsiteX92" fmla="*/ 3968591 w 5114885"/>
              <a:gd name="connsiteY92" fmla="*/ 727571 h 968306"/>
              <a:gd name="connsiteX93" fmla="*/ 3968591 w 5114885"/>
              <a:gd name="connsiteY93" fmla="*/ 730714 h 968306"/>
              <a:gd name="connsiteX94" fmla="*/ 4010501 w 5114885"/>
              <a:gd name="connsiteY94" fmla="*/ 738048 h 968306"/>
              <a:gd name="connsiteX95" fmla="*/ 4009930 w 5114885"/>
              <a:gd name="connsiteY95" fmla="*/ 783578 h 968306"/>
              <a:gd name="connsiteX96" fmla="*/ 4007358 w 5114885"/>
              <a:gd name="connsiteY96" fmla="*/ 814534 h 968306"/>
              <a:gd name="connsiteX97" fmla="*/ 4006882 w 5114885"/>
              <a:gd name="connsiteY97" fmla="*/ 837584 h 968306"/>
              <a:gd name="connsiteX98" fmla="*/ 4009454 w 5114885"/>
              <a:gd name="connsiteY98" fmla="*/ 865302 h 968306"/>
              <a:gd name="connsiteX99" fmla="*/ 4013645 w 5114885"/>
              <a:gd name="connsiteY99" fmla="*/ 905117 h 968306"/>
              <a:gd name="connsiteX100" fmla="*/ 4014692 w 5114885"/>
              <a:gd name="connsiteY100" fmla="*/ 907784 h 968306"/>
              <a:gd name="connsiteX101" fmla="*/ 4019931 w 5114885"/>
              <a:gd name="connsiteY101" fmla="*/ 924548 h 968306"/>
              <a:gd name="connsiteX102" fmla="*/ 4020979 w 5114885"/>
              <a:gd name="connsiteY102" fmla="*/ 928739 h 968306"/>
              <a:gd name="connsiteX103" fmla="*/ 4027837 w 5114885"/>
              <a:gd name="connsiteY103" fmla="*/ 938168 h 968306"/>
              <a:gd name="connsiteX104" fmla="*/ 4030980 w 5114885"/>
              <a:gd name="connsiteY104" fmla="*/ 940835 h 968306"/>
              <a:gd name="connsiteX105" fmla="*/ 4045649 w 5114885"/>
              <a:gd name="connsiteY105" fmla="*/ 947598 h 968306"/>
              <a:gd name="connsiteX106" fmla="*/ 4049840 w 5114885"/>
              <a:gd name="connsiteY106" fmla="*/ 948646 h 968306"/>
              <a:gd name="connsiteX107" fmla="*/ 4052411 w 5114885"/>
              <a:gd name="connsiteY107" fmla="*/ 950170 h 968306"/>
              <a:gd name="connsiteX108" fmla="*/ 4054983 w 5114885"/>
              <a:gd name="connsiteY108" fmla="*/ 950741 h 968306"/>
              <a:gd name="connsiteX109" fmla="*/ 4075366 w 5114885"/>
              <a:gd name="connsiteY109" fmla="*/ 954932 h 968306"/>
              <a:gd name="connsiteX110" fmla="*/ 4090035 w 5114885"/>
              <a:gd name="connsiteY110" fmla="*/ 954932 h 968306"/>
              <a:gd name="connsiteX111" fmla="*/ 4109466 w 5114885"/>
              <a:gd name="connsiteY111" fmla="*/ 954932 h 968306"/>
              <a:gd name="connsiteX112" fmla="*/ 4125182 w 5114885"/>
              <a:gd name="connsiteY112" fmla="*/ 952837 h 968306"/>
              <a:gd name="connsiteX113" fmla="*/ 4135184 w 5114885"/>
              <a:gd name="connsiteY113" fmla="*/ 954932 h 968306"/>
              <a:gd name="connsiteX114" fmla="*/ 4146709 w 5114885"/>
              <a:gd name="connsiteY114" fmla="*/ 946074 h 968306"/>
              <a:gd name="connsiteX115" fmla="*/ 4146709 w 5114885"/>
              <a:gd name="connsiteY115" fmla="*/ 902069 h 968306"/>
              <a:gd name="connsiteX116" fmla="*/ 4147185 w 5114885"/>
              <a:gd name="connsiteY116" fmla="*/ 898925 h 968306"/>
              <a:gd name="connsiteX117" fmla="*/ 4139851 w 5114885"/>
              <a:gd name="connsiteY117" fmla="*/ 890067 h 968306"/>
              <a:gd name="connsiteX118" fmla="*/ 4094226 w 5114885"/>
              <a:gd name="connsiteY118" fmla="*/ 880637 h 968306"/>
              <a:gd name="connsiteX119" fmla="*/ 4090511 w 5114885"/>
              <a:gd name="connsiteY119" fmla="*/ 859682 h 968306"/>
              <a:gd name="connsiteX120" fmla="*/ 4091559 w 5114885"/>
              <a:gd name="connsiteY120" fmla="*/ 773767 h 968306"/>
              <a:gd name="connsiteX121" fmla="*/ 4094131 w 5114885"/>
              <a:gd name="connsiteY121" fmla="*/ 741858 h 968306"/>
              <a:gd name="connsiteX122" fmla="*/ 3933254 w 5114885"/>
              <a:gd name="connsiteY122" fmla="*/ 584696 h 968306"/>
              <a:gd name="connsiteX123" fmla="*/ 3933825 w 5114885"/>
              <a:gd name="connsiteY123" fmla="*/ 609270 h 968306"/>
              <a:gd name="connsiteX124" fmla="*/ 3934301 w 5114885"/>
              <a:gd name="connsiteY124" fmla="*/ 612985 h 968306"/>
              <a:gd name="connsiteX125" fmla="*/ 3934778 w 5114885"/>
              <a:gd name="connsiteY125" fmla="*/ 615080 h 968306"/>
              <a:gd name="connsiteX126" fmla="*/ 3935825 w 5114885"/>
              <a:gd name="connsiteY126" fmla="*/ 628225 h 968306"/>
              <a:gd name="connsiteX127" fmla="*/ 3936302 w 5114885"/>
              <a:gd name="connsiteY127" fmla="*/ 634035 h 968306"/>
              <a:gd name="connsiteX128" fmla="*/ 3883438 w 5114885"/>
              <a:gd name="connsiteY128" fmla="*/ 632416 h 968306"/>
              <a:gd name="connsiteX129" fmla="*/ 3880771 w 5114885"/>
              <a:gd name="connsiteY129" fmla="*/ 632416 h 968306"/>
              <a:gd name="connsiteX130" fmla="*/ 3875056 w 5114885"/>
              <a:gd name="connsiteY130" fmla="*/ 632987 h 968306"/>
              <a:gd name="connsiteX131" fmla="*/ 3873437 w 5114885"/>
              <a:gd name="connsiteY131" fmla="*/ 632987 h 968306"/>
              <a:gd name="connsiteX132" fmla="*/ 3873437 w 5114885"/>
              <a:gd name="connsiteY132" fmla="*/ 627749 h 968306"/>
              <a:gd name="connsiteX133" fmla="*/ 3873913 w 5114885"/>
              <a:gd name="connsiteY133" fmla="*/ 613556 h 968306"/>
              <a:gd name="connsiteX134" fmla="*/ 3875532 w 5114885"/>
              <a:gd name="connsiteY134" fmla="*/ 597840 h 968306"/>
              <a:gd name="connsiteX135" fmla="*/ 3876008 w 5114885"/>
              <a:gd name="connsiteY135" fmla="*/ 589934 h 968306"/>
              <a:gd name="connsiteX136" fmla="*/ 3888105 w 5114885"/>
              <a:gd name="connsiteY136" fmla="*/ 588887 h 968306"/>
              <a:gd name="connsiteX137" fmla="*/ 3890201 w 5114885"/>
              <a:gd name="connsiteY137" fmla="*/ 588887 h 968306"/>
              <a:gd name="connsiteX138" fmla="*/ 3894391 w 5114885"/>
              <a:gd name="connsiteY138" fmla="*/ 588410 h 968306"/>
              <a:gd name="connsiteX139" fmla="*/ 3907536 w 5114885"/>
              <a:gd name="connsiteY139" fmla="*/ 586791 h 968306"/>
              <a:gd name="connsiteX140" fmla="*/ 3933158 w 5114885"/>
              <a:gd name="connsiteY140" fmla="*/ 584696 h 968306"/>
              <a:gd name="connsiteX141" fmla="*/ 3945731 w 5114885"/>
              <a:gd name="connsiteY141" fmla="*/ 626606 h 968306"/>
              <a:gd name="connsiteX142" fmla="*/ 3943636 w 5114885"/>
              <a:gd name="connsiteY142" fmla="*/ 610889 h 968306"/>
              <a:gd name="connsiteX143" fmla="*/ 3943636 w 5114885"/>
              <a:gd name="connsiteY143" fmla="*/ 608222 h 968306"/>
              <a:gd name="connsiteX144" fmla="*/ 3943160 w 5114885"/>
              <a:gd name="connsiteY144" fmla="*/ 580505 h 968306"/>
              <a:gd name="connsiteX145" fmla="*/ 3906488 w 5114885"/>
              <a:gd name="connsiteY145" fmla="*/ 576790 h 968306"/>
              <a:gd name="connsiteX146" fmla="*/ 3893344 w 5114885"/>
              <a:gd name="connsiteY146" fmla="*/ 577838 h 968306"/>
              <a:gd name="connsiteX147" fmla="*/ 3889153 w 5114885"/>
              <a:gd name="connsiteY147" fmla="*/ 578885 h 968306"/>
              <a:gd name="connsiteX148" fmla="*/ 3887057 w 5114885"/>
              <a:gd name="connsiteY148" fmla="*/ 578885 h 968306"/>
              <a:gd name="connsiteX149" fmla="*/ 3872389 w 5114885"/>
              <a:gd name="connsiteY149" fmla="*/ 579933 h 968306"/>
              <a:gd name="connsiteX150" fmla="*/ 3866103 w 5114885"/>
              <a:gd name="connsiteY150" fmla="*/ 585172 h 968306"/>
              <a:gd name="connsiteX151" fmla="*/ 3864007 w 5114885"/>
              <a:gd name="connsiteY151" fmla="*/ 612413 h 968306"/>
              <a:gd name="connsiteX152" fmla="*/ 3864007 w 5114885"/>
              <a:gd name="connsiteY152" fmla="*/ 613461 h 968306"/>
              <a:gd name="connsiteX153" fmla="*/ 3863435 w 5114885"/>
              <a:gd name="connsiteY153" fmla="*/ 627082 h 968306"/>
              <a:gd name="connsiteX154" fmla="*/ 3862959 w 5114885"/>
              <a:gd name="connsiteY154" fmla="*/ 633368 h 968306"/>
              <a:gd name="connsiteX155" fmla="*/ 3862959 w 5114885"/>
              <a:gd name="connsiteY155" fmla="*/ 635940 h 968306"/>
              <a:gd name="connsiteX156" fmla="*/ 3883438 w 5114885"/>
              <a:gd name="connsiteY156" fmla="*/ 642227 h 968306"/>
              <a:gd name="connsiteX157" fmla="*/ 3943160 w 5114885"/>
              <a:gd name="connsiteY157" fmla="*/ 642798 h 968306"/>
              <a:gd name="connsiteX158" fmla="*/ 3946874 w 5114885"/>
              <a:gd name="connsiteY158" fmla="*/ 635464 h 968306"/>
              <a:gd name="connsiteX159" fmla="*/ 3945827 w 5114885"/>
              <a:gd name="connsiteY159" fmla="*/ 626606 h 968306"/>
              <a:gd name="connsiteX160" fmla="*/ 3931158 w 5114885"/>
              <a:gd name="connsiteY160" fmla="*/ 941978 h 968306"/>
              <a:gd name="connsiteX161" fmla="*/ 3872484 w 5114885"/>
              <a:gd name="connsiteY161" fmla="*/ 942550 h 968306"/>
              <a:gd name="connsiteX162" fmla="*/ 3872484 w 5114885"/>
              <a:gd name="connsiteY162" fmla="*/ 942550 h 968306"/>
              <a:gd name="connsiteX163" fmla="*/ 3872484 w 5114885"/>
              <a:gd name="connsiteY163" fmla="*/ 940454 h 968306"/>
              <a:gd name="connsiteX164" fmla="*/ 3875151 w 5114885"/>
              <a:gd name="connsiteY164" fmla="*/ 723570 h 968306"/>
              <a:gd name="connsiteX165" fmla="*/ 3874103 w 5114885"/>
              <a:gd name="connsiteY165" fmla="*/ 698424 h 968306"/>
              <a:gd name="connsiteX166" fmla="*/ 3874580 w 5114885"/>
              <a:gd name="connsiteY166" fmla="*/ 691090 h 968306"/>
              <a:gd name="connsiteX167" fmla="*/ 3882485 w 5114885"/>
              <a:gd name="connsiteY167" fmla="*/ 691661 h 968306"/>
              <a:gd name="connsiteX168" fmla="*/ 3926967 w 5114885"/>
              <a:gd name="connsiteY168" fmla="*/ 691090 h 968306"/>
              <a:gd name="connsiteX169" fmla="*/ 3929063 w 5114885"/>
              <a:gd name="connsiteY169" fmla="*/ 690518 h 968306"/>
              <a:gd name="connsiteX170" fmla="*/ 3930682 w 5114885"/>
              <a:gd name="connsiteY170" fmla="*/ 690518 h 968306"/>
              <a:gd name="connsiteX171" fmla="*/ 3933254 w 5114885"/>
              <a:gd name="connsiteY171" fmla="*/ 734048 h 968306"/>
              <a:gd name="connsiteX172" fmla="*/ 3931158 w 5114885"/>
              <a:gd name="connsiteY172" fmla="*/ 835203 h 968306"/>
              <a:gd name="connsiteX173" fmla="*/ 3931158 w 5114885"/>
              <a:gd name="connsiteY173" fmla="*/ 942074 h 968306"/>
              <a:gd name="connsiteX174" fmla="*/ 3870960 w 5114885"/>
              <a:gd name="connsiteY174" fmla="*/ 952075 h 968306"/>
              <a:gd name="connsiteX175" fmla="*/ 3931730 w 5114885"/>
              <a:gd name="connsiteY175" fmla="*/ 952075 h 968306"/>
              <a:gd name="connsiteX176" fmla="*/ 3941636 w 5114885"/>
              <a:gd name="connsiteY176" fmla="*/ 947408 h 968306"/>
              <a:gd name="connsiteX177" fmla="*/ 3941159 w 5114885"/>
              <a:gd name="connsiteY177" fmla="*/ 835298 h 968306"/>
              <a:gd name="connsiteX178" fmla="*/ 3943255 w 5114885"/>
              <a:gd name="connsiteY178" fmla="*/ 733667 h 968306"/>
              <a:gd name="connsiteX179" fmla="*/ 3940683 w 5114885"/>
              <a:gd name="connsiteY179" fmla="*/ 684994 h 968306"/>
              <a:gd name="connsiteX180" fmla="*/ 3933349 w 5114885"/>
              <a:gd name="connsiteY180" fmla="*/ 680327 h 968306"/>
              <a:gd name="connsiteX181" fmla="*/ 3926015 w 5114885"/>
              <a:gd name="connsiteY181" fmla="*/ 681374 h 968306"/>
              <a:gd name="connsiteX182" fmla="*/ 3882485 w 5114885"/>
              <a:gd name="connsiteY182" fmla="*/ 681946 h 968306"/>
              <a:gd name="connsiteX183" fmla="*/ 3864197 w 5114885"/>
              <a:gd name="connsiteY183" fmla="*/ 698138 h 968306"/>
              <a:gd name="connsiteX184" fmla="*/ 3865245 w 5114885"/>
              <a:gd name="connsiteY184" fmla="*/ 723856 h 968306"/>
              <a:gd name="connsiteX185" fmla="*/ 3862673 w 5114885"/>
              <a:gd name="connsiteY185" fmla="*/ 940740 h 968306"/>
              <a:gd name="connsiteX186" fmla="*/ 3870579 w 5114885"/>
              <a:gd name="connsiteY186" fmla="*/ 952837 h 968306"/>
              <a:gd name="connsiteX187" fmla="*/ 3871055 w 5114885"/>
              <a:gd name="connsiteY187" fmla="*/ 952265 h 968306"/>
              <a:gd name="connsiteX188" fmla="*/ 3691319 w 5114885"/>
              <a:gd name="connsiteY188" fmla="*/ 730428 h 968306"/>
              <a:gd name="connsiteX189" fmla="*/ 3654647 w 5114885"/>
              <a:gd name="connsiteY189" fmla="*/ 730428 h 968306"/>
              <a:gd name="connsiteX190" fmla="*/ 3641503 w 5114885"/>
              <a:gd name="connsiteY190" fmla="*/ 734619 h 968306"/>
              <a:gd name="connsiteX191" fmla="*/ 3638931 w 5114885"/>
              <a:gd name="connsiteY191" fmla="*/ 736715 h 968306"/>
              <a:gd name="connsiteX192" fmla="*/ 3632168 w 5114885"/>
              <a:gd name="connsiteY192" fmla="*/ 740906 h 968306"/>
              <a:gd name="connsiteX193" fmla="*/ 3619024 w 5114885"/>
              <a:gd name="connsiteY193" fmla="*/ 754050 h 968306"/>
              <a:gd name="connsiteX194" fmla="*/ 3608546 w 5114885"/>
              <a:gd name="connsiteY194" fmla="*/ 779672 h 968306"/>
              <a:gd name="connsiteX195" fmla="*/ 3624263 w 5114885"/>
              <a:gd name="connsiteY195" fmla="*/ 791198 h 968306"/>
              <a:gd name="connsiteX196" fmla="*/ 3627406 w 5114885"/>
              <a:gd name="connsiteY196" fmla="*/ 790626 h 968306"/>
              <a:gd name="connsiteX197" fmla="*/ 3717989 w 5114885"/>
              <a:gd name="connsiteY197" fmla="*/ 793198 h 968306"/>
              <a:gd name="connsiteX198" fmla="*/ 3734753 w 5114885"/>
              <a:gd name="connsiteY198" fmla="*/ 787483 h 968306"/>
              <a:gd name="connsiteX199" fmla="*/ 3727990 w 5114885"/>
              <a:gd name="connsiteY199" fmla="*/ 751288 h 968306"/>
              <a:gd name="connsiteX200" fmla="*/ 3710178 w 5114885"/>
              <a:gd name="connsiteY200" fmla="*/ 737667 h 968306"/>
              <a:gd name="connsiteX201" fmla="*/ 3691319 w 5114885"/>
              <a:gd name="connsiteY201" fmla="*/ 730333 h 968306"/>
              <a:gd name="connsiteX202" fmla="*/ 3728466 w 5114885"/>
              <a:gd name="connsiteY202" fmla="*/ 779577 h 968306"/>
              <a:gd name="connsiteX203" fmla="*/ 3717512 w 5114885"/>
              <a:gd name="connsiteY203" fmla="*/ 783292 h 968306"/>
              <a:gd name="connsiteX204" fmla="*/ 3625310 w 5114885"/>
              <a:gd name="connsiteY204" fmla="*/ 780720 h 968306"/>
              <a:gd name="connsiteX205" fmla="*/ 3622167 w 5114885"/>
              <a:gd name="connsiteY205" fmla="*/ 781292 h 968306"/>
              <a:gd name="connsiteX206" fmla="*/ 3618453 w 5114885"/>
              <a:gd name="connsiteY206" fmla="*/ 781863 h 968306"/>
              <a:gd name="connsiteX207" fmla="*/ 3626834 w 5114885"/>
              <a:gd name="connsiteY207" fmla="*/ 759860 h 968306"/>
              <a:gd name="connsiteX208" fmla="*/ 3636740 w 5114885"/>
              <a:gd name="connsiteY208" fmla="*/ 749954 h 968306"/>
              <a:gd name="connsiteX209" fmla="*/ 3645122 w 5114885"/>
              <a:gd name="connsiteY209" fmla="*/ 745192 h 968306"/>
              <a:gd name="connsiteX210" fmla="*/ 3647218 w 5114885"/>
              <a:gd name="connsiteY210" fmla="*/ 743096 h 968306"/>
              <a:gd name="connsiteX211" fmla="*/ 3657219 w 5114885"/>
              <a:gd name="connsiteY211" fmla="*/ 740429 h 968306"/>
              <a:gd name="connsiteX212" fmla="*/ 3689128 w 5114885"/>
              <a:gd name="connsiteY212" fmla="*/ 740429 h 968306"/>
              <a:gd name="connsiteX213" fmla="*/ 3705416 w 5114885"/>
              <a:gd name="connsiteY213" fmla="*/ 746716 h 968306"/>
              <a:gd name="connsiteX214" fmla="*/ 3719513 w 5114885"/>
              <a:gd name="connsiteY214" fmla="*/ 757193 h 968306"/>
              <a:gd name="connsiteX215" fmla="*/ 3728371 w 5114885"/>
              <a:gd name="connsiteY215" fmla="*/ 779672 h 968306"/>
              <a:gd name="connsiteX216" fmla="*/ 3742563 w 5114885"/>
              <a:gd name="connsiteY216" fmla="*/ 876065 h 968306"/>
              <a:gd name="connsiteX217" fmla="*/ 3791236 w 5114885"/>
              <a:gd name="connsiteY217" fmla="*/ 875018 h 968306"/>
              <a:gd name="connsiteX218" fmla="*/ 3780758 w 5114885"/>
              <a:gd name="connsiteY218" fmla="*/ 900164 h 968306"/>
              <a:gd name="connsiteX219" fmla="*/ 3773996 w 5114885"/>
              <a:gd name="connsiteY219" fmla="*/ 909022 h 968306"/>
              <a:gd name="connsiteX220" fmla="*/ 3762470 w 5114885"/>
              <a:gd name="connsiteY220" fmla="*/ 920547 h 968306"/>
              <a:gd name="connsiteX221" fmla="*/ 3740944 w 5114885"/>
              <a:gd name="connsiteY221" fmla="*/ 932072 h 968306"/>
              <a:gd name="connsiteX222" fmla="*/ 3738372 w 5114885"/>
              <a:gd name="connsiteY222" fmla="*/ 934739 h 968306"/>
              <a:gd name="connsiteX223" fmla="*/ 3735800 w 5114885"/>
              <a:gd name="connsiteY223" fmla="*/ 936263 h 968306"/>
              <a:gd name="connsiteX224" fmla="*/ 3724275 w 5114885"/>
              <a:gd name="connsiteY224" fmla="*/ 942074 h 968306"/>
              <a:gd name="connsiteX225" fmla="*/ 3719036 w 5114885"/>
              <a:gd name="connsiteY225" fmla="*/ 943598 h 968306"/>
              <a:gd name="connsiteX226" fmla="*/ 3714369 w 5114885"/>
              <a:gd name="connsiteY226" fmla="*/ 945122 h 968306"/>
              <a:gd name="connsiteX227" fmla="*/ 3634740 w 5114885"/>
              <a:gd name="connsiteY227" fmla="*/ 943598 h 968306"/>
              <a:gd name="connsiteX228" fmla="*/ 3608546 w 5114885"/>
              <a:gd name="connsiteY228" fmla="*/ 935787 h 968306"/>
              <a:gd name="connsiteX229" fmla="*/ 3579209 w 5114885"/>
              <a:gd name="connsiteY229" fmla="*/ 913213 h 968306"/>
              <a:gd name="connsiteX230" fmla="*/ 3550920 w 5114885"/>
              <a:gd name="connsiteY230" fmla="*/ 862921 h 968306"/>
              <a:gd name="connsiteX231" fmla="*/ 3548348 w 5114885"/>
              <a:gd name="connsiteY231" fmla="*/ 852443 h 968306"/>
              <a:gd name="connsiteX232" fmla="*/ 3546729 w 5114885"/>
              <a:gd name="connsiteY232" fmla="*/ 848252 h 968306"/>
              <a:gd name="connsiteX233" fmla="*/ 3545681 w 5114885"/>
              <a:gd name="connsiteY233" fmla="*/ 841966 h 968306"/>
              <a:gd name="connsiteX234" fmla="*/ 3543586 w 5114885"/>
              <a:gd name="connsiteY234" fmla="*/ 828345 h 968306"/>
              <a:gd name="connsiteX235" fmla="*/ 3544062 w 5114885"/>
              <a:gd name="connsiteY235" fmla="*/ 824630 h 968306"/>
              <a:gd name="connsiteX236" fmla="*/ 3544538 w 5114885"/>
              <a:gd name="connsiteY236" fmla="*/ 820916 h 968306"/>
              <a:gd name="connsiteX237" fmla="*/ 3544538 w 5114885"/>
              <a:gd name="connsiteY237" fmla="*/ 817296 h 968306"/>
              <a:gd name="connsiteX238" fmla="*/ 3545015 w 5114885"/>
              <a:gd name="connsiteY238" fmla="*/ 810438 h 968306"/>
              <a:gd name="connsiteX239" fmla="*/ 3570161 w 5114885"/>
              <a:gd name="connsiteY239" fmla="*/ 741858 h 968306"/>
              <a:gd name="connsiteX240" fmla="*/ 3582162 w 5114885"/>
              <a:gd name="connsiteY240" fmla="*/ 724046 h 968306"/>
              <a:gd name="connsiteX241" fmla="*/ 3620453 w 5114885"/>
              <a:gd name="connsiteY241" fmla="*/ 694709 h 968306"/>
              <a:gd name="connsiteX242" fmla="*/ 3651314 w 5114885"/>
              <a:gd name="connsiteY242" fmla="*/ 685851 h 968306"/>
              <a:gd name="connsiteX243" fmla="*/ 3708940 w 5114885"/>
              <a:gd name="connsiteY243" fmla="*/ 686423 h 968306"/>
              <a:gd name="connsiteX244" fmla="*/ 3712655 w 5114885"/>
              <a:gd name="connsiteY244" fmla="*/ 687470 h 968306"/>
              <a:gd name="connsiteX245" fmla="*/ 3741991 w 5114885"/>
              <a:gd name="connsiteY245" fmla="*/ 699567 h 968306"/>
              <a:gd name="connsiteX246" fmla="*/ 3760851 w 5114885"/>
              <a:gd name="connsiteY246" fmla="*/ 721570 h 968306"/>
              <a:gd name="connsiteX247" fmla="*/ 3792855 w 5114885"/>
              <a:gd name="connsiteY247" fmla="*/ 799103 h 968306"/>
              <a:gd name="connsiteX248" fmla="*/ 3793331 w 5114885"/>
              <a:gd name="connsiteY248" fmla="*/ 803771 h 968306"/>
              <a:gd name="connsiteX249" fmla="*/ 3793331 w 5114885"/>
              <a:gd name="connsiteY249" fmla="*/ 807485 h 968306"/>
              <a:gd name="connsiteX250" fmla="*/ 3793808 w 5114885"/>
              <a:gd name="connsiteY250" fmla="*/ 813772 h 968306"/>
              <a:gd name="connsiteX251" fmla="*/ 3795427 w 5114885"/>
              <a:gd name="connsiteY251" fmla="*/ 821582 h 968306"/>
              <a:gd name="connsiteX252" fmla="*/ 3796474 w 5114885"/>
              <a:gd name="connsiteY252" fmla="*/ 826250 h 968306"/>
              <a:gd name="connsiteX253" fmla="*/ 3763995 w 5114885"/>
              <a:gd name="connsiteY253" fmla="*/ 824726 h 968306"/>
              <a:gd name="connsiteX254" fmla="*/ 3691699 w 5114885"/>
              <a:gd name="connsiteY254" fmla="*/ 827869 h 968306"/>
              <a:gd name="connsiteX255" fmla="*/ 3668649 w 5114885"/>
              <a:gd name="connsiteY255" fmla="*/ 828917 h 968306"/>
              <a:gd name="connsiteX256" fmla="*/ 3617309 w 5114885"/>
              <a:gd name="connsiteY256" fmla="*/ 829964 h 968306"/>
              <a:gd name="connsiteX257" fmla="*/ 3608928 w 5114885"/>
              <a:gd name="connsiteY257" fmla="*/ 864540 h 968306"/>
              <a:gd name="connsiteX258" fmla="*/ 3611023 w 5114885"/>
              <a:gd name="connsiteY258" fmla="*/ 869779 h 968306"/>
              <a:gd name="connsiteX259" fmla="*/ 3612642 w 5114885"/>
              <a:gd name="connsiteY259" fmla="*/ 873970 h 968306"/>
              <a:gd name="connsiteX260" fmla="*/ 3614261 w 5114885"/>
              <a:gd name="connsiteY260" fmla="*/ 877113 h 968306"/>
              <a:gd name="connsiteX261" fmla="*/ 3616357 w 5114885"/>
              <a:gd name="connsiteY261" fmla="*/ 879780 h 968306"/>
              <a:gd name="connsiteX262" fmla="*/ 3619500 w 5114885"/>
              <a:gd name="connsiteY262" fmla="*/ 883971 h 968306"/>
              <a:gd name="connsiteX263" fmla="*/ 3624739 w 5114885"/>
              <a:gd name="connsiteY263" fmla="*/ 889210 h 968306"/>
              <a:gd name="connsiteX264" fmla="*/ 3629978 w 5114885"/>
              <a:gd name="connsiteY264" fmla="*/ 895496 h 968306"/>
              <a:gd name="connsiteX265" fmla="*/ 3659315 w 5114885"/>
              <a:gd name="connsiteY265" fmla="*/ 908641 h 968306"/>
              <a:gd name="connsiteX266" fmla="*/ 3662934 w 5114885"/>
              <a:gd name="connsiteY266" fmla="*/ 909212 h 968306"/>
              <a:gd name="connsiteX267" fmla="*/ 3696462 w 5114885"/>
              <a:gd name="connsiteY267" fmla="*/ 905498 h 968306"/>
              <a:gd name="connsiteX268" fmla="*/ 3741991 w 5114885"/>
              <a:gd name="connsiteY268" fmla="*/ 876161 h 968306"/>
              <a:gd name="connsiteX269" fmla="*/ 3742563 w 5114885"/>
              <a:gd name="connsiteY269" fmla="*/ 876161 h 968306"/>
              <a:gd name="connsiteX270" fmla="*/ 3617881 w 5114885"/>
              <a:gd name="connsiteY270" fmla="*/ 839870 h 968306"/>
              <a:gd name="connsiteX271" fmla="*/ 3670268 w 5114885"/>
              <a:gd name="connsiteY271" fmla="*/ 838823 h 968306"/>
              <a:gd name="connsiteX272" fmla="*/ 3691699 w 5114885"/>
              <a:gd name="connsiteY272" fmla="*/ 837775 h 968306"/>
              <a:gd name="connsiteX273" fmla="*/ 3763995 w 5114885"/>
              <a:gd name="connsiteY273" fmla="*/ 834632 h 968306"/>
              <a:gd name="connsiteX274" fmla="*/ 3784949 w 5114885"/>
              <a:gd name="connsiteY274" fmla="*/ 836156 h 968306"/>
              <a:gd name="connsiteX275" fmla="*/ 3803809 w 5114885"/>
              <a:gd name="connsiteY275" fmla="*/ 812057 h 968306"/>
              <a:gd name="connsiteX276" fmla="*/ 3803333 w 5114885"/>
              <a:gd name="connsiteY276" fmla="*/ 806819 h 968306"/>
              <a:gd name="connsiteX277" fmla="*/ 3803333 w 5114885"/>
              <a:gd name="connsiteY277" fmla="*/ 802628 h 968306"/>
              <a:gd name="connsiteX278" fmla="*/ 3802761 w 5114885"/>
              <a:gd name="connsiteY278" fmla="*/ 797389 h 968306"/>
              <a:gd name="connsiteX279" fmla="*/ 3768185 w 5114885"/>
              <a:gd name="connsiteY279" fmla="*/ 714045 h 968306"/>
              <a:gd name="connsiteX280" fmla="*/ 3747230 w 5114885"/>
              <a:gd name="connsiteY280" fmla="*/ 690995 h 968306"/>
              <a:gd name="connsiteX281" fmla="*/ 3718941 w 5114885"/>
              <a:gd name="connsiteY281" fmla="*/ 678993 h 968306"/>
              <a:gd name="connsiteX282" fmla="*/ 3714750 w 5114885"/>
              <a:gd name="connsiteY282" fmla="*/ 677374 h 968306"/>
              <a:gd name="connsiteX283" fmla="*/ 3711035 w 5114885"/>
              <a:gd name="connsiteY283" fmla="*/ 676898 h 968306"/>
              <a:gd name="connsiteX284" fmla="*/ 3649790 w 5114885"/>
              <a:gd name="connsiteY284" fmla="*/ 675850 h 968306"/>
              <a:gd name="connsiteX285" fmla="*/ 3617309 w 5114885"/>
              <a:gd name="connsiteY285" fmla="*/ 684708 h 968306"/>
              <a:gd name="connsiteX286" fmla="*/ 3573304 w 5114885"/>
              <a:gd name="connsiteY286" fmla="*/ 719284 h 968306"/>
              <a:gd name="connsiteX287" fmla="*/ 3560731 w 5114885"/>
              <a:gd name="connsiteY287" fmla="*/ 737572 h 968306"/>
              <a:gd name="connsiteX288" fmla="*/ 3535585 w 5114885"/>
              <a:gd name="connsiteY288" fmla="*/ 802056 h 968306"/>
              <a:gd name="connsiteX289" fmla="*/ 3534537 w 5114885"/>
              <a:gd name="connsiteY289" fmla="*/ 816153 h 968306"/>
              <a:gd name="connsiteX290" fmla="*/ 3534537 w 5114885"/>
              <a:gd name="connsiteY290" fmla="*/ 819868 h 968306"/>
              <a:gd name="connsiteX291" fmla="*/ 3534061 w 5114885"/>
              <a:gd name="connsiteY291" fmla="*/ 823011 h 968306"/>
              <a:gd name="connsiteX292" fmla="*/ 3533585 w 5114885"/>
              <a:gd name="connsiteY292" fmla="*/ 827202 h 968306"/>
              <a:gd name="connsiteX293" fmla="*/ 3535680 w 5114885"/>
              <a:gd name="connsiteY293" fmla="*/ 843966 h 968306"/>
              <a:gd name="connsiteX294" fmla="*/ 3537299 w 5114885"/>
              <a:gd name="connsiteY294" fmla="*/ 851872 h 968306"/>
              <a:gd name="connsiteX295" fmla="*/ 3538823 w 5114885"/>
              <a:gd name="connsiteY295" fmla="*/ 856063 h 968306"/>
              <a:gd name="connsiteX296" fmla="*/ 3540919 w 5114885"/>
              <a:gd name="connsiteY296" fmla="*/ 864445 h 968306"/>
              <a:gd name="connsiteX297" fmla="*/ 3541490 w 5114885"/>
              <a:gd name="connsiteY297" fmla="*/ 867017 h 968306"/>
              <a:gd name="connsiteX298" fmla="*/ 3572351 w 5114885"/>
              <a:gd name="connsiteY298" fmla="*/ 920928 h 968306"/>
              <a:gd name="connsiteX299" fmla="*/ 3605879 w 5114885"/>
              <a:gd name="connsiteY299" fmla="*/ 945598 h 968306"/>
              <a:gd name="connsiteX300" fmla="*/ 3632073 w 5114885"/>
              <a:gd name="connsiteY300" fmla="*/ 953408 h 968306"/>
              <a:gd name="connsiteX301" fmla="*/ 3717417 w 5114885"/>
              <a:gd name="connsiteY301" fmla="*/ 954456 h 968306"/>
              <a:gd name="connsiteX302" fmla="*/ 3721608 w 5114885"/>
              <a:gd name="connsiteY302" fmla="*/ 952932 h 968306"/>
              <a:gd name="connsiteX303" fmla="*/ 3727418 w 5114885"/>
              <a:gd name="connsiteY303" fmla="*/ 951408 h 968306"/>
              <a:gd name="connsiteX304" fmla="*/ 3736848 w 5114885"/>
              <a:gd name="connsiteY304" fmla="*/ 946169 h 968306"/>
              <a:gd name="connsiteX305" fmla="*/ 3742087 w 5114885"/>
              <a:gd name="connsiteY305" fmla="*/ 944074 h 968306"/>
              <a:gd name="connsiteX306" fmla="*/ 3744754 w 5114885"/>
              <a:gd name="connsiteY306" fmla="*/ 941978 h 968306"/>
              <a:gd name="connsiteX307" fmla="*/ 3747326 w 5114885"/>
              <a:gd name="connsiteY307" fmla="*/ 939883 h 968306"/>
              <a:gd name="connsiteX308" fmla="*/ 3768281 w 5114885"/>
              <a:gd name="connsiteY308" fmla="*/ 928834 h 968306"/>
              <a:gd name="connsiteX309" fmla="*/ 3783521 w 5114885"/>
              <a:gd name="connsiteY309" fmla="*/ 912641 h 968306"/>
              <a:gd name="connsiteX310" fmla="*/ 3789807 w 5114885"/>
              <a:gd name="connsiteY310" fmla="*/ 905307 h 968306"/>
              <a:gd name="connsiteX311" fmla="*/ 3798189 w 5114885"/>
              <a:gd name="connsiteY311" fmla="*/ 865016 h 968306"/>
              <a:gd name="connsiteX312" fmla="*/ 3781425 w 5114885"/>
              <a:gd name="connsiteY312" fmla="*/ 863969 h 968306"/>
              <a:gd name="connsiteX313" fmla="*/ 3740563 w 5114885"/>
              <a:gd name="connsiteY313" fmla="*/ 866064 h 968306"/>
              <a:gd name="connsiteX314" fmla="*/ 3736372 w 5114885"/>
              <a:gd name="connsiteY314" fmla="*/ 867112 h 968306"/>
              <a:gd name="connsiteX315" fmla="*/ 3732657 w 5114885"/>
              <a:gd name="connsiteY315" fmla="*/ 872922 h 968306"/>
              <a:gd name="connsiteX316" fmla="*/ 3693890 w 5114885"/>
              <a:gd name="connsiteY316" fmla="*/ 895973 h 968306"/>
              <a:gd name="connsiteX317" fmla="*/ 3663029 w 5114885"/>
              <a:gd name="connsiteY317" fmla="*/ 899116 h 968306"/>
              <a:gd name="connsiteX318" fmla="*/ 3658362 w 5114885"/>
              <a:gd name="connsiteY318" fmla="*/ 898068 h 968306"/>
              <a:gd name="connsiteX319" fmla="*/ 3637407 w 5114885"/>
              <a:gd name="connsiteY319" fmla="*/ 888638 h 968306"/>
              <a:gd name="connsiteX320" fmla="*/ 3630645 w 5114885"/>
              <a:gd name="connsiteY320" fmla="*/ 880828 h 968306"/>
              <a:gd name="connsiteX321" fmla="*/ 3627501 w 5114885"/>
              <a:gd name="connsiteY321" fmla="*/ 877113 h 968306"/>
              <a:gd name="connsiteX322" fmla="*/ 3624358 w 5114885"/>
              <a:gd name="connsiteY322" fmla="*/ 873494 h 968306"/>
              <a:gd name="connsiteX323" fmla="*/ 3622262 w 5114885"/>
              <a:gd name="connsiteY323" fmla="*/ 869779 h 968306"/>
              <a:gd name="connsiteX324" fmla="*/ 3620643 w 5114885"/>
              <a:gd name="connsiteY324" fmla="*/ 866636 h 968306"/>
              <a:gd name="connsiteX325" fmla="*/ 3618548 w 5114885"/>
              <a:gd name="connsiteY325" fmla="*/ 860825 h 968306"/>
              <a:gd name="connsiteX326" fmla="*/ 3618071 w 5114885"/>
              <a:gd name="connsiteY326" fmla="*/ 839870 h 968306"/>
              <a:gd name="connsiteX327" fmla="*/ 3296888 w 5114885"/>
              <a:gd name="connsiteY327" fmla="*/ 939883 h 968306"/>
              <a:gd name="connsiteX328" fmla="*/ 3274886 w 5114885"/>
              <a:gd name="connsiteY328" fmla="*/ 940359 h 968306"/>
              <a:gd name="connsiteX329" fmla="*/ 3269647 w 5114885"/>
              <a:gd name="connsiteY329" fmla="*/ 940359 h 968306"/>
              <a:gd name="connsiteX330" fmla="*/ 3270123 w 5114885"/>
              <a:gd name="connsiteY330" fmla="*/ 931501 h 968306"/>
              <a:gd name="connsiteX331" fmla="*/ 3264884 w 5114885"/>
              <a:gd name="connsiteY331" fmla="*/ 682136 h 968306"/>
              <a:gd name="connsiteX332" fmla="*/ 3265932 w 5114885"/>
              <a:gd name="connsiteY332" fmla="*/ 595173 h 968306"/>
              <a:gd name="connsiteX333" fmla="*/ 3265932 w 5114885"/>
              <a:gd name="connsiteY333" fmla="*/ 587363 h 968306"/>
              <a:gd name="connsiteX334" fmla="*/ 3271171 w 5114885"/>
              <a:gd name="connsiteY334" fmla="*/ 587363 h 968306"/>
              <a:gd name="connsiteX335" fmla="*/ 3321463 w 5114885"/>
              <a:gd name="connsiteY335" fmla="*/ 585743 h 968306"/>
              <a:gd name="connsiteX336" fmla="*/ 3321939 w 5114885"/>
              <a:gd name="connsiteY336" fmla="*/ 616604 h 968306"/>
              <a:gd name="connsiteX337" fmla="*/ 3325654 w 5114885"/>
              <a:gd name="connsiteY337" fmla="*/ 711950 h 968306"/>
              <a:gd name="connsiteX338" fmla="*/ 3327749 w 5114885"/>
              <a:gd name="connsiteY338" fmla="*/ 757003 h 968306"/>
              <a:gd name="connsiteX339" fmla="*/ 3328226 w 5114885"/>
              <a:gd name="connsiteY339" fmla="*/ 761194 h 968306"/>
              <a:gd name="connsiteX340" fmla="*/ 3329845 w 5114885"/>
              <a:gd name="connsiteY340" fmla="*/ 764337 h 968306"/>
              <a:gd name="connsiteX341" fmla="*/ 3343466 w 5114885"/>
              <a:gd name="connsiteY341" fmla="*/ 773767 h 968306"/>
              <a:gd name="connsiteX342" fmla="*/ 3357086 w 5114885"/>
              <a:gd name="connsiteY342" fmla="*/ 762813 h 968306"/>
              <a:gd name="connsiteX343" fmla="*/ 3433096 w 5114885"/>
              <a:gd name="connsiteY343" fmla="*/ 688423 h 968306"/>
              <a:gd name="connsiteX344" fmla="*/ 3438906 w 5114885"/>
              <a:gd name="connsiteY344" fmla="*/ 688423 h 968306"/>
              <a:gd name="connsiteX345" fmla="*/ 3455670 w 5114885"/>
              <a:gd name="connsiteY345" fmla="*/ 687375 h 968306"/>
              <a:gd name="connsiteX346" fmla="*/ 3466148 w 5114885"/>
              <a:gd name="connsiteY346" fmla="*/ 686804 h 968306"/>
              <a:gd name="connsiteX347" fmla="*/ 3470815 w 5114885"/>
              <a:gd name="connsiteY347" fmla="*/ 686804 h 968306"/>
              <a:gd name="connsiteX348" fmla="*/ 3493294 w 5114885"/>
              <a:gd name="connsiteY348" fmla="*/ 687851 h 968306"/>
              <a:gd name="connsiteX349" fmla="*/ 3475006 w 5114885"/>
              <a:gd name="connsiteY349" fmla="*/ 704044 h 968306"/>
              <a:gd name="connsiteX350" fmla="*/ 3450431 w 5114885"/>
              <a:gd name="connsiteY350" fmla="*/ 730238 h 968306"/>
              <a:gd name="connsiteX351" fmla="*/ 3447860 w 5114885"/>
              <a:gd name="connsiteY351" fmla="*/ 731857 h 968306"/>
              <a:gd name="connsiteX352" fmla="*/ 3444145 w 5114885"/>
              <a:gd name="connsiteY352" fmla="*/ 734429 h 968306"/>
              <a:gd name="connsiteX353" fmla="*/ 3409093 w 5114885"/>
              <a:gd name="connsiteY353" fmla="*/ 776339 h 968306"/>
              <a:gd name="connsiteX354" fmla="*/ 3413760 w 5114885"/>
              <a:gd name="connsiteY354" fmla="*/ 794150 h 968306"/>
              <a:gd name="connsiteX355" fmla="*/ 3416332 w 5114885"/>
              <a:gd name="connsiteY355" fmla="*/ 796246 h 968306"/>
              <a:gd name="connsiteX356" fmla="*/ 3418904 w 5114885"/>
              <a:gd name="connsiteY356" fmla="*/ 799389 h 968306"/>
              <a:gd name="connsiteX357" fmla="*/ 3422047 w 5114885"/>
              <a:gd name="connsiteY357" fmla="*/ 804628 h 968306"/>
              <a:gd name="connsiteX358" fmla="*/ 3424619 w 5114885"/>
              <a:gd name="connsiteY358" fmla="*/ 807771 h 968306"/>
              <a:gd name="connsiteX359" fmla="*/ 3446145 w 5114885"/>
              <a:gd name="connsiteY359" fmla="*/ 837108 h 968306"/>
              <a:gd name="connsiteX360" fmla="*/ 3491770 w 5114885"/>
              <a:gd name="connsiteY360" fmla="*/ 908927 h 968306"/>
              <a:gd name="connsiteX361" fmla="*/ 3503771 w 5114885"/>
              <a:gd name="connsiteY361" fmla="*/ 929882 h 968306"/>
              <a:gd name="connsiteX362" fmla="*/ 3511677 w 5114885"/>
              <a:gd name="connsiteY362" fmla="*/ 943502 h 968306"/>
              <a:gd name="connsiteX363" fmla="*/ 3513773 w 5114885"/>
              <a:gd name="connsiteY363" fmla="*/ 946646 h 968306"/>
              <a:gd name="connsiteX364" fmla="*/ 3507010 w 5114885"/>
              <a:gd name="connsiteY364" fmla="*/ 945598 h 968306"/>
              <a:gd name="connsiteX365" fmla="*/ 3500723 w 5114885"/>
              <a:gd name="connsiteY365" fmla="*/ 945598 h 968306"/>
              <a:gd name="connsiteX366" fmla="*/ 3466624 w 5114885"/>
              <a:gd name="connsiteY366" fmla="*/ 944074 h 968306"/>
              <a:gd name="connsiteX367" fmla="*/ 3446240 w 5114885"/>
              <a:gd name="connsiteY367" fmla="*/ 942550 h 968306"/>
              <a:gd name="connsiteX368" fmla="*/ 3437858 w 5114885"/>
              <a:gd name="connsiteY368" fmla="*/ 943026 h 968306"/>
              <a:gd name="connsiteX369" fmla="*/ 3435287 w 5114885"/>
              <a:gd name="connsiteY369" fmla="*/ 937216 h 968306"/>
              <a:gd name="connsiteX370" fmla="*/ 3432143 w 5114885"/>
              <a:gd name="connsiteY370" fmla="*/ 931977 h 968306"/>
              <a:gd name="connsiteX371" fmla="*/ 3429000 w 5114885"/>
              <a:gd name="connsiteY371" fmla="*/ 925214 h 968306"/>
              <a:gd name="connsiteX372" fmla="*/ 3425857 w 5114885"/>
              <a:gd name="connsiteY372" fmla="*/ 918928 h 968306"/>
              <a:gd name="connsiteX373" fmla="*/ 3416427 w 5114885"/>
              <a:gd name="connsiteY373" fmla="*/ 903212 h 968306"/>
              <a:gd name="connsiteX374" fmla="*/ 3413284 w 5114885"/>
              <a:gd name="connsiteY374" fmla="*/ 896925 h 968306"/>
              <a:gd name="connsiteX375" fmla="*/ 3408616 w 5114885"/>
              <a:gd name="connsiteY375" fmla="*/ 888543 h 968306"/>
              <a:gd name="connsiteX376" fmla="*/ 3387662 w 5114885"/>
              <a:gd name="connsiteY376" fmla="*/ 855015 h 968306"/>
              <a:gd name="connsiteX377" fmla="*/ 3385090 w 5114885"/>
              <a:gd name="connsiteY377" fmla="*/ 851300 h 968306"/>
              <a:gd name="connsiteX378" fmla="*/ 3377756 w 5114885"/>
              <a:gd name="connsiteY378" fmla="*/ 841299 h 968306"/>
              <a:gd name="connsiteX379" fmla="*/ 3352133 w 5114885"/>
              <a:gd name="connsiteY379" fmla="*/ 834441 h 968306"/>
              <a:gd name="connsiteX380" fmla="*/ 3334798 w 5114885"/>
              <a:gd name="connsiteY380" fmla="*/ 847014 h 968306"/>
              <a:gd name="connsiteX381" fmla="*/ 3328035 w 5114885"/>
              <a:gd name="connsiteY381" fmla="*/ 857015 h 968306"/>
              <a:gd name="connsiteX382" fmla="*/ 3328035 w 5114885"/>
              <a:gd name="connsiteY382" fmla="*/ 918261 h 968306"/>
              <a:gd name="connsiteX383" fmla="*/ 3327464 w 5114885"/>
              <a:gd name="connsiteY383" fmla="*/ 921976 h 968306"/>
              <a:gd name="connsiteX384" fmla="*/ 3327464 w 5114885"/>
              <a:gd name="connsiteY384" fmla="*/ 925119 h 968306"/>
              <a:gd name="connsiteX385" fmla="*/ 3326987 w 5114885"/>
              <a:gd name="connsiteY385" fmla="*/ 939788 h 968306"/>
              <a:gd name="connsiteX386" fmla="*/ 3297079 w 5114885"/>
              <a:gd name="connsiteY386" fmla="*/ 939788 h 968306"/>
              <a:gd name="connsiteX387" fmla="*/ 3259170 w 5114885"/>
              <a:gd name="connsiteY387" fmla="*/ 943026 h 968306"/>
              <a:gd name="connsiteX388" fmla="*/ 3266504 w 5114885"/>
              <a:gd name="connsiteY388" fmla="*/ 950360 h 968306"/>
              <a:gd name="connsiteX389" fmla="*/ 3327749 w 5114885"/>
              <a:gd name="connsiteY389" fmla="*/ 949789 h 968306"/>
              <a:gd name="connsiteX390" fmla="*/ 3337179 w 5114885"/>
              <a:gd name="connsiteY390" fmla="*/ 944074 h 968306"/>
              <a:gd name="connsiteX391" fmla="*/ 3337179 w 5114885"/>
              <a:gd name="connsiteY391" fmla="*/ 926262 h 968306"/>
              <a:gd name="connsiteX392" fmla="*/ 3337179 w 5114885"/>
              <a:gd name="connsiteY392" fmla="*/ 923690 h 968306"/>
              <a:gd name="connsiteX393" fmla="*/ 3337655 w 5114885"/>
              <a:gd name="connsiteY393" fmla="*/ 917404 h 968306"/>
              <a:gd name="connsiteX394" fmla="*/ 3339274 w 5114885"/>
              <a:gd name="connsiteY394" fmla="*/ 856158 h 968306"/>
              <a:gd name="connsiteX395" fmla="*/ 3342418 w 5114885"/>
              <a:gd name="connsiteY395" fmla="*/ 854634 h 968306"/>
              <a:gd name="connsiteX396" fmla="*/ 3357658 w 5114885"/>
              <a:gd name="connsiteY396" fmla="*/ 843109 h 968306"/>
              <a:gd name="connsiteX397" fmla="*/ 3361373 w 5114885"/>
              <a:gd name="connsiteY397" fmla="*/ 840537 h 968306"/>
              <a:gd name="connsiteX398" fmla="*/ 3377089 w 5114885"/>
              <a:gd name="connsiteY398" fmla="*/ 857301 h 968306"/>
              <a:gd name="connsiteX399" fmla="*/ 3380232 w 5114885"/>
              <a:gd name="connsiteY399" fmla="*/ 862064 h 968306"/>
              <a:gd name="connsiteX400" fmla="*/ 3401187 w 5114885"/>
              <a:gd name="connsiteY400" fmla="*/ 895592 h 968306"/>
              <a:gd name="connsiteX401" fmla="*/ 3405378 w 5114885"/>
              <a:gd name="connsiteY401" fmla="*/ 903497 h 968306"/>
              <a:gd name="connsiteX402" fmla="*/ 3406426 w 5114885"/>
              <a:gd name="connsiteY402" fmla="*/ 906164 h 968306"/>
              <a:gd name="connsiteX403" fmla="*/ 3407474 w 5114885"/>
              <a:gd name="connsiteY403" fmla="*/ 908736 h 968306"/>
              <a:gd name="connsiteX404" fmla="*/ 3418999 w 5114885"/>
              <a:gd name="connsiteY404" fmla="*/ 926548 h 968306"/>
              <a:gd name="connsiteX405" fmla="*/ 3423761 w 5114885"/>
              <a:gd name="connsiteY405" fmla="*/ 937597 h 968306"/>
              <a:gd name="connsiteX406" fmla="*/ 3426333 w 5114885"/>
              <a:gd name="connsiteY406" fmla="*/ 942836 h 968306"/>
              <a:gd name="connsiteX407" fmla="*/ 3436811 w 5114885"/>
              <a:gd name="connsiteY407" fmla="*/ 953313 h 968306"/>
              <a:gd name="connsiteX408" fmla="*/ 3446240 w 5114885"/>
              <a:gd name="connsiteY408" fmla="*/ 952837 h 968306"/>
              <a:gd name="connsiteX409" fmla="*/ 3466148 w 5114885"/>
              <a:gd name="connsiteY409" fmla="*/ 954361 h 968306"/>
              <a:gd name="connsiteX410" fmla="*/ 3502819 w 5114885"/>
              <a:gd name="connsiteY410" fmla="*/ 956456 h 968306"/>
              <a:gd name="connsiteX411" fmla="*/ 3506438 w 5114885"/>
              <a:gd name="connsiteY411" fmla="*/ 955980 h 968306"/>
              <a:gd name="connsiteX412" fmla="*/ 3521107 w 5114885"/>
              <a:gd name="connsiteY412" fmla="*/ 955980 h 968306"/>
              <a:gd name="connsiteX413" fmla="*/ 3526346 w 5114885"/>
              <a:gd name="connsiteY413" fmla="*/ 946550 h 968306"/>
              <a:gd name="connsiteX414" fmla="*/ 3511106 w 5114885"/>
              <a:gd name="connsiteY414" fmla="*/ 923500 h 968306"/>
              <a:gd name="connsiteX415" fmla="*/ 3500152 w 5114885"/>
              <a:gd name="connsiteY415" fmla="*/ 903593 h 968306"/>
              <a:gd name="connsiteX416" fmla="*/ 3454527 w 5114885"/>
              <a:gd name="connsiteY416" fmla="*/ 832346 h 968306"/>
              <a:gd name="connsiteX417" fmla="*/ 3433572 w 5114885"/>
              <a:gd name="connsiteY417" fmla="*/ 803009 h 968306"/>
              <a:gd name="connsiteX418" fmla="*/ 3431477 w 5114885"/>
              <a:gd name="connsiteY418" fmla="*/ 799865 h 968306"/>
              <a:gd name="connsiteX419" fmla="*/ 3428905 w 5114885"/>
              <a:gd name="connsiteY419" fmla="*/ 797770 h 968306"/>
              <a:gd name="connsiteX420" fmla="*/ 3423666 w 5114885"/>
              <a:gd name="connsiteY420" fmla="*/ 789864 h 968306"/>
              <a:gd name="connsiteX421" fmla="*/ 3420999 w 5114885"/>
              <a:gd name="connsiteY421" fmla="*/ 787292 h 968306"/>
              <a:gd name="connsiteX422" fmla="*/ 3417380 w 5114885"/>
              <a:gd name="connsiteY422" fmla="*/ 782054 h 968306"/>
              <a:gd name="connsiteX423" fmla="*/ 3450908 w 5114885"/>
              <a:gd name="connsiteY423" fmla="*/ 742239 h 968306"/>
              <a:gd name="connsiteX424" fmla="*/ 3454622 w 5114885"/>
              <a:gd name="connsiteY424" fmla="*/ 739667 h 968306"/>
              <a:gd name="connsiteX425" fmla="*/ 3457766 w 5114885"/>
              <a:gd name="connsiteY425" fmla="*/ 737572 h 968306"/>
              <a:gd name="connsiteX426" fmla="*/ 3482340 w 5114885"/>
              <a:gd name="connsiteY426" fmla="*/ 711378 h 968306"/>
              <a:gd name="connsiteX427" fmla="*/ 3508058 w 5114885"/>
              <a:gd name="connsiteY427" fmla="*/ 686804 h 968306"/>
              <a:gd name="connsiteX428" fmla="*/ 3508058 w 5114885"/>
              <a:gd name="connsiteY428" fmla="*/ 679946 h 968306"/>
              <a:gd name="connsiteX429" fmla="*/ 3503390 w 5114885"/>
              <a:gd name="connsiteY429" fmla="*/ 678898 h 968306"/>
              <a:gd name="connsiteX430" fmla="*/ 3496628 w 5114885"/>
              <a:gd name="connsiteY430" fmla="*/ 678898 h 968306"/>
              <a:gd name="connsiteX431" fmla="*/ 3469958 w 5114885"/>
              <a:gd name="connsiteY431" fmla="*/ 676802 h 968306"/>
              <a:gd name="connsiteX432" fmla="*/ 3465766 w 5114885"/>
              <a:gd name="connsiteY432" fmla="*/ 676802 h 968306"/>
              <a:gd name="connsiteX433" fmla="*/ 3455289 w 5114885"/>
              <a:gd name="connsiteY433" fmla="*/ 677850 h 968306"/>
              <a:gd name="connsiteX434" fmla="*/ 3439097 w 5114885"/>
              <a:gd name="connsiteY434" fmla="*/ 678898 h 968306"/>
              <a:gd name="connsiteX435" fmla="*/ 3424428 w 5114885"/>
              <a:gd name="connsiteY435" fmla="*/ 684137 h 968306"/>
              <a:gd name="connsiteX436" fmla="*/ 3350514 w 5114885"/>
              <a:gd name="connsiteY436" fmla="*/ 755955 h 968306"/>
              <a:gd name="connsiteX437" fmla="*/ 3340037 w 5114885"/>
              <a:gd name="connsiteY437" fmla="*/ 763289 h 968306"/>
              <a:gd name="connsiteX438" fmla="*/ 3337941 w 5114885"/>
              <a:gd name="connsiteY438" fmla="*/ 758527 h 968306"/>
              <a:gd name="connsiteX439" fmla="*/ 3335846 w 5114885"/>
              <a:gd name="connsiteY439" fmla="*/ 711378 h 968306"/>
              <a:gd name="connsiteX440" fmla="*/ 3332226 w 5114885"/>
              <a:gd name="connsiteY440" fmla="*/ 617081 h 968306"/>
              <a:gd name="connsiteX441" fmla="*/ 3331655 w 5114885"/>
              <a:gd name="connsiteY441" fmla="*/ 580409 h 968306"/>
              <a:gd name="connsiteX442" fmla="*/ 3325940 w 5114885"/>
              <a:gd name="connsiteY442" fmla="*/ 575742 h 968306"/>
              <a:gd name="connsiteX443" fmla="*/ 3264122 w 5114885"/>
              <a:gd name="connsiteY443" fmla="*/ 577838 h 968306"/>
              <a:gd name="connsiteX444" fmla="*/ 3256312 w 5114885"/>
              <a:gd name="connsiteY444" fmla="*/ 587267 h 968306"/>
              <a:gd name="connsiteX445" fmla="*/ 3256312 w 5114885"/>
              <a:gd name="connsiteY445" fmla="*/ 595173 h 968306"/>
              <a:gd name="connsiteX446" fmla="*/ 3255264 w 5114885"/>
              <a:gd name="connsiteY446" fmla="*/ 682613 h 968306"/>
              <a:gd name="connsiteX447" fmla="*/ 3259931 w 5114885"/>
              <a:gd name="connsiteY447" fmla="*/ 931406 h 968306"/>
              <a:gd name="connsiteX448" fmla="*/ 3259931 w 5114885"/>
              <a:gd name="connsiteY448" fmla="*/ 940264 h 968306"/>
              <a:gd name="connsiteX449" fmla="*/ 3259455 w 5114885"/>
              <a:gd name="connsiteY449" fmla="*/ 943407 h 968306"/>
              <a:gd name="connsiteX450" fmla="*/ 2845308 w 5114885"/>
              <a:gd name="connsiteY450" fmla="*/ 943026 h 968306"/>
              <a:gd name="connsiteX451" fmla="*/ 2785586 w 5114885"/>
              <a:gd name="connsiteY451" fmla="*/ 944550 h 968306"/>
              <a:gd name="connsiteX452" fmla="*/ 2787206 w 5114885"/>
              <a:gd name="connsiteY452" fmla="*/ 914165 h 968306"/>
              <a:gd name="connsiteX453" fmla="*/ 2788253 w 5114885"/>
              <a:gd name="connsiteY453" fmla="*/ 769576 h 968306"/>
              <a:gd name="connsiteX454" fmla="*/ 2785110 w 5114885"/>
              <a:gd name="connsiteY454" fmla="*/ 687851 h 968306"/>
              <a:gd name="connsiteX455" fmla="*/ 2790920 w 5114885"/>
              <a:gd name="connsiteY455" fmla="*/ 687851 h 968306"/>
              <a:gd name="connsiteX456" fmla="*/ 2797683 w 5114885"/>
              <a:gd name="connsiteY456" fmla="*/ 687280 h 968306"/>
              <a:gd name="connsiteX457" fmla="*/ 2810256 w 5114885"/>
              <a:gd name="connsiteY457" fmla="*/ 686708 h 968306"/>
              <a:gd name="connsiteX458" fmla="*/ 2842736 w 5114885"/>
              <a:gd name="connsiteY458" fmla="*/ 683565 h 968306"/>
              <a:gd name="connsiteX459" fmla="*/ 2842260 w 5114885"/>
              <a:gd name="connsiteY459" fmla="*/ 709759 h 968306"/>
              <a:gd name="connsiteX460" fmla="*/ 2851118 w 5114885"/>
              <a:gd name="connsiteY460" fmla="*/ 715569 h 968306"/>
              <a:gd name="connsiteX461" fmla="*/ 2856929 w 5114885"/>
              <a:gd name="connsiteY461" fmla="*/ 715569 h 968306"/>
              <a:gd name="connsiteX462" fmla="*/ 2867406 w 5114885"/>
              <a:gd name="connsiteY462" fmla="*/ 707187 h 968306"/>
              <a:gd name="connsiteX463" fmla="*/ 2870549 w 5114885"/>
              <a:gd name="connsiteY463" fmla="*/ 702996 h 968306"/>
              <a:gd name="connsiteX464" fmla="*/ 2876360 w 5114885"/>
              <a:gd name="connsiteY464" fmla="*/ 698805 h 968306"/>
              <a:gd name="connsiteX465" fmla="*/ 2882074 w 5114885"/>
              <a:gd name="connsiteY465" fmla="*/ 695662 h 968306"/>
              <a:gd name="connsiteX466" fmla="*/ 2885218 w 5114885"/>
              <a:gd name="connsiteY466" fmla="*/ 693566 h 968306"/>
              <a:gd name="connsiteX467" fmla="*/ 2893028 w 5114885"/>
              <a:gd name="connsiteY467" fmla="*/ 689375 h 968306"/>
              <a:gd name="connsiteX468" fmla="*/ 2900934 w 5114885"/>
              <a:gd name="connsiteY468" fmla="*/ 686232 h 968306"/>
              <a:gd name="connsiteX469" fmla="*/ 2905125 w 5114885"/>
              <a:gd name="connsiteY469" fmla="*/ 684613 h 968306"/>
              <a:gd name="connsiteX470" fmla="*/ 2909792 w 5114885"/>
              <a:gd name="connsiteY470" fmla="*/ 682517 h 968306"/>
              <a:gd name="connsiteX471" fmla="*/ 2913983 w 5114885"/>
              <a:gd name="connsiteY471" fmla="*/ 680422 h 968306"/>
              <a:gd name="connsiteX472" fmla="*/ 2994660 w 5114885"/>
              <a:gd name="connsiteY472" fmla="*/ 704520 h 968306"/>
              <a:gd name="connsiteX473" fmla="*/ 2999328 w 5114885"/>
              <a:gd name="connsiteY473" fmla="*/ 712902 h 968306"/>
              <a:gd name="connsiteX474" fmla="*/ 3010281 w 5114885"/>
              <a:gd name="connsiteY474" fmla="*/ 721856 h 968306"/>
              <a:gd name="connsiteX475" fmla="*/ 3032855 w 5114885"/>
              <a:gd name="connsiteY475" fmla="*/ 708711 h 968306"/>
              <a:gd name="connsiteX476" fmla="*/ 3042761 w 5114885"/>
              <a:gd name="connsiteY476" fmla="*/ 700805 h 968306"/>
              <a:gd name="connsiteX477" fmla="*/ 3045333 w 5114885"/>
              <a:gd name="connsiteY477" fmla="*/ 699758 h 968306"/>
              <a:gd name="connsiteX478" fmla="*/ 3053239 w 5114885"/>
              <a:gd name="connsiteY478" fmla="*/ 696138 h 968306"/>
              <a:gd name="connsiteX479" fmla="*/ 3064764 w 5114885"/>
              <a:gd name="connsiteY479" fmla="*/ 690899 h 968306"/>
              <a:gd name="connsiteX480" fmla="*/ 3129248 w 5114885"/>
              <a:gd name="connsiteY480" fmla="*/ 688804 h 968306"/>
              <a:gd name="connsiteX481" fmla="*/ 3164872 w 5114885"/>
              <a:gd name="connsiteY481" fmla="*/ 726999 h 968306"/>
              <a:gd name="connsiteX482" fmla="*/ 3166491 w 5114885"/>
              <a:gd name="connsiteY482" fmla="*/ 730714 h 968306"/>
              <a:gd name="connsiteX483" fmla="*/ 3170111 w 5114885"/>
              <a:gd name="connsiteY483" fmla="*/ 737572 h 968306"/>
              <a:gd name="connsiteX484" fmla="*/ 3175349 w 5114885"/>
              <a:gd name="connsiteY484" fmla="*/ 766337 h 968306"/>
              <a:gd name="connsiteX485" fmla="*/ 3175349 w 5114885"/>
              <a:gd name="connsiteY485" fmla="*/ 770052 h 968306"/>
              <a:gd name="connsiteX486" fmla="*/ 3175349 w 5114885"/>
              <a:gd name="connsiteY486" fmla="*/ 776910 h 968306"/>
              <a:gd name="connsiteX487" fmla="*/ 3176969 w 5114885"/>
              <a:gd name="connsiteY487" fmla="*/ 783768 h 968306"/>
              <a:gd name="connsiteX488" fmla="*/ 3178493 w 5114885"/>
              <a:gd name="connsiteY488" fmla="*/ 798437 h 968306"/>
              <a:gd name="connsiteX489" fmla="*/ 3179540 w 5114885"/>
              <a:gd name="connsiteY489" fmla="*/ 814629 h 968306"/>
              <a:gd name="connsiteX490" fmla="*/ 3180588 w 5114885"/>
              <a:gd name="connsiteY490" fmla="*/ 837680 h 968306"/>
              <a:gd name="connsiteX491" fmla="*/ 3180588 w 5114885"/>
              <a:gd name="connsiteY491" fmla="*/ 882257 h 968306"/>
              <a:gd name="connsiteX492" fmla="*/ 3181636 w 5114885"/>
              <a:gd name="connsiteY492" fmla="*/ 908450 h 968306"/>
              <a:gd name="connsiteX493" fmla="*/ 3182684 w 5114885"/>
              <a:gd name="connsiteY493" fmla="*/ 933596 h 968306"/>
              <a:gd name="connsiteX494" fmla="*/ 3183731 w 5114885"/>
              <a:gd name="connsiteY494" fmla="*/ 940931 h 968306"/>
              <a:gd name="connsiteX495" fmla="*/ 3180588 w 5114885"/>
              <a:gd name="connsiteY495" fmla="*/ 940359 h 968306"/>
              <a:gd name="connsiteX496" fmla="*/ 3122962 w 5114885"/>
              <a:gd name="connsiteY496" fmla="*/ 941407 h 968306"/>
              <a:gd name="connsiteX497" fmla="*/ 3119819 w 5114885"/>
              <a:gd name="connsiteY497" fmla="*/ 941407 h 968306"/>
              <a:gd name="connsiteX498" fmla="*/ 3120390 w 5114885"/>
              <a:gd name="connsiteY498" fmla="*/ 937216 h 968306"/>
              <a:gd name="connsiteX499" fmla="*/ 3120866 w 5114885"/>
              <a:gd name="connsiteY499" fmla="*/ 857587 h 968306"/>
              <a:gd name="connsiteX500" fmla="*/ 3094673 w 5114885"/>
              <a:gd name="connsiteY500" fmla="*/ 738143 h 968306"/>
              <a:gd name="connsiteX501" fmla="*/ 3052191 w 5114885"/>
              <a:gd name="connsiteY501" fmla="*/ 736048 h 968306"/>
              <a:gd name="connsiteX502" fmla="*/ 3008186 w 5114885"/>
              <a:gd name="connsiteY502" fmla="*/ 807295 h 968306"/>
              <a:gd name="connsiteX503" fmla="*/ 3007709 w 5114885"/>
              <a:gd name="connsiteY503" fmla="*/ 918356 h 968306"/>
              <a:gd name="connsiteX504" fmla="*/ 3007709 w 5114885"/>
              <a:gd name="connsiteY504" fmla="*/ 923024 h 968306"/>
              <a:gd name="connsiteX505" fmla="*/ 3009805 w 5114885"/>
              <a:gd name="connsiteY505" fmla="*/ 945598 h 968306"/>
              <a:gd name="connsiteX506" fmla="*/ 3006662 w 5114885"/>
              <a:gd name="connsiteY506" fmla="*/ 947693 h 968306"/>
              <a:gd name="connsiteX507" fmla="*/ 3003995 w 5114885"/>
              <a:gd name="connsiteY507" fmla="*/ 947693 h 968306"/>
              <a:gd name="connsiteX508" fmla="*/ 2998280 w 5114885"/>
              <a:gd name="connsiteY508" fmla="*/ 947217 h 968306"/>
              <a:gd name="connsiteX509" fmla="*/ 2959513 w 5114885"/>
              <a:gd name="connsiteY509" fmla="*/ 947693 h 968306"/>
              <a:gd name="connsiteX510" fmla="*/ 2954274 w 5114885"/>
              <a:gd name="connsiteY510" fmla="*/ 948170 h 968306"/>
              <a:gd name="connsiteX511" fmla="*/ 2952655 w 5114885"/>
              <a:gd name="connsiteY511" fmla="*/ 926738 h 968306"/>
              <a:gd name="connsiteX512" fmla="*/ 2953131 w 5114885"/>
              <a:gd name="connsiteY512" fmla="*/ 923024 h 968306"/>
              <a:gd name="connsiteX513" fmla="*/ 2954750 w 5114885"/>
              <a:gd name="connsiteY513" fmla="*/ 851300 h 968306"/>
              <a:gd name="connsiteX514" fmla="*/ 2955798 w 5114885"/>
              <a:gd name="connsiteY514" fmla="*/ 781673 h 968306"/>
              <a:gd name="connsiteX515" fmla="*/ 2953703 w 5114885"/>
              <a:gd name="connsiteY515" fmla="*/ 764909 h 968306"/>
              <a:gd name="connsiteX516" fmla="*/ 2943225 w 5114885"/>
              <a:gd name="connsiteY516" fmla="*/ 745001 h 968306"/>
              <a:gd name="connsiteX517" fmla="*/ 2897124 w 5114885"/>
              <a:gd name="connsiteY517" fmla="*/ 732428 h 968306"/>
              <a:gd name="connsiteX518" fmla="*/ 2852071 w 5114885"/>
              <a:gd name="connsiteY518" fmla="*/ 763861 h 968306"/>
              <a:gd name="connsiteX519" fmla="*/ 2844165 w 5114885"/>
              <a:gd name="connsiteY519" fmla="*/ 806247 h 968306"/>
              <a:gd name="connsiteX520" fmla="*/ 2844165 w 5114885"/>
              <a:gd name="connsiteY520" fmla="*/ 918833 h 968306"/>
              <a:gd name="connsiteX521" fmla="*/ 2845213 w 5114885"/>
              <a:gd name="connsiteY521" fmla="*/ 942931 h 968306"/>
              <a:gd name="connsiteX522" fmla="*/ 3011234 w 5114885"/>
              <a:gd name="connsiteY522" fmla="*/ 956552 h 968306"/>
              <a:gd name="connsiteX523" fmla="*/ 3020092 w 5114885"/>
              <a:gd name="connsiteY523" fmla="*/ 952361 h 968306"/>
              <a:gd name="connsiteX524" fmla="*/ 3017520 w 5114885"/>
              <a:gd name="connsiteY524" fmla="*/ 922452 h 968306"/>
              <a:gd name="connsiteX525" fmla="*/ 3017520 w 5114885"/>
              <a:gd name="connsiteY525" fmla="*/ 918737 h 968306"/>
              <a:gd name="connsiteX526" fmla="*/ 3016949 w 5114885"/>
              <a:gd name="connsiteY526" fmla="*/ 914070 h 968306"/>
              <a:gd name="connsiteX527" fmla="*/ 3017996 w 5114885"/>
              <a:gd name="connsiteY527" fmla="*/ 809295 h 968306"/>
              <a:gd name="connsiteX528" fmla="*/ 3046762 w 5114885"/>
              <a:gd name="connsiteY528" fmla="*/ 749573 h 968306"/>
              <a:gd name="connsiteX529" fmla="*/ 3087053 w 5114885"/>
              <a:gd name="connsiteY529" fmla="*/ 744811 h 968306"/>
              <a:gd name="connsiteX530" fmla="*/ 3090767 w 5114885"/>
              <a:gd name="connsiteY530" fmla="*/ 748526 h 968306"/>
              <a:gd name="connsiteX531" fmla="*/ 3110674 w 5114885"/>
              <a:gd name="connsiteY531" fmla="*/ 856920 h 968306"/>
              <a:gd name="connsiteX532" fmla="*/ 3110198 w 5114885"/>
              <a:gd name="connsiteY532" fmla="*/ 933406 h 968306"/>
              <a:gd name="connsiteX533" fmla="*/ 3109722 w 5114885"/>
              <a:gd name="connsiteY533" fmla="*/ 939216 h 968306"/>
              <a:gd name="connsiteX534" fmla="*/ 3107627 w 5114885"/>
              <a:gd name="connsiteY534" fmla="*/ 943407 h 968306"/>
              <a:gd name="connsiteX535" fmla="*/ 3123819 w 5114885"/>
              <a:gd name="connsiteY535" fmla="*/ 951218 h 968306"/>
              <a:gd name="connsiteX536" fmla="*/ 3179350 w 5114885"/>
              <a:gd name="connsiteY536" fmla="*/ 950170 h 968306"/>
              <a:gd name="connsiteX537" fmla="*/ 3193447 w 5114885"/>
              <a:gd name="connsiteY537" fmla="*/ 947027 h 968306"/>
              <a:gd name="connsiteX538" fmla="*/ 3193923 w 5114885"/>
              <a:gd name="connsiteY538" fmla="*/ 942836 h 968306"/>
              <a:gd name="connsiteX539" fmla="*/ 3193447 w 5114885"/>
              <a:gd name="connsiteY539" fmla="*/ 937597 h 968306"/>
              <a:gd name="connsiteX540" fmla="*/ 3192399 w 5114885"/>
              <a:gd name="connsiteY540" fmla="*/ 932358 h 968306"/>
              <a:gd name="connsiteX541" fmla="*/ 3191351 w 5114885"/>
              <a:gd name="connsiteY541" fmla="*/ 908260 h 968306"/>
              <a:gd name="connsiteX542" fmla="*/ 3190304 w 5114885"/>
              <a:gd name="connsiteY542" fmla="*/ 881590 h 968306"/>
              <a:gd name="connsiteX543" fmla="*/ 3190304 w 5114885"/>
              <a:gd name="connsiteY543" fmla="*/ 836060 h 968306"/>
              <a:gd name="connsiteX544" fmla="*/ 3189256 w 5114885"/>
              <a:gd name="connsiteY544" fmla="*/ 814058 h 968306"/>
              <a:gd name="connsiteX545" fmla="*/ 3188208 w 5114885"/>
              <a:gd name="connsiteY545" fmla="*/ 797294 h 968306"/>
              <a:gd name="connsiteX546" fmla="*/ 3186589 w 5114885"/>
              <a:gd name="connsiteY546" fmla="*/ 781577 h 968306"/>
              <a:gd name="connsiteX547" fmla="*/ 3186113 w 5114885"/>
              <a:gd name="connsiteY547" fmla="*/ 778434 h 968306"/>
              <a:gd name="connsiteX548" fmla="*/ 3185065 w 5114885"/>
              <a:gd name="connsiteY548" fmla="*/ 774719 h 968306"/>
              <a:gd name="connsiteX549" fmla="*/ 3185065 w 5114885"/>
              <a:gd name="connsiteY549" fmla="*/ 765861 h 968306"/>
              <a:gd name="connsiteX550" fmla="*/ 3179826 w 5114885"/>
              <a:gd name="connsiteY550" fmla="*/ 734429 h 968306"/>
              <a:gd name="connsiteX551" fmla="*/ 3175635 w 5114885"/>
              <a:gd name="connsiteY551" fmla="*/ 726618 h 968306"/>
              <a:gd name="connsiteX552" fmla="*/ 3173063 w 5114885"/>
              <a:gd name="connsiteY552" fmla="*/ 720808 h 968306"/>
              <a:gd name="connsiteX553" fmla="*/ 3132201 w 5114885"/>
              <a:gd name="connsiteY553" fmla="*/ 678898 h 968306"/>
              <a:gd name="connsiteX554" fmla="*/ 3060383 w 5114885"/>
              <a:gd name="connsiteY554" fmla="*/ 681470 h 968306"/>
              <a:gd name="connsiteX555" fmla="*/ 3048857 w 5114885"/>
              <a:gd name="connsiteY555" fmla="*/ 686708 h 968306"/>
              <a:gd name="connsiteX556" fmla="*/ 3040475 w 5114885"/>
              <a:gd name="connsiteY556" fmla="*/ 690899 h 968306"/>
              <a:gd name="connsiteX557" fmla="*/ 3037332 w 5114885"/>
              <a:gd name="connsiteY557" fmla="*/ 692519 h 968306"/>
              <a:gd name="connsiteX558" fmla="*/ 3027331 w 5114885"/>
              <a:gd name="connsiteY558" fmla="*/ 699853 h 968306"/>
              <a:gd name="connsiteX559" fmla="*/ 3007900 w 5114885"/>
              <a:gd name="connsiteY559" fmla="*/ 708806 h 968306"/>
              <a:gd name="connsiteX560" fmla="*/ 3006852 w 5114885"/>
              <a:gd name="connsiteY560" fmla="*/ 706235 h 968306"/>
              <a:gd name="connsiteX561" fmla="*/ 3002661 w 5114885"/>
              <a:gd name="connsiteY561" fmla="*/ 698329 h 968306"/>
              <a:gd name="connsiteX562" fmla="*/ 2908840 w 5114885"/>
              <a:gd name="connsiteY562" fmla="*/ 671564 h 968306"/>
              <a:gd name="connsiteX563" fmla="*/ 2905697 w 5114885"/>
              <a:gd name="connsiteY563" fmla="*/ 673183 h 968306"/>
              <a:gd name="connsiteX564" fmla="*/ 2900458 w 5114885"/>
              <a:gd name="connsiteY564" fmla="*/ 675278 h 968306"/>
              <a:gd name="connsiteX565" fmla="*/ 2896267 w 5114885"/>
              <a:gd name="connsiteY565" fmla="*/ 677374 h 968306"/>
              <a:gd name="connsiteX566" fmla="*/ 2888933 w 5114885"/>
              <a:gd name="connsiteY566" fmla="*/ 680517 h 968306"/>
              <a:gd name="connsiteX567" fmla="*/ 2875788 w 5114885"/>
              <a:gd name="connsiteY567" fmla="*/ 686804 h 968306"/>
              <a:gd name="connsiteX568" fmla="*/ 2869978 w 5114885"/>
              <a:gd name="connsiteY568" fmla="*/ 690518 h 968306"/>
              <a:gd name="connsiteX569" fmla="*/ 2864168 w 5114885"/>
              <a:gd name="connsiteY569" fmla="*/ 694709 h 968306"/>
              <a:gd name="connsiteX570" fmla="*/ 2861596 w 5114885"/>
              <a:gd name="connsiteY570" fmla="*/ 696805 h 968306"/>
              <a:gd name="connsiteX571" fmla="*/ 2859500 w 5114885"/>
              <a:gd name="connsiteY571" fmla="*/ 699472 h 968306"/>
              <a:gd name="connsiteX572" fmla="*/ 2857976 w 5114885"/>
              <a:gd name="connsiteY572" fmla="*/ 702615 h 968306"/>
              <a:gd name="connsiteX573" fmla="*/ 2854262 w 5114885"/>
              <a:gd name="connsiteY573" fmla="*/ 705758 h 968306"/>
              <a:gd name="connsiteX574" fmla="*/ 2851690 w 5114885"/>
              <a:gd name="connsiteY574" fmla="*/ 705758 h 968306"/>
              <a:gd name="connsiteX575" fmla="*/ 2851690 w 5114885"/>
              <a:gd name="connsiteY575" fmla="*/ 678517 h 968306"/>
              <a:gd name="connsiteX576" fmla="*/ 2808732 w 5114885"/>
              <a:gd name="connsiteY576" fmla="*/ 676993 h 968306"/>
              <a:gd name="connsiteX577" fmla="*/ 2795588 w 5114885"/>
              <a:gd name="connsiteY577" fmla="*/ 677469 h 968306"/>
              <a:gd name="connsiteX578" fmla="*/ 2784634 w 5114885"/>
              <a:gd name="connsiteY578" fmla="*/ 677469 h 968306"/>
              <a:gd name="connsiteX579" fmla="*/ 2774156 w 5114885"/>
              <a:gd name="connsiteY579" fmla="*/ 681660 h 968306"/>
              <a:gd name="connsiteX580" fmla="*/ 2777871 w 5114885"/>
              <a:gd name="connsiteY580" fmla="*/ 771290 h 968306"/>
              <a:gd name="connsiteX581" fmla="*/ 2776823 w 5114885"/>
              <a:gd name="connsiteY581" fmla="*/ 914832 h 968306"/>
              <a:gd name="connsiteX582" fmla="*/ 2774252 w 5114885"/>
              <a:gd name="connsiteY582" fmla="*/ 947789 h 968306"/>
              <a:gd name="connsiteX583" fmla="*/ 2786348 w 5114885"/>
              <a:gd name="connsiteY583" fmla="*/ 954551 h 968306"/>
              <a:gd name="connsiteX584" fmla="*/ 2849690 w 5114885"/>
              <a:gd name="connsiteY584" fmla="*/ 953504 h 968306"/>
              <a:gd name="connsiteX585" fmla="*/ 2855405 w 5114885"/>
              <a:gd name="connsiteY585" fmla="*/ 944645 h 968306"/>
              <a:gd name="connsiteX586" fmla="*/ 2853881 w 5114885"/>
              <a:gd name="connsiteY586" fmla="*/ 918452 h 968306"/>
              <a:gd name="connsiteX587" fmla="*/ 2854357 w 5114885"/>
              <a:gd name="connsiteY587" fmla="*/ 806342 h 968306"/>
              <a:gd name="connsiteX588" fmla="*/ 2860643 w 5114885"/>
              <a:gd name="connsiteY588" fmla="*/ 768147 h 968306"/>
              <a:gd name="connsiteX589" fmla="*/ 2897315 w 5114885"/>
              <a:gd name="connsiteY589" fmla="*/ 742525 h 968306"/>
              <a:gd name="connsiteX590" fmla="*/ 2935510 w 5114885"/>
              <a:gd name="connsiteY590" fmla="*/ 751383 h 968306"/>
              <a:gd name="connsiteX591" fmla="*/ 2943892 w 5114885"/>
              <a:gd name="connsiteY591" fmla="*/ 767576 h 968306"/>
              <a:gd name="connsiteX592" fmla="*/ 2945511 w 5114885"/>
              <a:gd name="connsiteY592" fmla="*/ 783292 h 968306"/>
              <a:gd name="connsiteX593" fmla="*/ 2944463 w 5114885"/>
              <a:gd name="connsiteY593" fmla="*/ 850919 h 968306"/>
              <a:gd name="connsiteX594" fmla="*/ 2942368 w 5114885"/>
              <a:gd name="connsiteY594" fmla="*/ 923690 h 968306"/>
              <a:gd name="connsiteX595" fmla="*/ 2943987 w 5114885"/>
              <a:gd name="connsiteY595" fmla="*/ 953027 h 968306"/>
              <a:gd name="connsiteX596" fmla="*/ 2953988 w 5114885"/>
              <a:gd name="connsiteY596" fmla="*/ 958266 h 968306"/>
              <a:gd name="connsiteX597" fmla="*/ 2959703 w 5114885"/>
              <a:gd name="connsiteY597" fmla="*/ 957790 h 968306"/>
              <a:gd name="connsiteX598" fmla="*/ 2997422 w 5114885"/>
              <a:gd name="connsiteY598" fmla="*/ 957218 h 968306"/>
              <a:gd name="connsiteX599" fmla="*/ 3004280 w 5114885"/>
              <a:gd name="connsiteY599" fmla="*/ 957790 h 968306"/>
              <a:gd name="connsiteX600" fmla="*/ 3007424 w 5114885"/>
              <a:gd name="connsiteY600" fmla="*/ 957790 h 968306"/>
              <a:gd name="connsiteX601" fmla="*/ 3011138 w 5114885"/>
              <a:gd name="connsiteY601" fmla="*/ 956742 h 968306"/>
              <a:gd name="connsiteX602" fmla="*/ 2553272 w 5114885"/>
              <a:gd name="connsiteY602" fmla="*/ 843109 h 968306"/>
              <a:gd name="connsiteX603" fmla="*/ 2548033 w 5114885"/>
              <a:gd name="connsiteY603" fmla="*/ 845204 h 968306"/>
              <a:gd name="connsiteX604" fmla="*/ 2541746 w 5114885"/>
              <a:gd name="connsiteY604" fmla="*/ 849395 h 968306"/>
              <a:gd name="connsiteX605" fmla="*/ 2537079 w 5114885"/>
              <a:gd name="connsiteY605" fmla="*/ 852062 h 968306"/>
              <a:gd name="connsiteX606" fmla="*/ 2530793 w 5114885"/>
              <a:gd name="connsiteY606" fmla="*/ 896544 h 968306"/>
              <a:gd name="connsiteX607" fmla="*/ 2532888 w 5114885"/>
              <a:gd name="connsiteY607" fmla="*/ 899211 h 968306"/>
              <a:gd name="connsiteX608" fmla="*/ 2580037 w 5114885"/>
              <a:gd name="connsiteY608" fmla="*/ 921214 h 968306"/>
              <a:gd name="connsiteX609" fmla="*/ 2609374 w 5114885"/>
              <a:gd name="connsiteY609" fmla="*/ 910736 h 968306"/>
              <a:gd name="connsiteX610" fmla="*/ 2622518 w 5114885"/>
              <a:gd name="connsiteY610" fmla="*/ 902831 h 968306"/>
              <a:gd name="connsiteX611" fmla="*/ 2639282 w 5114885"/>
              <a:gd name="connsiteY611" fmla="*/ 864064 h 968306"/>
              <a:gd name="connsiteX612" fmla="*/ 2639854 w 5114885"/>
              <a:gd name="connsiteY612" fmla="*/ 831584 h 968306"/>
              <a:gd name="connsiteX613" fmla="*/ 2632996 w 5114885"/>
              <a:gd name="connsiteY613" fmla="*/ 821582 h 968306"/>
              <a:gd name="connsiteX614" fmla="*/ 2630424 w 5114885"/>
              <a:gd name="connsiteY614" fmla="*/ 822154 h 968306"/>
              <a:gd name="connsiteX615" fmla="*/ 2626805 w 5114885"/>
              <a:gd name="connsiteY615" fmla="*/ 822630 h 968306"/>
              <a:gd name="connsiteX616" fmla="*/ 2614708 w 5114885"/>
              <a:gd name="connsiteY616" fmla="*/ 825297 h 968306"/>
              <a:gd name="connsiteX617" fmla="*/ 2592229 w 5114885"/>
              <a:gd name="connsiteY617" fmla="*/ 830536 h 968306"/>
              <a:gd name="connsiteX618" fmla="*/ 2578037 w 5114885"/>
              <a:gd name="connsiteY618" fmla="*/ 834155 h 968306"/>
              <a:gd name="connsiteX619" fmla="*/ 2568131 w 5114885"/>
              <a:gd name="connsiteY619" fmla="*/ 837299 h 968306"/>
              <a:gd name="connsiteX620" fmla="*/ 2564416 w 5114885"/>
              <a:gd name="connsiteY620" fmla="*/ 838346 h 968306"/>
              <a:gd name="connsiteX621" fmla="*/ 2557653 w 5114885"/>
              <a:gd name="connsiteY621" fmla="*/ 842061 h 968306"/>
              <a:gd name="connsiteX622" fmla="*/ 2553462 w 5114885"/>
              <a:gd name="connsiteY622" fmla="*/ 843109 h 968306"/>
              <a:gd name="connsiteX623" fmla="*/ 2629757 w 5114885"/>
              <a:gd name="connsiteY623" fmla="*/ 832631 h 968306"/>
              <a:gd name="connsiteX624" fmla="*/ 2629757 w 5114885"/>
              <a:gd name="connsiteY624" fmla="*/ 861968 h 968306"/>
              <a:gd name="connsiteX625" fmla="*/ 2615660 w 5114885"/>
              <a:gd name="connsiteY625" fmla="*/ 895496 h 968306"/>
              <a:gd name="connsiteX626" fmla="*/ 2604611 w 5114885"/>
              <a:gd name="connsiteY626" fmla="*/ 901783 h 968306"/>
              <a:gd name="connsiteX627" fmla="*/ 2585752 w 5114885"/>
              <a:gd name="connsiteY627" fmla="*/ 910641 h 968306"/>
              <a:gd name="connsiteX628" fmla="*/ 2539079 w 5114885"/>
              <a:gd name="connsiteY628" fmla="*/ 890734 h 968306"/>
              <a:gd name="connsiteX629" fmla="*/ 2544318 w 5114885"/>
              <a:gd name="connsiteY629" fmla="*/ 859301 h 968306"/>
              <a:gd name="connsiteX630" fmla="*/ 2546890 w 5114885"/>
              <a:gd name="connsiteY630" fmla="*/ 857777 h 968306"/>
              <a:gd name="connsiteX631" fmla="*/ 2550033 w 5114885"/>
              <a:gd name="connsiteY631" fmla="*/ 856253 h 968306"/>
              <a:gd name="connsiteX632" fmla="*/ 2552129 w 5114885"/>
              <a:gd name="connsiteY632" fmla="*/ 854158 h 968306"/>
              <a:gd name="connsiteX633" fmla="*/ 2555843 w 5114885"/>
              <a:gd name="connsiteY633" fmla="*/ 852634 h 968306"/>
              <a:gd name="connsiteX634" fmla="*/ 2560034 w 5114885"/>
              <a:gd name="connsiteY634" fmla="*/ 851586 h 968306"/>
              <a:gd name="connsiteX635" fmla="*/ 2567940 w 5114885"/>
              <a:gd name="connsiteY635" fmla="*/ 847871 h 968306"/>
              <a:gd name="connsiteX636" fmla="*/ 2571083 w 5114885"/>
              <a:gd name="connsiteY636" fmla="*/ 846824 h 968306"/>
              <a:gd name="connsiteX637" fmla="*/ 2580513 w 5114885"/>
              <a:gd name="connsiteY637" fmla="*/ 844157 h 968306"/>
              <a:gd name="connsiteX638" fmla="*/ 2594705 w 5114885"/>
              <a:gd name="connsiteY638" fmla="*/ 839966 h 968306"/>
              <a:gd name="connsiteX639" fmla="*/ 2616708 w 5114885"/>
              <a:gd name="connsiteY639" fmla="*/ 835298 h 968306"/>
              <a:gd name="connsiteX640" fmla="*/ 2629853 w 5114885"/>
              <a:gd name="connsiteY640" fmla="*/ 832631 h 968306"/>
              <a:gd name="connsiteX641" fmla="*/ 2473071 w 5114885"/>
              <a:gd name="connsiteY641" fmla="*/ 757765 h 968306"/>
              <a:gd name="connsiteX642" fmla="*/ 2477262 w 5114885"/>
              <a:gd name="connsiteY642" fmla="*/ 741572 h 968306"/>
              <a:gd name="connsiteX643" fmla="*/ 2516029 w 5114885"/>
              <a:gd name="connsiteY643" fmla="*/ 699662 h 968306"/>
              <a:gd name="connsiteX644" fmla="*/ 2522791 w 5114885"/>
              <a:gd name="connsiteY644" fmla="*/ 693852 h 968306"/>
              <a:gd name="connsiteX645" fmla="*/ 2528030 w 5114885"/>
              <a:gd name="connsiteY645" fmla="*/ 691280 h 968306"/>
              <a:gd name="connsiteX646" fmla="*/ 2532793 w 5114885"/>
              <a:gd name="connsiteY646" fmla="*/ 688709 h 968306"/>
              <a:gd name="connsiteX647" fmla="*/ 2554796 w 5114885"/>
              <a:gd name="connsiteY647" fmla="*/ 681851 h 968306"/>
              <a:gd name="connsiteX648" fmla="*/ 2572607 w 5114885"/>
              <a:gd name="connsiteY648" fmla="*/ 679279 h 968306"/>
              <a:gd name="connsiteX649" fmla="*/ 2575179 w 5114885"/>
              <a:gd name="connsiteY649" fmla="*/ 678231 h 968306"/>
              <a:gd name="connsiteX650" fmla="*/ 2577751 w 5114885"/>
              <a:gd name="connsiteY650" fmla="*/ 677183 h 968306"/>
              <a:gd name="connsiteX651" fmla="*/ 2603468 w 5114885"/>
              <a:gd name="connsiteY651" fmla="*/ 676136 h 968306"/>
              <a:gd name="connsiteX652" fmla="*/ 2619185 w 5114885"/>
              <a:gd name="connsiteY652" fmla="*/ 677660 h 968306"/>
              <a:gd name="connsiteX653" fmla="*/ 2649570 w 5114885"/>
              <a:gd name="connsiteY653" fmla="*/ 680803 h 968306"/>
              <a:gd name="connsiteX654" fmla="*/ 2685764 w 5114885"/>
              <a:gd name="connsiteY654" fmla="*/ 703853 h 968306"/>
              <a:gd name="connsiteX655" fmla="*/ 2695670 w 5114885"/>
              <a:gd name="connsiteY655" fmla="*/ 720617 h 968306"/>
              <a:gd name="connsiteX656" fmla="*/ 2699861 w 5114885"/>
              <a:gd name="connsiteY656" fmla="*/ 768338 h 968306"/>
              <a:gd name="connsiteX657" fmla="*/ 2698814 w 5114885"/>
              <a:gd name="connsiteY657" fmla="*/ 785673 h 968306"/>
              <a:gd name="connsiteX658" fmla="*/ 2699385 w 5114885"/>
              <a:gd name="connsiteY658" fmla="*/ 867398 h 968306"/>
              <a:gd name="connsiteX659" fmla="*/ 2702528 w 5114885"/>
              <a:gd name="connsiteY659" fmla="*/ 906164 h 968306"/>
              <a:gd name="connsiteX660" fmla="*/ 2709291 w 5114885"/>
              <a:gd name="connsiteY660" fmla="*/ 937597 h 968306"/>
              <a:gd name="connsiteX661" fmla="*/ 2710910 w 5114885"/>
              <a:gd name="connsiteY661" fmla="*/ 944931 h 968306"/>
              <a:gd name="connsiteX662" fmla="*/ 2667953 w 5114885"/>
              <a:gd name="connsiteY662" fmla="*/ 951218 h 968306"/>
              <a:gd name="connsiteX663" fmla="*/ 2658999 w 5114885"/>
              <a:gd name="connsiteY663" fmla="*/ 949694 h 968306"/>
              <a:gd name="connsiteX664" fmla="*/ 2650141 w 5114885"/>
              <a:gd name="connsiteY664" fmla="*/ 950170 h 968306"/>
              <a:gd name="connsiteX665" fmla="*/ 2638139 w 5114885"/>
              <a:gd name="connsiteY665" fmla="*/ 930263 h 968306"/>
              <a:gd name="connsiteX666" fmla="*/ 2630234 w 5114885"/>
              <a:gd name="connsiteY666" fmla="*/ 933406 h 968306"/>
              <a:gd name="connsiteX667" fmla="*/ 2627090 w 5114885"/>
              <a:gd name="connsiteY667" fmla="*/ 935501 h 968306"/>
              <a:gd name="connsiteX668" fmla="*/ 2621852 w 5114885"/>
              <a:gd name="connsiteY668" fmla="*/ 939121 h 968306"/>
              <a:gd name="connsiteX669" fmla="*/ 2617184 w 5114885"/>
              <a:gd name="connsiteY669" fmla="*/ 942264 h 968306"/>
              <a:gd name="connsiteX670" fmla="*/ 2595182 w 5114885"/>
              <a:gd name="connsiteY670" fmla="*/ 951694 h 968306"/>
              <a:gd name="connsiteX671" fmla="*/ 2563273 w 5114885"/>
              <a:gd name="connsiteY671" fmla="*/ 956361 h 968306"/>
              <a:gd name="connsiteX672" fmla="*/ 2545937 w 5114885"/>
              <a:gd name="connsiteY672" fmla="*/ 957980 h 968306"/>
              <a:gd name="connsiteX673" fmla="*/ 2496693 w 5114885"/>
              <a:gd name="connsiteY673" fmla="*/ 946455 h 968306"/>
              <a:gd name="connsiteX674" fmla="*/ 2494121 w 5114885"/>
              <a:gd name="connsiteY674" fmla="*/ 944360 h 968306"/>
              <a:gd name="connsiteX675" fmla="*/ 2488311 w 5114885"/>
              <a:gd name="connsiteY675" fmla="*/ 940645 h 968306"/>
              <a:gd name="connsiteX676" fmla="*/ 2480977 w 5114885"/>
              <a:gd name="connsiteY676" fmla="*/ 935406 h 968306"/>
              <a:gd name="connsiteX677" fmla="*/ 2478881 w 5114885"/>
              <a:gd name="connsiteY677" fmla="*/ 932263 h 968306"/>
              <a:gd name="connsiteX678" fmla="*/ 2475738 w 5114885"/>
              <a:gd name="connsiteY678" fmla="*/ 927024 h 968306"/>
              <a:gd name="connsiteX679" fmla="*/ 2470499 w 5114885"/>
              <a:gd name="connsiteY679" fmla="*/ 918642 h 968306"/>
              <a:gd name="connsiteX680" fmla="*/ 2462117 w 5114885"/>
              <a:gd name="connsiteY680" fmla="*/ 893972 h 968306"/>
              <a:gd name="connsiteX681" fmla="*/ 2462117 w 5114885"/>
              <a:gd name="connsiteY681" fmla="*/ 870446 h 968306"/>
              <a:gd name="connsiteX682" fmla="*/ 2464213 w 5114885"/>
              <a:gd name="connsiteY682" fmla="*/ 858920 h 968306"/>
              <a:gd name="connsiteX683" fmla="*/ 2465261 w 5114885"/>
              <a:gd name="connsiteY683" fmla="*/ 855301 h 968306"/>
              <a:gd name="connsiteX684" fmla="*/ 2467832 w 5114885"/>
              <a:gd name="connsiteY684" fmla="*/ 849014 h 968306"/>
              <a:gd name="connsiteX685" fmla="*/ 2526506 w 5114885"/>
              <a:gd name="connsiteY685" fmla="*/ 805580 h 968306"/>
              <a:gd name="connsiteX686" fmla="*/ 2548985 w 5114885"/>
              <a:gd name="connsiteY686" fmla="*/ 803485 h 968306"/>
              <a:gd name="connsiteX687" fmla="*/ 2553653 w 5114885"/>
              <a:gd name="connsiteY687" fmla="*/ 802913 h 968306"/>
              <a:gd name="connsiteX688" fmla="*/ 2562035 w 5114885"/>
              <a:gd name="connsiteY688" fmla="*/ 802437 h 968306"/>
              <a:gd name="connsiteX689" fmla="*/ 2574131 w 5114885"/>
              <a:gd name="connsiteY689" fmla="*/ 801866 h 968306"/>
              <a:gd name="connsiteX690" fmla="*/ 2596610 w 5114885"/>
              <a:gd name="connsiteY690" fmla="*/ 799770 h 968306"/>
              <a:gd name="connsiteX691" fmla="*/ 2636901 w 5114885"/>
              <a:gd name="connsiteY691" fmla="*/ 783006 h 968306"/>
              <a:gd name="connsiteX692" fmla="*/ 2638997 w 5114885"/>
              <a:gd name="connsiteY692" fmla="*/ 778339 h 968306"/>
              <a:gd name="connsiteX693" fmla="*/ 2640045 w 5114885"/>
              <a:gd name="connsiteY693" fmla="*/ 775196 h 968306"/>
              <a:gd name="connsiteX694" fmla="*/ 2640521 w 5114885"/>
              <a:gd name="connsiteY694" fmla="*/ 769957 h 968306"/>
              <a:gd name="connsiteX695" fmla="*/ 2624328 w 5114885"/>
              <a:gd name="connsiteY695" fmla="*/ 725951 h 968306"/>
              <a:gd name="connsiteX696" fmla="*/ 2597087 w 5114885"/>
              <a:gd name="connsiteY696" fmla="*/ 719093 h 968306"/>
              <a:gd name="connsiteX697" fmla="*/ 2578227 w 5114885"/>
              <a:gd name="connsiteY697" fmla="*/ 721189 h 968306"/>
              <a:gd name="connsiteX698" fmla="*/ 2552033 w 5114885"/>
              <a:gd name="connsiteY698" fmla="*/ 732238 h 968306"/>
              <a:gd name="connsiteX699" fmla="*/ 2546318 w 5114885"/>
              <a:gd name="connsiteY699" fmla="*/ 739572 h 968306"/>
              <a:gd name="connsiteX700" fmla="*/ 2542604 w 5114885"/>
              <a:gd name="connsiteY700" fmla="*/ 745859 h 968306"/>
              <a:gd name="connsiteX701" fmla="*/ 2535841 w 5114885"/>
              <a:gd name="connsiteY701" fmla="*/ 759479 h 968306"/>
              <a:gd name="connsiteX702" fmla="*/ 2532698 w 5114885"/>
              <a:gd name="connsiteY702" fmla="*/ 759479 h 968306"/>
              <a:gd name="connsiteX703" fmla="*/ 2522696 w 5114885"/>
              <a:gd name="connsiteY703" fmla="*/ 758432 h 968306"/>
              <a:gd name="connsiteX704" fmla="*/ 2494883 w 5114885"/>
              <a:gd name="connsiteY704" fmla="*/ 757384 h 968306"/>
              <a:gd name="connsiteX705" fmla="*/ 2479167 w 5114885"/>
              <a:gd name="connsiteY705" fmla="*/ 757384 h 968306"/>
              <a:gd name="connsiteX706" fmla="*/ 2472881 w 5114885"/>
              <a:gd name="connsiteY706" fmla="*/ 757955 h 968306"/>
              <a:gd name="connsiteX707" fmla="*/ 2627090 w 5114885"/>
              <a:gd name="connsiteY707" fmla="*/ 946836 h 968306"/>
              <a:gd name="connsiteX708" fmla="*/ 2632329 w 5114885"/>
              <a:gd name="connsiteY708" fmla="*/ 943693 h 968306"/>
              <a:gd name="connsiteX709" fmla="*/ 2635472 w 5114885"/>
              <a:gd name="connsiteY709" fmla="*/ 942169 h 968306"/>
              <a:gd name="connsiteX710" fmla="*/ 2637568 w 5114885"/>
              <a:gd name="connsiteY710" fmla="*/ 940645 h 968306"/>
              <a:gd name="connsiteX711" fmla="*/ 2639663 w 5114885"/>
              <a:gd name="connsiteY711" fmla="*/ 950075 h 968306"/>
              <a:gd name="connsiteX712" fmla="*/ 2658523 w 5114885"/>
              <a:gd name="connsiteY712" fmla="*/ 960076 h 968306"/>
              <a:gd name="connsiteX713" fmla="*/ 2666905 w 5114885"/>
              <a:gd name="connsiteY713" fmla="*/ 961600 h 968306"/>
              <a:gd name="connsiteX714" fmla="*/ 2717673 w 5114885"/>
              <a:gd name="connsiteY714" fmla="*/ 953789 h 968306"/>
              <a:gd name="connsiteX715" fmla="*/ 2720816 w 5114885"/>
              <a:gd name="connsiteY715" fmla="*/ 944931 h 968306"/>
              <a:gd name="connsiteX716" fmla="*/ 2719769 w 5114885"/>
              <a:gd name="connsiteY716" fmla="*/ 940740 h 968306"/>
              <a:gd name="connsiteX717" fmla="*/ 2719292 w 5114885"/>
              <a:gd name="connsiteY717" fmla="*/ 936549 h 968306"/>
              <a:gd name="connsiteX718" fmla="*/ 2712530 w 5114885"/>
              <a:gd name="connsiteY718" fmla="*/ 904069 h 968306"/>
              <a:gd name="connsiteX719" fmla="*/ 2709386 w 5114885"/>
              <a:gd name="connsiteY719" fmla="*/ 866350 h 968306"/>
              <a:gd name="connsiteX720" fmla="*/ 2708910 w 5114885"/>
              <a:gd name="connsiteY720" fmla="*/ 786149 h 968306"/>
              <a:gd name="connsiteX721" fmla="*/ 2709958 w 5114885"/>
              <a:gd name="connsiteY721" fmla="*/ 768338 h 968306"/>
              <a:gd name="connsiteX722" fmla="*/ 2705767 w 5114885"/>
              <a:gd name="connsiteY722" fmla="*/ 718046 h 968306"/>
              <a:gd name="connsiteX723" fmla="*/ 2692622 w 5114885"/>
              <a:gd name="connsiteY723" fmla="*/ 696614 h 968306"/>
              <a:gd name="connsiteX724" fmla="*/ 2652236 w 5114885"/>
              <a:gd name="connsiteY724" fmla="*/ 670897 h 968306"/>
              <a:gd name="connsiteX725" fmla="*/ 2620328 w 5114885"/>
              <a:gd name="connsiteY725" fmla="*/ 667754 h 968306"/>
              <a:gd name="connsiteX726" fmla="*/ 2603564 w 5114885"/>
              <a:gd name="connsiteY726" fmla="*/ 666230 h 968306"/>
              <a:gd name="connsiteX727" fmla="*/ 2574227 w 5114885"/>
              <a:gd name="connsiteY727" fmla="*/ 667754 h 968306"/>
              <a:gd name="connsiteX728" fmla="*/ 2570036 w 5114885"/>
              <a:gd name="connsiteY728" fmla="*/ 669373 h 968306"/>
              <a:gd name="connsiteX729" fmla="*/ 2552224 w 5114885"/>
              <a:gd name="connsiteY729" fmla="*/ 671945 h 968306"/>
              <a:gd name="connsiteX730" fmla="*/ 2527649 w 5114885"/>
              <a:gd name="connsiteY730" fmla="*/ 679850 h 968306"/>
              <a:gd name="connsiteX731" fmla="*/ 2523458 w 5114885"/>
              <a:gd name="connsiteY731" fmla="*/ 682422 h 968306"/>
              <a:gd name="connsiteX732" fmla="*/ 2518220 w 5114885"/>
              <a:gd name="connsiteY732" fmla="*/ 685565 h 968306"/>
              <a:gd name="connsiteX733" fmla="*/ 2508790 w 5114885"/>
              <a:gd name="connsiteY733" fmla="*/ 692900 h 968306"/>
              <a:gd name="connsiteX734" fmla="*/ 2467928 w 5114885"/>
              <a:gd name="connsiteY734" fmla="*/ 739001 h 968306"/>
              <a:gd name="connsiteX735" fmla="*/ 2461641 w 5114885"/>
              <a:gd name="connsiteY735" fmla="*/ 760432 h 968306"/>
              <a:gd name="connsiteX736" fmla="*/ 2467451 w 5114885"/>
              <a:gd name="connsiteY736" fmla="*/ 767290 h 968306"/>
              <a:gd name="connsiteX737" fmla="*/ 2470595 w 5114885"/>
              <a:gd name="connsiteY737" fmla="*/ 767861 h 968306"/>
              <a:gd name="connsiteX738" fmla="*/ 2474786 w 5114885"/>
              <a:gd name="connsiteY738" fmla="*/ 767861 h 968306"/>
              <a:gd name="connsiteX739" fmla="*/ 2495169 w 5114885"/>
              <a:gd name="connsiteY739" fmla="*/ 767861 h 968306"/>
              <a:gd name="connsiteX740" fmla="*/ 2522411 w 5114885"/>
              <a:gd name="connsiteY740" fmla="*/ 768433 h 968306"/>
              <a:gd name="connsiteX741" fmla="*/ 2551748 w 5114885"/>
              <a:gd name="connsiteY741" fmla="*/ 751097 h 968306"/>
              <a:gd name="connsiteX742" fmla="*/ 2555462 w 5114885"/>
              <a:gd name="connsiteY742" fmla="*/ 744811 h 968306"/>
              <a:gd name="connsiteX743" fmla="*/ 2559177 w 5114885"/>
              <a:gd name="connsiteY743" fmla="*/ 739572 h 968306"/>
              <a:gd name="connsiteX744" fmla="*/ 2580608 w 5114885"/>
              <a:gd name="connsiteY744" fmla="*/ 730619 h 968306"/>
              <a:gd name="connsiteX745" fmla="*/ 2597372 w 5114885"/>
              <a:gd name="connsiteY745" fmla="*/ 729095 h 968306"/>
              <a:gd name="connsiteX746" fmla="*/ 2618899 w 5114885"/>
              <a:gd name="connsiteY746" fmla="*/ 734333 h 968306"/>
              <a:gd name="connsiteX747" fmla="*/ 2630900 w 5114885"/>
              <a:gd name="connsiteY747" fmla="*/ 771576 h 968306"/>
              <a:gd name="connsiteX748" fmla="*/ 2629853 w 5114885"/>
              <a:gd name="connsiteY748" fmla="*/ 774719 h 968306"/>
              <a:gd name="connsiteX749" fmla="*/ 2625662 w 5114885"/>
              <a:gd name="connsiteY749" fmla="*/ 779958 h 968306"/>
              <a:gd name="connsiteX750" fmla="*/ 2573274 w 5114885"/>
              <a:gd name="connsiteY750" fmla="*/ 792055 h 968306"/>
              <a:gd name="connsiteX751" fmla="*/ 2561749 w 5114885"/>
              <a:gd name="connsiteY751" fmla="*/ 792626 h 968306"/>
              <a:gd name="connsiteX752" fmla="*/ 2552891 w 5114885"/>
              <a:gd name="connsiteY752" fmla="*/ 793103 h 968306"/>
              <a:gd name="connsiteX753" fmla="*/ 2547652 w 5114885"/>
              <a:gd name="connsiteY753" fmla="*/ 793674 h 968306"/>
              <a:gd name="connsiteX754" fmla="*/ 2525649 w 5114885"/>
              <a:gd name="connsiteY754" fmla="*/ 795770 h 968306"/>
              <a:gd name="connsiteX755" fmla="*/ 2458593 w 5114885"/>
              <a:gd name="connsiteY755" fmla="*/ 845014 h 968306"/>
              <a:gd name="connsiteX756" fmla="*/ 2455926 w 5114885"/>
              <a:gd name="connsiteY756" fmla="*/ 851872 h 968306"/>
              <a:gd name="connsiteX757" fmla="*/ 2454402 w 5114885"/>
              <a:gd name="connsiteY757" fmla="*/ 856539 h 968306"/>
              <a:gd name="connsiteX758" fmla="*/ 2452307 w 5114885"/>
              <a:gd name="connsiteY758" fmla="*/ 868636 h 968306"/>
              <a:gd name="connsiteX759" fmla="*/ 2452783 w 5114885"/>
              <a:gd name="connsiteY759" fmla="*/ 897401 h 968306"/>
              <a:gd name="connsiteX760" fmla="*/ 2463260 w 5114885"/>
              <a:gd name="connsiteY760" fmla="*/ 925691 h 968306"/>
              <a:gd name="connsiteX761" fmla="*/ 2466880 w 5114885"/>
              <a:gd name="connsiteY761" fmla="*/ 932453 h 968306"/>
              <a:gd name="connsiteX762" fmla="*/ 2470023 w 5114885"/>
              <a:gd name="connsiteY762" fmla="*/ 937692 h 968306"/>
              <a:gd name="connsiteX763" fmla="*/ 2472595 w 5114885"/>
              <a:gd name="connsiteY763" fmla="*/ 941883 h 968306"/>
              <a:gd name="connsiteX764" fmla="*/ 2476786 w 5114885"/>
              <a:gd name="connsiteY764" fmla="*/ 945026 h 968306"/>
              <a:gd name="connsiteX765" fmla="*/ 2482596 w 5114885"/>
              <a:gd name="connsiteY765" fmla="*/ 949217 h 968306"/>
              <a:gd name="connsiteX766" fmla="*/ 2488311 w 5114885"/>
              <a:gd name="connsiteY766" fmla="*/ 952932 h 968306"/>
              <a:gd name="connsiteX767" fmla="*/ 2492502 w 5114885"/>
              <a:gd name="connsiteY767" fmla="*/ 955504 h 968306"/>
              <a:gd name="connsiteX768" fmla="*/ 2546985 w 5114885"/>
              <a:gd name="connsiteY768" fmla="*/ 968077 h 968306"/>
              <a:gd name="connsiteX769" fmla="*/ 2563749 w 5114885"/>
              <a:gd name="connsiteY769" fmla="*/ 966553 h 968306"/>
              <a:gd name="connsiteX770" fmla="*/ 2597753 w 5114885"/>
              <a:gd name="connsiteY770" fmla="*/ 961314 h 968306"/>
              <a:gd name="connsiteX771" fmla="*/ 2622899 w 5114885"/>
              <a:gd name="connsiteY771" fmla="*/ 950837 h 968306"/>
              <a:gd name="connsiteX772" fmla="*/ 2625471 w 5114885"/>
              <a:gd name="connsiteY772" fmla="*/ 948170 h 968306"/>
              <a:gd name="connsiteX773" fmla="*/ 2627090 w 5114885"/>
              <a:gd name="connsiteY773" fmla="*/ 947122 h 968306"/>
              <a:gd name="connsiteX774" fmla="*/ 2225326 w 5114885"/>
              <a:gd name="connsiteY774" fmla="*/ 870922 h 968306"/>
              <a:gd name="connsiteX775" fmla="*/ 2233708 w 5114885"/>
              <a:gd name="connsiteY775" fmla="*/ 887686 h 968306"/>
              <a:gd name="connsiteX776" fmla="*/ 2335340 w 5114885"/>
              <a:gd name="connsiteY776" fmla="*/ 898640 h 968306"/>
              <a:gd name="connsiteX777" fmla="*/ 2340007 w 5114885"/>
              <a:gd name="connsiteY777" fmla="*/ 891305 h 968306"/>
              <a:gd name="connsiteX778" fmla="*/ 2344674 w 5114885"/>
              <a:gd name="connsiteY778" fmla="*/ 883971 h 968306"/>
              <a:gd name="connsiteX779" fmla="*/ 2323719 w 5114885"/>
              <a:gd name="connsiteY779" fmla="*/ 845204 h 968306"/>
              <a:gd name="connsiteX780" fmla="*/ 2265617 w 5114885"/>
              <a:gd name="connsiteY780" fmla="*/ 828917 h 968306"/>
              <a:gd name="connsiteX781" fmla="*/ 2262950 w 5114885"/>
              <a:gd name="connsiteY781" fmla="*/ 828440 h 968306"/>
              <a:gd name="connsiteX782" fmla="*/ 2249329 w 5114885"/>
              <a:gd name="connsiteY782" fmla="*/ 823202 h 968306"/>
              <a:gd name="connsiteX783" fmla="*/ 2195894 w 5114885"/>
              <a:gd name="connsiteY783" fmla="*/ 801199 h 968306"/>
              <a:gd name="connsiteX784" fmla="*/ 2192274 w 5114885"/>
              <a:gd name="connsiteY784" fmla="*/ 798056 h 968306"/>
              <a:gd name="connsiteX785" fmla="*/ 2190179 w 5114885"/>
              <a:gd name="connsiteY785" fmla="*/ 794341 h 968306"/>
              <a:gd name="connsiteX786" fmla="*/ 2188083 w 5114885"/>
              <a:gd name="connsiteY786" fmla="*/ 791198 h 968306"/>
              <a:gd name="connsiteX787" fmla="*/ 2184940 w 5114885"/>
              <a:gd name="connsiteY787" fmla="*/ 786435 h 968306"/>
              <a:gd name="connsiteX788" fmla="*/ 2177606 w 5114885"/>
              <a:gd name="connsiteY788" fmla="*/ 753955 h 968306"/>
              <a:gd name="connsiteX789" fmla="*/ 2179225 w 5114885"/>
              <a:gd name="connsiteY789" fmla="*/ 745097 h 968306"/>
              <a:gd name="connsiteX790" fmla="*/ 2180749 w 5114885"/>
              <a:gd name="connsiteY790" fmla="*/ 738810 h 968306"/>
              <a:gd name="connsiteX791" fmla="*/ 2183416 w 5114885"/>
              <a:gd name="connsiteY791" fmla="*/ 731952 h 968306"/>
              <a:gd name="connsiteX792" fmla="*/ 2185511 w 5114885"/>
              <a:gd name="connsiteY792" fmla="*/ 728237 h 968306"/>
              <a:gd name="connsiteX793" fmla="*/ 2187131 w 5114885"/>
              <a:gd name="connsiteY793" fmla="*/ 725666 h 968306"/>
              <a:gd name="connsiteX794" fmla="*/ 2191322 w 5114885"/>
              <a:gd name="connsiteY794" fmla="*/ 718808 h 968306"/>
              <a:gd name="connsiteX795" fmla="*/ 2195989 w 5114885"/>
              <a:gd name="connsiteY795" fmla="*/ 711950 h 968306"/>
              <a:gd name="connsiteX796" fmla="*/ 2206466 w 5114885"/>
              <a:gd name="connsiteY796" fmla="*/ 702520 h 968306"/>
              <a:gd name="connsiteX797" fmla="*/ 2215896 w 5114885"/>
              <a:gd name="connsiteY797" fmla="*/ 696233 h 968306"/>
              <a:gd name="connsiteX798" fmla="*/ 2222183 w 5114885"/>
              <a:gd name="connsiteY798" fmla="*/ 692519 h 968306"/>
              <a:gd name="connsiteX799" fmla="*/ 2228469 w 5114885"/>
              <a:gd name="connsiteY799" fmla="*/ 689375 h 968306"/>
              <a:gd name="connsiteX800" fmla="*/ 2234184 w 5114885"/>
              <a:gd name="connsiteY800" fmla="*/ 687280 h 968306"/>
              <a:gd name="connsiteX801" fmla="*/ 2250948 w 5114885"/>
              <a:gd name="connsiteY801" fmla="*/ 682613 h 968306"/>
              <a:gd name="connsiteX802" fmla="*/ 2339531 w 5114885"/>
              <a:gd name="connsiteY802" fmla="*/ 688899 h 968306"/>
              <a:gd name="connsiteX803" fmla="*/ 2344769 w 5114885"/>
              <a:gd name="connsiteY803" fmla="*/ 690995 h 968306"/>
              <a:gd name="connsiteX804" fmla="*/ 2348960 w 5114885"/>
              <a:gd name="connsiteY804" fmla="*/ 692042 h 968306"/>
              <a:gd name="connsiteX805" fmla="*/ 2352104 w 5114885"/>
              <a:gd name="connsiteY805" fmla="*/ 693566 h 968306"/>
              <a:gd name="connsiteX806" fmla="*/ 2358390 w 5114885"/>
              <a:gd name="connsiteY806" fmla="*/ 696233 h 968306"/>
              <a:gd name="connsiteX807" fmla="*/ 2366201 w 5114885"/>
              <a:gd name="connsiteY807" fmla="*/ 699853 h 968306"/>
              <a:gd name="connsiteX808" fmla="*/ 2368772 w 5114885"/>
              <a:gd name="connsiteY808" fmla="*/ 700901 h 968306"/>
              <a:gd name="connsiteX809" fmla="*/ 2399729 w 5114885"/>
              <a:gd name="connsiteY809" fmla="*/ 758527 h 968306"/>
              <a:gd name="connsiteX810" fmla="*/ 2347341 w 5114885"/>
              <a:gd name="connsiteY810" fmla="*/ 756431 h 968306"/>
              <a:gd name="connsiteX811" fmla="*/ 2332101 w 5114885"/>
              <a:gd name="connsiteY811" fmla="*/ 734429 h 968306"/>
              <a:gd name="connsiteX812" fmla="*/ 2327910 w 5114885"/>
              <a:gd name="connsiteY812" fmla="*/ 729761 h 968306"/>
              <a:gd name="connsiteX813" fmla="*/ 2321624 w 5114885"/>
              <a:gd name="connsiteY813" fmla="*/ 724999 h 968306"/>
              <a:gd name="connsiteX814" fmla="*/ 2318480 w 5114885"/>
              <a:gd name="connsiteY814" fmla="*/ 723475 h 968306"/>
              <a:gd name="connsiteX815" fmla="*/ 2310670 w 5114885"/>
              <a:gd name="connsiteY815" fmla="*/ 720808 h 968306"/>
              <a:gd name="connsiteX816" fmla="*/ 2303336 w 5114885"/>
              <a:gd name="connsiteY816" fmla="*/ 719284 h 968306"/>
              <a:gd name="connsiteX817" fmla="*/ 2299145 w 5114885"/>
              <a:gd name="connsiteY817" fmla="*/ 718236 h 968306"/>
              <a:gd name="connsiteX818" fmla="*/ 2289143 w 5114885"/>
              <a:gd name="connsiteY818" fmla="*/ 717665 h 968306"/>
              <a:gd name="connsiteX819" fmla="*/ 2279237 w 5114885"/>
              <a:gd name="connsiteY819" fmla="*/ 718236 h 968306"/>
              <a:gd name="connsiteX820" fmla="*/ 2271903 w 5114885"/>
              <a:gd name="connsiteY820" fmla="*/ 720332 h 968306"/>
              <a:gd name="connsiteX821" fmla="*/ 2267712 w 5114885"/>
              <a:gd name="connsiteY821" fmla="*/ 721379 h 968306"/>
              <a:gd name="connsiteX822" fmla="*/ 2259330 w 5114885"/>
              <a:gd name="connsiteY822" fmla="*/ 725094 h 968306"/>
              <a:gd name="connsiteX823" fmla="*/ 2246186 w 5114885"/>
              <a:gd name="connsiteY823" fmla="*/ 746049 h 968306"/>
              <a:gd name="connsiteX824" fmla="*/ 2277618 w 5114885"/>
              <a:gd name="connsiteY824" fmla="*/ 780625 h 968306"/>
              <a:gd name="connsiteX825" fmla="*/ 2281238 w 5114885"/>
              <a:gd name="connsiteY825" fmla="*/ 782244 h 968306"/>
              <a:gd name="connsiteX826" fmla="*/ 2288096 w 5114885"/>
              <a:gd name="connsiteY826" fmla="*/ 784816 h 968306"/>
              <a:gd name="connsiteX827" fmla="*/ 2302764 w 5114885"/>
              <a:gd name="connsiteY827" fmla="*/ 790055 h 968306"/>
              <a:gd name="connsiteX828" fmla="*/ 2308479 w 5114885"/>
              <a:gd name="connsiteY828" fmla="*/ 792150 h 968306"/>
              <a:gd name="connsiteX829" fmla="*/ 2314289 w 5114885"/>
              <a:gd name="connsiteY829" fmla="*/ 794246 h 968306"/>
              <a:gd name="connsiteX830" fmla="*/ 2318957 w 5114885"/>
              <a:gd name="connsiteY830" fmla="*/ 795293 h 968306"/>
              <a:gd name="connsiteX831" fmla="*/ 2379726 w 5114885"/>
              <a:gd name="connsiteY831" fmla="*/ 816725 h 968306"/>
              <a:gd name="connsiteX832" fmla="*/ 2396490 w 5114885"/>
              <a:gd name="connsiteY832" fmla="*/ 834536 h 968306"/>
              <a:gd name="connsiteX833" fmla="*/ 2402205 w 5114885"/>
              <a:gd name="connsiteY833" fmla="*/ 884352 h 968306"/>
              <a:gd name="connsiteX834" fmla="*/ 2401729 w 5114885"/>
              <a:gd name="connsiteY834" fmla="*/ 894258 h 968306"/>
              <a:gd name="connsiteX835" fmla="*/ 2388584 w 5114885"/>
              <a:gd name="connsiteY835" fmla="*/ 921976 h 968306"/>
              <a:gd name="connsiteX836" fmla="*/ 2349818 w 5114885"/>
              <a:gd name="connsiteY836" fmla="*/ 939216 h 968306"/>
              <a:gd name="connsiteX837" fmla="*/ 2346198 w 5114885"/>
              <a:gd name="connsiteY837" fmla="*/ 940835 h 968306"/>
              <a:gd name="connsiteX838" fmla="*/ 2343055 w 5114885"/>
              <a:gd name="connsiteY838" fmla="*/ 942359 h 968306"/>
              <a:gd name="connsiteX839" fmla="*/ 2333149 w 5114885"/>
              <a:gd name="connsiteY839" fmla="*/ 945503 h 968306"/>
              <a:gd name="connsiteX840" fmla="*/ 2310575 w 5114885"/>
              <a:gd name="connsiteY840" fmla="*/ 952361 h 968306"/>
              <a:gd name="connsiteX841" fmla="*/ 2298573 w 5114885"/>
              <a:gd name="connsiteY841" fmla="*/ 953408 h 968306"/>
              <a:gd name="connsiteX842" fmla="*/ 2235232 w 5114885"/>
              <a:gd name="connsiteY842" fmla="*/ 946550 h 968306"/>
              <a:gd name="connsiteX843" fmla="*/ 2202275 w 5114885"/>
              <a:gd name="connsiteY843" fmla="*/ 932930 h 968306"/>
              <a:gd name="connsiteX844" fmla="*/ 2199132 w 5114885"/>
              <a:gd name="connsiteY844" fmla="*/ 929310 h 968306"/>
              <a:gd name="connsiteX845" fmla="*/ 2193893 w 5114885"/>
              <a:gd name="connsiteY845" fmla="*/ 923500 h 968306"/>
              <a:gd name="connsiteX846" fmla="*/ 2186559 w 5114885"/>
              <a:gd name="connsiteY846" fmla="*/ 910927 h 968306"/>
              <a:gd name="connsiteX847" fmla="*/ 2178749 w 5114885"/>
              <a:gd name="connsiteY847" fmla="*/ 895782 h 968306"/>
              <a:gd name="connsiteX848" fmla="*/ 2178272 w 5114885"/>
              <a:gd name="connsiteY848" fmla="*/ 892067 h 968306"/>
              <a:gd name="connsiteX849" fmla="*/ 2174558 w 5114885"/>
              <a:gd name="connsiteY849" fmla="*/ 879494 h 968306"/>
              <a:gd name="connsiteX850" fmla="*/ 2174081 w 5114885"/>
              <a:gd name="connsiteY850" fmla="*/ 871589 h 968306"/>
              <a:gd name="connsiteX851" fmla="*/ 2209705 w 5114885"/>
              <a:gd name="connsiteY851" fmla="*/ 870065 h 968306"/>
              <a:gd name="connsiteX852" fmla="*/ 2221706 w 5114885"/>
              <a:gd name="connsiteY852" fmla="*/ 870636 h 968306"/>
              <a:gd name="connsiteX853" fmla="*/ 2225326 w 5114885"/>
              <a:gd name="connsiteY853" fmla="*/ 870636 h 968306"/>
              <a:gd name="connsiteX854" fmla="*/ 2301335 w 5114885"/>
              <a:gd name="connsiteY854" fmla="*/ 728999 h 968306"/>
              <a:gd name="connsiteX855" fmla="*/ 2308098 w 5114885"/>
              <a:gd name="connsiteY855" fmla="*/ 731095 h 968306"/>
              <a:gd name="connsiteX856" fmla="*/ 2314861 w 5114885"/>
              <a:gd name="connsiteY856" fmla="*/ 733190 h 968306"/>
              <a:gd name="connsiteX857" fmla="*/ 2318004 w 5114885"/>
              <a:gd name="connsiteY857" fmla="*/ 734238 h 968306"/>
              <a:gd name="connsiteX858" fmla="*/ 2320576 w 5114885"/>
              <a:gd name="connsiteY858" fmla="*/ 737381 h 968306"/>
              <a:gd name="connsiteX859" fmla="*/ 2323719 w 5114885"/>
              <a:gd name="connsiteY859" fmla="*/ 741096 h 968306"/>
              <a:gd name="connsiteX860" fmla="*/ 2337340 w 5114885"/>
              <a:gd name="connsiteY860" fmla="*/ 759479 h 968306"/>
              <a:gd name="connsiteX861" fmla="*/ 2349913 w 5114885"/>
              <a:gd name="connsiteY861" fmla="*/ 766337 h 968306"/>
              <a:gd name="connsiteX862" fmla="*/ 2404967 w 5114885"/>
              <a:gd name="connsiteY862" fmla="*/ 769481 h 968306"/>
              <a:gd name="connsiteX863" fmla="*/ 2410682 w 5114885"/>
              <a:gd name="connsiteY863" fmla="*/ 763670 h 968306"/>
              <a:gd name="connsiteX864" fmla="*/ 2373535 w 5114885"/>
              <a:gd name="connsiteY864" fmla="*/ 692423 h 968306"/>
              <a:gd name="connsiteX865" fmla="*/ 2370868 w 5114885"/>
              <a:gd name="connsiteY865" fmla="*/ 690804 h 968306"/>
              <a:gd name="connsiteX866" fmla="*/ 2362010 w 5114885"/>
              <a:gd name="connsiteY866" fmla="*/ 687089 h 968306"/>
              <a:gd name="connsiteX867" fmla="*/ 2355723 w 5114885"/>
              <a:gd name="connsiteY867" fmla="*/ 684518 h 968306"/>
              <a:gd name="connsiteX868" fmla="*/ 2351056 w 5114885"/>
              <a:gd name="connsiteY868" fmla="*/ 682994 h 968306"/>
              <a:gd name="connsiteX869" fmla="*/ 2348484 w 5114885"/>
              <a:gd name="connsiteY869" fmla="*/ 681946 h 968306"/>
              <a:gd name="connsiteX870" fmla="*/ 2343722 w 5114885"/>
              <a:gd name="connsiteY870" fmla="*/ 679850 h 968306"/>
              <a:gd name="connsiteX871" fmla="*/ 2273046 w 5114885"/>
              <a:gd name="connsiteY871" fmla="*/ 669373 h 968306"/>
              <a:gd name="connsiteX872" fmla="*/ 2229041 w 5114885"/>
              <a:gd name="connsiteY872" fmla="*/ 679374 h 968306"/>
              <a:gd name="connsiteX873" fmla="*/ 2226469 w 5114885"/>
              <a:gd name="connsiteY873" fmla="*/ 679946 h 968306"/>
              <a:gd name="connsiteX874" fmla="*/ 2223326 w 5114885"/>
              <a:gd name="connsiteY874" fmla="*/ 680993 h 968306"/>
              <a:gd name="connsiteX875" fmla="*/ 2210181 w 5114885"/>
              <a:gd name="connsiteY875" fmla="*/ 688328 h 968306"/>
              <a:gd name="connsiteX876" fmla="*/ 2200275 w 5114885"/>
              <a:gd name="connsiteY876" fmla="*/ 695662 h 968306"/>
              <a:gd name="connsiteX877" fmla="*/ 2188274 w 5114885"/>
              <a:gd name="connsiteY877" fmla="*/ 706139 h 968306"/>
              <a:gd name="connsiteX878" fmla="*/ 2186178 w 5114885"/>
              <a:gd name="connsiteY878" fmla="*/ 709283 h 968306"/>
              <a:gd name="connsiteX879" fmla="*/ 2183035 w 5114885"/>
              <a:gd name="connsiteY879" fmla="*/ 713474 h 968306"/>
              <a:gd name="connsiteX880" fmla="*/ 2177796 w 5114885"/>
              <a:gd name="connsiteY880" fmla="*/ 721856 h 968306"/>
              <a:gd name="connsiteX881" fmla="*/ 2176748 w 5114885"/>
              <a:gd name="connsiteY881" fmla="*/ 723951 h 968306"/>
              <a:gd name="connsiteX882" fmla="*/ 2174653 w 5114885"/>
              <a:gd name="connsiteY882" fmla="*/ 727094 h 968306"/>
              <a:gd name="connsiteX883" fmla="*/ 2171510 w 5114885"/>
              <a:gd name="connsiteY883" fmla="*/ 735953 h 968306"/>
              <a:gd name="connsiteX884" fmla="*/ 2169414 w 5114885"/>
              <a:gd name="connsiteY884" fmla="*/ 743763 h 968306"/>
              <a:gd name="connsiteX885" fmla="*/ 2169414 w 5114885"/>
              <a:gd name="connsiteY885" fmla="*/ 746430 h 968306"/>
              <a:gd name="connsiteX886" fmla="*/ 2168366 w 5114885"/>
              <a:gd name="connsiteY886" fmla="*/ 751097 h 968306"/>
              <a:gd name="connsiteX887" fmla="*/ 2175701 w 5114885"/>
              <a:gd name="connsiteY887" fmla="*/ 790340 h 968306"/>
              <a:gd name="connsiteX888" fmla="*/ 2177796 w 5114885"/>
              <a:gd name="connsiteY888" fmla="*/ 794055 h 968306"/>
              <a:gd name="connsiteX889" fmla="*/ 2179892 w 5114885"/>
              <a:gd name="connsiteY889" fmla="*/ 797198 h 968306"/>
              <a:gd name="connsiteX890" fmla="*/ 2182559 w 5114885"/>
              <a:gd name="connsiteY890" fmla="*/ 800913 h 968306"/>
              <a:gd name="connsiteX891" fmla="*/ 2187226 w 5114885"/>
              <a:gd name="connsiteY891" fmla="*/ 807200 h 968306"/>
              <a:gd name="connsiteX892" fmla="*/ 2189798 w 5114885"/>
              <a:gd name="connsiteY892" fmla="*/ 809295 h 968306"/>
              <a:gd name="connsiteX893" fmla="*/ 2246376 w 5114885"/>
              <a:gd name="connsiteY893" fmla="*/ 833393 h 968306"/>
              <a:gd name="connsiteX894" fmla="*/ 2258378 w 5114885"/>
              <a:gd name="connsiteY894" fmla="*/ 837584 h 968306"/>
              <a:gd name="connsiteX895" fmla="*/ 2262569 w 5114885"/>
              <a:gd name="connsiteY895" fmla="*/ 838632 h 968306"/>
              <a:gd name="connsiteX896" fmla="*/ 2320195 w 5114885"/>
              <a:gd name="connsiteY896" fmla="*/ 855396 h 968306"/>
              <a:gd name="connsiteX897" fmla="*/ 2334863 w 5114885"/>
              <a:gd name="connsiteY897" fmla="*/ 881590 h 968306"/>
              <a:gd name="connsiteX898" fmla="*/ 2329625 w 5114885"/>
              <a:gd name="connsiteY898" fmla="*/ 890448 h 968306"/>
              <a:gd name="connsiteX899" fmla="*/ 2326481 w 5114885"/>
              <a:gd name="connsiteY899" fmla="*/ 894068 h 968306"/>
              <a:gd name="connsiteX900" fmla="*/ 2242090 w 5114885"/>
              <a:gd name="connsiteY900" fmla="*/ 882066 h 968306"/>
              <a:gd name="connsiteX901" fmla="*/ 2235327 w 5114885"/>
              <a:gd name="connsiteY901" fmla="*/ 867969 h 968306"/>
              <a:gd name="connsiteX902" fmla="*/ 2221706 w 5114885"/>
              <a:gd name="connsiteY902" fmla="*/ 861111 h 968306"/>
              <a:gd name="connsiteX903" fmla="*/ 2210657 w 5114885"/>
              <a:gd name="connsiteY903" fmla="*/ 860540 h 968306"/>
              <a:gd name="connsiteX904" fmla="*/ 2168271 w 5114885"/>
              <a:gd name="connsiteY904" fmla="*/ 862159 h 968306"/>
              <a:gd name="connsiteX905" fmla="*/ 2168747 w 5114885"/>
              <a:gd name="connsiteY905" fmla="*/ 895687 h 968306"/>
              <a:gd name="connsiteX906" fmla="*/ 2172367 w 5114885"/>
              <a:gd name="connsiteY906" fmla="*/ 903593 h 968306"/>
              <a:gd name="connsiteX907" fmla="*/ 2184940 w 5114885"/>
              <a:gd name="connsiteY907" fmla="*/ 928739 h 968306"/>
              <a:gd name="connsiteX908" fmla="*/ 2188559 w 5114885"/>
              <a:gd name="connsiteY908" fmla="*/ 932930 h 968306"/>
              <a:gd name="connsiteX909" fmla="*/ 2191226 w 5114885"/>
              <a:gd name="connsiteY909" fmla="*/ 936073 h 968306"/>
              <a:gd name="connsiteX910" fmla="*/ 2194846 w 5114885"/>
              <a:gd name="connsiteY910" fmla="*/ 940264 h 968306"/>
              <a:gd name="connsiteX911" fmla="*/ 2232565 w 5114885"/>
              <a:gd name="connsiteY911" fmla="*/ 957028 h 968306"/>
              <a:gd name="connsiteX912" fmla="*/ 2297525 w 5114885"/>
              <a:gd name="connsiteY912" fmla="*/ 963886 h 968306"/>
              <a:gd name="connsiteX913" fmla="*/ 2311146 w 5114885"/>
              <a:gd name="connsiteY913" fmla="*/ 962838 h 968306"/>
              <a:gd name="connsiteX914" fmla="*/ 2338388 w 5114885"/>
              <a:gd name="connsiteY914" fmla="*/ 954456 h 968306"/>
              <a:gd name="connsiteX915" fmla="*/ 2349913 w 5114885"/>
              <a:gd name="connsiteY915" fmla="*/ 950741 h 968306"/>
              <a:gd name="connsiteX916" fmla="*/ 2353628 w 5114885"/>
              <a:gd name="connsiteY916" fmla="*/ 949217 h 968306"/>
              <a:gd name="connsiteX917" fmla="*/ 2397633 w 5114885"/>
              <a:gd name="connsiteY917" fmla="*/ 927215 h 968306"/>
              <a:gd name="connsiteX918" fmla="*/ 2411825 w 5114885"/>
              <a:gd name="connsiteY918" fmla="*/ 896354 h 968306"/>
              <a:gd name="connsiteX919" fmla="*/ 2412302 w 5114885"/>
              <a:gd name="connsiteY919" fmla="*/ 885876 h 968306"/>
              <a:gd name="connsiteX920" fmla="*/ 2403443 w 5114885"/>
              <a:gd name="connsiteY920" fmla="*/ 827678 h 968306"/>
              <a:gd name="connsiteX921" fmla="*/ 2385632 w 5114885"/>
              <a:gd name="connsiteY921" fmla="*/ 809390 h 968306"/>
              <a:gd name="connsiteX922" fmla="*/ 2319623 w 5114885"/>
              <a:gd name="connsiteY922" fmla="*/ 785292 h 968306"/>
              <a:gd name="connsiteX923" fmla="*/ 2303336 w 5114885"/>
              <a:gd name="connsiteY923" fmla="*/ 781101 h 968306"/>
              <a:gd name="connsiteX924" fmla="*/ 2292382 w 5114885"/>
              <a:gd name="connsiteY924" fmla="*/ 776434 h 968306"/>
              <a:gd name="connsiteX925" fmla="*/ 2285048 w 5114885"/>
              <a:gd name="connsiteY925" fmla="*/ 773291 h 968306"/>
              <a:gd name="connsiteX926" fmla="*/ 2280285 w 5114885"/>
              <a:gd name="connsiteY926" fmla="*/ 771767 h 968306"/>
              <a:gd name="connsiteX927" fmla="*/ 2256187 w 5114885"/>
              <a:gd name="connsiteY927" fmla="*/ 746621 h 968306"/>
              <a:gd name="connsiteX928" fmla="*/ 2265045 w 5114885"/>
              <a:gd name="connsiteY928" fmla="*/ 733476 h 968306"/>
              <a:gd name="connsiteX929" fmla="*/ 2275999 w 5114885"/>
              <a:gd name="connsiteY929" fmla="*/ 730333 h 968306"/>
              <a:gd name="connsiteX930" fmla="*/ 2278094 w 5114885"/>
              <a:gd name="connsiteY930" fmla="*/ 729285 h 968306"/>
              <a:gd name="connsiteX931" fmla="*/ 2280761 w 5114885"/>
              <a:gd name="connsiteY931" fmla="*/ 728714 h 968306"/>
              <a:gd name="connsiteX932" fmla="*/ 2288572 w 5114885"/>
              <a:gd name="connsiteY932" fmla="*/ 728142 h 968306"/>
              <a:gd name="connsiteX933" fmla="*/ 2299526 w 5114885"/>
              <a:gd name="connsiteY933" fmla="*/ 728714 h 968306"/>
              <a:gd name="connsiteX934" fmla="*/ 2301145 w 5114885"/>
              <a:gd name="connsiteY934" fmla="*/ 729285 h 968306"/>
              <a:gd name="connsiteX935" fmla="*/ 1926717 w 5114885"/>
              <a:gd name="connsiteY935" fmla="*/ 940073 h 968306"/>
              <a:gd name="connsiteX936" fmla="*/ 1904714 w 5114885"/>
              <a:gd name="connsiteY936" fmla="*/ 940550 h 968306"/>
              <a:gd name="connsiteX937" fmla="*/ 1899476 w 5114885"/>
              <a:gd name="connsiteY937" fmla="*/ 940550 h 968306"/>
              <a:gd name="connsiteX938" fmla="*/ 1900047 w 5114885"/>
              <a:gd name="connsiteY938" fmla="*/ 931691 h 968306"/>
              <a:gd name="connsiteX939" fmla="*/ 1894808 w 5114885"/>
              <a:gd name="connsiteY939" fmla="*/ 682327 h 968306"/>
              <a:gd name="connsiteX940" fmla="*/ 1895856 w 5114885"/>
              <a:gd name="connsiteY940" fmla="*/ 595364 h 968306"/>
              <a:gd name="connsiteX941" fmla="*/ 1895856 w 5114885"/>
              <a:gd name="connsiteY941" fmla="*/ 587553 h 968306"/>
              <a:gd name="connsiteX942" fmla="*/ 1901095 w 5114885"/>
              <a:gd name="connsiteY942" fmla="*/ 587553 h 968306"/>
              <a:gd name="connsiteX943" fmla="*/ 1951387 w 5114885"/>
              <a:gd name="connsiteY943" fmla="*/ 585934 h 968306"/>
              <a:gd name="connsiteX944" fmla="*/ 1951863 w 5114885"/>
              <a:gd name="connsiteY944" fmla="*/ 616795 h 968306"/>
              <a:gd name="connsiteX945" fmla="*/ 1955578 w 5114885"/>
              <a:gd name="connsiteY945" fmla="*/ 712140 h 968306"/>
              <a:gd name="connsiteX946" fmla="*/ 1957673 w 5114885"/>
              <a:gd name="connsiteY946" fmla="*/ 757193 h 968306"/>
              <a:gd name="connsiteX947" fmla="*/ 1958150 w 5114885"/>
              <a:gd name="connsiteY947" fmla="*/ 761384 h 968306"/>
              <a:gd name="connsiteX948" fmla="*/ 1959769 w 5114885"/>
              <a:gd name="connsiteY948" fmla="*/ 764528 h 968306"/>
              <a:gd name="connsiteX949" fmla="*/ 1973389 w 5114885"/>
              <a:gd name="connsiteY949" fmla="*/ 773957 h 968306"/>
              <a:gd name="connsiteX950" fmla="*/ 1987010 w 5114885"/>
              <a:gd name="connsiteY950" fmla="*/ 763004 h 968306"/>
              <a:gd name="connsiteX951" fmla="*/ 2062925 w 5114885"/>
              <a:gd name="connsiteY951" fmla="*/ 688613 h 968306"/>
              <a:gd name="connsiteX952" fmla="*/ 2068639 w 5114885"/>
              <a:gd name="connsiteY952" fmla="*/ 688613 h 968306"/>
              <a:gd name="connsiteX953" fmla="*/ 2085404 w 5114885"/>
              <a:gd name="connsiteY953" fmla="*/ 687566 h 968306"/>
              <a:gd name="connsiteX954" fmla="*/ 2095881 w 5114885"/>
              <a:gd name="connsiteY954" fmla="*/ 686994 h 968306"/>
              <a:gd name="connsiteX955" fmla="*/ 2100644 w 5114885"/>
              <a:gd name="connsiteY955" fmla="*/ 686994 h 968306"/>
              <a:gd name="connsiteX956" fmla="*/ 2123123 w 5114885"/>
              <a:gd name="connsiteY956" fmla="*/ 688042 h 968306"/>
              <a:gd name="connsiteX957" fmla="*/ 2104835 w 5114885"/>
              <a:gd name="connsiteY957" fmla="*/ 704234 h 968306"/>
              <a:gd name="connsiteX958" fmla="*/ 2080165 w 5114885"/>
              <a:gd name="connsiteY958" fmla="*/ 730428 h 968306"/>
              <a:gd name="connsiteX959" fmla="*/ 2077593 w 5114885"/>
              <a:gd name="connsiteY959" fmla="*/ 732047 h 968306"/>
              <a:gd name="connsiteX960" fmla="*/ 2073878 w 5114885"/>
              <a:gd name="connsiteY960" fmla="*/ 734619 h 968306"/>
              <a:gd name="connsiteX961" fmla="*/ 2038826 w 5114885"/>
              <a:gd name="connsiteY961" fmla="*/ 776529 h 968306"/>
              <a:gd name="connsiteX962" fmla="*/ 2043493 w 5114885"/>
              <a:gd name="connsiteY962" fmla="*/ 794341 h 968306"/>
              <a:gd name="connsiteX963" fmla="*/ 2046161 w 5114885"/>
              <a:gd name="connsiteY963" fmla="*/ 796436 h 968306"/>
              <a:gd name="connsiteX964" fmla="*/ 2048732 w 5114885"/>
              <a:gd name="connsiteY964" fmla="*/ 799580 h 968306"/>
              <a:gd name="connsiteX965" fmla="*/ 2051876 w 5114885"/>
              <a:gd name="connsiteY965" fmla="*/ 804818 h 968306"/>
              <a:gd name="connsiteX966" fmla="*/ 2054447 w 5114885"/>
              <a:gd name="connsiteY966" fmla="*/ 807962 h 968306"/>
              <a:gd name="connsiteX967" fmla="*/ 2075974 w 5114885"/>
              <a:gd name="connsiteY967" fmla="*/ 837299 h 968306"/>
              <a:gd name="connsiteX968" fmla="*/ 2121599 w 5114885"/>
              <a:gd name="connsiteY968" fmla="*/ 909117 h 968306"/>
              <a:gd name="connsiteX969" fmla="*/ 2133600 w 5114885"/>
              <a:gd name="connsiteY969" fmla="*/ 930072 h 968306"/>
              <a:gd name="connsiteX970" fmla="*/ 2141411 w 5114885"/>
              <a:gd name="connsiteY970" fmla="*/ 943693 h 968306"/>
              <a:gd name="connsiteX971" fmla="*/ 2143506 w 5114885"/>
              <a:gd name="connsiteY971" fmla="*/ 946836 h 968306"/>
              <a:gd name="connsiteX972" fmla="*/ 2136743 w 5114885"/>
              <a:gd name="connsiteY972" fmla="*/ 945788 h 968306"/>
              <a:gd name="connsiteX973" fmla="*/ 2130457 w 5114885"/>
              <a:gd name="connsiteY973" fmla="*/ 945788 h 968306"/>
              <a:gd name="connsiteX974" fmla="*/ 2096453 w 5114885"/>
              <a:gd name="connsiteY974" fmla="*/ 944264 h 968306"/>
              <a:gd name="connsiteX975" fmla="*/ 2075974 w 5114885"/>
              <a:gd name="connsiteY975" fmla="*/ 942740 h 968306"/>
              <a:gd name="connsiteX976" fmla="*/ 2067592 w 5114885"/>
              <a:gd name="connsiteY976" fmla="*/ 943217 h 968306"/>
              <a:gd name="connsiteX977" fmla="*/ 2065020 w 5114885"/>
              <a:gd name="connsiteY977" fmla="*/ 937406 h 968306"/>
              <a:gd name="connsiteX978" fmla="*/ 2061877 w 5114885"/>
              <a:gd name="connsiteY978" fmla="*/ 932168 h 968306"/>
              <a:gd name="connsiteX979" fmla="*/ 2058734 w 5114885"/>
              <a:gd name="connsiteY979" fmla="*/ 925405 h 968306"/>
              <a:gd name="connsiteX980" fmla="*/ 2055590 w 5114885"/>
              <a:gd name="connsiteY980" fmla="*/ 919118 h 968306"/>
              <a:gd name="connsiteX981" fmla="*/ 2046161 w 5114885"/>
              <a:gd name="connsiteY981" fmla="*/ 903402 h 968306"/>
              <a:gd name="connsiteX982" fmla="*/ 2043017 w 5114885"/>
              <a:gd name="connsiteY982" fmla="*/ 897116 h 968306"/>
              <a:gd name="connsiteX983" fmla="*/ 2038350 w 5114885"/>
              <a:gd name="connsiteY983" fmla="*/ 888734 h 968306"/>
              <a:gd name="connsiteX984" fmla="*/ 2017395 w 5114885"/>
              <a:gd name="connsiteY984" fmla="*/ 855206 h 968306"/>
              <a:gd name="connsiteX985" fmla="*/ 2014823 w 5114885"/>
              <a:gd name="connsiteY985" fmla="*/ 851491 h 968306"/>
              <a:gd name="connsiteX986" fmla="*/ 2007489 w 5114885"/>
              <a:gd name="connsiteY986" fmla="*/ 841490 h 968306"/>
              <a:gd name="connsiteX987" fmla="*/ 1981867 w 5114885"/>
              <a:gd name="connsiteY987" fmla="*/ 834632 h 968306"/>
              <a:gd name="connsiteX988" fmla="*/ 1964531 w 5114885"/>
              <a:gd name="connsiteY988" fmla="*/ 847205 h 968306"/>
              <a:gd name="connsiteX989" fmla="*/ 1957768 w 5114885"/>
              <a:gd name="connsiteY989" fmla="*/ 857206 h 968306"/>
              <a:gd name="connsiteX990" fmla="*/ 1957768 w 5114885"/>
              <a:gd name="connsiteY990" fmla="*/ 918452 h 968306"/>
              <a:gd name="connsiteX991" fmla="*/ 1957197 w 5114885"/>
              <a:gd name="connsiteY991" fmla="*/ 922166 h 968306"/>
              <a:gd name="connsiteX992" fmla="*/ 1957197 w 5114885"/>
              <a:gd name="connsiteY992" fmla="*/ 925310 h 968306"/>
              <a:gd name="connsiteX993" fmla="*/ 1956721 w 5114885"/>
              <a:gd name="connsiteY993" fmla="*/ 939978 h 968306"/>
              <a:gd name="connsiteX994" fmla="*/ 1926812 w 5114885"/>
              <a:gd name="connsiteY994" fmla="*/ 939978 h 968306"/>
              <a:gd name="connsiteX995" fmla="*/ 1888998 w 5114885"/>
              <a:gd name="connsiteY995" fmla="*/ 943217 h 968306"/>
              <a:gd name="connsiteX996" fmla="*/ 1896332 w 5114885"/>
              <a:gd name="connsiteY996" fmla="*/ 950551 h 968306"/>
              <a:gd name="connsiteX997" fmla="*/ 1957673 w 5114885"/>
              <a:gd name="connsiteY997" fmla="*/ 949979 h 968306"/>
              <a:gd name="connsiteX998" fmla="*/ 1967103 w 5114885"/>
              <a:gd name="connsiteY998" fmla="*/ 944264 h 968306"/>
              <a:gd name="connsiteX999" fmla="*/ 1967103 w 5114885"/>
              <a:gd name="connsiteY999" fmla="*/ 926453 h 968306"/>
              <a:gd name="connsiteX1000" fmla="*/ 1967103 w 5114885"/>
              <a:gd name="connsiteY1000" fmla="*/ 923881 h 968306"/>
              <a:gd name="connsiteX1001" fmla="*/ 1967675 w 5114885"/>
              <a:gd name="connsiteY1001" fmla="*/ 917594 h 968306"/>
              <a:gd name="connsiteX1002" fmla="*/ 1969199 w 5114885"/>
              <a:gd name="connsiteY1002" fmla="*/ 856349 h 968306"/>
              <a:gd name="connsiteX1003" fmla="*/ 1972342 w 5114885"/>
              <a:gd name="connsiteY1003" fmla="*/ 854825 h 968306"/>
              <a:gd name="connsiteX1004" fmla="*/ 1987582 w 5114885"/>
              <a:gd name="connsiteY1004" fmla="*/ 843299 h 968306"/>
              <a:gd name="connsiteX1005" fmla="*/ 1991201 w 5114885"/>
              <a:gd name="connsiteY1005" fmla="*/ 840728 h 968306"/>
              <a:gd name="connsiteX1006" fmla="*/ 2006918 w 5114885"/>
              <a:gd name="connsiteY1006" fmla="*/ 857492 h 968306"/>
              <a:gd name="connsiteX1007" fmla="*/ 2010061 w 5114885"/>
              <a:gd name="connsiteY1007" fmla="*/ 862254 h 968306"/>
              <a:gd name="connsiteX1008" fmla="*/ 2031016 w 5114885"/>
              <a:gd name="connsiteY1008" fmla="*/ 895782 h 968306"/>
              <a:gd name="connsiteX1009" fmla="*/ 2035207 w 5114885"/>
              <a:gd name="connsiteY1009" fmla="*/ 903688 h 968306"/>
              <a:gd name="connsiteX1010" fmla="*/ 2036255 w 5114885"/>
              <a:gd name="connsiteY1010" fmla="*/ 906355 h 968306"/>
              <a:gd name="connsiteX1011" fmla="*/ 2037302 w 5114885"/>
              <a:gd name="connsiteY1011" fmla="*/ 908927 h 968306"/>
              <a:gd name="connsiteX1012" fmla="*/ 2048828 w 5114885"/>
              <a:gd name="connsiteY1012" fmla="*/ 926738 h 968306"/>
              <a:gd name="connsiteX1013" fmla="*/ 2053495 w 5114885"/>
              <a:gd name="connsiteY1013" fmla="*/ 937787 h 968306"/>
              <a:gd name="connsiteX1014" fmla="*/ 2056162 w 5114885"/>
              <a:gd name="connsiteY1014" fmla="*/ 943026 h 968306"/>
              <a:gd name="connsiteX1015" fmla="*/ 2066639 w 5114885"/>
              <a:gd name="connsiteY1015" fmla="*/ 953504 h 968306"/>
              <a:gd name="connsiteX1016" fmla="*/ 2076069 w 5114885"/>
              <a:gd name="connsiteY1016" fmla="*/ 953027 h 968306"/>
              <a:gd name="connsiteX1017" fmla="*/ 2095976 w 5114885"/>
              <a:gd name="connsiteY1017" fmla="*/ 954551 h 968306"/>
              <a:gd name="connsiteX1018" fmla="*/ 2132648 w 5114885"/>
              <a:gd name="connsiteY1018" fmla="*/ 956647 h 968306"/>
              <a:gd name="connsiteX1019" fmla="*/ 2136267 w 5114885"/>
              <a:gd name="connsiteY1019" fmla="*/ 956171 h 968306"/>
              <a:gd name="connsiteX1020" fmla="*/ 2150936 w 5114885"/>
              <a:gd name="connsiteY1020" fmla="*/ 956171 h 968306"/>
              <a:gd name="connsiteX1021" fmla="*/ 2156174 w 5114885"/>
              <a:gd name="connsiteY1021" fmla="*/ 946741 h 968306"/>
              <a:gd name="connsiteX1022" fmla="*/ 2140934 w 5114885"/>
              <a:gd name="connsiteY1022" fmla="*/ 923690 h 968306"/>
              <a:gd name="connsiteX1023" fmla="*/ 2129981 w 5114885"/>
              <a:gd name="connsiteY1023" fmla="*/ 903783 h 968306"/>
              <a:gd name="connsiteX1024" fmla="*/ 2084356 w 5114885"/>
              <a:gd name="connsiteY1024" fmla="*/ 832536 h 968306"/>
              <a:gd name="connsiteX1025" fmla="*/ 2063401 w 5114885"/>
              <a:gd name="connsiteY1025" fmla="*/ 803199 h 968306"/>
              <a:gd name="connsiteX1026" fmla="*/ 2061305 w 5114885"/>
              <a:gd name="connsiteY1026" fmla="*/ 800056 h 968306"/>
              <a:gd name="connsiteX1027" fmla="*/ 2058638 w 5114885"/>
              <a:gd name="connsiteY1027" fmla="*/ 797960 h 968306"/>
              <a:gd name="connsiteX1028" fmla="*/ 2053400 w 5114885"/>
              <a:gd name="connsiteY1028" fmla="*/ 790055 h 968306"/>
              <a:gd name="connsiteX1029" fmla="*/ 2050828 w 5114885"/>
              <a:gd name="connsiteY1029" fmla="*/ 787483 h 968306"/>
              <a:gd name="connsiteX1030" fmla="*/ 2047208 w 5114885"/>
              <a:gd name="connsiteY1030" fmla="*/ 782244 h 968306"/>
              <a:gd name="connsiteX1031" fmla="*/ 2080736 w 5114885"/>
              <a:gd name="connsiteY1031" fmla="*/ 742430 h 968306"/>
              <a:gd name="connsiteX1032" fmla="*/ 2084451 w 5114885"/>
              <a:gd name="connsiteY1032" fmla="*/ 739858 h 968306"/>
              <a:gd name="connsiteX1033" fmla="*/ 2087594 w 5114885"/>
              <a:gd name="connsiteY1033" fmla="*/ 737762 h 968306"/>
              <a:gd name="connsiteX1034" fmla="*/ 2112169 w 5114885"/>
              <a:gd name="connsiteY1034" fmla="*/ 711569 h 968306"/>
              <a:gd name="connsiteX1035" fmla="*/ 2137886 w 5114885"/>
              <a:gd name="connsiteY1035" fmla="*/ 686994 h 968306"/>
              <a:gd name="connsiteX1036" fmla="*/ 2137886 w 5114885"/>
              <a:gd name="connsiteY1036" fmla="*/ 680136 h 968306"/>
              <a:gd name="connsiteX1037" fmla="*/ 2133124 w 5114885"/>
              <a:gd name="connsiteY1037" fmla="*/ 679088 h 968306"/>
              <a:gd name="connsiteX1038" fmla="*/ 2126361 w 5114885"/>
              <a:gd name="connsiteY1038" fmla="*/ 679088 h 968306"/>
              <a:gd name="connsiteX1039" fmla="*/ 2099691 w 5114885"/>
              <a:gd name="connsiteY1039" fmla="*/ 676993 h 968306"/>
              <a:gd name="connsiteX1040" fmla="*/ 2095500 w 5114885"/>
              <a:gd name="connsiteY1040" fmla="*/ 676993 h 968306"/>
              <a:gd name="connsiteX1041" fmla="*/ 2085023 w 5114885"/>
              <a:gd name="connsiteY1041" fmla="*/ 678041 h 968306"/>
              <a:gd name="connsiteX1042" fmla="*/ 2068735 w 5114885"/>
              <a:gd name="connsiteY1042" fmla="*/ 679088 h 968306"/>
              <a:gd name="connsiteX1043" fmla="*/ 2054066 w 5114885"/>
              <a:gd name="connsiteY1043" fmla="*/ 684327 h 968306"/>
              <a:gd name="connsiteX1044" fmla="*/ 1980152 w 5114885"/>
              <a:gd name="connsiteY1044" fmla="*/ 756146 h 968306"/>
              <a:gd name="connsiteX1045" fmla="*/ 1969675 w 5114885"/>
              <a:gd name="connsiteY1045" fmla="*/ 763480 h 968306"/>
              <a:gd name="connsiteX1046" fmla="*/ 1967579 w 5114885"/>
              <a:gd name="connsiteY1046" fmla="*/ 758717 h 968306"/>
              <a:gd name="connsiteX1047" fmla="*/ 1965484 w 5114885"/>
              <a:gd name="connsiteY1047" fmla="*/ 711569 h 968306"/>
              <a:gd name="connsiteX1048" fmla="*/ 1961769 w 5114885"/>
              <a:gd name="connsiteY1048" fmla="*/ 617271 h 968306"/>
              <a:gd name="connsiteX1049" fmla="*/ 1961293 w 5114885"/>
              <a:gd name="connsiteY1049" fmla="*/ 580600 h 968306"/>
              <a:gd name="connsiteX1050" fmla="*/ 1955578 w 5114885"/>
              <a:gd name="connsiteY1050" fmla="*/ 575933 h 968306"/>
              <a:gd name="connsiteX1051" fmla="*/ 1893761 w 5114885"/>
              <a:gd name="connsiteY1051" fmla="*/ 578028 h 968306"/>
              <a:gd name="connsiteX1052" fmla="*/ 1885950 w 5114885"/>
              <a:gd name="connsiteY1052" fmla="*/ 587458 h 968306"/>
              <a:gd name="connsiteX1053" fmla="*/ 1885950 w 5114885"/>
              <a:gd name="connsiteY1053" fmla="*/ 595364 h 968306"/>
              <a:gd name="connsiteX1054" fmla="*/ 1884902 w 5114885"/>
              <a:gd name="connsiteY1054" fmla="*/ 682803 h 968306"/>
              <a:gd name="connsiteX1055" fmla="*/ 1889570 w 5114885"/>
              <a:gd name="connsiteY1055" fmla="*/ 931596 h 968306"/>
              <a:gd name="connsiteX1056" fmla="*/ 1889570 w 5114885"/>
              <a:gd name="connsiteY1056" fmla="*/ 940454 h 968306"/>
              <a:gd name="connsiteX1057" fmla="*/ 1889093 w 5114885"/>
              <a:gd name="connsiteY1057" fmla="*/ 943598 h 968306"/>
              <a:gd name="connsiteX1058" fmla="*/ 1678400 w 5114885"/>
              <a:gd name="connsiteY1058" fmla="*/ 944741 h 968306"/>
              <a:gd name="connsiteX1059" fmla="*/ 1677924 w 5114885"/>
              <a:gd name="connsiteY1059" fmla="*/ 944741 h 968306"/>
              <a:gd name="connsiteX1060" fmla="*/ 1678972 w 5114885"/>
              <a:gd name="connsiteY1060" fmla="*/ 940073 h 968306"/>
              <a:gd name="connsiteX1061" fmla="*/ 1678972 w 5114885"/>
              <a:gd name="connsiteY1061" fmla="*/ 932168 h 968306"/>
              <a:gd name="connsiteX1062" fmla="*/ 1678400 w 5114885"/>
              <a:gd name="connsiteY1062" fmla="*/ 876161 h 968306"/>
              <a:gd name="connsiteX1063" fmla="*/ 1678972 w 5114885"/>
              <a:gd name="connsiteY1063" fmla="*/ 810629 h 968306"/>
              <a:gd name="connsiteX1064" fmla="*/ 1678972 w 5114885"/>
              <a:gd name="connsiteY1064" fmla="*/ 779672 h 968306"/>
              <a:gd name="connsiteX1065" fmla="*/ 1679448 w 5114885"/>
              <a:gd name="connsiteY1065" fmla="*/ 776053 h 968306"/>
              <a:gd name="connsiteX1066" fmla="*/ 1680020 w 5114885"/>
              <a:gd name="connsiteY1066" fmla="*/ 765004 h 968306"/>
              <a:gd name="connsiteX1067" fmla="*/ 1680020 w 5114885"/>
              <a:gd name="connsiteY1067" fmla="*/ 687470 h 968306"/>
              <a:gd name="connsiteX1068" fmla="*/ 1702499 w 5114885"/>
              <a:gd name="connsiteY1068" fmla="*/ 689090 h 968306"/>
              <a:gd name="connsiteX1069" fmla="*/ 1704594 w 5114885"/>
              <a:gd name="connsiteY1069" fmla="*/ 689661 h 968306"/>
              <a:gd name="connsiteX1070" fmla="*/ 1737074 w 5114885"/>
              <a:gd name="connsiteY1070" fmla="*/ 689661 h 968306"/>
              <a:gd name="connsiteX1071" fmla="*/ 1738122 w 5114885"/>
              <a:gd name="connsiteY1071" fmla="*/ 714807 h 968306"/>
              <a:gd name="connsiteX1072" fmla="*/ 1751267 w 5114885"/>
              <a:gd name="connsiteY1072" fmla="*/ 723761 h 968306"/>
              <a:gd name="connsiteX1073" fmla="*/ 1762792 w 5114885"/>
              <a:gd name="connsiteY1073" fmla="*/ 715379 h 968306"/>
              <a:gd name="connsiteX1074" fmla="*/ 1766411 w 5114885"/>
              <a:gd name="connsiteY1074" fmla="*/ 712235 h 968306"/>
              <a:gd name="connsiteX1075" fmla="*/ 1776889 w 5114885"/>
              <a:gd name="connsiteY1075" fmla="*/ 703377 h 968306"/>
              <a:gd name="connsiteX1076" fmla="*/ 1784223 w 5114885"/>
              <a:gd name="connsiteY1076" fmla="*/ 695471 h 968306"/>
              <a:gd name="connsiteX1077" fmla="*/ 1790033 w 5114885"/>
              <a:gd name="connsiteY1077" fmla="*/ 691280 h 968306"/>
              <a:gd name="connsiteX1078" fmla="*/ 1796320 w 5114885"/>
              <a:gd name="connsiteY1078" fmla="*/ 688137 h 968306"/>
              <a:gd name="connsiteX1079" fmla="*/ 1808893 w 5114885"/>
              <a:gd name="connsiteY1079" fmla="*/ 684422 h 968306"/>
              <a:gd name="connsiteX1080" fmla="*/ 1819847 w 5114885"/>
              <a:gd name="connsiteY1080" fmla="*/ 682898 h 968306"/>
              <a:gd name="connsiteX1081" fmla="*/ 1825085 w 5114885"/>
              <a:gd name="connsiteY1081" fmla="*/ 681851 h 968306"/>
              <a:gd name="connsiteX1082" fmla="*/ 1828229 w 5114885"/>
              <a:gd name="connsiteY1082" fmla="*/ 682422 h 968306"/>
              <a:gd name="connsiteX1083" fmla="*/ 1831372 w 5114885"/>
              <a:gd name="connsiteY1083" fmla="*/ 684518 h 968306"/>
              <a:gd name="connsiteX1084" fmla="*/ 1829276 w 5114885"/>
              <a:gd name="connsiteY1084" fmla="*/ 710140 h 968306"/>
              <a:gd name="connsiteX1085" fmla="*/ 1830324 w 5114885"/>
              <a:gd name="connsiteY1085" fmla="*/ 717474 h 968306"/>
              <a:gd name="connsiteX1086" fmla="*/ 1832896 w 5114885"/>
              <a:gd name="connsiteY1086" fmla="*/ 739477 h 968306"/>
              <a:gd name="connsiteX1087" fmla="*/ 1822990 w 5114885"/>
              <a:gd name="connsiteY1087" fmla="*/ 740048 h 968306"/>
              <a:gd name="connsiteX1088" fmla="*/ 1815656 w 5114885"/>
              <a:gd name="connsiteY1088" fmla="*/ 741096 h 968306"/>
              <a:gd name="connsiteX1089" fmla="*/ 1813084 w 5114885"/>
              <a:gd name="connsiteY1089" fmla="*/ 740525 h 968306"/>
              <a:gd name="connsiteX1090" fmla="*/ 1763268 w 5114885"/>
              <a:gd name="connsiteY1090" fmla="*/ 758336 h 968306"/>
              <a:gd name="connsiteX1091" fmla="*/ 1759077 w 5114885"/>
              <a:gd name="connsiteY1091" fmla="*/ 764051 h 968306"/>
              <a:gd name="connsiteX1092" fmla="*/ 1756982 w 5114885"/>
              <a:gd name="connsiteY1092" fmla="*/ 767766 h 968306"/>
              <a:gd name="connsiteX1093" fmla="*/ 1755458 w 5114885"/>
              <a:gd name="connsiteY1093" fmla="*/ 769862 h 968306"/>
              <a:gd name="connsiteX1094" fmla="*/ 1750790 w 5114885"/>
              <a:gd name="connsiteY1094" fmla="*/ 775100 h 968306"/>
              <a:gd name="connsiteX1095" fmla="*/ 1748123 w 5114885"/>
              <a:gd name="connsiteY1095" fmla="*/ 782435 h 968306"/>
              <a:gd name="connsiteX1096" fmla="*/ 1746599 w 5114885"/>
              <a:gd name="connsiteY1096" fmla="*/ 785006 h 968306"/>
              <a:gd name="connsiteX1097" fmla="*/ 1744980 w 5114885"/>
              <a:gd name="connsiteY1097" fmla="*/ 791293 h 968306"/>
              <a:gd name="connsiteX1098" fmla="*/ 1744504 w 5114885"/>
              <a:gd name="connsiteY1098" fmla="*/ 795484 h 968306"/>
              <a:gd name="connsiteX1099" fmla="*/ 1742885 w 5114885"/>
              <a:gd name="connsiteY1099" fmla="*/ 800723 h 968306"/>
              <a:gd name="connsiteX1100" fmla="*/ 1742408 w 5114885"/>
              <a:gd name="connsiteY1100" fmla="*/ 802818 h 968306"/>
              <a:gd name="connsiteX1101" fmla="*/ 1738789 w 5114885"/>
              <a:gd name="connsiteY1101" fmla="*/ 821678 h 968306"/>
              <a:gd name="connsiteX1102" fmla="*/ 1737741 w 5114885"/>
              <a:gd name="connsiteY1102" fmla="*/ 835298 h 968306"/>
              <a:gd name="connsiteX1103" fmla="*/ 1736693 w 5114885"/>
              <a:gd name="connsiteY1103" fmla="*/ 861492 h 968306"/>
              <a:gd name="connsiteX1104" fmla="*/ 1736122 w 5114885"/>
              <a:gd name="connsiteY1104" fmla="*/ 896544 h 968306"/>
              <a:gd name="connsiteX1105" fmla="*/ 1736122 w 5114885"/>
              <a:gd name="connsiteY1105" fmla="*/ 919023 h 968306"/>
              <a:gd name="connsiteX1106" fmla="*/ 1737741 w 5114885"/>
              <a:gd name="connsiteY1106" fmla="*/ 927977 h 968306"/>
              <a:gd name="connsiteX1107" fmla="*/ 1737741 w 5114885"/>
              <a:gd name="connsiteY1107" fmla="*/ 937883 h 968306"/>
              <a:gd name="connsiteX1108" fmla="*/ 1737170 w 5114885"/>
              <a:gd name="connsiteY1108" fmla="*/ 944169 h 968306"/>
              <a:gd name="connsiteX1109" fmla="*/ 1678496 w 5114885"/>
              <a:gd name="connsiteY1109" fmla="*/ 944645 h 968306"/>
              <a:gd name="connsiteX1110" fmla="*/ 1669066 w 5114885"/>
              <a:gd name="connsiteY1110" fmla="*/ 937787 h 968306"/>
              <a:gd name="connsiteX1111" fmla="*/ 1667447 w 5114885"/>
              <a:gd name="connsiteY1111" fmla="*/ 947217 h 968306"/>
              <a:gd name="connsiteX1112" fmla="*/ 1668494 w 5114885"/>
              <a:gd name="connsiteY1112" fmla="*/ 950360 h 968306"/>
              <a:gd name="connsiteX1113" fmla="*/ 1672209 w 5114885"/>
              <a:gd name="connsiteY1113" fmla="*/ 954075 h 968306"/>
              <a:gd name="connsiteX1114" fmla="*/ 1721453 w 5114885"/>
              <a:gd name="connsiteY1114" fmla="*/ 954075 h 968306"/>
              <a:gd name="connsiteX1115" fmla="*/ 1746599 w 5114885"/>
              <a:gd name="connsiteY1115" fmla="*/ 946169 h 968306"/>
              <a:gd name="connsiteX1116" fmla="*/ 1747647 w 5114885"/>
              <a:gd name="connsiteY1116" fmla="*/ 938359 h 968306"/>
              <a:gd name="connsiteX1117" fmla="*/ 1747647 w 5114885"/>
              <a:gd name="connsiteY1117" fmla="*/ 926834 h 968306"/>
              <a:gd name="connsiteX1118" fmla="*/ 1746028 w 5114885"/>
              <a:gd name="connsiteY1118" fmla="*/ 917975 h 968306"/>
              <a:gd name="connsiteX1119" fmla="*/ 1746028 w 5114885"/>
              <a:gd name="connsiteY1119" fmla="*/ 897020 h 968306"/>
              <a:gd name="connsiteX1120" fmla="*/ 1747076 w 5114885"/>
              <a:gd name="connsiteY1120" fmla="*/ 861397 h 968306"/>
              <a:gd name="connsiteX1121" fmla="*/ 1747647 w 5114885"/>
              <a:gd name="connsiteY1121" fmla="*/ 835679 h 968306"/>
              <a:gd name="connsiteX1122" fmla="*/ 1748695 w 5114885"/>
              <a:gd name="connsiteY1122" fmla="*/ 823106 h 968306"/>
              <a:gd name="connsiteX1123" fmla="*/ 1751267 w 5114885"/>
              <a:gd name="connsiteY1123" fmla="*/ 811105 h 968306"/>
              <a:gd name="connsiteX1124" fmla="*/ 1751838 w 5114885"/>
              <a:gd name="connsiteY1124" fmla="*/ 804247 h 968306"/>
              <a:gd name="connsiteX1125" fmla="*/ 1752886 w 5114885"/>
              <a:gd name="connsiteY1125" fmla="*/ 802628 h 968306"/>
              <a:gd name="connsiteX1126" fmla="*/ 1754981 w 5114885"/>
              <a:gd name="connsiteY1126" fmla="*/ 796913 h 968306"/>
              <a:gd name="connsiteX1127" fmla="*/ 1754981 w 5114885"/>
              <a:gd name="connsiteY1127" fmla="*/ 792245 h 968306"/>
              <a:gd name="connsiteX1128" fmla="*/ 1757648 w 5114885"/>
              <a:gd name="connsiteY1128" fmla="*/ 787007 h 968306"/>
              <a:gd name="connsiteX1129" fmla="*/ 1758696 w 5114885"/>
              <a:gd name="connsiteY1129" fmla="*/ 784911 h 968306"/>
              <a:gd name="connsiteX1130" fmla="*/ 1759172 w 5114885"/>
              <a:gd name="connsiteY1130" fmla="*/ 781768 h 968306"/>
              <a:gd name="connsiteX1131" fmla="*/ 1759744 w 5114885"/>
              <a:gd name="connsiteY1131" fmla="*/ 779672 h 968306"/>
              <a:gd name="connsiteX1132" fmla="*/ 1762316 w 5114885"/>
              <a:gd name="connsiteY1132" fmla="*/ 776529 h 968306"/>
              <a:gd name="connsiteX1133" fmla="*/ 1765459 w 5114885"/>
              <a:gd name="connsiteY1133" fmla="*/ 773386 h 968306"/>
              <a:gd name="connsiteX1134" fmla="*/ 1766983 w 5114885"/>
              <a:gd name="connsiteY1134" fmla="*/ 771290 h 968306"/>
              <a:gd name="connsiteX1135" fmla="*/ 1768031 w 5114885"/>
              <a:gd name="connsiteY1135" fmla="*/ 769195 h 968306"/>
              <a:gd name="connsiteX1136" fmla="*/ 1770698 w 5114885"/>
              <a:gd name="connsiteY1136" fmla="*/ 765480 h 968306"/>
              <a:gd name="connsiteX1137" fmla="*/ 1814703 w 5114885"/>
              <a:gd name="connsiteY1137" fmla="*/ 750812 h 968306"/>
              <a:gd name="connsiteX1138" fmla="*/ 1819370 w 5114885"/>
              <a:gd name="connsiteY1138" fmla="*/ 750812 h 968306"/>
              <a:gd name="connsiteX1139" fmla="*/ 1825181 w 5114885"/>
              <a:gd name="connsiteY1139" fmla="*/ 749288 h 968306"/>
              <a:gd name="connsiteX1140" fmla="*/ 1833563 w 5114885"/>
              <a:gd name="connsiteY1140" fmla="*/ 749288 h 968306"/>
              <a:gd name="connsiteX1141" fmla="*/ 1836230 w 5114885"/>
              <a:gd name="connsiteY1141" fmla="*/ 749859 h 968306"/>
              <a:gd name="connsiteX1142" fmla="*/ 1843564 w 5114885"/>
              <a:gd name="connsiteY1142" fmla="*/ 738810 h 968306"/>
              <a:gd name="connsiteX1143" fmla="*/ 1840897 w 5114885"/>
              <a:gd name="connsiteY1143" fmla="*/ 717284 h 968306"/>
              <a:gd name="connsiteX1144" fmla="*/ 1839373 w 5114885"/>
              <a:gd name="connsiteY1144" fmla="*/ 708902 h 968306"/>
              <a:gd name="connsiteX1145" fmla="*/ 1833563 w 5114885"/>
              <a:gd name="connsiteY1145" fmla="*/ 672707 h 968306"/>
              <a:gd name="connsiteX1146" fmla="*/ 1829943 w 5114885"/>
              <a:gd name="connsiteY1146" fmla="*/ 672135 h 968306"/>
              <a:gd name="connsiteX1147" fmla="*/ 1826800 w 5114885"/>
              <a:gd name="connsiteY1147" fmla="*/ 671564 h 968306"/>
              <a:gd name="connsiteX1148" fmla="*/ 1822609 w 5114885"/>
              <a:gd name="connsiteY1148" fmla="*/ 672135 h 968306"/>
              <a:gd name="connsiteX1149" fmla="*/ 1818418 w 5114885"/>
              <a:gd name="connsiteY1149" fmla="*/ 672707 h 968306"/>
              <a:gd name="connsiteX1150" fmla="*/ 1808988 w 5114885"/>
              <a:gd name="connsiteY1150" fmla="*/ 673754 h 968306"/>
              <a:gd name="connsiteX1151" fmla="*/ 1793748 w 5114885"/>
              <a:gd name="connsiteY1151" fmla="*/ 677945 h 968306"/>
              <a:gd name="connsiteX1152" fmla="*/ 1791653 w 5114885"/>
              <a:gd name="connsiteY1152" fmla="*/ 677945 h 968306"/>
              <a:gd name="connsiteX1153" fmla="*/ 1784318 w 5114885"/>
              <a:gd name="connsiteY1153" fmla="*/ 682708 h 968306"/>
              <a:gd name="connsiteX1154" fmla="*/ 1777556 w 5114885"/>
              <a:gd name="connsiteY1154" fmla="*/ 687947 h 968306"/>
              <a:gd name="connsiteX1155" fmla="*/ 1770221 w 5114885"/>
              <a:gd name="connsiteY1155" fmla="*/ 695852 h 968306"/>
              <a:gd name="connsiteX1156" fmla="*/ 1759268 w 5114885"/>
              <a:gd name="connsiteY1156" fmla="*/ 705282 h 968306"/>
              <a:gd name="connsiteX1157" fmla="*/ 1756696 w 5114885"/>
              <a:gd name="connsiteY1157" fmla="*/ 707378 h 968306"/>
              <a:gd name="connsiteX1158" fmla="*/ 1748885 w 5114885"/>
              <a:gd name="connsiteY1158" fmla="*/ 713664 h 968306"/>
              <a:gd name="connsiteX1159" fmla="*/ 1746790 w 5114885"/>
              <a:gd name="connsiteY1159" fmla="*/ 683756 h 968306"/>
              <a:gd name="connsiteX1160" fmla="*/ 1704308 w 5114885"/>
              <a:gd name="connsiteY1160" fmla="*/ 679088 h 968306"/>
              <a:gd name="connsiteX1161" fmla="*/ 1701641 w 5114885"/>
              <a:gd name="connsiteY1161" fmla="*/ 679088 h 968306"/>
              <a:gd name="connsiteX1162" fmla="*/ 1669733 w 5114885"/>
              <a:gd name="connsiteY1162" fmla="*/ 683279 h 968306"/>
              <a:gd name="connsiteX1163" fmla="*/ 1670780 w 5114885"/>
              <a:gd name="connsiteY1163" fmla="*/ 733571 h 968306"/>
              <a:gd name="connsiteX1164" fmla="*/ 1669733 w 5114885"/>
              <a:gd name="connsiteY1164" fmla="*/ 774434 h 968306"/>
              <a:gd name="connsiteX1165" fmla="*/ 1668685 w 5114885"/>
              <a:gd name="connsiteY1165" fmla="*/ 779672 h 968306"/>
              <a:gd name="connsiteX1166" fmla="*/ 1669256 w 5114885"/>
              <a:gd name="connsiteY1166" fmla="*/ 810629 h 968306"/>
              <a:gd name="connsiteX1167" fmla="*/ 1669256 w 5114885"/>
              <a:gd name="connsiteY1167" fmla="*/ 932644 h 968306"/>
              <a:gd name="connsiteX1168" fmla="*/ 1669256 w 5114885"/>
              <a:gd name="connsiteY1168" fmla="*/ 937883 h 968306"/>
              <a:gd name="connsiteX1169" fmla="*/ 1507331 w 5114885"/>
              <a:gd name="connsiteY1169" fmla="*/ 730428 h 968306"/>
              <a:gd name="connsiteX1170" fmla="*/ 1470660 w 5114885"/>
              <a:gd name="connsiteY1170" fmla="*/ 730428 h 968306"/>
              <a:gd name="connsiteX1171" fmla="*/ 1457516 w 5114885"/>
              <a:gd name="connsiteY1171" fmla="*/ 734619 h 968306"/>
              <a:gd name="connsiteX1172" fmla="*/ 1454849 w 5114885"/>
              <a:gd name="connsiteY1172" fmla="*/ 736715 h 968306"/>
              <a:gd name="connsiteX1173" fmla="*/ 1448086 w 5114885"/>
              <a:gd name="connsiteY1173" fmla="*/ 740906 h 968306"/>
              <a:gd name="connsiteX1174" fmla="*/ 1434941 w 5114885"/>
              <a:gd name="connsiteY1174" fmla="*/ 754050 h 968306"/>
              <a:gd name="connsiteX1175" fmla="*/ 1424464 w 5114885"/>
              <a:gd name="connsiteY1175" fmla="*/ 779672 h 968306"/>
              <a:gd name="connsiteX1176" fmla="*/ 1440180 w 5114885"/>
              <a:gd name="connsiteY1176" fmla="*/ 791198 h 968306"/>
              <a:gd name="connsiteX1177" fmla="*/ 1443323 w 5114885"/>
              <a:gd name="connsiteY1177" fmla="*/ 790626 h 968306"/>
              <a:gd name="connsiteX1178" fmla="*/ 1533906 w 5114885"/>
              <a:gd name="connsiteY1178" fmla="*/ 793198 h 968306"/>
              <a:gd name="connsiteX1179" fmla="*/ 1550670 w 5114885"/>
              <a:gd name="connsiteY1179" fmla="*/ 787483 h 968306"/>
              <a:gd name="connsiteX1180" fmla="*/ 1543907 w 5114885"/>
              <a:gd name="connsiteY1180" fmla="*/ 751288 h 968306"/>
              <a:gd name="connsiteX1181" fmla="*/ 1526096 w 5114885"/>
              <a:gd name="connsiteY1181" fmla="*/ 737667 h 968306"/>
              <a:gd name="connsiteX1182" fmla="*/ 1507236 w 5114885"/>
              <a:gd name="connsiteY1182" fmla="*/ 730333 h 968306"/>
              <a:gd name="connsiteX1183" fmla="*/ 1544384 w 5114885"/>
              <a:gd name="connsiteY1183" fmla="*/ 779577 h 968306"/>
              <a:gd name="connsiteX1184" fmla="*/ 1533430 w 5114885"/>
              <a:gd name="connsiteY1184" fmla="*/ 783292 h 968306"/>
              <a:gd name="connsiteX1185" fmla="*/ 1441228 w 5114885"/>
              <a:gd name="connsiteY1185" fmla="*/ 780720 h 968306"/>
              <a:gd name="connsiteX1186" fmla="*/ 1438085 w 5114885"/>
              <a:gd name="connsiteY1186" fmla="*/ 781292 h 968306"/>
              <a:gd name="connsiteX1187" fmla="*/ 1434370 w 5114885"/>
              <a:gd name="connsiteY1187" fmla="*/ 781863 h 968306"/>
              <a:gd name="connsiteX1188" fmla="*/ 1442752 w 5114885"/>
              <a:gd name="connsiteY1188" fmla="*/ 759860 h 968306"/>
              <a:gd name="connsiteX1189" fmla="*/ 1452658 w 5114885"/>
              <a:gd name="connsiteY1189" fmla="*/ 749954 h 968306"/>
              <a:gd name="connsiteX1190" fmla="*/ 1461040 w 5114885"/>
              <a:gd name="connsiteY1190" fmla="*/ 745192 h 968306"/>
              <a:gd name="connsiteX1191" fmla="*/ 1463135 w 5114885"/>
              <a:gd name="connsiteY1191" fmla="*/ 743096 h 968306"/>
              <a:gd name="connsiteX1192" fmla="*/ 1473041 w 5114885"/>
              <a:gd name="connsiteY1192" fmla="*/ 740429 h 968306"/>
              <a:gd name="connsiteX1193" fmla="*/ 1504950 w 5114885"/>
              <a:gd name="connsiteY1193" fmla="*/ 740429 h 968306"/>
              <a:gd name="connsiteX1194" fmla="*/ 1521238 w 5114885"/>
              <a:gd name="connsiteY1194" fmla="*/ 746716 h 968306"/>
              <a:gd name="connsiteX1195" fmla="*/ 1535430 w 5114885"/>
              <a:gd name="connsiteY1195" fmla="*/ 757193 h 968306"/>
              <a:gd name="connsiteX1196" fmla="*/ 1544288 w 5114885"/>
              <a:gd name="connsiteY1196" fmla="*/ 779672 h 968306"/>
              <a:gd name="connsiteX1197" fmla="*/ 1558481 w 5114885"/>
              <a:gd name="connsiteY1197" fmla="*/ 876065 h 968306"/>
              <a:gd name="connsiteX1198" fmla="*/ 1607249 w 5114885"/>
              <a:gd name="connsiteY1198" fmla="*/ 875018 h 968306"/>
              <a:gd name="connsiteX1199" fmla="*/ 1596771 w 5114885"/>
              <a:gd name="connsiteY1199" fmla="*/ 900164 h 968306"/>
              <a:gd name="connsiteX1200" fmla="*/ 1590008 w 5114885"/>
              <a:gd name="connsiteY1200" fmla="*/ 909022 h 968306"/>
              <a:gd name="connsiteX1201" fmla="*/ 1578483 w 5114885"/>
              <a:gd name="connsiteY1201" fmla="*/ 920547 h 968306"/>
              <a:gd name="connsiteX1202" fmla="*/ 1556957 w 5114885"/>
              <a:gd name="connsiteY1202" fmla="*/ 932072 h 968306"/>
              <a:gd name="connsiteX1203" fmla="*/ 1554385 w 5114885"/>
              <a:gd name="connsiteY1203" fmla="*/ 934739 h 968306"/>
              <a:gd name="connsiteX1204" fmla="*/ 1551718 w 5114885"/>
              <a:gd name="connsiteY1204" fmla="*/ 936263 h 968306"/>
              <a:gd name="connsiteX1205" fmla="*/ 1540193 w 5114885"/>
              <a:gd name="connsiteY1205" fmla="*/ 942074 h 968306"/>
              <a:gd name="connsiteX1206" fmla="*/ 1534954 w 5114885"/>
              <a:gd name="connsiteY1206" fmla="*/ 943598 h 968306"/>
              <a:gd name="connsiteX1207" fmla="*/ 1530287 w 5114885"/>
              <a:gd name="connsiteY1207" fmla="*/ 945122 h 968306"/>
              <a:gd name="connsiteX1208" fmla="*/ 1450658 w 5114885"/>
              <a:gd name="connsiteY1208" fmla="*/ 943598 h 968306"/>
              <a:gd name="connsiteX1209" fmla="*/ 1424464 w 5114885"/>
              <a:gd name="connsiteY1209" fmla="*/ 935787 h 968306"/>
              <a:gd name="connsiteX1210" fmla="*/ 1395127 w 5114885"/>
              <a:gd name="connsiteY1210" fmla="*/ 913213 h 968306"/>
              <a:gd name="connsiteX1211" fmla="*/ 1366838 w 5114885"/>
              <a:gd name="connsiteY1211" fmla="*/ 862921 h 968306"/>
              <a:gd name="connsiteX1212" fmla="*/ 1364266 w 5114885"/>
              <a:gd name="connsiteY1212" fmla="*/ 852443 h 968306"/>
              <a:gd name="connsiteX1213" fmla="*/ 1362742 w 5114885"/>
              <a:gd name="connsiteY1213" fmla="*/ 848252 h 968306"/>
              <a:gd name="connsiteX1214" fmla="*/ 1361694 w 5114885"/>
              <a:gd name="connsiteY1214" fmla="*/ 841966 h 968306"/>
              <a:gd name="connsiteX1215" fmla="*/ 1359599 w 5114885"/>
              <a:gd name="connsiteY1215" fmla="*/ 828345 h 968306"/>
              <a:gd name="connsiteX1216" fmla="*/ 1360075 w 5114885"/>
              <a:gd name="connsiteY1216" fmla="*/ 824630 h 968306"/>
              <a:gd name="connsiteX1217" fmla="*/ 1360646 w 5114885"/>
              <a:gd name="connsiteY1217" fmla="*/ 820916 h 968306"/>
              <a:gd name="connsiteX1218" fmla="*/ 1360646 w 5114885"/>
              <a:gd name="connsiteY1218" fmla="*/ 817296 h 968306"/>
              <a:gd name="connsiteX1219" fmla="*/ 1361123 w 5114885"/>
              <a:gd name="connsiteY1219" fmla="*/ 810438 h 968306"/>
              <a:gd name="connsiteX1220" fmla="*/ 1386268 w 5114885"/>
              <a:gd name="connsiteY1220" fmla="*/ 741858 h 968306"/>
              <a:gd name="connsiteX1221" fmla="*/ 1398270 w 5114885"/>
              <a:gd name="connsiteY1221" fmla="*/ 724046 h 968306"/>
              <a:gd name="connsiteX1222" fmla="*/ 1436465 w 5114885"/>
              <a:gd name="connsiteY1222" fmla="*/ 694709 h 968306"/>
              <a:gd name="connsiteX1223" fmla="*/ 1467422 w 5114885"/>
              <a:gd name="connsiteY1223" fmla="*/ 685851 h 968306"/>
              <a:gd name="connsiteX1224" fmla="*/ 1525048 w 5114885"/>
              <a:gd name="connsiteY1224" fmla="*/ 686423 h 968306"/>
              <a:gd name="connsiteX1225" fmla="*/ 1528667 w 5114885"/>
              <a:gd name="connsiteY1225" fmla="*/ 687470 h 968306"/>
              <a:gd name="connsiteX1226" fmla="*/ 1558004 w 5114885"/>
              <a:gd name="connsiteY1226" fmla="*/ 699567 h 968306"/>
              <a:gd name="connsiteX1227" fmla="*/ 1576864 w 5114885"/>
              <a:gd name="connsiteY1227" fmla="*/ 721570 h 968306"/>
              <a:gd name="connsiteX1228" fmla="*/ 1608868 w 5114885"/>
              <a:gd name="connsiteY1228" fmla="*/ 799103 h 968306"/>
              <a:gd name="connsiteX1229" fmla="*/ 1609344 w 5114885"/>
              <a:gd name="connsiteY1229" fmla="*/ 803771 h 968306"/>
              <a:gd name="connsiteX1230" fmla="*/ 1609344 w 5114885"/>
              <a:gd name="connsiteY1230" fmla="*/ 807485 h 968306"/>
              <a:gd name="connsiteX1231" fmla="*/ 1609820 w 5114885"/>
              <a:gd name="connsiteY1231" fmla="*/ 813772 h 968306"/>
              <a:gd name="connsiteX1232" fmla="*/ 1611439 w 5114885"/>
              <a:gd name="connsiteY1232" fmla="*/ 821582 h 968306"/>
              <a:gd name="connsiteX1233" fmla="*/ 1612487 w 5114885"/>
              <a:gd name="connsiteY1233" fmla="*/ 826250 h 968306"/>
              <a:gd name="connsiteX1234" fmla="*/ 1580007 w 5114885"/>
              <a:gd name="connsiteY1234" fmla="*/ 824726 h 968306"/>
              <a:gd name="connsiteX1235" fmla="*/ 1507712 w 5114885"/>
              <a:gd name="connsiteY1235" fmla="*/ 827869 h 968306"/>
              <a:gd name="connsiteX1236" fmla="*/ 1484662 w 5114885"/>
              <a:gd name="connsiteY1236" fmla="*/ 828917 h 968306"/>
              <a:gd name="connsiteX1237" fmla="*/ 1433322 w 5114885"/>
              <a:gd name="connsiteY1237" fmla="*/ 829964 h 968306"/>
              <a:gd name="connsiteX1238" fmla="*/ 1424940 w 5114885"/>
              <a:gd name="connsiteY1238" fmla="*/ 864540 h 968306"/>
              <a:gd name="connsiteX1239" fmla="*/ 1427036 w 5114885"/>
              <a:gd name="connsiteY1239" fmla="*/ 869779 h 968306"/>
              <a:gd name="connsiteX1240" fmla="*/ 1428560 w 5114885"/>
              <a:gd name="connsiteY1240" fmla="*/ 873970 h 968306"/>
              <a:gd name="connsiteX1241" fmla="*/ 1430179 w 5114885"/>
              <a:gd name="connsiteY1241" fmla="*/ 877113 h 968306"/>
              <a:gd name="connsiteX1242" fmla="*/ 1432274 w 5114885"/>
              <a:gd name="connsiteY1242" fmla="*/ 879780 h 968306"/>
              <a:gd name="connsiteX1243" fmla="*/ 1435418 w 5114885"/>
              <a:gd name="connsiteY1243" fmla="*/ 883971 h 968306"/>
              <a:gd name="connsiteX1244" fmla="*/ 1440656 w 5114885"/>
              <a:gd name="connsiteY1244" fmla="*/ 889210 h 968306"/>
              <a:gd name="connsiteX1245" fmla="*/ 1445895 w 5114885"/>
              <a:gd name="connsiteY1245" fmla="*/ 895496 h 968306"/>
              <a:gd name="connsiteX1246" fmla="*/ 1475232 w 5114885"/>
              <a:gd name="connsiteY1246" fmla="*/ 908641 h 968306"/>
              <a:gd name="connsiteX1247" fmla="*/ 1478852 w 5114885"/>
              <a:gd name="connsiteY1247" fmla="*/ 909212 h 968306"/>
              <a:gd name="connsiteX1248" fmla="*/ 1512380 w 5114885"/>
              <a:gd name="connsiteY1248" fmla="*/ 905498 h 968306"/>
              <a:gd name="connsiteX1249" fmla="*/ 1558004 w 5114885"/>
              <a:gd name="connsiteY1249" fmla="*/ 876161 h 968306"/>
              <a:gd name="connsiteX1250" fmla="*/ 1558481 w 5114885"/>
              <a:gd name="connsiteY1250" fmla="*/ 876161 h 968306"/>
              <a:gd name="connsiteX1251" fmla="*/ 1433798 w 5114885"/>
              <a:gd name="connsiteY1251" fmla="*/ 839870 h 968306"/>
              <a:gd name="connsiteX1252" fmla="*/ 1486186 w 5114885"/>
              <a:gd name="connsiteY1252" fmla="*/ 838823 h 968306"/>
              <a:gd name="connsiteX1253" fmla="*/ 1507712 w 5114885"/>
              <a:gd name="connsiteY1253" fmla="*/ 837775 h 968306"/>
              <a:gd name="connsiteX1254" fmla="*/ 1580007 w 5114885"/>
              <a:gd name="connsiteY1254" fmla="*/ 834632 h 968306"/>
              <a:gd name="connsiteX1255" fmla="*/ 1600962 w 5114885"/>
              <a:gd name="connsiteY1255" fmla="*/ 836156 h 968306"/>
              <a:gd name="connsiteX1256" fmla="*/ 1619822 w 5114885"/>
              <a:gd name="connsiteY1256" fmla="*/ 812057 h 968306"/>
              <a:gd name="connsiteX1257" fmla="*/ 1619250 w 5114885"/>
              <a:gd name="connsiteY1257" fmla="*/ 806819 h 968306"/>
              <a:gd name="connsiteX1258" fmla="*/ 1619250 w 5114885"/>
              <a:gd name="connsiteY1258" fmla="*/ 802628 h 968306"/>
              <a:gd name="connsiteX1259" fmla="*/ 1618774 w 5114885"/>
              <a:gd name="connsiteY1259" fmla="*/ 797389 h 968306"/>
              <a:gd name="connsiteX1260" fmla="*/ 1584198 w 5114885"/>
              <a:gd name="connsiteY1260" fmla="*/ 714045 h 968306"/>
              <a:gd name="connsiteX1261" fmla="*/ 1563243 w 5114885"/>
              <a:gd name="connsiteY1261" fmla="*/ 690995 h 968306"/>
              <a:gd name="connsiteX1262" fmla="*/ 1534954 w 5114885"/>
              <a:gd name="connsiteY1262" fmla="*/ 678993 h 968306"/>
              <a:gd name="connsiteX1263" fmla="*/ 1530763 w 5114885"/>
              <a:gd name="connsiteY1263" fmla="*/ 677374 h 968306"/>
              <a:gd name="connsiteX1264" fmla="*/ 1527143 w 5114885"/>
              <a:gd name="connsiteY1264" fmla="*/ 676898 h 968306"/>
              <a:gd name="connsiteX1265" fmla="*/ 1465802 w 5114885"/>
              <a:gd name="connsiteY1265" fmla="*/ 675850 h 968306"/>
              <a:gd name="connsiteX1266" fmla="*/ 1433322 w 5114885"/>
              <a:gd name="connsiteY1266" fmla="*/ 684708 h 968306"/>
              <a:gd name="connsiteX1267" fmla="*/ 1389317 w 5114885"/>
              <a:gd name="connsiteY1267" fmla="*/ 719284 h 968306"/>
              <a:gd name="connsiteX1268" fmla="*/ 1376743 w 5114885"/>
              <a:gd name="connsiteY1268" fmla="*/ 737572 h 968306"/>
              <a:gd name="connsiteX1269" fmla="*/ 1351598 w 5114885"/>
              <a:gd name="connsiteY1269" fmla="*/ 802056 h 968306"/>
              <a:gd name="connsiteX1270" fmla="*/ 1350550 w 5114885"/>
              <a:gd name="connsiteY1270" fmla="*/ 816153 h 968306"/>
              <a:gd name="connsiteX1271" fmla="*/ 1350550 w 5114885"/>
              <a:gd name="connsiteY1271" fmla="*/ 819868 h 968306"/>
              <a:gd name="connsiteX1272" fmla="*/ 1349978 w 5114885"/>
              <a:gd name="connsiteY1272" fmla="*/ 823011 h 968306"/>
              <a:gd name="connsiteX1273" fmla="*/ 1349502 w 5114885"/>
              <a:gd name="connsiteY1273" fmla="*/ 827202 h 968306"/>
              <a:gd name="connsiteX1274" fmla="*/ 1351598 w 5114885"/>
              <a:gd name="connsiteY1274" fmla="*/ 843966 h 968306"/>
              <a:gd name="connsiteX1275" fmla="*/ 1353122 w 5114885"/>
              <a:gd name="connsiteY1275" fmla="*/ 851872 h 968306"/>
              <a:gd name="connsiteX1276" fmla="*/ 1354646 w 5114885"/>
              <a:gd name="connsiteY1276" fmla="*/ 856063 h 968306"/>
              <a:gd name="connsiteX1277" fmla="*/ 1356741 w 5114885"/>
              <a:gd name="connsiteY1277" fmla="*/ 864445 h 968306"/>
              <a:gd name="connsiteX1278" fmla="*/ 1357313 w 5114885"/>
              <a:gd name="connsiteY1278" fmla="*/ 867017 h 968306"/>
              <a:gd name="connsiteX1279" fmla="*/ 1388174 w 5114885"/>
              <a:gd name="connsiteY1279" fmla="*/ 920928 h 968306"/>
              <a:gd name="connsiteX1280" fmla="*/ 1421702 w 5114885"/>
              <a:gd name="connsiteY1280" fmla="*/ 945598 h 968306"/>
              <a:gd name="connsiteX1281" fmla="*/ 1447895 w 5114885"/>
              <a:gd name="connsiteY1281" fmla="*/ 953408 h 968306"/>
              <a:gd name="connsiteX1282" fmla="*/ 1533239 w 5114885"/>
              <a:gd name="connsiteY1282" fmla="*/ 954456 h 968306"/>
              <a:gd name="connsiteX1283" fmla="*/ 1537430 w 5114885"/>
              <a:gd name="connsiteY1283" fmla="*/ 952932 h 968306"/>
              <a:gd name="connsiteX1284" fmla="*/ 1543241 w 5114885"/>
              <a:gd name="connsiteY1284" fmla="*/ 951408 h 968306"/>
              <a:gd name="connsiteX1285" fmla="*/ 1552670 w 5114885"/>
              <a:gd name="connsiteY1285" fmla="*/ 946169 h 968306"/>
              <a:gd name="connsiteX1286" fmla="*/ 1557909 w 5114885"/>
              <a:gd name="connsiteY1286" fmla="*/ 944074 h 968306"/>
              <a:gd name="connsiteX1287" fmla="*/ 1560481 w 5114885"/>
              <a:gd name="connsiteY1287" fmla="*/ 941978 h 968306"/>
              <a:gd name="connsiteX1288" fmla="*/ 1563148 w 5114885"/>
              <a:gd name="connsiteY1288" fmla="*/ 939883 h 968306"/>
              <a:gd name="connsiteX1289" fmla="*/ 1584103 w 5114885"/>
              <a:gd name="connsiteY1289" fmla="*/ 928834 h 968306"/>
              <a:gd name="connsiteX1290" fmla="*/ 1599343 w 5114885"/>
              <a:gd name="connsiteY1290" fmla="*/ 912641 h 968306"/>
              <a:gd name="connsiteX1291" fmla="*/ 1605629 w 5114885"/>
              <a:gd name="connsiteY1291" fmla="*/ 905307 h 968306"/>
              <a:gd name="connsiteX1292" fmla="*/ 1614011 w 5114885"/>
              <a:gd name="connsiteY1292" fmla="*/ 865016 h 968306"/>
              <a:gd name="connsiteX1293" fmla="*/ 1597247 w 5114885"/>
              <a:gd name="connsiteY1293" fmla="*/ 863969 h 968306"/>
              <a:gd name="connsiteX1294" fmla="*/ 1556385 w 5114885"/>
              <a:gd name="connsiteY1294" fmla="*/ 866064 h 968306"/>
              <a:gd name="connsiteX1295" fmla="*/ 1552194 w 5114885"/>
              <a:gd name="connsiteY1295" fmla="*/ 867112 h 968306"/>
              <a:gd name="connsiteX1296" fmla="*/ 1548479 w 5114885"/>
              <a:gd name="connsiteY1296" fmla="*/ 872922 h 968306"/>
              <a:gd name="connsiteX1297" fmla="*/ 1509713 w 5114885"/>
              <a:gd name="connsiteY1297" fmla="*/ 895973 h 968306"/>
              <a:gd name="connsiteX1298" fmla="*/ 1478756 w 5114885"/>
              <a:gd name="connsiteY1298" fmla="*/ 899116 h 968306"/>
              <a:gd name="connsiteX1299" fmla="*/ 1474089 w 5114885"/>
              <a:gd name="connsiteY1299" fmla="*/ 898068 h 968306"/>
              <a:gd name="connsiteX1300" fmla="*/ 1453134 w 5114885"/>
              <a:gd name="connsiteY1300" fmla="*/ 888638 h 968306"/>
              <a:gd name="connsiteX1301" fmla="*/ 1446276 w 5114885"/>
              <a:gd name="connsiteY1301" fmla="*/ 880828 h 968306"/>
              <a:gd name="connsiteX1302" fmla="*/ 1443133 w 5114885"/>
              <a:gd name="connsiteY1302" fmla="*/ 877113 h 968306"/>
              <a:gd name="connsiteX1303" fmla="*/ 1439989 w 5114885"/>
              <a:gd name="connsiteY1303" fmla="*/ 873494 h 968306"/>
              <a:gd name="connsiteX1304" fmla="*/ 1437894 w 5114885"/>
              <a:gd name="connsiteY1304" fmla="*/ 869779 h 968306"/>
              <a:gd name="connsiteX1305" fmla="*/ 1436275 w 5114885"/>
              <a:gd name="connsiteY1305" fmla="*/ 866636 h 968306"/>
              <a:gd name="connsiteX1306" fmla="*/ 1434179 w 5114885"/>
              <a:gd name="connsiteY1306" fmla="*/ 860825 h 968306"/>
              <a:gd name="connsiteX1307" fmla="*/ 1433703 w 5114885"/>
              <a:gd name="connsiteY1307" fmla="*/ 839870 h 968306"/>
              <a:gd name="connsiteX1308" fmla="*/ 963263 w 5114885"/>
              <a:gd name="connsiteY1308" fmla="*/ 943026 h 968306"/>
              <a:gd name="connsiteX1309" fmla="*/ 903542 w 5114885"/>
              <a:gd name="connsiteY1309" fmla="*/ 944550 h 968306"/>
              <a:gd name="connsiteX1310" fmla="*/ 905161 w 5114885"/>
              <a:gd name="connsiteY1310" fmla="*/ 914165 h 968306"/>
              <a:gd name="connsiteX1311" fmla="*/ 906209 w 5114885"/>
              <a:gd name="connsiteY1311" fmla="*/ 769576 h 968306"/>
              <a:gd name="connsiteX1312" fmla="*/ 903065 w 5114885"/>
              <a:gd name="connsiteY1312" fmla="*/ 687851 h 968306"/>
              <a:gd name="connsiteX1313" fmla="*/ 908780 w 5114885"/>
              <a:gd name="connsiteY1313" fmla="*/ 687851 h 968306"/>
              <a:gd name="connsiteX1314" fmla="*/ 915638 w 5114885"/>
              <a:gd name="connsiteY1314" fmla="*/ 687280 h 968306"/>
              <a:gd name="connsiteX1315" fmla="*/ 928211 w 5114885"/>
              <a:gd name="connsiteY1315" fmla="*/ 686708 h 968306"/>
              <a:gd name="connsiteX1316" fmla="*/ 960692 w 5114885"/>
              <a:gd name="connsiteY1316" fmla="*/ 683565 h 968306"/>
              <a:gd name="connsiteX1317" fmla="*/ 960215 w 5114885"/>
              <a:gd name="connsiteY1317" fmla="*/ 709759 h 968306"/>
              <a:gd name="connsiteX1318" fmla="*/ 969074 w 5114885"/>
              <a:gd name="connsiteY1318" fmla="*/ 715569 h 968306"/>
              <a:gd name="connsiteX1319" fmla="*/ 974788 w 5114885"/>
              <a:gd name="connsiteY1319" fmla="*/ 715569 h 968306"/>
              <a:gd name="connsiteX1320" fmla="*/ 985266 w 5114885"/>
              <a:gd name="connsiteY1320" fmla="*/ 707187 h 968306"/>
              <a:gd name="connsiteX1321" fmla="*/ 988409 w 5114885"/>
              <a:gd name="connsiteY1321" fmla="*/ 702996 h 968306"/>
              <a:gd name="connsiteX1322" fmla="*/ 994220 w 5114885"/>
              <a:gd name="connsiteY1322" fmla="*/ 698805 h 968306"/>
              <a:gd name="connsiteX1323" fmla="*/ 999935 w 5114885"/>
              <a:gd name="connsiteY1323" fmla="*/ 695662 h 968306"/>
              <a:gd name="connsiteX1324" fmla="*/ 1003078 w 5114885"/>
              <a:gd name="connsiteY1324" fmla="*/ 693566 h 968306"/>
              <a:gd name="connsiteX1325" fmla="*/ 1010984 w 5114885"/>
              <a:gd name="connsiteY1325" fmla="*/ 689375 h 968306"/>
              <a:gd name="connsiteX1326" fmla="*/ 1018794 w 5114885"/>
              <a:gd name="connsiteY1326" fmla="*/ 686232 h 968306"/>
              <a:gd name="connsiteX1327" fmla="*/ 1022985 w 5114885"/>
              <a:gd name="connsiteY1327" fmla="*/ 684613 h 968306"/>
              <a:gd name="connsiteX1328" fmla="*/ 1027652 w 5114885"/>
              <a:gd name="connsiteY1328" fmla="*/ 682517 h 968306"/>
              <a:gd name="connsiteX1329" fmla="*/ 1031843 w 5114885"/>
              <a:gd name="connsiteY1329" fmla="*/ 680422 h 968306"/>
              <a:gd name="connsiteX1330" fmla="*/ 1112520 w 5114885"/>
              <a:gd name="connsiteY1330" fmla="*/ 704520 h 968306"/>
              <a:gd name="connsiteX1331" fmla="*/ 1117283 w 5114885"/>
              <a:gd name="connsiteY1331" fmla="*/ 712902 h 968306"/>
              <a:gd name="connsiteX1332" fmla="*/ 1128236 w 5114885"/>
              <a:gd name="connsiteY1332" fmla="*/ 721856 h 968306"/>
              <a:gd name="connsiteX1333" fmla="*/ 1150715 w 5114885"/>
              <a:gd name="connsiteY1333" fmla="*/ 708711 h 968306"/>
              <a:gd name="connsiteX1334" fmla="*/ 1160621 w 5114885"/>
              <a:gd name="connsiteY1334" fmla="*/ 700805 h 968306"/>
              <a:gd name="connsiteX1335" fmla="*/ 1163288 w 5114885"/>
              <a:gd name="connsiteY1335" fmla="*/ 699758 h 968306"/>
              <a:gd name="connsiteX1336" fmla="*/ 1171099 w 5114885"/>
              <a:gd name="connsiteY1336" fmla="*/ 696138 h 968306"/>
              <a:gd name="connsiteX1337" fmla="*/ 1182624 w 5114885"/>
              <a:gd name="connsiteY1337" fmla="*/ 690899 h 968306"/>
              <a:gd name="connsiteX1338" fmla="*/ 1247013 w 5114885"/>
              <a:gd name="connsiteY1338" fmla="*/ 688804 h 968306"/>
              <a:gd name="connsiteX1339" fmla="*/ 1282637 w 5114885"/>
              <a:gd name="connsiteY1339" fmla="*/ 726999 h 968306"/>
              <a:gd name="connsiteX1340" fmla="*/ 1284161 w 5114885"/>
              <a:gd name="connsiteY1340" fmla="*/ 730714 h 968306"/>
              <a:gd name="connsiteX1341" fmla="*/ 1287780 w 5114885"/>
              <a:gd name="connsiteY1341" fmla="*/ 737572 h 968306"/>
              <a:gd name="connsiteX1342" fmla="*/ 1293019 w 5114885"/>
              <a:gd name="connsiteY1342" fmla="*/ 766337 h 968306"/>
              <a:gd name="connsiteX1343" fmla="*/ 1293019 w 5114885"/>
              <a:gd name="connsiteY1343" fmla="*/ 770052 h 968306"/>
              <a:gd name="connsiteX1344" fmla="*/ 1293019 w 5114885"/>
              <a:gd name="connsiteY1344" fmla="*/ 776910 h 968306"/>
              <a:gd name="connsiteX1345" fmla="*/ 1294638 w 5114885"/>
              <a:gd name="connsiteY1345" fmla="*/ 783768 h 968306"/>
              <a:gd name="connsiteX1346" fmla="*/ 1296162 w 5114885"/>
              <a:gd name="connsiteY1346" fmla="*/ 798437 h 968306"/>
              <a:gd name="connsiteX1347" fmla="*/ 1297210 w 5114885"/>
              <a:gd name="connsiteY1347" fmla="*/ 814629 h 968306"/>
              <a:gd name="connsiteX1348" fmla="*/ 1298258 w 5114885"/>
              <a:gd name="connsiteY1348" fmla="*/ 837680 h 968306"/>
              <a:gd name="connsiteX1349" fmla="*/ 1298258 w 5114885"/>
              <a:gd name="connsiteY1349" fmla="*/ 882257 h 968306"/>
              <a:gd name="connsiteX1350" fmla="*/ 1299305 w 5114885"/>
              <a:gd name="connsiteY1350" fmla="*/ 908450 h 968306"/>
              <a:gd name="connsiteX1351" fmla="*/ 1300353 w 5114885"/>
              <a:gd name="connsiteY1351" fmla="*/ 933596 h 968306"/>
              <a:gd name="connsiteX1352" fmla="*/ 1301401 w 5114885"/>
              <a:gd name="connsiteY1352" fmla="*/ 940931 h 968306"/>
              <a:gd name="connsiteX1353" fmla="*/ 1298258 w 5114885"/>
              <a:gd name="connsiteY1353" fmla="*/ 940359 h 968306"/>
              <a:gd name="connsiteX1354" fmla="*/ 1240631 w 5114885"/>
              <a:gd name="connsiteY1354" fmla="*/ 941407 h 968306"/>
              <a:gd name="connsiteX1355" fmla="*/ 1237488 w 5114885"/>
              <a:gd name="connsiteY1355" fmla="*/ 941407 h 968306"/>
              <a:gd name="connsiteX1356" fmla="*/ 1238060 w 5114885"/>
              <a:gd name="connsiteY1356" fmla="*/ 937216 h 968306"/>
              <a:gd name="connsiteX1357" fmla="*/ 1238536 w 5114885"/>
              <a:gd name="connsiteY1357" fmla="*/ 857587 h 968306"/>
              <a:gd name="connsiteX1358" fmla="*/ 1212342 w 5114885"/>
              <a:gd name="connsiteY1358" fmla="*/ 738143 h 968306"/>
              <a:gd name="connsiteX1359" fmla="*/ 1169861 w 5114885"/>
              <a:gd name="connsiteY1359" fmla="*/ 736048 h 968306"/>
              <a:gd name="connsiteX1360" fmla="*/ 1125855 w 5114885"/>
              <a:gd name="connsiteY1360" fmla="*/ 807295 h 968306"/>
              <a:gd name="connsiteX1361" fmla="*/ 1125284 w 5114885"/>
              <a:gd name="connsiteY1361" fmla="*/ 918356 h 968306"/>
              <a:gd name="connsiteX1362" fmla="*/ 1125284 w 5114885"/>
              <a:gd name="connsiteY1362" fmla="*/ 923024 h 968306"/>
              <a:gd name="connsiteX1363" fmla="*/ 1127379 w 5114885"/>
              <a:gd name="connsiteY1363" fmla="*/ 945598 h 968306"/>
              <a:gd name="connsiteX1364" fmla="*/ 1124236 w 5114885"/>
              <a:gd name="connsiteY1364" fmla="*/ 947693 h 968306"/>
              <a:gd name="connsiteX1365" fmla="*/ 1121569 w 5114885"/>
              <a:gd name="connsiteY1365" fmla="*/ 947693 h 968306"/>
              <a:gd name="connsiteX1366" fmla="*/ 1115854 w 5114885"/>
              <a:gd name="connsiteY1366" fmla="*/ 947217 h 968306"/>
              <a:gd name="connsiteX1367" fmla="*/ 1077087 w 5114885"/>
              <a:gd name="connsiteY1367" fmla="*/ 947693 h 968306"/>
              <a:gd name="connsiteX1368" fmla="*/ 1071848 w 5114885"/>
              <a:gd name="connsiteY1368" fmla="*/ 948170 h 968306"/>
              <a:gd name="connsiteX1369" fmla="*/ 1070229 w 5114885"/>
              <a:gd name="connsiteY1369" fmla="*/ 926738 h 968306"/>
              <a:gd name="connsiteX1370" fmla="*/ 1070801 w 5114885"/>
              <a:gd name="connsiteY1370" fmla="*/ 923024 h 968306"/>
              <a:gd name="connsiteX1371" fmla="*/ 1072420 w 5114885"/>
              <a:gd name="connsiteY1371" fmla="*/ 851300 h 968306"/>
              <a:gd name="connsiteX1372" fmla="*/ 1073468 w 5114885"/>
              <a:gd name="connsiteY1372" fmla="*/ 781673 h 968306"/>
              <a:gd name="connsiteX1373" fmla="*/ 1071372 w 5114885"/>
              <a:gd name="connsiteY1373" fmla="*/ 764909 h 968306"/>
              <a:gd name="connsiteX1374" fmla="*/ 1060895 w 5114885"/>
              <a:gd name="connsiteY1374" fmla="*/ 745001 h 968306"/>
              <a:gd name="connsiteX1375" fmla="*/ 1014794 w 5114885"/>
              <a:gd name="connsiteY1375" fmla="*/ 732428 h 968306"/>
              <a:gd name="connsiteX1376" fmla="*/ 969740 w 5114885"/>
              <a:gd name="connsiteY1376" fmla="*/ 763861 h 968306"/>
              <a:gd name="connsiteX1377" fmla="*/ 961835 w 5114885"/>
              <a:gd name="connsiteY1377" fmla="*/ 806247 h 968306"/>
              <a:gd name="connsiteX1378" fmla="*/ 961835 w 5114885"/>
              <a:gd name="connsiteY1378" fmla="*/ 918833 h 968306"/>
              <a:gd name="connsiteX1379" fmla="*/ 962882 w 5114885"/>
              <a:gd name="connsiteY1379" fmla="*/ 942931 h 968306"/>
              <a:gd name="connsiteX1380" fmla="*/ 1128998 w 5114885"/>
              <a:gd name="connsiteY1380" fmla="*/ 956552 h 968306"/>
              <a:gd name="connsiteX1381" fmla="*/ 1137857 w 5114885"/>
              <a:gd name="connsiteY1381" fmla="*/ 952361 h 968306"/>
              <a:gd name="connsiteX1382" fmla="*/ 1135190 w 5114885"/>
              <a:gd name="connsiteY1382" fmla="*/ 922452 h 968306"/>
              <a:gd name="connsiteX1383" fmla="*/ 1135190 w 5114885"/>
              <a:gd name="connsiteY1383" fmla="*/ 918737 h 968306"/>
              <a:gd name="connsiteX1384" fmla="*/ 1134618 w 5114885"/>
              <a:gd name="connsiteY1384" fmla="*/ 914070 h 968306"/>
              <a:gd name="connsiteX1385" fmla="*/ 1135666 w 5114885"/>
              <a:gd name="connsiteY1385" fmla="*/ 809295 h 968306"/>
              <a:gd name="connsiteX1386" fmla="*/ 1164527 w 5114885"/>
              <a:gd name="connsiteY1386" fmla="*/ 749573 h 968306"/>
              <a:gd name="connsiteX1387" fmla="*/ 1204913 w 5114885"/>
              <a:gd name="connsiteY1387" fmla="*/ 744811 h 968306"/>
              <a:gd name="connsiteX1388" fmla="*/ 1208627 w 5114885"/>
              <a:gd name="connsiteY1388" fmla="*/ 748526 h 968306"/>
              <a:gd name="connsiteX1389" fmla="*/ 1228535 w 5114885"/>
              <a:gd name="connsiteY1389" fmla="*/ 856920 h 968306"/>
              <a:gd name="connsiteX1390" fmla="*/ 1228058 w 5114885"/>
              <a:gd name="connsiteY1390" fmla="*/ 933406 h 968306"/>
              <a:gd name="connsiteX1391" fmla="*/ 1227487 w 5114885"/>
              <a:gd name="connsiteY1391" fmla="*/ 939216 h 968306"/>
              <a:gd name="connsiteX1392" fmla="*/ 1225391 w 5114885"/>
              <a:gd name="connsiteY1392" fmla="*/ 943407 h 968306"/>
              <a:gd name="connsiteX1393" fmla="*/ 1241679 w 5114885"/>
              <a:gd name="connsiteY1393" fmla="*/ 951218 h 968306"/>
              <a:gd name="connsiteX1394" fmla="*/ 1297210 w 5114885"/>
              <a:gd name="connsiteY1394" fmla="*/ 950170 h 968306"/>
              <a:gd name="connsiteX1395" fmla="*/ 1311402 w 5114885"/>
              <a:gd name="connsiteY1395" fmla="*/ 947027 h 968306"/>
              <a:gd name="connsiteX1396" fmla="*/ 1311974 w 5114885"/>
              <a:gd name="connsiteY1396" fmla="*/ 942836 h 968306"/>
              <a:gd name="connsiteX1397" fmla="*/ 1311402 w 5114885"/>
              <a:gd name="connsiteY1397" fmla="*/ 937597 h 968306"/>
              <a:gd name="connsiteX1398" fmla="*/ 1310354 w 5114885"/>
              <a:gd name="connsiteY1398" fmla="*/ 932358 h 968306"/>
              <a:gd name="connsiteX1399" fmla="*/ 1309307 w 5114885"/>
              <a:gd name="connsiteY1399" fmla="*/ 908260 h 968306"/>
              <a:gd name="connsiteX1400" fmla="*/ 1308259 w 5114885"/>
              <a:gd name="connsiteY1400" fmla="*/ 881590 h 968306"/>
              <a:gd name="connsiteX1401" fmla="*/ 1308259 w 5114885"/>
              <a:gd name="connsiteY1401" fmla="*/ 836060 h 968306"/>
              <a:gd name="connsiteX1402" fmla="*/ 1307211 w 5114885"/>
              <a:gd name="connsiteY1402" fmla="*/ 814058 h 968306"/>
              <a:gd name="connsiteX1403" fmla="*/ 1306163 w 5114885"/>
              <a:gd name="connsiteY1403" fmla="*/ 797294 h 968306"/>
              <a:gd name="connsiteX1404" fmla="*/ 1304639 w 5114885"/>
              <a:gd name="connsiteY1404" fmla="*/ 781577 h 968306"/>
              <a:gd name="connsiteX1405" fmla="*/ 1304068 w 5114885"/>
              <a:gd name="connsiteY1405" fmla="*/ 778434 h 968306"/>
              <a:gd name="connsiteX1406" fmla="*/ 1303020 w 5114885"/>
              <a:gd name="connsiteY1406" fmla="*/ 774719 h 968306"/>
              <a:gd name="connsiteX1407" fmla="*/ 1303020 w 5114885"/>
              <a:gd name="connsiteY1407" fmla="*/ 765861 h 968306"/>
              <a:gd name="connsiteX1408" fmla="*/ 1297781 w 5114885"/>
              <a:gd name="connsiteY1408" fmla="*/ 734429 h 968306"/>
              <a:gd name="connsiteX1409" fmla="*/ 1293590 w 5114885"/>
              <a:gd name="connsiteY1409" fmla="*/ 726618 h 968306"/>
              <a:gd name="connsiteX1410" fmla="*/ 1290923 w 5114885"/>
              <a:gd name="connsiteY1410" fmla="*/ 720808 h 968306"/>
              <a:gd name="connsiteX1411" fmla="*/ 1250061 w 5114885"/>
              <a:gd name="connsiteY1411" fmla="*/ 678898 h 968306"/>
              <a:gd name="connsiteX1412" fmla="*/ 1178338 w 5114885"/>
              <a:gd name="connsiteY1412" fmla="*/ 681470 h 968306"/>
              <a:gd name="connsiteX1413" fmla="*/ 1166813 w 5114885"/>
              <a:gd name="connsiteY1413" fmla="*/ 686708 h 968306"/>
              <a:gd name="connsiteX1414" fmla="*/ 1158431 w 5114885"/>
              <a:gd name="connsiteY1414" fmla="*/ 690899 h 968306"/>
              <a:gd name="connsiteX1415" fmla="*/ 1155287 w 5114885"/>
              <a:gd name="connsiteY1415" fmla="*/ 692519 h 968306"/>
              <a:gd name="connsiteX1416" fmla="*/ 1145286 w 5114885"/>
              <a:gd name="connsiteY1416" fmla="*/ 699853 h 968306"/>
              <a:gd name="connsiteX1417" fmla="*/ 1125950 w 5114885"/>
              <a:gd name="connsiteY1417" fmla="*/ 708806 h 968306"/>
              <a:gd name="connsiteX1418" fmla="*/ 1124903 w 5114885"/>
              <a:gd name="connsiteY1418" fmla="*/ 706235 h 968306"/>
              <a:gd name="connsiteX1419" fmla="*/ 1120712 w 5114885"/>
              <a:gd name="connsiteY1419" fmla="*/ 698329 h 968306"/>
              <a:gd name="connsiteX1420" fmla="*/ 1026890 w 5114885"/>
              <a:gd name="connsiteY1420" fmla="*/ 671564 h 968306"/>
              <a:gd name="connsiteX1421" fmla="*/ 1023747 w 5114885"/>
              <a:gd name="connsiteY1421" fmla="*/ 673183 h 968306"/>
              <a:gd name="connsiteX1422" fmla="*/ 1018508 w 5114885"/>
              <a:gd name="connsiteY1422" fmla="*/ 675278 h 968306"/>
              <a:gd name="connsiteX1423" fmla="*/ 1014317 w 5114885"/>
              <a:gd name="connsiteY1423" fmla="*/ 677374 h 968306"/>
              <a:gd name="connsiteX1424" fmla="*/ 1006983 w 5114885"/>
              <a:gd name="connsiteY1424" fmla="*/ 680517 h 968306"/>
              <a:gd name="connsiteX1425" fmla="*/ 993838 w 5114885"/>
              <a:gd name="connsiteY1425" fmla="*/ 686804 h 968306"/>
              <a:gd name="connsiteX1426" fmla="*/ 988028 w 5114885"/>
              <a:gd name="connsiteY1426" fmla="*/ 690518 h 968306"/>
              <a:gd name="connsiteX1427" fmla="*/ 982313 w 5114885"/>
              <a:gd name="connsiteY1427" fmla="*/ 694709 h 968306"/>
              <a:gd name="connsiteX1428" fmla="*/ 979646 w 5114885"/>
              <a:gd name="connsiteY1428" fmla="*/ 696805 h 968306"/>
              <a:gd name="connsiteX1429" fmla="*/ 977551 w 5114885"/>
              <a:gd name="connsiteY1429" fmla="*/ 699472 h 968306"/>
              <a:gd name="connsiteX1430" fmla="*/ 975932 w 5114885"/>
              <a:gd name="connsiteY1430" fmla="*/ 702615 h 968306"/>
              <a:gd name="connsiteX1431" fmla="*/ 972312 w 5114885"/>
              <a:gd name="connsiteY1431" fmla="*/ 705758 h 968306"/>
              <a:gd name="connsiteX1432" fmla="*/ 969645 w 5114885"/>
              <a:gd name="connsiteY1432" fmla="*/ 705758 h 968306"/>
              <a:gd name="connsiteX1433" fmla="*/ 969645 w 5114885"/>
              <a:gd name="connsiteY1433" fmla="*/ 678517 h 968306"/>
              <a:gd name="connsiteX1434" fmla="*/ 926687 w 5114885"/>
              <a:gd name="connsiteY1434" fmla="*/ 676993 h 968306"/>
              <a:gd name="connsiteX1435" fmla="*/ 913543 w 5114885"/>
              <a:gd name="connsiteY1435" fmla="*/ 677469 h 968306"/>
              <a:gd name="connsiteX1436" fmla="*/ 902589 w 5114885"/>
              <a:gd name="connsiteY1436" fmla="*/ 677469 h 968306"/>
              <a:gd name="connsiteX1437" fmla="*/ 892112 w 5114885"/>
              <a:gd name="connsiteY1437" fmla="*/ 681660 h 968306"/>
              <a:gd name="connsiteX1438" fmla="*/ 895731 w 5114885"/>
              <a:gd name="connsiteY1438" fmla="*/ 771290 h 968306"/>
              <a:gd name="connsiteX1439" fmla="*/ 894683 w 5114885"/>
              <a:gd name="connsiteY1439" fmla="*/ 914832 h 968306"/>
              <a:gd name="connsiteX1440" fmla="*/ 892112 w 5114885"/>
              <a:gd name="connsiteY1440" fmla="*/ 947789 h 968306"/>
              <a:gd name="connsiteX1441" fmla="*/ 904113 w 5114885"/>
              <a:gd name="connsiteY1441" fmla="*/ 954551 h 968306"/>
              <a:gd name="connsiteX1442" fmla="*/ 967454 w 5114885"/>
              <a:gd name="connsiteY1442" fmla="*/ 953504 h 968306"/>
              <a:gd name="connsiteX1443" fmla="*/ 973169 w 5114885"/>
              <a:gd name="connsiteY1443" fmla="*/ 944645 h 968306"/>
              <a:gd name="connsiteX1444" fmla="*/ 971645 w 5114885"/>
              <a:gd name="connsiteY1444" fmla="*/ 918452 h 968306"/>
              <a:gd name="connsiteX1445" fmla="*/ 972217 w 5114885"/>
              <a:gd name="connsiteY1445" fmla="*/ 806342 h 968306"/>
              <a:gd name="connsiteX1446" fmla="*/ 978503 w 5114885"/>
              <a:gd name="connsiteY1446" fmla="*/ 768147 h 968306"/>
              <a:gd name="connsiteX1447" fmla="*/ 1015175 w 5114885"/>
              <a:gd name="connsiteY1447" fmla="*/ 742525 h 968306"/>
              <a:gd name="connsiteX1448" fmla="*/ 1053370 w 5114885"/>
              <a:gd name="connsiteY1448" fmla="*/ 751383 h 968306"/>
              <a:gd name="connsiteX1449" fmla="*/ 1061752 w 5114885"/>
              <a:gd name="connsiteY1449" fmla="*/ 767576 h 968306"/>
              <a:gd name="connsiteX1450" fmla="*/ 1063371 w 5114885"/>
              <a:gd name="connsiteY1450" fmla="*/ 783292 h 968306"/>
              <a:gd name="connsiteX1451" fmla="*/ 1062323 w 5114885"/>
              <a:gd name="connsiteY1451" fmla="*/ 850919 h 968306"/>
              <a:gd name="connsiteX1452" fmla="*/ 1060228 w 5114885"/>
              <a:gd name="connsiteY1452" fmla="*/ 923690 h 968306"/>
              <a:gd name="connsiteX1453" fmla="*/ 1061847 w 5114885"/>
              <a:gd name="connsiteY1453" fmla="*/ 953027 h 968306"/>
              <a:gd name="connsiteX1454" fmla="*/ 1071753 w 5114885"/>
              <a:gd name="connsiteY1454" fmla="*/ 958266 h 968306"/>
              <a:gd name="connsiteX1455" fmla="*/ 1077563 w 5114885"/>
              <a:gd name="connsiteY1455" fmla="*/ 957790 h 968306"/>
              <a:gd name="connsiteX1456" fmla="*/ 1115282 w 5114885"/>
              <a:gd name="connsiteY1456" fmla="*/ 957218 h 968306"/>
              <a:gd name="connsiteX1457" fmla="*/ 1122045 w 5114885"/>
              <a:gd name="connsiteY1457" fmla="*/ 957790 h 968306"/>
              <a:gd name="connsiteX1458" fmla="*/ 1125188 w 5114885"/>
              <a:gd name="connsiteY1458" fmla="*/ 957790 h 968306"/>
              <a:gd name="connsiteX1459" fmla="*/ 1128903 w 5114885"/>
              <a:gd name="connsiteY1459" fmla="*/ 956742 h 968306"/>
              <a:gd name="connsiteX1460" fmla="*/ 688277 w 5114885"/>
              <a:gd name="connsiteY1460" fmla="*/ 719474 h 968306"/>
              <a:gd name="connsiteX1461" fmla="*/ 689324 w 5114885"/>
              <a:gd name="connsiteY1461" fmla="*/ 686994 h 968306"/>
              <a:gd name="connsiteX1462" fmla="*/ 691420 w 5114885"/>
              <a:gd name="connsiteY1462" fmla="*/ 687566 h 968306"/>
              <a:gd name="connsiteX1463" fmla="*/ 703993 w 5114885"/>
              <a:gd name="connsiteY1463" fmla="*/ 687566 h 968306"/>
              <a:gd name="connsiteX1464" fmla="*/ 712375 w 5114885"/>
              <a:gd name="connsiteY1464" fmla="*/ 687566 h 968306"/>
              <a:gd name="connsiteX1465" fmla="*/ 730187 w 5114885"/>
              <a:gd name="connsiteY1465" fmla="*/ 658800 h 968306"/>
              <a:gd name="connsiteX1466" fmla="*/ 730187 w 5114885"/>
              <a:gd name="connsiteY1466" fmla="*/ 653561 h 968306"/>
              <a:gd name="connsiteX1467" fmla="*/ 730758 w 5114885"/>
              <a:gd name="connsiteY1467" fmla="*/ 649847 h 968306"/>
              <a:gd name="connsiteX1468" fmla="*/ 737045 w 5114885"/>
              <a:gd name="connsiteY1468" fmla="*/ 627844 h 968306"/>
              <a:gd name="connsiteX1469" fmla="*/ 755904 w 5114885"/>
              <a:gd name="connsiteY1469" fmla="*/ 604793 h 968306"/>
              <a:gd name="connsiteX1470" fmla="*/ 770096 w 5114885"/>
              <a:gd name="connsiteY1470" fmla="*/ 593840 h 968306"/>
              <a:gd name="connsiteX1471" fmla="*/ 778478 w 5114885"/>
              <a:gd name="connsiteY1471" fmla="*/ 588601 h 968306"/>
              <a:gd name="connsiteX1472" fmla="*/ 795242 w 5114885"/>
              <a:gd name="connsiteY1472" fmla="*/ 583838 h 968306"/>
              <a:gd name="connsiteX1473" fmla="*/ 842391 w 5114885"/>
              <a:gd name="connsiteY1473" fmla="*/ 585934 h 968306"/>
              <a:gd name="connsiteX1474" fmla="*/ 845058 w 5114885"/>
              <a:gd name="connsiteY1474" fmla="*/ 586982 h 968306"/>
              <a:gd name="connsiteX1475" fmla="*/ 847725 w 5114885"/>
              <a:gd name="connsiteY1475" fmla="*/ 587553 h 968306"/>
              <a:gd name="connsiteX1476" fmla="*/ 846677 w 5114885"/>
              <a:gd name="connsiteY1476" fmla="*/ 610032 h 968306"/>
              <a:gd name="connsiteX1477" fmla="*/ 847249 w 5114885"/>
              <a:gd name="connsiteY1477" fmla="*/ 626796 h 968306"/>
              <a:gd name="connsiteX1478" fmla="*/ 829437 w 5114885"/>
              <a:gd name="connsiteY1478" fmla="*/ 624701 h 968306"/>
              <a:gd name="connsiteX1479" fmla="*/ 791242 w 5114885"/>
              <a:gd name="connsiteY1479" fmla="*/ 677088 h 968306"/>
              <a:gd name="connsiteX1480" fmla="*/ 795433 w 5114885"/>
              <a:gd name="connsiteY1480" fmla="*/ 682803 h 968306"/>
              <a:gd name="connsiteX1481" fmla="*/ 797528 w 5114885"/>
              <a:gd name="connsiteY1481" fmla="*/ 683851 h 968306"/>
              <a:gd name="connsiteX1482" fmla="*/ 822103 w 5114885"/>
              <a:gd name="connsiteY1482" fmla="*/ 688042 h 968306"/>
              <a:gd name="connsiteX1483" fmla="*/ 842486 w 5114885"/>
              <a:gd name="connsiteY1483" fmla="*/ 689661 h 968306"/>
              <a:gd name="connsiteX1484" fmla="*/ 841915 w 5114885"/>
              <a:gd name="connsiteY1484" fmla="*/ 695948 h 968306"/>
              <a:gd name="connsiteX1485" fmla="*/ 841343 w 5114885"/>
              <a:gd name="connsiteY1485" fmla="*/ 726332 h 968306"/>
              <a:gd name="connsiteX1486" fmla="*/ 827151 w 5114885"/>
              <a:gd name="connsiteY1486" fmla="*/ 724237 h 968306"/>
              <a:gd name="connsiteX1487" fmla="*/ 802577 w 5114885"/>
              <a:gd name="connsiteY1487" fmla="*/ 725856 h 968306"/>
              <a:gd name="connsiteX1488" fmla="*/ 796862 w 5114885"/>
              <a:gd name="connsiteY1488" fmla="*/ 728999 h 968306"/>
              <a:gd name="connsiteX1489" fmla="*/ 795242 w 5114885"/>
              <a:gd name="connsiteY1489" fmla="*/ 730523 h 968306"/>
              <a:gd name="connsiteX1490" fmla="*/ 793623 w 5114885"/>
              <a:gd name="connsiteY1490" fmla="*/ 733190 h 968306"/>
              <a:gd name="connsiteX1491" fmla="*/ 790956 w 5114885"/>
              <a:gd name="connsiteY1491" fmla="*/ 777672 h 968306"/>
              <a:gd name="connsiteX1492" fmla="*/ 793052 w 5114885"/>
              <a:gd name="connsiteY1492" fmla="*/ 812248 h 968306"/>
              <a:gd name="connsiteX1493" fmla="*/ 792480 w 5114885"/>
              <a:gd name="connsiteY1493" fmla="*/ 819582 h 968306"/>
              <a:gd name="connsiteX1494" fmla="*/ 793052 w 5114885"/>
              <a:gd name="connsiteY1494" fmla="*/ 822725 h 968306"/>
              <a:gd name="connsiteX1495" fmla="*/ 793052 w 5114885"/>
              <a:gd name="connsiteY1495" fmla="*/ 839013 h 968306"/>
              <a:gd name="connsiteX1496" fmla="*/ 792004 w 5114885"/>
              <a:gd name="connsiteY1496" fmla="*/ 902354 h 968306"/>
              <a:gd name="connsiteX1497" fmla="*/ 792004 w 5114885"/>
              <a:gd name="connsiteY1497" fmla="*/ 922738 h 968306"/>
              <a:gd name="connsiteX1498" fmla="*/ 794099 w 5114885"/>
              <a:gd name="connsiteY1498" fmla="*/ 936359 h 968306"/>
              <a:gd name="connsiteX1499" fmla="*/ 794099 w 5114885"/>
              <a:gd name="connsiteY1499" fmla="*/ 944264 h 968306"/>
              <a:gd name="connsiteX1500" fmla="*/ 747998 w 5114885"/>
              <a:gd name="connsiteY1500" fmla="*/ 945788 h 968306"/>
              <a:gd name="connsiteX1501" fmla="*/ 738092 w 5114885"/>
              <a:gd name="connsiteY1501" fmla="*/ 945217 h 968306"/>
              <a:gd name="connsiteX1502" fmla="*/ 732854 w 5114885"/>
              <a:gd name="connsiteY1502" fmla="*/ 945788 h 968306"/>
              <a:gd name="connsiteX1503" fmla="*/ 733425 w 5114885"/>
              <a:gd name="connsiteY1503" fmla="*/ 942645 h 968306"/>
              <a:gd name="connsiteX1504" fmla="*/ 732377 w 5114885"/>
              <a:gd name="connsiteY1504" fmla="*/ 933215 h 968306"/>
              <a:gd name="connsiteX1505" fmla="*/ 732377 w 5114885"/>
              <a:gd name="connsiteY1505" fmla="*/ 900735 h 968306"/>
              <a:gd name="connsiteX1506" fmla="*/ 731330 w 5114885"/>
              <a:gd name="connsiteY1506" fmla="*/ 884543 h 968306"/>
              <a:gd name="connsiteX1507" fmla="*/ 730758 w 5114885"/>
              <a:gd name="connsiteY1507" fmla="*/ 834727 h 968306"/>
              <a:gd name="connsiteX1508" fmla="*/ 730187 w 5114885"/>
              <a:gd name="connsiteY1508" fmla="*/ 785483 h 968306"/>
              <a:gd name="connsiteX1509" fmla="*/ 731806 w 5114885"/>
              <a:gd name="connsiteY1509" fmla="*/ 768147 h 968306"/>
              <a:gd name="connsiteX1510" fmla="*/ 731234 w 5114885"/>
              <a:gd name="connsiteY1510" fmla="*/ 744049 h 968306"/>
              <a:gd name="connsiteX1511" fmla="*/ 730663 w 5114885"/>
              <a:gd name="connsiteY1511" fmla="*/ 740334 h 968306"/>
              <a:gd name="connsiteX1512" fmla="*/ 729615 w 5114885"/>
              <a:gd name="connsiteY1512" fmla="*/ 735667 h 968306"/>
              <a:gd name="connsiteX1513" fmla="*/ 727996 w 5114885"/>
              <a:gd name="connsiteY1513" fmla="*/ 730428 h 968306"/>
              <a:gd name="connsiteX1514" fmla="*/ 702374 w 5114885"/>
              <a:gd name="connsiteY1514" fmla="*/ 724713 h 968306"/>
              <a:gd name="connsiteX1515" fmla="*/ 691420 w 5114885"/>
              <a:gd name="connsiteY1515" fmla="*/ 724713 h 968306"/>
              <a:gd name="connsiteX1516" fmla="*/ 688277 w 5114885"/>
              <a:gd name="connsiteY1516" fmla="*/ 725285 h 968306"/>
              <a:gd name="connsiteX1517" fmla="*/ 688277 w 5114885"/>
              <a:gd name="connsiteY1517" fmla="*/ 719570 h 968306"/>
              <a:gd name="connsiteX1518" fmla="*/ 718185 w 5114885"/>
              <a:gd name="connsiteY1518" fmla="*/ 676517 h 968306"/>
              <a:gd name="connsiteX1519" fmla="*/ 705040 w 5114885"/>
              <a:gd name="connsiteY1519" fmla="*/ 677564 h 968306"/>
              <a:gd name="connsiteX1520" fmla="*/ 691420 w 5114885"/>
              <a:gd name="connsiteY1520" fmla="*/ 677088 h 968306"/>
              <a:gd name="connsiteX1521" fmla="*/ 678275 w 5114885"/>
              <a:gd name="connsiteY1521" fmla="*/ 682803 h 968306"/>
              <a:gd name="connsiteX1522" fmla="*/ 678275 w 5114885"/>
              <a:gd name="connsiteY1522" fmla="*/ 719474 h 968306"/>
              <a:gd name="connsiteX1523" fmla="*/ 685038 w 5114885"/>
              <a:gd name="connsiteY1523" fmla="*/ 735191 h 968306"/>
              <a:gd name="connsiteX1524" fmla="*/ 719138 w 5114885"/>
              <a:gd name="connsiteY1524" fmla="*/ 736238 h 968306"/>
              <a:gd name="connsiteX1525" fmla="*/ 721233 w 5114885"/>
              <a:gd name="connsiteY1525" fmla="*/ 744620 h 968306"/>
              <a:gd name="connsiteX1526" fmla="*/ 721805 w 5114885"/>
              <a:gd name="connsiteY1526" fmla="*/ 768719 h 968306"/>
              <a:gd name="connsiteX1527" fmla="*/ 720281 w 5114885"/>
              <a:gd name="connsiteY1527" fmla="*/ 785959 h 968306"/>
              <a:gd name="connsiteX1528" fmla="*/ 720852 w 5114885"/>
              <a:gd name="connsiteY1528" fmla="*/ 835775 h 968306"/>
              <a:gd name="connsiteX1529" fmla="*/ 721328 w 5114885"/>
              <a:gd name="connsiteY1529" fmla="*/ 885019 h 968306"/>
              <a:gd name="connsiteX1530" fmla="*/ 722376 w 5114885"/>
              <a:gd name="connsiteY1530" fmla="*/ 899687 h 968306"/>
              <a:gd name="connsiteX1531" fmla="*/ 721805 w 5114885"/>
              <a:gd name="connsiteY1531" fmla="*/ 932739 h 968306"/>
              <a:gd name="connsiteX1532" fmla="*/ 722376 w 5114885"/>
              <a:gd name="connsiteY1532" fmla="*/ 945312 h 968306"/>
              <a:gd name="connsiteX1533" fmla="*/ 721805 w 5114885"/>
              <a:gd name="connsiteY1533" fmla="*/ 947408 h 968306"/>
              <a:gd name="connsiteX1534" fmla="*/ 721805 w 5114885"/>
              <a:gd name="connsiteY1534" fmla="*/ 949979 h 968306"/>
              <a:gd name="connsiteX1535" fmla="*/ 739140 w 5114885"/>
              <a:gd name="connsiteY1535" fmla="*/ 955218 h 968306"/>
              <a:gd name="connsiteX1536" fmla="*/ 747522 w 5114885"/>
              <a:gd name="connsiteY1536" fmla="*/ 955790 h 968306"/>
              <a:gd name="connsiteX1537" fmla="*/ 783717 w 5114885"/>
              <a:gd name="connsiteY1537" fmla="*/ 954742 h 968306"/>
              <a:gd name="connsiteX1538" fmla="*/ 804101 w 5114885"/>
              <a:gd name="connsiteY1538" fmla="*/ 935406 h 968306"/>
              <a:gd name="connsiteX1539" fmla="*/ 802005 w 5114885"/>
              <a:gd name="connsiteY1539" fmla="*/ 922262 h 968306"/>
              <a:gd name="connsiteX1540" fmla="*/ 802005 w 5114885"/>
              <a:gd name="connsiteY1540" fmla="*/ 902831 h 968306"/>
              <a:gd name="connsiteX1541" fmla="*/ 803053 w 5114885"/>
              <a:gd name="connsiteY1541" fmla="*/ 838918 h 968306"/>
              <a:gd name="connsiteX1542" fmla="*/ 803053 w 5114885"/>
              <a:gd name="connsiteY1542" fmla="*/ 821106 h 968306"/>
              <a:gd name="connsiteX1543" fmla="*/ 802481 w 5114885"/>
              <a:gd name="connsiteY1543" fmla="*/ 818534 h 968306"/>
              <a:gd name="connsiteX1544" fmla="*/ 803053 w 5114885"/>
              <a:gd name="connsiteY1544" fmla="*/ 812724 h 968306"/>
              <a:gd name="connsiteX1545" fmla="*/ 800957 w 5114885"/>
              <a:gd name="connsiteY1545" fmla="*/ 777672 h 968306"/>
              <a:gd name="connsiteX1546" fmla="*/ 804101 w 5114885"/>
              <a:gd name="connsiteY1546" fmla="*/ 736334 h 968306"/>
              <a:gd name="connsiteX1547" fmla="*/ 810387 w 5114885"/>
              <a:gd name="connsiteY1547" fmla="*/ 735286 h 968306"/>
              <a:gd name="connsiteX1548" fmla="*/ 841820 w 5114885"/>
              <a:gd name="connsiteY1548" fmla="*/ 736334 h 968306"/>
              <a:gd name="connsiteX1549" fmla="*/ 851249 w 5114885"/>
              <a:gd name="connsiteY1549" fmla="*/ 724808 h 968306"/>
              <a:gd name="connsiteX1550" fmla="*/ 851821 w 5114885"/>
              <a:gd name="connsiteY1550" fmla="*/ 696043 h 968306"/>
              <a:gd name="connsiteX1551" fmla="*/ 852297 w 5114885"/>
              <a:gd name="connsiteY1551" fmla="*/ 686613 h 968306"/>
              <a:gd name="connsiteX1552" fmla="*/ 843915 w 5114885"/>
              <a:gd name="connsiteY1552" fmla="*/ 679755 h 968306"/>
              <a:gd name="connsiteX1553" fmla="*/ 822484 w 5114885"/>
              <a:gd name="connsiteY1553" fmla="*/ 678136 h 968306"/>
              <a:gd name="connsiteX1554" fmla="*/ 800957 w 5114885"/>
              <a:gd name="connsiteY1554" fmla="*/ 674993 h 968306"/>
              <a:gd name="connsiteX1555" fmla="*/ 829247 w 5114885"/>
              <a:gd name="connsiteY1555" fmla="*/ 635178 h 968306"/>
              <a:gd name="connsiteX1556" fmla="*/ 851249 w 5114885"/>
              <a:gd name="connsiteY1556" fmla="*/ 637274 h 968306"/>
              <a:gd name="connsiteX1557" fmla="*/ 856964 w 5114885"/>
              <a:gd name="connsiteY1557" fmla="*/ 632606 h 968306"/>
              <a:gd name="connsiteX1558" fmla="*/ 858012 w 5114885"/>
              <a:gd name="connsiteY1558" fmla="*/ 584886 h 968306"/>
              <a:gd name="connsiteX1559" fmla="*/ 846487 w 5114885"/>
              <a:gd name="connsiteY1559" fmla="*/ 576980 h 968306"/>
              <a:gd name="connsiteX1560" fmla="*/ 794099 w 5114885"/>
              <a:gd name="connsiteY1560" fmla="*/ 573361 h 968306"/>
              <a:gd name="connsiteX1561" fmla="*/ 791432 w 5114885"/>
              <a:gd name="connsiteY1561" fmla="*/ 574409 h 968306"/>
              <a:gd name="connsiteX1562" fmla="*/ 774097 w 5114885"/>
              <a:gd name="connsiteY1562" fmla="*/ 579076 h 968306"/>
              <a:gd name="connsiteX1563" fmla="*/ 764667 w 5114885"/>
              <a:gd name="connsiteY1563" fmla="*/ 584791 h 968306"/>
              <a:gd name="connsiteX1564" fmla="*/ 748379 w 5114885"/>
              <a:gd name="connsiteY1564" fmla="*/ 597364 h 968306"/>
              <a:gd name="connsiteX1565" fmla="*/ 728472 w 5114885"/>
              <a:gd name="connsiteY1565" fmla="*/ 622510 h 968306"/>
              <a:gd name="connsiteX1566" fmla="*/ 720090 w 5114885"/>
              <a:gd name="connsiteY1566" fmla="*/ 649751 h 968306"/>
              <a:gd name="connsiteX1567" fmla="*/ 720090 w 5114885"/>
              <a:gd name="connsiteY1567" fmla="*/ 658705 h 968306"/>
              <a:gd name="connsiteX1568" fmla="*/ 717995 w 5114885"/>
              <a:gd name="connsiteY1568" fmla="*/ 676517 h 968306"/>
              <a:gd name="connsiteX1569" fmla="*/ 583883 w 5114885"/>
              <a:gd name="connsiteY1569" fmla="*/ 944741 h 968306"/>
              <a:gd name="connsiteX1570" fmla="*/ 584359 w 5114885"/>
              <a:gd name="connsiteY1570" fmla="*/ 926929 h 968306"/>
              <a:gd name="connsiteX1571" fmla="*/ 575501 w 5114885"/>
              <a:gd name="connsiteY1571" fmla="*/ 920642 h 968306"/>
              <a:gd name="connsiteX1572" fmla="*/ 500063 w 5114885"/>
              <a:gd name="connsiteY1572" fmla="*/ 951503 h 968306"/>
              <a:gd name="connsiteX1573" fmla="*/ 492728 w 5114885"/>
              <a:gd name="connsiteY1573" fmla="*/ 950456 h 968306"/>
              <a:gd name="connsiteX1574" fmla="*/ 472821 w 5114885"/>
              <a:gd name="connsiteY1574" fmla="*/ 947312 h 968306"/>
              <a:gd name="connsiteX1575" fmla="*/ 450342 w 5114885"/>
              <a:gd name="connsiteY1575" fmla="*/ 945217 h 968306"/>
              <a:gd name="connsiteX1576" fmla="*/ 435102 w 5114885"/>
              <a:gd name="connsiteY1576" fmla="*/ 936359 h 968306"/>
              <a:gd name="connsiteX1577" fmla="*/ 431483 w 5114885"/>
              <a:gd name="connsiteY1577" fmla="*/ 933215 h 968306"/>
              <a:gd name="connsiteX1578" fmla="*/ 422529 w 5114885"/>
              <a:gd name="connsiteY1578" fmla="*/ 925405 h 968306"/>
              <a:gd name="connsiteX1579" fmla="*/ 415671 w 5114885"/>
              <a:gd name="connsiteY1579" fmla="*/ 917023 h 968306"/>
              <a:gd name="connsiteX1580" fmla="*/ 413004 w 5114885"/>
              <a:gd name="connsiteY1580" fmla="*/ 910165 h 968306"/>
              <a:gd name="connsiteX1581" fmla="*/ 409385 w 5114885"/>
              <a:gd name="connsiteY1581" fmla="*/ 903878 h 968306"/>
              <a:gd name="connsiteX1582" fmla="*/ 405194 w 5114885"/>
              <a:gd name="connsiteY1582" fmla="*/ 893877 h 968306"/>
              <a:gd name="connsiteX1583" fmla="*/ 405194 w 5114885"/>
              <a:gd name="connsiteY1583" fmla="*/ 888162 h 968306"/>
              <a:gd name="connsiteX1584" fmla="*/ 403098 w 5114885"/>
              <a:gd name="connsiteY1584" fmla="*/ 881304 h 968306"/>
              <a:gd name="connsiteX1585" fmla="*/ 402050 w 5114885"/>
              <a:gd name="connsiteY1585" fmla="*/ 867683 h 968306"/>
              <a:gd name="connsiteX1586" fmla="*/ 403670 w 5114885"/>
              <a:gd name="connsiteY1586" fmla="*/ 738810 h 968306"/>
              <a:gd name="connsiteX1587" fmla="*/ 406241 w 5114885"/>
              <a:gd name="connsiteY1587" fmla="*/ 695281 h 968306"/>
              <a:gd name="connsiteX1588" fmla="*/ 406241 w 5114885"/>
              <a:gd name="connsiteY1588" fmla="*/ 691090 h 968306"/>
              <a:gd name="connsiteX1589" fmla="*/ 414147 w 5114885"/>
              <a:gd name="connsiteY1589" fmla="*/ 691090 h 968306"/>
              <a:gd name="connsiteX1590" fmla="*/ 460248 w 5114885"/>
              <a:gd name="connsiteY1590" fmla="*/ 690042 h 968306"/>
              <a:gd name="connsiteX1591" fmla="*/ 463963 w 5114885"/>
              <a:gd name="connsiteY1591" fmla="*/ 692614 h 968306"/>
              <a:gd name="connsiteX1592" fmla="*/ 463391 w 5114885"/>
              <a:gd name="connsiteY1592" fmla="*/ 720903 h 968306"/>
              <a:gd name="connsiteX1593" fmla="*/ 462344 w 5114885"/>
              <a:gd name="connsiteY1593" fmla="*/ 765956 h 968306"/>
              <a:gd name="connsiteX1594" fmla="*/ 461772 w 5114885"/>
              <a:gd name="connsiteY1594" fmla="*/ 795293 h 968306"/>
              <a:gd name="connsiteX1595" fmla="*/ 461772 w 5114885"/>
              <a:gd name="connsiteY1595" fmla="*/ 807866 h 968306"/>
              <a:gd name="connsiteX1596" fmla="*/ 462344 w 5114885"/>
              <a:gd name="connsiteY1596" fmla="*/ 811581 h 968306"/>
              <a:gd name="connsiteX1597" fmla="*/ 462915 w 5114885"/>
              <a:gd name="connsiteY1597" fmla="*/ 812629 h 968306"/>
              <a:gd name="connsiteX1598" fmla="*/ 462915 w 5114885"/>
              <a:gd name="connsiteY1598" fmla="*/ 821582 h 968306"/>
              <a:gd name="connsiteX1599" fmla="*/ 462915 w 5114885"/>
              <a:gd name="connsiteY1599" fmla="*/ 835679 h 968306"/>
              <a:gd name="connsiteX1600" fmla="*/ 487013 w 5114885"/>
              <a:gd name="connsiteY1600" fmla="*/ 896449 h 968306"/>
              <a:gd name="connsiteX1601" fmla="*/ 536258 w 5114885"/>
              <a:gd name="connsiteY1601" fmla="*/ 908450 h 968306"/>
              <a:gd name="connsiteX1602" fmla="*/ 575501 w 5114885"/>
              <a:gd name="connsiteY1602" fmla="*/ 879113 h 968306"/>
              <a:gd name="connsiteX1603" fmla="*/ 577120 w 5114885"/>
              <a:gd name="connsiteY1603" fmla="*/ 875970 h 968306"/>
              <a:gd name="connsiteX1604" fmla="*/ 578644 w 5114885"/>
              <a:gd name="connsiteY1604" fmla="*/ 871303 h 968306"/>
              <a:gd name="connsiteX1605" fmla="*/ 580739 w 5114885"/>
              <a:gd name="connsiteY1605" fmla="*/ 866064 h 968306"/>
              <a:gd name="connsiteX1606" fmla="*/ 582835 w 5114885"/>
              <a:gd name="connsiteY1606" fmla="*/ 858730 h 968306"/>
              <a:gd name="connsiteX1607" fmla="*/ 584359 w 5114885"/>
              <a:gd name="connsiteY1607" fmla="*/ 853015 h 968306"/>
              <a:gd name="connsiteX1608" fmla="*/ 585978 w 5114885"/>
              <a:gd name="connsiteY1608" fmla="*/ 849872 h 968306"/>
              <a:gd name="connsiteX1609" fmla="*/ 587026 w 5114885"/>
              <a:gd name="connsiteY1609" fmla="*/ 845681 h 968306"/>
              <a:gd name="connsiteX1610" fmla="*/ 588645 w 5114885"/>
              <a:gd name="connsiteY1610" fmla="*/ 834155 h 968306"/>
              <a:gd name="connsiteX1611" fmla="*/ 587026 w 5114885"/>
              <a:gd name="connsiteY1611" fmla="*/ 730428 h 968306"/>
              <a:gd name="connsiteX1612" fmla="*/ 585978 w 5114885"/>
              <a:gd name="connsiteY1612" fmla="*/ 698996 h 968306"/>
              <a:gd name="connsiteX1613" fmla="*/ 585407 w 5114885"/>
              <a:gd name="connsiteY1613" fmla="*/ 693757 h 968306"/>
              <a:gd name="connsiteX1614" fmla="*/ 585407 w 5114885"/>
              <a:gd name="connsiteY1614" fmla="*/ 690137 h 968306"/>
              <a:gd name="connsiteX1615" fmla="*/ 609505 w 5114885"/>
              <a:gd name="connsiteY1615" fmla="*/ 689566 h 968306"/>
              <a:gd name="connsiteX1616" fmla="*/ 641509 w 5114885"/>
              <a:gd name="connsiteY1616" fmla="*/ 688518 h 968306"/>
              <a:gd name="connsiteX1617" fmla="*/ 641509 w 5114885"/>
              <a:gd name="connsiteY1617" fmla="*/ 694233 h 968306"/>
              <a:gd name="connsiteX1618" fmla="*/ 640937 w 5114885"/>
              <a:gd name="connsiteY1618" fmla="*/ 739286 h 968306"/>
              <a:gd name="connsiteX1619" fmla="*/ 642557 w 5114885"/>
              <a:gd name="connsiteY1619" fmla="*/ 901116 h 968306"/>
              <a:gd name="connsiteX1620" fmla="*/ 640937 w 5114885"/>
              <a:gd name="connsiteY1620" fmla="*/ 945693 h 968306"/>
              <a:gd name="connsiteX1621" fmla="*/ 636175 w 5114885"/>
              <a:gd name="connsiteY1621" fmla="*/ 945693 h 968306"/>
              <a:gd name="connsiteX1622" fmla="*/ 613124 w 5114885"/>
              <a:gd name="connsiteY1622" fmla="*/ 945693 h 968306"/>
              <a:gd name="connsiteX1623" fmla="*/ 599980 w 5114885"/>
              <a:gd name="connsiteY1623" fmla="*/ 944645 h 968306"/>
              <a:gd name="connsiteX1624" fmla="*/ 583787 w 5114885"/>
              <a:gd name="connsiteY1624" fmla="*/ 944645 h 968306"/>
              <a:gd name="connsiteX1625" fmla="*/ 409861 w 5114885"/>
              <a:gd name="connsiteY1625" fmla="*/ 925310 h 968306"/>
              <a:gd name="connsiteX1626" fmla="*/ 424529 w 5114885"/>
              <a:gd name="connsiteY1626" fmla="*/ 939978 h 968306"/>
              <a:gd name="connsiteX1627" fmla="*/ 428149 w 5114885"/>
              <a:gd name="connsiteY1627" fmla="*/ 943598 h 968306"/>
              <a:gd name="connsiteX1628" fmla="*/ 447008 w 5114885"/>
              <a:gd name="connsiteY1628" fmla="*/ 954551 h 968306"/>
              <a:gd name="connsiteX1629" fmla="*/ 471583 w 5114885"/>
              <a:gd name="connsiteY1629" fmla="*/ 957218 h 968306"/>
              <a:gd name="connsiteX1630" fmla="*/ 492538 w 5114885"/>
              <a:gd name="connsiteY1630" fmla="*/ 960362 h 968306"/>
              <a:gd name="connsiteX1631" fmla="*/ 499396 w 5114885"/>
              <a:gd name="connsiteY1631" fmla="*/ 961409 h 968306"/>
              <a:gd name="connsiteX1632" fmla="*/ 574358 w 5114885"/>
              <a:gd name="connsiteY1632" fmla="*/ 927881 h 968306"/>
              <a:gd name="connsiteX1633" fmla="*/ 573786 w 5114885"/>
              <a:gd name="connsiteY1633" fmla="*/ 947217 h 968306"/>
              <a:gd name="connsiteX1634" fmla="*/ 573215 w 5114885"/>
              <a:gd name="connsiteY1634" fmla="*/ 949789 h 968306"/>
              <a:gd name="connsiteX1635" fmla="*/ 582168 w 5114885"/>
              <a:gd name="connsiteY1635" fmla="*/ 955028 h 968306"/>
              <a:gd name="connsiteX1636" fmla="*/ 599408 w 5114885"/>
              <a:gd name="connsiteY1636" fmla="*/ 954456 h 968306"/>
              <a:gd name="connsiteX1637" fmla="*/ 612553 w 5114885"/>
              <a:gd name="connsiteY1637" fmla="*/ 955504 h 968306"/>
              <a:gd name="connsiteX1638" fmla="*/ 636080 w 5114885"/>
              <a:gd name="connsiteY1638" fmla="*/ 955504 h 968306"/>
              <a:gd name="connsiteX1639" fmla="*/ 651320 w 5114885"/>
              <a:gd name="connsiteY1639" fmla="*/ 951789 h 968306"/>
              <a:gd name="connsiteX1640" fmla="*/ 652367 w 5114885"/>
              <a:gd name="connsiteY1640" fmla="*/ 898354 h 968306"/>
              <a:gd name="connsiteX1641" fmla="*/ 650748 w 5114885"/>
              <a:gd name="connsiteY1641" fmla="*/ 737477 h 968306"/>
              <a:gd name="connsiteX1642" fmla="*/ 651796 w 5114885"/>
              <a:gd name="connsiteY1642" fmla="*/ 694519 h 968306"/>
              <a:gd name="connsiteX1643" fmla="*/ 639794 w 5114885"/>
              <a:gd name="connsiteY1643" fmla="*/ 678326 h 968306"/>
              <a:gd name="connsiteX1644" fmla="*/ 608838 w 5114885"/>
              <a:gd name="connsiteY1644" fmla="*/ 679374 h 968306"/>
              <a:gd name="connsiteX1645" fmla="*/ 586835 w 5114885"/>
              <a:gd name="connsiteY1645" fmla="*/ 679946 h 968306"/>
              <a:gd name="connsiteX1646" fmla="*/ 574262 w 5114885"/>
              <a:gd name="connsiteY1646" fmla="*/ 684613 h 968306"/>
              <a:gd name="connsiteX1647" fmla="*/ 575310 w 5114885"/>
              <a:gd name="connsiteY1647" fmla="*/ 691947 h 968306"/>
              <a:gd name="connsiteX1648" fmla="*/ 575882 w 5114885"/>
              <a:gd name="connsiteY1648" fmla="*/ 699281 h 968306"/>
              <a:gd name="connsiteX1649" fmla="*/ 576929 w 5114885"/>
              <a:gd name="connsiteY1649" fmla="*/ 731190 h 968306"/>
              <a:gd name="connsiteX1650" fmla="*/ 578453 w 5114885"/>
              <a:gd name="connsiteY1650" fmla="*/ 832250 h 968306"/>
              <a:gd name="connsiteX1651" fmla="*/ 576358 w 5114885"/>
              <a:gd name="connsiteY1651" fmla="*/ 845395 h 968306"/>
              <a:gd name="connsiteX1652" fmla="*/ 574262 w 5114885"/>
              <a:gd name="connsiteY1652" fmla="*/ 849586 h 968306"/>
              <a:gd name="connsiteX1653" fmla="*/ 573215 w 5114885"/>
              <a:gd name="connsiteY1653" fmla="*/ 855872 h 968306"/>
              <a:gd name="connsiteX1654" fmla="*/ 571119 w 5114885"/>
              <a:gd name="connsiteY1654" fmla="*/ 861683 h 968306"/>
              <a:gd name="connsiteX1655" fmla="*/ 569024 w 5114885"/>
              <a:gd name="connsiteY1655" fmla="*/ 867398 h 968306"/>
              <a:gd name="connsiteX1656" fmla="*/ 567976 w 5114885"/>
              <a:gd name="connsiteY1656" fmla="*/ 871112 h 968306"/>
              <a:gd name="connsiteX1657" fmla="*/ 566928 w 5114885"/>
              <a:gd name="connsiteY1657" fmla="*/ 873684 h 968306"/>
              <a:gd name="connsiteX1658" fmla="*/ 535496 w 5114885"/>
              <a:gd name="connsiteY1658" fmla="*/ 898354 h 968306"/>
              <a:gd name="connsiteX1659" fmla="*/ 493014 w 5114885"/>
              <a:gd name="connsiteY1659" fmla="*/ 888353 h 968306"/>
              <a:gd name="connsiteX1660" fmla="*/ 472535 w 5114885"/>
              <a:gd name="connsiteY1660" fmla="*/ 834441 h 968306"/>
              <a:gd name="connsiteX1661" fmla="*/ 472535 w 5114885"/>
              <a:gd name="connsiteY1661" fmla="*/ 821868 h 968306"/>
              <a:gd name="connsiteX1662" fmla="*/ 472535 w 5114885"/>
              <a:gd name="connsiteY1662" fmla="*/ 816058 h 968306"/>
              <a:gd name="connsiteX1663" fmla="*/ 471964 w 5114885"/>
              <a:gd name="connsiteY1663" fmla="*/ 810343 h 968306"/>
              <a:gd name="connsiteX1664" fmla="*/ 471392 w 5114885"/>
              <a:gd name="connsiteY1664" fmla="*/ 807771 h 968306"/>
              <a:gd name="connsiteX1665" fmla="*/ 471392 w 5114885"/>
              <a:gd name="connsiteY1665" fmla="*/ 795198 h 968306"/>
              <a:gd name="connsiteX1666" fmla="*/ 471964 w 5114885"/>
              <a:gd name="connsiteY1666" fmla="*/ 765861 h 968306"/>
              <a:gd name="connsiteX1667" fmla="*/ 473012 w 5114885"/>
              <a:gd name="connsiteY1667" fmla="*/ 721284 h 968306"/>
              <a:gd name="connsiteX1668" fmla="*/ 473583 w 5114885"/>
              <a:gd name="connsiteY1668" fmla="*/ 692995 h 968306"/>
              <a:gd name="connsiteX1669" fmla="*/ 474155 w 5114885"/>
              <a:gd name="connsiteY1669" fmla="*/ 689280 h 968306"/>
              <a:gd name="connsiteX1670" fmla="*/ 461010 w 5114885"/>
              <a:gd name="connsiteY1670" fmla="*/ 679850 h 968306"/>
              <a:gd name="connsiteX1671" fmla="*/ 413290 w 5114885"/>
              <a:gd name="connsiteY1671" fmla="*/ 680898 h 968306"/>
              <a:gd name="connsiteX1672" fmla="*/ 396050 w 5114885"/>
              <a:gd name="connsiteY1672" fmla="*/ 695090 h 968306"/>
              <a:gd name="connsiteX1673" fmla="*/ 393383 w 5114885"/>
              <a:gd name="connsiteY1673" fmla="*/ 737477 h 968306"/>
              <a:gd name="connsiteX1674" fmla="*/ 391763 w 5114885"/>
              <a:gd name="connsiteY1674" fmla="*/ 867398 h 968306"/>
              <a:gd name="connsiteX1675" fmla="*/ 393383 w 5114885"/>
              <a:gd name="connsiteY1675" fmla="*/ 883590 h 968306"/>
              <a:gd name="connsiteX1676" fmla="*/ 393954 w 5114885"/>
              <a:gd name="connsiteY1676" fmla="*/ 886162 h 968306"/>
              <a:gd name="connsiteX1677" fmla="*/ 395002 w 5114885"/>
              <a:gd name="connsiteY1677" fmla="*/ 889877 h 968306"/>
              <a:gd name="connsiteX1678" fmla="*/ 395002 w 5114885"/>
              <a:gd name="connsiteY1678" fmla="*/ 895115 h 968306"/>
              <a:gd name="connsiteX1679" fmla="*/ 400241 w 5114885"/>
              <a:gd name="connsiteY1679" fmla="*/ 907688 h 968306"/>
              <a:gd name="connsiteX1680" fmla="*/ 403384 w 5114885"/>
              <a:gd name="connsiteY1680" fmla="*/ 913975 h 968306"/>
              <a:gd name="connsiteX1681" fmla="*/ 410242 w 5114885"/>
              <a:gd name="connsiteY1681" fmla="*/ 925500 h 968306"/>
              <a:gd name="connsiteX1682" fmla="*/ 409670 w 5114885"/>
              <a:gd name="connsiteY1682" fmla="*/ 925024 h 968306"/>
              <a:gd name="connsiteX1683" fmla="*/ 186690 w 5114885"/>
              <a:gd name="connsiteY1683" fmla="*/ 676517 h 968306"/>
              <a:gd name="connsiteX1684" fmla="*/ 181928 w 5114885"/>
              <a:gd name="connsiteY1684" fmla="*/ 675469 h 968306"/>
              <a:gd name="connsiteX1685" fmla="*/ 176689 w 5114885"/>
              <a:gd name="connsiteY1685" fmla="*/ 677088 h 968306"/>
              <a:gd name="connsiteX1686" fmla="*/ 154686 w 5114885"/>
              <a:gd name="connsiteY1686" fmla="*/ 735191 h 968306"/>
              <a:gd name="connsiteX1687" fmla="*/ 137446 w 5114885"/>
              <a:gd name="connsiteY1687" fmla="*/ 788626 h 968306"/>
              <a:gd name="connsiteX1688" fmla="*/ 135922 w 5114885"/>
              <a:gd name="connsiteY1688" fmla="*/ 792341 h 968306"/>
              <a:gd name="connsiteX1689" fmla="*/ 133826 w 5114885"/>
              <a:gd name="connsiteY1689" fmla="*/ 795484 h 968306"/>
              <a:gd name="connsiteX1690" fmla="*/ 165830 w 5114885"/>
              <a:gd name="connsiteY1690" fmla="*/ 812724 h 968306"/>
              <a:gd name="connsiteX1691" fmla="*/ 224504 w 5114885"/>
              <a:gd name="connsiteY1691" fmla="*/ 812724 h 968306"/>
              <a:gd name="connsiteX1692" fmla="*/ 228219 w 5114885"/>
              <a:gd name="connsiteY1692" fmla="*/ 812248 h 968306"/>
              <a:gd name="connsiteX1693" fmla="*/ 233458 w 5114885"/>
              <a:gd name="connsiteY1693" fmla="*/ 794912 h 968306"/>
              <a:gd name="connsiteX1694" fmla="*/ 217265 w 5114885"/>
              <a:gd name="connsiteY1694" fmla="*/ 756622 h 968306"/>
              <a:gd name="connsiteX1695" fmla="*/ 212503 w 5114885"/>
              <a:gd name="connsiteY1695" fmla="*/ 743477 h 968306"/>
              <a:gd name="connsiteX1696" fmla="*/ 205169 w 5114885"/>
              <a:gd name="connsiteY1696" fmla="*/ 720998 h 968306"/>
              <a:gd name="connsiteX1697" fmla="*/ 200501 w 5114885"/>
              <a:gd name="connsiteY1697" fmla="*/ 702710 h 968306"/>
              <a:gd name="connsiteX1698" fmla="*/ 190024 w 5114885"/>
              <a:gd name="connsiteY1698" fmla="*/ 679088 h 968306"/>
              <a:gd name="connsiteX1699" fmla="*/ 186881 w 5114885"/>
              <a:gd name="connsiteY1699" fmla="*/ 676517 h 968306"/>
              <a:gd name="connsiteX1700" fmla="*/ 223076 w 5114885"/>
              <a:gd name="connsiteY1700" fmla="*/ 802723 h 968306"/>
              <a:gd name="connsiteX1701" fmla="*/ 220504 w 5114885"/>
              <a:gd name="connsiteY1701" fmla="*/ 803294 h 968306"/>
              <a:gd name="connsiteX1702" fmla="*/ 167069 w 5114885"/>
              <a:gd name="connsiteY1702" fmla="*/ 802723 h 968306"/>
              <a:gd name="connsiteX1703" fmla="*/ 142970 w 5114885"/>
              <a:gd name="connsiteY1703" fmla="*/ 800627 h 968306"/>
              <a:gd name="connsiteX1704" fmla="*/ 145066 w 5114885"/>
              <a:gd name="connsiteY1704" fmla="*/ 797484 h 968306"/>
              <a:gd name="connsiteX1705" fmla="*/ 146114 w 5114885"/>
              <a:gd name="connsiteY1705" fmla="*/ 793769 h 968306"/>
              <a:gd name="connsiteX1706" fmla="*/ 164973 w 5114885"/>
              <a:gd name="connsiteY1706" fmla="*/ 736143 h 968306"/>
              <a:gd name="connsiteX1707" fmla="*/ 183261 w 5114885"/>
              <a:gd name="connsiteY1707" fmla="*/ 686327 h 968306"/>
              <a:gd name="connsiteX1708" fmla="*/ 191167 w 5114885"/>
              <a:gd name="connsiteY1708" fmla="*/ 705663 h 968306"/>
              <a:gd name="connsiteX1709" fmla="*/ 195358 w 5114885"/>
              <a:gd name="connsiteY1709" fmla="*/ 722427 h 968306"/>
              <a:gd name="connsiteX1710" fmla="*/ 203264 w 5114885"/>
              <a:gd name="connsiteY1710" fmla="*/ 747573 h 968306"/>
              <a:gd name="connsiteX1711" fmla="*/ 205835 w 5114885"/>
              <a:gd name="connsiteY1711" fmla="*/ 753860 h 968306"/>
              <a:gd name="connsiteX1712" fmla="*/ 207931 w 5114885"/>
              <a:gd name="connsiteY1712" fmla="*/ 760146 h 968306"/>
              <a:gd name="connsiteX1713" fmla="*/ 224123 w 5114885"/>
              <a:gd name="connsiteY1713" fmla="*/ 797865 h 968306"/>
              <a:gd name="connsiteX1714" fmla="*/ 226219 w 5114885"/>
              <a:gd name="connsiteY1714" fmla="*/ 802056 h 968306"/>
              <a:gd name="connsiteX1715" fmla="*/ 223076 w 5114885"/>
              <a:gd name="connsiteY1715" fmla="*/ 802532 h 968306"/>
              <a:gd name="connsiteX1716" fmla="*/ 11525 w 5114885"/>
              <a:gd name="connsiteY1716" fmla="*/ 943883 h 968306"/>
              <a:gd name="connsiteX1717" fmla="*/ 24098 w 5114885"/>
              <a:gd name="connsiteY1717" fmla="*/ 919785 h 968306"/>
              <a:gd name="connsiteX1718" fmla="*/ 65532 w 5114885"/>
              <a:gd name="connsiteY1718" fmla="*/ 802437 h 968306"/>
              <a:gd name="connsiteX1719" fmla="*/ 66104 w 5114885"/>
              <a:gd name="connsiteY1719" fmla="*/ 798818 h 968306"/>
              <a:gd name="connsiteX1720" fmla="*/ 78677 w 5114885"/>
              <a:gd name="connsiteY1720" fmla="*/ 769957 h 968306"/>
              <a:gd name="connsiteX1721" fmla="*/ 81820 w 5114885"/>
              <a:gd name="connsiteY1721" fmla="*/ 759956 h 968306"/>
              <a:gd name="connsiteX1722" fmla="*/ 86487 w 5114885"/>
              <a:gd name="connsiteY1722" fmla="*/ 750526 h 968306"/>
              <a:gd name="connsiteX1723" fmla="*/ 93345 w 5114885"/>
              <a:gd name="connsiteY1723" fmla="*/ 731190 h 968306"/>
              <a:gd name="connsiteX1724" fmla="*/ 108014 w 5114885"/>
              <a:gd name="connsiteY1724" fmla="*/ 689852 h 968306"/>
              <a:gd name="connsiteX1725" fmla="*/ 131636 w 5114885"/>
              <a:gd name="connsiteY1725" fmla="*/ 625463 h 968306"/>
              <a:gd name="connsiteX1726" fmla="*/ 142113 w 5114885"/>
              <a:gd name="connsiteY1726" fmla="*/ 607175 h 968306"/>
              <a:gd name="connsiteX1727" fmla="*/ 144209 w 5114885"/>
              <a:gd name="connsiteY1727" fmla="*/ 600317 h 968306"/>
              <a:gd name="connsiteX1728" fmla="*/ 145256 w 5114885"/>
              <a:gd name="connsiteY1728" fmla="*/ 597173 h 968306"/>
              <a:gd name="connsiteX1729" fmla="*/ 147828 w 5114885"/>
              <a:gd name="connsiteY1729" fmla="*/ 591935 h 968306"/>
              <a:gd name="connsiteX1730" fmla="*/ 151543 w 5114885"/>
              <a:gd name="connsiteY1730" fmla="*/ 586696 h 968306"/>
              <a:gd name="connsiteX1731" fmla="*/ 158306 w 5114885"/>
              <a:gd name="connsiteY1731" fmla="*/ 587267 h 968306"/>
              <a:gd name="connsiteX1732" fmla="*/ 164592 w 5114885"/>
              <a:gd name="connsiteY1732" fmla="*/ 586696 h 968306"/>
              <a:gd name="connsiteX1733" fmla="*/ 208121 w 5114885"/>
              <a:gd name="connsiteY1733" fmla="*/ 585077 h 968306"/>
              <a:gd name="connsiteX1734" fmla="*/ 218599 w 5114885"/>
              <a:gd name="connsiteY1734" fmla="*/ 584029 h 968306"/>
              <a:gd name="connsiteX1735" fmla="*/ 236411 w 5114885"/>
              <a:gd name="connsiteY1735" fmla="*/ 623272 h 968306"/>
              <a:gd name="connsiteX1736" fmla="*/ 250031 w 5114885"/>
              <a:gd name="connsiteY1736" fmla="*/ 667277 h 968306"/>
              <a:gd name="connsiteX1737" fmla="*/ 252127 w 5114885"/>
              <a:gd name="connsiteY1737" fmla="*/ 674135 h 968306"/>
              <a:gd name="connsiteX1738" fmla="*/ 275749 w 5114885"/>
              <a:gd name="connsiteY1738" fmla="*/ 736524 h 968306"/>
              <a:gd name="connsiteX1739" fmla="*/ 282607 w 5114885"/>
              <a:gd name="connsiteY1739" fmla="*/ 757479 h 968306"/>
              <a:gd name="connsiteX1740" fmla="*/ 290989 w 5114885"/>
              <a:gd name="connsiteY1740" fmla="*/ 776815 h 968306"/>
              <a:gd name="connsiteX1741" fmla="*/ 292513 w 5114885"/>
              <a:gd name="connsiteY1741" fmla="*/ 782054 h 968306"/>
              <a:gd name="connsiteX1742" fmla="*/ 294132 w 5114885"/>
              <a:gd name="connsiteY1742" fmla="*/ 785673 h 968306"/>
              <a:gd name="connsiteX1743" fmla="*/ 296228 w 5114885"/>
              <a:gd name="connsiteY1743" fmla="*/ 790912 h 968306"/>
              <a:gd name="connsiteX1744" fmla="*/ 298799 w 5114885"/>
              <a:gd name="connsiteY1744" fmla="*/ 796627 h 968306"/>
              <a:gd name="connsiteX1745" fmla="*/ 310801 w 5114885"/>
              <a:gd name="connsiteY1745" fmla="*/ 832822 h 968306"/>
              <a:gd name="connsiteX1746" fmla="*/ 320231 w 5114885"/>
              <a:gd name="connsiteY1746" fmla="*/ 852158 h 968306"/>
              <a:gd name="connsiteX1747" fmla="*/ 322326 w 5114885"/>
              <a:gd name="connsiteY1747" fmla="*/ 857396 h 968306"/>
              <a:gd name="connsiteX1748" fmla="*/ 354806 w 5114885"/>
              <a:gd name="connsiteY1748" fmla="*/ 937502 h 968306"/>
              <a:gd name="connsiteX1749" fmla="*/ 356902 w 5114885"/>
              <a:gd name="connsiteY1749" fmla="*/ 945407 h 968306"/>
              <a:gd name="connsiteX1750" fmla="*/ 347472 w 5114885"/>
              <a:gd name="connsiteY1750" fmla="*/ 943883 h 968306"/>
              <a:gd name="connsiteX1751" fmla="*/ 321278 w 5114885"/>
              <a:gd name="connsiteY1751" fmla="*/ 941788 h 968306"/>
              <a:gd name="connsiteX1752" fmla="*/ 284131 w 5114885"/>
              <a:gd name="connsiteY1752" fmla="*/ 941788 h 968306"/>
              <a:gd name="connsiteX1753" fmla="*/ 270986 w 5114885"/>
              <a:gd name="connsiteY1753" fmla="*/ 900449 h 968306"/>
              <a:gd name="connsiteX1754" fmla="*/ 268891 w 5114885"/>
              <a:gd name="connsiteY1754" fmla="*/ 895782 h 968306"/>
              <a:gd name="connsiteX1755" fmla="*/ 267367 w 5114885"/>
              <a:gd name="connsiteY1755" fmla="*/ 892067 h 968306"/>
              <a:gd name="connsiteX1756" fmla="*/ 265271 w 5114885"/>
              <a:gd name="connsiteY1756" fmla="*/ 887400 h 968306"/>
              <a:gd name="connsiteX1757" fmla="*/ 261080 w 5114885"/>
              <a:gd name="connsiteY1757" fmla="*/ 879018 h 968306"/>
              <a:gd name="connsiteX1758" fmla="*/ 242221 w 5114885"/>
              <a:gd name="connsiteY1758" fmla="*/ 862254 h 968306"/>
              <a:gd name="connsiteX1759" fmla="*/ 223361 w 5114885"/>
              <a:gd name="connsiteY1759" fmla="*/ 861778 h 968306"/>
              <a:gd name="connsiteX1760" fmla="*/ 189833 w 5114885"/>
              <a:gd name="connsiteY1760" fmla="*/ 863302 h 968306"/>
              <a:gd name="connsiteX1761" fmla="*/ 117539 w 5114885"/>
              <a:gd name="connsiteY1761" fmla="*/ 862254 h 968306"/>
              <a:gd name="connsiteX1762" fmla="*/ 109633 w 5114885"/>
              <a:gd name="connsiteY1762" fmla="*/ 869112 h 968306"/>
              <a:gd name="connsiteX1763" fmla="*/ 106490 w 5114885"/>
              <a:gd name="connsiteY1763" fmla="*/ 871684 h 968306"/>
              <a:gd name="connsiteX1764" fmla="*/ 86011 w 5114885"/>
              <a:gd name="connsiteY1764" fmla="*/ 929310 h 968306"/>
              <a:gd name="connsiteX1765" fmla="*/ 80296 w 5114885"/>
              <a:gd name="connsiteY1765" fmla="*/ 948646 h 968306"/>
              <a:gd name="connsiteX1766" fmla="*/ 43148 w 5114885"/>
              <a:gd name="connsiteY1766" fmla="*/ 949217 h 968306"/>
              <a:gd name="connsiteX1767" fmla="*/ 33719 w 5114885"/>
              <a:gd name="connsiteY1767" fmla="*/ 947122 h 968306"/>
              <a:gd name="connsiteX1768" fmla="*/ 26384 w 5114885"/>
              <a:gd name="connsiteY1768" fmla="*/ 945598 h 968306"/>
              <a:gd name="connsiteX1769" fmla="*/ 21622 w 5114885"/>
              <a:gd name="connsiteY1769" fmla="*/ 944550 h 968306"/>
              <a:gd name="connsiteX1770" fmla="*/ 16955 w 5114885"/>
              <a:gd name="connsiteY1770" fmla="*/ 944074 h 968306"/>
              <a:gd name="connsiteX1771" fmla="*/ 11716 w 5114885"/>
              <a:gd name="connsiteY1771" fmla="*/ 944074 h 968306"/>
              <a:gd name="connsiteX1772" fmla="*/ 247841 w 5114885"/>
              <a:gd name="connsiteY1772" fmla="*/ 871589 h 968306"/>
              <a:gd name="connsiteX1773" fmla="*/ 249936 w 5114885"/>
              <a:gd name="connsiteY1773" fmla="*/ 875780 h 968306"/>
              <a:gd name="connsiteX1774" fmla="*/ 252031 w 5114885"/>
              <a:gd name="connsiteY1774" fmla="*/ 883114 h 968306"/>
              <a:gd name="connsiteX1775" fmla="*/ 256223 w 5114885"/>
              <a:gd name="connsiteY1775" fmla="*/ 891020 h 968306"/>
              <a:gd name="connsiteX1776" fmla="*/ 257747 w 5114885"/>
              <a:gd name="connsiteY1776" fmla="*/ 895687 h 968306"/>
              <a:gd name="connsiteX1777" fmla="*/ 260414 w 5114885"/>
              <a:gd name="connsiteY1777" fmla="*/ 900354 h 968306"/>
              <a:gd name="connsiteX1778" fmla="*/ 261938 w 5114885"/>
              <a:gd name="connsiteY1778" fmla="*/ 904069 h 968306"/>
              <a:gd name="connsiteX1779" fmla="*/ 275082 w 5114885"/>
              <a:gd name="connsiteY1779" fmla="*/ 945979 h 968306"/>
              <a:gd name="connsiteX1780" fmla="*/ 285083 w 5114885"/>
              <a:gd name="connsiteY1780" fmla="*/ 952742 h 968306"/>
              <a:gd name="connsiteX1781" fmla="*/ 321183 w 5114885"/>
              <a:gd name="connsiteY1781" fmla="*/ 952265 h 968306"/>
              <a:gd name="connsiteX1782" fmla="*/ 345853 w 5114885"/>
              <a:gd name="connsiteY1782" fmla="*/ 953789 h 968306"/>
              <a:gd name="connsiteX1783" fmla="*/ 363665 w 5114885"/>
              <a:gd name="connsiteY1783" fmla="*/ 955885 h 968306"/>
              <a:gd name="connsiteX1784" fmla="*/ 364236 w 5114885"/>
              <a:gd name="connsiteY1784" fmla="*/ 934930 h 968306"/>
              <a:gd name="connsiteX1785" fmla="*/ 331184 w 5114885"/>
              <a:gd name="connsiteY1785" fmla="*/ 852729 h 968306"/>
              <a:gd name="connsiteX1786" fmla="*/ 329089 w 5114885"/>
              <a:gd name="connsiteY1786" fmla="*/ 848062 h 968306"/>
              <a:gd name="connsiteX1787" fmla="*/ 320231 w 5114885"/>
              <a:gd name="connsiteY1787" fmla="*/ 829202 h 968306"/>
              <a:gd name="connsiteX1788" fmla="*/ 308134 w 5114885"/>
              <a:gd name="connsiteY1788" fmla="*/ 793007 h 968306"/>
              <a:gd name="connsiteX1789" fmla="*/ 300323 w 5114885"/>
              <a:gd name="connsiteY1789" fmla="*/ 773672 h 968306"/>
              <a:gd name="connsiteX1790" fmla="*/ 291941 w 5114885"/>
              <a:gd name="connsiteY1790" fmla="*/ 754336 h 968306"/>
              <a:gd name="connsiteX1791" fmla="*/ 285083 w 5114885"/>
              <a:gd name="connsiteY1791" fmla="*/ 732905 h 968306"/>
              <a:gd name="connsiteX1792" fmla="*/ 261461 w 5114885"/>
              <a:gd name="connsiteY1792" fmla="*/ 670040 h 968306"/>
              <a:gd name="connsiteX1793" fmla="*/ 260414 w 5114885"/>
              <a:gd name="connsiteY1793" fmla="*/ 667373 h 968306"/>
              <a:gd name="connsiteX1794" fmla="*/ 258794 w 5114885"/>
              <a:gd name="connsiteY1794" fmla="*/ 662705 h 968306"/>
              <a:gd name="connsiteX1795" fmla="*/ 245174 w 5114885"/>
              <a:gd name="connsiteY1795" fmla="*/ 618700 h 968306"/>
              <a:gd name="connsiteX1796" fmla="*/ 235172 w 5114885"/>
              <a:gd name="connsiteY1796" fmla="*/ 597745 h 968306"/>
              <a:gd name="connsiteX1797" fmla="*/ 206407 w 5114885"/>
              <a:gd name="connsiteY1797" fmla="*/ 575266 h 968306"/>
              <a:gd name="connsiteX1798" fmla="*/ 163449 w 5114885"/>
              <a:gd name="connsiteY1798" fmla="*/ 576790 h 968306"/>
              <a:gd name="connsiteX1799" fmla="*/ 158210 w 5114885"/>
              <a:gd name="connsiteY1799" fmla="*/ 577361 h 968306"/>
              <a:gd name="connsiteX1800" fmla="*/ 140970 w 5114885"/>
              <a:gd name="connsiteY1800" fmla="*/ 581552 h 968306"/>
              <a:gd name="connsiteX1801" fmla="*/ 138875 w 5114885"/>
              <a:gd name="connsiteY1801" fmla="*/ 587267 h 968306"/>
              <a:gd name="connsiteX1802" fmla="*/ 135160 w 5114885"/>
              <a:gd name="connsiteY1802" fmla="*/ 594602 h 968306"/>
              <a:gd name="connsiteX1803" fmla="*/ 134112 w 5114885"/>
              <a:gd name="connsiteY1803" fmla="*/ 598221 h 968306"/>
              <a:gd name="connsiteX1804" fmla="*/ 133064 w 5114885"/>
              <a:gd name="connsiteY1804" fmla="*/ 602888 h 968306"/>
              <a:gd name="connsiteX1805" fmla="*/ 122587 w 5114885"/>
              <a:gd name="connsiteY1805" fmla="*/ 620700 h 968306"/>
              <a:gd name="connsiteX1806" fmla="*/ 98489 w 5114885"/>
              <a:gd name="connsiteY1806" fmla="*/ 686137 h 968306"/>
              <a:gd name="connsiteX1807" fmla="*/ 83820 w 5114885"/>
              <a:gd name="connsiteY1807" fmla="*/ 727475 h 968306"/>
              <a:gd name="connsiteX1808" fmla="*/ 76486 w 5114885"/>
              <a:gd name="connsiteY1808" fmla="*/ 748430 h 968306"/>
              <a:gd name="connsiteX1809" fmla="*/ 69152 w 5114885"/>
              <a:gd name="connsiteY1809" fmla="*/ 766242 h 968306"/>
              <a:gd name="connsiteX1810" fmla="*/ 55531 w 5114885"/>
              <a:gd name="connsiteY1810" fmla="*/ 799294 h 968306"/>
              <a:gd name="connsiteX1811" fmla="*/ 14669 w 5114885"/>
              <a:gd name="connsiteY1811" fmla="*/ 916166 h 968306"/>
              <a:gd name="connsiteX1812" fmla="*/ 1048 w 5114885"/>
              <a:gd name="connsiteY1812" fmla="*/ 941312 h 968306"/>
              <a:gd name="connsiteX1813" fmla="*/ 0 w 5114885"/>
              <a:gd name="connsiteY1813" fmla="*/ 944455 h 968306"/>
              <a:gd name="connsiteX1814" fmla="*/ 19336 w 5114885"/>
              <a:gd name="connsiteY1814" fmla="*/ 954361 h 968306"/>
              <a:gd name="connsiteX1815" fmla="*/ 24575 w 5114885"/>
              <a:gd name="connsiteY1815" fmla="*/ 955409 h 968306"/>
              <a:gd name="connsiteX1816" fmla="*/ 32957 w 5114885"/>
              <a:gd name="connsiteY1816" fmla="*/ 956933 h 968306"/>
              <a:gd name="connsiteX1817" fmla="*/ 41339 w 5114885"/>
              <a:gd name="connsiteY1817" fmla="*/ 959028 h 968306"/>
              <a:gd name="connsiteX1818" fmla="*/ 83725 w 5114885"/>
              <a:gd name="connsiteY1818" fmla="*/ 959028 h 968306"/>
              <a:gd name="connsiteX1819" fmla="*/ 90011 w 5114885"/>
              <a:gd name="connsiteY1819" fmla="*/ 950075 h 968306"/>
              <a:gd name="connsiteX1820" fmla="*/ 95822 w 5114885"/>
              <a:gd name="connsiteY1820" fmla="*/ 930167 h 968306"/>
              <a:gd name="connsiteX1821" fmla="*/ 108395 w 5114885"/>
              <a:gd name="connsiteY1821" fmla="*/ 888829 h 968306"/>
              <a:gd name="connsiteX1822" fmla="*/ 114205 w 5114885"/>
              <a:gd name="connsiteY1822" fmla="*/ 878351 h 968306"/>
              <a:gd name="connsiteX1823" fmla="*/ 116777 w 5114885"/>
              <a:gd name="connsiteY1823" fmla="*/ 875780 h 968306"/>
              <a:gd name="connsiteX1824" fmla="*/ 120491 w 5114885"/>
              <a:gd name="connsiteY1824" fmla="*/ 871589 h 968306"/>
              <a:gd name="connsiteX1825" fmla="*/ 189071 w 5114885"/>
              <a:gd name="connsiteY1825" fmla="*/ 873208 h 968306"/>
              <a:gd name="connsiteX1826" fmla="*/ 222599 w 5114885"/>
              <a:gd name="connsiteY1826" fmla="*/ 871589 h 968306"/>
              <a:gd name="connsiteX1827" fmla="*/ 246221 w 5114885"/>
              <a:gd name="connsiteY1827" fmla="*/ 871589 h 968306"/>
              <a:gd name="connsiteX1828" fmla="*/ 247841 w 5114885"/>
              <a:gd name="connsiteY1828" fmla="*/ 871589 h 968306"/>
              <a:gd name="connsiteX1829" fmla="*/ 4999768 w 5114885"/>
              <a:gd name="connsiteY1829" fmla="*/ 158642 h 968306"/>
              <a:gd name="connsiteX1830" fmla="*/ 4963097 w 5114885"/>
              <a:gd name="connsiteY1830" fmla="*/ 158642 h 968306"/>
              <a:gd name="connsiteX1831" fmla="*/ 4949952 w 5114885"/>
              <a:gd name="connsiteY1831" fmla="*/ 162833 h 968306"/>
              <a:gd name="connsiteX1832" fmla="*/ 4947380 w 5114885"/>
              <a:gd name="connsiteY1832" fmla="*/ 164929 h 968306"/>
              <a:gd name="connsiteX1833" fmla="*/ 4940523 w 5114885"/>
              <a:gd name="connsiteY1833" fmla="*/ 169120 h 968306"/>
              <a:gd name="connsiteX1834" fmla="*/ 4927378 w 5114885"/>
              <a:gd name="connsiteY1834" fmla="*/ 182264 h 968306"/>
              <a:gd name="connsiteX1835" fmla="*/ 4916901 w 5114885"/>
              <a:gd name="connsiteY1835" fmla="*/ 207887 h 968306"/>
              <a:gd name="connsiteX1836" fmla="*/ 4932617 w 5114885"/>
              <a:gd name="connsiteY1836" fmla="*/ 219412 h 968306"/>
              <a:gd name="connsiteX1837" fmla="*/ 4935760 w 5114885"/>
              <a:gd name="connsiteY1837" fmla="*/ 218840 h 968306"/>
              <a:gd name="connsiteX1838" fmla="*/ 5026438 w 5114885"/>
              <a:gd name="connsiteY1838" fmla="*/ 221507 h 968306"/>
              <a:gd name="connsiteX1839" fmla="*/ 5043202 w 5114885"/>
              <a:gd name="connsiteY1839" fmla="*/ 215697 h 968306"/>
              <a:gd name="connsiteX1840" fmla="*/ 5036344 w 5114885"/>
              <a:gd name="connsiteY1840" fmla="*/ 179597 h 968306"/>
              <a:gd name="connsiteX1841" fmla="*/ 5018532 w 5114885"/>
              <a:gd name="connsiteY1841" fmla="*/ 165977 h 968306"/>
              <a:gd name="connsiteX1842" fmla="*/ 4999673 w 5114885"/>
              <a:gd name="connsiteY1842" fmla="*/ 158642 h 968306"/>
              <a:gd name="connsiteX1843" fmla="*/ 5036820 w 5114885"/>
              <a:gd name="connsiteY1843" fmla="*/ 207887 h 968306"/>
              <a:gd name="connsiteX1844" fmla="*/ 5025867 w 5114885"/>
              <a:gd name="connsiteY1844" fmla="*/ 211601 h 968306"/>
              <a:gd name="connsiteX1845" fmla="*/ 4933664 w 5114885"/>
              <a:gd name="connsiteY1845" fmla="*/ 208934 h 968306"/>
              <a:gd name="connsiteX1846" fmla="*/ 4930521 w 5114885"/>
              <a:gd name="connsiteY1846" fmla="*/ 209506 h 968306"/>
              <a:gd name="connsiteX1847" fmla="*/ 4926806 w 5114885"/>
              <a:gd name="connsiteY1847" fmla="*/ 210077 h 968306"/>
              <a:gd name="connsiteX1848" fmla="*/ 4935189 w 5114885"/>
              <a:gd name="connsiteY1848" fmla="*/ 188075 h 968306"/>
              <a:gd name="connsiteX1849" fmla="*/ 4945094 w 5114885"/>
              <a:gd name="connsiteY1849" fmla="*/ 178169 h 968306"/>
              <a:gd name="connsiteX1850" fmla="*/ 4953476 w 5114885"/>
              <a:gd name="connsiteY1850" fmla="*/ 173501 h 968306"/>
              <a:gd name="connsiteX1851" fmla="*/ 4955572 w 5114885"/>
              <a:gd name="connsiteY1851" fmla="*/ 171406 h 968306"/>
              <a:gd name="connsiteX1852" fmla="*/ 4965478 w 5114885"/>
              <a:gd name="connsiteY1852" fmla="*/ 168739 h 968306"/>
              <a:gd name="connsiteX1853" fmla="*/ 4997386 w 5114885"/>
              <a:gd name="connsiteY1853" fmla="*/ 168739 h 968306"/>
              <a:gd name="connsiteX1854" fmla="*/ 5013674 w 5114885"/>
              <a:gd name="connsiteY1854" fmla="*/ 175025 h 968306"/>
              <a:gd name="connsiteX1855" fmla="*/ 5027771 w 5114885"/>
              <a:gd name="connsiteY1855" fmla="*/ 185503 h 968306"/>
              <a:gd name="connsiteX1856" fmla="*/ 5036630 w 5114885"/>
              <a:gd name="connsiteY1856" fmla="*/ 207982 h 968306"/>
              <a:gd name="connsiteX1857" fmla="*/ 5050822 w 5114885"/>
              <a:gd name="connsiteY1857" fmla="*/ 304375 h 968306"/>
              <a:gd name="connsiteX1858" fmla="*/ 5099495 w 5114885"/>
              <a:gd name="connsiteY1858" fmla="*/ 303327 h 968306"/>
              <a:gd name="connsiteX1859" fmla="*/ 5089018 w 5114885"/>
              <a:gd name="connsiteY1859" fmla="*/ 328473 h 968306"/>
              <a:gd name="connsiteX1860" fmla="*/ 5082255 w 5114885"/>
              <a:gd name="connsiteY1860" fmla="*/ 337331 h 968306"/>
              <a:gd name="connsiteX1861" fmla="*/ 5070729 w 5114885"/>
              <a:gd name="connsiteY1861" fmla="*/ 348857 h 968306"/>
              <a:gd name="connsiteX1862" fmla="*/ 5049203 w 5114885"/>
              <a:gd name="connsiteY1862" fmla="*/ 360382 h 968306"/>
              <a:gd name="connsiteX1863" fmla="*/ 5046631 w 5114885"/>
              <a:gd name="connsiteY1863" fmla="*/ 362954 h 968306"/>
              <a:gd name="connsiteX1864" fmla="*/ 5043964 w 5114885"/>
              <a:gd name="connsiteY1864" fmla="*/ 364573 h 968306"/>
              <a:gd name="connsiteX1865" fmla="*/ 5032439 w 5114885"/>
              <a:gd name="connsiteY1865" fmla="*/ 370288 h 968306"/>
              <a:gd name="connsiteX1866" fmla="*/ 5027200 w 5114885"/>
              <a:gd name="connsiteY1866" fmla="*/ 371907 h 968306"/>
              <a:gd name="connsiteX1867" fmla="*/ 5022533 w 5114885"/>
              <a:gd name="connsiteY1867" fmla="*/ 373526 h 968306"/>
              <a:gd name="connsiteX1868" fmla="*/ 4942904 w 5114885"/>
              <a:gd name="connsiteY1868" fmla="*/ 371907 h 968306"/>
              <a:gd name="connsiteX1869" fmla="*/ 4916710 w 5114885"/>
              <a:gd name="connsiteY1869" fmla="*/ 364001 h 968306"/>
              <a:gd name="connsiteX1870" fmla="*/ 4887373 w 5114885"/>
              <a:gd name="connsiteY1870" fmla="*/ 341522 h 968306"/>
              <a:gd name="connsiteX1871" fmla="*/ 4859084 w 5114885"/>
              <a:gd name="connsiteY1871" fmla="*/ 291230 h 968306"/>
              <a:gd name="connsiteX1872" fmla="*/ 4856512 w 5114885"/>
              <a:gd name="connsiteY1872" fmla="*/ 280753 h 968306"/>
              <a:gd name="connsiteX1873" fmla="*/ 4854893 w 5114885"/>
              <a:gd name="connsiteY1873" fmla="*/ 276562 h 968306"/>
              <a:gd name="connsiteX1874" fmla="*/ 4853845 w 5114885"/>
              <a:gd name="connsiteY1874" fmla="*/ 270275 h 968306"/>
              <a:gd name="connsiteX1875" fmla="*/ 4851749 w 5114885"/>
              <a:gd name="connsiteY1875" fmla="*/ 256655 h 968306"/>
              <a:gd name="connsiteX1876" fmla="*/ 4852321 w 5114885"/>
              <a:gd name="connsiteY1876" fmla="*/ 252940 h 968306"/>
              <a:gd name="connsiteX1877" fmla="*/ 4852797 w 5114885"/>
              <a:gd name="connsiteY1877" fmla="*/ 249320 h 968306"/>
              <a:gd name="connsiteX1878" fmla="*/ 4852797 w 5114885"/>
              <a:gd name="connsiteY1878" fmla="*/ 245606 h 968306"/>
              <a:gd name="connsiteX1879" fmla="*/ 4853273 w 5114885"/>
              <a:gd name="connsiteY1879" fmla="*/ 238843 h 968306"/>
              <a:gd name="connsiteX1880" fmla="*/ 4878419 w 5114885"/>
              <a:gd name="connsiteY1880" fmla="*/ 170168 h 968306"/>
              <a:gd name="connsiteX1881" fmla="*/ 4890516 w 5114885"/>
              <a:gd name="connsiteY1881" fmla="*/ 152356 h 968306"/>
              <a:gd name="connsiteX1882" fmla="*/ 4928807 w 5114885"/>
              <a:gd name="connsiteY1882" fmla="*/ 123019 h 968306"/>
              <a:gd name="connsiteX1883" fmla="*/ 4959668 w 5114885"/>
              <a:gd name="connsiteY1883" fmla="*/ 114161 h 968306"/>
              <a:gd name="connsiteX1884" fmla="*/ 5017294 w 5114885"/>
              <a:gd name="connsiteY1884" fmla="*/ 114732 h 968306"/>
              <a:gd name="connsiteX1885" fmla="*/ 5021009 w 5114885"/>
              <a:gd name="connsiteY1885" fmla="*/ 115780 h 968306"/>
              <a:gd name="connsiteX1886" fmla="*/ 5050345 w 5114885"/>
              <a:gd name="connsiteY1886" fmla="*/ 127781 h 968306"/>
              <a:gd name="connsiteX1887" fmla="*/ 5069205 w 5114885"/>
              <a:gd name="connsiteY1887" fmla="*/ 149784 h 968306"/>
              <a:gd name="connsiteX1888" fmla="*/ 5101114 w 5114885"/>
              <a:gd name="connsiteY1888" fmla="*/ 227318 h 968306"/>
              <a:gd name="connsiteX1889" fmla="*/ 5101590 w 5114885"/>
              <a:gd name="connsiteY1889" fmla="*/ 232080 h 968306"/>
              <a:gd name="connsiteX1890" fmla="*/ 5101590 w 5114885"/>
              <a:gd name="connsiteY1890" fmla="*/ 235795 h 968306"/>
              <a:gd name="connsiteX1891" fmla="*/ 5102067 w 5114885"/>
              <a:gd name="connsiteY1891" fmla="*/ 242081 h 968306"/>
              <a:gd name="connsiteX1892" fmla="*/ 5103590 w 5114885"/>
              <a:gd name="connsiteY1892" fmla="*/ 249987 h 968306"/>
              <a:gd name="connsiteX1893" fmla="*/ 5104638 w 5114885"/>
              <a:gd name="connsiteY1893" fmla="*/ 254654 h 968306"/>
              <a:gd name="connsiteX1894" fmla="*/ 5072158 w 5114885"/>
              <a:gd name="connsiteY1894" fmla="*/ 253035 h 968306"/>
              <a:gd name="connsiteX1895" fmla="*/ 4999863 w 5114885"/>
              <a:gd name="connsiteY1895" fmla="*/ 256178 h 968306"/>
              <a:gd name="connsiteX1896" fmla="*/ 4976813 w 5114885"/>
              <a:gd name="connsiteY1896" fmla="*/ 257226 h 968306"/>
              <a:gd name="connsiteX1897" fmla="*/ 4925473 w 5114885"/>
              <a:gd name="connsiteY1897" fmla="*/ 258274 h 968306"/>
              <a:gd name="connsiteX1898" fmla="*/ 4917091 w 5114885"/>
              <a:gd name="connsiteY1898" fmla="*/ 292850 h 968306"/>
              <a:gd name="connsiteX1899" fmla="*/ 4919187 w 5114885"/>
              <a:gd name="connsiteY1899" fmla="*/ 298088 h 968306"/>
              <a:gd name="connsiteX1900" fmla="*/ 4920806 w 5114885"/>
              <a:gd name="connsiteY1900" fmla="*/ 302279 h 968306"/>
              <a:gd name="connsiteX1901" fmla="*/ 4922330 w 5114885"/>
              <a:gd name="connsiteY1901" fmla="*/ 305423 h 968306"/>
              <a:gd name="connsiteX1902" fmla="*/ 4924425 w 5114885"/>
              <a:gd name="connsiteY1902" fmla="*/ 308090 h 968306"/>
              <a:gd name="connsiteX1903" fmla="*/ 4927569 w 5114885"/>
              <a:gd name="connsiteY1903" fmla="*/ 312281 h 968306"/>
              <a:gd name="connsiteX1904" fmla="*/ 4932807 w 5114885"/>
              <a:gd name="connsiteY1904" fmla="*/ 317519 h 968306"/>
              <a:gd name="connsiteX1905" fmla="*/ 4938046 w 5114885"/>
              <a:gd name="connsiteY1905" fmla="*/ 323806 h 968306"/>
              <a:gd name="connsiteX1906" fmla="*/ 4967383 w 5114885"/>
              <a:gd name="connsiteY1906" fmla="*/ 336950 h 968306"/>
              <a:gd name="connsiteX1907" fmla="*/ 4971098 w 5114885"/>
              <a:gd name="connsiteY1907" fmla="*/ 337522 h 968306"/>
              <a:gd name="connsiteX1908" fmla="*/ 5004626 w 5114885"/>
              <a:gd name="connsiteY1908" fmla="*/ 333807 h 968306"/>
              <a:gd name="connsiteX1909" fmla="*/ 5050155 w 5114885"/>
              <a:gd name="connsiteY1909" fmla="*/ 304470 h 968306"/>
              <a:gd name="connsiteX1910" fmla="*/ 5050727 w 5114885"/>
              <a:gd name="connsiteY1910" fmla="*/ 304470 h 968306"/>
              <a:gd name="connsiteX1911" fmla="*/ 4926140 w 5114885"/>
              <a:gd name="connsiteY1911" fmla="*/ 268275 h 968306"/>
              <a:gd name="connsiteX1912" fmla="*/ 4978527 w 5114885"/>
              <a:gd name="connsiteY1912" fmla="*/ 267227 h 968306"/>
              <a:gd name="connsiteX1913" fmla="*/ 5000054 w 5114885"/>
              <a:gd name="connsiteY1913" fmla="*/ 266180 h 968306"/>
              <a:gd name="connsiteX1914" fmla="*/ 5072349 w 5114885"/>
              <a:gd name="connsiteY1914" fmla="*/ 263036 h 968306"/>
              <a:gd name="connsiteX1915" fmla="*/ 5093303 w 5114885"/>
              <a:gd name="connsiteY1915" fmla="*/ 264656 h 968306"/>
              <a:gd name="connsiteX1916" fmla="*/ 5112163 w 5114885"/>
              <a:gd name="connsiteY1916" fmla="*/ 240557 h 968306"/>
              <a:gd name="connsiteX1917" fmla="*/ 5111686 w 5114885"/>
              <a:gd name="connsiteY1917" fmla="*/ 235319 h 968306"/>
              <a:gd name="connsiteX1918" fmla="*/ 5111686 w 5114885"/>
              <a:gd name="connsiteY1918" fmla="*/ 231128 h 968306"/>
              <a:gd name="connsiteX1919" fmla="*/ 5111210 w 5114885"/>
              <a:gd name="connsiteY1919" fmla="*/ 225889 h 968306"/>
              <a:gd name="connsiteX1920" fmla="*/ 5076635 w 5114885"/>
              <a:gd name="connsiteY1920" fmla="*/ 142545 h 968306"/>
              <a:gd name="connsiteX1921" fmla="*/ 5055680 w 5114885"/>
              <a:gd name="connsiteY1921" fmla="*/ 119495 h 968306"/>
              <a:gd name="connsiteX1922" fmla="*/ 5027390 w 5114885"/>
              <a:gd name="connsiteY1922" fmla="*/ 107493 h 968306"/>
              <a:gd name="connsiteX1923" fmla="*/ 5023199 w 5114885"/>
              <a:gd name="connsiteY1923" fmla="*/ 105874 h 968306"/>
              <a:gd name="connsiteX1924" fmla="*/ 5019485 w 5114885"/>
              <a:gd name="connsiteY1924" fmla="*/ 105302 h 968306"/>
              <a:gd name="connsiteX1925" fmla="*/ 4958239 w 5114885"/>
              <a:gd name="connsiteY1925" fmla="*/ 104255 h 968306"/>
              <a:gd name="connsiteX1926" fmla="*/ 4925759 w 5114885"/>
              <a:gd name="connsiteY1926" fmla="*/ 113113 h 968306"/>
              <a:gd name="connsiteX1927" fmla="*/ 4881753 w 5114885"/>
              <a:gd name="connsiteY1927" fmla="*/ 147689 h 968306"/>
              <a:gd name="connsiteX1928" fmla="*/ 4869180 w 5114885"/>
              <a:gd name="connsiteY1928" fmla="*/ 165977 h 968306"/>
              <a:gd name="connsiteX1929" fmla="*/ 4844034 w 5114885"/>
              <a:gd name="connsiteY1929" fmla="*/ 230366 h 968306"/>
              <a:gd name="connsiteX1930" fmla="*/ 4842987 w 5114885"/>
              <a:gd name="connsiteY1930" fmla="*/ 244558 h 968306"/>
              <a:gd name="connsiteX1931" fmla="*/ 4842987 w 5114885"/>
              <a:gd name="connsiteY1931" fmla="*/ 248273 h 968306"/>
              <a:gd name="connsiteX1932" fmla="*/ 4842510 w 5114885"/>
              <a:gd name="connsiteY1932" fmla="*/ 251416 h 968306"/>
              <a:gd name="connsiteX1933" fmla="*/ 4842034 w 5114885"/>
              <a:gd name="connsiteY1933" fmla="*/ 255607 h 968306"/>
              <a:gd name="connsiteX1934" fmla="*/ 4844130 w 5114885"/>
              <a:gd name="connsiteY1934" fmla="*/ 272371 h 968306"/>
              <a:gd name="connsiteX1935" fmla="*/ 4845654 w 5114885"/>
              <a:gd name="connsiteY1935" fmla="*/ 280181 h 968306"/>
              <a:gd name="connsiteX1936" fmla="*/ 4847273 w 5114885"/>
              <a:gd name="connsiteY1936" fmla="*/ 284372 h 968306"/>
              <a:gd name="connsiteX1937" fmla="*/ 4849368 w 5114885"/>
              <a:gd name="connsiteY1937" fmla="*/ 292754 h 968306"/>
              <a:gd name="connsiteX1938" fmla="*/ 4849845 w 5114885"/>
              <a:gd name="connsiteY1938" fmla="*/ 295421 h 968306"/>
              <a:gd name="connsiteX1939" fmla="*/ 4880801 w 5114885"/>
              <a:gd name="connsiteY1939" fmla="*/ 349428 h 968306"/>
              <a:gd name="connsiteX1940" fmla="*/ 4914329 w 5114885"/>
              <a:gd name="connsiteY1940" fmla="*/ 374003 h 968306"/>
              <a:gd name="connsiteX1941" fmla="*/ 4940523 w 5114885"/>
              <a:gd name="connsiteY1941" fmla="*/ 381908 h 968306"/>
              <a:gd name="connsiteX1942" fmla="*/ 5025961 w 5114885"/>
              <a:gd name="connsiteY1942" fmla="*/ 382956 h 968306"/>
              <a:gd name="connsiteX1943" fmla="*/ 5030153 w 5114885"/>
              <a:gd name="connsiteY1943" fmla="*/ 381432 h 968306"/>
              <a:gd name="connsiteX1944" fmla="*/ 5035868 w 5114885"/>
              <a:gd name="connsiteY1944" fmla="*/ 379813 h 968306"/>
              <a:gd name="connsiteX1945" fmla="*/ 5045298 w 5114885"/>
              <a:gd name="connsiteY1945" fmla="*/ 374574 h 968306"/>
              <a:gd name="connsiteX1946" fmla="*/ 5050536 w 5114885"/>
              <a:gd name="connsiteY1946" fmla="*/ 372479 h 968306"/>
              <a:gd name="connsiteX1947" fmla="*/ 5053203 w 5114885"/>
              <a:gd name="connsiteY1947" fmla="*/ 370383 h 968306"/>
              <a:gd name="connsiteX1948" fmla="*/ 5055870 w 5114885"/>
              <a:gd name="connsiteY1948" fmla="*/ 368288 h 968306"/>
              <a:gd name="connsiteX1949" fmla="*/ 5076825 w 5114885"/>
              <a:gd name="connsiteY1949" fmla="*/ 357239 h 968306"/>
              <a:gd name="connsiteX1950" fmla="*/ 5092065 w 5114885"/>
              <a:gd name="connsiteY1950" fmla="*/ 341046 h 968306"/>
              <a:gd name="connsiteX1951" fmla="*/ 5098352 w 5114885"/>
              <a:gd name="connsiteY1951" fmla="*/ 333712 h 968306"/>
              <a:gd name="connsiteX1952" fmla="*/ 5106734 w 5114885"/>
              <a:gd name="connsiteY1952" fmla="*/ 293326 h 968306"/>
              <a:gd name="connsiteX1953" fmla="*/ 5089970 w 5114885"/>
              <a:gd name="connsiteY1953" fmla="*/ 292278 h 968306"/>
              <a:gd name="connsiteX1954" fmla="*/ 5049108 w 5114885"/>
              <a:gd name="connsiteY1954" fmla="*/ 294374 h 968306"/>
              <a:gd name="connsiteX1955" fmla="*/ 5044917 w 5114885"/>
              <a:gd name="connsiteY1955" fmla="*/ 295421 h 968306"/>
              <a:gd name="connsiteX1956" fmla="*/ 5041202 w 5114885"/>
              <a:gd name="connsiteY1956" fmla="*/ 301232 h 968306"/>
              <a:gd name="connsiteX1957" fmla="*/ 5002435 w 5114885"/>
              <a:gd name="connsiteY1957" fmla="*/ 324282 h 968306"/>
              <a:gd name="connsiteX1958" fmla="*/ 4971574 w 5114885"/>
              <a:gd name="connsiteY1958" fmla="*/ 327425 h 968306"/>
              <a:gd name="connsiteX1959" fmla="*/ 4966907 w 5114885"/>
              <a:gd name="connsiteY1959" fmla="*/ 326378 h 968306"/>
              <a:gd name="connsiteX1960" fmla="*/ 4945952 w 5114885"/>
              <a:gd name="connsiteY1960" fmla="*/ 316948 h 968306"/>
              <a:gd name="connsiteX1961" fmla="*/ 4939189 w 5114885"/>
              <a:gd name="connsiteY1961" fmla="*/ 309137 h 968306"/>
              <a:gd name="connsiteX1962" fmla="*/ 4936045 w 5114885"/>
              <a:gd name="connsiteY1962" fmla="*/ 305423 h 968306"/>
              <a:gd name="connsiteX1963" fmla="*/ 4932903 w 5114885"/>
              <a:gd name="connsiteY1963" fmla="*/ 301803 h 968306"/>
              <a:gd name="connsiteX1964" fmla="*/ 4930807 w 5114885"/>
              <a:gd name="connsiteY1964" fmla="*/ 298088 h 968306"/>
              <a:gd name="connsiteX1965" fmla="*/ 4929283 w 5114885"/>
              <a:gd name="connsiteY1965" fmla="*/ 294945 h 968306"/>
              <a:gd name="connsiteX1966" fmla="*/ 4927187 w 5114885"/>
              <a:gd name="connsiteY1966" fmla="*/ 289230 h 968306"/>
              <a:gd name="connsiteX1967" fmla="*/ 4926711 w 5114885"/>
              <a:gd name="connsiteY1967" fmla="*/ 268275 h 968306"/>
              <a:gd name="connsiteX1968" fmla="*/ 4659535 w 5114885"/>
              <a:gd name="connsiteY1968" fmla="*/ 373050 h 968306"/>
              <a:gd name="connsiteX1969" fmla="*/ 4659059 w 5114885"/>
              <a:gd name="connsiteY1969" fmla="*/ 373050 h 968306"/>
              <a:gd name="connsiteX1970" fmla="*/ 4660106 w 5114885"/>
              <a:gd name="connsiteY1970" fmla="*/ 368383 h 968306"/>
              <a:gd name="connsiteX1971" fmla="*/ 4660106 w 5114885"/>
              <a:gd name="connsiteY1971" fmla="*/ 360477 h 968306"/>
              <a:gd name="connsiteX1972" fmla="*/ 4659630 w 5114885"/>
              <a:gd name="connsiteY1972" fmla="*/ 304375 h 968306"/>
              <a:gd name="connsiteX1973" fmla="*/ 4660106 w 5114885"/>
              <a:gd name="connsiteY1973" fmla="*/ 238938 h 968306"/>
              <a:gd name="connsiteX1974" fmla="*/ 4660106 w 5114885"/>
              <a:gd name="connsiteY1974" fmla="*/ 207982 h 968306"/>
              <a:gd name="connsiteX1975" fmla="*/ 4660678 w 5114885"/>
              <a:gd name="connsiteY1975" fmla="*/ 204267 h 968306"/>
              <a:gd name="connsiteX1976" fmla="*/ 4661154 w 5114885"/>
              <a:gd name="connsiteY1976" fmla="*/ 193313 h 968306"/>
              <a:gd name="connsiteX1977" fmla="*/ 4661154 w 5114885"/>
              <a:gd name="connsiteY1977" fmla="*/ 115780 h 968306"/>
              <a:gd name="connsiteX1978" fmla="*/ 4683633 w 5114885"/>
              <a:gd name="connsiteY1978" fmla="*/ 117399 h 968306"/>
              <a:gd name="connsiteX1979" fmla="*/ 4685729 w 5114885"/>
              <a:gd name="connsiteY1979" fmla="*/ 117971 h 968306"/>
              <a:gd name="connsiteX1980" fmla="*/ 4718209 w 5114885"/>
              <a:gd name="connsiteY1980" fmla="*/ 117971 h 968306"/>
              <a:gd name="connsiteX1981" fmla="*/ 4719257 w 5114885"/>
              <a:gd name="connsiteY1981" fmla="*/ 143117 h 968306"/>
              <a:gd name="connsiteX1982" fmla="*/ 4732401 w 5114885"/>
              <a:gd name="connsiteY1982" fmla="*/ 151975 h 968306"/>
              <a:gd name="connsiteX1983" fmla="*/ 4743926 w 5114885"/>
              <a:gd name="connsiteY1983" fmla="*/ 143593 h 968306"/>
              <a:gd name="connsiteX1984" fmla="*/ 4747546 w 5114885"/>
              <a:gd name="connsiteY1984" fmla="*/ 140450 h 968306"/>
              <a:gd name="connsiteX1985" fmla="*/ 4758023 w 5114885"/>
              <a:gd name="connsiteY1985" fmla="*/ 131591 h 968306"/>
              <a:gd name="connsiteX1986" fmla="*/ 4765358 w 5114885"/>
              <a:gd name="connsiteY1986" fmla="*/ 123686 h 968306"/>
              <a:gd name="connsiteX1987" fmla="*/ 4771073 w 5114885"/>
              <a:gd name="connsiteY1987" fmla="*/ 119495 h 968306"/>
              <a:gd name="connsiteX1988" fmla="*/ 4777359 w 5114885"/>
              <a:gd name="connsiteY1988" fmla="*/ 116351 h 968306"/>
              <a:gd name="connsiteX1989" fmla="*/ 4789932 w 5114885"/>
              <a:gd name="connsiteY1989" fmla="*/ 112637 h 968306"/>
              <a:gd name="connsiteX1990" fmla="*/ 4800886 w 5114885"/>
              <a:gd name="connsiteY1990" fmla="*/ 111017 h 968306"/>
              <a:gd name="connsiteX1991" fmla="*/ 4806125 w 5114885"/>
              <a:gd name="connsiteY1991" fmla="*/ 109970 h 968306"/>
              <a:gd name="connsiteX1992" fmla="*/ 4809268 w 5114885"/>
              <a:gd name="connsiteY1992" fmla="*/ 110541 h 968306"/>
              <a:gd name="connsiteX1993" fmla="*/ 4812411 w 5114885"/>
              <a:gd name="connsiteY1993" fmla="*/ 112637 h 968306"/>
              <a:gd name="connsiteX1994" fmla="*/ 4810316 w 5114885"/>
              <a:gd name="connsiteY1994" fmla="*/ 138259 h 968306"/>
              <a:gd name="connsiteX1995" fmla="*/ 4811364 w 5114885"/>
              <a:gd name="connsiteY1995" fmla="*/ 145593 h 968306"/>
              <a:gd name="connsiteX1996" fmla="*/ 4813935 w 5114885"/>
              <a:gd name="connsiteY1996" fmla="*/ 167596 h 968306"/>
              <a:gd name="connsiteX1997" fmla="*/ 4803934 w 5114885"/>
              <a:gd name="connsiteY1997" fmla="*/ 168167 h 968306"/>
              <a:gd name="connsiteX1998" fmla="*/ 4796600 w 5114885"/>
              <a:gd name="connsiteY1998" fmla="*/ 169215 h 968306"/>
              <a:gd name="connsiteX1999" fmla="*/ 4794028 w 5114885"/>
              <a:gd name="connsiteY1999" fmla="*/ 168644 h 968306"/>
              <a:gd name="connsiteX2000" fmla="*/ 4744212 w 5114885"/>
              <a:gd name="connsiteY2000" fmla="*/ 186455 h 968306"/>
              <a:gd name="connsiteX2001" fmla="*/ 4740021 w 5114885"/>
              <a:gd name="connsiteY2001" fmla="*/ 192170 h 968306"/>
              <a:gd name="connsiteX2002" fmla="*/ 4737926 w 5114885"/>
              <a:gd name="connsiteY2002" fmla="*/ 195885 h 968306"/>
              <a:gd name="connsiteX2003" fmla="*/ 4736306 w 5114885"/>
              <a:gd name="connsiteY2003" fmla="*/ 197981 h 968306"/>
              <a:gd name="connsiteX2004" fmla="*/ 4731639 w 5114885"/>
              <a:gd name="connsiteY2004" fmla="*/ 203219 h 968306"/>
              <a:gd name="connsiteX2005" fmla="*/ 4729067 w 5114885"/>
              <a:gd name="connsiteY2005" fmla="*/ 210554 h 968306"/>
              <a:gd name="connsiteX2006" fmla="*/ 4727448 w 5114885"/>
              <a:gd name="connsiteY2006" fmla="*/ 213125 h 968306"/>
              <a:gd name="connsiteX2007" fmla="*/ 4725924 w 5114885"/>
              <a:gd name="connsiteY2007" fmla="*/ 219412 h 968306"/>
              <a:gd name="connsiteX2008" fmla="*/ 4725353 w 5114885"/>
              <a:gd name="connsiteY2008" fmla="*/ 223603 h 968306"/>
              <a:gd name="connsiteX2009" fmla="*/ 4723829 w 5114885"/>
              <a:gd name="connsiteY2009" fmla="*/ 228842 h 968306"/>
              <a:gd name="connsiteX2010" fmla="*/ 4723257 w 5114885"/>
              <a:gd name="connsiteY2010" fmla="*/ 230937 h 968306"/>
              <a:gd name="connsiteX2011" fmla="*/ 4719638 w 5114885"/>
              <a:gd name="connsiteY2011" fmla="*/ 249797 h 968306"/>
              <a:gd name="connsiteX2012" fmla="*/ 4718590 w 5114885"/>
              <a:gd name="connsiteY2012" fmla="*/ 263417 h 968306"/>
              <a:gd name="connsiteX2013" fmla="*/ 4717542 w 5114885"/>
              <a:gd name="connsiteY2013" fmla="*/ 289611 h 968306"/>
              <a:gd name="connsiteX2014" fmla="*/ 4716971 w 5114885"/>
              <a:gd name="connsiteY2014" fmla="*/ 324663 h 968306"/>
              <a:gd name="connsiteX2015" fmla="*/ 4716971 w 5114885"/>
              <a:gd name="connsiteY2015" fmla="*/ 347142 h 968306"/>
              <a:gd name="connsiteX2016" fmla="*/ 4718590 w 5114885"/>
              <a:gd name="connsiteY2016" fmla="*/ 356000 h 968306"/>
              <a:gd name="connsiteX2017" fmla="*/ 4718590 w 5114885"/>
              <a:gd name="connsiteY2017" fmla="*/ 366002 h 968306"/>
              <a:gd name="connsiteX2018" fmla="*/ 4718114 w 5114885"/>
              <a:gd name="connsiteY2018" fmla="*/ 372288 h 968306"/>
              <a:gd name="connsiteX2019" fmla="*/ 4659440 w 5114885"/>
              <a:gd name="connsiteY2019" fmla="*/ 372860 h 968306"/>
              <a:gd name="connsiteX2020" fmla="*/ 4650010 w 5114885"/>
              <a:gd name="connsiteY2020" fmla="*/ 366002 h 968306"/>
              <a:gd name="connsiteX2021" fmla="*/ 4648391 w 5114885"/>
              <a:gd name="connsiteY2021" fmla="*/ 375431 h 968306"/>
              <a:gd name="connsiteX2022" fmla="*/ 4649439 w 5114885"/>
              <a:gd name="connsiteY2022" fmla="*/ 378575 h 968306"/>
              <a:gd name="connsiteX2023" fmla="*/ 4653153 w 5114885"/>
              <a:gd name="connsiteY2023" fmla="*/ 382194 h 968306"/>
              <a:gd name="connsiteX2024" fmla="*/ 4702398 w 5114885"/>
              <a:gd name="connsiteY2024" fmla="*/ 382194 h 968306"/>
              <a:gd name="connsiteX2025" fmla="*/ 4727543 w 5114885"/>
              <a:gd name="connsiteY2025" fmla="*/ 374384 h 968306"/>
              <a:gd name="connsiteX2026" fmla="*/ 4728591 w 5114885"/>
              <a:gd name="connsiteY2026" fmla="*/ 366478 h 968306"/>
              <a:gd name="connsiteX2027" fmla="*/ 4728591 w 5114885"/>
              <a:gd name="connsiteY2027" fmla="*/ 354953 h 968306"/>
              <a:gd name="connsiteX2028" fmla="*/ 4726972 w 5114885"/>
              <a:gd name="connsiteY2028" fmla="*/ 345999 h 968306"/>
              <a:gd name="connsiteX2029" fmla="*/ 4726972 w 5114885"/>
              <a:gd name="connsiteY2029" fmla="*/ 325044 h 968306"/>
              <a:gd name="connsiteX2030" fmla="*/ 4728020 w 5114885"/>
              <a:gd name="connsiteY2030" fmla="*/ 289421 h 968306"/>
              <a:gd name="connsiteX2031" fmla="*/ 4728591 w 5114885"/>
              <a:gd name="connsiteY2031" fmla="*/ 263798 h 968306"/>
              <a:gd name="connsiteX2032" fmla="*/ 4729639 w 5114885"/>
              <a:gd name="connsiteY2032" fmla="*/ 251225 h 968306"/>
              <a:gd name="connsiteX2033" fmla="*/ 4732211 w 5114885"/>
              <a:gd name="connsiteY2033" fmla="*/ 239129 h 968306"/>
              <a:gd name="connsiteX2034" fmla="*/ 4732782 w 5114885"/>
              <a:gd name="connsiteY2034" fmla="*/ 232366 h 968306"/>
              <a:gd name="connsiteX2035" fmla="*/ 4733830 w 5114885"/>
              <a:gd name="connsiteY2035" fmla="*/ 230747 h 968306"/>
              <a:gd name="connsiteX2036" fmla="*/ 4735925 w 5114885"/>
              <a:gd name="connsiteY2036" fmla="*/ 225032 h 968306"/>
              <a:gd name="connsiteX2037" fmla="*/ 4735925 w 5114885"/>
              <a:gd name="connsiteY2037" fmla="*/ 220269 h 968306"/>
              <a:gd name="connsiteX2038" fmla="*/ 4738497 w 5114885"/>
              <a:gd name="connsiteY2038" fmla="*/ 215030 h 968306"/>
              <a:gd name="connsiteX2039" fmla="*/ 4739545 w 5114885"/>
              <a:gd name="connsiteY2039" fmla="*/ 212935 h 968306"/>
              <a:gd name="connsiteX2040" fmla="*/ 4740021 w 5114885"/>
              <a:gd name="connsiteY2040" fmla="*/ 209792 h 968306"/>
              <a:gd name="connsiteX2041" fmla="*/ 4740498 w 5114885"/>
              <a:gd name="connsiteY2041" fmla="*/ 207696 h 968306"/>
              <a:gd name="connsiteX2042" fmla="*/ 4743069 w 5114885"/>
              <a:gd name="connsiteY2042" fmla="*/ 204553 h 968306"/>
              <a:gd name="connsiteX2043" fmla="*/ 4746213 w 5114885"/>
              <a:gd name="connsiteY2043" fmla="*/ 201410 h 968306"/>
              <a:gd name="connsiteX2044" fmla="*/ 4747832 w 5114885"/>
              <a:gd name="connsiteY2044" fmla="*/ 199314 h 968306"/>
              <a:gd name="connsiteX2045" fmla="*/ 4748880 w 5114885"/>
              <a:gd name="connsiteY2045" fmla="*/ 197219 h 968306"/>
              <a:gd name="connsiteX2046" fmla="*/ 4751451 w 5114885"/>
              <a:gd name="connsiteY2046" fmla="*/ 193504 h 968306"/>
              <a:gd name="connsiteX2047" fmla="*/ 4795457 w 5114885"/>
              <a:gd name="connsiteY2047" fmla="*/ 178835 h 968306"/>
              <a:gd name="connsiteX2048" fmla="*/ 4800219 w 5114885"/>
              <a:gd name="connsiteY2048" fmla="*/ 178835 h 968306"/>
              <a:gd name="connsiteX2049" fmla="*/ 4805934 w 5114885"/>
              <a:gd name="connsiteY2049" fmla="*/ 177216 h 968306"/>
              <a:gd name="connsiteX2050" fmla="*/ 4814316 w 5114885"/>
              <a:gd name="connsiteY2050" fmla="*/ 177216 h 968306"/>
              <a:gd name="connsiteX2051" fmla="*/ 4816888 w 5114885"/>
              <a:gd name="connsiteY2051" fmla="*/ 177788 h 968306"/>
              <a:gd name="connsiteX2052" fmla="*/ 4824222 w 5114885"/>
              <a:gd name="connsiteY2052" fmla="*/ 166834 h 968306"/>
              <a:gd name="connsiteX2053" fmla="*/ 4821555 w 5114885"/>
              <a:gd name="connsiteY2053" fmla="*/ 145403 h 968306"/>
              <a:gd name="connsiteX2054" fmla="*/ 4820031 w 5114885"/>
              <a:gd name="connsiteY2054" fmla="*/ 137021 h 968306"/>
              <a:gd name="connsiteX2055" fmla="*/ 4814221 w 5114885"/>
              <a:gd name="connsiteY2055" fmla="*/ 100921 h 968306"/>
              <a:gd name="connsiteX2056" fmla="*/ 4810506 w 5114885"/>
              <a:gd name="connsiteY2056" fmla="*/ 100349 h 968306"/>
              <a:gd name="connsiteX2057" fmla="*/ 4807363 w 5114885"/>
              <a:gd name="connsiteY2057" fmla="*/ 99778 h 968306"/>
              <a:gd name="connsiteX2058" fmla="*/ 4803172 w 5114885"/>
              <a:gd name="connsiteY2058" fmla="*/ 100349 h 968306"/>
              <a:gd name="connsiteX2059" fmla="*/ 4798981 w 5114885"/>
              <a:gd name="connsiteY2059" fmla="*/ 100921 h 968306"/>
              <a:gd name="connsiteX2060" fmla="*/ 4789551 w 5114885"/>
              <a:gd name="connsiteY2060" fmla="*/ 101969 h 968306"/>
              <a:gd name="connsiteX2061" fmla="*/ 4774311 w 5114885"/>
              <a:gd name="connsiteY2061" fmla="*/ 106160 h 968306"/>
              <a:gd name="connsiteX2062" fmla="*/ 4772216 w 5114885"/>
              <a:gd name="connsiteY2062" fmla="*/ 106160 h 968306"/>
              <a:gd name="connsiteX2063" fmla="*/ 4764881 w 5114885"/>
              <a:gd name="connsiteY2063" fmla="*/ 110827 h 968306"/>
              <a:gd name="connsiteX2064" fmla="*/ 4758023 w 5114885"/>
              <a:gd name="connsiteY2064" fmla="*/ 116066 h 968306"/>
              <a:gd name="connsiteX2065" fmla="*/ 4750689 w 5114885"/>
              <a:gd name="connsiteY2065" fmla="*/ 123876 h 968306"/>
              <a:gd name="connsiteX2066" fmla="*/ 4739735 w 5114885"/>
              <a:gd name="connsiteY2066" fmla="*/ 133306 h 968306"/>
              <a:gd name="connsiteX2067" fmla="*/ 4737164 w 5114885"/>
              <a:gd name="connsiteY2067" fmla="*/ 135401 h 968306"/>
              <a:gd name="connsiteX2068" fmla="*/ 4729258 w 5114885"/>
              <a:gd name="connsiteY2068" fmla="*/ 141688 h 968306"/>
              <a:gd name="connsiteX2069" fmla="*/ 4727163 w 5114885"/>
              <a:gd name="connsiteY2069" fmla="*/ 111779 h 968306"/>
              <a:gd name="connsiteX2070" fmla="*/ 4684776 w 5114885"/>
              <a:gd name="connsiteY2070" fmla="*/ 107112 h 968306"/>
              <a:gd name="connsiteX2071" fmla="*/ 4682205 w 5114885"/>
              <a:gd name="connsiteY2071" fmla="*/ 107112 h 968306"/>
              <a:gd name="connsiteX2072" fmla="*/ 4650200 w 5114885"/>
              <a:gd name="connsiteY2072" fmla="*/ 111303 h 968306"/>
              <a:gd name="connsiteX2073" fmla="*/ 4651248 w 5114885"/>
              <a:gd name="connsiteY2073" fmla="*/ 161595 h 968306"/>
              <a:gd name="connsiteX2074" fmla="*/ 4650200 w 5114885"/>
              <a:gd name="connsiteY2074" fmla="*/ 202457 h 968306"/>
              <a:gd name="connsiteX2075" fmla="*/ 4649153 w 5114885"/>
              <a:gd name="connsiteY2075" fmla="*/ 207696 h 968306"/>
              <a:gd name="connsiteX2076" fmla="*/ 4649724 w 5114885"/>
              <a:gd name="connsiteY2076" fmla="*/ 238652 h 968306"/>
              <a:gd name="connsiteX2077" fmla="*/ 4649724 w 5114885"/>
              <a:gd name="connsiteY2077" fmla="*/ 360668 h 968306"/>
              <a:gd name="connsiteX2078" fmla="*/ 4649724 w 5114885"/>
              <a:gd name="connsiteY2078" fmla="*/ 365906 h 968306"/>
              <a:gd name="connsiteX2079" fmla="*/ 4526090 w 5114885"/>
              <a:gd name="connsiteY2079" fmla="*/ 372764 h 968306"/>
              <a:gd name="connsiteX2080" fmla="*/ 4526566 w 5114885"/>
              <a:gd name="connsiteY2080" fmla="*/ 354953 h 968306"/>
              <a:gd name="connsiteX2081" fmla="*/ 4517708 w 5114885"/>
              <a:gd name="connsiteY2081" fmla="*/ 348666 h 968306"/>
              <a:gd name="connsiteX2082" fmla="*/ 4442270 w 5114885"/>
              <a:gd name="connsiteY2082" fmla="*/ 379527 h 968306"/>
              <a:gd name="connsiteX2083" fmla="*/ 4434935 w 5114885"/>
              <a:gd name="connsiteY2083" fmla="*/ 378479 h 968306"/>
              <a:gd name="connsiteX2084" fmla="*/ 4415028 w 5114885"/>
              <a:gd name="connsiteY2084" fmla="*/ 375336 h 968306"/>
              <a:gd name="connsiteX2085" fmla="*/ 4392549 w 5114885"/>
              <a:gd name="connsiteY2085" fmla="*/ 373241 h 968306"/>
              <a:gd name="connsiteX2086" fmla="*/ 4377309 w 5114885"/>
              <a:gd name="connsiteY2086" fmla="*/ 364287 h 968306"/>
              <a:gd name="connsiteX2087" fmla="*/ 4373595 w 5114885"/>
              <a:gd name="connsiteY2087" fmla="*/ 361144 h 968306"/>
              <a:gd name="connsiteX2088" fmla="*/ 4364736 w 5114885"/>
              <a:gd name="connsiteY2088" fmla="*/ 353333 h 968306"/>
              <a:gd name="connsiteX2089" fmla="*/ 4357973 w 5114885"/>
              <a:gd name="connsiteY2089" fmla="*/ 344951 h 968306"/>
              <a:gd name="connsiteX2090" fmla="*/ 4355402 w 5114885"/>
              <a:gd name="connsiteY2090" fmla="*/ 338189 h 968306"/>
              <a:gd name="connsiteX2091" fmla="*/ 4351687 w 5114885"/>
              <a:gd name="connsiteY2091" fmla="*/ 331902 h 968306"/>
              <a:gd name="connsiteX2092" fmla="*/ 4347496 w 5114885"/>
              <a:gd name="connsiteY2092" fmla="*/ 321996 h 968306"/>
              <a:gd name="connsiteX2093" fmla="*/ 4347496 w 5114885"/>
              <a:gd name="connsiteY2093" fmla="*/ 316281 h 968306"/>
              <a:gd name="connsiteX2094" fmla="*/ 4345400 w 5114885"/>
              <a:gd name="connsiteY2094" fmla="*/ 309423 h 968306"/>
              <a:gd name="connsiteX2095" fmla="*/ 4344353 w 5114885"/>
              <a:gd name="connsiteY2095" fmla="*/ 295802 h 968306"/>
              <a:gd name="connsiteX2096" fmla="*/ 4345972 w 5114885"/>
              <a:gd name="connsiteY2096" fmla="*/ 166929 h 968306"/>
              <a:gd name="connsiteX2097" fmla="*/ 4348544 w 5114885"/>
              <a:gd name="connsiteY2097" fmla="*/ 123400 h 968306"/>
              <a:gd name="connsiteX2098" fmla="*/ 4348544 w 5114885"/>
              <a:gd name="connsiteY2098" fmla="*/ 119209 h 968306"/>
              <a:gd name="connsiteX2099" fmla="*/ 4356354 w 5114885"/>
              <a:gd name="connsiteY2099" fmla="*/ 119209 h 968306"/>
              <a:gd name="connsiteX2100" fmla="*/ 4402455 w 5114885"/>
              <a:gd name="connsiteY2100" fmla="*/ 118161 h 968306"/>
              <a:gd name="connsiteX2101" fmla="*/ 4406170 w 5114885"/>
              <a:gd name="connsiteY2101" fmla="*/ 120828 h 968306"/>
              <a:gd name="connsiteX2102" fmla="*/ 4405694 w 5114885"/>
              <a:gd name="connsiteY2102" fmla="*/ 149117 h 968306"/>
              <a:gd name="connsiteX2103" fmla="*/ 4404646 w 5114885"/>
              <a:gd name="connsiteY2103" fmla="*/ 194171 h 968306"/>
              <a:gd name="connsiteX2104" fmla="*/ 4404170 w 5114885"/>
              <a:gd name="connsiteY2104" fmla="*/ 223508 h 968306"/>
              <a:gd name="connsiteX2105" fmla="*/ 4404170 w 5114885"/>
              <a:gd name="connsiteY2105" fmla="*/ 236081 h 968306"/>
              <a:gd name="connsiteX2106" fmla="*/ 4404646 w 5114885"/>
              <a:gd name="connsiteY2106" fmla="*/ 239700 h 968306"/>
              <a:gd name="connsiteX2107" fmla="*/ 4405217 w 5114885"/>
              <a:gd name="connsiteY2107" fmla="*/ 240748 h 968306"/>
              <a:gd name="connsiteX2108" fmla="*/ 4405217 w 5114885"/>
              <a:gd name="connsiteY2108" fmla="*/ 249701 h 968306"/>
              <a:gd name="connsiteX2109" fmla="*/ 4405217 w 5114885"/>
              <a:gd name="connsiteY2109" fmla="*/ 263894 h 968306"/>
              <a:gd name="connsiteX2110" fmla="*/ 4429316 w 5114885"/>
              <a:gd name="connsiteY2110" fmla="*/ 324663 h 968306"/>
              <a:gd name="connsiteX2111" fmla="*/ 4478560 w 5114885"/>
              <a:gd name="connsiteY2111" fmla="*/ 336665 h 968306"/>
              <a:gd name="connsiteX2112" fmla="*/ 4517803 w 5114885"/>
              <a:gd name="connsiteY2112" fmla="*/ 307328 h 968306"/>
              <a:gd name="connsiteX2113" fmla="*/ 4519422 w 5114885"/>
              <a:gd name="connsiteY2113" fmla="*/ 304184 h 968306"/>
              <a:gd name="connsiteX2114" fmla="*/ 4521041 w 5114885"/>
              <a:gd name="connsiteY2114" fmla="*/ 299517 h 968306"/>
              <a:gd name="connsiteX2115" fmla="*/ 4523137 w 5114885"/>
              <a:gd name="connsiteY2115" fmla="*/ 294278 h 968306"/>
              <a:gd name="connsiteX2116" fmla="*/ 4525232 w 5114885"/>
              <a:gd name="connsiteY2116" fmla="*/ 286944 h 968306"/>
              <a:gd name="connsiteX2117" fmla="*/ 4526756 w 5114885"/>
              <a:gd name="connsiteY2117" fmla="*/ 281134 h 968306"/>
              <a:gd name="connsiteX2118" fmla="*/ 4528376 w 5114885"/>
              <a:gd name="connsiteY2118" fmla="*/ 277991 h 968306"/>
              <a:gd name="connsiteX2119" fmla="*/ 4529423 w 5114885"/>
              <a:gd name="connsiteY2119" fmla="*/ 273800 h 968306"/>
              <a:gd name="connsiteX2120" fmla="*/ 4530948 w 5114885"/>
              <a:gd name="connsiteY2120" fmla="*/ 262274 h 968306"/>
              <a:gd name="connsiteX2121" fmla="*/ 4529423 w 5114885"/>
              <a:gd name="connsiteY2121" fmla="*/ 158547 h 968306"/>
              <a:gd name="connsiteX2122" fmla="*/ 4528376 w 5114885"/>
              <a:gd name="connsiteY2122" fmla="*/ 127115 h 968306"/>
              <a:gd name="connsiteX2123" fmla="*/ 4527899 w 5114885"/>
              <a:gd name="connsiteY2123" fmla="*/ 121876 h 968306"/>
              <a:gd name="connsiteX2124" fmla="*/ 4527899 w 5114885"/>
              <a:gd name="connsiteY2124" fmla="*/ 118256 h 968306"/>
              <a:gd name="connsiteX2125" fmla="*/ 4551998 w 5114885"/>
              <a:gd name="connsiteY2125" fmla="*/ 117685 h 968306"/>
              <a:gd name="connsiteX2126" fmla="*/ 4583906 w 5114885"/>
              <a:gd name="connsiteY2126" fmla="*/ 116637 h 968306"/>
              <a:gd name="connsiteX2127" fmla="*/ 4583906 w 5114885"/>
              <a:gd name="connsiteY2127" fmla="*/ 122352 h 968306"/>
              <a:gd name="connsiteX2128" fmla="*/ 4583430 w 5114885"/>
              <a:gd name="connsiteY2128" fmla="*/ 167405 h 968306"/>
              <a:gd name="connsiteX2129" fmla="*/ 4585049 w 5114885"/>
              <a:gd name="connsiteY2129" fmla="*/ 329330 h 968306"/>
              <a:gd name="connsiteX2130" fmla="*/ 4583430 w 5114885"/>
              <a:gd name="connsiteY2130" fmla="*/ 373812 h 968306"/>
              <a:gd name="connsiteX2131" fmla="*/ 4578763 w 5114885"/>
              <a:gd name="connsiteY2131" fmla="*/ 373812 h 968306"/>
              <a:gd name="connsiteX2132" fmla="*/ 4555713 w 5114885"/>
              <a:gd name="connsiteY2132" fmla="*/ 373812 h 968306"/>
              <a:gd name="connsiteX2133" fmla="*/ 4542568 w 5114885"/>
              <a:gd name="connsiteY2133" fmla="*/ 372764 h 968306"/>
              <a:gd name="connsiteX2134" fmla="*/ 4526280 w 5114885"/>
              <a:gd name="connsiteY2134" fmla="*/ 372764 h 968306"/>
              <a:gd name="connsiteX2135" fmla="*/ 4352354 w 5114885"/>
              <a:gd name="connsiteY2135" fmla="*/ 353429 h 968306"/>
              <a:gd name="connsiteX2136" fmla="*/ 4367022 w 5114885"/>
              <a:gd name="connsiteY2136" fmla="*/ 368097 h 968306"/>
              <a:gd name="connsiteX2137" fmla="*/ 4370737 w 5114885"/>
              <a:gd name="connsiteY2137" fmla="*/ 371717 h 968306"/>
              <a:gd name="connsiteX2138" fmla="*/ 4389597 w 5114885"/>
              <a:gd name="connsiteY2138" fmla="*/ 382670 h 968306"/>
              <a:gd name="connsiteX2139" fmla="*/ 4414266 w 5114885"/>
              <a:gd name="connsiteY2139" fmla="*/ 385337 h 968306"/>
              <a:gd name="connsiteX2140" fmla="*/ 4435221 w 5114885"/>
              <a:gd name="connsiteY2140" fmla="*/ 388481 h 968306"/>
              <a:gd name="connsiteX2141" fmla="*/ 4441984 w 5114885"/>
              <a:gd name="connsiteY2141" fmla="*/ 389528 h 968306"/>
              <a:gd name="connsiteX2142" fmla="*/ 4516946 w 5114885"/>
              <a:gd name="connsiteY2142" fmla="*/ 356000 h 968306"/>
              <a:gd name="connsiteX2143" fmla="*/ 4516470 w 5114885"/>
              <a:gd name="connsiteY2143" fmla="*/ 375431 h 968306"/>
              <a:gd name="connsiteX2144" fmla="*/ 4515898 w 5114885"/>
              <a:gd name="connsiteY2144" fmla="*/ 378003 h 968306"/>
              <a:gd name="connsiteX2145" fmla="*/ 4524756 w 5114885"/>
              <a:gd name="connsiteY2145" fmla="*/ 383242 h 968306"/>
              <a:gd name="connsiteX2146" fmla="*/ 4542092 w 5114885"/>
              <a:gd name="connsiteY2146" fmla="*/ 382670 h 968306"/>
              <a:gd name="connsiteX2147" fmla="*/ 4555236 w 5114885"/>
              <a:gd name="connsiteY2147" fmla="*/ 383718 h 968306"/>
              <a:gd name="connsiteX2148" fmla="*/ 4578858 w 5114885"/>
              <a:gd name="connsiteY2148" fmla="*/ 383718 h 968306"/>
              <a:gd name="connsiteX2149" fmla="*/ 4594098 w 5114885"/>
              <a:gd name="connsiteY2149" fmla="*/ 380099 h 968306"/>
              <a:gd name="connsiteX2150" fmla="*/ 4595146 w 5114885"/>
              <a:gd name="connsiteY2150" fmla="*/ 326663 h 968306"/>
              <a:gd name="connsiteX2151" fmla="*/ 4593527 w 5114885"/>
              <a:gd name="connsiteY2151" fmla="*/ 165786 h 968306"/>
              <a:gd name="connsiteX2152" fmla="*/ 4594574 w 5114885"/>
              <a:gd name="connsiteY2152" fmla="*/ 122828 h 968306"/>
              <a:gd name="connsiteX2153" fmla="*/ 4582573 w 5114885"/>
              <a:gd name="connsiteY2153" fmla="*/ 106636 h 968306"/>
              <a:gd name="connsiteX2154" fmla="*/ 4551712 w 5114885"/>
              <a:gd name="connsiteY2154" fmla="*/ 107684 h 968306"/>
              <a:gd name="connsiteX2155" fmla="*/ 4529709 w 5114885"/>
              <a:gd name="connsiteY2155" fmla="*/ 108255 h 968306"/>
              <a:gd name="connsiteX2156" fmla="*/ 4517136 w 5114885"/>
              <a:gd name="connsiteY2156" fmla="*/ 112922 h 968306"/>
              <a:gd name="connsiteX2157" fmla="*/ 4518184 w 5114885"/>
              <a:gd name="connsiteY2157" fmla="*/ 120257 h 968306"/>
              <a:gd name="connsiteX2158" fmla="*/ 4518660 w 5114885"/>
              <a:gd name="connsiteY2158" fmla="*/ 127591 h 968306"/>
              <a:gd name="connsiteX2159" fmla="*/ 4519708 w 5114885"/>
              <a:gd name="connsiteY2159" fmla="*/ 159595 h 968306"/>
              <a:gd name="connsiteX2160" fmla="*/ 4521327 w 5114885"/>
              <a:gd name="connsiteY2160" fmla="*/ 260655 h 968306"/>
              <a:gd name="connsiteX2161" fmla="*/ 4519232 w 5114885"/>
              <a:gd name="connsiteY2161" fmla="*/ 273800 h 968306"/>
              <a:gd name="connsiteX2162" fmla="*/ 4517136 w 5114885"/>
              <a:gd name="connsiteY2162" fmla="*/ 277991 h 968306"/>
              <a:gd name="connsiteX2163" fmla="*/ 4516089 w 5114885"/>
              <a:gd name="connsiteY2163" fmla="*/ 284277 h 968306"/>
              <a:gd name="connsiteX2164" fmla="*/ 4513993 w 5114885"/>
              <a:gd name="connsiteY2164" fmla="*/ 290087 h 968306"/>
              <a:gd name="connsiteX2165" fmla="*/ 4511898 w 5114885"/>
              <a:gd name="connsiteY2165" fmla="*/ 295802 h 968306"/>
              <a:gd name="connsiteX2166" fmla="*/ 4510850 w 5114885"/>
              <a:gd name="connsiteY2166" fmla="*/ 299517 h 968306"/>
              <a:gd name="connsiteX2167" fmla="*/ 4509802 w 5114885"/>
              <a:gd name="connsiteY2167" fmla="*/ 302184 h 968306"/>
              <a:gd name="connsiteX2168" fmla="*/ 4478370 w 5114885"/>
              <a:gd name="connsiteY2168" fmla="*/ 326759 h 968306"/>
              <a:gd name="connsiteX2169" fmla="*/ 4435983 w 5114885"/>
              <a:gd name="connsiteY2169" fmla="*/ 316757 h 968306"/>
              <a:gd name="connsiteX2170" fmla="*/ 4415505 w 5114885"/>
              <a:gd name="connsiteY2170" fmla="*/ 262846 h 968306"/>
              <a:gd name="connsiteX2171" fmla="*/ 4415505 w 5114885"/>
              <a:gd name="connsiteY2171" fmla="*/ 250273 h 968306"/>
              <a:gd name="connsiteX2172" fmla="*/ 4415505 w 5114885"/>
              <a:gd name="connsiteY2172" fmla="*/ 244463 h 968306"/>
              <a:gd name="connsiteX2173" fmla="*/ 4415028 w 5114885"/>
              <a:gd name="connsiteY2173" fmla="*/ 238748 h 968306"/>
              <a:gd name="connsiteX2174" fmla="*/ 4414552 w 5114885"/>
              <a:gd name="connsiteY2174" fmla="*/ 236081 h 968306"/>
              <a:gd name="connsiteX2175" fmla="*/ 4414552 w 5114885"/>
              <a:gd name="connsiteY2175" fmla="*/ 223508 h 968306"/>
              <a:gd name="connsiteX2176" fmla="*/ 4415028 w 5114885"/>
              <a:gd name="connsiteY2176" fmla="*/ 194171 h 968306"/>
              <a:gd name="connsiteX2177" fmla="*/ 4416076 w 5114885"/>
              <a:gd name="connsiteY2177" fmla="*/ 149594 h 968306"/>
              <a:gd name="connsiteX2178" fmla="*/ 4416648 w 5114885"/>
              <a:gd name="connsiteY2178" fmla="*/ 121304 h 968306"/>
              <a:gd name="connsiteX2179" fmla="*/ 4417124 w 5114885"/>
              <a:gd name="connsiteY2179" fmla="*/ 117590 h 968306"/>
              <a:gd name="connsiteX2180" fmla="*/ 4403979 w 5114885"/>
              <a:gd name="connsiteY2180" fmla="*/ 108160 h 968306"/>
              <a:gd name="connsiteX2181" fmla="*/ 4356259 w 5114885"/>
              <a:gd name="connsiteY2181" fmla="*/ 109208 h 968306"/>
              <a:gd name="connsiteX2182" fmla="*/ 4338923 w 5114885"/>
              <a:gd name="connsiteY2182" fmla="*/ 123400 h 968306"/>
              <a:gd name="connsiteX2183" fmla="*/ 4336352 w 5114885"/>
              <a:gd name="connsiteY2183" fmla="*/ 165881 h 968306"/>
              <a:gd name="connsiteX2184" fmla="*/ 4334732 w 5114885"/>
              <a:gd name="connsiteY2184" fmla="*/ 295802 h 968306"/>
              <a:gd name="connsiteX2185" fmla="*/ 4336352 w 5114885"/>
              <a:gd name="connsiteY2185" fmla="*/ 312090 h 968306"/>
              <a:gd name="connsiteX2186" fmla="*/ 4336828 w 5114885"/>
              <a:gd name="connsiteY2186" fmla="*/ 314757 h 968306"/>
              <a:gd name="connsiteX2187" fmla="*/ 4337876 w 5114885"/>
              <a:gd name="connsiteY2187" fmla="*/ 318377 h 968306"/>
              <a:gd name="connsiteX2188" fmla="*/ 4337876 w 5114885"/>
              <a:gd name="connsiteY2188" fmla="*/ 323615 h 968306"/>
              <a:gd name="connsiteX2189" fmla="*/ 4343115 w 5114885"/>
              <a:gd name="connsiteY2189" fmla="*/ 336188 h 968306"/>
              <a:gd name="connsiteX2190" fmla="*/ 4346258 w 5114885"/>
              <a:gd name="connsiteY2190" fmla="*/ 342475 h 968306"/>
              <a:gd name="connsiteX2191" fmla="*/ 4353021 w 5114885"/>
              <a:gd name="connsiteY2191" fmla="*/ 354000 h 968306"/>
              <a:gd name="connsiteX2192" fmla="*/ 4352449 w 5114885"/>
              <a:gd name="connsiteY2192" fmla="*/ 353429 h 968306"/>
              <a:gd name="connsiteX2193" fmla="*/ 4263295 w 5114885"/>
              <a:gd name="connsiteY2193" fmla="*/ 209411 h 968306"/>
              <a:gd name="connsiteX2194" fmla="*/ 4194143 w 5114885"/>
              <a:gd name="connsiteY2194" fmla="*/ 211030 h 968306"/>
              <a:gd name="connsiteX2195" fmla="*/ 4117658 w 5114885"/>
              <a:gd name="connsiteY2195" fmla="*/ 211030 h 968306"/>
              <a:gd name="connsiteX2196" fmla="*/ 4089368 w 5114885"/>
              <a:gd name="connsiteY2196" fmla="*/ 226175 h 968306"/>
              <a:gd name="connsiteX2197" fmla="*/ 4089845 w 5114885"/>
              <a:gd name="connsiteY2197" fmla="*/ 229318 h 968306"/>
              <a:gd name="connsiteX2198" fmla="*/ 4089368 w 5114885"/>
              <a:gd name="connsiteY2198" fmla="*/ 252845 h 968306"/>
              <a:gd name="connsiteX2199" fmla="*/ 4086797 w 5114885"/>
              <a:gd name="connsiteY2199" fmla="*/ 302089 h 968306"/>
              <a:gd name="connsiteX2200" fmla="*/ 4108799 w 5114885"/>
              <a:gd name="connsiteY2200" fmla="*/ 314090 h 968306"/>
              <a:gd name="connsiteX2201" fmla="*/ 4116134 w 5114885"/>
              <a:gd name="connsiteY2201" fmla="*/ 313519 h 968306"/>
              <a:gd name="connsiteX2202" fmla="*/ 4121372 w 5114885"/>
              <a:gd name="connsiteY2202" fmla="*/ 314090 h 968306"/>
              <a:gd name="connsiteX2203" fmla="*/ 4125087 w 5114885"/>
              <a:gd name="connsiteY2203" fmla="*/ 313519 h 968306"/>
              <a:gd name="connsiteX2204" fmla="*/ 4130897 w 5114885"/>
              <a:gd name="connsiteY2204" fmla="*/ 315138 h 968306"/>
              <a:gd name="connsiteX2205" fmla="*/ 4152900 w 5114885"/>
              <a:gd name="connsiteY2205" fmla="*/ 314090 h 968306"/>
              <a:gd name="connsiteX2206" fmla="*/ 4193762 w 5114885"/>
              <a:gd name="connsiteY2206" fmla="*/ 314662 h 968306"/>
              <a:gd name="connsiteX2207" fmla="*/ 4204240 w 5114885"/>
              <a:gd name="connsiteY2207" fmla="*/ 315710 h 968306"/>
              <a:gd name="connsiteX2208" fmla="*/ 4233006 w 5114885"/>
              <a:gd name="connsiteY2208" fmla="*/ 318281 h 968306"/>
              <a:gd name="connsiteX2209" fmla="*/ 4260247 w 5114885"/>
              <a:gd name="connsiteY2209" fmla="*/ 317234 h 968306"/>
              <a:gd name="connsiteX2210" fmla="*/ 4282250 w 5114885"/>
              <a:gd name="connsiteY2210" fmla="*/ 315710 h 968306"/>
              <a:gd name="connsiteX2211" fmla="*/ 4290632 w 5114885"/>
              <a:gd name="connsiteY2211" fmla="*/ 316281 h 968306"/>
              <a:gd name="connsiteX2212" fmla="*/ 4284822 w 5114885"/>
              <a:gd name="connsiteY2212" fmla="*/ 372860 h 968306"/>
              <a:gd name="connsiteX2213" fmla="*/ 4277011 w 5114885"/>
              <a:gd name="connsiteY2213" fmla="*/ 372860 h 968306"/>
              <a:gd name="connsiteX2214" fmla="*/ 4256056 w 5114885"/>
              <a:gd name="connsiteY2214" fmla="*/ 373431 h 968306"/>
              <a:gd name="connsiteX2215" fmla="*/ 4243483 w 5114885"/>
              <a:gd name="connsiteY2215" fmla="*/ 374003 h 968306"/>
              <a:gd name="connsiteX2216" fmla="*/ 4238244 w 5114885"/>
              <a:gd name="connsiteY2216" fmla="*/ 374574 h 968306"/>
              <a:gd name="connsiteX2217" fmla="*/ 4110990 w 5114885"/>
              <a:gd name="connsiteY2217" fmla="*/ 371431 h 968306"/>
              <a:gd name="connsiteX2218" fmla="*/ 4077462 w 5114885"/>
              <a:gd name="connsiteY2218" fmla="*/ 371431 h 968306"/>
              <a:gd name="connsiteX2219" fmla="*/ 4058031 w 5114885"/>
              <a:gd name="connsiteY2219" fmla="*/ 372002 h 968306"/>
              <a:gd name="connsiteX2220" fmla="*/ 4044410 w 5114885"/>
              <a:gd name="connsiteY2220" fmla="*/ 371431 h 968306"/>
              <a:gd name="connsiteX2221" fmla="*/ 4032409 w 5114885"/>
              <a:gd name="connsiteY2221" fmla="*/ 371431 h 968306"/>
              <a:gd name="connsiteX2222" fmla="*/ 4026599 w 5114885"/>
              <a:gd name="connsiteY2222" fmla="*/ 369335 h 968306"/>
              <a:gd name="connsiteX2223" fmla="*/ 4022408 w 5114885"/>
              <a:gd name="connsiteY2223" fmla="*/ 368859 h 968306"/>
              <a:gd name="connsiteX2224" fmla="*/ 4019836 w 5114885"/>
              <a:gd name="connsiteY2224" fmla="*/ 367811 h 968306"/>
              <a:gd name="connsiteX2225" fmla="*/ 4019836 w 5114885"/>
              <a:gd name="connsiteY2225" fmla="*/ 363620 h 968306"/>
              <a:gd name="connsiteX2226" fmla="*/ 4019836 w 5114885"/>
              <a:gd name="connsiteY2226" fmla="*/ 307613 h 968306"/>
              <a:gd name="connsiteX2227" fmla="*/ 4018788 w 5114885"/>
              <a:gd name="connsiteY2227" fmla="*/ 241034 h 968306"/>
              <a:gd name="connsiteX2228" fmla="*/ 4019360 w 5114885"/>
              <a:gd name="connsiteY2228" fmla="*/ 236843 h 968306"/>
              <a:gd name="connsiteX2229" fmla="*/ 4018788 w 5114885"/>
              <a:gd name="connsiteY2229" fmla="*/ 233699 h 968306"/>
              <a:gd name="connsiteX2230" fmla="*/ 4018312 w 5114885"/>
              <a:gd name="connsiteY2230" fmla="*/ 229985 h 968306"/>
              <a:gd name="connsiteX2231" fmla="*/ 4017264 w 5114885"/>
              <a:gd name="connsiteY2231" fmla="*/ 180740 h 968306"/>
              <a:gd name="connsiteX2232" fmla="*/ 4016693 w 5114885"/>
              <a:gd name="connsiteY2232" fmla="*/ 177026 h 968306"/>
              <a:gd name="connsiteX2233" fmla="*/ 4016216 w 5114885"/>
              <a:gd name="connsiteY2233" fmla="*/ 134639 h 968306"/>
              <a:gd name="connsiteX2234" fmla="*/ 4017264 w 5114885"/>
              <a:gd name="connsiteY2234" fmla="*/ 50819 h 968306"/>
              <a:gd name="connsiteX2235" fmla="*/ 4017264 w 5114885"/>
              <a:gd name="connsiteY2235" fmla="*/ 31388 h 968306"/>
              <a:gd name="connsiteX2236" fmla="*/ 4019836 w 5114885"/>
              <a:gd name="connsiteY2236" fmla="*/ 17768 h 968306"/>
              <a:gd name="connsiteX2237" fmla="*/ 4025551 w 5114885"/>
              <a:gd name="connsiteY2237" fmla="*/ 18339 h 968306"/>
              <a:gd name="connsiteX2238" fmla="*/ 4081082 w 5114885"/>
              <a:gd name="connsiteY2238" fmla="*/ 17291 h 968306"/>
              <a:gd name="connsiteX2239" fmla="*/ 4138136 w 5114885"/>
              <a:gd name="connsiteY2239" fmla="*/ 15767 h 968306"/>
              <a:gd name="connsiteX2240" fmla="*/ 4173760 w 5114885"/>
              <a:gd name="connsiteY2240" fmla="*/ 14720 h 968306"/>
              <a:gd name="connsiteX2241" fmla="*/ 4182142 w 5114885"/>
              <a:gd name="connsiteY2241" fmla="*/ 14720 h 968306"/>
              <a:gd name="connsiteX2242" fmla="*/ 4206716 w 5114885"/>
              <a:gd name="connsiteY2242" fmla="*/ 15291 h 968306"/>
              <a:gd name="connsiteX2243" fmla="*/ 4245483 w 5114885"/>
              <a:gd name="connsiteY2243" fmla="*/ 14720 h 968306"/>
              <a:gd name="connsiteX2244" fmla="*/ 4257008 w 5114885"/>
              <a:gd name="connsiteY2244" fmla="*/ 14148 h 968306"/>
              <a:gd name="connsiteX2245" fmla="*/ 4263295 w 5114885"/>
              <a:gd name="connsiteY2245" fmla="*/ 14148 h 968306"/>
              <a:gd name="connsiteX2246" fmla="*/ 4282155 w 5114885"/>
              <a:gd name="connsiteY2246" fmla="*/ 16244 h 968306"/>
              <a:gd name="connsiteX2247" fmla="*/ 4280059 w 5114885"/>
              <a:gd name="connsiteY2247" fmla="*/ 45581 h 968306"/>
              <a:gd name="connsiteX2248" fmla="*/ 4282631 w 5114885"/>
              <a:gd name="connsiteY2248" fmla="*/ 61868 h 968306"/>
              <a:gd name="connsiteX2249" fmla="*/ 4283202 w 5114885"/>
              <a:gd name="connsiteY2249" fmla="*/ 64535 h 968306"/>
              <a:gd name="connsiteX2250" fmla="*/ 4238625 w 5114885"/>
              <a:gd name="connsiteY2250" fmla="*/ 64535 h 968306"/>
              <a:gd name="connsiteX2251" fmla="*/ 4187857 w 5114885"/>
              <a:gd name="connsiteY2251" fmla="*/ 65583 h 968306"/>
              <a:gd name="connsiteX2252" fmla="*/ 4153281 w 5114885"/>
              <a:gd name="connsiteY2252" fmla="*/ 67679 h 968306"/>
              <a:gd name="connsiteX2253" fmla="*/ 4099846 w 5114885"/>
              <a:gd name="connsiteY2253" fmla="*/ 67107 h 968306"/>
              <a:gd name="connsiteX2254" fmla="*/ 4089845 w 5114885"/>
              <a:gd name="connsiteY2254" fmla="*/ 74918 h 968306"/>
              <a:gd name="connsiteX2255" fmla="*/ 4086701 w 5114885"/>
              <a:gd name="connsiteY2255" fmla="*/ 105302 h 968306"/>
              <a:gd name="connsiteX2256" fmla="*/ 4086701 w 5114885"/>
              <a:gd name="connsiteY2256" fmla="*/ 122066 h 968306"/>
              <a:gd name="connsiteX2257" fmla="*/ 4086130 w 5114885"/>
              <a:gd name="connsiteY2257" fmla="*/ 131020 h 968306"/>
              <a:gd name="connsiteX2258" fmla="*/ 4085654 w 5114885"/>
              <a:gd name="connsiteY2258" fmla="*/ 135687 h 968306"/>
              <a:gd name="connsiteX2259" fmla="*/ 4087273 w 5114885"/>
              <a:gd name="connsiteY2259" fmla="*/ 149879 h 968306"/>
              <a:gd name="connsiteX2260" fmla="*/ 4098227 w 5114885"/>
              <a:gd name="connsiteY2260" fmla="*/ 160357 h 968306"/>
              <a:gd name="connsiteX2261" fmla="*/ 4103465 w 5114885"/>
              <a:gd name="connsiteY2261" fmla="*/ 161405 h 968306"/>
              <a:gd name="connsiteX2262" fmla="*/ 4178903 w 5114885"/>
              <a:gd name="connsiteY2262" fmla="*/ 159309 h 968306"/>
              <a:gd name="connsiteX2263" fmla="*/ 4264819 w 5114885"/>
              <a:gd name="connsiteY2263" fmla="*/ 162929 h 968306"/>
              <a:gd name="connsiteX2264" fmla="*/ 4264819 w 5114885"/>
              <a:gd name="connsiteY2264" fmla="*/ 174454 h 968306"/>
              <a:gd name="connsiteX2265" fmla="*/ 4264819 w 5114885"/>
              <a:gd name="connsiteY2265" fmla="*/ 209601 h 968306"/>
              <a:gd name="connsiteX2266" fmla="*/ 4263200 w 5114885"/>
              <a:gd name="connsiteY2266" fmla="*/ 209601 h 968306"/>
              <a:gd name="connsiteX2267" fmla="*/ 4096703 w 5114885"/>
              <a:gd name="connsiteY2267" fmla="*/ 303232 h 968306"/>
              <a:gd name="connsiteX2268" fmla="*/ 4099274 w 5114885"/>
              <a:gd name="connsiteY2268" fmla="*/ 252940 h 968306"/>
              <a:gd name="connsiteX2269" fmla="*/ 4099846 w 5114885"/>
              <a:gd name="connsiteY2269" fmla="*/ 228842 h 968306"/>
              <a:gd name="connsiteX2270" fmla="*/ 4099274 w 5114885"/>
              <a:gd name="connsiteY2270" fmla="*/ 223603 h 968306"/>
              <a:gd name="connsiteX2271" fmla="*/ 4118705 w 5114885"/>
              <a:gd name="connsiteY2271" fmla="*/ 220936 h 968306"/>
              <a:gd name="connsiteX2272" fmla="*/ 4194143 w 5114885"/>
              <a:gd name="connsiteY2272" fmla="*/ 220936 h 968306"/>
              <a:gd name="connsiteX2273" fmla="*/ 4263866 w 5114885"/>
              <a:gd name="connsiteY2273" fmla="*/ 219317 h 968306"/>
              <a:gd name="connsiteX2274" fmla="*/ 4269105 w 5114885"/>
              <a:gd name="connsiteY2274" fmla="*/ 218745 h 968306"/>
              <a:gd name="connsiteX2275" fmla="*/ 4275392 w 5114885"/>
              <a:gd name="connsiteY2275" fmla="*/ 212935 h 968306"/>
              <a:gd name="connsiteX2276" fmla="*/ 4274915 w 5114885"/>
              <a:gd name="connsiteY2276" fmla="*/ 202457 h 968306"/>
              <a:gd name="connsiteX2277" fmla="*/ 4274915 w 5114885"/>
              <a:gd name="connsiteY2277" fmla="*/ 174168 h 968306"/>
              <a:gd name="connsiteX2278" fmla="*/ 4260247 w 5114885"/>
              <a:gd name="connsiteY2278" fmla="*/ 152737 h 968306"/>
              <a:gd name="connsiteX2279" fmla="*/ 4179094 w 5114885"/>
              <a:gd name="connsiteY2279" fmla="*/ 149022 h 968306"/>
              <a:gd name="connsiteX2280" fmla="*/ 4104132 w 5114885"/>
              <a:gd name="connsiteY2280" fmla="*/ 151118 h 968306"/>
              <a:gd name="connsiteX2281" fmla="*/ 4099941 w 5114885"/>
              <a:gd name="connsiteY2281" fmla="*/ 150070 h 968306"/>
              <a:gd name="connsiteX2282" fmla="*/ 4097274 w 5114885"/>
              <a:gd name="connsiteY2282" fmla="*/ 149022 h 968306"/>
              <a:gd name="connsiteX2283" fmla="*/ 4096226 w 5114885"/>
              <a:gd name="connsiteY2283" fmla="*/ 134354 h 968306"/>
              <a:gd name="connsiteX2284" fmla="*/ 4096226 w 5114885"/>
              <a:gd name="connsiteY2284" fmla="*/ 131210 h 968306"/>
              <a:gd name="connsiteX2285" fmla="*/ 4096703 w 5114885"/>
              <a:gd name="connsiteY2285" fmla="*/ 122257 h 968306"/>
              <a:gd name="connsiteX2286" fmla="*/ 4096703 w 5114885"/>
              <a:gd name="connsiteY2286" fmla="*/ 105017 h 968306"/>
              <a:gd name="connsiteX2287" fmla="*/ 4098798 w 5114885"/>
              <a:gd name="connsiteY2287" fmla="*/ 79871 h 968306"/>
              <a:gd name="connsiteX2288" fmla="*/ 4100894 w 5114885"/>
              <a:gd name="connsiteY2288" fmla="*/ 76727 h 968306"/>
              <a:gd name="connsiteX2289" fmla="*/ 4153281 w 5114885"/>
              <a:gd name="connsiteY2289" fmla="*/ 77299 h 968306"/>
              <a:gd name="connsiteX2290" fmla="*/ 4187857 w 5114885"/>
              <a:gd name="connsiteY2290" fmla="*/ 75203 h 968306"/>
              <a:gd name="connsiteX2291" fmla="*/ 4239768 w 5114885"/>
              <a:gd name="connsiteY2291" fmla="*/ 74156 h 968306"/>
              <a:gd name="connsiteX2292" fmla="*/ 4287393 w 5114885"/>
              <a:gd name="connsiteY2292" fmla="*/ 74156 h 968306"/>
              <a:gd name="connsiteX2293" fmla="*/ 4290537 w 5114885"/>
              <a:gd name="connsiteY2293" fmla="*/ 44819 h 968306"/>
              <a:gd name="connsiteX2294" fmla="*/ 4291584 w 5114885"/>
              <a:gd name="connsiteY2294" fmla="*/ 27007 h 968306"/>
              <a:gd name="connsiteX2295" fmla="*/ 4264343 w 5114885"/>
              <a:gd name="connsiteY2295" fmla="*/ 3956 h 968306"/>
              <a:gd name="connsiteX2296" fmla="*/ 4260628 w 5114885"/>
              <a:gd name="connsiteY2296" fmla="*/ 3956 h 968306"/>
              <a:gd name="connsiteX2297" fmla="*/ 4257485 w 5114885"/>
              <a:gd name="connsiteY2297" fmla="*/ 3385 h 968306"/>
              <a:gd name="connsiteX2298" fmla="*/ 4254341 w 5114885"/>
              <a:gd name="connsiteY2298" fmla="*/ 3956 h 968306"/>
              <a:gd name="connsiteX2299" fmla="*/ 4245483 w 5114885"/>
              <a:gd name="connsiteY2299" fmla="*/ 4528 h 968306"/>
              <a:gd name="connsiteX2300" fmla="*/ 4173665 w 5114885"/>
              <a:gd name="connsiteY2300" fmla="*/ 4528 h 968306"/>
              <a:gd name="connsiteX2301" fmla="*/ 4138041 w 5114885"/>
              <a:gd name="connsiteY2301" fmla="*/ 5576 h 968306"/>
              <a:gd name="connsiteX2302" fmla="*/ 4080415 w 5114885"/>
              <a:gd name="connsiteY2302" fmla="*/ 7195 h 968306"/>
              <a:gd name="connsiteX2303" fmla="*/ 4027456 w 5114885"/>
              <a:gd name="connsiteY2303" fmla="*/ 8243 h 968306"/>
              <a:gd name="connsiteX2304" fmla="*/ 4023836 w 5114885"/>
              <a:gd name="connsiteY2304" fmla="*/ 7671 h 968306"/>
              <a:gd name="connsiteX2305" fmla="*/ 4014407 w 5114885"/>
              <a:gd name="connsiteY2305" fmla="*/ 7671 h 968306"/>
              <a:gd name="connsiteX2306" fmla="*/ 4008120 w 5114885"/>
              <a:gd name="connsiteY2306" fmla="*/ 13481 h 968306"/>
              <a:gd name="connsiteX2307" fmla="*/ 4007072 w 5114885"/>
              <a:gd name="connsiteY2307" fmla="*/ 30722 h 968306"/>
              <a:gd name="connsiteX2308" fmla="*/ 4007072 w 5114885"/>
              <a:gd name="connsiteY2308" fmla="*/ 49581 h 968306"/>
              <a:gd name="connsiteX2309" fmla="*/ 4006024 w 5114885"/>
              <a:gd name="connsiteY2309" fmla="*/ 134449 h 968306"/>
              <a:gd name="connsiteX2310" fmla="*/ 4006024 w 5114885"/>
              <a:gd name="connsiteY2310" fmla="*/ 176835 h 968306"/>
              <a:gd name="connsiteX2311" fmla="*/ 4007072 w 5114885"/>
              <a:gd name="connsiteY2311" fmla="*/ 183122 h 968306"/>
              <a:gd name="connsiteX2312" fmla="*/ 4008120 w 5114885"/>
              <a:gd name="connsiteY2312" fmla="*/ 193028 h 968306"/>
              <a:gd name="connsiteX2313" fmla="*/ 4008120 w 5114885"/>
              <a:gd name="connsiteY2313" fmla="*/ 229699 h 968306"/>
              <a:gd name="connsiteX2314" fmla="*/ 4008596 w 5114885"/>
              <a:gd name="connsiteY2314" fmla="*/ 239129 h 968306"/>
              <a:gd name="connsiteX2315" fmla="*/ 4009644 w 5114885"/>
              <a:gd name="connsiteY2315" fmla="*/ 307232 h 968306"/>
              <a:gd name="connsiteX2316" fmla="*/ 4009644 w 5114885"/>
              <a:gd name="connsiteY2316" fmla="*/ 362763 h 968306"/>
              <a:gd name="connsiteX2317" fmla="*/ 4021741 w 5114885"/>
              <a:gd name="connsiteY2317" fmla="*/ 378479 h 968306"/>
              <a:gd name="connsiteX2318" fmla="*/ 4024884 w 5114885"/>
              <a:gd name="connsiteY2318" fmla="*/ 379051 h 968306"/>
              <a:gd name="connsiteX2319" fmla="*/ 4031171 w 5114885"/>
              <a:gd name="connsiteY2319" fmla="*/ 381146 h 968306"/>
              <a:gd name="connsiteX2320" fmla="*/ 4044315 w 5114885"/>
              <a:gd name="connsiteY2320" fmla="*/ 381146 h 968306"/>
              <a:gd name="connsiteX2321" fmla="*/ 4059555 w 5114885"/>
              <a:gd name="connsiteY2321" fmla="*/ 381718 h 968306"/>
              <a:gd name="connsiteX2322" fmla="*/ 4077843 w 5114885"/>
              <a:gd name="connsiteY2322" fmla="*/ 381146 h 968306"/>
              <a:gd name="connsiteX2323" fmla="*/ 4110895 w 5114885"/>
              <a:gd name="connsiteY2323" fmla="*/ 381146 h 968306"/>
              <a:gd name="connsiteX2324" fmla="*/ 4236625 w 5114885"/>
              <a:gd name="connsiteY2324" fmla="*/ 384290 h 968306"/>
              <a:gd name="connsiteX2325" fmla="*/ 4239768 w 5114885"/>
              <a:gd name="connsiteY2325" fmla="*/ 384290 h 968306"/>
              <a:gd name="connsiteX2326" fmla="*/ 4243959 w 5114885"/>
              <a:gd name="connsiteY2326" fmla="*/ 383718 h 968306"/>
              <a:gd name="connsiteX2327" fmla="*/ 4256532 w 5114885"/>
              <a:gd name="connsiteY2327" fmla="*/ 383147 h 968306"/>
              <a:gd name="connsiteX2328" fmla="*/ 4277011 w 5114885"/>
              <a:gd name="connsiteY2328" fmla="*/ 382575 h 968306"/>
              <a:gd name="connsiteX2329" fmla="*/ 4284822 w 5114885"/>
              <a:gd name="connsiteY2329" fmla="*/ 382575 h 968306"/>
              <a:gd name="connsiteX2330" fmla="*/ 4294251 w 5114885"/>
              <a:gd name="connsiteY2330" fmla="*/ 378956 h 968306"/>
              <a:gd name="connsiteX2331" fmla="*/ 4299966 w 5114885"/>
              <a:gd name="connsiteY2331" fmla="*/ 319234 h 968306"/>
              <a:gd name="connsiteX2332" fmla="*/ 4281678 w 5114885"/>
              <a:gd name="connsiteY2332" fmla="*/ 305613 h 968306"/>
              <a:gd name="connsiteX2333" fmla="*/ 4233958 w 5114885"/>
              <a:gd name="connsiteY2333" fmla="*/ 308280 h 968306"/>
              <a:gd name="connsiteX2334" fmla="*/ 4204049 w 5114885"/>
              <a:gd name="connsiteY2334" fmla="*/ 305613 h 968306"/>
              <a:gd name="connsiteX2335" fmla="*/ 4193572 w 5114885"/>
              <a:gd name="connsiteY2335" fmla="*/ 304565 h 968306"/>
              <a:gd name="connsiteX2336" fmla="*/ 4152710 w 5114885"/>
              <a:gd name="connsiteY2336" fmla="*/ 303994 h 968306"/>
              <a:gd name="connsiteX2337" fmla="*/ 4132231 w 5114885"/>
              <a:gd name="connsiteY2337" fmla="*/ 305042 h 968306"/>
              <a:gd name="connsiteX2338" fmla="*/ 4121753 w 5114885"/>
              <a:gd name="connsiteY2338" fmla="*/ 303994 h 968306"/>
              <a:gd name="connsiteX2339" fmla="*/ 4115467 w 5114885"/>
              <a:gd name="connsiteY2339" fmla="*/ 303422 h 968306"/>
              <a:gd name="connsiteX2340" fmla="*/ 4108133 w 5114885"/>
              <a:gd name="connsiteY2340" fmla="*/ 303994 h 968306"/>
              <a:gd name="connsiteX2341" fmla="*/ 4096607 w 5114885"/>
              <a:gd name="connsiteY2341" fmla="*/ 302946 h 968306"/>
              <a:gd name="connsiteX2342" fmla="*/ 3655505 w 5114885"/>
              <a:gd name="connsiteY2342" fmla="*/ 372574 h 968306"/>
              <a:gd name="connsiteX2343" fmla="*/ 3655028 w 5114885"/>
              <a:gd name="connsiteY2343" fmla="*/ 372574 h 968306"/>
              <a:gd name="connsiteX2344" fmla="*/ 3656076 w 5114885"/>
              <a:gd name="connsiteY2344" fmla="*/ 367907 h 968306"/>
              <a:gd name="connsiteX2345" fmla="*/ 3656076 w 5114885"/>
              <a:gd name="connsiteY2345" fmla="*/ 360001 h 968306"/>
              <a:gd name="connsiteX2346" fmla="*/ 3655600 w 5114885"/>
              <a:gd name="connsiteY2346" fmla="*/ 303899 h 968306"/>
              <a:gd name="connsiteX2347" fmla="*/ 3656076 w 5114885"/>
              <a:gd name="connsiteY2347" fmla="*/ 238462 h 968306"/>
              <a:gd name="connsiteX2348" fmla="*/ 3656076 w 5114885"/>
              <a:gd name="connsiteY2348" fmla="*/ 207506 h 968306"/>
              <a:gd name="connsiteX2349" fmla="*/ 3656553 w 5114885"/>
              <a:gd name="connsiteY2349" fmla="*/ 203791 h 968306"/>
              <a:gd name="connsiteX2350" fmla="*/ 3657029 w 5114885"/>
              <a:gd name="connsiteY2350" fmla="*/ 192837 h 968306"/>
              <a:gd name="connsiteX2351" fmla="*/ 3657029 w 5114885"/>
              <a:gd name="connsiteY2351" fmla="*/ 115304 h 968306"/>
              <a:gd name="connsiteX2352" fmla="*/ 3679603 w 5114885"/>
              <a:gd name="connsiteY2352" fmla="*/ 116923 h 968306"/>
              <a:gd name="connsiteX2353" fmla="*/ 3681698 w 5114885"/>
              <a:gd name="connsiteY2353" fmla="*/ 117494 h 968306"/>
              <a:gd name="connsiteX2354" fmla="*/ 3714179 w 5114885"/>
              <a:gd name="connsiteY2354" fmla="*/ 117494 h 968306"/>
              <a:gd name="connsiteX2355" fmla="*/ 3715226 w 5114885"/>
              <a:gd name="connsiteY2355" fmla="*/ 142640 h 968306"/>
              <a:gd name="connsiteX2356" fmla="*/ 3728371 w 5114885"/>
              <a:gd name="connsiteY2356" fmla="*/ 151499 h 968306"/>
              <a:gd name="connsiteX2357" fmla="*/ 3739896 w 5114885"/>
              <a:gd name="connsiteY2357" fmla="*/ 143117 h 968306"/>
              <a:gd name="connsiteX2358" fmla="*/ 3743611 w 5114885"/>
              <a:gd name="connsiteY2358" fmla="*/ 139973 h 968306"/>
              <a:gd name="connsiteX2359" fmla="*/ 3754088 w 5114885"/>
              <a:gd name="connsiteY2359" fmla="*/ 131115 h 968306"/>
              <a:gd name="connsiteX2360" fmla="*/ 3761423 w 5114885"/>
              <a:gd name="connsiteY2360" fmla="*/ 123209 h 968306"/>
              <a:gd name="connsiteX2361" fmla="*/ 3767233 w 5114885"/>
              <a:gd name="connsiteY2361" fmla="*/ 119018 h 968306"/>
              <a:gd name="connsiteX2362" fmla="*/ 3773520 w 5114885"/>
              <a:gd name="connsiteY2362" fmla="*/ 115875 h 968306"/>
              <a:gd name="connsiteX2363" fmla="*/ 3786092 w 5114885"/>
              <a:gd name="connsiteY2363" fmla="*/ 112160 h 968306"/>
              <a:gd name="connsiteX2364" fmla="*/ 3797046 w 5114885"/>
              <a:gd name="connsiteY2364" fmla="*/ 110541 h 968306"/>
              <a:gd name="connsiteX2365" fmla="*/ 3802285 w 5114885"/>
              <a:gd name="connsiteY2365" fmla="*/ 109493 h 968306"/>
              <a:gd name="connsiteX2366" fmla="*/ 3805428 w 5114885"/>
              <a:gd name="connsiteY2366" fmla="*/ 110065 h 968306"/>
              <a:gd name="connsiteX2367" fmla="*/ 3808571 w 5114885"/>
              <a:gd name="connsiteY2367" fmla="*/ 112160 h 968306"/>
              <a:gd name="connsiteX2368" fmla="*/ 3806476 w 5114885"/>
              <a:gd name="connsiteY2368" fmla="*/ 137783 h 968306"/>
              <a:gd name="connsiteX2369" fmla="*/ 3807524 w 5114885"/>
              <a:gd name="connsiteY2369" fmla="*/ 145117 h 968306"/>
              <a:gd name="connsiteX2370" fmla="*/ 3810191 w 5114885"/>
              <a:gd name="connsiteY2370" fmla="*/ 167120 h 968306"/>
              <a:gd name="connsiteX2371" fmla="*/ 3800189 w 5114885"/>
              <a:gd name="connsiteY2371" fmla="*/ 167691 h 968306"/>
              <a:gd name="connsiteX2372" fmla="*/ 3792855 w 5114885"/>
              <a:gd name="connsiteY2372" fmla="*/ 168739 h 968306"/>
              <a:gd name="connsiteX2373" fmla="*/ 3790188 w 5114885"/>
              <a:gd name="connsiteY2373" fmla="*/ 168167 h 968306"/>
              <a:gd name="connsiteX2374" fmla="*/ 3740468 w 5114885"/>
              <a:gd name="connsiteY2374" fmla="*/ 185979 h 968306"/>
              <a:gd name="connsiteX2375" fmla="*/ 3736277 w 5114885"/>
              <a:gd name="connsiteY2375" fmla="*/ 191694 h 968306"/>
              <a:gd name="connsiteX2376" fmla="*/ 3734181 w 5114885"/>
              <a:gd name="connsiteY2376" fmla="*/ 195409 h 968306"/>
              <a:gd name="connsiteX2377" fmla="*/ 3732562 w 5114885"/>
              <a:gd name="connsiteY2377" fmla="*/ 197504 h 968306"/>
              <a:gd name="connsiteX2378" fmla="*/ 3727895 w 5114885"/>
              <a:gd name="connsiteY2378" fmla="*/ 202743 h 968306"/>
              <a:gd name="connsiteX2379" fmla="*/ 3725323 w 5114885"/>
              <a:gd name="connsiteY2379" fmla="*/ 210077 h 968306"/>
              <a:gd name="connsiteX2380" fmla="*/ 3723704 w 5114885"/>
              <a:gd name="connsiteY2380" fmla="*/ 212649 h 968306"/>
              <a:gd name="connsiteX2381" fmla="*/ 3722084 w 5114885"/>
              <a:gd name="connsiteY2381" fmla="*/ 218936 h 968306"/>
              <a:gd name="connsiteX2382" fmla="*/ 3721608 w 5114885"/>
              <a:gd name="connsiteY2382" fmla="*/ 223127 h 968306"/>
              <a:gd name="connsiteX2383" fmla="*/ 3719989 w 5114885"/>
              <a:gd name="connsiteY2383" fmla="*/ 228365 h 968306"/>
              <a:gd name="connsiteX2384" fmla="*/ 3719513 w 5114885"/>
              <a:gd name="connsiteY2384" fmla="*/ 230461 h 968306"/>
              <a:gd name="connsiteX2385" fmla="*/ 3715798 w 5114885"/>
              <a:gd name="connsiteY2385" fmla="*/ 249320 h 968306"/>
              <a:gd name="connsiteX2386" fmla="*/ 3714750 w 5114885"/>
              <a:gd name="connsiteY2386" fmla="*/ 262941 h 968306"/>
              <a:gd name="connsiteX2387" fmla="*/ 3713703 w 5114885"/>
              <a:gd name="connsiteY2387" fmla="*/ 289135 h 968306"/>
              <a:gd name="connsiteX2388" fmla="*/ 3713226 w 5114885"/>
              <a:gd name="connsiteY2388" fmla="*/ 324187 h 968306"/>
              <a:gd name="connsiteX2389" fmla="*/ 3713226 w 5114885"/>
              <a:gd name="connsiteY2389" fmla="*/ 346666 h 968306"/>
              <a:gd name="connsiteX2390" fmla="*/ 3714845 w 5114885"/>
              <a:gd name="connsiteY2390" fmla="*/ 355524 h 968306"/>
              <a:gd name="connsiteX2391" fmla="*/ 3714845 w 5114885"/>
              <a:gd name="connsiteY2391" fmla="*/ 365525 h 968306"/>
              <a:gd name="connsiteX2392" fmla="*/ 3714369 w 5114885"/>
              <a:gd name="connsiteY2392" fmla="*/ 371812 h 968306"/>
              <a:gd name="connsiteX2393" fmla="*/ 3655695 w 5114885"/>
              <a:gd name="connsiteY2393" fmla="*/ 372383 h 968306"/>
              <a:gd name="connsiteX2394" fmla="*/ 3646265 w 5114885"/>
              <a:gd name="connsiteY2394" fmla="*/ 365525 h 968306"/>
              <a:gd name="connsiteX2395" fmla="*/ 3644741 w 5114885"/>
              <a:gd name="connsiteY2395" fmla="*/ 374955 h 968306"/>
              <a:gd name="connsiteX2396" fmla="*/ 3645789 w 5114885"/>
              <a:gd name="connsiteY2396" fmla="*/ 378098 h 968306"/>
              <a:gd name="connsiteX2397" fmla="*/ 3649504 w 5114885"/>
              <a:gd name="connsiteY2397" fmla="*/ 381718 h 968306"/>
              <a:gd name="connsiteX2398" fmla="*/ 3698748 w 5114885"/>
              <a:gd name="connsiteY2398" fmla="*/ 381718 h 968306"/>
              <a:gd name="connsiteX2399" fmla="*/ 3723894 w 5114885"/>
              <a:gd name="connsiteY2399" fmla="*/ 373907 h 968306"/>
              <a:gd name="connsiteX2400" fmla="*/ 3724942 w 5114885"/>
              <a:gd name="connsiteY2400" fmla="*/ 366002 h 968306"/>
              <a:gd name="connsiteX2401" fmla="*/ 3724942 w 5114885"/>
              <a:gd name="connsiteY2401" fmla="*/ 354476 h 968306"/>
              <a:gd name="connsiteX2402" fmla="*/ 3723418 w 5114885"/>
              <a:gd name="connsiteY2402" fmla="*/ 345523 h 968306"/>
              <a:gd name="connsiteX2403" fmla="*/ 3723418 w 5114885"/>
              <a:gd name="connsiteY2403" fmla="*/ 324568 h 968306"/>
              <a:gd name="connsiteX2404" fmla="*/ 3724466 w 5114885"/>
              <a:gd name="connsiteY2404" fmla="*/ 288944 h 968306"/>
              <a:gd name="connsiteX2405" fmla="*/ 3724942 w 5114885"/>
              <a:gd name="connsiteY2405" fmla="*/ 263322 h 968306"/>
              <a:gd name="connsiteX2406" fmla="*/ 3725990 w 5114885"/>
              <a:gd name="connsiteY2406" fmla="*/ 250749 h 968306"/>
              <a:gd name="connsiteX2407" fmla="*/ 3728561 w 5114885"/>
              <a:gd name="connsiteY2407" fmla="*/ 238652 h 968306"/>
              <a:gd name="connsiteX2408" fmla="*/ 3729038 w 5114885"/>
              <a:gd name="connsiteY2408" fmla="*/ 231890 h 968306"/>
              <a:gd name="connsiteX2409" fmla="*/ 3730085 w 5114885"/>
              <a:gd name="connsiteY2409" fmla="*/ 230270 h 968306"/>
              <a:gd name="connsiteX2410" fmla="*/ 3732181 w 5114885"/>
              <a:gd name="connsiteY2410" fmla="*/ 224555 h 968306"/>
              <a:gd name="connsiteX2411" fmla="*/ 3732181 w 5114885"/>
              <a:gd name="connsiteY2411" fmla="*/ 219793 h 968306"/>
              <a:gd name="connsiteX2412" fmla="*/ 3734753 w 5114885"/>
              <a:gd name="connsiteY2412" fmla="*/ 214554 h 968306"/>
              <a:gd name="connsiteX2413" fmla="*/ 3735800 w 5114885"/>
              <a:gd name="connsiteY2413" fmla="*/ 212459 h 968306"/>
              <a:gd name="connsiteX2414" fmla="*/ 3736372 w 5114885"/>
              <a:gd name="connsiteY2414" fmla="*/ 209315 h 968306"/>
              <a:gd name="connsiteX2415" fmla="*/ 3736848 w 5114885"/>
              <a:gd name="connsiteY2415" fmla="*/ 207220 h 968306"/>
              <a:gd name="connsiteX2416" fmla="*/ 3739420 w 5114885"/>
              <a:gd name="connsiteY2416" fmla="*/ 204077 h 968306"/>
              <a:gd name="connsiteX2417" fmla="*/ 3742563 w 5114885"/>
              <a:gd name="connsiteY2417" fmla="*/ 200933 h 968306"/>
              <a:gd name="connsiteX2418" fmla="*/ 3744087 w 5114885"/>
              <a:gd name="connsiteY2418" fmla="*/ 198838 h 968306"/>
              <a:gd name="connsiteX2419" fmla="*/ 3745135 w 5114885"/>
              <a:gd name="connsiteY2419" fmla="*/ 196742 h 968306"/>
              <a:gd name="connsiteX2420" fmla="*/ 3747707 w 5114885"/>
              <a:gd name="connsiteY2420" fmla="*/ 193028 h 968306"/>
              <a:gd name="connsiteX2421" fmla="*/ 3791712 w 5114885"/>
              <a:gd name="connsiteY2421" fmla="*/ 178359 h 968306"/>
              <a:gd name="connsiteX2422" fmla="*/ 3796379 w 5114885"/>
              <a:gd name="connsiteY2422" fmla="*/ 178359 h 968306"/>
              <a:gd name="connsiteX2423" fmla="*/ 3802190 w 5114885"/>
              <a:gd name="connsiteY2423" fmla="*/ 176740 h 968306"/>
              <a:gd name="connsiteX2424" fmla="*/ 3810572 w 5114885"/>
              <a:gd name="connsiteY2424" fmla="*/ 176740 h 968306"/>
              <a:gd name="connsiteX2425" fmla="*/ 3813143 w 5114885"/>
              <a:gd name="connsiteY2425" fmla="*/ 177311 h 968306"/>
              <a:gd name="connsiteX2426" fmla="*/ 3820478 w 5114885"/>
              <a:gd name="connsiteY2426" fmla="*/ 166358 h 968306"/>
              <a:gd name="connsiteX2427" fmla="*/ 3817906 w 5114885"/>
              <a:gd name="connsiteY2427" fmla="*/ 144926 h 968306"/>
              <a:gd name="connsiteX2428" fmla="*/ 3816287 w 5114885"/>
              <a:gd name="connsiteY2428" fmla="*/ 136544 h 968306"/>
              <a:gd name="connsiteX2429" fmla="*/ 3810572 w 5114885"/>
              <a:gd name="connsiteY2429" fmla="*/ 100445 h 968306"/>
              <a:gd name="connsiteX2430" fmla="*/ 3806857 w 5114885"/>
              <a:gd name="connsiteY2430" fmla="*/ 99873 h 968306"/>
              <a:gd name="connsiteX2431" fmla="*/ 3803714 w 5114885"/>
              <a:gd name="connsiteY2431" fmla="*/ 99302 h 968306"/>
              <a:gd name="connsiteX2432" fmla="*/ 3799523 w 5114885"/>
              <a:gd name="connsiteY2432" fmla="*/ 99873 h 968306"/>
              <a:gd name="connsiteX2433" fmla="*/ 3795332 w 5114885"/>
              <a:gd name="connsiteY2433" fmla="*/ 100445 h 968306"/>
              <a:gd name="connsiteX2434" fmla="*/ 3785902 w 5114885"/>
              <a:gd name="connsiteY2434" fmla="*/ 101492 h 968306"/>
              <a:gd name="connsiteX2435" fmla="*/ 3770662 w 5114885"/>
              <a:gd name="connsiteY2435" fmla="*/ 105683 h 968306"/>
              <a:gd name="connsiteX2436" fmla="*/ 3768566 w 5114885"/>
              <a:gd name="connsiteY2436" fmla="*/ 105683 h 968306"/>
              <a:gd name="connsiteX2437" fmla="*/ 3761232 w 5114885"/>
              <a:gd name="connsiteY2437" fmla="*/ 110351 h 968306"/>
              <a:gd name="connsiteX2438" fmla="*/ 3754470 w 5114885"/>
              <a:gd name="connsiteY2438" fmla="*/ 115589 h 968306"/>
              <a:gd name="connsiteX2439" fmla="*/ 3747135 w 5114885"/>
              <a:gd name="connsiteY2439" fmla="*/ 123400 h 968306"/>
              <a:gd name="connsiteX2440" fmla="*/ 3736181 w 5114885"/>
              <a:gd name="connsiteY2440" fmla="*/ 132830 h 968306"/>
              <a:gd name="connsiteX2441" fmla="*/ 3733610 w 5114885"/>
              <a:gd name="connsiteY2441" fmla="*/ 134925 h 968306"/>
              <a:gd name="connsiteX2442" fmla="*/ 3725704 w 5114885"/>
              <a:gd name="connsiteY2442" fmla="*/ 141212 h 968306"/>
              <a:gd name="connsiteX2443" fmla="*/ 3723608 w 5114885"/>
              <a:gd name="connsiteY2443" fmla="*/ 111303 h 968306"/>
              <a:gd name="connsiteX2444" fmla="*/ 3681222 w 5114885"/>
              <a:gd name="connsiteY2444" fmla="*/ 106636 h 968306"/>
              <a:gd name="connsiteX2445" fmla="*/ 3678555 w 5114885"/>
              <a:gd name="connsiteY2445" fmla="*/ 106636 h 968306"/>
              <a:gd name="connsiteX2446" fmla="*/ 3646646 w 5114885"/>
              <a:gd name="connsiteY2446" fmla="*/ 110827 h 968306"/>
              <a:gd name="connsiteX2447" fmla="*/ 3647694 w 5114885"/>
              <a:gd name="connsiteY2447" fmla="*/ 161119 h 968306"/>
              <a:gd name="connsiteX2448" fmla="*/ 3646646 w 5114885"/>
              <a:gd name="connsiteY2448" fmla="*/ 201981 h 968306"/>
              <a:gd name="connsiteX2449" fmla="*/ 3645599 w 5114885"/>
              <a:gd name="connsiteY2449" fmla="*/ 207220 h 968306"/>
              <a:gd name="connsiteX2450" fmla="*/ 3646075 w 5114885"/>
              <a:gd name="connsiteY2450" fmla="*/ 238176 h 968306"/>
              <a:gd name="connsiteX2451" fmla="*/ 3646075 w 5114885"/>
              <a:gd name="connsiteY2451" fmla="*/ 360191 h 968306"/>
              <a:gd name="connsiteX2452" fmla="*/ 3646075 w 5114885"/>
              <a:gd name="connsiteY2452" fmla="*/ 365430 h 968306"/>
              <a:gd name="connsiteX2453" fmla="*/ 3529298 w 5114885"/>
              <a:gd name="connsiteY2453" fmla="*/ 373336 h 968306"/>
              <a:gd name="connsiteX2454" fmla="*/ 3529774 w 5114885"/>
              <a:gd name="connsiteY2454" fmla="*/ 355048 h 968306"/>
              <a:gd name="connsiteX2455" fmla="*/ 3520916 w 5114885"/>
              <a:gd name="connsiteY2455" fmla="*/ 348761 h 968306"/>
              <a:gd name="connsiteX2456" fmla="*/ 3445478 w 5114885"/>
              <a:gd name="connsiteY2456" fmla="*/ 380194 h 968306"/>
              <a:gd name="connsiteX2457" fmla="*/ 3438144 w 5114885"/>
              <a:gd name="connsiteY2457" fmla="*/ 379146 h 968306"/>
              <a:gd name="connsiteX2458" fmla="*/ 3418237 w 5114885"/>
              <a:gd name="connsiteY2458" fmla="*/ 376003 h 968306"/>
              <a:gd name="connsiteX2459" fmla="*/ 3395758 w 5114885"/>
              <a:gd name="connsiteY2459" fmla="*/ 373431 h 968306"/>
              <a:gd name="connsiteX2460" fmla="*/ 3380518 w 5114885"/>
              <a:gd name="connsiteY2460" fmla="*/ 365049 h 968306"/>
              <a:gd name="connsiteX2461" fmla="*/ 3377374 w 5114885"/>
              <a:gd name="connsiteY2461" fmla="*/ 361430 h 968306"/>
              <a:gd name="connsiteX2462" fmla="*/ 3367945 w 5114885"/>
              <a:gd name="connsiteY2462" fmla="*/ 353619 h 968306"/>
              <a:gd name="connsiteX2463" fmla="*/ 3361182 w 5114885"/>
              <a:gd name="connsiteY2463" fmla="*/ 345713 h 968306"/>
              <a:gd name="connsiteX2464" fmla="*/ 3358610 w 5114885"/>
              <a:gd name="connsiteY2464" fmla="*/ 338951 h 968306"/>
              <a:gd name="connsiteX2465" fmla="*/ 3355467 w 5114885"/>
              <a:gd name="connsiteY2465" fmla="*/ 332093 h 968306"/>
              <a:gd name="connsiteX2466" fmla="*/ 3351276 w 5114885"/>
              <a:gd name="connsiteY2466" fmla="*/ 322187 h 968306"/>
              <a:gd name="connsiteX2467" fmla="*/ 3350800 w 5114885"/>
              <a:gd name="connsiteY2467" fmla="*/ 316376 h 968306"/>
              <a:gd name="connsiteX2468" fmla="*/ 3348704 w 5114885"/>
              <a:gd name="connsiteY2468" fmla="*/ 309614 h 968306"/>
              <a:gd name="connsiteX2469" fmla="*/ 3348228 w 5114885"/>
              <a:gd name="connsiteY2469" fmla="*/ 295993 h 968306"/>
              <a:gd name="connsiteX2470" fmla="*/ 3349276 w 5114885"/>
              <a:gd name="connsiteY2470" fmla="*/ 167120 h 968306"/>
              <a:gd name="connsiteX2471" fmla="*/ 3352419 w 5114885"/>
              <a:gd name="connsiteY2471" fmla="*/ 123590 h 968306"/>
              <a:gd name="connsiteX2472" fmla="*/ 3351943 w 5114885"/>
              <a:gd name="connsiteY2472" fmla="*/ 119399 h 968306"/>
              <a:gd name="connsiteX2473" fmla="*/ 3359753 w 5114885"/>
              <a:gd name="connsiteY2473" fmla="*/ 119971 h 968306"/>
              <a:gd name="connsiteX2474" fmla="*/ 3405854 w 5114885"/>
              <a:gd name="connsiteY2474" fmla="*/ 118923 h 968306"/>
              <a:gd name="connsiteX2475" fmla="*/ 3409569 w 5114885"/>
              <a:gd name="connsiteY2475" fmla="*/ 121019 h 968306"/>
              <a:gd name="connsiteX2476" fmla="*/ 3409093 w 5114885"/>
              <a:gd name="connsiteY2476" fmla="*/ 149784 h 968306"/>
              <a:gd name="connsiteX2477" fmla="*/ 3408521 w 5114885"/>
              <a:gd name="connsiteY2477" fmla="*/ 250368 h 968306"/>
              <a:gd name="connsiteX2478" fmla="*/ 3408521 w 5114885"/>
              <a:gd name="connsiteY2478" fmla="*/ 264560 h 968306"/>
              <a:gd name="connsiteX2479" fmla="*/ 3433191 w 5114885"/>
              <a:gd name="connsiteY2479" fmla="*/ 325330 h 968306"/>
              <a:gd name="connsiteX2480" fmla="*/ 3482435 w 5114885"/>
              <a:gd name="connsiteY2480" fmla="*/ 337331 h 968306"/>
              <a:gd name="connsiteX2481" fmla="*/ 3521678 w 5114885"/>
              <a:gd name="connsiteY2481" fmla="*/ 307423 h 968306"/>
              <a:gd name="connsiteX2482" fmla="*/ 3522726 w 5114885"/>
              <a:gd name="connsiteY2482" fmla="*/ 304280 h 968306"/>
              <a:gd name="connsiteX2483" fmla="*/ 3524345 w 5114885"/>
              <a:gd name="connsiteY2483" fmla="*/ 300089 h 968306"/>
              <a:gd name="connsiteX2484" fmla="*/ 3526441 w 5114885"/>
              <a:gd name="connsiteY2484" fmla="*/ 294278 h 968306"/>
              <a:gd name="connsiteX2485" fmla="*/ 3529108 w 5114885"/>
              <a:gd name="connsiteY2485" fmla="*/ 286944 h 968306"/>
              <a:gd name="connsiteX2486" fmla="*/ 3530156 w 5114885"/>
              <a:gd name="connsiteY2486" fmla="*/ 281134 h 968306"/>
              <a:gd name="connsiteX2487" fmla="*/ 3531775 w 5114885"/>
              <a:gd name="connsiteY2487" fmla="*/ 277991 h 968306"/>
              <a:gd name="connsiteX2488" fmla="*/ 3533394 w 5114885"/>
              <a:gd name="connsiteY2488" fmla="*/ 273800 h 968306"/>
              <a:gd name="connsiteX2489" fmla="*/ 3534442 w 5114885"/>
              <a:gd name="connsiteY2489" fmla="*/ 262274 h 968306"/>
              <a:gd name="connsiteX2490" fmla="*/ 3532823 w 5114885"/>
              <a:gd name="connsiteY2490" fmla="*/ 158547 h 968306"/>
              <a:gd name="connsiteX2491" fmla="*/ 3531775 w 5114885"/>
              <a:gd name="connsiteY2491" fmla="*/ 127591 h 968306"/>
              <a:gd name="connsiteX2492" fmla="*/ 3531299 w 5114885"/>
              <a:gd name="connsiteY2492" fmla="*/ 121781 h 968306"/>
              <a:gd name="connsiteX2493" fmla="*/ 3531775 w 5114885"/>
              <a:gd name="connsiteY2493" fmla="*/ 118637 h 968306"/>
              <a:gd name="connsiteX2494" fmla="*/ 3555397 w 5114885"/>
              <a:gd name="connsiteY2494" fmla="*/ 118066 h 968306"/>
              <a:gd name="connsiteX2495" fmla="*/ 3587306 w 5114885"/>
              <a:gd name="connsiteY2495" fmla="*/ 117018 h 968306"/>
              <a:gd name="connsiteX2496" fmla="*/ 3587877 w 5114885"/>
              <a:gd name="connsiteY2496" fmla="*/ 122733 h 968306"/>
              <a:gd name="connsiteX2497" fmla="*/ 3586829 w 5114885"/>
              <a:gd name="connsiteY2497" fmla="*/ 167310 h 968306"/>
              <a:gd name="connsiteX2498" fmla="*/ 3588449 w 5114885"/>
              <a:gd name="connsiteY2498" fmla="*/ 329711 h 968306"/>
              <a:gd name="connsiteX2499" fmla="*/ 3587401 w 5114885"/>
              <a:gd name="connsiteY2499" fmla="*/ 374288 h 968306"/>
              <a:gd name="connsiteX2500" fmla="*/ 3582162 w 5114885"/>
              <a:gd name="connsiteY2500" fmla="*/ 373717 h 968306"/>
              <a:gd name="connsiteX2501" fmla="*/ 3559112 w 5114885"/>
              <a:gd name="connsiteY2501" fmla="*/ 373717 h 968306"/>
              <a:gd name="connsiteX2502" fmla="*/ 3545967 w 5114885"/>
              <a:gd name="connsiteY2502" fmla="*/ 373145 h 968306"/>
              <a:gd name="connsiteX2503" fmla="*/ 3529774 w 5114885"/>
              <a:gd name="connsiteY2503" fmla="*/ 373145 h 968306"/>
              <a:gd name="connsiteX2504" fmla="*/ 3355848 w 5114885"/>
              <a:gd name="connsiteY2504" fmla="*/ 353238 h 968306"/>
              <a:gd name="connsiteX2505" fmla="*/ 3370516 w 5114885"/>
              <a:gd name="connsiteY2505" fmla="*/ 368383 h 968306"/>
              <a:gd name="connsiteX2506" fmla="*/ 3374231 w 5114885"/>
              <a:gd name="connsiteY2506" fmla="*/ 372098 h 968306"/>
              <a:gd name="connsiteX2507" fmla="*/ 3393662 w 5114885"/>
              <a:gd name="connsiteY2507" fmla="*/ 383051 h 968306"/>
              <a:gd name="connsiteX2508" fmla="*/ 3417761 w 5114885"/>
              <a:gd name="connsiteY2508" fmla="*/ 385718 h 968306"/>
              <a:gd name="connsiteX2509" fmla="*/ 3438716 w 5114885"/>
              <a:gd name="connsiteY2509" fmla="*/ 388862 h 968306"/>
              <a:gd name="connsiteX2510" fmla="*/ 3446050 w 5114885"/>
              <a:gd name="connsiteY2510" fmla="*/ 389909 h 968306"/>
              <a:gd name="connsiteX2511" fmla="*/ 3520440 w 5114885"/>
              <a:gd name="connsiteY2511" fmla="*/ 356381 h 968306"/>
              <a:gd name="connsiteX2512" fmla="*/ 3519869 w 5114885"/>
              <a:gd name="connsiteY2512" fmla="*/ 375717 h 968306"/>
              <a:gd name="connsiteX2513" fmla="*/ 3519869 w 5114885"/>
              <a:gd name="connsiteY2513" fmla="*/ 377813 h 968306"/>
              <a:gd name="connsiteX2514" fmla="*/ 3528251 w 5114885"/>
              <a:gd name="connsiteY2514" fmla="*/ 383528 h 968306"/>
              <a:gd name="connsiteX2515" fmla="*/ 3545586 w 5114885"/>
              <a:gd name="connsiteY2515" fmla="*/ 382956 h 968306"/>
              <a:gd name="connsiteX2516" fmla="*/ 3558731 w 5114885"/>
              <a:gd name="connsiteY2516" fmla="*/ 384004 h 968306"/>
              <a:gd name="connsiteX2517" fmla="*/ 3582829 w 5114885"/>
              <a:gd name="connsiteY2517" fmla="*/ 384004 h 968306"/>
              <a:gd name="connsiteX2518" fmla="*/ 3597497 w 5114885"/>
              <a:gd name="connsiteY2518" fmla="*/ 379813 h 968306"/>
              <a:gd name="connsiteX2519" fmla="*/ 3598545 w 5114885"/>
              <a:gd name="connsiteY2519" fmla="*/ 326949 h 968306"/>
              <a:gd name="connsiteX2520" fmla="*/ 3597021 w 5114885"/>
              <a:gd name="connsiteY2520" fmla="*/ 166072 h 968306"/>
              <a:gd name="connsiteX2521" fmla="*/ 3598069 w 5114885"/>
              <a:gd name="connsiteY2521" fmla="*/ 122543 h 968306"/>
              <a:gd name="connsiteX2522" fmla="*/ 3586544 w 5114885"/>
              <a:gd name="connsiteY2522" fmla="*/ 106350 h 968306"/>
              <a:gd name="connsiteX2523" fmla="*/ 3555111 w 5114885"/>
              <a:gd name="connsiteY2523" fmla="*/ 107874 h 968306"/>
              <a:gd name="connsiteX2524" fmla="*/ 3533108 w 5114885"/>
              <a:gd name="connsiteY2524" fmla="*/ 108446 h 968306"/>
              <a:gd name="connsiteX2525" fmla="*/ 3520535 w 5114885"/>
              <a:gd name="connsiteY2525" fmla="*/ 112637 h 968306"/>
              <a:gd name="connsiteX2526" fmla="*/ 3521583 w 5114885"/>
              <a:gd name="connsiteY2526" fmla="*/ 119971 h 968306"/>
              <a:gd name="connsiteX2527" fmla="*/ 3522059 w 5114885"/>
              <a:gd name="connsiteY2527" fmla="*/ 127781 h 968306"/>
              <a:gd name="connsiteX2528" fmla="*/ 3523107 w 5114885"/>
              <a:gd name="connsiteY2528" fmla="*/ 159214 h 968306"/>
              <a:gd name="connsiteX2529" fmla="*/ 3524726 w 5114885"/>
              <a:gd name="connsiteY2529" fmla="*/ 260846 h 968306"/>
              <a:gd name="connsiteX2530" fmla="*/ 3523107 w 5114885"/>
              <a:gd name="connsiteY2530" fmla="*/ 273419 h 968306"/>
              <a:gd name="connsiteX2531" fmla="*/ 3521012 w 5114885"/>
              <a:gd name="connsiteY2531" fmla="*/ 278086 h 968306"/>
              <a:gd name="connsiteX2532" fmla="*/ 3519392 w 5114885"/>
              <a:gd name="connsiteY2532" fmla="*/ 284372 h 968306"/>
              <a:gd name="connsiteX2533" fmla="*/ 3517297 w 5114885"/>
              <a:gd name="connsiteY2533" fmla="*/ 290087 h 968306"/>
              <a:gd name="connsiteX2534" fmla="*/ 3515201 w 5114885"/>
              <a:gd name="connsiteY2534" fmla="*/ 295898 h 968306"/>
              <a:gd name="connsiteX2535" fmla="*/ 3514154 w 5114885"/>
              <a:gd name="connsiteY2535" fmla="*/ 299612 h 968306"/>
              <a:gd name="connsiteX2536" fmla="*/ 3513106 w 5114885"/>
              <a:gd name="connsiteY2536" fmla="*/ 301708 h 968306"/>
              <a:gd name="connsiteX2537" fmla="*/ 3481673 w 5114885"/>
              <a:gd name="connsiteY2537" fmla="*/ 326854 h 968306"/>
              <a:gd name="connsiteX2538" fmla="*/ 3439192 w 5114885"/>
              <a:gd name="connsiteY2538" fmla="*/ 316376 h 968306"/>
              <a:gd name="connsiteX2539" fmla="*/ 3418808 w 5114885"/>
              <a:gd name="connsiteY2539" fmla="*/ 262941 h 968306"/>
              <a:gd name="connsiteX2540" fmla="*/ 3418808 w 5114885"/>
              <a:gd name="connsiteY2540" fmla="*/ 249797 h 968306"/>
              <a:gd name="connsiteX2541" fmla="*/ 3419285 w 5114885"/>
              <a:gd name="connsiteY2541" fmla="*/ 149689 h 968306"/>
              <a:gd name="connsiteX2542" fmla="*/ 3419856 w 5114885"/>
              <a:gd name="connsiteY2542" fmla="*/ 121400 h 968306"/>
              <a:gd name="connsiteX2543" fmla="*/ 3420332 w 5114885"/>
              <a:gd name="connsiteY2543" fmla="*/ 117780 h 968306"/>
              <a:gd name="connsiteX2544" fmla="*/ 3407188 w 5114885"/>
              <a:gd name="connsiteY2544" fmla="*/ 108350 h 968306"/>
              <a:gd name="connsiteX2545" fmla="*/ 3359468 w 5114885"/>
              <a:gd name="connsiteY2545" fmla="*/ 108922 h 968306"/>
              <a:gd name="connsiteX2546" fmla="*/ 3342132 w 5114885"/>
              <a:gd name="connsiteY2546" fmla="*/ 123114 h 968306"/>
              <a:gd name="connsiteX2547" fmla="*/ 3339560 w 5114885"/>
              <a:gd name="connsiteY2547" fmla="*/ 166072 h 968306"/>
              <a:gd name="connsiteX2548" fmla="*/ 3337941 w 5114885"/>
              <a:gd name="connsiteY2548" fmla="*/ 295421 h 968306"/>
              <a:gd name="connsiteX2549" fmla="*/ 3339560 w 5114885"/>
              <a:gd name="connsiteY2549" fmla="*/ 312185 h 968306"/>
              <a:gd name="connsiteX2550" fmla="*/ 3340037 w 5114885"/>
              <a:gd name="connsiteY2550" fmla="*/ 314281 h 968306"/>
              <a:gd name="connsiteX2551" fmla="*/ 3341656 w 5114885"/>
              <a:gd name="connsiteY2551" fmla="*/ 318472 h 968306"/>
              <a:gd name="connsiteX2552" fmla="*/ 3341656 w 5114885"/>
              <a:gd name="connsiteY2552" fmla="*/ 323234 h 968306"/>
              <a:gd name="connsiteX2553" fmla="*/ 3346895 w 5114885"/>
              <a:gd name="connsiteY2553" fmla="*/ 336379 h 968306"/>
              <a:gd name="connsiteX2554" fmla="*/ 3350038 w 5114885"/>
              <a:gd name="connsiteY2554" fmla="*/ 342665 h 968306"/>
              <a:gd name="connsiteX2555" fmla="*/ 3356324 w 5114885"/>
              <a:gd name="connsiteY2555" fmla="*/ 353714 h 968306"/>
              <a:gd name="connsiteX2556" fmla="*/ 3355848 w 5114885"/>
              <a:gd name="connsiteY2556" fmla="*/ 353143 h 968306"/>
              <a:gd name="connsiteX2557" fmla="*/ 3494723 w 5114885"/>
              <a:gd name="connsiteY2557" fmla="*/ 16720 h 968306"/>
              <a:gd name="connsiteX2558" fmla="*/ 3505200 w 5114885"/>
              <a:gd name="connsiteY2558" fmla="*/ 15672 h 968306"/>
              <a:gd name="connsiteX2559" fmla="*/ 3549682 w 5114885"/>
              <a:gd name="connsiteY2559" fmla="*/ 14624 h 968306"/>
              <a:gd name="connsiteX2560" fmla="*/ 3550253 w 5114885"/>
              <a:gd name="connsiteY2560" fmla="*/ 16244 h 968306"/>
              <a:gd name="connsiteX2561" fmla="*/ 3550730 w 5114885"/>
              <a:gd name="connsiteY2561" fmla="*/ 16720 h 968306"/>
              <a:gd name="connsiteX2562" fmla="*/ 3551778 w 5114885"/>
              <a:gd name="connsiteY2562" fmla="*/ 50248 h 968306"/>
              <a:gd name="connsiteX2563" fmla="*/ 3551301 w 5114885"/>
              <a:gd name="connsiteY2563" fmla="*/ 55487 h 968306"/>
              <a:gd name="connsiteX2564" fmla="*/ 3550825 w 5114885"/>
              <a:gd name="connsiteY2564" fmla="*/ 60725 h 968306"/>
              <a:gd name="connsiteX2565" fmla="*/ 3546634 w 5114885"/>
              <a:gd name="connsiteY2565" fmla="*/ 60725 h 968306"/>
              <a:gd name="connsiteX2566" fmla="*/ 3534537 w 5114885"/>
              <a:gd name="connsiteY2566" fmla="*/ 61297 h 968306"/>
              <a:gd name="connsiteX2567" fmla="*/ 3519869 w 5114885"/>
              <a:gd name="connsiteY2567" fmla="*/ 60249 h 968306"/>
              <a:gd name="connsiteX2568" fmla="*/ 3494723 w 5114885"/>
              <a:gd name="connsiteY2568" fmla="*/ 61297 h 968306"/>
              <a:gd name="connsiteX2569" fmla="*/ 3494723 w 5114885"/>
              <a:gd name="connsiteY2569" fmla="*/ 16720 h 968306"/>
              <a:gd name="connsiteX2570" fmla="*/ 3560255 w 5114885"/>
              <a:gd name="connsiteY2570" fmla="*/ 13100 h 968306"/>
              <a:gd name="connsiteX2571" fmla="*/ 3559778 w 5114885"/>
              <a:gd name="connsiteY2571" fmla="*/ 11481 h 968306"/>
              <a:gd name="connsiteX2572" fmla="*/ 3504819 w 5114885"/>
              <a:gd name="connsiteY2572" fmla="*/ 5671 h 968306"/>
              <a:gd name="connsiteX2573" fmla="*/ 3485388 w 5114885"/>
              <a:gd name="connsiteY2573" fmla="*/ 12529 h 968306"/>
              <a:gd name="connsiteX2574" fmla="*/ 3484340 w 5114885"/>
              <a:gd name="connsiteY2574" fmla="*/ 15672 h 968306"/>
              <a:gd name="connsiteX2575" fmla="*/ 3484340 w 5114885"/>
              <a:gd name="connsiteY2575" fmla="*/ 63869 h 968306"/>
              <a:gd name="connsiteX2576" fmla="*/ 3519964 w 5114885"/>
              <a:gd name="connsiteY2576" fmla="*/ 70155 h 968306"/>
              <a:gd name="connsiteX2577" fmla="*/ 3534632 w 5114885"/>
              <a:gd name="connsiteY2577" fmla="*/ 71203 h 968306"/>
              <a:gd name="connsiteX2578" fmla="*/ 3546729 w 5114885"/>
              <a:gd name="connsiteY2578" fmla="*/ 70631 h 968306"/>
              <a:gd name="connsiteX2579" fmla="*/ 3560826 w 5114885"/>
              <a:gd name="connsiteY2579" fmla="*/ 61773 h 968306"/>
              <a:gd name="connsiteX2580" fmla="*/ 3561398 w 5114885"/>
              <a:gd name="connsiteY2580" fmla="*/ 56058 h 968306"/>
              <a:gd name="connsiteX2581" fmla="*/ 3561874 w 5114885"/>
              <a:gd name="connsiteY2581" fmla="*/ 51867 h 968306"/>
              <a:gd name="connsiteX2582" fmla="*/ 3561874 w 5114885"/>
              <a:gd name="connsiteY2582" fmla="*/ 50248 h 968306"/>
              <a:gd name="connsiteX2583" fmla="*/ 3560826 w 5114885"/>
              <a:gd name="connsiteY2583" fmla="*/ 18815 h 968306"/>
              <a:gd name="connsiteX2584" fmla="*/ 3560350 w 5114885"/>
              <a:gd name="connsiteY2584" fmla="*/ 13100 h 968306"/>
              <a:gd name="connsiteX2585" fmla="*/ 3439859 w 5114885"/>
              <a:gd name="connsiteY2585" fmla="*/ 12529 h 968306"/>
              <a:gd name="connsiteX2586" fmla="*/ 3439859 w 5114885"/>
              <a:gd name="connsiteY2586" fmla="*/ 18815 h 968306"/>
              <a:gd name="connsiteX2587" fmla="*/ 3442430 w 5114885"/>
              <a:gd name="connsiteY2587" fmla="*/ 61297 h 968306"/>
              <a:gd name="connsiteX2588" fmla="*/ 3387947 w 5114885"/>
              <a:gd name="connsiteY2588" fmla="*/ 61868 h 968306"/>
              <a:gd name="connsiteX2589" fmla="*/ 3384233 w 5114885"/>
              <a:gd name="connsiteY2589" fmla="*/ 61297 h 968306"/>
              <a:gd name="connsiteX2590" fmla="*/ 3383756 w 5114885"/>
              <a:gd name="connsiteY2590" fmla="*/ 59678 h 968306"/>
              <a:gd name="connsiteX2591" fmla="*/ 3386328 w 5114885"/>
              <a:gd name="connsiteY2591" fmla="*/ 47105 h 968306"/>
              <a:gd name="connsiteX2592" fmla="*/ 3386328 w 5114885"/>
              <a:gd name="connsiteY2592" fmla="*/ 30817 h 968306"/>
              <a:gd name="connsiteX2593" fmla="*/ 3385852 w 5114885"/>
              <a:gd name="connsiteY2593" fmla="*/ 15101 h 968306"/>
              <a:gd name="connsiteX2594" fmla="*/ 3386328 w 5114885"/>
              <a:gd name="connsiteY2594" fmla="*/ 13481 h 968306"/>
              <a:gd name="connsiteX2595" fmla="*/ 3387947 w 5114885"/>
              <a:gd name="connsiteY2595" fmla="*/ 13481 h 968306"/>
              <a:gd name="connsiteX2596" fmla="*/ 3428333 w 5114885"/>
              <a:gd name="connsiteY2596" fmla="*/ 11386 h 968306"/>
              <a:gd name="connsiteX2597" fmla="*/ 3439859 w 5114885"/>
              <a:gd name="connsiteY2597" fmla="*/ 12434 h 968306"/>
              <a:gd name="connsiteX2598" fmla="*/ 3448241 w 5114885"/>
              <a:gd name="connsiteY2598" fmla="*/ 5671 h 968306"/>
              <a:gd name="connsiteX2599" fmla="*/ 3428333 w 5114885"/>
              <a:gd name="connsiteY2599" fmla="*/ 1480 h 968306"/>
              <a:gd name="connsiteX2600" fmla="*/ 3392710 w 5114885"/>
              <a:gd name="connsiteY2600" fmla="*/ 3099 h 968306"/>
              <a:gd name="connsiteX2601" fmla="*/ 3375946 w 5114885"/>
              <a:gd name="connsiteY2601" fmla="*/ 13577 h 968306"/>
              <a:gd name="connsiteX2602" fmla="*/ 3375946 w 5114885"/>
              <a:gd name="connsiteY2602" fmla="*/ 15196 h 968306"/>
              <a:gd name="connsiteX2603" fmla="*/ 3373850 w 5114885"/>
              <a:gd name="connsiteY2603" fmla="*/ 58630 h 968306"/>
              <a:gd name="connsiteX2604" fmla="*/ 3374327 w 5114885"/>
              <a:gd name="connsiteY2604" fmla="*/ 62821 h 968306"/>
              <a:gd name="connsiteX2605" fmla="*/ 3374803 w 5114885"/>
              <a:gd name="connsiteY2605" fmla="*/ 65964 h 968306"/>
              <a:gd name="connsiteX2606" fmla="*/ 3387947 w 5114885"/>
              <a:gd name="connsiteY2606" fmla="*/ 71679 h 968306"/>
              <a:gd name="connsiteX2607" fmla="*/ 3447669 w 5114885"/>
              <a:gd name="connsiteY2607" fmla="*/ 71108 h 968306"/>
              <a:gd name="connsiteX2608" fmla="*/ 3452908 w 5114885"/>
              <a:gd name="connsiteY2608" fmla="*/ 65869 h 968306"/>
              <a:gd name="connsiteX2609" fmla="*/ 3450336 w 5114885"/>
              <a:gd name="connsiteY2609" fmla="*/ 18720 h 968306"/>
              <a:gd name="connsiteX2610" fmla="*/ 3449765 w 5114885"/>
              <a:gd name="connsiteY2610" fmla="*/ 16625 h 968306"/>
              <a:gd name="connsiteX2611" fmla="*/ 3449765 w 5114885"/>
              <a:gd name="connsiteY2611" fmla="*/ 12434 h 968306"/>
              <a:gd name="connsiteX2612" fmla="*/ 3448241 w 5114885"/>
              <a:gd name="connsiteY2612" fmla="*/ 5576 h 968306"/>
              <a:gd name="connsiteX2613" fmla="*/ 3136487 w 5114885"/>
              <a:gd name="connsiteY2613" fmla="*/ 147593 h 968306"/>
              <a:gd name="connsiteX2614" fmla="*/ 3137535 w 5114885"/>
              <a:gd name="connsiteY2614" fmla="*/ 115113 h 968306"/>
              <a:gd name="connsiteX2615" fmla="*/ 3139631 w 5114885"/>
              <a:gd name="connsiteY2615" fmla="*/ 115685 h 968306"/>
              <a:gd name="connsiteX2616" fmla="*/ 3152204 w 5114885"/>
              <a:gd name="connsiteY2616" fmla="*/ 115685 h 968306"/>
              <a:gd name="connsiteX2617" fmla="*/ 3160586 w 5114885"/>
              <a:gd name="connsiteY2617" fmla="*/ 115685 h 968306"/>
              <a:gd name="connsiteX2618" fmla="*/ 3178397 w 5114885"/>
              <a:gd name="connsiteY2618" fmla="*/ 86824 h 968306"/>
              <a:gd name="connsiteX2619" fmla="*/ 3178397 w 5114885"/>
              <a:gd name="connsiteY2619" fmla="*/ 81585 h 968306"/>
              <a:gd name="connsiteX2620" fmla="*/ 3178874 w 5114885"/>
              <a:gd name="connsiteY2620" fmla="*/ 77870 h 968306"/>
              <a:gd name="connsiteX2621" fmla="*/ 3185160 w 5114885"/>
              <a:gd name="connsiteY2621" fmla="*/ 55868 h 968306"/>
              <a:gd name="connsiteX2622" fmla="*/ 3204020 w 5114885"/>
              <a:gd name="connsiteY2622" fmla="*/ 32817 h 968306"/>
              <a:gd name="connsiteX2623" fmla="*/ 3218116 w 5114885"/>
              <a:gd name="connsiteY2623" fmla="*/ 21863 h 968306"/>
              <a:gd name="connsiteX2624" fmla="*/ 3226499 w 5114885"/>
              <a:gd name="connsiteY2624" fmla="*/ 16625 h 968306"/>
              <a:gd name="connsiteX2625" fmla="*/ 3243263 w 5114885"/>
              <a:gd name="connsiteY2625" fmla="*/ 11957 h 968306"/>
              <a:gd name="connsiteX2626" fmla="*/ 3290411 w 5114885"/>
              <a:gd name="connsiteY2626" fmla="*/ 14053 h 968306"/>
              <a:gd name="connsiteX2627" fmla="*/ 3293078 w 5114885"/>
              <a:gd name="connsiteY2627" fmla="*/ 15101 h 968306"/>
              <a:gd name="connsiteX2628" fmla="*/ 3295650 w 5114885"/>
              <a:gd name="connsiteY2628" fmla="*/ 15672 h 968306"/>
              <a:gd name="connsiteX2629" fmla="*/ 3294603 w 5114885"/>
              <a:gd name="connsiteY2629" fmla="*/ 38151 h 968306"/>
              <a:gd name="connsiteX2630" fmla="*/ 3295174 w 5114885"/>
              <a:gd name="connsiteY2630" fmla="*/ 54915 h 968306"/>
              <a:gd name="connsiteX2631" fmla="*/ 3277362 w 5114885"/>
              <a:gd name="connsiteY2631" fmla="*/ 52820 h 968306"/>
              <a:gd name="connsiteX2632" fmla="*/ 3239167 w 5114885"/>
              <a:gd name="connsiteY2632" fmla="*/ 105207 h 968306"/>
              <a:gd name="connsiteX2633" fmla="*/ 3243358 w 5114885"/>
              <a:gd name="connsiteY2633" fmla="*/ 110922 h 968306"/>
              <a:gd name="connsiteX2634" fmla="*/ 3245453 w 5114885"/>
              <a:gd name="connsiteY2634" fmla="*/ 111970 h 968306"/>
              <a:gd name="connsiteX2635" fmla="*/ 3270028 w 5114885"/>
              <a:gd name="connsiteY2635" fmla="*/ 116161 h 968306"/>
              <a:gd name="connsiteX2636" fmla="*/ 3290411 w 5114885"/>
              <a:gd name="connsiteY2636" fmla="*/ 117780 h 968306"/>
              <a:gd name="connsiteX2637" fmla="*/ 3289935 w 5114885"/>
              <a:gd name="connsiteY2637" fmla="*/ 124067 h 968306"/>
              <a:gd name="connsiteX2638" fmla="*/ 3289459 w 5114885"/>
              <a:gd name="connsiteY2638" fmla="*/ 154451 h 968306"/>
              <a:gd name="connsiteX2639" fmla="*/ 3275362 w 5114885"/>
              <a:gd name="connsiteY2639" fmla="*/ 152356 h 968306"/>
              <a:gd name="connsiteX2640" fmla="*/ 3250692 w 5114885"/>
              <a:gd name="connsiteY2640" fmla="*/ 153975 h 968306"/>
              <a:gd name="connsiteX2641" fmla="*/ 3244977 w 5114885"/>
              <a:gd name="connsiteY2641" fmla="*/ 157118 h 968306"/>
              <a:gd name="connsiteX2642" fmla="*/ 3243358 w 5114885"/>
              <a:gd name="connsiteY2642" fmla="*/ 158738 h 968306"/>
              <a:gd name="connsiteX2643" fmla="*/ 3241739 w 5114885"/>
              <a:gd name="connsiteY2643" fmla="*/ 161309 h 968306"/>
              <a:gd name="connsiteX2644" fmla="*/ 3239167 w 5114885"/>
              <a:gd name="connsiteY2644" fmla="*/ 205886 h 968306"/>
              <a:gd name="connsiteX2645" fmla="*/ 3241262 w 5114885"/>
              <a:gd name="connsiteY2645" fmla="*/ 240462 h 968306"/>
              <a:gd name="connsiteX2646" fmla="*/ 3240786 w 5114885"/>
              <a:gd name="connsiteY2646" fmla="*/ 247796 h 968306"/>
              <a:gd name="connsiteX2647" fmla="*/ 3241262 w 5114885"/>
              <a:gd name="connsiteY2647" fmla="*/ 250940 h 968306"/>
              <a:gd name="connsiteX2648" fmla="*/ 3241262 w 5114885"/>
              <a:gd name="connsiteY2648" fmla="*/ 267132 h 968306"/>
              <a:gd name="connsiteX2649" fmla="*/ 3240215 w 5114885"/>
              <a:gd name="connsiteY2649" fmla="*/ 330473 h 968306"/>
              <a:gd name="connsiteX2650" fmla="*/ 3240215 w 5114885"/>
              <a:gd name="connsiteY2650" fmla="*/ 350952 h 968306"/>
              <a:gd name="connsiteX2651" fmla="*/ 3242310 w 5114885"/>
              <a:gd name="connsiteY2651" fmla="*/ 364573 h 968306"/>
              <a:gd name="connsiteX2652" fmla="*/ 3242310 w 5114885"/>
              <a:gd name="connsiteY2652" fmla="*/ 372479 h 968306"/>
              <a:gd name="connsiteX2653" fmla="*/ 3196209 w 5114885"/>
              <a:gd name="connsiteY2653" fmla="*/ 374098 h 968306"/>
              <a:gd name="connsiteX2654" fmla="*/ 3186303 w 5114885"/>
              <a:gd name="connsiteY2654" fmla="*/ 373526 h 968306"/>
              <a:gd name="connsiteX2655" fmla="*/ 3181064 w 5114885"/>
              <a:gd name="connsiteY2655" fmla="*/ 374098 h 968306"/>
              <a:gd name="connsiteX2656" fmla="*/ 3181636 w 5114885"/>
              <a:gd name="connsiteY2656" fmla="*/ 370955 h 968306"/>
              <a:gd name="connsiteX2657" fmla="*/ 3180588 w 5114885"/>
              <a:gd name="connsiteY2657" fmla="*/ 361525 h 968306"/>
              <a:gd name="connsiteX2658" fmla="*/ 3180588 w 5114885"/>
              <a:gd name="connsiteY2658" fmla="*/ 329045 h 968306"/>
              <a:gd name="connsiteX2659" fmla="*/ 3179540 w 5114885"/>
              <a:gd name="connsiteY2659" fmla="*/ 312757 h 968306"/>
              <a:gd name="connsiteX2660" fmla="*/ 3178969 w 5114885"/>
              <a:gd name="connsiteY2660" fmla="*/ 263036 h 968306"/>
              <a:gd name="connsiteX2661" fmla="*/ 3178493 w 5114885"/>
              <a:gd name="connsiteY2661" fmla="*/ 213792 h 968306"/>
              <a:gd name="connsiteX2662" fmla="*/ 3180112 w 5114885"/>
              <a:gd name="connsiteY2662" fmla="*/ 196552 h 968306"/>
              <a:gd name="connsiteX2663" fmla="*/ 3179636 w 5114885"/>
              <a:gd name="connsiteY2663" fmla="*/ 172454 h 968306"/>
              <a:gd name="connsiteX2664" fmla="*/ 3179064 w 5114885"/>
              <a:gd name="connsiteY2664" fmla="*/ 168739 h 968306"/>
              <a:gd name="connsiteX2665" fmla="*/ 3178016 w 5114885"/>
              <a:gd name="connsiteY2665" fmla="*/ 163976 h 968306"/>
              <a:gd name="connsiteX2666" fmla="*/ 3176397 w 5114885"/>
              <a:gd name="connsiteY2666" fmla="*/ 158738 h 968306"/>
              <a:gd name="connsiteX2667" fmla="*/ 3150680 w 5114885"/>
              <a:gd name="connsiteY2667" fmla="*/ 152927 h 968306"/>
              <a:gd name="connsiteX2668" fmla="*/ 3139726 w 5114885"/>
              <a:gd name="connsiteY2668" fmla="*/ 152927 h 968306"/>
              <a:gd name="connsiteX2669" fmla="*/ 3136583 w 5114885"/>
              <a:gd name="connsiteY2669" fmla="*/ 153499 h 968306"/>
              <a:gd name="connsiteX2670" fmla="*/ 3136583 w 5114885"/>
              <a:gd name="connsiteY2670" fmla="*/ 147784 h 968306"/>
              <a:gd name="connsiteX2671" fmla="*/ 3166396 w 5114885"/>
              <a:gd name="connsiteY2671" fmla="*/ 104636 h 968306"/>
              <a:gd name="connsiteX2672" fmla="*/ 3153251 w 5114885"/>
              <a:gd name="connsiteY2672" fmla="*/ 105683 h 968306"/>
              <a:gd name="connsiteX2673" fmla="*/ 3139631 w 5114885"/>
              <a:gd name="connsiteY2673" fmla="*/ 105112 h 968306"/>
              <a:gd name="connsiteX2674" fmla="*/ 3126486 w 5114885"/>
              <a:gd name="connsiteY2674" fmla="*/ 110827 h 968306"/>
              <a:gd name="connsiteX2675" fmla="*/ 3126486 w 5114885"/>
              <a:gd name="connsiteY2675" fmla="*/ 147498 h 968306"/>
              <a:gd name="connsiteX2676" fmla="*/ 3133249 w 5114885"/>
              <a:gd name="connsiteY2676" fmla="*/ 163214 h 968306"/>
              <a:gd name="connsiteX2677" fmla="*/ 3167348 w 5114885"/>
              <a:gd name="connsiteY2677" fmla="*/ 164262 h 968306"/>
              <a:gd name="connsiteX2678" fmla="*/ 3169444 w 5114885"/>
              <a:gd name="connsiteY2678" fmla="*/ 172644 h 968306"/>
              <a:gd name="connsiteX2679" fmla="*/ 3169920 w 5114885"/>
              <a:gd name="connsiteY2679" fmla="*/ 196742 h 968306"/>
              <a:gd name="connsiteX2680" fmla="*/ 3168396 w 5114885"/>
              <a:gd name="connsiteY2680" fmla="*/ 213983 h 968306"/>
              <a:gd name="connsiteX2681" fmla="*/ 3168872 w 5114885"/>
              <a:gd name="connsiteY2681" fmla="*/ 263798 h 968306"/>
              <a:gd name="connsiteX2682" fmla="*/ 3169349 w 5114885"/>
              <a:gd name="connsiteY2682" fmla="*/ 313043 h 968306"/>
              <a:gd name="connsiteX2683" fmla="*/ 3170396 w 5114885"/>
              <a:gd name="connsiteY2683" fmla="*/ 327711 h 968306"/>
              <a:gd name="connsiteX2684" fmla="*/ 3169825 w 5114885"/>
              <a:gd name="connsiteY2684" fmla="*/ 360668 h 968306"/>
              <a:gd name="connsiteX2685" fmla="*/ 3170396 w 5114885"/>
              <a:gd name="connsiteY2685" fmla="*/ 373241 h 968306"/>
              <a:gd name="connsiteX2686" fmla="*/ 3169825 w 5114885"/>
              <a:gd name="connsiteY2686" fmla="*/ 375336 h 968306"/>
              <a:gd name="connsiteX2687" fmla="*/ 3169825 w 5114885"/>
              <a:gd name="connsiteY2687" fmla="*/ 377908 h 968306"/>
              <a:gd name="connsiteX2688" fmla="*/ 3187160 w 5114885"/>
              <a:gd name="connsiteY2688" fmla="*/ 383147 h 968306"/>
              <a:gd name="connsiteX2689" fmla="*/ 3195542 w 5114885"/>
              <a:gd name="connsiteY2689" fmla="*/ 383718 h 968306"/>
              <a:gd name="connsiteX2690" fmla="*/ 3231737 w 5114885"/>
              <a:gd name="connsiteY2690" fmla="*/ 382670 h 968306"/>
              <a:gd name="connsiteX2691" fmla="*/ 3252121 w 5114885"/>
              <a:gd name="connsiteY2691" fmla="*/ 363335 h 968306"/>
              <a:gd name="connsiteX2692" fmla="*/ 3250025 w 5114885"/>
              <a:gd name="connsiteY2692" fmla="*/ 350285 h 968306"/>
              <a:gd name="connsiteX2693" fmla="*/ 3250025 w 5114885"/>
              <a:gd name="connsiteY2693" fmla="*/ 330854 h 968306"/>
              <a:gd name="connsiteX2694" fmla="*/ 3251073 w 5114885"/>
              <a:gd name="connsiteY2694" fmla="*/ 266942 h 968306"/>
              <a:gd name="connsiteX2695" fmla="*/ 3251073 w 5114885"/>
              <a:gd name="connsiteY2695" fmla="*/ 249130 h 968306"/>
              <a:gd name="connsiteX2696" fmla="*/ 3250597 w 5114885"/>
              <a:gd name="connsiteY2696" fmla="*/ 246463 h 968306"/>
              <a:gd name="connsiteX2697" fmla="*/ 3251073 w 5114885"/>
              <a:gd name="connsiteY2697" fmla="*/ 240653 h 968306"/>
              <a:gd name="connsiteX2698" fmla="*/ 3248978 w 5114885"/>
              <a:gd name="connsiteY2698" fmla="*/ 205601 h 968306"/>
              <a:gd name="connsiteX2699" fmla="*/ 3252121 w 5114885"/>
              <a:gd name="connsiteY2699" fmla="*/ 164167 h 968306"/>
              <a:gd name="connsiteX2700" fmla="*/ 3258407 w 5114885"/>
              <a:gd name="connsiteY2700" fmla="*/ 163119 h 968306"/>
              <a:gd name="connsiteX2701" fmla="*/ 3289840 w 5114885"/>
              <a:gd name="connsiteY2701" fmla="*/ 164167 h 968306"/>
              <a:gd name="connsiteX2702" fmla="*/ 3299270 w 5114885"/>
              <a:gd name="connsiteY2702" fmla="*/ 152642 h 968306"/>
              <a:gd name="connsiteX2703" fmla="*/ 3299746 w 5114885"/>
              <a:gd name="connsiteY2703" fmla="*/ 123781 h 968306"/>
              <a:gd name="connsiteX2704" fmla="*/ 3300222 w 5114885"/>
              <a:gd name="connsiteY2704" fmla="*/ 114351 h 968306"/>
              <a:gd name="connsiteX2705" fmla="*/ 3291840 w 5114885"/>
              <a:gd name="connsiteY2705" fmla="*/ 107588 h 968306"/>
              <a:gd name="connsiteX2706" fmla="*/ 3270314 w 5114885"/>
              <a:gd name="connsiteY2706" fmla="*/ 105969 h 968306"/>
              <a:gd name="connsiteX2707" fmla="*/ 3248882 w 5114885"/>
              <a:gd name="connsiteY2707" fmla="*/ 102826 h 968306"/>
              <a:gd name="connsiteX2708" fmla="*/ 3277172 w 5114885"/>
              <a:gd name="connsiteY2708" fmla="*/ 63011 h 968306"/>
              <a:gd name="connsiteX2709" fmla="*/ 3299174 w 5114885"/>
              <a:gd name="connsiteY2709" fmla="*/ 65107 h 968306"/>
              <a:gd name="connsiteX2710" fmla="*/ 3304889 w 5114885"/>
              <a:gd name="connsiteY2710" fmla="*/ 60344 h 968306"/>
              <a:gd name="connsiteX2711" fmla="*/ 3305937 w 5114885"/>
              <a:gd name="connsiteY2711" fmla="*/ 12719 h 968306"/>
              <a:gd name="connsiteX2712" fmla="*/ 3294412 w 5114885"/>
              <a:gd name="connsiteY2712" fmla="*/ 4814 h 968306"/>
              <a:gd name="connsiteX2713" fmla="*/ 3242024 w 5114885"/>
              <a:gd name="connsiteY2713" fmla="*/ 1194 h 968306"/>
              <a:gd name="connsiteX2714" fmla="*/ 3239453 w 5114885"/>
              <a:gd name="connsiteY2714" fmla="*/ 2242 h 968306"/>
              <a:gd name="connsiteX2715" fmla="*/ 3222117 w 5114885"/>
              <a:gd name="connsiteY2715" fmla="*/ 6909 h 968306"/>
              <a:gd name="connsiteX2716" fmla="*/ 3212687 w 5114885"/>
              <a:gd name="connsiteY2716" fmla="*/ 12719 h 968306"/>
              <a:gd name="connsiteX2717" fmla="*/ 3196495 w 5114885"/>
              <a:gd name="connsiteY2717" fmla="*/ 25292 h 968306"/>
              <a:gd name="connsiteX2718" fmla="*/ 3176588 w 5114885"/>
              <a:gd name="connsiteY2718" fmla="*/ 50438 h 968306"/>
              <a:gd name="connsiteX2719" fmla="*/ 3168206 w 5114885"/>
              <a:gd name="connsiteY2719" fmla="*/ 77680 h 968306"/>
              <a:gd name="connsiteX2720" fmla="*/ 3168206 w 5114885"/>
              <a:gd name="connsiteY2720" fmla="*/ 86538 h 968306"/>
              <a:gd name="connsiteX2721" fmla="*/ 3166110 w 5114885"/>
              <a:gd name="connsiteY2721" fmla="*/ 104350 h 968306"/>
              <a:gd name="connsiteX2722" fmla="*/ 2760155 w 5114885"/>
              <a:gd name="connsiteY2722" fmla="*/ 367811 h 968306"/>
              <a:gd name="connsiteX2723" fmla="*/ 2738152 w 5114885"/>
              <a:gd name="connsiteY2723" fmla="*/ 368383 h 968306"/>
              <a:gd name="connsiteX2724" fmla="*/ 2732913 w 5114885"/>
              <a:gd name="connsiteY2724" fmla="*/ 368383 h 968306"/>
              <a:gd name="connsiteX2725" fmla="*/ 2733389 w 5114885"/>
              <a:gd name="connsiteY2725" fmla="*/ 359429 h 968306"/>
              <a:gd name="connsiteX2726" fmla="*/ 2728151 w 5114885"/>
              <a:gd name="connsiteY2726" fmla="*/ 110065 h 968306"/>
              <a:gd name="connsiteX2727" fmla="*/ 2729198 w 5114885"/>
              <a:gd name="connsiteY2727" fmla="*/ 23102 h 968306"/>
              <a:gd name="connsiteX2728" fmla="*/ 2729198 w 5114885"/>
              <a:gd name="connsiteY2728" fmla="*/ 15291 h 968306"/>
              <a:gd name="connsiteX2729" fmla="*/ 2734437 w 5114885"/>
              <a:gd name="connsiteY2729" fmla="*/ 15291 h 968306"/>
              <a:gd name="connsiteX2730" fmla="*/ 2784729 w 5114885"/>
              <a:gd name="connsiteY2730" fmla="*/ 13672 h 968306"/>
              <a:gd name="connsiteX2731" fmla="*/ 2785205 w 5114885"/>
              <a:gd name="connsiteY2731" fmla="*/ 44533 h 968306"/>
              <a:gd name="connsiteX2732" fmla="*/ 2788920 w 5114885"/>
              <a:gd name="connsiteY2732" fmla="*/ 139878 h 968306"/>
              <a:gd name="connsiteX2733" fmla="*/ 2791016 w 5114885"/>
              <a:gd name="connsiteY2733" fmla="*/ 184931 h 968306"/>
              <a:gd name="connsiteX2734" fmla="*/ 2791492 w 5114885"/>
              <a:gd name="connsiteY2734" fmla="*/ 189122 h 968306"/>
              <a:gd name="connsiteX2735" fmla="*/ 2793016 w 5114885"/>
              <a:gd name="connsiteY2735" fmla="*/ 192266 h 968306"/>
              <a:gd name="connsiteX2736" fmla="*/ 2806637 w 5114885"/>
              <a:gd name="connsiteY2736" fmla="*/ 201695 h 968306"/>
              <a:gd name="connsiteX2737" fmla="*/ 2820257 w 5114885"/>
              <a:gd name="connsiteY2737" fmla="*/ 190742 h 968306"/>
              <a:gd name="connsiteX2738" fmla="*/ 2896267 w 5114885"/>
              <a:gd name="connsiteY2738" fmla="*/ 116351 h 968306"/>
              <a:gd name="connsiteX2739" fmla="*/ 2901982 w 5114885"/>
              <a:gd name="connsiteY2739" fmla="*/ 116351 h 968306"/>
              <a:gd name="connsiteX2740" fmla="*/ 2918746 w 5114885"/>
              <a:gd name="connsiteY2740" fmla="*/ 115304 h 968306"/>
              <a:gd name="connsiteX2741" fmla="*/ 2929223 w 5114885"/>
              <a:gd name="connsiteY2741" fmla="*/ 114732 h 968306"/>
              <a:gd name="connsiteX2742" fmla="*/ 2933891 w 5114885"/>
              <a:gd name="connsiteY2742" fmla="*/ 114732 h 968306"/>
              <a:gd name="connsiteX2743" fmla="*/ 2956370 w 5114885"/>
              <a:gd name="connsiteY2743" fmla="*/ 115780 h 968306"/>
              <a:gd name="connsiteX2744" fmla="*/ 2938082 w 5114885"/>
              <a:gd name="connsiteY2744" fmla="*/ 132068 h 968306"/>
              <a:gd name="connsiteX2745" fmla="*/ 2913507 w 5114885"/>
              <a:gd name="connsiteY2745" fmla="*/ 158261 h 968306"/>
              <a:gd name="connsiteX2746" fmla="*/ 2910840 w 5114885"/>
              <a:gd name="connsiteY2746" fmla="*/ 159881 h 968306"/>
              <a:gd name="connsiteX2747" fmla="*/ 2907221 w 5114885"/>
              <a:gd name="connsiteY2747" fmla="*/ 162452 h 968306"/>
              <a:gd name="connsiteX2748" fmla="*/ 2872169 w 5114885"/>
              <a:gd name="connsiteY2748" fmla="*/ 204362 h 968306"/>
              <a:gd name="connsiteX2749" fmla="*/ 2876836 w 5114885"/>
              <a:gd name="connsiteY2749" fmla="*/ 222174 h 968306"/>
              <a:gd name="connsiteX2750" fmla="*/ 2879408 w 5114885"/>
              <a:gd name="connsiteY2750" fmla="*/ 224270 h 968306"/>
              <a:gd name="connsiteX2751" fmla="*/ 2881979 w 5114885"/>
              <a:gd name="connsiteY2751" fmla="*/ 227413 h 968306"/>
              <a:gd name="connsiteX2752" fmla="*/ 2885123 w 5114885"/>
              <a:gd name="connsiteY2752" fmla="*/ 232652 h 968306"/>
              <a:gd name="connsiteX2753" fmla="*/ 2887695 w 5114885"/>
              <a:gd name="connsiteY2753" fmla="*/ 235795 h 968306"/>
              <a:gd name="connsiteX2754" fmla="*/ 2909221 w 5114885"/>
              <a:gd name="connsiteY2754" fmla="*/ 265132 h 968306"/>
              <a:gd name="connsiteX2755" fmla="*/ 2954846 w 5114885"/>
              <a:gd name="connsiteY2755" fmla="*/ 336950 h 968306"/>
              <a:gd name="connsiteX2756" fmla="*/ 2966847 w 5114885"/>
              <a:gd name="connsiteY2756" fmla="*/ 357905 h 968306"/>
              <a:gd name="connsiteX2757" fmla="*/ 2974753 w 5114885"/>
              <a:gd name="connsiteY2757" fmla="*/ 371526 h 968306"/>
              <a:gd name="connsiteX2758" fmla="*/ 2976848 w 5114885"/>
              <a:gd name="connsiteY2758" fmla="*/ 374669 h 968306"/>
              <a:gd name="connsiteX2759" fmla="*/ 2970086 w 5114885"/>
              <a:gd name="connsiteY2759" fmla="*/ 373622 h 968306"/>
              <a:gd name="connsiteX2760" fmla="*/ 2963799 w 5114885"/>
              <a:gd name="connsiteY2760" fmla="*/ 373622 h 968306"/>
              <a:gd name="connsiteX2761" fmla="*/ 2929699 w 5114885"/>
              <a:gd name="connsiteY2761" fmla="*/ 372002 h 968306"/>
              <a:gd name="connsiteX2762" fmla="*/ 2909316 w 5114885"/>
              <a:gd name="connsiteY2762" fmla="*/ 370383 h 968306"/>
              <a:gd name="connsiteX2763" fmla="*/ 2900934 w 5114885"/>
              <a:gd name="connsiteY2763" fmla="*/ 370955 h 968306"/>
              <a:gd name="connsiteX2764" fmla="*/ 2898362 w 5114885"/>
              <a:gd name="connsiteY2764" fmla="*/ 365240 h 968306"/>
              <a:gd name="connsiteX2765" fmla="*/ 2895219 w 5114885"/>
              <a:gd name="connsiteY2765" fmla="*/ 360001 h 968306"/>
              <a:gd name="connsiteX2766" fmla="*/ 2892076 w 5114885"/>
              <a:gd name="connsiteY2766" fmla="*/ 353238 h 968306"/>
              <a:gd name="connsiteX2767" fmla="*/ 2888933 w 5114885"/>
              <a:gd name="connsiteY2767" fmla="*/ 346952 h 968306"/>
              <a:gd name="connsiteX2768" fmla="*/ 2879503 w 5114885"/>
              <a:gd name="connsiteY2768" fmla="*/ 331235 h 968306"/>
              <a:gd name="connsiteX2769" fmla="*/ 2876360 w 5114885"/>
              <a:gd name="connsiteY2769" fmla="*/ 324949 h 968306"/>
              <a:gd name="connsiteX2770" fmla="*/ 2871597 w 5114885"/>
              <a:gd name="connsiteY2770" fmla="*/ 316567 h 968306"/>
              <a:gd name="connsiteX2771" fmla="*/ 2850642 w 5114885"/>
              <a:gd name="connsiteY2771" fmla="*/ 283039 h 968306"/>
              <a:gd name="connsiteX2772" fmla="*/ 2848070 w 5114885"/>
              <a:gd name="connsiteY2772" fmla="*/ 279324 h 968306"/>
              <a:gd name="connsiteX2773" fmla="*/ 2840736 w 5114885"/>
              <a:gd name="connsiteY2773" fmla="*/ 269418 h 968306"/>
              <a:gd name="connsiteX2774" fmla="*/ 2815114 w 5114885"/>
              <a:gd name="connsiteY2774" fmla="*/ 262655 h 968306"/>
              <a:gd name="connsiteX2775" fmla="*/ 2797778 w 5114885"/>
              <a:gd name="connsiteY2775" fmla="*/ 275228 h 968306"/>
              <a:gd name="connsiteX2776" fmla="*/ 2791016 w 5114885"/>
              <a:gd name="connsiteY2776" fmla="*/ 285134 h 968306"/>
              <a:gd name="connsiteX2777" fmla="*/ 2791016 w 5114885"/>
              <a:gd name="connsiteY2777" fmla="*/ 346380 h 968306"/>
              <a:gd name="connsiteX2778" fmla="*/ 2790444 w 5114885"/>
              <a:gd name="connsiteY2778" fmla="*/ 350095 h 968306"/>
              <a:gd name="connsiteX2779" fmla="*/ 2790444 w 5114885"/>
              <a:gd name="connsiteY2779" fmla="*/ 353238 h 968306"/>
              <a:gd name="connsiteX2780" fmla="*/ 2789968 w 5114885"/>
              <a:gd name="connsiteY2780" fmla="*/ 367907 h 968306"/>
              <a:gd name="connsiteX2781" fmla="*/ 2760059 w 5114885"/>
              <a:gd name="connsiteY2781" fmla="*/ 367907 h 968306"/>
              <a:gd name="connsiteX2782" fmla="*/ 2722436 w 5114885"/>
              <a:gd name="connsiteY2782" fmla="*/ 370955 h 968306"/>
              <a:gd name="connsiteX2783" fmla="*/ 2729770 w 5114885"/>
              <a:gd name="connsiteY2783" fmla="*/ 378289 h 968306"/>
              <a:gd name="connsiteX2784" fmla="*/ 2791111 w 5114885"/>
              <a:gd name="connsiteY2784" fmla="*/ 377717 h 968306"/>
              <a:gd name="connsiteX2785" fmla="*/ 2800541 w 5114885"/>
              <a:gd name="connsiteY2785" fmla="*/ 372002 h 968306"/>
              <a:gd name="connsiteX2786" fmla="*/ 2800541 w 5114885"/>
              <a:gd name="connsiteY2786" fmla="*/ 354191 h 968306"/>
              <a:gd name="connsiteX2787" fmla="*/ 2800541 w 5114885"/>
              <a:gd name="connsiteY2787" fmla="*/ 351524 h 968306"/>
              <a:gd name="connsiteX2788" fmla="*/ 2801017 w 5114885"/>
              <a:gd name="connsiteY2788" fmla="*/ 345237 h 968306"/>
              <a:gd name="connsiteX2789" fmla="*/ 2802636 w 5114885"/>
              <a:gd name="connsiteY2789" fmla="*/ 283991 h 968306"/>
              <a:gd name="connsiteX2790" fmla="*/ 2805779 w 5114885"/>
              <a:gd name="connsiteY2790" fmla="*/ 282372 h 968306"/>
              <a:gd name="connsiteX2791" fmla="*/ 2821020 w 5114885"/>
              <a:gd name="connsiteY2791" fmla="*/ 270847 h 968306"/>
              <a:gd name="connsiteX2792" fmla="*/ 2824734 w 5114885"/>
              <a:gd name="connsiteY2792" fmla="*/ 268180 h 968306"/>
              <a:gd name="connsiteX2793" fmla="*/ 2840450 w 5114885"/>
              <a:gd name="connsiteY2793" fmla="*/ 284944 h 968306"/>
              <a:gd name="connsiteX2794" fmla="*/ 2843594 w 5114885"/>
              <a:gd name="connsiteY2794" fmla="*/ 289706 h 968306"/>
              <a:gd name="connsiteX2795" fmla="*/ 2864549 w 5114885"/>
              <a:gd name="connsiteY2795" fmla="*/ 323234 h 968306"/>
              <a:gd name="connsiteX2796" fmla="*/ 2868740 w 5114885"/>
              <a:gd name="connsiteY2796" fmla="*/ 331045 h 968306"/>
              <a:gd name="connsiteX2797" fmla="*/ 2869787 w 5114885"/>
              <a:gd name="connsiteY2797" fmla="*/ 333712 h 968306"/>
              <a:gd name="connsiteX2798" fmla="*/ 2870835 w 5114885"/>
              <a:gd name="connsiteY2798" fmla="*/ 336379 h 968306"/>
              <a:gd name="connsiteX2799" fmla="*/ 2882360 w 5114885"/>
              <a:gd name="connsiteY2799" fmla="*/ 354191 h 968306"/>
              <a:gd name="connsiteX2800" fmla="*/ 2887028 w 5114885"/>
              <a:gd name="connsiteY2800" fmla="*/ 365144 h 968306"/>
              <a:gd name="connsiteX2801" fmla="*/ 2889695 w 5114885"/>
              <a:gd name="connsiteY2801" fmla="*/ 370383 h 968306"/>
              <a:gd name="connsiteX2802" fmla="*/ 2900172 w 5114885"/>
              <a:gd name="connsiteY2802" fmla="*/ 380861 h 968306"/>
              <a:gd name="connsiteX2803" fmla="*/ 2909602 w 5114885"/>
              <a:gd name="connsiteY2803" fmla="*/ 380289 h 968306"/>
              <a:gd name="connsiteX2804" fmla="*/ 2929509 w 5114885"/>
              <a:gd name="connsiteY2804" fmla="*/ 381813 h 968306"/>
              <a:gd name="connsiteX2805" fmla="*/ 2966180 w 5114885"/>
              <a:gd name="connsiteY2805" fmla="*/ 383909 h 968306"/>
              <a:gd name="connsiteX2806" fmla="*/ 2969800 w 5114885"/>
              <a:gd name="connsiteY2806" fmla="*/ 383337 h 968306"/>
              <a:gd name="connsiteX2807" fmla="*/ 2984468 w 5114885"/>
              <a:gd name="connsiteY2807" fmla="*/ 383337 h 968306"/>
              <a:gd name="connsiteX2808" fmla="*/ 2989707 w 5114885"/>
              <a:gd name="connsiteY2808" fmla="*/ 373907 h 968306"/>
              <a:gd name="connsiteX2809" fmla="*/ 2974562 w 5114885"/>
              <a:gd name="connsiteY2809" fmla="*/ 350857 h 968306"/>
              <a:gd name="connsiteX2810" fmla="*/ 2963513 w 5114885"/>
              <a:gd name="connsiteY2810" fmla="*/ 330950 h 968306"/>
              <a:gd name="connsiteX2811" fmla="*/ 2917984 w 5114885"/>
              <a:gd name="connsiteY2811" fmla="*/ 259703 h 968306"/>
              <a:gd name="connsiteX2812" fmla="*/ 2897029 w 5114885"/>
              <a:gd name="connsiteY2812" fmla="*/ 230366 h 968306"/>
              <a:gd name="connsiteX2813" fmla="*/ 2894933 w 5114885"/>
              <a:gd name="connsiteY2813" fmla="*/ 227222 h 968306"/>
              <a:gd name="connsiteX2814" fmla="*/ 2892362 w 5114885"/>
              <a:gd name="connsiteY2814" fmla="*/ 225127 h 968306"/>
              <a:gd name="connsiteX2815" fmla="*/ 2887123 w 5114885"/>
              <a:gd name="connsiteY2815" fmla="*/ 217221 h 968306"/>
              <a:gd name="connsiteX2816" fmla="*/ 2884551 w 5114885"/>
              <a:gd name="connsiteY2816" fmla="*/ 214554 h 968306"/>
              <a:gd name="connsiteX2817" fmla="*/ 2880932 w 5114885"/>
              <a:gd name="connsiteY2817" fmla="*/ 209315 h 968306"/>
              <a:gd name="connsiteX2818" fmla="*/ 2914460 w 5114885"/>
              <a:gd name="connsiteY2818" fmla="*/ 169501 h 968306"/>
              <a:gd name="connsiteX2819" fmla="*/ 2918174 w 5114885"/>
              <a:gd name="connsiteY2819" fmla="*/ 166834 h 968306"/>
              <a:gd name="connsiteX2820" fmla="*/ 2921318 w 5114885"/>
              <a:gd name="connsiteY2820" fmla="*/ 164738 h 968306"/>
              <a:gd name="connsiteX2821" fmla="*/ 2945892 w 5114885"/>
              <a:gd name="connsiteY2821" fmla="*/ 138545 h 968306"/>
              <a:gd name="connsiteX2822" fmla="*/ 2971610 w 5114885"/>
              <a:gd name="connsiteY2822" fmla="*/ 113970 h 968306"/>
              <a:gd name="connsiteX2823" fmla="*/ 2971610 w 5114885"/>
              <a:gd name="connsiteY2823" fmla="*/ 107207 h 968306"/>
              <a:gd name="connsiteX2824" fmla="*/ 2966942 w 5114885"/>
              <a:gd name="connsiteY2824" fmla="*/ 106160 h 968306"/>
              <a:gd name="connsiteX2825" fmla="*/ 2960180 w 5114885"/>
              <a:gd name="connsiteY2825" fmla="*/ 106160 h 968306"/>
              <a:gd name="connsiteX2826" fmla="*/ 2933510 w 5114885"/>
              <a:gd name="connsiteY2826" fmla="*/ 104064 h 968306"/>
              <a:gd name="connsiteX2827" fmla="*/ 2929319 w 5114885"/>
              <a:gd name="connsiteY2827" fmla="*/ 104064 h 968306"/>
              <a:gd name="connsiteX2828" fmla="*/ 2918841 w 5114885"/>
              <a:gd name="connsiteY2828" fmla="*/ 105112 h 968306"/>
              <a:gd name="connsiteX2829" fmla="*/ 2902553 w 5114885"/>
              <a:gd name="connsiteY2829" fmla="*/ 106160 h 968306"/>
              <a:gd name="connsiteX2830" fmla="*/ 2887885 w 5114885"/>
              <a:gd name="connsiteY2830" fmla="*/ 111398 h 968306"/>
              <a:gd name="connsiteX2831" fmla="*/ 2813971 w 5114885"/>
              <a:gd name="connsiteY2831" fmla="*/ 183217 h 968306"/>
              <a:gd name="connsiteX2832" fmla="*/ 2803493 w 5114885"/>
              <a:gd name="connsiteY2832" fmla="*/ 190551 h 968306"/>
              <a:gd name="connsiteX2833" fmla="*/ 2801398 w 5114885"/>
              <a:gd name="connsiteY2833" fmla="*/ 185884 h 968306"/>
              <a:gd name="connsiteX2834" fmla="*/ 2799303 w 5114885"/>
              <a:gd name="connsiteY2834" fmla="*/ 138735 h 968306"/>
              <a:gd name="connsiteX2835" fmla="*/ 2795588 w 5114885"/>
              <a:gd name="connsiteY2835" fmla="*/ 44438 h 968306"/>
              <a:gd name="connsiteX2836" fmla="*/ 2795111 w 5114885"/>
              <a:gd name="connsiteY2836" fmla="*/ 7766 h 968306"/>
              <a:gd name="connsiteX2837" fmla="*/ 2789396 w 5114885"/>
              <a:gd name="connsiteY2837" fmla="*/ 3004 h 968306"/>
              <a:gd name="connsiteX2838" fmla="*/ 2727579 w 5114885"/>
              <a:gd name="connsiteY2838" fmla="*/ 5099 h 968306"/>
              <a:gd name="connsiteX2839" fmla="*/ 2719769 w 5114885"/>
              <a:gd name="connsiteY2839" fmla="*/ 14529 h 968306"/>
              <a:gd name="connsiteX2840" fmla="*/ 2719769 w 5114885"/>
              <a:gd name="connsiteY2840" fmla="*/ 22340 h 968306"/>
              <a:gd name="connsiteX2841" fmla="*/ 2718721 w 5114885"/>
              <a:gd name="connsiteY2841" fmla="*/ 109779 h 968306"/>
              <a:gd name="connsiteX2842" fmla="*/ 2723388 w 5114885"/>
              <a:gd name="connsiteY2842" fmla="*/ 358572 h 968306"/>
              <a:gd name="connsiteX2843" fmla="*/ 2723388 w 5114885"/>
              <a:gd name="connsiteY2843" fmla="*/ 367526 h 968306"/>
              <a:gd name="connsiteX2844" fmla="*/ 2722912 w 5114885"/>
              <a:gd name="connsiteY2844" fmla="*/ 370669 h 968306"/>
              <a:gd name="connsiteX2845" fmla="*/ 2588895 w 5114885"/>
              <a:gd name="connsiteY2845" fmla="*/ 374098 h 968306"/>
              <a:gd name="connsiteX2846" fmla="*/ 2590514 w 5114885"/>
              <a:gd name="connsiteY2846" fmla="*/ 305994 h 968306"/>
              <a:gd name="connsiteX2847" fmla="*/ 2590991 w 5114885"/>
              <a:gd name="connsiteY2847" fmla="*/ 268275 h 968306"/>
              <a:gd name="connsiteX2848" fmla="*/ 2590991 w 5114885"/>
              <a:gd name="connsiteY2848" fmla="*/ 225317 h 968306"/>
              <a:gd name="connsiteX2849" fmla="*/ 2588895 w 5114885"/>
              <a:gd name="connsiteY2849" fmla="*/ 205410 h 968306"/>
              <a:gd name="connsiteX2850" fmla="*/ 2587371 w 5114885"/>
              <a:gd name="connsiteY2850" fmla="*/ 197028 h 968306"/>
              <a:gd name="connsiteX2851" fmla="*/ 2538127 w 5114885"/>
              <a:gd name="connsiteY2851" fmla="*/ 151975 h 968306"/>
              <a:gd name="connsiteX2852" fmla="*/ 2494121 w 5114885"/>
              <a:gd name="connsiteY2852" fmla="*/ 169787 h 968306"/>
              <a:gd name="connsiteX2853" fmla="*/ 2477357 w 5114885"/>
              <a:gd name="connsiteY2853" fmla="*/ 202743 h 968306"/>
              <a:gd name="connsiteX2854" fmla="*/ 2476310 w 5114885"/>
              <a:gd name="connsiteY2854" fmla="*/ 207982 h 968306"/>
              <a:gd name="connsiteX2855" fmla="*/ 2471642 w 5114885"/>
              <a:gd name="connsiteY2855" fmla="*/ 225794 h 968306"/>
              <a:gd name="connsiteX2856" fmla="*/ 2473166 w 5114885"/>
              <a:gd name="connsiteY2856" fmla="*/ 298660 h 968306"/>
              <a:gd name="connsiteX2857" fmla="*/ 2472690 w 5114885"/>
              <a:gd name="connsiteY2857" fmla="*/ 353143 h 968306"/>
              <a:gd name="connsiteX2858" fmla="*/ 2472214 w 5114885"/>
              <a:gd name="connsiteY2858" fmla="*/ 372002 h 968306"/>
              <a:gd name="connsiteX2859" fmla="*/ 2448592 w 5114885"/>
              <a:gd name="connsiteY2859" fmla="*/ 373622 h 968306"/>
              <a:gd name="connsiteX2860" fmla="*/ 2421350 w 5114885"/>
              <a:gd name="connsiteY2860" fmla="*/ 372574 h 968306"/>
              <a:gd name="connsiteX2861" fmla="*/ 2414016 w 5114885"/>
              <a:gd name="connsiteY2861" fmla="*/ 373145 h 968306"/>
              <a:gd name="connsiteX2862" fmla="*/ 2412968 w 5114885"/>
              <a:gd name="connsiteY2862" fmla="*/ 140545 h 968306"/>
              <a:gd name="connsiteX2863" fmla="*/ 2416588 w 5114885"/>
              <a:gd name="connsiteY2863" fmla="*/ 114351 h 968306"/>
              <a:gd name="connsiteX2864" fmla="*/ 2424494 w 5114885"/>
              <a:gd name="connsiteY2864" fmla="*/ 113780 h 968306"/>
              <a:gd name="connsiteX2865" fmla="*/ 2436495 w 5114885"/>
              <a:gd name="connsiteY2865" fmla="*/ 113208 h 968306"/>
              <a:gd name="connsiteX2866" fmla="*/ 2459546 w 5114885"/>
              <a:gd name="connsiteY2866" fmla="*/ 113780 h 968306"/>
              <a:gd name="connsiteX2867" fmla="*/ 2470499 w 5114885"/>
              <a:gd name="connsiteY2867" fmla="*/ 113780 h 968306"/>
              <a:gd name="connsiteX2868" fmla="*/ 2470499 w 5114885"/>
              <a:gd name="connsiteY2868" fmla="*/ 117494 h 968306"/>
              <a:gd name="connsiteX2869" fmla="*/ 2472595 w 5114885"/>
              <a:gd name="connsiteY2869" fmla="*/ 135306 h 968306"/>
              <a:gd name="connsiteX2870" fmla="*/ 2506123 w 5114885"/>
              <a:gd name="connsiteY2870" fmla="*/ 122733 h 968306"/>
              <a:gd name="connsiteX2871" fmla="*/ 2543366 w 5114885"/>
              <a:gd name="connsiteY2871" fmla="*/ 104921 h 968306"/>
              <a:gd name="connsiteX2872" fmla="*/ 2571083 w 5114885"/>
              <a:gd name="connsiteY2872" fmla="*/ 105969 h 968306"/>
              <a:gd name="connsiteX2873" fmla="*/ 2599373 w 5114885"/>
              <a:gd name="connsiteY2873" fmla="*/ 112256 h 968306"/>
              <a:gd name="connsiteX2874" fmla="*/ 2611470 w 5114885"/>
              <a:gd name="connsiteY2874" fmla="*/ 118066 h 968306"/>
              <a:gd name="connsiteX2875" fmla="*/ 2642902 w 5114885"/>
              <a:gd name="connsiteY2875" fmla="*/ 157309 h 968306"/>
              <a:gd name="connsiteX2876" fmla="*/ 2652332 w 5114885"/>
              <a:gd name="connsiteY2876" fmla="*/ 238557 h 968306"/>
              <a:gd name="connsiteX2877" fmla="*/ 2652332 w 5114885"/>
              <a:gd name="connsiteY2877" fmla="*/ 271037 h 968306"/>
              <a:gd name="connsiteX2878" fmla="*/ 2652332 w 5114885"/>
              <a:gd name="connsiteY2878" fmla="*/ 294564 h 968306"/>
              <a:gd name="connsiteX2879" fmla="*/ 2648712 w 5114885"/>
              <a:gd name="connsiteY2879" fmla="*/ 377813 h 968306"/>
              <a:gd name="connsiteX2880" fmla="*/ 2636139 w 5114885"/>
              <a:gd name="connsiteY2880" fmla="*/ 378384 h 968306"/>
              <a:gd name="connsiteX2881" fmla="*/ 2632996 w 5114885"/>
              <a:gd name="connsiteY2881" fmla="*/ 378956 h 968306"/>
              <a:gd name="connsiteX2882" fmla="*/ 2630900 w 5114885"/>
              <a:gd name="connsiteY2882" fmla="*/ 378956 h 968306"/>
              <a:gd name="connsiteX2883" fmla="*/ 2627186 w 5114885"/>
              <a:gd name="connsiteY2883" fmla="*/ 378384 h 968306"/>
              <a:gd name="connsiteX2884" fmla="*/ 2601468 w 5114885"/>
              <a:gd name="connsiteY2884" fmla="*/ 376289 h 968306"/>
              <a:gd name="connsiteX2885" fmla="*/ 2589466 w 5114885"/>
              <a:gd name="connsiteY2885" fmla="*/ 375717 h 968306"/>
              <a:gd name="connsiteX2886" fmla="*/ 2588895 w 5114885"/>
              <a:gd name="connsiteY2886" fmla="*/ 374193 h 968306"/>
              <a:gd name="connsiteX2887" fmla="*/ 2481548 w 5114885"/>
              <a:gd name="connsiteY2887" fmla="*/ 129972 h 968306"/>
              <a:gd name="connsiteX2888" fmla="*/ 2471642 w 5114885"/>
              <a:gd name="connsiteY2888" fmla="*/ 103778 h 968306"/>
              <a:gd name="connsiteX2889" fmla="*/ 2459546 w 5114885"/>
              <a:gd name="connsiteY2889" fmla="*/ 103778 h 968306"/>
              <a:gd name="connsiteX2890" fmla="*/ 2436495 w 5114885"/>
              <a:gd name="connsiteY2890" fmla="*/ 103207 h 968306"/>
              <a:gd name="connsiteX2891" fmla="*/ 2423922 w 5114885"/>
              <a:gd name="connsiteY2891" fmla="*/ 103778 h 968306"/>
              <a:gd name="connsiteX2892" fmla="*/ 2407158 w 5114885"/>
              <a:gd name="connsiteY2892" fmla="*/ 108446 h 968306"/>
              <a:gd name="connsiteX2893" fmla="*/ 2402967 w 5114885"/>
              <a:gd name="connsiteY2893" fmla="*/ 139402 h 968306"/>
              <a:gd name="connsiteX2894" fmla="*/ 2404015 w 5114885"/>
              <a:gd name="connsiteY2894" fmla="*/ 377717 h 968306"/>
              <a:gd name="connsiteX2895" fmla="*/ 2412397 w 5114885"/>
              <a:gd name="connsiteY2895" fmla="*/ 382956 h 968306"/>
              <a:gd name="connsiteX2896" fmla="*/ 2421255 w 5114885"/>
              <a:gd name="connsiteY2896" fmla="*/ 382385 h 968306"/>
              <a:gd name="connsiteX2897" fmla="*/ 2448497 w 5114885"/>
              <a:gd name="connsiteY2897" fmla="*/ 383432 h 968306"/>
              <a:gd name="connsiteX2898" fmla="*/ 2478405 w 5114885"/>
              <a:gd name="connsiteY2898" fmla="*/ 381337 h 968306"/>
              <a:gd name="connsiteX2899" fmla="*/ 2482596 w 5114885"/>
              <a:gd name="connsiteY2899" fmla="*/ 375050 h 968306"/>
              <a:gd name="connsiteX2900" fmla="*/ 2482596 w 5114885"/>
              <a:gd name="connsiteY2900" fmla="*/ 353619 h 968306"/>
              <a:gd name="connsiteX2901" fmla="*/ 2483072 w 5114885"/>
              <a:gd name="connsiteY2901" fmla="*/ 299136 h 968306"/>
              <a:gd name="connsiteX2902" fmla="*/ 2481453 w 5114885"/>
              <a:gd name="connsiteY2902" fmla="*/ 227889 h 968306"/>
              <a:gd name="connsiteX2903" fmla="*/ 2486120 w 5114885"/>
              <a:gd name="connsiteY2903" fmla="*/ 210077 h 968306"/>
              <a:gd name="connsiteX2904" fmla="*/ 2487168 w 5114885"/>
              <a:gd name="connsiteY2904" fmla="*/ 204267 h 968306"/>
              <a:gd name="connsiteX2905" fmla="*/ 2501837 w 5114885"/>
              <a:gd name="connsiteY2905" fmla="*/ 175978 h 968306"/>
              <a:gd name="connsiteX2906" fmla="*/ 2538984 w 5114885"/>
              <a:gd name="connsiteY2906" fmla="*/ 161786 h 968306"/>
              <a:gd name="connsiteX2907" fmla="*/ 2578799 w 5114885"/>
              <a:gd name="connsiteY2907" fmla="*/ 206363 h 968306"/>
              <a:gd name="connsiteX2908" fmla="*/ 2580894 w 5114885"/>
              <a:gd name="connsiteY2908" fmla="*/ 226746 h 968306"/>
              <a:gd name="connsiteX2909" fmla="*/ 2580418 w 5114885"/>
              <a:gd name="connsiteY2909" fmla="*/ 305899 h 968306"/>
              <a:gd name="connsiteX2910" fmla="*/ 2578799 w 5114885"/>
              <a:gd name="connsiteY2910" fmla="*/ 374003 h 968306"/>
              <a:gd name="connsiteX2911" fmla="*/ 2579275 w 5114885"/>
              <a:gd name="connsiteY2911" fmla="*/ 376574 h 968306"/>
              <a:gd name="connsiteX2912" fmla="*/ 2578799 w 5114885"/>
              <a:gd name="connsiteY2912" fmla="*/ 379241 h 968306"/>
              <a:gd name="connsiteX2913" fmla="*/ 2601278 w 5114885"/>
              <a:gd name="connsiteY2913" fmla="*/ 386099 h 968306"/>
              <a:gd name="connsiteX2914" fmla="*/ 2625376 w 5114885"/>
              <a:gd name="connsiteY2914" fmla="*/ 388195 h 968306"/>
              <a:gd name="connsiteX2915" fmla="*/ 2630043 w 5114885"/>
              <a:gd name="connsiteY2915" fmla="*/ 388671 h 968306"/>
              <a:gd name="connsiteX2916" fmla="*/ 2634234 w 5114885"/>
              <a:gd name="connsiteY2916" fmla="*/ 388671 h 968306"/>
              <a:gd name="connsiteX2917" fmla="*/ 2637378 w 5114885"/>
              <a:gd name="connsiteY2917" fmla="*/ 388195 h 968306"/>
              <a:gd name="connsiteX2918" fmla="*/ 2647855 w 5114885"/>
              <a:gd name="connsiteY2918" fmla="*/ 388195 h 968306"/>
              <a:gd name="connsiteX2919" fmla="*/ 2659380 w 5114885"/>
              <a:gd name="connsiteY2919" fmla="*/ 384004 h 968306"/>
              <a:gd name="connsiteX2920" fmla="*/ 2661952 w 5114885"/>
              <a:gd name="connsiteY2920" fmla="*/ 294469 h 968306"/>
              <a:gd name="connsiteX2921" fmla="*/ 2661952 w 5114885"/>
              <a:gd name="connsiteY2921" fmla="*/ 271418 h 968306"/>
              <a:gd name="connsiteX2922" fmla="*/ 2661952 w 5114885"/>
              <a:gd name="connsiteY2922" fmla="*/ 238938 h 968306"/>
              <a:gd name="connsiteX2923" fmla="*/ 2652522 w 5114885"/>
              <a:gd name="connsiteY2923" fmla="*/ 154070 h 968306"/>
              <a:gd name="connsiteX2924" fmla="*/ 2616899 w 5114885"/>
              <a:gd name="connsiteY2924" fmla="*/ 109493 h 968306"/>
              <a:gd name="connsiteX2925" fmla="*/ 2601182 w 5114885"/>
              <a:gd name="connsiteY2925" fmla="*/ 102731 h 968306"/>
              <a:gd name="connsiteX2926" fmla="*/ 2571274 w 5114885"/>
              <a:gd name="connsiteY2926" fmla="*/ 95873 h 968306"/>
              <a:gd name="connsiteX2927" fmla="*/ 2540889 w 5114885"/>
              <a:gd name="connsiteY2927" fmla="*/ 95301 h 968306"/>
              <a:gd name="connsiteX2928" fmla="*/ 2500503 w 5114885"/>
              <a:gd name="connsiteY2928" fmla="*/ 114161 h 968306"/>
              <a:gd name="connsiteX2929" fmla="*/ 2481072 w 5114885"/>
              <a:gd name="connsiteY2929" fmla="*/ 129877 h 968306"/>
              <a:gd name="connsiteX2930" fmla="*/ 2181987 w 5114885"/>
              <a:gd name="connsiteY2930" fmla="*/ 270752 h 968306"/>
              <a:gd name="connsiteX2931" fmla="*/ 2176748 w 5114885"/>
              <a:gd name="connsiteY2931" fmla="*/ 272847 h 968306"/>
              <a:gd name="connsiteX2932" fmla="*/ 2170462 w 5114885"/>
              <a:gd name="connsiteY2932" fmla="*/ 277038 h 968306"/>
              <a:gd name="connsiteX2933" fmla="*/ 2165795 w 5114885"/>
              <a:gd name="connsiteY2933" fmla="*/ 279705 h 968306"/>
              <a:gd name="connsiteX2934" fmla="*/ 2159508 w 5114885"/>
              <a:gd name="connsiteY2934" fmla="*/ 324282 h 968306"/>
              <a:gd name="connsiteX2935" fmla="*/ 2161604 w 5114885"/>
              <a:gd name="connsiteY2935" fmla="*/ 326949 h 968306"/>
              <a:gd name="connsiteX2936" fmla="*/ 2208752 w 5114885"/>
              <a:gd name="connsiteY2936" fmla="*/ 348952 h 968306"/>
              <a:gd name="connsiteX2937" fmla="*/ 2238089 w 5114885"/>
              <a:gd name="connsiteY2937" fmla="*/ 338474 h 968306"/>
              <a:gd name="connsiteX2938" fmla="*/ 2251234 w 5114885"/>
              <a:gd name="connsiteY2938" fmla="*/ 330569 h 968306"/>
              <a:gd name="connsiteX2939" fmla="*/ 2267998 w 5114885"/>
              <a:gd name="connsiteY2939" fmla="*/ 291802 h 968306"/>
              <a:gd name="connsiteX2940" fmla="*/ 2268474 w 5114885"/>
              <a:gd name="connsiteY2940" fmla="*/ 259322 h 968306"/>
              <a:gd name="connsiteX2941" fmla="*/ 2261711 w 5114885"/>
              <a:gd name="connsiteY2941" fmla="*/ 249416 h 968306"/>
              <a:gd name="connsiteX2942" fmla="*/ 2259044 w 5114885"/>
              <a:gd name="connsiteY2942" fmla="*/ 249987 h 968306"/>
              <a:gd name="connsiteX2943" fmla="*/ 2255425 w 5114885"/>
              <a:gd name="connsiteY2943" fmla="*/ 250559 h 968306"/>
              <a:gd name="connsiteX2944" fmla="*/ 2243423 w 5114885"/>
              <a:gd name="connsiteY2944" fmla="*/ 253130 h 968306"/>
              <a:gd name="connsiteX2945" fmla="*/ 2220849 w 5114885"/>
              <a:gd name="connsiteY2945" fmla="*/ 258369 h 968306"/>
              <a:gd name="connsiteX2946" fmla="*/ 2206657 w 5114885"/>
              <a:gd name="connsiteY2946" fmla="*/ 262084 h 968306"/>
              <a:gd name="connsiteX2947" fmla="*/ 2196751 w 5114885"/>
              <a:gd name="connsiteY2947" fmla="*/ 265227 h 968306"/>
              <a:gd name="connsiteX2948" fmla="*/ 2193131 w 5114885"/>
              <a:gd name="connsiteY2948" fmla="*/ 266275 h 968306"/>
              <a:gd name="connsiteX2949" fmla="*/ 2186369 w 5114885"/>
              <a:gd name="connsiteY2949" fmla="*/ 269990 h 968306"/>
              <a:gd name="connsiteX2950" fmla="*/ 2182178 w 5114885"/>
              <a:gd name="connsiteY2950" fmla="*/ 271037 h 968306"/>
              <a:gd name="connsiteX2951" fmla="*/ 2258473 w 5114885"/>
              <a:gd name="connsiteY2951" fmla="*/ 260274 h 968306"/>
              <a:gd name="connsiteX2952" fmla="*/ 2258473 w 5114885"/>
              <a:gd name="connsiteY2952" fmla="*/ 289611 h 968306"/>
              <a:gd name="connsiteX2953" fmla="*/ 2244281 w 5114885"/>
              <a:gd name="connsiteY2953" fmla="*/ 323139 h 968306"/>
              <a:gd name="connsiteX2954" fmla="*/ 2233327 w 5114885"/>
              <a:gd name="connsiteY2954" fmla="*/ 329426 h 968306"/>
              <a:gd name="connsiteX2955" fmla="*/ 2214467 w 5114885"/>
              <a:gd name="connsiteY2955" fmla="*/ 338379 h 968306"/>
              <a:gd name="connsiteX2956" fmla="*/ 2167795 w 5114885"/>
              <a:gd name="connsiteY2956" fmla="*/ 318472 h 968306"/>
              <a:gd name="connsiteX2957" fmla="*/ 2173034 w 5114885"/>
              <a:gd name="connsiteY2957" fmla="*/ 287039 h 968306"/>
              <a:gd name="connsiteX2958" fmla="*/ 2175605 w 5114885"/>
              <a:gd name="connsiteY2958" fmla="*/ 285420 h 968306"/>
              <a:gd name="connsiteX2959" fmla="*/ 2178749 w 5114885"/>
              <a:gd name="connsiteY2959" fmla="*/ 283801 h 968306"/>
              <a:gd name="connsiteX2960" fmla="*/ 2180844 w 5114885"/>
              <a:gd name="connsiteY2960" fmla="*/ 281705 h 968306"/>
              <a:gd name="connsiteX2961" fmla="*/ 2184464 w 5114885"/>
              <a:gd name="connsiteY2961" fmla="*/ 280086 h 968306"/>
              <a:gd name="connsiteX2962" fmla="*/ 2188655 w 5114885"/>
              <a:gd name="connsiteY2962" fmla="*/ 279038 h 968306"/>
              <a:gd name="connsiteX2963" fmla="*/ 2196465 w 5114885"/>
              <a:gd name="connsiteY2963" fmla="*/ 275419 h 968306"/>
              <a:gd name="connsiteX2964" fmla="*/ 2199608 w 5114885"/>
              <a:gd name="connsiteY2964" fmla="*/ 274371 h 968306"/>
              <a:gd name="connsiteX2965" fmla="*/ 2209038 w 5114885"/>
              <a:gd name="connsiteY2965" fmla="*/ 271704 h 968306"/>
              <a:gd name="connsiteX2966" fmla="*/ 2223230 w 5114885"/>
              <a:gd name="connsiteY2966" fmla="*/ 267513 h 968306"/>
              <a:gd name="connsiteX2967" fmla="*/ 2245233 w 5114885"/>
              <a:gd name="connsiteY2967" fmla="*/ 262846 h 968306"/>
              <a:gd name="connsiteX2968" fmla="*/ 2258378 w 5114885"/>
              <a:gd name="connsiteY2968" fmla="*/ 260179 h 968306"/>
              <a:gd name="connsiteX2969" fmla="*/ 2101787 w 5114885"/>
              <a:gd name="connsiteY2969" fmla="*/ 185408 h 968306"/>
              <a:gd name="connsiteX2970" fmla="*/ 2105978 w 5114885"/>
              <a:gd name="connsiteY2970" fmla="*/ 169120 h 968306"/>
              <a:gd name="connsiteX2971" fmla="*/ 2144744 w 5114885"/>
              <a:gd name="connsiteY2971" fmla="*/ 127210 h 968306"/>
              <a:gd name="connsiteX2972" fmla="*/ 2151507 w 5114885"/>
              <a:gd name="connsiteY2972" fmla="*/ 121400 h 968306"/>
              <a:gd name="connsiteX2973" fmla="*/ 2156746 w 5114885"/>
              <a:gd name="connsiteY2973" fmla="*/ 118828 h 968306"/>
              <a:gd name="connsiteX2974" fmla="*/ 2161413 w 5114885"/>
              <a:gd name="connsiteY2974" fmla="*/ 116161 h 968306"/>
              <a:gd name="connsiteX2975" fmla="*/ 2183416 w 5114885"/>
              <a:gd name="connsiteY2975" fmla="*/ 109303 h 968306"/>
              <a:gd name="connsiteX2976" fmla="*/ 2201228 w 5114885"/>
              <a:gd name="connsiteY2976" fmla="*/ 106731 h 968306"/>
              <a:gd name="connsiteX2977" fmla="*/ 2203799 w 5114885"/>
              <a:gd name="connsiteY2977" fmla="*/ 105683 h 968306"/>
              <a:gd name="connsiteX2978" fmla="*/ 2206371 w 5114885"/>
              <a:gd name="connsiteY2978" fmla="*/ 104636 h 968306"/>
              <a:gd name="connsiteX2979" fmla="*/ 2232089 w 5114885"/>
              <a:gd name="connsiteY2979" fmla="*/ 103588 h 968306"/>
              <a:gd name="connsiteX2980" fmla="*/ 2247805 w 5114885"/>
              <a:gd name="connsiteY2980" fmla="*/ 105207 h 968306"/>
              <a:gd name="connsiteX2981" fmla="*/ 2278190 w 5114885"/>
              <a:gd name="connsiteY2981" fmla="*/ 108350 h 968306"/>
              <a:gd name="connsiteX2982" fmla="*/ 2314289 w 5114885"/>
              <a:gd name="connsiteY2982" fmla="*/ 131401 h 968306"/>
              <a:gd name="connsiteX2983" fmla="*/ 2324195 w 5114885"/>
              <a:gd name="connsiteY2983" fmla="*/ 148165 h 968306"/>
              <a:gd name="connsiteX2984" fmla="*/ 2328386 w 5114885"/>
              <a:gd name="connsiteY2984" fmla="*/ 195885 h 968306"/>
              <a:gd name="connsiteX2985" fmla="*/ 2327339 w 5114885"/>
              <a:gd name="connsiteY2985" fmla="*/ 213125 h 968306"/>
              <a:gd name="connsiteX2986" fmla="*/ 2327910 w 5114885"/>
              <a:gd name="connsiteY2986" fmla="*/ 294850 h 968306"/>
              <a:gd name="connsiteX2987" fmla="*/ 2331053 w 5114885"/>
              <a:gd name="connsiteY2987" fmla="*/ 333617 h 968306"/>
              <a:gd name="connsiteX2988" fmla="*/ 2337816 w 5114885"/>
              <a:gd name="connsiteY2988" fmla="*/ 365049 h 968306"/>
              <a:gd name="connsiteX2989" fmla="*/ 2339340 w 5114885"/>
              <a:gd name="connsiteY2989" fmla="*/ 372383 h 968306"/>
              <a:gd name="connsiteX2990" fmla="*/ 2296382 w 5114885"/>
              <a:gd name="connsiteY2990" fmla="*/ 378670 h 968306"/>
              <a:gd name="connsiteX2991" fmla="*/ 2287524 w 5114885"/>
              <a:gd name="connsiteY2991" fmla="*/ 377051 h 968306"/>
              <a:gd name="connsiteX2992" fmla="*/ 2278666 w 5114885"/>
              <a:gd name="connsiteY2992" fmla="*/ 377622 h 968306"/>
              <a:gd name="connsiteX2993" fmla="*/ 2266664 w 5114885"/>
              <a:gd name="connsiteY2993" fmla="*/ 357715 h 968306"/>
              <a:gd name="connsiteX2994" fmla="*/ 2258759 w 5114885"/>
              <a:gd name="connsiteY2994" fmla="*/ 360858 h 968306"/>
              <a:gd name="connsiteX2995" fmla="*/ 2255615 w 5114885"/>
              <a:gd name="connsiteY2995" fmla="*/ 362954 h 968306"/>
              <a:gd name="connsiteX2996" fmla="*/ 2250377 w 5114885"/>
              <a:gd name="connsiteY2996" fmla="*/ 366668 h 968306"/>
              <a:gd name="connsiteX2997" fmla="*/ 2245614 w 5114885"/>
              <a:gd name="connsiteY2997" fmla="*/ 369812 h 968306"/>
              <a:gd name="connsiteX2998" fmla="*/ 2223611 w 5114885"/>
              <a:gd name="connsiteY2998" fmla="*/ 379241 h 968306"/>
              <a:gd name="connsiteX2999" fmla="*/ 2191703 w 5114885"/>
              <a:gd name="connsiteY2999" fmla="*/ 383909 h 968306"/>
              <a:gd name="connsiteX3000" fmla="*/ 2174367 w 5114885"/>
              <a:gd name="connsiteY3000" fmla="*/ 385528 h 968306"/>
              <a:gd name="connsiteX3001" fmla="*/ 2125123 w 5114885"/>
              <a:gd name="connsiteY3001" fmla="*/ 374003 h 968306"/>
              <a:gd name="connsiteX3002" fmla="*/ 2122551 w 5114885"/>
              <a:gd name="connsiteY3002" fmla="*/ 371907 h 968306"/>
              <a:gd name="connsiteX3003" fmla="*/ 2116741 w 5114885"/>
              <a:gd name="connsiteY3003" fmla="*/ 368288 h 968306"/>
              <a:gd name="connsiteX3004" fmla="*/ 2109407 w 5114885"/>
              <a:gd name="connsiteY3004" fmla="*/ 363049 h 968306"/>
              <a:gd name="connsiteX3005" fmla="*/ 2107311 w 5114885"/>
              <a:gd name="connsiteY3005" fmla="*/ 359906 h 968306"/>
              <a:gd name="connsiteX3006" fmla="*/ 2104168 w 5114885"/>
              <a:gd name="connsiteY3006" fmla="*/ 354667 h 968306"/>
              <a:gd name="connsiteX3007" fmla="*/ 2098929 w 5114885"/>
              <a:gd name="connsiteY3007" fmla="*/ 346285 h 968306"/>
              <a:gd name="connsiteX3008" fmla="*/ 2090547 w 5114885"/>
              <a:gd name="connsiteY3008" fmla="*/ 321710 h 968306"/>
              <a:gd name="connsiteX3009" fmla="*/ 2090547 w 5114885"/>
              <a:gd name="connsiteY3009" fmla="*/ 298184 h 968306"/>
              <a:gd name="connsiteX3010" fmla="*/ 2092643 w 5114885"/>
              <a:gd name="connsiteY3010" fmla="*/ 286658 h 968306"/>
              <a:gd name="connsiteX3011" fmla="*/ 2093690 w 5114885"/>
              <a:gd name="connsiteY3011" fmla="*/ 282944 h 968306"/>
              <a:gd name="connsiteX3012" fmla="*/ 2096357 w 5114885"/>
              <a:gd name="connsiteY3012" fmla="*/ 276657 h 968306"/>
              <a:gd name="connsiteX3013" fmla="*/ 2155031 w 5114885"/>
              <a:gd name="connsiteY3013" fmla="*/ 233128 h 968306"/>
              <a:gd name="connsiteX3014" fmla="*/ 2177606 w 5114885"/>
              <a:gd name="connsiteY3014" fmla="*/ 231032 h 968306"/>
              <a:gd name="connsiteX3015" fmla="*/ 2182273 w 5114885"/>
              <a:gd name="connsiteY3015" fmla="*/ 230461 h 968306"/>
              <a:gd name="connsiteX3016" fmla="*/ 2190655 w 5114885"/>
              <a:gd name="connsiteY3016" fmla="*/ 229889 h 968306"/>
              <a:gd name="connsiteX3017" fmla="*/ 2202656 w 5114885"/>
              <a:gd name="connsiteY3017" fmla="*/ 229318 h 968306"/>
              <a:gd name="connsiteX3018" fmla="*/ 2225231 w 5114885"/>
              <a:gd name="connsiteY3018" fmla="*/ 227222 h 968306"/>
              <a:gd name="connsiteX3019" fmla="*/ 2265617 w 5114885"/>
              <a:gd name="connsiteY3019" fmla="*/ 210458 h 968306"/>
              <a:gd name="connsiteX3020" fmla="*/ 2267712 w 5114885"/>
              <a:gd name="connsiteY3020" fmla="*/ 205696 h 968306"/>
              <a:gd name="connsiteX3021" fmla="*/ 2268760 w 5114885"/>
              <a:gd name="connsiteY3021" fmla="*/ 202553 h 968306"/>
              <a:gd name="connsiteX3022" fmla="*/ 2269331 w 5114885"/>
              <a:gd name="connsiteY3022" fmla="*/ 197314 h 968306"/>
              <a:gd name="connsiteX3023" fmla="*/ 2253044 w 5114885"/>
              <a:gd name="connsiteY3023" fmla="*/ 153308 h 968306"/>
              <a:gd name="connsiteX3024" fmla="*/ 2225802 w 5114885"/>
              <a:gd name="connsiteY3024" fmla="*/ 146546 h 968306"/>
              <a:gd name="connsiteX3025" fmla="*/ 2206943 w 5114885"/>
              <a:gd name="connsiteY3025" fmla="*/ 148641 h 968306"/>
              <a:gd name="connsiteX3026" fmla="*/ 2180749 w 5114885"/>
              <a:gd name="connsiteY3026" fmla="*/ 159690 h 968306"/>
              <a:gd name="connsiteX3027" fmla="*/ 2175034 w 5114885"/>
              <a:gd name="connsiteY3027" fmla="*/ 167024 h 968306"/>
              <a:gd name="connsiteX3028" fmla="*/ 2171319 w 5114885"/>
              <a:gd name="connsiteY3028" fmla="*/ 173311 h 968306"/>
              <a:gd name="connsiteX3029" fmla="*/ 2164556 w 5114885"/>
              <a:gd name="connsiteY3029" fmla="*/ 186932 h 968306"/>
              <a:gd name="connsiteX3030" fmla="*/ 2161413 w 5114885"/>
              <a:gd name="connsiteY3030" fmla="*/ 186932 h 968306"/>
              <a:gd name="connsiteX3031" fmla="*/ 2151507 w 5114885"/>
              <a:gd name="connsiteY3031" fmla="*/ 185884 h 968306"/>
              <a:gd name="connsiteX3032" fmla="*/ 2123789 w 5114885"/>
              <a:gd name="connsiteY3032" fmla="*/ 184836 h 968306"/>
              <a:gd name="connsiteX3033" fmla="*/ 2108073 w 5114885"/>
              <a:gd name="connsiteY3033" fmla="*/ 184836 h 968306"/>
              <a:gd name="connsiteX3034" fmla="*/ 2101787 w 5114885"/>
              <a:gd name="connsiteY3034" fmla="*/ 185408 h 968306"/>
              <a:gd name="connsiteX3035" fmla="*/ 2255806 w 5114885"/>
              <a:gd name="connsiteY3035" fmla="*/ 374479 h 968306"/>
              <a:gd name="connsiteX3036" fmla="*/ 2261045 w 5114885"/>
              <a:gd name="connsiteY3036" fmla="*/ 371336 h 968306"/>
              <a:gd name="connsiteX3037" fmla="*/ 2264188 w 5114885"/>
              <a:gd name="connsiteY3037" fmla="*/ 369716 h 968306"/>
              <a:gd name="connsiteX3038" fmla="*/ 2266283 w 5114885"/>
              <a:gd name="connsiteY3038" fmla="*/ 368192 h 968306"/>
              <a:gd name="connsiteX3039" fmla="*/ 2268379 w 5114885"/>
              <a:gd name="connsiteY3039" fmla="*/ 377622 h 968306"/>
              <a:gd name="connsiteX3040" fmla="*/ 2287238 w 5114885"/>
              <a:gd name="connsiteY3040" fmla="*/ 387623 h 968306"/>
              <a:gd name="connsiteX3041" fmla="*/ 2295620 w 5114885"/>
              <a:gd name="connsiteY3041" fmla="*/ 389147 h 968306"/>
              <a:gd name="connsiteX3042" fmla="*/ 2346484 w 5114885"/>
              <a:gd name="connsiteY3042" fmla="*/ 381337 h 968306"/>
              <a:gd name="connsiteX3043" fmla="*/ 2349627 w 5114885"/>
              <a:gd name="connsiteY3043" fmla="*/ 372383 h 968306"/>
              <a:gd name="connsiteX3044" fmla="*/ 2348579 w 5114885"/>
              <a:gd name="connsiteY3044" fmla="*/ 368192 h 968306"/>
              <a:gd name="connsiteX3045" fmla="*/ 2348103 w 5114885"/>
              <a:gd name="connsiteY3045" fmla="*/ 364001 h 968306"/>
              <a:gd name="connsiteX3046" fmla="*/ 2341340 w 5114885"/>
              <a:gd name="connsiteY3046" fmla="*/ 331521 h 968306"/>
              <a:gd name="connsiteX3047" fmla="*/ 2338197 w 5114885"/>
              <a:gd name="connsiteY3047" fmla="*/ 293802 h 968306"/>
              <a:gd name="connsiteX3048" fmla="*/ 2337626 w 5114885"/>
              <a:gd name="connsiteY3048" fmla="*/ 213602 h 968306"/>
              <a:gd name="connsiteX3049" fmla="*/ 2338673 w 5114885"/>
              <a:gd name="connsiteY3049" fmla="*/ 195790 h 968306"/>
              <a:gd name="connsiteX3050" fmla="*/ 2334482 w 5114885"/>
              <a:gd name="connsiteY3050" fmla="*/ 145498 h 968306"/>
              <a:gd name="connsiteX3051" fmla="*/ 2321338 w 5114885"/>
              <a:gd name="connsiteY3051" fmla="*/ 123971 h 968306"/>
              <a:gd name="connsiteX3052" fmla="*/ 2281047 w 5114885"/>
              <a:gd name="connsiteY3052" fmla="*/ 98349 h 968306"/>
              <a:gd name="connsiteX3053" fmla="*/ 2249043 w 5114885"/>
              <a:gd name="connsiteY3053" fmla="*/ 95206 h 968306"/>
              <a:gd name="connsiteX3054" fmla="*/ 2232279 w 5114885"/>
              <a:gd name="connsiteY3054" fmla="*/ 93682 h 968306"/>
              <a:gd name="connsiteX3055" fmla="*/ 2202942 w 5114885"/>
              <a:gd name="connsiteY3055" fmla="*/ 95206 h 968306"/>
              <a:gd name="connsiteX3056" fmla="*/ 2198751 w 5114885"/>
              <a:gd name="connsiteY3056" fmla="*/ 96825 h 968306"/>
              <a:gd name="connsiteX3057" fmla="*/ 2180939 w 5114885"/>
              <a:gd name="connsiteY3057" fmla="*/ 99492 h 968306"/>
              <a:gd name="connsiteX3058" fmla="*/ 2156270 w 5114885"/>
              <a:gd name="connsiteY3058" fmla="*/ 107398 h 968306"/>
              <a:gd name="connsiteX3059" fmla="*/ 2152079 w 5114885"/>
              <a:gd name="connsiteY3059" fmla="*/ 109970 h 968306"/>
              <a:gd name="connsiteX3060" fmla="*/ 2146840 w 5114885"/>
              <a:gd name="connsiteY3060" fmla="*/ 113113 h 968306"/>
              <a:gd name="connsiteX3061" fmla="*/ 2137410 w 5114885"/>
              <a:gd name="connsiteY3061" fmla="*/ 120447 h 968306"/>
              <a:gd name="connsiteX3062" fmla="*/ 2096548 w 5114885"/>
              <a:gd name="connsiteY3062" fmla="*/ 166548 h 968306"/>
              <a:gd name="connsiteX3063" fmla="*/ 2090261 w 5114885"/>
              <a:gd name="connsiteY3063" fmla="*/ 187979 h 968306"/>
              <a:gd name="connsiteX3064" fmla="*/ 2095976 w 5114885"/>
              <a:gd name="connsiteY3064" fmla="*/ 194837 h 968306"/>
              <a:gd name="connsiteX3065" fmla="*/ 2099120 w 5114885"/>
              <a:gd name="connsiteY3065" fmla="*/ 195409 h 968306"/>
              <a:gd name="connsiteX3066" fmla="*/ 2103311 w 5114885"/>
              <a:gd name="connsiteY3066" fmla="*/ 195409 h 968306"/>
              <a:gd name="connsiteX3067" fmla="*/ 2123789 w 5114885"/>
              <a:gd name="connsiteY3067" fmla="*/ 195409 h 968306"/>
              <a:gd name="connsiteX3068" fmla="*/ 2151031 w 5114885"/>
              <a:gd name="connsiteY3068" fmla="*/ 195980 h 968306"/>
              <a:gd name="connsiteX3069" fmla="*/ 2180368 w 5114885"/>
              <a:gd name="connsiteY3069" fmla="*/ 178645 h 968306"/>
              <a:gd name="connsiteX3070" fmla="*/ 2184083 w 5114885"/>
              <a:gd name="connsiteY3070" fmla="*/ 172358 h 968306"/>
              <a:gd name="connsiteX3071" fmla="*/ 2187702 w 5114885"/>
              <a:gd name="connsiteY3071" fmla="*/ 167120 h 968306"/>
              <a:gd name="connsiteX3072" fmla="*/ 2209229 w 5114885"/>
              <a:gd name="connsiteY3072" fmla="*/ 158261 h 968306"/>
              <a:gd name="connsiteX3073" fmla="*/ 2225993 w 5114885"/>
              <a:gd name="connsiteY3073" fmla="*/ 156642 h 968306"/>
              <a:gd name="connsiteX3074" fmla="*/ 2247519 w 5114885"/>
              <a:gd name="connsiteY3074" fmla="*/ 161881 h 968306"/>
              <a:gd name="connsiteX3075" fmla="*/ 2259521 w 5114885"/>
              <a:gd name="connsiteY3075" fmla="*/ 199124 h 968306"/>
              <a:gd name="connsiteX3076" fmla="*/ 2258473 w 5114885"/>
              <a:gd name="connsiteY3076" fmla="*/ 202267 h 968306"/>
              <a:gd name="connsiteX3077" fmla="*/ 2254282 w 5114885"/>
              <a:gd name="connsiteY3077" fmla="*/ 207506 h 968306"/>
              <a:gd name="connsiteX3078" fmla="*/ 2201894 w 5114885"/>
              <a:gd name="connsiteY3078" fmla="*/ 219507 h 968306"/>
              <a:gd name="connsiteX3079" fmla="*/ 2190369 w 5114885"/>
              <a:gd name="connsiteY3079" fmla="*/ 220079 h 968306"/>
              <a:gd name="connsiteX3080" fmla="*/ 2181511 w 5114885"/>
              <a:gd name="connsiteY3080" fmla="*/ 220650 h 968306"/>
              <a:gd name="connsiteX3081" fmla="*/ 2176272 w 5114885"/>
              <a:gd name="connsiteY3081" fmla="*/ 221222 h 968306"/>
              <a:gd name="connsiteX3082" fmla="*/ 2154269 w 5114885"/>
              <a:gd name="connsiteY3082" fmla="*/ 223317 h 968306"/>
              <a:gd name="connsiteX3083" fmla="*/ 2087213 w 5114885"/>
              <a:gd name="connsiteY3083" fmla="*/ 272561 h 968306"/>
              <a:gd name="connsiteX3084" fmla="*/ 2084642 w 5114885"/>
              <a:gd name="connsiteY3084" fmla="*/ 279324 h 968306"/>
              <a:gd name="connsiteX3085" fmla="*/ 2083022 w 5114885"/>
              <a:gd name="connsiteY3085" fmla="*/ 284087 h 968306"/>
              <a:gd name="connsiteX3086" fmla="*/ 2080927 w 5114885"/>
              <a:gd name="connsiteY3086" fmla="*/ 296088 h 968306"/>
              <a:gd name="connsiteX3087" fmla="*/ 2081498 w 5114885"/>
              <a:gd name="connsiteY3087" fmla="*/ 324949 h 968306"/>
              <a:gd name="connsiteX3088" fmla="*/ 2091976 w 5114885"/>
              <a:gd name="connsiteY3088" fmla="*/ 353238 h 968306"/>
              <a:gd name="connsiteX3089" fmla="*/ 2095691 w 5114885"/>
              <a:gd name="connsiteY3089" fmla="*/ 360001 h 968306"/>
              <a:gd name="connsiteX3090" fmla="*/ 2098834 w 5114885"/>
              <a:gd name="connsiteY3090" fmla="*/ 365240 h 968306"/>
              <a:gd name="connsiteX3091" fmla="*/ 2101501 w 5114885"/>
              <a:gd name="connsiteY3091" fmla="*/ 369431 h 968306"/>
              <a:gd name="connsiteX3092" fmla="*/ 2105692 w 5114885"/>
              <a:gd name="connsiteY3092" fmla="*/ 372574 h 968306"/>
              <a:gd name="connsiteX3093" fmla="*/ 2111407 w 5114885"/>
              <a:gd name="connsiteY3093" fmla="*/ 376765 h 968306"/>
              <a:gd name="connsiteX3094" fmla="*/ 2117122 w 5114885"/>
              <a:gd name="connsiteY3094" fmla="*/ 380480 h 968306"/>
              <a:gd name="connsiteX3095" fmla="*/ 2121313 w 5114885"/>
              <a:gd name="connsiteY3095" fmla="*/ 383051 h 968306"/>
              <a:gd name="connsiteX3096" fmla="*/ 2175796 w 5114885"/>
              <a:gd name="connsiteY3096" fmla="*/ 395624 h 968306"/>
              <a:gd name="connsiteX3097" fmla="*/ 2192560 w 5114885"/>
              <a:gd name="connsiteY3097" fmla="*/ 394100 h 968306"/>
              <a:gd name="connsiteX3098" fmla="*/ 2226659 w 5114885"/>
              <a:gd name="connsiteY3098" fmla="*/ 388862 h 968306"/>
              <a:gd name="connsiteX3099" fmla="*/ 2251805 w 5114885"/>
              <a:gd name="connsiteY3099" fmla="*/ 378384 h 968306"/>
              <a:gd name="connsiteX3100" fmla="*/ 2254377 w 5114885"/>
              <a:gd name="connsiteY3100" fmla="*/ 375717 h 968306"/>
              <a:gd name="connsiteX3101" fmla="*/ 2255901 w 5114885"/>
              <a:gd name="connsiteY3101" fmla="*/ 374669 h 968306"/>
              <a:gd name="connsiteX3102" fmla="*/ 1914811 w 5114885"/>
              <a:gd name="connsiteY3102" fmla="*/ 304756 h 968306"/>
              <a:gd name="connsiteX3103" fmla="*/ 1919002 w 5114885"/>
              <a:gd name="connsiteY3103" fmla="*/ 302184 h 968306"/>
              <a:gd name="connsiteX3104" fmla="*/ 1926336 w 5114885"/>
              <a:gd name="connsiteY3104" fmla="*/ 295898 h 968306"/>
              <a:gd name="connsiteX3105" fmla="*/ 1947291 w 5114885"/>
              <a:gd name="connsiteY3105" fmla="*/ 271323 h 968306"/>
              <a:gd name="connsiteX3106" fmla="*/ 1967198 w 5114885"/>
              <a:gd name="connsiteY3106" fmla="*/ 222650 h 968306"/>
              <a:gd name="connsiteX3107" fmla="*/ 1970818 w 5114885"/>
              <a:gd name="connsiteY3107" fmla="*/ 195885 h 968306"/>
              <a:gd name="connsiteX3108" fmla="*/ 1967198 w 5114885"/>
              <a:gd name="connsiteY3108" fmla="*/ 162833 h 968306"/>
              <a:gd name="connsiteX3109" fmla="*/ 1966627 w 5114885"/>
              <a:gd name="connsiteY3109" fmla="*/ 155499 h 968306"/>
              <a:gd name="connsiteX3110" fmla="*/ 1966151 w 5114885"/>
              <a:gd name="connsiteY3110" fmla="*/ 153404 h 968306"/>
              <a:gd name="connsiteX3111" fmla="*/ 1940433 w 5114885"/>
              <a:gd name="connsiteY3111" fmla="*/ 92634 h 968306"/>
              <a:gd name="connsiteX3112" fmla="*/ 1912144 w 5114885"/>
              <a:gd name="connsiteY3112" fmla="*/ 73203 h 968306"/>
              <a:gd name="connsiteX3113" fmla="*/ 1896904 w 5114885"/>
              <a:gd name="connsiteY3113" fmla="*/ 70536 h 968306"/>
              <a:gd name="connsiteX3114" fmla="*/ 1887474 w 5114885"/>
              <a:gd name="connsiteY3114" fmla="*/ 69488 h 968306"/>
              <a:gd name="connsiteX3115" fmla="*/ 1819847 w 5114885"/>
              <a:gd name="connsiteY3115" fmla="*/ 68441 h 968306"/>
              <a:gd name="connsiteX3116" fmla="*/ 1801463 w 5114885"/>
              <a:gd name="connsiteY3116" fmla="*/ 67869 h 968306"/>
              <a:gd name="connsiteX3117" fmla="*/ 1794129 w 5114885"/>
              <a:gd name="connsiteY3117" fmla="*/ 76251 h 968306"/>
              <a:gd name="connsiteX3118" fmla="*/ 1795177 w 5114885"/>
              <a:gd name="connsiteY3118" fmla="*/ 119209 h 968306"/>
              <a:gd name="connsiteX3119" fmla="*/ 1794701 w 5114885"/>
              <a:gd name="connsiteY3119" fmla="*/ 273704 h 968306"/>
              <a:gd name="connsiteX3120" fmla="*/ 1803559 w 5114885"/>
              <a:gd name="connsiteY3120" fmla="*/ 312947 h 968306"/>
              <a:gd name="connsiteX3121" fmla="*/ 1816132 w 5114885"/>
              <a:gd name="connsiteY3121" fmla="*/ 312947 h 968306"/>
              <a:gd name="connsiteX3122" fmla="*/ 1822418 w 5114885"/>
              <a:gd name="connsiteY3122" fmla="*/ 312376 h 968306"/>
              <a:gd name="connsiteX3123" fmla="*/ 1901000 w 5114885"/>
              <a:gd name="connsiteY3123" fmla="*/ 309233 h 968306"/>
              <a:gd name="connsiteX3124" fmla="*/ 1914620 w 5114885"/>
              <a:gd name="connsiteY3124" fmla="*/ 304470 h 968306"/>
              <a:gd name="connsiteX3125" fmla="*/ 1805654 w 5114885"/>
              <a:gd name="connsiteY3125" fmla="*/ 302851 h 968306"/>
              <a:gd name="connsiteX3126" fmla="*/ 1804607 w 5114885"/>
              <a:gd name="connsiteY3126" fmla="*/ 273514 h 968306"/>
              <a:gd name="connsiteX3127" fmla="*/ 1805083 w 5114885"/>
              <a:gd name="connsiteY3127" fmla="*/ 119018 h 968306"/>
              <a:gd name="connsiteX3128" fmla="*/ 1804607 w 5114885"/>
              <a:gd name="connsiteY3128" fmla="*/ 81776 h 968306"/>
              <a:gd name="connsiteX3129" fmla="*/ 1804607 w 5114885"/>
              <a:gd name="connsiteY3129" fmla="*/ 77585 h 968306"/>
              <a:gd name="connsiteX3130" fmla="*/ 1819847 w 5114885"/>
              <a:gd name="connsiteY3130" fmla="*/ 78156 h 968306"/>
              <a:gd name="connsiteX3131" fmla="*/ 1885855 w 5114885"/>
              <a:gd name="connsiteY3131" fmla="*/ 79204 h 968306"/>
              <a:gd name="connsiteX3132" fmla="*/ 1897856 w 5114885"/>
              <a:gd name="connsiteY3132" fmla="*/ 80252 h 968306"/>
              <a:gd name="connsiteX3133" fmla="*/ 1908810 w 5114885"/>
              <a:gd name="connsiteY3133" fmla="*/ 82347 h 968306"/>
              <a:gd name="connsiteX3134" fmla="*/ 1932908 w 5114885"/>
              <a:gd name="connsiteY3134" fmla="*/ 98635 h 968306"/>
              <a:gd name="connsiteX3135" fmla="*/ 1956530 w 5114885"/>
              <a:gd name="connsiteY3135" fmla="*/ 158357 h 968306"/>
              <a:gd name="connsiteX3136" fmla="*/ 1957007 w 5114885"/>
              <a:gd name="connsiteY3136" fmla="*/ 163595 h 968306"/>
              <a:gd name="connsiteX3137" fmla="*/ 1960721 w 5114885"/>
              <a:gd name="connsiteY3137" fmla="*/ 195599 h 968306"/>
              <a:gd name="connsiteX3138" fmla="*/ 1957007 w 5114885"/>
              <a:gd name="connsiteY3138" fmla="*/ 220174 h 968306"/>
              <a:gd name="connsiteX3139" fmla="*/ 1938718 w 5114885"/>
              <a:gd name="connsiteY3139" fmla="*/ 265227 h 968306"/>
              <a:gd name="connsiteX3140" fmla="*/ 1919288 w 5114885"/>
              <a:gd name="connsiteY3140" fmla="*/ 288278 h 968306"/>
              <a:gd name="connsiteX3141" fmla="*/ 1911477 w 5114885"/>
              <a:gd name="connsiteY3141" fmla="*/ 295040 h 968306"/>
              <a:gd name="connsiteX3142" fmla="*/ 1908810 w 5114885"/>
              <a:gd name="connsiteY3142" fmla="*/ 296088 h 968306"/>
              <a:gd name="connsiteX3143" fmla="*/ 1897856 w 5114885"/>
              <a:gd name="connsiteY3143" fmla="*/ 299803 h 968306"/>
              <a:gd name="connsiteX3144" fmla="*/ 1820323 w 5114885"/>
              <a:gd name="connsiteY3144" fmla="*/ 302946 h 968306"/>
              <a:gd name="connsiteX3145" fmla="*/ 1805654 w 5114885"/>
              <a:gd name="connsiteY3145" fmla="*/ 302946 h 968306"/>
              <a:gd name="connsiteX3146" fmla="*/ 1728788 w 5114885"/>
              <a:gd name="connsiteY3146" fmla="*/ 15672 h 968306"/>
              <a:gd name="connsiteX3147" fmla="*/ 1734503 w 5114885"/>
              <a:gd name="connsiteY3147" fmla="*/ 15672 h 968306"/>
              <a:gd name="connsiteX3148" fmla="*/ 1737074 w 5114885"/>
              <a:gd name="connsiteY3148" fmla="*/ 15101 h 968306"/>
              <a:gd name="connsiteX3149" fmla="*/ 1740789 w 5114885"/>
              <a:gd name="connsiteY3149" fmla="*/ 14529 h 968306"/>
              <a:gd name="connsiteX3150" fmla="*/ 1747076 w 5114885"/>
              <a:gd name="connsiteY3150" fmla="*/ 13481 h 968306"/>
              <a:gd name="connsiteX3151" fmla="*/ 1763363 w 5114885"/>
              <a:gd name="connsiteY3151" fmla="*/ 11862 h 968306"/>
              <a:gd name="connsiteX3152" fmla="*/ 1776984 w 5114885"/>
              <a:gd name="connsiteY3152" fmla="*/ 13481 h 968306"/>
              <a:gd name="connsiteX3153" fmla="*/ 1780127 w 5114885"/>
              <a:gd name="connsiteY3153" fmla="*/ 13481 h 968306"/>
              <a:gd name="connsiteX3154" fmla="*/ 1870234 w 5114885"/>
              <a:gd name="connsiteY3154" fmla="*/ 17101 h 968306"/>
              <a:gd name="connsiteX3155" fmla="*/ 1899571 w 5114885"/>
              <a:gd name="connsiteY3155" fmla="*/ 17101 h 968306"/>
              <a:gd name="connsiteX3156" fmla="*/ 1907953 w 5114885"/>
              <a:gd name="connsiteY3156" fmla="*/ 16529 h 968306"/>
              <a:gd name="connsiteX3157" fmla="*/ 1923669 w 5114885"/>
              <a:gd name="connsiteY3157" fmla="*/ 19673 h 968306"/>
              <a:gd name="connsiteX3158" fmla="*/ 1942052 w 5114885"/>
              <a:gd name="connsiteY3158" fmla="*/ 24435 h 968306"/>
              <a:gd name="connsiteX3159" fmla="*/ 1952530 w 5114885"/>
              <a:gd name="connsiteY3159" fmla="*/ 28150 h 968306"/>
              <a:gd name="connsiteX3160" fmla="*/ 1956149 w 5114885"/>
              <a:gd name="connsiteY3160" fmla="*/ 31293 h 968306"/>
              <a:gd name="connsiteX3161" fmla="*/ 1990725 w 5114885"/>
              <a:gd name="connsiteY3161" fmla="*/ 52248 h 968306"/>
              <a:gd name="connsiteX3162" fmla="*/ 1993868 w 5114885"/>
              <a:gd name="connsiteY3162" fmla="*/ 54344 h 968306"/>
              <a:gd name="connsiteX3163" fmla="*/ 2000155 w 5114885"/>
              <a:gd name="connsiteY3163" fmla="*/ 62154 h 968306"/>
              <a:gd name="connsiteX3164" fmla="*/ 2003870 w 5114885"/>
              <a:gd name="connsiteY3164" fmla="*/ 66917 h 968306"/>
              <a:gd name="connsiteX3165" fmla="*/ 2007013 w 5114885"/>
              <a:gd name="connsiteY3165" fmla="*/ 71108 h 968306"/>
              <a:gd name="connsiteX3166" fmla="*/ 2009585 w 5114885"/>
              <a:gd name="connsiteY3166" fmla="*/ 74822 h 968306"/>
              <a:gd name="connsiteX3167" fmla="*/ 2018443 w 5114885"/>
              <a:gd name="connsiteY3167" fmla="*/ 91586 h 968306"/>
              <a:gd name="connsiteX3168" fmla="*/ 2033111 w 5114885"/>
              <a:gd name="connsiteY3168" fmla="*/ 135020 h 968306"/>
              <a:gd name="connsiteX3169" fmla="*/ 2034159 w 5114885"/>
              <a:gd name="connsiteY3169" fmla="*/ 141307 h 968306"/>
              <a:gd name="connsiteX3170" fmla="*/ 2034635 w 5114885"/>
              <a:gd name="connsiteY3170" fmla="*/ 144450 h 968306"/>
              <a:gd name="connsiteX3171" fmla="*/ 2037779 w 5114885"/>
              <a:gd name="connsiteY3171" fmla="*/ 189503 h 968306"/>
              <a:gd name="connsiteX3172" fmla="*/ 2038255 w 5114885"/>
              <a:gd name="connsiteY3172" fmla="*/ 212554 h 968306"/>
              <a:gd name="connsiteX3173" fmla="*/ 2021491 w 5114885"/>
              <a:gd name="connsiteY3173" fmla="*/ 289516 h 968306"/>
              <a:gd name="connsiteX3174" fmla="*/ 2021491 w 5114885"/>
              <a:gd name="connsiteY3174" fmla="*/ 294755 h 968306"/>
              <a:gd name="connsiteX3175" fmla="*/ 2003679 w 5114885"/>
              <a:gd name="connsiteY3175" fmla="*/ 321996 h 968306"/>
              <a:gd name="connsiteX3176" fmla="*/ 1958054 w 5114885"/>
              <a:gd name="connsiteY3176" fmla="*/ 357048 h 968306"/>
              <a:gd name="connsiteX3177" fmla="*/ 1914525 w 5114885"/>
              <a:gd name="connsiteY3177" fmla="*/ 371240 h 968306"/>
              <a:gd name="connsiteX3178" fmla="*/ 1879949 w 5114885"/>
              <a:gd name="connsiteY3178" fmla="*/ 371812 h 968306"/>
              <a:gd name="connsiteX3179" fmla="*/ 1805559 w 5114885"/>
              <a:gd name="connsiteY3179" fmla="*/ 370193 h 968306"/>
              <a:gd name="connsiteX3180" fmla="*/ 1768888 w 5114885"/>
              <a:gd name="connsiteY3180" fmla="*/ 371812 h 968306"/>
              <a:gd name="connsiteX3181" fmla="*/ 1737455 w 5114885"/>
              <a:gd name="connsiteY3181" fmla="*/ 371812 h 968306"/>
              <a:gd name="connsiteX3182" fmla="*/ 1729645 w 5114885"/>
              <a:gd name="connsiteY3182" fmla="*/ 371812 h 968306"/>
              <a:gd name="connsiteX3183" fmla="*/ 1725930 w 5114885"/>
              <a:gd name="connsiteY3183" fmla="*/ 370764 h 968306"/>
              <a:gd name="connsiteX3184" fmla="*/ 1727549 w 5114885"/>
              <a:gd name="connsiteY3184" fmla="*/ 328378 h 968306"/>
              <a:gd name="connsiteX3185" fmla="*/ 1729073 w 5114885"/>
              <a:gd name="connsiteY3185" fmla="*/ 225698 h 968306"/>
              <a:gd name="connsiteX3186" fmla="*/ 1728597 w 5114885"/>
              <a:gd name="connsiteY3186" fmla="*/ 213125 h 968306"/>
              <a:gd name="connsiteX3187" fmla="*/ 1725930 w 5114885"/>
              <a:gd name="connsiteY3187" fmla="*/ 115208 h 968306"/>
              <a:gd name="connsiteX3188" fmla="*/ 1723835 w 5114885"/>
              <a:gd name="connsiteY3188" fmla="*/ 83776 h 968306"/>
              <a:gd name="connsiteX3189" fmla="*/ 1723835 w 5114885"/>
              <a:gd name="connsiteY3189" fmla="*/ 60249 h 968306"/>
              <a:gd name="connsiteX3190" fmla="*/ 1723835 w 5114885"/>
              <a:gd name="connsiteY3190" fmla="*/ 31960 h 968306"/>
              <a:gd name="connsiteX3191" fmla="*/ 1725454 w 5114885"/>
              <a:gd name="connsiteY3191" fmla="*/ 15767 h 968306"/>
              <a:gd name="connsiteX3192" fmla="*/ 1728597 w 5114885"/>
              <a:gd name="connsiteY3192" fmla="*/ 15767 h 968306"/>
              <a:gd name="connsiteX3193" fmla="*/ 1899571 w 5114885"/>
              <a:gd name="connsiteY3193" fmla="*/ 7290 h 968306"/>
              <a:gd name="connsiteX3194" fmla="*/ 1870805 w 5114885"/>
              <a:gd name="connsiteY3194" fmla="*/ 7290 h 968306"/>
              <a:gd name="connsiteX3195" fmla="*/ 1780699 w 5114885"/>
              <a:gd name="connsiteY3195" fmla="*/ 3575 h 968306"/>
              <a:gd name="connsiteX3196" fmla="*/ 1777079 w 5114885"/>
              <a:gd name="connsiteY3196" fmla="*/ 3575 h 968306"/>
              <a:gd name="connsiteX3197" fmla="*/ 1763459 w 5114885"/>
              <a:gd name="connsiteY3197" fmla="*/ 2051 h 968306"/>
              <a:gd name="connsiteX3198" fmla="*/ 1746218 w 5114885"/>
              <a:gd name="connsiteY3198" fmla="*/ 3575 h 968306"/>
              <a:gd name="connsiteX3199" fmla="*/ 1738884 w 5114885"/>
              <a:gd name="connsiteY3199" fmla="*/ 4623 h 968306"/>
              <a:gd name="connsiteX3200" fmla="*/ 1736217 w 5114885"/>
              <a:gd name="connsiteY3200" fmla="*/ 5195 h 968306"/>
              <a:gd name="connsiteX3201" fmla="*/ 1732026 w 5114885"/>
              <a:gd name="connsiteY3201" fmla="*/ 5766 h 968306"/>
              <a:gd name="connsiteX3202" fmla="*/ 1725739 w 5114885"/>
              <a:gd name="connsiteY3202" fmla="*/ 5766 h 968306"/>
              <a:gd name="connsiteX3203" fmla="*/ 1715834 w 5114885"/>
              <a:gd name="connsiteY3203" fmla="*/ 15767 h 968306"/>
              <a:gd name="connsiteX3204" fmla="*/ 1714214 w 5114885"/>
              <a:gd name="connsiteY3204" fmla="*/ 33008 h 968306"/>
              <a:gd name="connsiteX3205" fmla="*/ 1714214 w 5114885"/>
              <a:gd name="connsiteY3205" fmla="*/ 59773 h 968306"/>
              <a:gd name="connsiteX3206" fmla="*/ 1713738 w 5114885"/>
              <a:gd name="connsiteY3206" fmla="*/ 83871 h 968306"/>
              <a:gd name="connsiteX3207" fmla="*/ 1716310 w 5114885"/>
              <a:gd name="connsiteY3207" fmla="*/ 115875 h 968306"/>
              <a:gd name="connsiteX3208" fmla="*/ 1718977 w 5114885"/>
              <a:gd name="connsiteY3208" fmla="*/ 213792 h 968306"/>
              <a:gd name="connsiteX3209" fmla="*/ 1718977 w 5114885"/>
              <a:gd name="connsiteY3209" fmla="*/ 225889 h 968306"/>
              <a:gd name="connsiteX3210" fmla="*/ 1717929 w 5114885"/>
              <a:gd name="connsiteY3210" fmla="*/ 328568 h 968306"/>
              <a:gd name="connsiteX3211" fmla="*/ 1715834 w 5114885"/>
              <a:gd name="connsiteY3211" fmla="*/ 371526 h 968306"/>
              <a:gd name="connsiteX3212" fmla="*/ 1721072 w 5114885"/>
              <a:gd name="connsiteY3212" fmla="*/ 379908 h 968306"/>
              <a:gd name="connsiteX3213" fmla="*/ 1738408 w 5114885"/>
              <a:gd name="connsiteY3213" fmla="*/ 382004 h 968306"/>
              <a:gd name="connsiteX3214" fmla="*/ 1768793 w 5114885"/>
              <a:gd name="connsiteY3214" fmla="*/ 382004 h 968306"/>
              <a:gd name="connsiteX3215" fmla="*/ 1806512 w 5114885"/>
              <a:gd name="connsiteY3215" fmla="*/ 380956 h 968306"/>
              <a:gd name="connsiteX3216" fmla="*/ 1880902 w 5114885"/>
              <a:gd name="connsiteY3216" fmla="*/ 382004 h 968306"/>
              <a:gd name="connsiteX3217" fmla="*/ 1915478 w 5114885"/>
              <a:gd name="connsiteY3217" fmla="*/ 381432 h 968306"/>
              <a:gd name="connsiteX3218" fmla="*/ 1962626 w 5114885"/>
              <a:gd name="connsiteY3218" fmla="*/ 366192 h 968306"/>
              <a:gd name="connsiteX3219" fmla="*/ 2012347 w 5114885"/>
              <a:gd name="connsiteY3219" fmla="*/ 328473 h 968306"/>
              <a:gd name="connsiteX3220" fmla="*/ 2031778 w 5114885"/>
              <a:gd name="connsiteY3220" fmla="*/ 292278 h 968306"/>
              <a:gd name="connsiteX3221" fmla="*/ 2048542 w 5114885"/>
              <a:gd name="connsiteY3221" fmla="*/ 210554 h 968306"/>
              <a:gd name="connsiteX3222" fmla="*/ 2048066 w 5114885"/>
              <a:gd name="connsiteY3222" fmla="*/ 189599 h 968306"/>
              <a:gd name="connsiteX3223" fmla="*/ 2044922 w 5114885"/>
              <a:gd name="connsiteY3223" fmla="*/ 143498 h 968306"/>
              <a:gd name="connsiteX3224" fmla="*/ 2044446 w 5114885"/>
              <a:gd name="connsiteY3224" fmla="*/ 139307 h 968306"/>
              <a:gd name="connsiteX3225" fmla="*/ 2042827 w 5114885"/>
              <a:gd name="connsiteY3225" fmla="*/ 133020 h 968306"/>
              <a:gd name="connsiteX3226" fmla="*/ 2027587 w 5114885"/>
              <a:gd name="connsiteY3226" fmla="*/ 87395 h 968306"/>
              <a:gd name="connsiteX3227" fmla="*/ 2018157 w 5114885"/>
              <a:gd name="connsiteY3227" fmla="*/ 70060 h 968306"/>
              <a:gd name="connsiteX3228" fmla="*/ 2015490 w 5114885"/>
              <a:gd name="connsiteY3228" fmla="*/ 65869 h 968306"/>
              <a:gd name="connsiteX3229" fmla="*/ 2011871 w 5114885"/>
              <a:gd name="connsiteY3229" fmla="*/ 60630 h 968306"/>
              <a:gd name="connsiteX3230" fmla="*/ 2007680 w 5114885"/>
              <a:gd name="connsiteY3230" fmla="*/ 55963 h 968306"/>
              <a:gd name="connsiteX3231" fmla="*/ 1997202 w 5114885"/>
              <a:gd name="connsiteY3231" fmla="*/ 44438 h 968306"/>
              <a:gd name="connsiteX3232" fmla="*/ 1961102 w 5114885"/>
              <a:gd name="connsiteY3232" fmla="*/ 22435 h 968306"/>
              <a:gd name="connsiteX3233" fmla="*/ 1945862 w 5114885"/>
              <a:gd name="connsiteY3233" fmla="*/ 15101 h 968306"/>
              <a:gd name="connsiteX3234" fmla="*/ 1925479 w 5114885"/>
              <a:gd name="connsiteY3234" fmla="*/ 9862 h 968306"/>
              <a:gd name="connsiteX3235" fmla="*/ 1908143 w 5114885"/>
              <a:gd name="connsiteY3235" fmla="*/ 6719 h 968306"/>
              <a:gd name="connsiteX3236" fmla="*/ 1899761 w 5114885"/>
              <a:gd name="connsiteY3236" fmla="*/ 7290 h 968306"/>
              <a:gd name="connsiteX3237" fmla="*/ 1441895 w 5114885"/>
              <a:gd name="connsiteY3237" fmla="*/ 374574 h 968306"/>
              <a:gd name="connsiteX3238" fmla="*/ 1443514 w 5114885"/>
              <a:gd name="connsiteY3238" fmla="*/ 306470 h 968306"/>
              <a:gd name="connsiteX3239" fmla="*/ 1443990 w 5114885"/>
              <a:gd name="connsiteY3239" fmla="*/ 268751 h 968306"/>
              <a:gd name="connsiteX3240" fmla="*/ 1443990 w 5114885"/>
              <a:gd name="connsiteY3240" fmla="*/ 225794 h 968306"/>
              <a:gd name="connsiteX3241" fmla="*/ 1441895 w 5114885"/>
              <a:gd name="connsiteY3241" fmla="*/ 205886 h 968306"/>
              <a:gd name="connsiteX3242" fmla="*/ 1440371 w 5114885"/>
              <a:gd name="connsiteY3242" fmla="*/ 197504 h 968306"/>
              <a:gd name="connsiteX3243" fmla="*/ 1391126 w 5114885"/>
              <a:gd name="connsiteY3243" fmla="*/ 152451 h 968306"/>
              <a:gd name="connsiteX3244" fmla="*/ 1347121 w 5114885"/>
              <a:gd name="connsiteY3244" fmla="*/ 170263 h 968306"/>
              <a:gd name="connsiteX3245" fmla="*/ 1330357 w 5114885"/>
              <a:gd name="connsiteY3245" fmla="*/ 203219 h 968306"/>
              <a:gd name="connsiteX3246" fmla="*/ 1329309 w 5114885"/>
              <a:gd name="connsiteY3246" fmla="*/ 208458 h 968306"/>
              <a:gd name="connsiteX3247" fmla="*/ 1324642 w 5114885"/>
              <a:gd name="connsiteY3247" fmla="*/ 226270 h 968306"/>
              <a:gd name="connsiteX3248" fmla="*/ 1326166 w 5114885"/>
              <a:gd name="connsiteY3248" fmla="*/ 299136 h 968306"/>
              <a:gd name="connsiteX3249" fmla="*/ 1325689 w 5114885"/>
              <a:gd name="connsiteY3249" fmla="*/ 353619 h 968306"/>
              <a:gd name="connsiteX3250" fmla="*/ 1325118 w 5114885"/>
              <a:gd name="connsiteY3250" fmla="*/ 372479 h 968306"/>
              <a:gd name="connsiteX3251" fmla="*/ 1301591 w 5114885"/>
              <a:gd name="connsiteY3251" fmla="*/ 374098 h 968306"/>
              <a:gd name="connsiteX3252" fmla="*/ 1274350 w 5114885"/>
              <a:gd name="connsiteY3252" fmla="*/ 373050 h 968306"/>
              <a:gd name="connsiteX3253" fmla="*/ 1267016 w 5114885"/>
              <a:gd name="connsiteY3253" fmla="*/ 373622 h 968306"/>
              <a:gd name="connsiteX3254" fmla="*/ 1265968 w 5114885"/>
              <a:gd name="connsiteY3254" fmla="*/ 141021 h 968306"/>
              <a:gd name="connsiteX3255" fmla="*/ 1269587 w 5114885"/>
              <a:gd name="connsiteY3255" fmla="*/ 114827 h 968306"/>
              <a:gd name="connsiteX3256" fmla="*/ 1277493 w 5114885"/>
              <a:gd name="connsiteY3256" fmla="*/ 114256 h 968306"/>
              <a:gd name="connsiteX3257" fmla="*/ 1289495 w 5114885"/>
              <a:gd name="connsiteY3257" fmla="*/ 113684 h 968306"/>
              <a:gd name="connsiteX3258" fmla="*/ 1312545 w 5114885"/>
              <a:gd name="connsiteY3258" fmla="*/ 114256 h 968306"/>
              <a:gd name="connsiteX3259" fmla="*/ 1323499 w 5114885"/>
              <a:gd name="connsiteY3259" fmla="*/ 114256 h 968306"/>
              <a:gd name="connsiteX3260" fmla="*/ 1323499 w 5114885"/>
              <a:gd name="connsiteY3260" fmla="*/ 117971 h 968306"/>
              <a:gd name="connsiteX3261" fmla="*/ 1325594 w 5114885"/>
              <a:gd name="connsiteY3261" fmla="*/ 135782 h 968306"/>
              <a:gd name="connsiteX3262" fmla="*/ 1359122 w 5114885"/>
              <a:gd name="connsiteY3262" fmla="*/ 123209 h 968306"/>
              <a:gd name="connsiteX3263" fmla="*/ 1396270 w 5114885"/>
              <a:gd name="connsiteY3263" fmla="*/ 105398 h 968306"/>
              <a:gd name="connsiteX3264" fmla="*/ 1423988 w 5114885"/>
              <a:gd name="connsiteY3264" fmla="*/ 106445 h 968306"/>
              <a:gd name="connsiteX3265" fmla="*/ 1452277 w 5114885"/>
              <a:gd name="connsiteY3265" fmla="*/ 112732 h 968306"/>
              <a:gd name="connsiteX3266" fmla="*/ 1464278 w 5114885"/>
              <a:gd name="connsiteY3266" fmla="*/ 118542 h 968306"/>
              <a:gd name="connsiteX3267" fmla="*/ 1495711 w 5114885"/>
              <a:gd name="connsiteY3267" fmla="*/ 157785 h 968306"/>
              <a:gd name="connsiteX3268" fmla="*/ 1505141 w 5114885"/>
              <a:gd name="connsiteY3268" fmla="*/ 239033 h 968306"/>
              <a:gd name="connsiteX3269" fmla="*/ 1505141 w 5114885"/>
              <a:gd name="connsiteY3269" fmla="*/ 271514 h 968306"/>
              <a:gd name="connsiteX3270" fmla="*/ 1505141 w 5114885"/>
              <a:gd name="connsiteY3270" fmla="*/ 295040 h 968306"/>
              <a:gd name="connsiteX3271" fmla="*/ 1501521 w 5114885"/>
              <a:gd name="connsiteY3271" fmla="*/ 378289 h 968306"/>
              <a:gd name="connsiteX3272" fmla="*/ 1488948 w 5114885"/>
              <a:gd name="connsiteY3272" fmla="*/ 378860 h 968306"/>
              <a:gd name="connsiteX3273" fmla="*/ 1485805 w 5114885"/>
              <a:gd name="connsiteY3273" fmla="*/ 379432 h 968306"/>
              <a:gd name="connsiteX3274" fmla="*/ 1483709 w 5114885"/>
              <a:gd name="connsiteY3274" fmla="*/ 379432 h 968306"/>
              <a:gd name="connsiteX3275" fmla="*/ 1479995 w 5114885"/>
              <a:gd name="connsiteY3275" fmla="*/ 378860 h 968306"/>
              <a:gd name="connsiteX3276" fmla="*/ 1454372 w 5114885"/>
              <a:gd name="connsiteY3276" fmla="*/ 376765 h 968306"/>
              <a:gd name="connsiteX3277" fmla="*/ 1442371 w 5114885"/>
              <a:gd name="connsiteY3277" fmla="*/ 376193 h 968306"/>
              <a:gd name="connsiteX3278" fmla="*/ 1441799 w 5114885"/>
              <a:gd name="connsiteY3278" fmla="*/ 374669 h 968306"/>
              <a:gd name="connsiteX3279" fmla="*/ 1334548 w 5114885"/>
              <a:gd name="connsiteY3279" fmla="*/ 130448 h 968306"/>
              <a:gd name="connsiteX3280" fmla="*/ 1324642 w 5114885"/>
              <a:gd name="connsiteY3280" fmla="*/ 104255 h 968306"/>
              <a:gd name="connsiteX3281" fmla="*/ 1312640 w 5114885"/>
              <a:gd name="connsiteY3281" fmla="*/ 104255 h 968306"/>
              <a:gd name="connsiteX3282" fmla="*/ 1289590 w 5114885"/>
              <a:gd name="connsiteY3282" fmla="*/ 103683 h 968306"/>
              <a:gd name="connsiteX3283" fmla="*/ 1277017 w 5114885"/>
              <a:gd name="connsiteY3283" fmla="*/ 104255 h 968306"/>
              <a:gd name="connsiteX3284" fmla="*/ 1260253 w 5114885"/>
              <a:gd name="connsiteY3284" fmla="*/ 108922 h 968306"/>
              <a:gd name="connsiteX3285" fmla="*/ 1256062 w 5114885"/>
              <a:gd name="connsiteY3285" fmla="*/ 139878 h 968306"/>
              <a:gd name="connsiteX3286" fmla="*/ 1257110 w 5114885"/>
              <a:gd name="connsiteY3286" fmla="*/ 378194 h 968306"/>
              <a:gd name="connsiteX3287" fmla="*/ 1265492 w 5114885"/>
              <a:gd name="connsiteY3287" fmla="*/ 383432 h 968306"/>
              <a:gd name="connsiteX3288" fmla="*/ 1274350 w 5114885"/>
              <a:gd name="connsiteY3288" fmla="*/ 382861 h 968306"/>
              <a:gd name="connsiteX3289" fmla="*/ 1301591 w 5114885"/>
              <a:gd name="connsiteY3289" fmla="*/ 383909 h 968306"/>
              <a:gd name="connsiteX3290" fmla="*/ 1331405 w 5114885"/>
              <a:gd name="connsiteY3290" fmla="*/ 381813 h 968306"/>
              <a:gd name="connsiteX3291" fmla="*/ 1335596 w 5114885"/>
              <a:gd name="connsiteY3291" fmla="*/ 375527 h 968306"/>
              <a:gd name="connsiteX3292" fmla="*/ 1335596 w 5114885"/>
              <a:gd name="connsiteY3292" fmla="*/ 354095 h 968306"/>
              <a:gd name="connsiteX3293" fmla="*/ 1336072 w 5114885"/>
              <a:gd name="connsiteY3293" fmla="*/ 299612 h 968306"/>
              <a:gd name="connsiteX3294" fmla="*/ 1334548 w 5114885"/>
              <a:gd name="connsiteY3294" fmla="*/ 228365 h 968306"/>
              <a:gd name="connsiteX3295" fmla="*/ 1339215 w 5114885"/>
              <a:gd name="connsiteY3295" fmla="*/ 210554 h 968306"/>
              <a:gd name="connsiteX3296" fmla="*/ 1340263 w 5114885"/>
              <a:gd name="connsiteY3296" fmla="*/ 204743 h 968306"/>
              <a:gd name="connsiteX3297" fmla="*/ 1354931 w 5114885"/>
              <a:gd name="connsiteY3297" fmla="*/ 176454 h 968306"/>
              <a:gd name="connsiteX3298" fmla="*/ 1392079 w 5114885"/>
              <a:gd name="connsiteY3298" fmla="*/ 162262 h 968306"/>
              <a:gd name="connsiteX3299" fmla="*/ 1431893 w 5114885"/>
              <a:gd name="connsiteY3299" fmla="*/ 206839 h 968306"/>
              <a:gd name="connsiteX3300" fmla="*/ 1433989 w 5114885"/>
              <a:gd name="connsiteY3300" fmla="*/ 227222 h 968306"/>
              <a:gd name="connsiteX3301" fmla="*/ 1433513 w 5114885"/>
              <a:gd name="connsiteY3301" fmla="*/ 306375 h 968306"/>
              <a:gd name="connsiteX3302" fmla="*/ 1431893 w 5114885"/>
              <a:gd name="connsiteY3302" fmla="*/ 374479 h 968306"/>
              <a:gd name="connsiteX3303" fmla="*/ 1432465 w 5114885"/>
              <a:gd name="connsiteY3303" fmla="*/ 377051 h 968306"/>
              <a:gd name="connsiteX3304" fmla="*/ 1431893 w 5114885"/>
              <a:gd name="connsiteY3304" fmla="*/ 379718 h 968306"/>
              <a:gd name="connsiteX3305" fmla="*/ 1454468 w 5114885"/>
              <a:gd name="connsiteY3305" fmla="*/ 386576 h 968306"/>
              <a:gd name="connsiteX3306" fmla="*/ 1478566 w 5114885"/>
              <a:gd name="connsiteY3306" fmla="*/ 388671 h 968306"/>
              <a:gd name="connsiteX3307" fmla="*/ 1483233 w 5114885"/>
              <a:gd name="connsiteY3307" fmla="*/ 389147 h 968306"/>
              <a:gd name="connsiteX3308" fmla="*/ 1487424 w 5114885"/>
              <a:gd name="connsiteY3308" fmla="*/ 389147 h 968306"/>
              <a:gd name="connsiteX3309" fmla="*/ 1490567 w 5114885"/>
              <a:gd name="connsiteY3309" fmla="*/ 388671 h 968306"/>
              <a:gd name="connsiteX3310" fmla="*/ 1501045 w 5114885"/>
              <a:gd name="connsiteY3310" fmla="*/ 388671 h 968306"/>
              <a:gd name="connsiteX3311" fmla="*/ 1512570 w 5114885"/>
              <a:gd name="connsiteY3311" fmla="*/ 384480 h 968306"/>
              <a:gd name="connsiteX3312" fmla="*/ 1515142 w 5114885"/>
              <a:gd name="connsiteY3312" fmla="*/ 294945 h 968306"/>
              <a:gd name="connsiteX3313" fmla="*/ 1515142 w 5114885"/>
              <a:gd name="connsiteY3313" fmla="*/ 271895 h 968306"/>
              <a:gd name="connsiteX3314" fmla="*/ 1515142 w 5114885"/>
              <a:gd name="connsiteY3314" fmla="*/ 239414 h 968306"/>
              <a:gd name="connsiteX3315" fmla="*/ 1505712 w 5114885"/>
              <a:gd name="connsiteY3315" fmla="*/ 154547 h 968306"/>
              <a:gd name="connsiteX3316" fmla="*/ 1470089 w 5114885"/>
              <a:gd name="connsiteY3316" fmla="*/ 109970 h 968306"/>
              <a:gd name="connsiteX3317" fmla="*/ 1454372 w 5114885"/>
              <a:gd name="connsiteY3317" fmla="*/ 103207 h 968306"/>
              <a:gd name="connsiteX3318" fmla="*/ 1424559 w 5114885"/>
              <a:gd name="connsiteY3318" fmla="*/ 96349 h 968306"/>
              <a:gd name="connsiteX3319" fmla="*/ 1394174 w 5114885"/>
              <a:gd name="connsiteY3319" fmla="*/ 95777 h 968306"/>
              <a:gd name="connsiteX3320" fmla="*/ 1353788 w 5114885"/>
              <a:gd name="connsiteY3320" fmla="*/ 114637 h 968306"/>
              <a:gd name="connsiteX3321" fmla="*/ 1334357 w 5114885"/>
              <a:gd name="connsiteY3321" fmla="*/ 130353 h 968306"/>
              <a:gd name="connsiteX3322" fmla="*/ 1089184 w 5114885"/>
              <a:gd name="connsiteY3322" fmla="*/ 158642 h 968306"/>
              <a:gd name="connsiteX3323" fmla="*/ 1052513 w 5114885"/>
              <a:gd name="connsiteY3323" fmla="*/ 158642 h 968306"/>
              <a:gd name="connsiteX3324" fmla="*/ 1039368 w 5114885"/>
              <a:gd name="connsiteY3324" fmla="*/ 162833 h 968306"/>
              <a:gd name="connsiteX3325" fmla="*/ 1036701 w 5114885"/>
              <a:gd name="connsiteY3325" fmla="*/ 164929 h 968306"/>
              <a:gd name="connsiteX3326" fmla="*/ 1029938 w 5114885"/>
              <a:gd name="connsiteY3326" fmla="*/ 169120 h 968306"/>
              <a:gd name="connsiteX3327" fmla="*/ 1016794 w 5114885"/>
              <a:gd name="connsiteY3327" fmla="*/ 182264 h 968306"/>
              <a:gd name="connsiteX3328" fmla="*/ 1006316 w 5114885"/>
              <a:gd name="connsiteY3328" fmla="*/ 207887 h 968306"/>
              <a:gd name="connsiteX3329" fmla="*/ 1022033 w 5114885"/>
              <a:gd name="connsiteY3329" fmla="*/ 219412 h 968306"/>
              <a:gd name="connsiteX3330" fmla="*/ 1025176 w 5114885"/>
              <a:gd name="connsiteY3330" fmla="*/ 218840 h 968306"/>
              <a:gd name="connsiteX3331" fmla="*/ 1115759 w 5114885"/>
              <a:gd name="connsiteY3331" fmla="*/ 221507 h 968306"/>
              <a:gd name="connsiteX3332" fmla="*/ 1132523 w 5114885"/>
              <a:gd name="connsiteY3332" fmla="*/ 215697 h 968306"/>
              <a:gd name="connsiteX3333" fmla="*/ 1125760 w 5114885"/>
              <a:gd name="connsiteY3333" fmla="*/ 179597 h 968306"/>
              <a:gd name="connsiteX3334" fmla="*/ 1107948 w 5114885"/>
              <a:gd name="connsiteY3334" fmla="*/ 165977 h 968306"/>
              <a:gd name="connsiteX3335" fmla="*/ 1089089 w 5114885"/>
              <a:gd name="connsiteY3335" fmla="*/ 158642 h 968306"/>
              <a:gd name="connsiteX3336" fmla="*/ 1126236 w 5114885"/>
              <a:gd name="connsiteY3336" fmla="*/ 207887 h 968306"/>
              <a:gd name="connsiteX3337" fmla="*/ 1115282 w 5114885"/>
              <a:gd name="connsiteY3337" fmla="*/ 211601 h 968306"/>
              <a:gd name="connsiteX3338" fmla="*/ 1023080 w 5114885"/>
              <a:gd name="connsiteY3338" fmla="*/ 208934 h 968306"/>
              <a:gd name="connsiteX3339" fmla="*/ 1019937 w 5114885"/>
              <a:gd name="connsiteY3339" fmla="*/ 209506 h 968306"/>
              <a:gd name="connsiteX3340" fmla="*/ 1016222 w 5114885"/>
              <a:gd name="connsiteY3340" fmla="*/ 210077 h 968306"/>
              <a:gd name="connsiteX3341" fmla="*/ 1024604 w 5114885"/>
              <a:gd name="connsiteY3341" fmla="*/ 188075 h 968306"/>
              <a:gd name="connsiteX3342" fmla="*/ 1034510 w 5114885"/>
              <a:gd name="connsiteY3342" fmla="*/ 178169 h 968306"/>
              <a:gd name="connsiteX3343" fmla="*/ 1042892 w 5114885"/>
              <a:gd name="connsiteY3343" fmla="*/ 173501 h 968306"/>
              <a:gd name="connsiteX3344" fmla="*/ 1044988 w 5114885"/>
              <a:gd name="connsiteY3344" fmla="*/ 171406 h 968306"/>
              <a:gd name="connsiteX3345" fmla="*/ 1054894 w 5114885"/>
              <a:gd name="connsiteY3345" fmla="*/ 168739 h 968306"/>
              <a:gd name="connsiteX3346" fmla="*/ 1086803 w 5114885"/>
              <a:gd name="connsiteY3346" fmla="*/ 168739 h 968306"/>
              <a:gd name="connsiteX3347" fmla="*/ 1103090 w 5114885"/>
              <a:gd name="connsiteY3347" fmla="*/ 175025 h 968306"/>
              <a:gd name="connsiteX3348" fmla="*/ 1117283 w 5114885"/>
              <a:gd name="connsiteY3348" fmla="*/ 185503 h 968306"/>
              <a:gd name="connsiteX3349" fmla="*/ 1126141 w 5114885"/>
              <a:gd name="connsiteY3349" fmla="*/ 207982 h 968306"/>
              <a:gd name="connsiteX3350" fmla="*/ 1140333 w 5114885"/>
              <a:gd name="connsiteY3350" fmla="*/ 304375 h 968306"/>
              <a:gd name="connsiteX3351" fmla="*/ 1189101 w 5114885"/>
              <a:gd name="connsiteY3351" fmla="*/ 303327 h 968306"/>
              <a:gd name="connsiteX3352" fmla="*/ 1178624 w 5114885"/>
              <a:gd name="connsiteY3352" fmla="*/ 328473 h 968306"/>
              <a:gd name="connsiteX3353" fmla="*/ 1171861 w 5114885"/>
              <a:gd name="connsiteY3353" fmla="*/ 337331 h 968306"/>
              <a:gd name="connsiteX3354" fmla="*/ 1160336 w 5114885"/>
              <a:gd name="connsiteY3354" fmla="*/ 348857 h 968306"/>
              <a:gd name="connsiteX3355" fmla="*/ 1138904 w 5114885"/>
              <a:gd name="connsiteY3355" fmla="*/ 360382 h 968306"/>
              <a:gd name="connsiteX3356" fmla="*/ 1136237 w 5114885"/>
              <a:gd name="connsiteY3356" fmla="*/ 362954 h 968306"/>
              <a:gd name="connsiteX3357" fmla="*/ 1133570 w 5114885"/>
              <a:gd name="connsiteY3357" fmla="*/ 364573 h 968306"/>
              <a:gd name="connsiteX3358" fmla="*/ 1122045 w 5114885"/>
              <a:gd name="connsiteY3358" fmla="*/ 370288 h 968306"/>
              <a:gd name="connsiteX3359" fmla="*/ 1116806 w 5114885"/>
              <a:gd name="connsiteY3359" fmla="*/ 371907 h 968306"/>
              <a:gd name="connsiteX3360" fmla="*/ 1112139 w 5114885"/>
              <a:gd name="connsiteY3360" fmla="*/ 373526 h 968306"/>
              <a:gd name="connsiteX3361" fmla="*/ 1032510 w 5114885"/>
              <a:gd name="connsiteY3361" fmla="*/ 371907 h 968306"/>
              <a:gd name="connsiteX3362" fmla="*/ 1006316 w 5114885"/>
              <a:gd name="connsiteY3362" fmla="*/ 364001 h 968306"/>
              <a:gd name="connsiteX3363" fmla="*/ 976979 w 5114885"/>
              <a:gd name="connsiteY3363" fmla="*/ 341522 h 968306"/>
              <a:gd name="connsiteX3364" fmla="*/ 948690 w 5114885"/>
              <a:gd name="connsiteY3364" fmla="*/ 291230 h 968306"/>
              <a:gd name="connsiteX3365" fmla="*/ 946023 w 5114885"/>
              <a:gd name="connsiteY3365" fmla="*/ 280753 h 968306"/>
              <a:gd name="connsiteX3366" fmla="*/ 944404 w 5114885"/>
              <a:gd name="connsiteY3366" fmla="*/ 276562 h 968306"/>
              <a:gd name="connsiteX3367" fmla="*/ 943356 w 5114885"/>
              <a:gd name="connsiteY3367" fmla="*/ 270275 h 968306"/>
              <a:gd name="connsiteX3368" fmla="*/ 941261 w 5114885"/>
              <a:gd name="connsiteY3368" fmla="*/ 256655 h 968306"/>
              <a:gd name="connsiteX3369" fmla="*/ 941832 w 5114885"/>
              <a:gd name="connsiteY3369" fmla="*/ 252940 h 968306"/>
              <a:gd name="connsiteX3370" fmla="*/ 942404 w 5114885"/>
              <a:gd name="connsiteY3370" fmla="*/ 249320 h 968306"/>
              <a:gd name="connsiteX3371" fmla="*/ 942404 w 5114885"/>
              <a:gd name="connsiteY3371" fmla="*/ 245606 h 968306"/>
              <a:gd name="connsiteX3372" fmla="*/ 942880 w 5114885"/>
              <a:gd name="connsiteY3372" fmla="*/ 238843 h 968306"/>
              <a:gd name="connsiteX3373" fmla="*/ 968026 w 5114885"/>
              <a:gd name="connsiteY3373" fmla="*/ 170168 h 968306"/>
              <a:gd name="connsiteX3374" fmla="*/ 980027 w 5114885"/>
              <a:gd name="connsiteY3374" fmla="*/ 152356 h 968306"/>
              <a:gd name="connsiteX3375" fmla="*/ 1018223 w 5114885"/>
              <a:gd name="connsiteY3375" fmla="*/ 123019 h 968306"/>
              <a:gd name="connsiteX3376" fmla="*/ 1049084 w 5114885"/>
              <a:gd name="connsiteY3376" fmla="*/ 114161 h 968306"/>
              <a:gd name="connsiteX3377" fmla="*/ 1106710 w 5114885"/>
              <a:gd name="connsiteY3377" fmla="*/ 114732 h 968306"/>
              <a:gd name="connsiteX3378" fmla="*/ 1110425 w 5114885"/>
              <a:gd name="connsiteY3378" fmla="*/ 115780 h 968306"/>
              <a:gd name="connsiteX3379" fmla="*/ 1139762 w 5114885"/>
              <a:gd name="connsiteY3379" fmla="*/ 127781 h 968306"/>
              <a:gd name="connsiteX3380" fmla="*/ 1158621 w 5114885"/>
              <a:gd name="connsiteY3380" fmla="*/ 149784 h 968306"/>
              <a:gd name="connsiteX3381" fmla="*/ 1190625 w 5114885"/>
              <a:gd name="connsiteY3381" fmla="*/ 227318 h 968306"/>
              <a:gd name="connsiteX3382" fmla="*/ 1191197 w 5114885"/>
              <a:gd name="connsiteY3382" fmla="*/ 232080 h 968306"/>
              <a:gd name="connsiteX3383" fmla="*/ 1191197 w 5114885"/>
              <a:gd name="connsiteY3383" fmla="*/ 235795 h 968306"/>
              <a:gd name="connsiteX3384" fmla="*/ 1191673 w 5114885"/>
              <a:gd name="connsiteY3384" fmla="*/ 242081 h 968306"/>
              <a:gd name="connsiteX3385" fmla="*/ 1193292 w 5114885"/>
              <a:gd name="connsiteY3385" fmla="*/ 249987 h 968306"/>
              <a:gd name="connsiteX3386" fmla="*/ 1194340 w 5114885"/>
              <a:gd name="connsiteY3386" fmla="*/ 254654 h 968306"/>
              <a:gd name="connsiteX3387" fmla="*/ 1161860 w 5114885"/>
              <a:gd name="connsiteY3387" fmla="*/ 253035 h 968306"/>
              <a:gd name="connsiteX3388" fmla="*/ 1089565 w 5114885"/>
              <a:gd name="connsiteY3388" fmla="*/ 256178 h 968306"/>
              <a:gd name="connsiteX3389" fmla="*/ 1066514 w 5114885"/>
              <a:gd name="connsiteY3389" fmla="*/ 257226 h 968306"/>
              <a:gd name="connsiteX3390" fmla="*/ 1015175 w 5114885"/>
              <a:gd name="connsiteY3390" fmla="*/ 258274 h 968306"/>
              <a:gd name="connsiteX3391" fmla="*/ 1006793 w 5114885"/>
              <a:gd name="connsiteY3391" fmla="*/ 292850 h 968306"/>
              <a:gd name="connsiteX3392" fmla="*/ 1008888 w 5114885"/>
              <a:gd name="connsiteY3392" fmla="*/ 298088 h 968306"/>
              <a:gd name="connsiteX3393" fmla="*/ 1010507 w 5114885"/>
              <a:gd name="connsiteY3393" fmla="*/ 302279 h 968306"/>
              <a:gd name="connsiteX3394" fmla="*/ 1012127 w 5114885"/>
              <a:gd name="connsiteY3394" fmla="*/ 305423 h 968306"/>
              <a:gd name="connsiteX3395" fmla="*/ 1014222 w 5114885"/>
              <a:gd name="connsiteY3395" fmla="*/ 308090 h 968306"/>
              <a:gd name="connsiteX3396" fmla="*/ 1017365 w 5114885"/>
              <a:gd name="connsiteY3396" fmla="*/ 312281 h 968306"/>
              <a:gd name="connsiteX3397" fmla="*/ 1022604 w 5114885"/>
              <a:gd name="connsiteY3397" fmla="*/ 317519 h 968306"/>
              <a:gd name="connsiteX3398" fmla="*/ 1027843 w 5114885"/>
              <a:gd name="connsiteY3398" fmla="*/ 323806 h 968306"/>
              <a:gd name="connsiteX3399" fmla="*/ 1057180 w 5114885"/>
              <a:gd name="connsiteY3399" fmla="*/ 336950 h 968306"/>
              <a:gd name="connsiteX3400" fmla="*/ 1060799 w 5114885"/>
              <a:gd name="connsiteY3400" fmla="*/ 337522 h 968306"/>
              <a:gd name="connsiteX3401" fmla="*/ 1094327 w 5114885"/>
              <a:gd name="connsiteY3401" fmla="*/ 333807 h 968306"/>
              <a:gd name="connsiteX3402" fmla="*/ 1139857 w 5114885"/>
              <a:gd name="connsiteY3402" fmla="*/ 304470 h 968306"/>
              <a:gd name="connsiteX3403" fmla="*/ 1140428 w 5114885"/>
              <a:gd name="connsiteY3403" fmla="*/ 304470 h 968306"/>
              <a:gd name="connsiteX3404" fmla="*/ 1015651 w 5114885"/>
              <a:gd name="connsiteY3404" fmla="*/ 268275 h 968306"/>
              <a:gd name="connsiteX3405" fmla="*/ 1068038 w 5114885"/>
              <a:gd name="connsiteY3405" fmla="*/ 267227 h 968306"/>
              <a:gd name="connsiteX3406" fmla="*/ 1089470 w 5114885"/>
              <a:gd name="connsiteY3406" fmla="*/ 266180 h 968306"/>
              <a:gd name="connsiteX3407" fmla="*/ 1161764 w 5114885"/>
              <a:gd name="connsiteY3407" fmla="*/ 263036 h 968306"/>
              <a:gd name="connsiteX3408" fmla="*/ 1182719 w 5114885"/>
              <a:gd name="connsiteY3408" fmla="*/ 264656 h 968306"/>
              <a:gd name="connsiteX3409" fmla="*/ 1201579 w 5114885"/>
              <a:gd name="connsiteY3409" fmla="*/ 240557 h 968306"/>
              <a:gd name="connsiteX3410" fmla="*/ 1201007 w 5114885"/>
              <a:gd name="connsiteY3410" fmla="*/ 235319 h 968306"/>
              <a:gd name="connsiteX3411" fmla="*/ 1201007 w 5114885"/>
              <a:gd name="connsiteY3411" fmla="*/ 231128 h 968306"/>
              <a:gd name="connsiteX3412" fmla="*/ 1200436 w 5114885"/>
              <a:gd name="connsiteY3412" fmla="*/ 225889 h 968306"/>
              <a:gd name="connsiteX3413" fmla="*/ 1165860 w 5114885"/>
              <a:gd name="connsiteY3413" fmla="*/ 142545 h 968306"/>
              <a:gd name="connsiteX3414" fmla="*/ 1144905 w 5114885"/>
              <a:gd name="connsiteY3414" fmla="*/ 119495 h 968306"/>
              <a:gd name="connsiteX3415" fmla="*/ 1116616 w 5114885"/>
              <a:gd name="connsiteY3415" fmla="*/ 107493 h 968306"/>
              <a:gd name="connsiteX3416" fmla="*/ 1112425 w 5114885"/>
              <a:gd name="connsiteY3416" fmla="*/ 105874 h 968306"/>
              <a:gd name="connsiteX3417" fmla="*/ 1108710 w 5114885"/>
              <a:gd name="connsiteY3417" fmla="*/ 105302 h 968306"/>
              <a:gd name="connsiteX3418" fmla="*/ 1047369 w 5114885"/>
              <a:gd name="connsiteY3418" fmla="*/ 104255 h 968306"/>
              <a:gd name="connsiteX3419" fmla="*/ 1014889 w 5114885"/>
              <a:gd name="connsiteY3419" fmla="*/ 113113 h 968306"/>
              <a:gd name="connsiteX3420" fmla="*/ 970883 w 5114885"/>
              <a:gd name="connsiteY3420" fmla="*/ 147689 h 968306"/>
              <a:gd name="connsiteX3421" fmla="*/ 958310 w 5114885"/>
              <a:gd name="connsiteY3421" fmla="*/ 165977 h 968306"/>
              <a:gd name="connsiteX3422" fmla="*/ 933164 w 5114885"/>
              <a:gd name="connsiteY3422" fmla="*/ 230366 h 968306"/>
              <a:gd name="connsiteX3423" fmla="*/ 932117 w 5114885"/>
              <a:gd name="connsiteY3423" fmla="*/ 244558 h 968306"/>
              <a:gd name="connsiteX3424" fmla="*/ 932117 w 5114885"/>
              <a:gd name="connsiteY3424" fmla="*/ 248273 h 968306"/>
              <a:gd name="connsiteX3425" fmla="*/ 931545 w 5114885"/>
              <a:gd name="connsiteY3425" fmla="*/ 251416 h 968306"/>
              <a:gd name="connsiteX3426" fmla="*/ 930974 w 5114885"/>
              <a:gd name="connsiteY3426" fmla="*/ 255607 h 968306"/>
              <a:gd name="connsiteX3427" fmla="*/ 933069 w 5114885"/>
              <a:gd name="connsiteY3427" fmla="*/ 272371 h 968306"/>
              <a:gd name="connsiteX3428" fmla="*/ 934688 w 5114885"/>
              <a:gd name="connsiteY3428" fmla="*/ 280181 h 968306"/>
              <a:gd name="connsiteX3429" fmla="*/ 936308 w 5114885"/>
              <a:gd name="connsiteY3429" fmla="*/ 284372 h 968306"/>
              <a:gd name="connsiteX3430" fmla="*/ 938403 w 5114885"/>
              <a:gd name="connsiteY3430" fmla="*/ 292754 h 968306"/>
              <a:gd name="connsiteX3431" fmla="*/ 938975 w 5114885"/>
              <a:gd name="connsiteY3431" fmla="*/ 295421 h 968306"/>
              <a:gd name="connsiteX3432" fmla="*/ 969836 w 5114885"/>
              <a:gd name="connsiteY3432" fmla="*/ 349428 h 968306"/>
              <a:gd name="connsiteX3433" fmla="*/ 1003363 w 5114885"/>
              <a:gd name="connsiteY3433" fmla="*/ 374003 h 968306"/>
              <a:gd name="connsiteX3434" fmla="*/ 1029557 w 5114885"/>
              <a:gd name="connsiteY3434" fmla="*/ 381908 h 968306"/>
              <a:gd name="connsiteX3435" fmla="*/ 1114901 w 5114885"/>
              <a:gd name="connsiteY3435" fmla="*/ 382956 h 968306"/>
              <a:gd name="connsiteX3436" fmla="*/ 1119092 w 5114885"/>
              <a:gd name="connsiteY3436" fmla="*/ 381432 h 968306"/>
              <a:gd name="connsiteX3437" fmla="*/ 1124903 w 5114885"/>
              <a:gd name="connsiteY3437" fmla="*/ 379813 h 968306"/>
              <a:gd name="connsiteX3438" fmla="*/ 1134332 w 5114885"/>
              <a:gd name="connsiteY3438" fmla="*/ 374574 h 968306"/>
              <a:gd name="connsiteX3439" fmla="*/ 1139571 w 5114885"/>
              <a:gd name="connsiteY3439" fmla="*/ 372479 h 968306"/>
              <a:gd name="connsiteX3440" fmla="*/ 1142238 w 5114885"/>
              <a:gd name="connsiteY3440" fmla="*/ 370383 h 968306"/>
              <a:gd name="connsiteX3441" fmla="*/ 1144905 w 5114885"/>
              <a:gd name="connsiteY3441" fmla="*/ 368288 h 968306"/>
              <a:gd name="connsiteX3442" fmla="*/ 1165860 w 5114885"/>
              <a:gd name="connsiteY3442" fmla="*/ 357239 h 968306"/>
              <a:gd name="connsiteX3443" fmla="*/ 1181100 w 5114885"/>
              <a:gd name="connsiteY3443" fmla="*/ 341046 h 968306"/>
              <a:gd name="connsiteX3444" fmla="*/ 1187387 w 5114885"/>
              <a:gd name="connsiteY3444" fmla="*/ 333712 h 968306"/>
              <a:gd name="connsiteX3445" fmla="*/ 1195769 w 5114885"/>
              <a:gd name="connsiteY3445" fmla="*/ 293326 h 968306"/>
              <a:gd name="connsiteX3446" fmla="*/ 1179005 w 5114885"/>
              <a:gd name="connsiteY3446" fmla="*/ 292278 h 968306"/>
              <a:gd name="connsiteX3447" fmla="*/ 1138142 w 5114885"/>
              <a:gd name="connsiteY3447" fmla="*/ 294374 h 968306"/>
              <a:gd name="connsiteX3448" fmla="*/ 1133951 w 5114885"/>
              <a:gd name="connsiteY3448" fmla="*/ 295421 h 968306"/>
              <a:gd name="connsiteX3449" fmla="*/ 1130237 w 5114885"/>
              <a:gd name="connsiteY3449" fmla="*/ 301232 h 968306"/>
              <a:gd name="connsiteX3450" fmla="*/ 1091470 w 5114885"/>
              <a:gd name="connsiteY3450" fmla="*/ 324282 h 968306"/>
              <a:gd name="connsiteX3451" fmla="*/ 1060514 w 5114885"/>
              <a:gd name="connsiteY3451" fmla="*/ 327425 h 968306"/>
              <a:gd name="connsiteX3452" fmla="*/ 1055846 w 5114885"/>
              <a:gd name="connsiteY3452" fmla="*/ 326378 h 968306"/>
              <a:gd name="connsiteX3453" fmla="*/ 1034891 w 5114885"/>
              <a:gd name="connsiteY3453" fmla="*/ 316948 h 968306"/>
              <a:gd name="connsiteX3454" fmla="*/ 1028129 w 5114885"/>
              <a:gd name="connsiteY3454" fmla="*/ 309137 h 968306"/>
              <a:gd name="connsiteX3455" fmla="*/ 1024985 w 5114885"/>
              <a:gd name="connsiteY3455" fmla="*/ 305423 h 968306"/>
              <a:gd name="connsiteX3456" fmla="*/ 1021842 w 5114885"/>
              <a:gd name="connsiteY3456" fmla="*/ 301803 h 968306"/>
              <a:gd name="connsiteX3457" fmla="*/ 1019747 w 5114885"/>
              <a:gd name="connsiteY3457" fmla="*/ 298088 h 968306"/>
              <a:gd name="connsiteX3458" fmla="*/ 1018127 w 5114885"/>
              <a:gd name="connsiteY3458" fmla="*/ 294945 h 968306"/>
              <a:gd name="connsiteX3459" fmla="*/ 1016032 w 5114885"/>
              <a:gd name="connsiteY3459" fmla="*/ 289230 h 968306"/>
              <a:gd name="connsiteX3460" fmla="*/ 1015460 w 5114885"/>
              <a:gd name="connsiteY3460" fmla="*/ 268275 h 968306"/>
              <a:gd name="connsiteX3461" fmla="*/ 826865 w 5114885"/>
              <a:gd name="connsiteY3461" fmla="*/ 368383 h 968306"/>
              <a:gd name="connsiteX3462" fmla="*/ 826865 w 5114885"/>
              <a:gd name="connsiteY3462" fmla="*/ 356286 h 968306"/>
              <a:gd name="connsiteX3463" fmla="*/ 827437 w 5114885"/>
              <a:gd name="connsiteY3463" fmla="*/ 331712 h 968306"/>
              <a:gd name="connsiteX3464" fmla="*/ 825341 w 5114885"/>
              <a:gd name="connsiteY3464" fmla="*/ 47771 h 968306"/>
              <a:gd name="connsiteX3465" fmla="*/ 826865 w 5114885"/>
              <a:gd name="connsiteY3465" fmla="*/ 17863 h 968306"/>
              <a:gd name="connsiteX3466" fmla="*/ 826865 w 5114885"/>
              <a:gd name="connsiteY3466" fmla="*/ 15291 h 968306"/>
              <a:gd name="connsiteX3467" fmla="*/ 846773 w 5114885"/>
              <a:gd name="connsiteY3467" fmla="*/ 17387 h 968306"/>
              <a:gd name="connsiteX3468" fmla="*/ 849916 w 5114885"/>
              <a:gd name="connsiteY3468" fmla="*/ 17387 h 968306"/>
              <a:gd name="connsiteX3469" fmla="*/ 850963 w 5114885"/>
              <a:gd name="connsiteY3469" fmla="*/ 16815 h 968306"/>
              <a:gd name="connsiteX3470" fmla="*/ 854107 w 5114885"/>
              <a:gd name="connsiteY3470" fmla="*/ 17387 h 968306"/>
              <a:gd name="connsiteX3471" fmla="*/ 863537 w 5114885"/>
              <a:gd name="connsiteY3471" fmla="*/ 17387 h 968306"/>
              <a:gd name="connsiteX3472" fmla="*/ 877157 w 5114885"/>
              <a:gd name="connsiteY3472" fmla="*/ 17958 h 968306"/>
              <a:gd name="connsiteX3473" fmla="*/ 887635 w 5114885"/>
              <a:gd name="connsiteY3473" fmla="*/ 17958 h 968306"/>
              <a:gd name="connsiteX3474" fmla="*/ 887635 w 5114885"/>
              <a:gd name="connsiteY3474" fmla="*/ 19006 h 968306"/>
              <a:gd name="connsiteX3475" fmla="*/ 888206 w 5114885"/>
              <a:gd name="connsiteY3475" fmla="*/ 22721 h 968306"/>
              <a:gd name="connsiteX3476" fmla="*/ 884492 w 5114885"/>
              <a:gd name="connsiteY3476" fmla="*/ 362192 h 968306"/>
              <a:gd name="connsiteX3477" fmla="*/ 884492 w 5114885"/>
              <a:gd name="connsiteY3477" fmla="*/ 370002 h 968306"/>
              <a:gd name="connsiteX3478" fmla="*/ 883920 w 5114885"/>
              <a:gd name="connsiteY3478" fmla="*/ 370002 h 968306"/>
              <a:gd name="connsiteX3479" fmla="*/ 843058 w 5114885"/>
              <a:gd name="connsiteY3479" fmla="*/ 371621 h 968306"/>
              <a:gd name="connsiteX3480" fmla="*/ 826770 w 5114885"/>
              <a:gd name="connsiteY3480" fmla="*/ 370002 h 968306"/>
              <a:gd name="connsiteX3481" fmla="*/ 826770 w 5114885"/>
              <a:gd name="connsiteY3481" fmla="*/ 368478 h 968306"/>
              <a:gd name="connsiteX3482" fmla="*/ 848106 w 5114885"/>
              <a:gd name="connsiteY3482" fmla="*/ 7290 h 968306"/>
              <a:gd name="connsiteX3483" fmla="*/ 821912 w 5114885"/>
              <a:gd name="connsiteY3483" fmla="*/ 5195 h 968306"/>
              <a:gd name="connsiteX3484" fmla="*/ 817150 w 5114885"/>
              <a:gd name="connsiteY3484" fmla="*/ 17196 h 968306"/>
              <a:gd name="connsiteX3485" fmla="*/ 815531 w 5114885"/>
              <a:gd name="connsiteY3485" fmla="*/ 47105 h 968306"/>
              <a:gd name="connsiteX3486" fmla="*/ 817626 w 5114885"/>
              <a:gd name="connsiteY3486" fmla="*/ 331045 h 968306"/>
              <a:gd name="connsiteX3487" fmla="*/ 817055 w 5114885"/>
              <a:gd name="connsiteY3487" fmla="*/ 355715 h 968306"/>
              <a:gd name="connsiteX3488" fmla="*/ 817055 w 5114885"/>
              <a:gd name="connsiteY3488" fmla="*/ 372479 h 968306"/>
              <a:gd name="connsiteX3489" fmla="*/ 823341 w 5114885"/>
              <a:gd name="connsiteY3489" fmla="*/ 380861 h 968306"/>
              <a:gd name="connsiteX3490" fmla="*/ 842677 w 5114885"/>
              <a:gd name="connsiteY3490" fmla="*/ 381432 h 968306"/>
              <a:gd name="connsiteX3491" fmla="*/ 885635 w 5114885"/>
              <a:gd name="connsiteY3491" fmla="*/ 380384 h 968306"/>
              <a:gd name="connsiteX3492" fmla="*/ 886682 w 5114885"/>
              <a:gd name="connsiteY3492" fmla="*/ 380384 h 968306"/>
              <a:gd name="connsiteX3493" fmla="*/ 895064 w 5114885"/>
              <a:gd name="connsiteY3493" fmla="*/ 372479 h 968306"/>
              <a:gd name="connsiteX3494" fmla="*/ 895064 w 5114885"/>
              <a:gd name="connsiteY3494" fmla="*/ 369812 h 968306"/>
              <a:gd name="connsiteX3495" fmla="*/ 894493 w 5114885"/>
              <a:gd name="connsiteY3495" fmla="*/ 367240 h 968306"/>
              <a:gd name="connsiteX3496" fmla="*/ 894493 w 5114885"/>
              <a:gd name="connsiteY3496" fmla="*/ 362001 h 968306"/>
              <a:gd name="connsiteX3497" fmla="*/ 898208 w 5114885"/>
              <a:gd name="connsiteY3497" fmla="*/ 22054 h 968306"/>
              <a:gd name="connsiteX3498" fmla="*/ 897636 w 5114885"/>
              <a:gd name="connsiteY3498" fmla="*/ 16339 h 968306"/>
              <a:gd name="connsiteX3499" fmla="*/ 897065 w 5114885"/>
              <a:gd name="connsiteY3499" fmla="*/ 13196 h 968306"/>
              <a:gd name="connsiteX3500" fmla="*/ 877634 w 5114885"/>
              <a:gd name="connsiteY3500" fmla="*/ 7957 h 968306"/>
              <a:gd name="connsiteX3501" fmla="*/ 864013 w 5114885"/>
              <a:gd name="connsiteY3501" fmla="*/ 7385 h 968306"/>
              <a:gd name="connsiteX3502" fmla="*/ 854583 w 5114885"/>
              <a:gd name="connsiteY3502" fmla="*/ 6814 h 968306"/>
              <a:gd name="connsiteX3503" fmla="*/ 849344 w 5114885"/>
              <a:gd name="connsiteY3503" fmla="*/ 6814 h 968306"/>
              <a:gd name="connsiteX3504" fmla="*/ 847725 w 5114885"/>
              <a:gd name="connsiteY3504" fmla="*/ 7385 h 968306"/>
              <a:gd name="connsiteX3505" fmla="*/ 649034 w 5114885"/>
              <a:gd name="connsiteY3505" fmla="*/ 158738 h 968306"/>
              <a:gd name="connsiteX3506" fmla="*/ 612362 w 5114885"/>
              <a:gd name="connsiteY3506" fmla="*/ 158738 h 968306"/>
              <a:gd name="connsiteX3507" fmla="*/ 599313 w 5114885"/>
              <a:gd name="connsiteY3507" fmla="*/ 162929 h 968306"/>
              <a:gd name="connsiteX3508" fmla="*/ 596646 w 5114885"/>
              <a:gd name="connsiteY3508" fmla="*/ 165024 h 968306"/>
              <a:gd name="connsiteX3509" fmla="*/ 589788 w 5114885"/>
              <a:gd name="connsiteY3509" fmla="*/ 169215 h 968306"/>
              <a:gd name="connsiteX3510" fmla="*/ 576644 w 5114885"/>
              <a:gd name="connsiteY3510" fmla="*/ 182360 h 968306"/>
              <a:gd name="connsiteX3511" fmla="*/ 566166 w 5114885"/>
              <a:gd name="connsiteY3511" fmla="*/ 207982 h 968306"/>
              <a:gd name="connsiteX3512" fmla="*/ 581882 w 5114885"/>
              <a:gd name="connsiteY3512" fmla="*/ 219507 h 968306"/>
              <a:gd name="connsiteX3513" fmla="*/ 585026 w 5114885"/>
              <a:gd name="connsiteY3513" fmla="*/ 218936 h 968306"/>
              <a:gd name="connsiteX3514" fmla="*/ 675608 w 5114885"/>
              <a:gd name="connsiteY3514" fmla="*/ 221603 h 968306"/>
              <a:gd name="connsiteX3515" fmla="*/ 692372 w 5114885"/>
              <a:gd name="connsiteY3515" fmla="*/ 215792 h 968306"/>
              <a:gd name="connsiteX3516" fmla="*/ 685514 w 5114885"/>
              <a:gd name="connsiteY3516" fmla="*/ 179693 h 968306"/>
              <a:gd name="connsiteX3517" fmla="*/ 667703 w 5114885"/>
              <a:gd name="connsiteY3517" fmla="*/ 166072 h 968306"/>
              <a:gd name="connsiteX3518" fmla="*/ 648843 w 5114885"/>
              <a:gd name="connsiteY3518" fmla="*/ 158738 h 968306"/>
              <a:gd name="connsiteX3519" fmla="*/ 685990 w 5114885"/>
              <a:gd name="connsiteY3519" fmla="*/ 207982 h 968306"/>
              <a:gd name="connsiteX3520" fmla="*/ 675037 w 5114885"/>
              <a:gd name="connsiteY3520" fmla="*/ 211697 h 968306"/>
              <a:gd name="connsiteX3521" fmla="*/ 582835 w 5114885"/>
              <a:gd name="connsiteY3521" fmla="*/ 209030 h 968306"/>
              <a:gd name="connsiteX3522" fmla="*/ 579692 w 5114885"/>
              <a:gd name="connsiteY3522" fmla="*/ 209601 h 968306"/>
              <a:gd name="connsiteX3523" fmla="*/ 575977 w 5114885"/>
              <a:gd name="connsiteY3523" fmla="*/ 210173 h 968306"/>
              <a:gd name="connsiteX3524" fmla="*/ 584359 w 5114885"/>
              <a:gd name="connsiteY3524" fmla="*/ 188170 h 968306"/>
              <a:gd name="connsiteX3525" fmla="*/ 594265 w 5114885"/>
              <a:gd name="connsiteY3525" fmla="*/ 178264 h 968306"/>
              <a:gd name="connsiteX3526" fmla="*/ 602647 w 5114885"/>
              <a:gd name="connsiteY3526" fmla="*/ 173597 h 968306"/>
              <a:gd name="connsiteX3527" fmla="*/ 604742 w 5114885"/>
              <a:gd name="connsiteY3527" fmla="*/ 171501 h 968306"/>
              <a:gd name="connsiteX3528" fmla="*/ 614648 w 5114885"/>
              <a:gd name="connsiteY3528" fmla="*/ 168834 h 968306"/>
              <a:gd name="connsiteX3529" fmla="*/ 646557 w 5114885"/>
              <a:gd name="connsiteY3529" fmla="*/ 168834 h 968306"/>
              <a:gd name="connsiteX3530" fmla="*/ 662845 w 5114885"/>
              <a:gd name="connsiteY3530" fmla="*/ 175121 h 968306"/>
              <a:gd name="connsiteX3531" fmla="*/ 677037 w 5114885"/>
              <a:gd name="connsiteY3531" fmla="*/ 185598 h 968306"/>
              <a:gd name="connsiteX3532" fmla="*/ 685895 w 5114885"/>
              <a:gd name="connsiteY3532" fmla="*/ 208077 h 968306"/>
              <a:gd name="connsiteX3533" fmla="*/ 700088 w 5114885"/>
              <a:gd name="connsiteY3533" fmla="*/ 304470 h 968306"/>
              <a:gd name="connsiteX3534" fmla="*/ 748856 w 5114885"/>
              <a:gd name="connsiteY3534" fmla="*/ 303422 h 968306"/>
              <a:gd name="connsiteX3535" fmla="*/ 738378 w 5114885"/>
              <a:gd name="connsiteY3535" fmla="*/ 328568 h 968306"/>
              <a:gd name="connsiteX3536" fmla="*/ 731615 w 5114885"/>
              <a:gd name="connsiteY3536" fmla="*/ 337427 h 968306"/>
              <a:gd name="connsiteX3537" fmla="*/ 720090 w 5114885"/>
              <a:gd name="connsiteY3537" fmla="*/ 348952 h 968306"/>
              <a:gd name="connsiteX3538" fmla="*/ 698563 w 5114885"/>
              <a:gd name="connsiteY3538" fmla="*/ 360477 h 968306"/>
              <a:gd name="connsiteX3539" fmla="*/ 695992 w 5114885"/>
              <a:gd name="connsiteY3539" fmla="*/ 363049 h 968306"/>
              <a:gd name="connsiteX3540" fmla="*/ 693325 w 5114885"/>
              <a:gd name="connsiteY3540" fmla="*/ 364668 h 968306"/>
              <a:gd name="connsiteX3541" fmla="*/ 681800 w 5114885"/>
              <a:gd name="connsiteY3541" fmla="*/ 370383 h 968306"/>
              <a:gd name="connsiteX3542" fmla="*/ 676561 w 5114885"/>
              <a:gd name="connsiteY3542" fmla="*/ 372002 h 968306"/>
              <a:gd name="connsiteX3543" fmla="*/ 671798 w 5114885"/>
              <a:gd name="connsiteY3543" fmla="*/ 373622 h 968306"/>
              <a:gd name="connsiteX3544" fmla="*/ 592169 w 5114885"/>
              <a:gd name="connsiteY3544" fmla="*/ 372002 h 968306"/>
              <a:gd name="connsiteX3545" fmla="*/ 565976 w 5114885"/>
              <a:gd name="connsiteY3545" fmla="*/ 364097 h 968306"/>
              <a:gd name="connsiteX3546" fmla="*/ 536639 w 5114885"/>
              <a:gd name="connsiteY3546" fmla="*/ 341618 h 968306"/>
              <a:gd name="connsiteX3547" fmla="*/ 508349 w 5114885"/>
              <a:gd name="connsiteY3547" fmla="*/ 291326 h 968306"/>
              <a:gd name="connsiteX3548" fmla="*/ 505778 w 5114885"/>
              <a:gd name="connsiteY3548" fmla="*/ 280848 h 968306"/>
              <a:gd name="connsiteX3549" fmla="*/ 504158 w 5114885"/>
              <a:gd name="connsiteY3549" fmla="*/ 276657 h 968306"/>
              <a:gd name="connsiteX3550" fmla="*/ 503111 w 5114885"/>
              <a:gd name="connsiteY3550" fmla="*/ 270371 h 968306"/>
              <a:gd name="connsiteX3551" fmla="*/ 501015 w 5114885"/>
              <a:gd name="connsiteY3551" fmla="*/ 256750 h 968306"/>
              <a:gd name="connsiteX3552" fmla="*/ 501587 w 5114885"/>
              <a:gd name="connsiteY3552" fmla="*/ 253035 h 968306"/>
              <a:gd name="connsiteX3553" fmla="*/ 502158 w 5114885"/>
              <a:gd name="connsiteY3553" fmla="*/ 249416 h 968306"/>
              <a:gd name="connsiteX3554" fmla="*/ 502158 w 5114885"/>
              <a:gd name="connsiteY3554" fmla="*/ 245701 h 968306"/>
              <a:gd name="connsiteX3555" fmla="*/ 502730 w 5114885"/>
              <a:gd name="connsiteY3555" fmla="*/ 238938 h 968306"/>
              <a:gd name="connsiteX3556" fmla="*/ 527876 w 5114885"/>
              <a:gd name="connsiteY3556" fmla="*/ 170263 h 968306"/>
              <a:gd name="connsiteX3557" fmla="*/ 539972 w 5114885"/>
              <a:gd name="connsiteY3557" fmla="*/ 152451 h 968306"/>
              <a:gd name="connsiteX3558" fmla="*/ 578168 w 5114885"/>
              <a:gd name="connsiteY3558" fmla="*/ 123114 h 968306"/>
              <a:gd name="connsiteX3559" fmla="*/ 609029 w 5114885"/>
              <a:gd name="connsiteY3559" fmla="*/ 114256 h 968306"/>
              <a:gd name="connsiteX3560" fmla="*/ 666655 w 5114885"/>
              <a:gd name="connsiteY3560" fmla="*/ 114827 h 968306"/>
              <a:gd name="connsiteX3561" fmla="*/ 670370 w 5114885"/>
              <a:gd name="connsiteY3561" fmla="*/ 115875 h 968306"/>
              <a:gd name="connsiteX3562" fmla="*/ 699707 w 5114885"/>
              <a:gd name="connsiteY3562" fmla="*/ 127877 h 968306"/>
              <a:gd name="connsiteX3563" fmla="*/ 718566 w 5114885"/>
              <a:gd name="connsiteY3563" fmla="*/ 149879 h 968306"/>
              <a:gd name="connsiteX3564" fmla="*/ 750475 w 5114885"/>
              <a:gd name="connsiteY3564" fmla="*/ 227413 h 968306"/>
              <a:gd name="connsiteX3565" fmla="*/ 751046 w 5114885"/>
              <a:gd name="connsiteY3565" fmla="*/ 232175 h 968306"/>
              <a:gd name="connsiteX3566" fmla="*/ 751046 w 5114885"/>
              <a:gd name="connsiteY3566" fmla="*/ 235890 h 968306"/>
              <a:gd name="connsiteX3567" fmla="*/ 751618 w 5114885"/>
              <a:gd name="connsiteY3567" fmla="*/ 242177 h 968306"/>
              <a:gd name="connsiteX3568" fmla="*/ 753237 w 5114885"/>
              <a:gd name="connsiteY3568" fmla="*/ 250082 h 968306"/>
              <a:gd name="connsiteX3569" fmla="*/ 754285 w 5114885"/>
              <a:gd name="connsiteY3569" fmla="*/ 254750 h 968306"/>
              <a:gd name="connsiteX3570" fmla="*/ 721805 w 5114885"/>
              <a:gd name="connsiteY3570" fmla="*/ 253130 h 968306"/>
              <a:gd name="connsiteX3571" fmla="*/ 649510 w 5114885"/>
              <a:gd name="connsiteY3571" fmla="*/ 256274 h 968306"/>
              <a:gd name="connsiteX3572" fmla="*/ 626459 w 5114885"/>
              <a:gd name="connsiteY3572" fmla="*/ 257321 h 968306"/>
              <a:gd name="connsiteX3573" fmla="*/ 575120 w 5114885"/>
              <a:gd name="connsiteY3573" fmla="*/ 258369 h 968306"/>
              <a:gd name="connsiteX3574" fmla="*/ 566738 w 5114885"/>
              <a:gd name="connsiteY3574" fmla="*/ 292945 h 968306"/>
              <a:gd name="connsiteX3575" fmla="*/ 568833 w 5114885"/>
              <a:gd name="connsiteY3575" fmla="*/ 298184 h 968306"/>
              <a:gd name="connsiteX3576" fmla="*/ 570452 w 5114885"/>
              <a:gd name="connsiteY3576" fmla="*/ 302375 h 968306"/>
              <a:gd name="connsiteX3577" fmla="*/ 572072 w 5114885"/>
              <a:gd name="connsiteY3577" fmla="*/ 305518 h 968306"/>
              <a:gd name="connsiteX3578" fmla="*/ 574167 w 5114885"/>
              <a:gd name="connsiteY3578" fmla="*/ 308185 h 968306"/>
              <a:gd name="connsiteX3579" fmla="*/ 577310 w 5114885"/>
              <a:gd name="connsiteY3579" fmla="*/ 312376 h 968306"/>
              <a:gd name="connsiteX3580" fmla="*/ 582549 w 5114885"/>
              <a:gd name="connsiteY3580" fmla="*/ 317615 h 968306"/>
              <a:gd name="connsiteX3581" fmla="*/ 587788 w 5114885"/>
              <a:gd name="connsiteY3581" fmla="*/ 323901 h 968306"/>
              <a:gd name="connsiteX3582" fmla="*/ 617125 w 5114885"/>
              <a:gd name="connsiteY3582" fmla="*/ 337046 h 968306"/>
              <a:gd name="connsiteX3583" fmla="*/ 620744 w 5114885"/>
              <a:gd name="connsiteY3583" fmla="*/ 337617 h 968306"/>
              <a:gd name="connsiteX3584" fmla="*/ 654272 w 5114885"/>
              <a:gd name="connsiteY3584" fmla="*/ 333902 h 968306"/>
              <a:gd name="connsiteX3585" fmla="*/ 699802 w 5114885"/>
              <a:gd name="connsiteY3585" fmla="*/ 304565 h 968306"/>
              <a:gd name="connsiteX3586" fmla="*/ 700373 w 5114885"/>
              <a:gd name="connsiteY3586" fmla="*/ 304565 h 968306"/>
              <a:gd name="connsiteX3587" fmla="*/ 575405 w 5114885"/>
              <a:gd name="connsiteY3587" fmla="*/ 268370 h 968306"/>
              <a:gd name="connsiteX3588" fmla="*/ 627793 w 5114885"/>
              <a:gd name="connsiteY3588" fmla="*/ 267323 h 968306"/>
              <a:gd name="connsiteX3589" fmla="*/ 649224 w 5114885"/>
              <a:gd name="connsiteY3589" fmla="*/ 266275 h 968306"/>
              <a:gd name="connsiteX3590" fmla="*/ 721519 w 5114885"/>
              <a:gd name="connsiteY3590" fmla="*/ 263132 h 968306"/>
              <a:gd name="connsiteX3591" fmla="*/ 742474 w 5114885"/>
              <a:gd name="connsiteY3591" fmla="*/ 264751 h 968306"/>
              <a:gd name="connsiteX3592" fmla="*/ 761333 w 5114885"/>
              <a:gd name="connsiteY3592" fmla="*/ 240653 h 968306"/>
              <a:gd name="connsiteX3593" fmla="*/ 760762 w 5114885"/>
              <a:gd name="connsiteY3593" fmla="*/ 235414 h 968306"/>
              <a:gd name="connsiteX3594" fmla="*/ 760762 w 5114885"/>
              <a:gd name="connsiteY3594" fmla="*/ 231223 h 968306"/>
              <a:gd name="connsiteX3595" fmla="*/ 760190 w 5114885"/>
              <a:gd name="connsiteY3595" fmla="*/ 225984 h 968306"/>
              <a:gd name="connsiteX3596" fmla="*/ 725615 w 5114885"/>
              <a:gd name="connsiteY3596" fmla="*/ 142640 h 968306"/>
              <a:gd name="connsiteX3597" fmla="*/ 704660 w 5114885"/>
              <a:gd name="connsiteY3597" fmla="*/ 119590 h 968306"/>
              <a:gd name="connsiteX3598" fmla="*/ 676370 w 5114885"/>
              <a:gd name="connsiteY3598" fmla="*/ 107588 h 968306"/>
              <a:gd name="connsiteX3599" fmla="*/ 672179 w 5114885"/>
              <a:gd name="connsiteY3599" fmla="*/ 105969 h 968306"/>
              <a:gd name="connsiteX3600" fmla="*/ 668560 w 5114885"/>
              <a:gd name="connsiteY3600" fmla="*/ 105398 h 968306"/>
              <a:gd name="connsiteX3601" fmla="*/ 607219 w 5114885"/>
              <a:gd name="connsiteY3601" fmla="*/ 104350 h 968306"/>
              <a:gd name="connsiteX3602" fmla="*/ 574739 w 5114885"/>
              <a:gd name="connsiteY3602" fmla="*/ 113208 h 968306"/>
              <a:gd name="connsiteX3603" fmla="*/ 530733 w 5114885"/>
              <a:gd name="connsiteY3603" fmla="*/ 147784 h 968306"/>
              <a:gd name="connsiteX3604" fmla="*/ 518160 w 5114885"/>
              <a:gd name="connsiteY3604" fmla="*/ 166072 h 968306"/>
              <a:gd name="connsiteX3605" fmla="*/ 493014 w 5114885"/>
              <a:gd name="connsiteY3605" fmla="*/ 230461 h 968306"/>
              <a:gd name="connsiteX3606" fmla="*/ 491966 w 5114885"/>
              <a:gd name="connsiteY3606" fmla="*/ 244653 h 968306"/>
              <a:gd name="connsiteX3607" fmla="*/ 491966 w 5114885"/>
              <a:gd name="connsiteY3607" fmla="*/ 248368 h 968306"/>
              <a:gd name="connsiteX3608" fmla="*/ 491395 w 5114885"/>
              <a:gd name="connsiteY3608" fmla="*/ 251511 h 968306"/>
              <a:gd name="connsiteX3609" fmla="*/ 490823 w 5114885"/>
              <a:gd name="connsiteY3609" fmla="*/ 255702 h 968306"/>
              <a:gd name="connsiteX3610" fmla="*/ 492919 w 5114885"/>
              <a:gd name="connsiteY3610" fmla="*/ 272466 h 968306"/>
              <a:gd name="connsiteX3611" fmla="*/ 494443 w 5114885"/>
              <a:gd name="connsiteY3611" fmla="*/ 280277 h 968306"/>
              <a:gd name="connsiteX3612" fmla="*/ 496062 w 5114885"/>
              <a:gd name="connsiteY3612" fmla="*/ 284468 h 968306"/>
              <a:gd name="connsiteX3613" fmla="*/ 498158 w 5114885"/>
              <a:gd name="connsiteY3613" fmla="*/ 292850 h 968306"/>
              <a:gd name="connsiteX3614" fmla="*/ 498729 w 5114885"/>
              <a:gd name="connsiteY3614" fmla="*/ 295517 h 968306"/>
              <a:gd name="connsiteX3615" fmla="*/ 529590 w 5114885"/>
              <a:gd name="connsiteY3615" fmla="*/ 349523 h 968306"/>
              <a:gd name="connsiteX3616" fmla="*/ 563118 w 5114885"/>
              <a:gd name="connsiteY3616" fmla="*/ 374098 h 968306"/>
              <a:gd name="connsiteX3617" fmla="*/ 589312 w 5114885"/>
              <a:gd name="connsiteY3617" fmla="*/ 382004 h 968306"/>
              <a:gd name="connsiteX3618" fmla="*/ 674656 w 5114885"/>
              <a:gd name="connsiteY3618" fmla="*/ 383051 h 968306"/>
              <a:gd name="connsiteX3619" fmla="*/ 678847 w 5114885"/>
              <a:gd name="connsiteY3619" fmla="*/ 381527 h 968306"/>
              <a:gd name="connsiteX3620" fmla="*/ 684562 w 5114885"/>
              <a:gd name="connsiteY3620" fmla="*/ 379908 h 968306"/>
              <a:gd name="connsiteX3621" fmla="*/ 693992 w 5114885"/>
              <a:gd name="connsiteY3621" fmla="*/ 374669 h 968306"/>
              <a:gd name="connsiteX3622" fmla="*/ 699230 w 5114885"/>
              <a:gd name="connsiteY3622" fmla="*/ 372574 h 968306"/>
              <a:gd name="connsiteX3623" fmla="*/ 701897 w 5114885"/>
              <a:gd name="connsiteY3623" fmla="*/ 370478 h 968306"/>
              <a:gd name="connsiteX3624" fmla="*/ 704564 w 5114885"/>
              <a:gd name="connsiteY3624" fmla="*/ 368383 h 968306"/>
              <a:gd name="connsiteX3625" fmla="*/ 725519 w 5114885"/>
              <a:gd name="connsiteY3625" fmla="*/ 357334 h 968306"/>
              <a:gd name="connsiteX3626" fmla="*/ 740759 w 5114885"/>
              <a:gd name="connsiteY3626" fmla="*/ 341141 h 968306"/>
              <a:gd name="connsiteX3627" fmla="*/ 747046 w 5114885"/>
              <a:gd name="connsiteY3627" fmla="*/ 333807 h 968306"/>
              <a:gd name="connsiteX3628" fmla="*/ 755428 w 5114885"/>
              <a:gd name="connsiteY3628" fmla="*/ 293421 h 968306"/>
              <a:gd name="connsiteX3629" fmla="*/ 738664 w 5114885"/>
              <a:gd name="connsiteY3629" fmla="*/ 292373 h 968306"/>
              <a:gd name="connsiteX3630" fmla="*/ 697802 w 5114885"/>
              <a:gd name="connsiteY3630" fmla="*/ 294469 h 968306"/>
              <a:gd name="connsiteX3631" fmla="*/ 693611 w 5114885"/>
              <a:gd name="connsiteY3631" fmla="*/ 295517 h 968306"/>
              <a:gd name="connsiteX3632" fmla="*/ 689896 w 5114885"/>
              <a:gd name="connsiteY3632" fmla="*/ 301327 h 968306"/>
              <a:gd name="connsiteX3633" fmla="*/ 651129 w 5114885"/>
              <a:gd name="connsiteY3633" fmla="*/ 324377 h 968306"/>
              <a:gd name="connsiteX3634" fmla="*/ 620173 w 5114885"/>
              <a:gd name="connsiteY3634" fmla="*/ 327521 h 968306"/>
              <a:gd name="connsiteX3635" fmla="*/ 615506 w 5114885"/>
              <a:gd name="connsiteY3635" fmla="*/ 326473 h 968306"/>
              <a:gd name="connsiteX3636" fmla="*/ 594551 w 5114885"/>
              <a:gd name="connsiteY3636" fmla="*/ 317043 h 968306"/>
              <a:gd name="connsiteX3637" fmla="*/ 587693 w 5114885"/>
              <a:gd name="connsiteY3637" fmla="*/ 309233 h 968306"/>
              <a:gd name="connsiteX3638" fmla="*/ 584549 w 5114885"/>
              <a:gd name="connsiteY3638" fmla="*/ 305518 h 968306"/>
              <a:gd name="connsiteX3639" fmla="*/ 581406 w 5114885"/>
              <a:gd name="connsiteY3639" fmla="*/ 301898 h 968306"/>
              <a:gd name="connsiteX3640" fmla="*/ 579311 w 5114885"/>
              <a:gd name="connsiteY3640" fmla="*/ 298184 h 968306"/>
              <a:gd name="connsiteX3641" fmla="*/ 577691 w 5114885"/>
              <a:gd name="connsiteY3641" fmla="*/ 295040 h 968306"/>
              <a:gd name="connsiteX3642" fmla="*/ 575596 w 5114885"/>
              <a:gd name="connsiteY3642" fmla="*/ 289325 h 968306"/>
              <a:gd name="connsiteX3643" fmla="*/ 575024 w 5114885"/>
              <a:gd name="connsiteY3643" fmla="*/ 268370 h 968306"/>
              <a:gd name="connsiteX3644" fmla="*/ 447866 w 5114885"/>
              <a:gd name="connsiteY3644" fmla="*/ 13005 h 968306"/>
              <a:gd name="connsiteX3645" fmla="*/ 448437 w 5114885"/>
              <a:gd name="connsiteY3645" fmla="*/ 37580 h 968306"/>
              <a:gd name="connsiteX3646" fmla="*/ 449009 w 5114885"/>
              <a:gd name="connsiteY3646" fmla="*/ 41294 h 968306"/>
              <a:gd name="connsiteX3647" fmla="*/ 449580 w 5114885"/>
              <a:gd name="connsiteY3647" fmla="*/ 43390 h 968306"/>
              <a:gd name="connsiteX3648" fmla="*/ 450628 w 5114885"/>
              <a:gd name="connsiteY3648" fmla="*/ 56534 h 968306"/>
              <a:gd name="connsiteX3649" fmla="*/ 451199 w 5114885"/>
              <a:gd name="connsiteY3649" fmla="*/ 62345 h 968306"/>
              <a:gd name="connsiteX3650" fmla="*/ 398240 w 5114885"/>
              <a:gd name="connsiteY3650" fmla="*/ 60725 h 968306"/>
              <a:gd name="connsiteX3651" fmla="*/ 395573 w 5114885"/>
              <a:gd name="connsiteY3651" fmla="*/ 60725 h 968306"/>
              <a:gd name="connsiteX3652" fmla="*/ 389858 w 5114885"/>
              <a:gd name="connsiteY3652" fmla="*/ 61297 h 968306"/>
              <a:gd name="connsiteX3653" fmla="*/ 388334 w 5114885"/>
              <a:gd name="connsiteY3653" fmla="*/ 61297 h 968306"/>
              <a:gd name="connsiteX3654" fmla="*/ 388334 w 5114885"/>
              <a:gd name="connsiteY3654" fmla="*/ 56058 h 968306"/>
              <a:gd name="connsiteX3655" fmla="*/ 388906 w 5114885"/>
              <a:gd name="connsiteY3655" fmla="*/ 41866 h 968306"/>
              <a:gd name="connsiteX3656" fmla="*/ 390430 w 5114885"/>
              <a:gd name="connsiteY3656" fmla="*/ 26150 h 968306"/>
              <a:gd name="connsiteX3657" fmla="*/ 391001 w 5114885"/>
              <a:gd name="connsiteY3657" fmla="*/ 18244 h 968306"/>
              <a:gd name="connsiteX3658" fmla="*/ 403003 w 5114885"/>
              <a:gd name="connsiteY3658" fmla="*/ 17196 h 968306"/>
              <a:gd name="connsiteX3659" fmla="*/ 405098 w 5114885"/>
              <a:gd name="connsiteY3659" fmla="*/ 17196 h 968306"/>
              <a:gd name="connsiteX3660" fmla="*/ 409289 w 5114885"/>
              <a:gd name="connsiteY3660" fmla="*/ 16625 h 968306"/>
              <a:gd name="connsiteX3661" fmla="*/ 422434 w 5114885"/>
              <a:gd name="connsiteY3661" fmla="*/ 15101 h 968306"/>
              <a:gd name="connsiteX3662" fmla="*/ 448056 w 5114885"/>
              <a:gd name="connsiteY3662" fmla="*/ 13005 h 968306"/>
              <a:gd name="connsiteX3663" fmla="*/ 460629 w 5114885"/>
              <a:gd name="connsiteY3663" fmla="*/ 54915 h 968306"/>
              <a:gd name="connsiteX3664" fmla="*/ 458534 w 5114885"/>
              <a:gd name="connsiteY3664" fmla="*/ 39199 h 968306"/>
              <a:gd name="connsiteX3665" fmla="*/ 458534 w 5114885"/>
              <a:gd name="connsiteY3665" fmla="*/ 36532 h 968306"/>
              <a:gd name="connsiteX3666" fmla="*/ 457962 w 5114885"/>
              <a:gd name="connsiteY3666" fmla="*/ 8719 h 968306"/>
              <a:gd name="connsiteX3667" fmla="*/ 421291 w 5114885"/>
              <a:gd name="connsiteY3667" fmla="*/ 5004 h 968306"/>
              <a:gd name="connsiteX3668" fmla="*/ 408146 w 5114885"/>
              <a:gd name="connsiteY3668" fmla="*/ 6052 h 968306"/>
              <a:gd name="connsiteX3669" fmla="*/ 403955 w 5114885"/>
              <a:gd name="connsiteY3669" fmla="*/ 7100 h 968306"/>
              <a:gd name="connsiteX3670" fmla="*/ 401860 w 5114885"/>
              <a:gd name="connsiteY3670" fmla="*/ 7100 h 968306"/>
              <a:gd name="connsiteX3671" fmla="*/ 387191 w 5114885"/>
              <a:gd name="connsiteY3671" fmla="*/ 8147 h 968306"/>
              <a:gd name="connsiteX3672" fmla="*/ 380905 w 5114885"/>
              <a:gd name="connsiteY3672" fmla="*/ 13386 h 968306"/>
              <a:gd name="connsiteX3673" fmla="*/ 378809 w 5114885"/>
              <a:gd name="connsiteY3673" fmla="*/ 40628 h 968306"/>
              <a:gd name="connsiteX3674" fmla="*/ 378809 w 5114885"/>
              <a:gd name="connsiteY3674" fmla="*/ 41675 h 968306"/>
              <a:gd name="connsiteX3675" fmla="*/ 378238 w 5114885"/>
              <a:gd name="connsiteY3675" fmla="*/ 55296 h 968306"/>
              <a:gd name="connsiteX3676" fmla="*/ 377666 w 5114885"/>
              <a:gd name="connsiteY3676" fmla="*/ 61583 h 968306"/>
              <a:gd name="connsiteX3677" fmla="*/ 377666 w 5114885"/>
              <a:gd name="connsiteY3677" fmla="*/ 64250 h 968306"/>
              <a:gd name="connsiteX3678" fmla="*/ 398145 w 5114885"/>
              <a:gd name="connsiteY3678" fmla="*/ 70536 h 968306"/>
              <a:gd name="connsiteX3679" fmla="*/ 457867 w 5114885"/>
              <a:gd name="connsiteY3679" fmla="*/ 71108 h 968306"/>
              <a:gd name="connsiteX3680" fmla="*/ 461486 w 5114885"/>
              <a:gd name="connsiteY3680" fmla="*/ 63773 h 968306"/>
              <a:gd name="connsiteX3681" fmla="*/ 460439 w 5114885"/>
              <a:gd name="connsiteY3681" fmla="*/ 54915 h 968306"/>
              <a:gd name="connsiteX3682" fmla="*/ 445770 w 5114885"/>
              <a:gd name="connsiteY3682" fmla="*/ 370288 h 968306"/>
              <a:gd name="connsiteX3683" fmla="*/ 387096 w 5114885"/>
              <a:gd name="connsiteY3683" fmla="*/ 370859 h 968306"/>
              <a:gd name="connsiteX3684" fmla="*/ 387096 w 5114885"/>
              <a:gd name="connsiteY3684" fmla="*/ 370859 h 968306"/>
              <a:gd name="connsiteX3685" fmla="*/ 387096 w 5114885"/>
              <a:gd name="connsiteY3685" fmla="*/ 368764 h 968306"/>
              <a:gd name="connsiteX3686" fmla="*/ 389668 w 5114885"/>
              <a:gd name="connsiteY3686" fmla="*/ 151880 h 968306"/>
              <a:gd name="connsiteX3687" fmla="*/ 388620 w 5114885"/>
              <a:gd name="connsiteY3687" fmla="*/ 126734 h 968306"/>
              <a:gd name="connsiteX3688" fmla="*/ 389096 w 5114885"/>
              <a:gd name="connsiteY3688" fmla="*/ 119399 h 968306"/>
              <a:gd name="connsiteX3689" fmla="*/ 397002 w 5114885"/>
              <a:gd name="connsiteY3689" fmla="*/ 119971 h 968306"/>
              <a:gd name="connsiteX3690" fmla="*/ 441484 w 5114885"/>
              <a:gd name="connsiteY3690" fmla="*/ 119399 h 968306"/>
              <a:gd name="connsiteX3691" fmla="*/ 443579 w 5114885"/>
              <a:gd name="connsiteY3691" fmla="*/ 118828 h 968306"/>
              <a:gd name="connsiteX3692" fmla="*/ 445199 w 5114885"/>
              <a:gd name="connsiteY3692" fmla="*/ 118828 h 968306"/>
              <a:gd name="connsiteX3693" fmla="*/ 447770 w 5114885"/>
              <a:gd name="connsiteY3693" fmla="*/ 162262 h 968306"/>
              <a:gd name="connsiteX3694" fmla="*/ 445675 w 5114885"/>
              <a:gd name="connsiteY3694" fmla="*/ 263417 h 968306"/>
              <a:gd name="connsiteX3695" fmla="*/ 445675 w 5114885"/>
              <a:gd name="connsiteY3695" fmla="*/ 370288 h 968306"/>
              <a:gd name="connsiteX3696" fmla="*/ 385382 w 5114885"/>
              <a:gd name="connsiteY3696" fmla="*/ 380289 h 968306"/>
              <a:gd name="connsiteX3697" fmla="*/ 446151 w 5114885"/>
              <a:gd name="connsiteY3697" fmla="*/ 380289 h 968306"/>
              <a:gd name="connsiteX3698" fmla="*/ 456057 w 5114885"/>
              <a:gd name="connsiteY3698" fmla="*/ 375622 h 968306"/>
              <a:gd name="connsiteX3699" fmla="*/ 455486 w 5114885"/>
              <a:gd name="connsiteY3699" fmla="*/ 263513 h 968306"/>
              <a:gd name="connsiteX3700" fmla="*/ 457581 w 5114885"/>
              <a:gd name="connsiteY3700" fmla="*/ 161881 h 968306"/>
              <a:gd name="connsiteX3701" fmla="*/ 454914 w 5114885"/>
              <a:gd name="connsiteY3701" fmla="*/ 113208 h 968306"/>
              <a:gd name="connsiteX3702" fmla="*/ 447580 w 5114885"/>
              <a:gd name="connsiteY3702" fmla="*/ 108541 h 968306"/>
              <a:gd name="connsiteX3703" fmla="*/ 440246 w 5114885"/>
              <a:gd name="connsiteY3703" fmla="*/ 109589 h 968306"/>
              <a:gd name="connsiteX3704" fmla="*/ 396716 w 5114885"/>
              <a:gd name="connsiteY3704" fmla="*/ 110160 h 968306"/>
              <a:gd name="connsiteX3705" fmla="*/ 378428 w 5114885"/>
              <a:gd name="connsiteY3705" fmla="*/ 126448 h 968306"/>
              <a:gd name="connsiteX3706" fmla="*/ 379476 w 5114885"/>
              <a:gd name="connsiteY3706" fmla="*/ 152070 h 968306"/>
              <a:gd name="connsiteX3707" fmla="*/ 376809 w 5114885"/>
              <a:gd name="connsiteY3707" fmla="*/ 368954 h 968306"/>
              <a:gd name="connsiteX3708" fmla="*/ 384715 w 5114885"/>
              <a:gd name="connsiteY3708" fmla="*/ 380956 h 968306"/>
              <a:gd name="connsiteX3709" fmla="*/ 385286 w 5114885"/>
              <a:gd name="connsiteY3709" fmla="*/ 380384 h 968306"/>
              <a:gd name="connsiteX3710" fmla="*/ 81725 w 5114885"/>
              <a:gd name="connsiteY3710" fmla="*/ 12529 h 968306"/>
              <a:gd name="connsiteX3711" fmla="*/ 83249 w 5114885"/>
              <a:gd name="connsiteY3711" fmla="*/ 16720 h 968306"/>
              <a:gd name="connsiteX3712" fmla="*/ 89535 w 5114885"/>
              <a:gd name="connsiteY3712" fmla="*/ 30341 h 968306"/>
              <a:gd name="connsiteX3713" fmla="*/ 110490 w 5114885"/>
              <a:gd name="connsiteY3713" fmla="*/ 93777 h 968306"/>
              <a:gd name="connsiteX3714" fmla="*/ 128873 w 5114885"/>
              <a:gd name="connsiteY3714" fmla="*/ 158166 h 968306"/>
              <a:gd name="connsiteX3715" fmla="*/ 134112 w 5114885"/>
              <a:gd name="connsiteY3715" fmla="*/ 172835 h 968306"/>
              <a:gd name="connsiteX3716" fmla="*/ 157639 w 5114885"/>
              <a:gd name="connsiteY3716" fmla="*/ 245606 h 968306"/>
              <a:gd name="connsiteX3717" fmla="*/ 158687 w 5114885"/>
              <a:gd name="connsiteY3717" fmla="*/ 248273 h 968306"/>
              <a:gd name="connsiteX3718" fmla="*/ 160306 w 5114885"/>
              <a:gd name="connsiteY3718" fmla="*/ 255035 h 968306"/>
              <a:gd name="connsiteX3719" fmla="*/ 180785 w 5114885"/>
              <a:gd name="connsiteY3719" fmla="*/ 259226 h 968306"/>
              <a:gd name="connsiteX3720" fmla="*/ 208026 w 5114885"/>
              <a:gd name="connsiteY3720" fmla="*/ 172835 h 968306"/>
              <a:gd name="connsiteX3721" fmla="*/ 214313 w 5114885"/>
              <a:gd name="connsiteY3721" fmla="*/ 155023 h 968306"/>
              <a:gd name="connsiteX3722" fmla="*/ 221171 w 5114885"/>
              <a:gd name="connsiteY3722" fmla="*/ 137687 h 968306"/>
              <a:gd name="connsiteX3723" fmla="*/ 224314 w 5114885"/>
              <a:gd name="connsiteY3723" fmla="*/ 129305 h 968306"/>
              <a:gd name="connsiteX3724" fmla="*/ 226409 w 5114885"/>
              <a:gd name="connsiteY3724" fmla="*/ 124067 h 968306"/>
              <a:gd name="connsiteX3725" fmla="*/ 227457 w 5114885"/>
              <a:gd name="connsiteY3725" fmla="*/ 121971 h 968306"/>
              <a:gd name="connsiteX3726" fmla="*/ 228505 w 5114885"/>
              <a:gd name="connsiteY3726" fmla="*/ 116732 h 968306"/>
              <a:gd name="connsiteX3727" fmla="*/ 230600 w 5114885"/>
              <a:gd name="connsiteY3727" fmla="*/ 113589 h 968306"/>
              <a:gd name="connsiteX3728" fmla="*/ 232696 w 5114885"/>
              <a:gd name="connsiteY3728" fmla="*/ 106826 h 968306"/>
              <a:gd name="connsiteX3729" fmla="*/ 240506 w 5114885"/>
              <a:gd name="connsiteY3729" fmla="*/ 80633 h 968306"/>
              <a:gd name="connsiteX3730" fmla="*/ 248412 w 5114885"/>
              <a:gd name="connsiteY3730" fmla="*/ 59106 h 968306"/>
              <a:gd name="connsiteX3731" fmla="*/ 261556 w 5114885"/>
              <a:gd name="connsiteY3731" fmla="*/ 19863 h 968306"/>
              <a:gd name="connsiteX3732" fmla="*/ 263176 w 5114885"/>
              <a:gd name="connsiteY3732" fmla="*/ 13100 h 968306"/>
              <a:gd name="connsiteX3733" fmla="*/ 275749 w 5114885"/>
              <a:gd name="connsiteY3733" fmla="*/ 12053 h 968306"/>
              <a:gd name="connsiteX3734" fmla="*/ 310801 w 5114885"/>
              <a:gd name="connsiteY3734" fmla="*/ 12624 h 968306"/>
              <a:gd name="connsiteX3735" fmla="*/ 322802 w 5114885"/>
              <a:gd name="connsiteY3735" fmla="*/ 12624 h 968306"/>
              <a:gd name="connsiteX3736" fmla="*/ 328613 w 5114885"/>
              <a:gd name="connsiteY3736" fmla="*/ 13196 h 968306"/>
              <a:gd name="connsiteX3737" fmla="*/ 320231 w 5114885"/>
              <a:gd name="connsiteY3737" fmla="*/ 37770 h 968306"/>
              <a:gd name="connsiteX3738" fmla="*/ 320231 w 5114885"/>
              <a:gd name="connsiteY3738" fmla="*/ 40913 h 968306"/>
              <a:gd name="connsiteX3739" fmla="*/ 319183 w 5114885"/>
              <a:gd name="connsiteY3739" fmla="*/ 43485 h 968306"/>
              <a:gd name="connsiteX3740" fmla="*/ 317564 w 5114885"/>
              <a:gd name="connsiteY3740" fmla="*/ 47676 h 968306"/>
              <a:gd name="connsiteX3741" fmla="*/ 313373 w 5114885"/>
              <a:gd name="connsiteY3741" fmla="*/ 64440 h 968306"/>
              <a:gd name="connsiteX3742" fmla="*/ 307086 w 5114885"/>
              <a:gd name="connsiteY3742" fmla="*/ 89586 h 968306"/>
              <a:gd name="connsiteX3743" fmla="*/ 306038 w 5114885"/>
              <a:gd name="connsiteY3743" fmla="*/ 93777 h 968306"/>
              <a:gd name="connsiteX3744" fmla="*/ 304991 w 5114885"/>
              <a:gd name="connsiteY3744" fmla="*/ 96920 h 968306"/>
              <a:gd name="connsiteX3745" fmla="*/ 303467 w 5114885"/>
              <a:gd name="connsiteY3745" fmla="*/ 101111 h 968306"/>
              <a:gd name="connsiteX3746" fmla="*/ 301943 w 5114885"/>
              <a:gd name="connsiteY3746" fmla="*/ 104255 h 968306"/>
              <a:gd name="connsiteX3747" fmla="*/ 300323 w 5114885"/>
              <a:gd name="connsiteY3747" fmla="*/ 107969 h 968306"/>
              <a:gd name="connsiteX3748" fmla="*/ 294608 w 5114885"/>
              <a:gd name="connsiteY3748" fmla="*/ 127305 h 968306"/>
              <a:gd name="connsiteX3749" fmla="*/ 287274 w 5114885"/>
              <a:gd name="connsiteY3749" fmla="*/ 146165 h 968306"/>
              <a:gd name="connsiteX3750" fmla="*/ 280988 w 5114885"/>
              <a:gd name="connsiteY3750" fmla="*/ 166548 h 968306"/>
              <a:gd name="connsiteX3751" fmla="*/ 273177 w 5114885"/>
              <a:gd name="connsiteY3751" fmla="*/ 192170 h 968306"/>
              <a:gd name="connsiteX3752" fmla="*/ 266319 w 5114885"/>
              <a:gd name="connsiteY3752" fmla="*/ 208934 h 968306"/>
              <a:gd name="connsiteX3753" fmla="*/ 256318 w 5114885"/>
              <a:gd name="connsiteY3753" fmla="*/ 246653 h 968306"/>
              <a:gd name="connsiteX3754" fmla="*/ 250031 w 5114885"/>
              <a:gd name="connsiteY3754" fmla="*/ 257131 h 968306"/>
              <a:gd name="connsiteX3755" fmla="*/ 245840 w 5114885"/>
              <a:gd name="connsiteY3755" fmla="*/ 269704 h 968306"/>
              <a:gd name="connsiteX3756" fmla="*/ 234791 w 5114885"/>
              <a:gd name="connsiteY3756" fmla="*/ 305327 h 968306"/>
              <a:gd name="connsiteX3757" fmla="*/ 226409 w 5114885"/>
              <a:gd name="connsiteY3757" fmla="*/ 329902 h 968306"/>
              <a:gd name="connsiteX3758" fmla="*/ 213265 w 5114885"/>
              <a:gd name="connsiteY3758" fmla="*/ 376003 h 968306"/>
              <a:gd name="connsiteX3759" fmla="*/ 201740 w 5114885"/>
              <a:gd name="connsiteY3759" fmla="*/ 376003 h 968306"/>
              <a:gd name="connsiteX3760" fmla="*/ 197549 w 5114885"/>
              <a:gd name="connsiteY3760" fmla="*/ 376574 h 968306"/>
              <a:gd name="connsiteX3761" fmla="*/ 139922 w 5114885"/>
              <a:gd name="connsiteY3761" fmla="*/ 378670 h 968306"/>
              <a:gd name="connsiteX3762" fmla="*/ 132112 w 5114885"/>
              <a:gd name="connsiteY3762" fmla="*/ 378670 h 968306"/>
              <a:gd name="connsiteX3763" fmla="*/ 128969 w 5114885"/>
              <a:gd name="connsiteY3763" fmla="*/ 373431 h 968306"/>
              <a:gd name="connsiteX3764" fmla="*/ 115824 w 5114885"/>
              <a:gd name="connsiteY3764" fmla="*/ 338379 h 968306"/>
              <a:gd name="connsiteX3765" fmla="*/ 113157 w 5114885"/>
              <a:gd name="connsiteY3765" fmla="*/ 329997 h 968306"/>
              <a:gd name="connsiteX3766" fmla="*/ 111062 w 5114885"/>
              <a:gd name="connsiteY3766" fmla="*/ 324282 h 968306"/>
              <a:gd name="connsiteX3767" fmla="*/ 96393 w 5114885"/>
              <a:gd name="connsiteY3767" fmla="*/ 266656 h 968306"/>
              <a:gd name="connsiteX3768" fmla="*/ 85344 w 5114885"/>
              <a:gd name="connsiteY3768" fmla="*/ 227413 h 968306"/>
              <a:gd name="connsiteX3769" fmla="*/ 83820 w 5114885"/>
              <a:gd name="connsiteY3769" fmla="*/ 223222 h 968306"/>
              <a:gd name="connsiteX3770" fmla="*/ 81248 w 5114885"/>
              <a:gd name="connsiteY3770" fmla="*/ 217412 h 968306"/>
              <a:gd name="connsiteX3771" fmla="*/ 78581 w 5114885"/>
              <a:gd name="connsiteY3771" fmla="*/ 206458 h 968306"/>
              <a:gd name="connsiteX3772" fmla="*/ 70771 w 5114885"/>
              <a:gd name="connsiteY3772" fmla="*/ 183979 h 968306"/>
              <a:gd name="connsiteX3773" fmla="*/ 68675 w 5114885"/>
              <a:gd name="connsiteY3773" fmla="*/ 179788 h 968306"/>
              <a:gd name="connsiteX3774" fmla="*/ 62865 w 5114885"/>
              <a:gd name="connsiteY3774" fmla="*/ 164072 h 968306"/>
              <a:gd name="connsiteX3775" fmla="*/ 57626 w 5114885"/>
              <a:gd name="connsiteY3775" fmla="*/ 149403 h 968306"/>
              <a:gd name="connsiteX3776" fmla="*/ 39815 w 5114885"/>
              <a:gd name="connsiteY3776" fmla="*/ 94920 h 968306"/>
              <a:gd name="connsiteX3777" fmla="*/ 38767 w 5114885"/>
              <a:gd name="connsiteY3777" fmla="*/ 92825 h 968306"/>
              <a:gd name="connsiteX3778" fmla="*/ 37719 w 5114885"/>
              <a:gd name="connsiteY3778" fmla="*/ 89110 h 968306"/>
              <a:gd name="connsiteX3779" fmla="*/ 31909 w 5114885"/>
              <a:gd name="connsiteY3779" fmla="*/ 73870 h 968306"/>
              <a:gd name="connsiteX3780" fmla="*/ 29813 w 5114885"/>
              <a:gd name="connsiteY3780" fmla="*/ 68155 h 968306"/>
              <a:gd name="connsiteX3781" fmla="*/ 27241 w 5114885"/>
              <a:gd name="connsiteY3781" fmla="*/ 62916 h 968306"/>
              <a:gd name="connsiteX3782" fmla="*/ 25146 w 5114885"/>
              <a:gd name="connsiteY3782" fmla="*/ 58725 h 968306"/>
              <a:gd name="connsiteX3783" fmla="*/ 23527 w 5114885"/>
              <a:gd name="connsiteY3783" fmla="*/ 54534 h 968306"/>
              <a:gd name="connsiteX3784" fmla="*/ 19812 w 5114885"/>
              <a:gd name="connsiteY3784" fmla="*/ 36722 h 968306"/>
              <a:gd name="connsiteX3785" fmla="*/ 14097 w 5114885"/>
              <a:gd name="connsiteY3785" fmla="*/ 21482 h 968306"/>
              <a:gd name="connsiteX3786" fmla="*/ 13526 w 5114885"/>
              <a:gd name="connsiteY3786" fmla="*/ 17768 h 968306"/>
              <a:gd name="connsiteX3787" fmla="*/ 12954 w 5114885"/>
              <a:gd name="connsiteY3787" fmla="*/ 16244 h 968306"/>
              <a:gd name="connsiteX3788" fmla="*/ 27146 w 5114885"/>
              <a:gd name="connsiteY3788" fmla="*/ 15196 h 968306"/>
              <a:gd name="connsiteX3789" fmla="*/ 72676 w 5114885"/>
              <a:gd name="connsiteY3789" fmla="*/ 13577 h 968306"/>
              <a:gd name="connsiteX3790" fmla="*/ 81629 w 5114885"/>
              <a:gd name="connsiteY3790" fmla="*/ 12529 h 968306"/>
              <a:gd name="connsiteX3791" fmla="*/ 216789 w 5114885"/>
              <a:gd name="connsiteY3791" fmla="*/ 121971 h 968306"/>
              <a:gd name="connsiteX3792" fmla="*/ 212027 w 5114885"/>
              <a:gd name="connsiteY3792" fmla="*/ 133496 h 968306"/>
              <a:gd name="connsiteX3793" fmla="*/ 204692 w 5114885"/>
              <a:gd name="connsiteY3793" fmla="*/ 152356 h 968306"/>
              <a:gd name="connsiteX3794" fmla="*/ 198406 w 5114885"/>
              <a:gd name="connsiteY3794" fmla="*/ 169691 h 968306"/>
              <a:gd name="connsiteX3795" fmla="*/ 171641 w 5114885"/>
              <a:gd name="connsiteY3795" fmla="*/ 255607 h 968306"/>
              <a:gd name="connsiteX3796" fmla="*/ 168021 w 5114885"/>
              <a:gd name="connsiteY3796" fmla="*/ 245701 h 968306"/>
              <a:gd name="connsiteX3797" fmla="*/ 167450 w 5114885"/>
              <a:gd name="connsiteY3797" fmla="*/ 242558 h 968306"/>
              <a:gd name="connsiteX3798" fmla="*/ 143351 w 5114885"/>
              <a:gd name="connsiteY3798" fmla="*/ 169215 h 968306"/>
              <a:gd name="connsiteX3799" fmla="*/ 138113 w 5114885"/>
              <a:gd name="connsiteY3799" fmla="*/ 154547 h 968306"/>
              <a:gd name="connsiteX3800" fmla="*/ 120301 w 5114885"/>
              <a:gd name="connsiteY3800" fmla="*/ 91205 h 968306"/>
              <a:gd name="connsiteX3801" fmla="*/ 98298 w 5114885"/>
              <a:gd name="connsiteY3801" fmla="*/ 25197 h 968306"/>
              <a:gd name="connsiteX3802" fmla="*/ 92012 w 5114885"/>
              <a:gd name="connsiteY3802" fmla="*/ 12053 h 968306"/>
              <a:gd name="connsiteX3803" fmla="*/ 82582 w 5114885"/>
              <a:gd name="connsiteY3803" fmla="*/ 2147 h 968306"/>
              <a:gd name="connsiteX3804" fmla="*/ 80010 w 5114885"/>
              <a:gd name="connsiteY3804" fmla="*/ 2718 h 968306"/>
              <a:gd name="connsiteX3805" fmla="*/ 72104 w 5114885"/>
              <a:gd name="connsiteY3805" fmla="*/ 3766 h 968306"/>
              <a:gd name="connsiteX3806" fmla="*/ 27051 w 5114885"/>
              <a:gd name="connsiteY3806" fmla="*/ 5385 h 968306"/>
              <a:gd name="connsiteX3807" fmla="*/ 8763 w 5114885"/>
              <a:gd name="connsiteY3807" fmla="*/ 6433 h 968306"/>
              <a:gd name="connsiteX3808" fmla="*/ 2572 w 5114885"/>
              <a:gd name="connsiteY3808" fmla="*/ 16148 h 968306"/>
              <a:gd name="connsiteX3809" fmla="*/ 3620 w 5114885"/>
              <a:gd name="connsiteY3809" fmla="*/ 19292 h 968306"/>
              <a:gd name="connsiteX3810" fmla="*/ 4667 w 5114885"/>
              <a:gd name="connsiteY3810" fmla="*/ 24054 h 968306"/>
              <a:gd name="connsiteX3811" fmla="*/ 10382 w 5114885"/>
              <a:gd name="connsiteY3811" fmla="*/ 40342 h 968306"/>
              <a:gd name="connsiteX3812" fmla="*/ 14097 w 5114885"/>
              <a:gd name="connsiteY3812" fmla="*/ 57582 h 968306"/>
              <a:gd name="connsiteX3813" fmla="*/ 16193 w 5114885"/>
              <a:gd name="connsiteY3813" fmla="*/ 62821 h 968306"/>
              <a:gd name="connsiteX3814" fmla="*/ 20955 w 5114885"/>
              <a:gd name="connsiteY3814" fmla="*/ 72251 h 968306"/>
              <a:gd name="connsiteX3815" fmla="*/ 22479 w 5114885"/>
              <a:gd name="connsiteY3815" fmla="*/ 77013 h 968306"/>
              <a:gd name="connsiteX3816" fmla="*/ 28289 w 5114885"/>
              <a:gd name="connsiteY3816" fmla="*/ 93301 h 968306"/>
              <a:gd name="connsiteX3817" fmla="*/ 30385 w 5114885"/>
              <a:gd name="connsiteY3817" fmla="*/ 98540 h 968306"/>
              <a:gd name="connsiteX3818" fmla="*/ 48197 w 5114885"/>
              <a:gd name="connsiteY3818" fmla="*/ 153023 h 968306"/>
              <a:gd name="connsiteX3819" fmla="*/ 53435 w 5114885"/>
              <a:gd name="connsiteY3819" fmla="*/ 167691 h 968306"/>
              <a:gd name="connsiteX3820" fmla="*/ 61341 w 5114885"/>
              <a:gd name="connsiteY3820" fmla="*/ 186551 h 968306"/>
              <a:gd name="connsiteX3821" fmla="*/ 69152 w 5114885"/>
              <a:gd name="connsiteY3821" fmla="*/ 209601 h 968306"/>
              <a:gd name="connsiteX3822" fmla="*/ 72295 w 5114885"/>
              <a:gd name="connsiteY3822" fmla="*/ 222174 h 968306"/>
              <a:gd name="connsiteX3823" fmla="*/ 73343 w 5114885"/>
              <a:gd name="connsiteY3823" fmla="*/ 224270 h 968306"/>
              <a:gd name="connsiteX3824" fmla="*/ 75914 w 5114885"/>
              <a:gd name="connsiteY3824" fmla="*/ 229985 h 968306"/>
              <a:gd name="connsiteX3825" fmla="*/ 86868 w 5114885"/>
              <a:gd name="connsiteY3825" fmla="*/ 269799 h 968306"/>
              <a:gd name="connsiteX3826" fmla="*/ 101537 w 5114885"/>
              <a:gd name="connsiteY3826" fmla="*/ 327425 h 968306"/>
              <a:gd name="connsiteX3827" fmla="*/ 103632 w 5114885"/>
              <a:gd name="connsiteY3827" fmla="*/ 333140 h 968306"/>
              <a:gd name="connsiteX3828" fmla="*/ 105728 w 5114885"/>
              <a:gd name="connsiteY3828" fmla="*/ 341046 h 968306"/>
              <a:gd name="connsiteX3829" fmla="*/ 119825 w 5114885"/>
              <a:gd name="connsiteY3829" fmla="*/ 378194 h 968306"/>
              <a:gd name="connsiteX3830" fmla="*/ 126111 w 5114885"/>
              <a:gd name="connsiteY3830" fmla="*/ 387623 h 968306"/>
              <a:gd name="connsiteX3831" fmla="*/ 129254 w 5114885"/>
              <a:gd name="connsiteY3831" fmla="*/ 388671 h 968306"/>
              <a:gd name="connsiteX3832" fmla="*/ 139732 w 5114885"/>
              <a:gd name="connsiteY3832" fmla="*/ 388671 h 968306"/>
              <a:gd name="connsiteX3833" fmla="*/ 198882 w 5114885"/>
              <a:gd name="connsiteY3833" fmla="*/ 386576 h 968306"/>
              <a:gd name="connsiteX3834" fmla="*/ 202025 w 5114885"/>
              <a:gd name="connsiteY3834" fmla="*/ 386004 h 968306"/>
              <a:gd name="connsiteX3835" fmla="*/ 213551 w 5114885"/>
              <a:gd name="connsiteY3835" fmla="*/ 386004 h 968306"/>
              <a:gd name="connsiteX3836" fmla="*/ 222504 w 5114885"/>
              <a:gd name="connsiteY3836" fmla="*/ 381813 h 968306"/>
              <a:gd name="connsiteX3837" fmla="*/ 236125 w 5114885"/>
              <a:gd name="connsiteY3837" fmla="*/ 332569 h 968306"/>
              <a:gd name="connsiteX3838" fmla="*/ 243935 w 5114885"/>
              <a:gd name="connsiteY3838" fmla="*/ 309042 h 968306"/>
              <a:gd name="connsiteX3839" fmla="*/ 254984 w 5114885"/>
              <a:gd name="connsiteY3839" fmla="*/ 273419 h 968306"/>
              <a:gd name="connsiteX3840" fmla="*/ 259175 w 5114885"/>
              <a:gd name="connsiteY3840" fmla="*/ 261417 h 968306"/>
              <a:gd name="connsiteX3841" fmla="*/ 265462 w 5114885"/>
              <a:gd name="connsiteY3841" fmla="*/ 250463 h 968306"/>
              <a:gd name="connsiteX3842" fmla="*/ 275939 w 5114885"/>
              <a:gd name="connsiteY3842" fmla="*/ 212268 h 968306"/>
              <a:gd name="connsiteX3843" fmla="*/ 282702 w 5114885"/>
              <a:gd name="connsiteY3843" fmla="*/ 194456 h 968306"/>
              <a:gd name="connsiteX3844" fmla="*/ 290608 w 5114885"/>
              <a:gd name="connsiteY3844" fmla="*/ 169310 h 968306"/>
              <a:gd name="connsiteX3845" fmla="*/ 296323 w 5114885"/>
              <a:gd name="connsiteY3845" fmla="*/ 148832 h 968306"/>
              <a:gd name="connsiteX3846" fmla="*/ 303657 w 5114885"/>
              <a:gd name="connsiteY3846" fmla="*/ 131020 h 968306"/>
              <a:gd name="connsiteX3847" fmla="*/ 309372 w 5114885"/>
              <a:gd name="connsiteY3847" fmla="*/ 111113 h 968306"/>
              <a:gd name="connsiteX3848" fmla="*/ 310420 w 5114885"/>
              <a:gd name="connsiteY3848" fmla="*/ 108541 h 968306"/>
              <a:gd name="connsiteX3849" fmla="*/ 312039 w 5114885"/>
              <a:gd name="connsiteY3849" fmla="*/ 105874 h 968306"/>
              <a:gd name="connsiteX3850" fmla="*/ 314706 w 5114885"/>
              <a:gd name="connsiteY3850" fmla="*/ 99587 h 968306"/>
              <a:gd name="connsiteX3851" fmla="*/ 315278 w 5114885"/>
              <a:gd name="connsiteY3851" fmla="*/ 95873 h 968306"/>
              <a:gd name="connsiteX3852" fmla="*/ 316325 w 5114885"/>
              <a:gd name="connsiteY3852" fmla="*/ 91205 h 968306"/>
              <a:gd name="connsiteX3853" fmla="*/ 322612 w 5114885"/>
              <a:gd name="connsiteY3853" fmla="*/ 67107 h 968306"/>
              <a:gd name="connsiteX3854" fmla="*/ 326326 w 5114885"/>
              <a:gd name="connsiteY3854" fmla="*/ 51867 h 968306"/>
              <a:gd name="connsiteX3855" fmla="*/ 329946 w 5114885"/>
              <a:gd name="connsiteY3855" fmla="*/ 42437 h 968306"/>
              <a:gd name="connsiteX3856" fmla="*/ 329946 w 5114885"/>
              <a:gd name="connsiteY3856" fmla="*/ 39294 h 968306"/>
              <a:gd name="connsiteX3857" fmla="*/ 338328 w 5114885"/>
              <a:gd name="connsiteY3857" fmla="*/ 7862 h 968306"/>
              <a:gd name="connsiteX3858" fmla="*/ 322612 w 5114885"/>
              <a:gd name="connsiteY3858" fmla="*/ 2623 h 968306"/>
              <a:gd name="connsiteX3859" fmla="*/ 316325 w 5114885"/>
              <a:gd name="connsiteY3859" fmla="*/ 3194 h 968306"/>
              <a:gd name="connsiteX3860" fmla="*/ 310039 w 5114885"/>
              <a:gd name="connsiteY3860" fmla="*/ 2623 h 968306"/>
              <a:gd name="connsiteX3861" fmla="*/ 276035 w 5114885"/>
              <a:gd name="connsiteY3861" fmla="*/ 2051 h 968306"/>
              <a:gd name="connsiteX3862" fmla="*/ 266033 w 5114885"/>
              <a:gd name="connsiteY3862" fmla="*/ 2623 h 968306"/>
              <a:gd name="connsiteX3863" fmla="*/ 251365 w 5114885"/>
              <a:gd name="connsiteY3863" fmla="*/ 17291 h 968306"/>
              <a:gd name="connsiteX3864" fmla="*/ 238792 w 5114885"/>
              <a:gd name="connsiteY3864" fmla="*/ 56534 h 968306"/>
              <a:gd name="connsiteX3865" fmla="*/ 230886 w 5114885"/>
              <a:gd name="connsiteY3865" fmla="*/ 77013 h 968306"/>
              <a:gd name="connsiteX3866" fmla="*/ 222504 w 5114885"/>
              <a:gd name="connsiteY3866" fmla="*/ 104255 h 968306"/>
              <a:gd name="connsiteX3867" fmla="*/ 220885 w 5114885"/>
              <a:gd name="connsiteY3867" fmla="*/ 109493 h 968306"/>
              <a:gd name="connsiteX3868" fmla="*/ 217742 w 5114885"/>
              <a:gd name="connsiteY3868" fmla="*/ 118447 h 968306"/>
              <a:gd name="connsiteX3869" fmla="*/ 216694 w 5114885"/>
              <a:gd name="connsiteY3869" fmla="*/ 122066 h 968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</a:cxnLst>
            <a:rect l="l" t="t" r="r" b="b"/>
            <a:pathLst>
              <a:path w="5114885" h="968306">
                <a:moveTo>
                  <a:pt x="4196239" y="945503"/>
                </a:moveTo>
                <a:cubicBezTo>
                  <a:pt x="4195763" y="943407"/>
                  <a:pt x="4195763" y="941312"/>
                  <a:pt x="4195191" y="939216"/>
                </a:cubicBezTo>
                <a:cubicBezTo>
                  <a:pt x="4194715" y="936073"/>
                  <a:pt x="4192048" y="891591"/>
                  <a:pt x="4192048" y="891591"/>
                </a:cubicBezTo>
                <a:lnTo>
                  <a:pt x="4192048" y="886924"/>
                </a:lnTo>
                <a:cubicBezTo>
                  <a:pt x="4192524" y="884828"/>
                  <a:pt x="4193096" y="882257"/>
                  <a:pt x="4193667" y="880066"/>
                </a:cubicBezTo>
                <a:lnTo>
                  <a:pt x="4198906" y="880066"/>
                </a:lnTo>
                <a:lnTo>
                  <a:pt x="4216718" y="880637"/>
                </a:lnTo>
                <a:cubicBezTo>
                  <a:pt x="4220432" y="881209"/>
                  <a:pt x="4253389" y="881209"/>
                  <a:pt x="4258151" y="883209"/>
                </a:cubicBezTo>
                <a:cubicBezTo>
                  <a:pt x="4257104" y="902545"/>
                  <a:pt x="4256532" y="925595"/>
                  <a:pt x="4259771" y="943407"/>
                </a:cubicBezTo>
                <a:lnTo>
                  <a:pt x="4259771" y="945503"/>
                </a:lnTo>
                <a:cubicBezTo>
                  <a:pt x="4258723" y="945979"/>
                  <a:pt x="4257675" y="945979"/>
                  <a:pt x="4256056" y="945979"/>
                </a:cubicBezTo>
                <a:cubicBezTo>
                  <a:pt x="4253960" y="945979"/>
                  <a:pt x="4252341" y="945979"/>
                  <a:pt x="4250341" y="945503"/>
                </a:cubicBezTo>
                <a:lnTo>
                  <a:pt x="4244055" y="944455"/>
                </a:lnTo>
                <a:lnTo>
                  <a:pt x="4235196" y="944455"/>
                </a:lnTo>
                <a:lnTo>
                  <a:pt x="4232529" y="943979"/>
                </a:lnTo>
                <a:cubicBezTo>
                  <a:pt x="4223099" y="942931"/>
                  <a:pt x="4215765" y="942931"/>
                  <a:pt x="4209003" y="943407"/>
                </a:cubicBezTo>
                <a:cubicBezTo>
                  <a:pt x="4204240" y="944455"/>
                  <a:pt x="4199573" y="944931"/>
                  <a:pt x="4196430" y="945503"/>
                </a:cubicBezTo>
                <a:moveTo>
                  <a:pt x="4190619" y="955504"/>
                </a:moveTo>
                <a:cubicBezTo>
                  <a:pt x="4191667" y="955980"/>
                  <a:pt x="4193191" y="955504"/>
                  <a:pt x="4194810" y="955504"/>
                </a:cubicBezTo>
                <a:cubicBezTo>
                  <a:pt x="4199001" y="955504"/>
                  <a:pt x="4204812" y="954456"/>
                  <a:pt x="4210526" y="953408"/>
                </a:cubicBezTo>
                <a:cubicBezTo>
                  <a:pt x="4215765" y="952837"/>
                  <a:pt x="4222052" y="952837"/>
                  <a:pt x="4231005" y="953980"/>
                </a:cubicBezTo>
                <a:cubicBezTo>
                  <a:pt x="4234625" y="954456"/>
                  <a:pt x="4238340" y="953980"/>
                  <a:pt x="4242531" y="954456"/>
                </a:cubicBezTo>
                <a:lnTo>
                  <a:pt x="4248817" y="955504"/>
                </a:lnTo>
                <a:cubicBezTo>
                  <a:pt x="4251389" y="955980"/>
                  <a:pt x="4254056" y="955980"/>
                  <a:pt x="4256151" y="955980"/>
                </a:cubicBezTo>
                <a:cubicBezTo>
                  <a:pt x="4262914" y="955980"/>
                  <a:pt x="4268724" y="954932"/>
                  <a:pt x="4269296" y="947598"/>
                </a:cubicBezTo>
                <a:cubicBezTo>
                  <a:pt x="4269772" y="947122"/>
                  <a:pt x="4269772" y="946074"/>
                  <a:pt x="4269772" y="944931"/>
                </a:cubicBezTo>
                <a:lnTo>
                  <a:pt x="4270343" y="942359"/>
                </a:lnTo>
                <a:cubicBezTo>
                  <a:pt x="4266629" y="925024"/>
                  <a:pt x="4267200" y="901497"/>
                  <a:pt x="4268724" y="881114"/>
                </a:cubicBezTo>
                <a:cubicBezTo>
                  <a:pt x="4269200" y="872160"/>
                  <a:pt x="4249865" y="871684"/>
                  <a:pt x="4245102" y="871684"/>
                </a:cubicBezTo>
                <a:cubicBezTo>
                  <a:pt x="4243007" y="871684"/>
                  <a:pt x="4229862" y="871208"/>
                  <a:pt x="4217289" y="870636"/>
                </a:cubicBezTo>
                <a:lnTo>
                  <a:pt x="4199001" y="870065"/>
                </a:lnTo>
                <a:lnTo>
                  <a:pt x="4190143" y="870065"/>
                </a:lnTo>
                <a:cubicBezTo>
                  <a:pt x="4183380" y="870636"/>
                  <a:pt x="4182809" y="880542"/>
                  <a:pt x="4182237" y="885781"/>
                </a:cubicBezTo>
                <a:lnTo>
                  <a:pt x="4182237" y="892067"/>
                </a:lnTo>
                <a:cubicBezTo>
                  <a:pt x="4183285" y="910451"/>
                  <a:pt x="4184333" y="928739"/>
                  <a:pt x="4186428" y="947122"/>
                </a:cubicBezTo>
                <a:lnTo>
                  <a:pt x="4186428" y="949217"/>
                </a:lnTo>
                <a:cubicBezTo>
                  <a:pt x="4187476" y="949694"/>
                  <a:pt x="4185952" y="957028"/>
                  <a:pt x="4186904" y="954932"/>
                </a:cubicBezTo>
                <a:lnTo>
                  <a:pt x="4190619" y="955504"/>
                </a:lnTo>
                <a:close/>
                <a:moveTo>
                  <a:pt x="4136612" y="902069"/>
                </a:moveTo>
                <a:cubicBezTo>
                  <a:pt x="4135088" y="915689"/>
                  <a:pt x="4138232" y="931882"/>
                  <a:pt x="4136612" y="944455"/>
                </a:cubicBezTo>
                <a:cubicBezTo>
                  <a:pt x="4133469" y="943407"/>
                  <a:pt x="4129278" y="942931"/>
                  <a:pt x="4125087" y="942931"/>
                </a:cubicBezTo>
                <a:cubicBezTo>
                  <a:pt x="4119372" y="942455"/>
                  <a:pt x="4114133" y="944455"/>
                  <a:pt x="4108323" y="945026"/>
                </a:cubicBezTo>
                <a:cubicBezTo>
                  <a:pt x="4102037" y="945598"/>
                  <a:pt x="4096322" y="945026"/>
                  <a:pt x="4089464" y="945026"/>
                </a:cubicBezTo>
                <a:lnTo>
                  <a:pt x="4075843" y="945026"/>
                </a:lnTo>
                <a:cubicBezTo>
                  <a:pt x="4068985" y="944550"/>
                  <a:pt x="4063270" y="941883"/>
                  <a:pt x="4055936" y="940835"/>
                </a:cubicBezTo>
                <a:lnTo>
                  <a:pt x="4052792" y="939216"/>
                </a:lnTo>
                <a:lnTo>
                  <a:pt x="4048601" y="938168"/>
                </a:lnTo>
                <a:cubicBezTo>
                  <a:pt x="4042791" y="936644"/>
                  <a:pt x="4041267" y="936073"/>
                  <a:pt x="4036600" y="932358"/>
                </a:cubicBezTo>
                <a:lnTo>
                  <a:pt x="4033933" y="930263"/>
                </a:lnTo>
                <a:lnTo>
                  <a:pt x="4030790" y="927691"/>
                </a:lnTo>
                <a:cubicBezTo>
                  <a:pt x="4030790" y="926643"/>
                  <a:pt x="4030790" y="926072"/>
                  <a:pt x="4030313" y="924548"/>
                </a:cubicBezTo>
                <a:lnTo>
                  <a:pt x="4029266" y="921404"/>
                </a:lnTo>
                <a:lnTo>
                  <a:pt x="4024027" y="905212"/>
                </a:lnTo>
                <a:lnTo>
                  <a:pt x="4023551" y="902545"/>
                </a:lnTo>
                <a:lnTo>
                  <a:pt x="4019836" y="864350"/>
                </a:lnTo>
                <a:cubicBezTo>
                  <a:pt x="4018788" y="855968"/>
                  <a:pt x="4016693" y="847014"/>
                  <a:pt x="4017264" y="838156"/>
                </a:cubicBezTo>
                <a:lnTo>
                  <a:pt x="4017740" y="815105"/>
                </a:lnTo>
                <a:lnTo>
                  <a:pt x="4019836" y="784149"/>
                </a:lnTo>
                <a:cubicBezTo>
                  <a:pt x="4020312" y="772624"/>
                  <a:pt x="4020884" y="761670"/>
                  <a:pt x="4021455" y="752717"/>
                </a:cubicBezTo>
                <a:cubicBezTo>
                  <a:pt x="4021455" y="745382"/>
                  <a:pt x="4022503" y="731762"/>
                  <a:pt x="4014121" y="727571"/>
                </a:cubicBezTo>
                <a:cubicBezTo>
                  <a:pt x="4003167" y="722903"/>
                  <a:pt x="3990023" y="726523"/>
                  <a:pt x="3978497" y="726047"/>
                </a:cubicBezTo>
                <a:cubicBezTo>
                  <a:pt x="3978021" y="712902"/>
                  <a:pt x="3976878" y="699853"/>
                  <a:pt x="3978021" y="687280"/>
                </a:cubicBezTo>
                <a:cubicBezTo>
                  <a:pt x="3990594" y="687851"/>
                  <a:pt x="4006310" y="688899"/>
                  <a:pt x="4017264" y="681565"/>
                </a:cubicBezTo>
                <a:cubicBezTo>
                  <a:pt x="4026694" y="674707"/>
                  <a:pt x="4025646" y="620319"/>
                  <a:pt x="4025646" y="611937"/>
                </a:cubicBezTo>
                <a:lnTo>
                  <a:pt x="4028789" y="611937"/>
                </a:lnTo>
                <a:cubicBezTo>
                  <a:pt x="4047649" y="610889"/>
                  <a:pt x="4067556" y="612985"/>
                  <a:pt x="4086416" y="614033"/>
                </a:cubicBezTo>
                <a:cubicBezTo>
                  <a:pt x="4088035" y="635464"/>
                  <a:pt x="4084891" y="657467"/>
                  <a:pt x="4085368" y="678993"/>
                </a:cubicBezTo>
                <a:cubicBezTo>
                  <a:pt x="4085844" y="690042"/>
                  <a:pt x="4100608" y="687851"/>
                  <a:pt x="4107847" y="687851"/>
                </a:cubicBezTo>
                <a:cubicBezTo>
                  <a:pt x="4117848" y="688899"/>
                  <a:pt x="4127754" y="692042"/>
                  <a:pt x="4138232" y="694138"/>
                </a:cubicBezTo>
                <a:cubicBezTo>
                  <a:pt x="4138232" y="697853"/>
                  <a:pt x="4136612" y="726618"/>
                  <a:pt x="4136136" y="731857"/>
                </a:cubicBezTo>
                <a:cubicBezTo>
                  <a:pt x="4132516" y="731285"/>
                  <a:pt x="4127754" y="731285"/>
                  <a:pt x="4122515" y="731285"/>
                </a:cubicBezTo>
                <a:cubicBezTo>
                  <a:pt x="4112038" y="731857"/>
                  <a:pt x="4101560" y="730714"/>
                  <a:pt x="4092607" y="731857"/>
                </a:cubicBezTo>
                <a:cubicBezTo>
                  <a:pt x="4078986" y="733381"/>
                  <a:pt x="4081653" y="765956"/>
                  <a:pt x="4081653" y="773767"/>
                </a:cubicBezTo>
                <a:cubicBezTo>
                  <a:pt x="4081653" y="784816"/>
                  <a:pt x="4080129" y="852348"/>
                  <a:pt x="4080605" y="860159"/>
                </a:cubicBezTo>
                <a:cubicBezTo>
                  <a:pt x="4080605" y="868541"/>
                  <a:pt x="4081653" y="876923"/>
                  <a:pt x="4086320" y="886924"/>
                </a:cubicBezTo>
                <a:cubicBezTo>
                  <a:pt x="4103084" y="902069"/>
                  <a:pt x="4116705" y="901592"/>
                  <a:pt x="4136612" y="900068"/>
                </a:cubicBezTo>
                <a:lnTo>
                  <a:pt x="4136612" y="902164"/>
                </a:lnTo>
                <a:close/>
                <a:moveTo>
                  <a:pt x="4094226" y="741763"/>
                </a:moveTo>
                <a:cubicBezTo>
                  <a:pt x="4103084" y="740715"/>
                  <a:pt x="4112514" y="741763"/>
                  <a:pt x="4122991" y="741191"/>
                </a:cubicBezTo>
                <a:cubicBezTo>
                  <a:pt x="4127659" y="741191"/>
                  <a:pt x="4131850" y="741191"/>
                  <a:pt x="4136136" y="741763"/>
                </a:cubicBezTo>
                <a:cubicBezTo>
                  <a:pt x="4144518" y="741763"/>
                  <a:pt x="4146614" y="741191"/>
                  <a:pt x="4146614" y="731762"/>
                </a:cubicBezTo>
                <a:cubicBezTo>
                  <a:pt x="4146614" y="729190"/>
                  <a:pt x="4148233" y="697186"/>
                  <a:pt x="4148233" y="693471"/>
                </a:cubicBezTo>
                <a:cubicBezTo>
                  <a:pt x="4147661" y="685661"/>
                  <a:pt x="4146137" y="683470"/>
                  <a:pt x="4138803" y="682517"/>
                </a:cubicBezTo>
                <a:cubicBezTo>
                  <a:pt x="4128897" y="681470"/>
                  <a:pt x="4118896" y="678803"/>
                  <a:pt x="4107942" y="677279"/>
                </a:cubicBezTo>
                <a:cubicBezTo>
                  <a:pt x="4103751" y="677279"/>
                  <a:pt x="4099560" y="678326"/>
                  <a:pt x="4095369" y="677279"/>
                </a:cubicBezTo>
                <a:cubicBezTo>
                  <a:pt x="4094893" y="665277"/>
                  <a:pt x="4095941" y="653180"/>
                  <a:pt x="4096417" y="641084"/>
                </a:cubicBezTo>
                <a:cubicBezTo>
                  <a:pt x="4096417" y="635845"/>
                  <a:pt x="4099560" y="606508"/>
                  <a:pt x="4092226" y="604412"/>
                </a:cubicBezTo>
                <a:cubicBezTo>
                  <a:pt x="4082796" y="602317"/>
                  <a:pt x="4051935" y="601745"/>
                  <a:pt x="4040315" y="601745"/>
                </a:cubicBezTo>
                <a:cubicBezTo>
                  <a:pt x="4035647" y="601745"/>
                  <a:pt x="4015169" y="599650"/>
                  <a:pt x="4015740" y="607556"/>
                </a:cubicBezTo>
                <a:cubicBezTo>
                  <a:pt x="4016216" y="624320"/>
                  <a:pt x="4014692" y="659943"/>
                  <a:pt x="4011549" y="672992"/>
                </a:cubicBezTo>
                <a:cubicBezTo>
                  <a:pt x="4006882" y="676136"/>
                  <a:pt x="3999548" y="677183"/>
                  <a:pt x="3991642" y="677183"/>
                </a:cubicBezTo>
                <a:cubicBezTo>
                  <a:pt x="3964400" y="677755"/>
                  <a:pt x="3967067" y="670325"/>
                  <a:pt x="3967544" y="707092"/>
                </a:cubicBezTo>
                <a:cubicBezTo>
                  <a:pt x="3968020" y="717569"/>
                  <a:pt x="3968591" y="727571"/>
                  <a:pt x="3968591" y="727571"/>
                </a:cubicBezTo>
                <a:lnTo>
                  <a:pt x="3968591" y="730714"/>
                </a:lnTo>
                <a:cubicBezTo>
                  <a:pt x="3968115" y="740715"/>
                  <a:pt x="3998976" y="736524"/>
                  <a:pt x="4010501" y="738048"/>
                </a:cubicBezTo>
                <a:cubicBezTo>
                  <a:pt x="4012597" y="746906"/>
                  <a:pt x="4010501" y="775291"/>
                  <a:pt x="4009930" y="783578"/>
                </a:cubicBezTo>
                <a:lnTo>
                  <a:pt x="4007358" y="814534"/>
                </a:lnTo>
                <a:lnTo>
                  <a:pt x="4006882" y="837584"/>
                </a:lnTo>
                <a:cubicBezTo>
                  <a:pt x="4006882" y="847014"/>
                  <a:pt x="4008978" y="856444"/>
                  <a:pt x="4009454" y="865302"/>
                </a:cubicBezTo>
                <a:lnTo>
                  <a:pt x="4013645" y="905117"/>
                </a:lnTo>
                <a:lnTo>
                  <a:pt x="4014692" y="907784"/>
                </a:lnTo>
                <a:cubicBezTo>
                  <a:pt x="4016216" y="912451"/>
                  <a:pt x="4018312" y="919785"/>
                  <a:pt x="4019931" y="924548"/>
                </a:cubicBezTo>
                <a:lnTo>
                  <a:pt x="4020979" y="928739"/>
                </a:lnTo>
                <a:cubicBezTo>
                  <a:pt x="4021550" y="932930"/>
                  <a:pt x="4024694" y="935597"/>
                  <a:pt x="4027837" y="938168"/>
                </a:cubicBezTo>
                <a:lnTo>
                  <a:pt x="4030980" y="940835"/>
                </a:lnTo>
                <a:cubicBezTo>
                  <a:pt x="4036790" y="945026"/>
                  <a:pt x="4038314" y="945503"/>
                  <a:pt x="4045649" y="947598"/>
                </a:cubicBezTo>
                <a:cubicBezTo>
                  <a:pt x="4047173" y="948074"/>
                  <a:pt x="4048220" y="948646"/>
                  <a:pt x="4049840" y="948646"/>
                </a:cubicBezTo>
                <a:lnTo>
                  <a:pt x="4052411" y="950170"/>
                </a:lnTo>
                <a:lnTo>
                  <a:pt x="4054983" y="950741"/>
                </a:lnTo>
                <a:cubicBezTo>
                  <a:pt x="4062317" y="951789"/>
                  <a:pt x="4068604" y="954361"/>
                  <a:pt x="4075366" y="954932"/>
                </a:cubicBezTo>
                <a:lnTo>
                  <a:pt x="4090035" y="954932"/>
                </a:lnTo>
                <a:cubicBezTo>
                  <a:pt x="4096322" y="954932"/>
                  <a:pt x="4102608" y="955504"/>
                  <a:pt x="4109466" y="954932"/>
                </a:cubicBezTo>
                <a:cubicBezTo>
                  <a:pt x="4114705" y="954361"/>
                  <a:pt x="4119944" y="952361"/>
                  <a:pt x="4125182" y="952837"/>
                </a:cubicBezTo>
                <a:cubicBezTo>
                  <a:pt x="4127754" y="952837"/>
                  <a:pt x="4130993" y="953885"/>
                  <a:pt x="4135184" y="954932"/>
                </a:cubicBezTo>
                <a:cubicBezTo>
                  <a:pt x="4146137" y="956456"/>
                  <a:pt x="4145090" y="955504"/>
                  <a:pt x="4146709" y="946074"/>
                </a:cubicBezTo>
                <a:cubicBezTo>
                  <a:pt x="4148328" y="932930"/>
                  <a:pt x="4145090" y="916737"/>
                  <a:pt x="4146709" y="902069"/>
                </a:cubicBezTo>
                <a:cubicBezTo>
                  <a:pt x="4146709" y="901021"/>
                  <a:pt x="4146709" y="900545"/>
                  <a:pt x="4147185" y="898925"/>
                </a:cubicBezTo>
                <a:cubicBezTo>
                  <a:pt x="4147661" y="893115"/>
                  <a:pt x="4146709" y="890067"/>
                  <a:pt x="4139851" y="890067"/>
                </a:cubicBezTo>
                <a:cubicBezTo>
                  <a:pt x="4121468" y="890067"/>
                  <a:pt x="4110514" y="894734"/>
                  <a:pt x="4094226" y="880637"/>
                </a:cubicBezTo>
                <a:cubicBezTo>
                  <a:pt x="4091654" y="873779"/>
                  <a:pt x="4090511" y="867017"/>
                  <a:pt x="4090511" y="859682"/>
                </a:cubicBezTo>
                <a:cubicBezTo>
                  <a:pt x="4090035" y="851872"/>
                  <a:pt x="4092131" y="784816"/>
                  <a:pt x="4091559" y="773767"/>
                </a:cubicBezTo>
                <a:cubicBezTo>
                  <a:pt x="4091559" y="762813"/>
                  <a:pt x="4092035" y="751764"/>
                  <a:pt x="4094131" y="741858"/>
                </a:cubicBezTo>
                <a:moveTo>
                  <a:pt x="3933254" y="584696"/>
                </a:moveTo>
                <a:cubicBezTo>
                  <a:pt x="3932778" y="592601"/>
                  <a:pt x="3932778" y="602507"/>
                  <a:pt x="3933825" y="609270"/>
                </a:cubicBezTo>
                <a:cubicBezTo>
                  <a:pt x="3933825" y="610889"/>
                  <a:pt x="3933825" y="611937"/>
                  <a:pt x="3934301" y="612985"/>
                </a:cubicBezTo>
                <a:lnTo>
                  <a:pt x="3934778" y="615080"/>
                </a:lnTo>
                <a:cubicBezTo>
                  <a:pt x="3934301" y="619843"/>
                  <a:pt x="3935254" y="624510"/>
                  <a:pt x="3935825" y="628225"/>
                </a:cubicBezTo>
                <a:lnTo>
                  <a:pt x="3936302" y="634035"/>
                </a:lnTo>
                <a:cubicBezTo>
                  <a:pt x="3917442" y="636131"/>
                  <a:pt x="3901726" y="632987"/>
                  <a:pt x="3883438" y="632416"/>
                </a:cubicBezTo>
                <a:lnTo>
                  <a:pt x="3880771" y="632416"/>
                </a:lnTo>
                <a:lnTo>
                  <a:pt x="3875056" y="632987"/>
                </a:lnTo>
                <a:lnTo>
                  <a:pt x="3873437" y="632987"/>
                </a:lnTo>
                <a:lnTo>
                  <a:pt x="3873437" y="627749"/>
                </a:lnTo>
                <a:cubicBezTo>
                  <a:pt x="3873913" y="621938"/>
                  <a:pt x="3873913" y="616700"/>
                  <a:pt x="3873913" y="613556"/>
                </a:cubicBezTo>
                <a:cubicBezTo>
                  <a:pt x="3874961" y="608318"/>
                  <a:pt x="3875532" y="603079"/>
                  <a:pt x="3875532" y="597840"/>
                </a:cubicBezTo>
                <a:lnTo>
                  <a:pt x="3876008" y="589934"/>
                </a:lnTo>
                <a:lnTo>
                  <a:pt x="3888105" y="588887"/>
                </a:lnTo>
                <a:lnTo>
                  <a:pt x="3890201" y="588887"/>
                </a:lnTo>
                <a:lnTo>
                  <a:pt x="3894391" y="588410"/>
                </a:lnTo>
                <a:lnTo>
                  <a:pt x="3907536" y="586791"/>
                </a:lnTo>
                <a:cubicBezTo>
                  <a:pt x="3915918" y="585743"/>
                  <a:pt x="3924300" y="584696"/>
                  <a:pt x="3933158" y="584696"/>
                </a:cubicBezTo>
                <a:moveTo>
                  <a:pt x="3945731" y="626606"/>
                </a:moveTo>
                <a:cubicBezTo>
                  <a:pt x="3944684" y="622415"/>
                  <a:pt x="3944112" y="618224"/>
                  <a:pt x="3943636" y="610889"/>
                </a:cubicBezTo>
                <a:lnTo>
                  <a:pt x="3943636" y="608222"/>
                </a:lnTo>
                <a:cubicBezTo>
                  <a:pt x="3942588" y="600412"/>
                  <a:pt x="3943160" y="587839"/>
                  <a:pt x="3943160" y="580505"/>
                </a:cubicBezTo>
                <a:cubicBezTo>
                  <a:pt x="3943160" y="570027"/>
                  <a:pt x="3909632" y="576314"/>
                  <a:pt x="3906488" y="576790"/>
                </a:cubicBezTo>
                <a:lnTo>
                  <a:pt x="3893344" y="577838"/>
                </a:lnTo>
                <a:lnTo>
                  <a:pt x="3889153" y="578885"/>
                </a:lnTo>
                <a:lnTo>
                  <a:pt x="3887057" y="578885"/>
                </a:lnTo>
                <a:lnTo>
                  <a:pt x="3872389" y="579933"/>
                </a:lnTo>
                <a:cubicBezTo>
                  <a:pt x="3869246" y="579362"/>
                  <a:pt x="3866103" y="580981"/>
                  <a:pt x="3866103" y="585172"/>
                </a:cubicBezTo>
                <a:cubicBezTo>
                  <a:pt x="3866103" y="594125"/>
                  <a:pt x="3865531" y="602984"/>
                  <a:pt x="3864007" y="612413"/>
                </a:cubicBezTo>
                <a:lnTo>
                  <a:pt x="3864007" y="613461"/>
                </a:lnTo>
                <a:cubicBezTo>
                  <a:pt x="3864007" y="616033"/>
                  <a:pt x="3864007" y="621272"/>
                  <a:pt x="3863435" y="627082"/>
                </a:cubicBezTo>
                <a:lnTo>
                  <a:pt x="3862959" y="633368"/>
                </a:lnTo>
                <a:lnTo>
                  <a:pt x="3862959" y="635940"/>
                </a:lnTo>
                <a:cubicBezTo>
                  <a:pt x="3856196" y="647465"/>
                  <a:pt x="3879723" y="641655"/>
                  <a:pt x="3883438" y="642227"/>
                </a:cubicBezTo>
                <a:cubicBezTo>
                  <a:pt x="3886010" y="642798"/>
                  <a:pt x="3932111" y="645941"/>
                  <a:pt x="3943160" y="642798"/>
                </a:cubicBezTo>
                <a:cubicBezTo>
                  <a:pt x="3946874" y="641750"/>
                  <a:pt x="3946874" y="638131"/>
                  <a:pt x="3946874" y="635464"/>
                </a:cubicBezTo>
                <a:cubicBezTo>
                  <a:pt x="3946303" y="632892"/>
                  <a:pt x="3945827" y="629749"/>
                  <a:pt x="3945827" y="626606"/>
                </a:cubicBezTo>
                <a:moveTo>
                  <a:pt x="3931158" y="941978"/>
                </a:moveTo>
                <a:cubicBezTo>
                  <a:pt x="3920204" y="940931"/>
                  <a:pt x="3876675" y="941502"/>
                  <a:pt x="3872484" y="942550"/>
                </a:cubicBezTo>
                <a:cubicBezTo>
                  <a:pt x="3870960" y="942550"/>
                  <a:pt x="3872484" y="942550"/>
                  <a:pt x="3872484" y="942550"/>
                </a:cubicBezTo>
                <a:lnTo>
                  <a:pt x="3872484" y="940454"/>
                </a:lnTo>
                <a:cubicBezTo>
                  <a:pt x="3872484" y="935216"/>
                  <a:pt x="3875151" y="724618"/>
                  <a:pt x="3875151" y="723570"/>
                </a:cubicBezTo>
                <a:cubicBezTo>
                  <a:pt x="3875151" y="715664"/>
                  <a:pt x="3873532" y="706806"/>
                  <a:pt x="3874103" y="698424"/>
                </a:cubicBezTo>
                <a:cubicBezTo>
                  <a:pt x="3874103" y="695852"/>
                  <a:pt x="3874580" y="693185"/>
                  <a:pt x="3874580" y="691090"/>
                </a:cubicBezTo>
                <a:cubicBezTo>
                  <a:pt x="3877247" y="691090"/>
                  <a:pt x="3879818" y="691661"/>
                  <a:pt x="3882485" y="691661"/>
                </a:cubicBezTo>
                <a:lnTo>
                  <a:pt x="3926967" y="691090"/>
                </a:lnTo>
                <a:lnTo>
                  <a:pt x="3929063" y="690518"/>
                </a:lnTo>
                <a:lnTo>
                  <a:pt x="3930682" y="690518"/>
                </a:lnTo>
                <a:cubicBezTo>
                  <a:pt x="3931158" y="704139"/>
                  <a:pt x="3931730" y="719379"/>
                  <a:pt x="3933254" y="734048"/>
                </a:cubicBezTo>
                <a:cubicBezTo>
                  <a:pt x="3933254" y="735667"/>
                  <a:pt x="3932206" y="784340"/>
                  <a:pt x="3931158" y="835203"/>
                </a:cubicBezTo>
                <a:cubicBezTo>
                  <a:pt x="3930682" y="878161"/>
                  <a:pt x="3930110" y="923690"/>
                  <a:pt x="3931158" y="942074"/>
                </a:cubicBezTo>
                <a:moveTo>
                  <a:pt x="3870960" y="952075"/>
                </a:moveTo>
                <a:cubicBezTo>
                  <a:pt x="3874103" y="951503"/>
                  <a:pt x="3925443" y="951503"/>
                  <a:pt x="3931730" y="952075"/>
                </a:cubicBezTo>
                <a:cubicBezTo>
                  <a:pt x="3935921" y="952646"/>
                  <a:pt x="3943255" y="955218"/>
                  <a:pt x="3941636" y="947408"/>
                </a:cubicBezTo>
                <a:cubicBezTo>
                  <a:pt x="3940016" y="938549"/>
                  <a:pt x="3940588" y="886638"/>
                  <a:pt x="3941159" y="835298"/>
                </a:cubicBezTo>
                <a:cubicBezTo>
                  <a:pt x="3942207" y="783959"/>
                  <a:pt x="3943255" y="735191"/>
                  <a:pt x="3943255" y="733667"/>
                </a:cubicBezTo>
                <a:cubicBezTo>
                  <a:pt x="3941636" y="716903"/>
                  <a:pt x="3940683" y="700139"/>
                  <a:pt x="3940683" y="684994"/>
                </a:cubicBezTo>
                <a:cubicBezTo>
                  <a:pt x="3940683" y="680327"/>
                  <a:pt x="3936492" y="679755"/>
                  <a:pt x="3933349" y="680327"/>
                </a:cubicBezTo>
                <a:cubicBezTo>
                  <a:pt x="3930777" y="680327"/>
                  <a:pt x="3928110" y="680803"/>
                  <a:pt x="3926015" y="681374"/>
                </a:cubicBezTo>
                <a:lnTo>
                  <a:pt x="3882485" y="681946"/>
                </a:lnTo>
                <a:cubicBezTo>
                  <a:pt x="3865721" y="681946"/>
                  <a:pt x="3864197" y="678231"/>
                  <a:pt x="3864197" y="698138"/>
                </a:cubicBezTo>
                <a:cubicBezTo>
                  <a:pt x="3863626" y="706997"/>
                  <a:pt x="3865245" y="715950"/>
                  <a:pt x="3865245" y="723856"/>
                </a:cubicBezTo>
                <a:cubicBezTo>
                  <a:pt x="3865245" y="724904"/>
                  <a:pt x="3862673" y="935501"/>
                  <a:pt x="3862673" y="940740"/>
                </a:cubicBezTo>
                <a:cubicBezTo>
                  <a:pt x="3862673" y="944931"/>
                  <a:pt x="3862197" y="957504"/>
                  <a:pt x="3870579" y="952837"/>
                </a:cubicBezTo>
                <a:lnTo>
                  <a:pt x="3871055" y="952265"/>
                </a:lnTo>
                <a:close/>
                <a:moveTo>
                  <a:pt x="3691319" y="730428"/>
                </a:moveTo>
                <a:cubicBezTo>
                  <a:pt x="3679793" y="724142"/>
                  <a:pt x="3666173" y="727285"/>
                  <a:pt x="3654647" y="730428"/>
                </a:cubicBezTo>
                <a:cubicBezTo>
                  <a:pt x="3650456" y="732047"/>
                  <a:pt x="3646265" y="732524"/>
                  <a:pt x="3641503" y="734619"/>
                </a:cubicBezTo>
                <a:lnTo>
                  <a:pt x="3638931" y="736715"/>
                </a:lnTo>
                <a:lnTo>
                  <a:pt x="3632168" y="740906"/>
                </a:lnTo>
                <a:cubicBezTo>
                  <a:pt x="3626358" y="743001"/>
                  <a:pt x="3622739" y="749288"/>
                  <a:pt x="3619024" y="754050"/>
                </a:cubicBezTo>
                <a:cubicBezTo>
                  <a:pt x="3613785" y="761384"/>
                  <a:pt x="3611118" y="770814"/>
                  <a:pt x="3608546" y="779672"/>
                </a:cubicBezTo>
                <a:cubicBezTo>
                  <a:pt x="3605403" y="789674"/>
                  <a:pt x="3616452" y="793293"/>
                  <a:pt x="3624263" y="791198"/>
                </a:cubicBezTo>
                <a:lnTo>
                  <a:pt x="3627406" y="790626"/>
                </a:lnTo>
                <a:cubicBezTo>
                  <a:pt x="3627882" y="790626"/>
                  <a:pt x="3715417" y="793198"/>
                  <a:pt x="3717989" y="793198"/>
                </a:cubicBezTo>
                <a:cubicBezTo>
                  <a:pt x="3723799" y="793198"/>
                  <a:pt x="3729514" y="791674"/>
                  <a:pt x="3734753" y="787483"/>
                </a:cubicBezTo>
                <a:cubicBezTo>
                  <a:pt x="3743135" y="780625"/>
                  <a:pt x="3732181" y="757574"/>
                  <a:pt x="3727990" y="751288"/>
                </a:cubicBezTo>
                <a:cubicBezTo>
                  <a:pt x="3723323" y="743954"/>
                  <a:pt x="3717512" y="741858"/>
                  <a:pt x="3710178" y="737667"/>
                </a:cubicBezTo>
                <a:cubicBezTo>
                  <a:pt x="3703415" y="734524"/>
                  <a:pt x="3699224" y="731381"/>
                  <a:pt x="3691319" y="730333"/>
                </a:cubicBezTo>
                <a:moveTo>
                  <a:pt x="3728466" y="779577"/>
                </a:moveTo>
                <a:cubicBezTo>
                  <a:pt x="3725323" y="782244"/>
                  <a:pt x="3721703" y="783292"/>
                  <a:pt x="3717512" y="783292"/>
                </a:cubicBezTo>
                <a:cubicBezTo>
                  <a:pt x="3715417" y="783292"/>
                  <a:pt x="3628454" y="780720"/>
                  <a:pt x="3625310" y="780720"/>
                </a:cubicBezTo>
                <a:lnTo>
                  <a:pt x="3622167" y="781292"/>
                </a:lnTo>
                <a:cubicBezTo>
                  <a:pt x="3620548" y="781863"/>
                  <a:pt x="3619500" y="782339"/>
                  <a:pt x="3618453" y="781863"/>
                </a:cubicBezTo>
                <a:cubicBezTo>
                  <a:pt x="3620548" y="774529"/>
                  <a:pt x="3622643" y="766147"/>
                  <a:pt x="3626834" y="759860"/>
                </a:cubicBezTo>
                <a:cubicBezTo>
                  <a:pt x="3628358" y="757765"/>
                  <a:pt x="3633121" y="751002"/>
                  <a:pt x="3636740" y="749954"/>
                </a:cubicBezTo>
                <a:lnTo>
                  <a:pt x="3645122" y="745192"/>
                </a:lnTo>
                <a:lnTo>
                  <a:pt x="3647218" y="743096"/>
                </a:lnTo>
                <a:cubicBezTo>
                  <a:pt x="3650361" y="741477"/>
                  <a:pt x="3653981" y="741477"/>
                  <a:pt x="3657219" y="740429"/>
                </a:cubicBezTo>
                <a:cubicBezTo>
                  <a:pt x="3666078" y="737858"/>
                  <a:pt x="3678650" y="734714"/>
                  <a:pt x="3689128" y="740429"/>
                </a:cubicBezTo>
                <a:cubicBezTo>
                  <a:pt x="3695414" y="741001"/>
                  <a:pt x="3700082" y="744144"/>
                  <a:pt x="3705416" y="746716"/>
                </a:cubicBezTo>
                <a:cubicBezTo>
                  <a:pt x="3710654" y="749859"/>
                  <a:pt x="3715893" y="751478"/>
                  <a:pt x="3719513" y="757193"/>
                </a:cubicBezTo>
                <a:cubicBezTo>
                  <a:pt x="3723704" y="763004"/>
                  <a:pt x="3726275" y="771862"/>
                  <a:pt x="3728371" y="779672"/>
                </a:cubicBezTo>
                <a:moveTo>
                  <a:pt x="3742563" y="876065"/>
                </a:moveTo>
                <a:cubicBezTo>
                  <a:pt x="3758279" y="873494"/>
                  <a:pt x="3775520" y="874541"/>
                  <a:pt x="3791236" y="875018"/>
                </a:cubicBezTo>
                <a:cubicBezTo>
                  <a:pt x="3788093" y="885495"/>
                  <a:pt x="3784949" y="892829"/>
                  <a:pt x="3780758" y="900164"/>
                </a:cubicBezTo>
                <a:cubicBezTo>
                  <a:pt x="3778187" y="902735"/>
                  <a:pt x="3775520" y="905402"/>
                  <a:pt x="3773996" y="909022"/>
                </a:cubicBezTo>
                <a:cubicBezTo>
                  <a:pt x="3771424" y="913213"/>
                  <a:pt x="3765614" y="918452"/>
                  <a:pt x="3762470" y="920547"/>
                </a:cubicBezTo>
                <a:cubicBezTo>
                  <a:pt x="3756660" y="925786"/>
                  <a:pt x="3748849" y="927881"/>
                  <a:pt x="3740944" y="932072"/>
                </a:cubicBezTo>
                <a:lnTo>
                  <a:pt x="3738372" y="934739"/>
                </a:lnTo>
                <a:lnTo>
                  <a:pt x="3735800" y="936263"/>
                </a:lnTo>
                <a:cubicBezTo>
                  <a:pt x="3731609" y="936835"/>
                  <a:pt x="3728466" y="940454"/>
                  <a:pt x="3724275" y="942074"/>
                </a:cubicBezTo>
                <a:lnTo>
                  <a:pt x="3719036" y="943598"/>
                </a:lnTo>
                <a:cubicBezTo>
                  <a:pt x="3717417" y="944169"/>
                  <a:pt x="3715893" y="944645"/>
                  <a:pt x="3714369" y="945122"/>
                </a:cubicBezTo>
                <a:cubicBezTo>
                  <a:pt x="3690747" y="947789"/>
                  <a:pt x="3658267" y="953504"/>
                  <a:pt x="3634740" y="943598"/>
                </a:cubicBezTo>
                <a:cubicBezTo>
                  <a:pt x="3625882" y="942074"/>
                  <a:pt x="3617405" y="937311"/>
                  <a:pt x="3608546" y="935787"/>
                </a:cubicBezTo>
                <a:cubicBezTo>
                  <a:pt x="3596545" y="929501"/>
                  <a:pt x="3587020" y="923214"/>
                  <a:pt x="3579209" y="913213"/>
                </a:cubicBezTo>
                <a:cubicBezTo>
                  <a:pt x="3563970" y="902259"/>
                  <a:pt x="3559778" y="879209"/>
                  <a:pt x="3550920" y="862921"/>
                </a:cubicBezTo>
                <a:cubicBezTo>
                  <a:pt x="3550444" y="858730"/>
                  <a:pt x="3549301" y="855110"/>
                  <a:pt x="3548348" y="852443"/>
                </a:cubicBezTo>
                <a:lnTo>
                  <a:pt x="3546729" y="848252"/>
                </a:lnTo>
                <a:cubicBezTo>
                  <a:pt x="3546729" y="847681"/>
                  <a:pt x="3545681" y="843585"/>
                  <a:pt x="3545681" y="841966"/>
                </a:cubicBezTo>
                <a:cubicBezTo>
                  <a:pt x="3544634" y="837775"/>
                  <a:pt x="3543110" y="833012"/>
                  <a:pt x="3543586" y="828345"/>
                </a:cubicBezTo>
                <a:lnTo>
                  <a:pt x="3544062" y="824630"/>
                </a:lnTo>
                <a:lnTo>
                  <a:pt x="3544538" y="820916"/>
                </a:lnTo>
                <a:lnTo>
                  <a:pt x="3544538" y="817296"/>
                </a:lnTo>
                <a:cubicBezTo>
                  <a:pt x="3545015" y="815201"/>
                  <a:pt x="3545015" y="812534"/>
                  <a:pt x="3545015" y="810438"/>
                </a:cubicBezTo>
                <a:cubicBezTo>
                  <a:pt x="3545491" y="794246"/>
                  <a:pt x="3559683" y="754336"/>
                  <a:pt x="3570161" y="741858"/>
                </a:cubicBezTo>
                <a:cubicBezTo>
                  <a:pt x="3572256" y="734524"/>
                  <a:pt x="3579019" y="730809"/>
                  <a:pt x="3582162" y="724046"/>
                </a:cubicBezTo>
                <a:cubicBezTo>
                  <a:pt x="3593687" y="713569"/>
                  <a:pt x="3604736" y="699948"/>
                  <a:pt x="3620453" y="694709"/>
                </a:cubicBezTo>
                <a:cubicBezTo>
                  <a:pt x="3629882" y="691566"/>
                  <a:pt x="3640360" y="686327"/>
                  <a:pt x="3651314" y="685851"/>
                </a:cubicBezTo>
                <a:cubicBezTo>
                  <a:pt x="3670173" y="683279"/>
                  <a:pt x="3690080" y="682136"/>
                  <a:pt x="3708940" y="686423"/>
                </a:cubicBezTo>
                <a:lnTo>
                  <a:pt x="3712655" y="687470"/>
                </a:lnTo>
                <a:cubicBezTo>
                  <a:pt x="3723608" y="690614"/>
                  <a:pt x="3733038" y="694805"/>
                  <a:pt x="3741991" y="699567"/>
                </a:cubicBezTo>
                <a:cubicBezTo>
                  <a:pt x="3748278" y="705854"/>
                  <a:pt x="3755612" y="712140"/>
                  <a:pt x="3760851" y="721570"/>
                </a:cubicBezTo>
                <a:cubicBezTo>
                  <a:pt x="3779711" y="738334"/>
                  <a:pt x="3787521" y="767099"/>
                  <a:pt x="3792855" y="799103"/>
                </a:cubicBezTo>
                <a:lnTo>
                  <a:pt x="3793331" y="803771"/>
                </a:lnTo>
                <a:lnTo>
                  <a:pt x="3793331" y="807485"/>
                </a:lnTo>
                <a:lnTo>
                  <a:pt x="3793808" y="813772"/>
                </a:lnTo>
                <a:cubicBezTo>
                  <a:pt x="3794284" y="816344"/>
                  <a:pt x="3794855" y="819011"/>
                  <a:pt x="3795427" y="821582"/>
                </a:cubicBezTo>
                <a:lnTo>
                  <a:pt x="3796474" y="826250"/>
                </a:lnTo>
                <a:cubicBezTo>
                  <a:pt x="3785997" y="827774"/>
                  <a:pt x="3775043" y="824726"/>
                  <a:pt x="3763995" y="824726"/>
                </a:cubicBezTo>
                <a:cubicBezTo>
                  <a:pt x="3756660" y="824154"/>
                  <a:pt x="3697986" y="827869"/>
                  <a:pt x="3691699" y="827869"/>
                </a:cubicBezTo>
                <a:cubicBezTo>
                  <a:pt x="3684365" y="827869"/>
                  <a:pt x="3676460" y="827869"/>
                  <a:pt x="3668649" y="828917"/>
                </a:cubicBezTo>
                <a:cubicBezTo>
                  <a:pt x="3651885" y="830536"/>
                  <a:pt x="3634549" y="829964"/>
                  <a:pt x="3617309" y="829964"/>
                </a:cubicBezTo>
                <a:cubicBezTo>
                  <a:pt x="3603212" y="829964"/>
                  <a:pt x="3606832" y="855587"/>
                  <a:pt x="3608928" y="864540"/>
                </a:cubicBezTo>
                <a:lnTo>
                  <a:pt x="3611023" y="869779"/>
                </a:lnTo>
                <a:lnTo>
                  <a:pt x="3612642" y="873970"/>
                </a:lnTo>
                <a:cubicBezTo>
                  <a:pt x="3613118" y="875018"/>
                  <a:pt x="3613690" y="876065"/>
                  <a:pt x="3614261" y="877113"/>
                </a:cubicBezTo>
                <a:lnTo>
                  <a:pt x="3616357" y="879780"/>
                </a:lnTo>
                <a:lnTo>
                  <a:pt x="3619500" y="883971"/>
                </a:lnTo>
                <a:lnTo>
                  <a:pt x="3624739" y="889210"/>
                </a:lnTo>
                <a:lnTo>
                  <a:pt x="3629978" y="895496"/>
                </a:lnTo>
                <a:cubicBezTo>
                  <a:pt x="3636264" y="902831"/>
                  <a:pt x="3649409" y="908069"/>
                  <a:pt x="3659315" y="908641"/>
                </a:cubicBezTo>
                <a:cubicBezTo>
                  <a:pt x="3660362" y="908641"/>
                  <a:pt x="3661886" y="909212"/>
                  <a:pt x="3662934" y="909212"/>
                </a:cubicBezTo>
                <a:cubicBezTo>
                  <a:pt x="3673888" y="909212"/>
                  <a:pt x="3685985" y="908641"/>
                  <a:pt x="3696462" y="905498"/>
                </a:cubicBezTo>
                <a:cubicBezTo>
                  <a:pt x="3707416" y="902831"/>
                  <a:pt x="3738372" y="890829"/>
                  <a:pt x="3741991" y="876161"/>
                </a:cubicBezTo>
                <a:lnTo>
                  <a:pt x="3742563" y="876161"/>
                </a:lnTo>
                <a:close/>
                <a:moveTo>
                  <a:pt x="3617881" y="839870"/>
                </a:moveTo>
                <a:cubicBezTo>
                  <a:pt x="3635693" y="839870"/>
                  <a:pt x="3652933" y="840442"/>
                  <a:pt x="3670268" y="838823"/>
                </a:cubicBezTo>
                <a:cubicBezTo>
                  <a:pt x="3677603" y="837775"/>
                  <a:pt x="3684937" y="837775"/>
                  <a:pt x="3691699" y="837775"/>
                </a:cubicBezTo>
                <a:cubicBezTo>
                  <a:pt x="3697986" y="837775"/>
                  <a:pt x="3758279" y="834060"/>
                  <a:pt x="3763995" y="834632"/>
                </a:cubicBezTo>
                <a:cubicBezTo>
                  <a:pt x="3770757" y="834632"/>
                  <a:pt x="3778091" y="835679"/>
                  <a:pt x="3784949" y="836156"/>
                </a:cubicBezTo>
                <a:cubicBezTo>
                  <a:pt x="3812762" y="838823"/>
                  <a:pt x="3806952" y="831965"/>
                  <a:pt x="3803809" y="812057"/>
                </a:cubicBezTo>
                <a:lnTo>
                  <a:pt x="3803333" y="806819"/>
                </a:lnTo>
                <a:lnTo>
                  <a:pt x="3803333" y="802628"/>
                </a:lnTo>
                <a:lnTo>
                  <a:pt x="3802761" y="797389"/>
                </a:lnTo>
                <a:cubicBezTo>
                  <a:pt x="3797522" y="765956"/>
                  <a:pt x="3789140" y="733952"/>
                  <a:pt x="3768185" y="714045"/>
                </a:cubicBezTo>
                <a:cubicBezTo>
                  <a:pt x="3763518" y="705187"/>
                  <a:pt x="3755612" y="698329"/>
                  <a:pt x="3747230" y="690995"/>
                </a:cubicBezTo>
                <a:cubicBezTo>
                  <a:pt x="3738372" y="685756"/>
                  <a:pt x="3729419" y="682136"/>
                  <a:pt x="3718941" y="678993"/>
                </a:cubicBezTo>
                <a:lnTo>
                  <a:pt x="3714750" y="677374"/>
                </a:lnTo>
                <a:lnTo>
                  <a:pt x="3711035" y="676898"/>
                </a:lnTo>
                <a:cubicBezTo>
                  <a:pt x="3691128" y="671659"/>
                  <a:pt x="3670173" y="672707"/>
                  <a:pt x="3649790" y="675850"/>
                </a:cubicBezTo>
                <a:cubicBezTo>
                  <a:pt x="3638264" y="676898"/>
                  <a:pt x="3627787" y="681565"/>
                  <a:pt x="3617309" y="684708"/>
                </a:cubicBezTo>
                <a:cubicBezTo>
                  <a:pt x="3599498" y="690995"/>
                  <a:pt x="3587972" y="705187"/>
                  <a:pt x="3573304" y="719284"/>
                </a:cubicBezTo>
                <a:cubicBezTo>
                  <a:pt x="3570161" y="726142"/>
                  <a:pt x="3564446" y="727666"/>
                  <a:pt x="3560731" y="737572"/>
                </a:cubicBezTo>
                <a:cubicBezTo>
                  <a:pt x="3551873" y="748621"/>
                  <a:pt x="3537680" y="785768"/>
                  <a:pt x="3535585" y="802056"/>
                </a:cubicBezTo>
                <a:cubicBezTo>
                  <a:pt x="3535109" y="806723"/>
                  <a:pt x="3535585" y="811486"/>
                  <a:pt x="3534537" y="816153"/>
                </a:cubicBezTo>
                <a:lnTo>
                  <a:pt x="3534537" y="819868"/>
                </a:lnTo>
                <a:lnTo>
                  <a:pt x="3534061" y="823011"/>
                </a:lnTo>
                <a:lnTo>
                  <a:pt x="3533585" y="827202"/>
                </a:lnTo>
                <a:cubicBezTo>
                  <a:pt x="3533108" y="833012"/>
                  <a:pt x="3534632" y="838727"/>
                  <a:pt x="3535680" y="843966"/>
                </a:cubicBezTo>
                <a:cubicBezTo>
                  <a:pt x="3535680" y="846062"/>
                  <a:pt x="3536728" y="850253"/>
                  <a:pt x="3537299" y="851872"/>
                </a:cubicBezTo>
                <a:lnTo>
                  <a:pt x="3538823" y="856063"/>
                </a:lnTo>
                <a:cubicBezTo>
                  <a:pt x="3539871" y="858635"/>
                  <a:pt x="3540919" y="861302"/>
                  <a:pt x="3540919" y="864445"/>
                </a:cubicBezTo>
                <a:lnTo>
                  <a:pt x="3541490" y="867017"/>
                </a:lnTo>
                <a:cubicBezTo>
                  <a:pt x="3552444" y="884828"/>
                  <a:pt x="3554635" y="907403"/>
                  <a:pt x="3572351" y="920928"/>
                </a:cubicBezTo>
                <a:cubicBezTo>
                  <a:pt x="3580733" y="931406"/>
                  <a:pt x="3591782" y="938740"/>
                  <a:pt x="3605879" y="945598"/>
                </a:cubicBezTo>
                <a:cubicBezTo>
                  <a:pt x="3615309" y="947122"/>
                  <a:pt x="3623215" y="951313"/>
                  <a:pt x="3632073" y="953408"/>
                </a:cubicBezTo>
                <a:cubicBezTo>
                  <a:pt x="3657219" y="963886"/>
                  <a:pt x="3689699" y="957599"/>
                  <a:pt x="3717417" y="954456"/>
                </a:cubicBezTo>
                <a:cubicBezTo>
                  <a:pt x="3719036" y="953980"/>
                  <a:pt x="3720560" y="953408"/>
                  <a:pt x="3721608" y="952932"/>
                </a:cubicBezTo>
                <a:lnTo>
                  <a:pt x="3727418" y="951408"/>
                </a:lnTo>
                <a:cubicBezTo>
                  <a:pt x="3730562" y="950360"/>
                  <a:pt x="3734181" y="948836"/>
                  <a:pt x="3736848" y="946169"/>
                </a:cubicBezTo>
                <a:cubicBezTo>
                  <a:pt x="3738944" y="946169"/>
                  <a:pt x="3740563" y="945122"/>
                  <a:pt x="3742087" y="944074"/>
                </a:cubicBezTo>
                <a:lnTo>
                  <a:pt x="3744754" y="941978"/>
                </a:lnTo>
                <a:lnTo>
                  <a:pt x="3747326" y="939883"/>
                </a:lnTo>
                <a:cubicBezTo>
                  <a:pt x="3754660" y="936740"/>
                  <a:pt x="3761994" y="934073"/>
                  <a:pt x="3768281" y="928834"/>
                </a:cubicBezTo>
                <a:cubicBezTo>
                  <a:pt x="3773043" y="925691"/>
                  <a:pt x="3779330" y="918833"/>
                  <a:pt x="3783521" y="912641"/>
                </a:cubicBezTo>
                <a:cubicBezTo>
                  <a:pt x="3784568" y="909974"/>
                  <a:pt x="3787235" y="907974"/>
                  <a:pt x="3789807" y="905307"/>
                </a:cubicBezTo>
                <a:cubicBezTo>
                  <a:pt x="3792950" y="899021"/>
                  <a:pt x="3811810" y="864445"/>
                  <a:pt x="3798189" y="865016"/>
                </a:cubicBezTo>
                <a:cubicBezTo>
                  <a:pt x="3792474" y="865493"/>
                  <a:pt x="3786664" y="865016"/>
                  <a:pt x="3781425" y="863969"/>
                </a:cubicBezTo>
                <a:cubicBezTo>
                  <a:pt x="3775139" y="863492"/>
                  <a:pt x="3743706" y="865493"/>
                  <a:pt x="3740563" y="866064"/>
                </a:cubicBezTo>
                <a:lnTo>
                  <a:pt x="3736372" y="867112"/>
                </a:lnTo>
                <a:lnTo>
                  <a:pt x="3732657" y="872922"/>
                </a:lnTo>
                <a:cubicBezTo>
                  <a:pt x="3727990" y="881304"/>
                  <a:pt x="3712274" y="890734"/>
                  <a:pt x="3693890" y="895973"/>
                </a:cubicBezTo>
                <a:cubicBezTo>
                  <a:pt x="3684461" y="898640"/>
                  <a:pt x="3672935" y="899116"/>
                  <a:pt x="3663029" y="899116"/>
                </a:cubicBezTo>
                <a:lnTo>
                  <a:pt x="3658362" y="898068"/>
                </a:lnTo>
                <a:cubicBezTo>
                  <a:pt x="3654171" y="899116"/>
                  <a:pt x="3641027" y="892829"/>
                  <a:pt x="3637407" y="888638"/>
                </a:cubicBezTo>
                <a:lnTo>
                  <a:pt x="3630645" y="880828"/>
                </a:lnTo>
                <a:lnTo>
                  <a:pt x="3627501" y="877113"/>
                </a:lnTo>
                <a:lnTo>
                  <a:pt x="3624358" y="873494"/>
                </a:lnTo>
                <a:lnTo>
                  <a:pt x="3622262" y="869779"/>
                </a:lnTo>
                <a:lnTo>
                  <a:pt x="3620643" y="866636"/>
                </a:lnTo>
                <a:lnTo>
                  <a:pt x="3618548" y="860825"/>
                </a:lnTo>
                <a:cubicBezTo>
                  <a:pt x="3617500" y="855110"/>
                  <a:pt x="3615976" y="845585"/>
                  <a:pt x="3618071" y="839870"/>
                </a:cubicBezTo>
                <a:moveTo>
                  <a:pt x="3296888" y="939883"/>
                </a:moveTo>
                <a:lnTo>
                  <a:pt x="3274886" y="940359"/>
                </a:lnTo>
                <a:lnTo>
                  <a:pt x="3269647" y="940359"/>
                </a:lnTo>
                <a:lnTo>
                  <a:pt x="3270123" y="931501"/>
                </a:lnTo>
                <a:cubicBezTo>
                  <a:pt x="3274790" y="848252"/>
                  <a:pt x="3266504" y="764909"/>
                  <a:pt x="3264884" y="682136"/>
                </a:cubicBezTo>
                <a:cubicBezTo>
                  <a:pt x="3264408" y="662229"/>
                  <a:pt x="3265361" y="599936"/>
                  <a:pt x="3265932" y="595173"/>
                </a:cubicBezTo>
                <a:lnTo>
                  <a:pt x="3265932" y="587363"/>
                </a:lnTo>
                <a:lnTo>
                  <a:pt x="3271171" y="587363"/>
                </a:lnTo>
                <a:cubicBezTo>
                  <a:pt x="3287935" y="587934"/>
                  <a:pt x="3304699" y="587934"/>
                  <a:pt x="3321463" y="585743"/>
                </a:cubicBezTo>
                <a:cubicBezTo>
                  <a:pt x="3321463" y="595649"/>
                  <a:pt x="3321463" y="606222"/>
                  <a:pt x="3321939" y="616604"/>
                </a:cubicBezTo>
                <a:cubicBezTo>
                  <a:pt x="3321939" y="630225"/>
                  <a:pt x="3324035" y="696233"/>
                  <a:pt x="3325654" y="711950"/>
                </a:cubicBezTo>
                <a:cubicBezTo>
                  <a:pt x="3327178" y="727094"/>
                  <a:pt x="3328797" y="741858"/>
                  <a:pt x="3327749" y="757003"/>
                </a:cubicBezTo>
                <a:cubicBezTo>
                  <a:pt x="3327749" y="757574"/>
                  <a:pt x="3327749" y="759575"/>
                  <a:pt x="3328226" y="761194"/>
                </a:cubicBezTo>
                <a:lnTo>
                  <a:pt x="3329845" y="764337"/>
                </a:lnTo>
                <a:cubicBezTo>
                  <a:pt x="3328226" y="772243"/>
                  <a:pt x="3335560" y="777958"/>
                  <a:pt x="3343466" y="773767"/>
                </a:cubicBezTo>
                <a:cubicBezTo>
                  <a:pt x="3349752" y="770624"/>
                  <a:pt x="3353943" y="765956"/>
                  <a:pt x="3357086" y="762813"/>
                </a:cubicBezTo>
                <a:cubicBezTo>
                  <a:pt x="3381661" y="737667"/>
                  <a:pt x="3409950" y="716141"/>
                  <a:pt x="3433096" y="688423"/>
                </a:cubicBezTo>
                <a:lnTo>
                  <a:pt x="3438906" y="688423"/>
                </a:lnTo>
                <a:cubicBezTo>
                  <a:pt x="3440430" y="688423"/>
                  <a:pt x="3448336" y="687851"/>
                  <a:pt x="3455670" y="687375"/>
                </a:cubicBezTo>
                <a:lnTo>
                  <a:pt x="3466148" y="686804"/>
                </a:lnTo>
                <a:lnTo>
                  <a:pt x="3470815" y="686804"/>
                </a:lnTo>
                <a:cubicBezTo>
                  <a:pt x="3483959" y="687375"/>
                  <a:pt x="3493294" y="687851"/>
                  <a:pt x="3493294" y="687851"/>
                </a:cubicBezTo>
                <a:cubicBezTo>
                  <a:pt x="3486531" y="696233"/>
                  <a:pt x="3485483" y="696710"/>
                  <a:pt x="3475006" y="704044"/>
                </a:cubicBezTo>
                <a:cubicBezTo>
                  <a:pt x="3467672" y="713474"/>
                  <a:pt x="3457670" y="720808"/>
                  <a:pt x="3450431" y="730238"/>
                </a:cubicBezTo>
                <a:lnTo>
                  <a:pt x="3447860" y="731857"/>
                </a:lnTo>
                <a:lnTo>
                  <a:pt x="3444145" y="734429"/>
                </a:lnTo>
                <a:cubicBezTo>
                  <a:pt x="3432048" y="748049"/>
                  <a:pt x="3420047" y="761670"/>
                  <a:pt x="3409093" y="776339"/>
                </a:cubicBezTo>
                <a:cubicBezTo>
                  <a:pt x="3404902" y="782149"/>
                  <a:pt x="3409569" y="789483"/>
                  <a:pt x="3413760" y="794150"/>
                </a:cubicBezTo>
                <a:lnTo>
                  <a:pt x="3416332" y="796246"/>
                </a:lnTo>
                <a:cubicBezTo>
                  <a:pt x="3417380" y="797865"/>
                  <a:pt x="3417951" y="798913"/>
                  <a:pt x="3418904" y="799389"/>
                </a:cubicBezTo>
                <a:cubicBezTo>
                  <a:pt x="3419475" y="801485"/>
                  <a:pt x="3420523" y="803104"/>
                  <a:pt x="3422047" y="804628"/>
                </a:cubicBezTo>
                <a:lnTo>
                  <a:pt x="3424619" y="807771"/>
                </a:lnTo>
                <a:cubicBezTo>
                  <a:pt x="3430429" y="818249"/>
                  <a:pt x="3439287" y="827107"/>
                  <a:pt x="3446145" y="837108"/>
                </a:cubicBezTo>
                <a:cubicBezTo>
                  <a:pt x="3459766" y="859682"/>
                  <a:pt x="3475482" y="887972"/>
                  <a:pt x="3491770" y="908927"/>
                </a:cubicBezTo>
                <a:cubicBezTo>
                  <a:pt x="3494913" y="916261"/>
                  <a:pt x="3498056" y="924071"/>
                  <a:pt x="3503771" y="929882"/>
                </a:cubicBezTo>
                <a:cubicBezTo>
                  <a:pt x="3506915" y="935692"/>
                  <a:pt x="3509010" y="939883"/>
                  <a:pt x="3511677" y="943502"/>
                </a:cubicBezTo>
                <a:lnTo>
                  <a:pt x="3513773" y="946646"/>
                </a:lnTo>
                <a:lnTo>
                  <a:pt x="3507010" y="945598"/>
                </a:lnTo>
                <a:lnTo>
                  <a:pt x="3500723" y="945598"/>
                </a:lnTo>
                <a:cubicBezTo>
                  <a:pt x="3489770" y="946074"/>
                  <a:pt x="3477673" y="944550"/>
                  <a:pt x="3466624" y="944074"/>
                </a:cubicBezTo>
                <a:cubicBezTo>
                  <a:pt x="3459861" y="944074"/>
                  <a:pt x="3452527" y="942550"/>
                  <a:pt x="3446240" y="942550"/>
                </a:cubicBezTo>
                <a:cubicBezTo>
                  <a:pt x="3443669" y="942550"/>
                  <a:pt x="3440430" y="942550"/>
                  <a:pt x="3437858" y="943026"/>
                </a:cubicBezTo>
                <a:cubicBezTo>
                  <a:pt x="3436811" y="940359"/>
                  <a:pt x="3435763" y="938835"/>
                  <a:pt x="3435287" y="937216"/>
                </a:cubicBezTo>
                <a:lnTo>
                  <a:pt x="3432143" y="931977"/>
                </a:lnTo>
                <a:cubicBezTo>
                  <a:pt x="3430620" y="929405"/>
                  <a:pt x="3429572" y="927310"/>
                  <a:pt x="3429000" y="925214"/>
                </a:cubicBezTo>
                <a:cubicBezTo>
                  <a:pt x="3429000" y="922547"/>
                  <a:pt x="3427953" y="920452"/>
                  <a:pt x="3425857" y="918928"/>
                </a:cubicBezTo>
                <a:cubicBezTo>
                  <a:pt x="3423761" y="913118"/>
                  <a:pt x="3420047" y="907974"/>
                  <a:pt x="3416427" y="903212"/>
                </a:cubicBezTo>
                <a:cubicBezTo>
                  <a:pt x="3415951" y="901116"/>
                  <a:pt x="3414808" y="898544"/>
                  <a:pt x="3413284" y="896925"/>
                </a:cubicBezTo>
                <a:cubicBezTo>
                  <a:pt x="3412236" y="893782"/>
                  <a:pt x="3410712" y="890639"/>
                  <a:pt x="3408616" y="888543"/>
                </a:cubicBezTo>
                <a:cubicBezTo>
                  <a:pt x="3402806" y="878542"/>
                  <a:pt x="3394996" y="862349"/>
                  <a:pt x="3387662" y="855015"/>
                </a:cubicBezTo>
                <a:lnTo>
                  <a:pt x="3385090" y="851300"/>
                </a:lnTo>
                <a:cubicBezTo>
                  <a:pt x="3382995" y="848157"/>
                  <a:pt x="3380423" y="844442"/>
                  <a:pt x="3377756" y="841299"/>
                </a:cubicBezTo>
                <a:cubicBezTo>
                  <a:pt x="3368326" y="830822"/>
                  <a:pt x="3363659" y="827107"/>
                  <a:pt x="3352133" y="834441"/>
                </a:cubicBezTo>
                <a:cubicBezTo>
                  <a:pt x="3346895" y="838156"/>
                  <a:pt x="3342132" y="842252"/>
                  <a:pt x="3334798" y="847014"/>
                </a:cubicBezTo>
                <a:cubicBezTo>
                  <a:pt x="3330607" y="848062"/>
                  <a:pt x="3327464" y="852253"/>
                  <a:pt x="3328035" y="857015"/>
                </a:cubicBezTo>
                <a:cubicBezTo>
                  <a:pt x="3329559" y="877970"/>
                  <a:pt x="3329559" y="897878"/>
                  <a:pt x="3328035" y="918261"/>
                </a:cubicBezTo>
                <a:cubicBezTo>
                  <a:pt x="3328035" y="918737"/>
                  <a:pt x="3328035" y="920357"/>
                  <a:pt x="3327464" y="921976"/>
                </a:cubicBezTo>
                <a:lnTo>
                  <a:pt x="3327464" y="925119"/>
                </a:lnTo>
                <a:cubicBezTo>
                  <a:pt x="3326416" y="931406"/>
                  <a:pt x="3326416" y="936073"/>
                  <a:pt x="3326987" y="939788"/>
                </a:cubicBezTo>
                <a:lnTo>
                  <a:pt x="3297079" y="939788"/>
                </a:lnTo>
                <a:close/>
                <a:moveTo>
                  <a:pt x="3259170" y="943026"/>
                </a:moveTo>
                <a:cubicBezTo>
                  <a:pt x="3259646" y="947217"/>
                  <a:pt x="3260217" y="952932"/>
                  <a:pt x="3266504" y="950360"/>
                </a:cubicBezTo>
                <a:cubicBezTo>
                  <a:pt x="3266980" y="949789"/>
                  <a:pt x="3326225" y="949789"/>
                  <a:pt x="3327749" y="949789"/>
                </a:cubicBezTo>
                <a:cubicBezTo>
                  <a:pt x="3331369" y="949789"/>
                  <a:pt x="3337655" y="949789"/>
                  <a:pt x="3337179" y="944074"/>
                </a:cubicBezTo>
                <a:cubicBezTo>
                  <a:pt x="3336703" y="939311"/>
                  <a:pt x="3336131" y="934644"/>
                  <a:pt x="3337179" y="926262"/>
                </a:cubicBezTo>
                <a:lnTo>
                  <a:pt x="3337179" y="923690"/>
                </a:lnTo>
                <a:cubicBezTo>
                  <a:pt x="3337655" y="922166"/>
                  <a:pt x="3337655" y="919499"/>
                  <a:pt x="3337655" y="917404"/>
                </a:cubicBezTo>
                <a:cubicBezTo>
                  <a:pt x="3339274" y="898068"/>
                  <a:pt x="3339274" y="878161"/>
                  <a:pt x="3339274" y="856158"/>
                </a:cubicBezTo>
                <a:lnTo>
                  <a:pt x="3342418" y="854634"/>
                </a:lnTo>
                <a:cubicBezTo>
                  <a:pt x="3347657" y="851491"/>
                  <a:pt x="3352419" y="846824"/>
                  <a:pt x="3357658" y="843109"/>
                </a:cubicBezTo>
                <a:lnTo>
                  <a:pt x="3361373" y="840537"/>
                </a:lnTo>
                <a:cubicBezTo>
                  <a:pt x="3368135" y="844728"/>
                  <a:pt x="3372326" y="851491"/>
                  <a:pt x="3377089" y="857301"/>
                </a:cubicBezTo>
                <a:lnTo>
                  <a:pt x="3380232" y="862064"/>
                </a:lnTo>
                <a:cubicBezTo>
                  <a:pt x="3386519" y="867779"/>
                  <a:pt x="3395472" y="885590"/>
                  <a:pt x="3401187" y="895592"/>
                </a:cubicBezTo>
                <a:cubicBezTo>
                  <a:pt x="3402806" y="897211"/>
                  <a:pt x="3403759" y="899306"/>
                  <a:pt x="3405378" y="903497"/>
                </a:cubicBezTo>
                <a:cubicBezTo>
                  <a:pt x="3405693" y="903815"/>
                  <a:pt x="3406045" y="904704"/>
                  <a:pt x="3406426" y="906164"/>
                </a:cubicBezTo>
                <a:lnTo>
                  <a:pt x="3407474" y="908736"/>
                </a:lnTo>
                <a:cubicBezTo>
                  <a:pt x="3412141" y="914546"/>
                  <a:pt x="3415379" y="920261"/>
                  <a:pt x="3418999" y="926548"/>
                </a:cubicBezTo>
                <a:cubicBezTo>
                  <a:pt x="3419570" y="930739"/>
                  <a:pt x="3421666" y="934454"/>
                  <a:pt x="3423761" y="937597"/>
                </a:cubicBezTo>
                <a:lnTo>
                  <a:pt x="3426333" y="942836"/>
                </a:lnTo>
                <a:cubicBezTo>
                  <a:pt x="3429953" y="948551"/>
                  <a:pt x="3427857" y="952837"/>
                  <a:pt x="3436811" y="953313"/>
                </a:cubicBezTo>
                <a:cubicBezTo>
                  <a:pt x="3439382" y="953313"/>
                  <a:pt x="3443097" y="952837"/>
                  <a:pt x="3446240" y="952837"/>
                </a:cubicBezTo>
                <a:cubicBezTo>
                  <a:pt x="3452527" y="952837"/>
                  <a:pt x="3459385" y="954361"/>
                  <a:pt x="3466148" y="954361"/>
                </a:cubicBezTo>
                <a:cubicBezTo>
                  <a:pt x="3477673" y="954837"/>
                  <a:pt x="3490246" y="956456"/>
                  <a:pt x="3502819" y="956456"/>
                </a:cubicBezTo>
                <a:lnTo>
                  <a:pt x="3506438" y="955980"/>
                </a:lnTo>
                <a:cubicBezTo>
                  <a:pt x="3507010" y="955980"/>
                  <a:pt x="3516916" y="958552"/>
                  <a:pt x="3521107" y="955980"/>
                </a:cubicBezTo>
                <a:cubicBezTo>
                  <a:pt x="3525298" y="954456"/>
                  <a:pt x="3531584" y="951789"/>
                  <a:pt x="3526346" y="946550"/>
                </a:cubicBezTo>
                <a:cubicBezTo>
                  <a:pt x="3520535" y="940740"/>
                  <a:pt x="3515868" y="931882"/>
                  <a:pt x="3511106" y="923500"/>
                </a:cubicBezTo>
                <a:cubicBezTo>
                  <a:pt x="3506343" y="918833"/>
                  <a:pt x="3503200" y="910927"/>
                  <a:pt x="3500152" y="903593"/>
                </a:cubicBezTo>
                <a:cubicBezTo>
                  <a:pt x="3484436" y="884257"/>
                  <a:pt x="3467672" y="852729"/>
                  <a:pt x="3454527" y="832346"/>
                </a:cubicBezTo>
                <a:cubicBezTo>
                  <a:pt x="3448241" y="822344"/>
                  <a:pt x="3439287" y="813486"/>
                  <a:pt x="3433572" y="803009"/>
                </a:cubicBezTo>
                <a:lnTo>
                  <a:pt x="3431477" y="799865"/>
                </a:lnTo>
                <a:lnTo>
                  <a:pt x="3428905" y="797770"/>
                </a:lnTo>
                <a:cubicBezTo>
                  <a:pt x="3428905" y="797770"/>
                  <a:pt x="3428905" y="797198"/>
                  <a:pt x="3423666" y="789864"/>
                </a:cubicBezTo>
                <a:lnTo>
                  <a:pt x="3420999" y="787292"/>
                </a:lnTo>
                <a:cubicBezTo>
                  <a:pt x="3419475" y="785768"/>
                  <a:pt x="3418428" y="784149"/>
                  <a:pt x="3417380" y="782054"/>
                </a:cubicBezTo>
                <a:cubicBezTo>
                  <a:pt x="3427857" y="767861"/>
                  <a:pt x="3439382" y="755288"/>
                  <a:pt x="3450908" y="742239"/>
                </a:cubicBezTo>
                <a:cubicBezTo>
                  <a:pt x="3450908" y="742239"/>
                  <a:pt x="3453003" y="741191"/>
                  <a:pt x="3454622" y="739667"/>
                </a:cubicBezTo>
                <a:lnTo>
                  <a:pt x="3457766" y="737572"/>
                </a:lnTo>
                <a:cubicBezTo>
                  <a:pt x="3465100" y="728142"/>
                  <a:pt x="3475101" y="720808"/>
                  <a:pt x="3482340" y="711378"/>
                </a:cubicBezTo>
                <a:cubicBezTo>
                  <a:pt x="3492818" y="704044"/>
                  <a:pt x="3500723" y="695662"/>
                  <a:pt x="3508058" y="686804"/>
                </a:cubicBezTo>
                <a:lnTo>
                  <a:pt x="3508058" y="679946"/>
                </a:lnTo>
                <a:cubicBezTo>
                  <a:pt x="3509677" y="679946"/>
                  <a:pt x="3502819" y="679374"/>
                  <a:pt x="3503390" y="678898"/>
                </a:cubicBezTo>
                <a:cubicBezTo>
                  <a:pt x="3501295" y="678326"/>
                  <a:pt x="3498723" y="678326"/>
                  <a:pt x="3496628" y="678898"/>
                </a:cubicBezTo>
                <a:cubicBezTo>
                  <a:pt x="3487770" y="678326"/>
                  <a:pt x="3478816" y="676802"/>
                  <a:pt x="3469958" y="676802"/>
                </a:cubicBezTo>
                <a:lnTo>
                  <a:pt x="3465766" y="676802"/>
                </a:lnTo>
                <a:lnTo>
                  <a:pt x="3455289" y="677850"/>
                </a:lnTo>
                <a:cubicBezTo>
                  <a:pt x="3447955" y="678422"/>
                  <a:pt x="3440621" y="678898"/>
                  <a:pt x="3439097" y="678898"/>
                </a:cubicBezTo>
                <a:cubicBezTo>
                  <a:pt x="3433286" y="678898"/>
                  <a:pt x="3426524" y="676326"/>
                  <a:pt x="3424428" y="684137"/>
                </a:cubicBezTo>
                <a:cubicBezTo>
                  <a:pt x="3401854" y="710330"/>
                  <a:pt x="3374136" y="731285"/>
                  <a:pt x="3350514" y="755955"/>
                </a:cubicBezTo>
                <a:cubicBezTo>
                  <a:pt x="3347371" y="759098"/>
                  <a:pt x="3344228" y="762242"/>
                  <a:pt x="3340037" y="763289"/>
                </a:cubicBezTo>
                <a:lnTo>
                  <a:pt x="3337941" y="758527"/>
                </a:lnTo>
                <a:cubicBezTo>
                  <a:pt x="3338989" y="742811"/>
                  <a:pt x="3337465" y="727094"/>
                  <a:pt x="3335846" y="711378"/>
                </a:cubicBezTo>
                <a:cubicBezTo>
                  <a:pt x="3334322" y="695662"/>
                  <a:pt x="3332226" y="630701"/>
                  <a:pt x="3332226" y="617081"/>
                </a:cubicBezTo>
                <a:cubicBezTo>
                  <a:pt x="3331655" y="604508"/>
                  <a:pt x="3331655" y="591935"/>
                  <a:pt x="3331655" y="580409"/>
                </a:cubicBezTo>
                <a:cubicBezTo>
                  <a:pt x="3331655" y="577266"/>
                  <a:pt x="3329083" y="575171"/>
                  <a:pt x="3325940" y="575742"/>
                </a:cubicBezTo>
                <a:cubicBezTo>
                  <a:pt x="3304985" y="578885"/>
                  <a:pt x="3284506" y="576790"/>
                  <a:pt x="3264122" y="577838"/>
                </a:cubicBezTo>
                <a:cubicBezTo>
                  <a:pt x="3256788" y="578885"/>
                  <a:pt x="3256788" y="580505"/>
                  <a:pt x="3256312" y="587267"/>
                </a:cubicBezTo>
                <a:lnTo>
                  <a:pt x="3256312" y="595173"/>
                </a:lnTo>
                <a:cubicBezTo>
                  <a:pt x="3255836" y="599840"/>
                  <a:pt x="3254693" y="662705"/>
                  <a:pt x="3255264" y="682613"/>
                </a:cubicBezTo>
                <a:cubicBezTo>
                  <a:pt x="3256883" y="765385"/>
                  <a:pt x="3262598" y="848729"/>
                  <a:pt x="3259931" y="931406"/>
                </a:cubicBezTo>
                <a:lnTo>
                  <a:pt x="3259931" y="940264"/>
                </a:lnTo>
                <a:lnTo>
                  <a:pt x="3259455" y="943407"/>
                </a:lnTo>
                <a:close/>
                <a:moveTo>
                  <a:pt x="2845308" y="943026"/>
                </a:moveTo>
                <a:cubicBezTo>
                  <a:pt x="2825401" y="941978"/>
                  <a:pt x="2804922" y="940359"/>
                  <a:pt x="2785586" y="944550"/>
                </a:cubicBezTo>
                <a:cubicBezTo>
                  <a:pt x="2786634" y="935692"/>
                  <a:pt x="2787682" y="921023"/>
                  <a:pt x="2787206" y="914165"/>
                </a:cubicBezTo>
                <a:cubicBezTo>
                  <a:pt x="2786729" y="905307"/>
                  <a:pt x="2788253" y="774338"/>
                  <a:pt x="2788253" y="769576"/>
                </a:cubicBezTo>
                <a:cubicBezTo>
                  <a:pt x="2785110" y="754907"/>
                  <a:pt x="2781491" y="701472"/>
                  <a:pt x="2785110" y="687851"/>
                </a:cubicBezTo>
                <a:lnTo>
                  <a:pt x="2790920" y="687851"/>
                </a:lnTo>
                <a:cubicBezTo>
                  <a:pt x="2793016" y="687851"/>
                  <a:pt x="2795588" y="687280"/>
                  <a:pt x="2797683" y="687280"/>
                </a:cubicBezTo>
                <a:cubicBezTo>
                  <a:pt x="2801303" y="686708"/>
                  <a:pt x="2805494" y="687280"/>
                  <a:pt x="2810256" y="686708"/>
                </a:cubicBezTo>
                <a:cubicBezTo>
                  <a:pt x="2820734" y="685184"/>
                  <a:pt x="2832259" y="683089"/>
                  <a:pt x="2842736" y="683565"/>
                </a:cubicBezTo>
                <a:cubicBezTo>
                  <a:pt x="2843308" y="692519"/>
                  <a:pt x="2841689" y="700901"/>
                  <a:pt x="2842260" y="709759"/>
                </a:cubicBezTo>
                <a:cubicBezTo>
                  <a:pt x="2843308" y="713950"/>
                  <a:pt x="2847499" y="715569"/>
                  <a:pt x="2851118" y="715569"/>
                </a:cubicBezTo>
                <a:cubicBezTo>
                  <a:pt x="2853690" y="716141"/>
                  <a:pt x="2855786" y="715569"/>
                  <a:pt x="2856929" y="715569"/>
                </a:cubicBezTo>
                <a:cubicBezTo>
                  <a:pt x="2862739" y="713950"/>
                  <a:pt x="2865787" y="709759"/>
                  <a:pt x="2867406" y="707187"/>
                </a:cubicBezTo>
                <a:lnTo>
                  <a:pt x="2870549" y="702996"/>
                </a:lnTo>
                <a:lnTo>
                  <a:pt x="2876360" y="698805"/>
                </a:lnTo>
                <a:lnTo>
                  <a:pt x="2882074" y="695662"/>
                </a:lnTo>
                <a:lnTo>
                  <a:pt x="2885218" y="693566"/>
                </a:lnTo>
                <a:cubicBezTo>
                  <a:pt x="2886266" y="692519"/>
                  <a:pt x="2889409" y="690995"/>
                  <a:pt x="2893028" y="689375"/>
                </a:cubicBezTo>
                <a:lnTo>
                  <a:pt x="2900934" y="686232"/>
                </a:lnTo>
                <a:lnTo>
                  <a:pt x="2905125" y="684613"/>
                </a:lnTo>
                <a:lnTo>
                  <a:pt x="2909792" y="682517"/>
                </a:lnTo>
                <a:cubicBezTo>
                  <a:pt x="2911412" y="681946"/>
                  <a:pt x="2912364" y="681470"/>
                  <a:pt x="2913983" y="680422"/>
                </a:cubicBezTo>
                <a:cubicBezTo>
                  <a:pt x="2944845" y="674707"/>
                  <a:pt x="2979515" y="684137"/>
                  <a:pt x="2994660" y="704520"/>
                </a:cubicBezTo>
                <a:cubicBezTo>
                  <a:pt x="2996756" y="707663"/>
                  <a:pt x="2997232" y="709283"/>
                  <a:pt x="2999328" y="712902"/>
                </a:cubicBezTo>
                <a:cubicBezTo>
                  <a:pt x="3000947" y="718141"/>
                  <a:pt x="3004566" y="722903"/>
                  <a:pt x="3010281" y="721856"/>
                </a:cubicBezTo>
                <a:cubicBezTo>
                  <a:pt x="3015520" y="720808"/>
                  <a:pt x="3024473" y="711854"/>
                  <a:pt x="3032855" y="708711"/>
                </a:cubicBezTo>
                <a:cubicBezTo>
                  <a:pt x="3036475" y="706139"/>
                  <a:pt x="3039142" y="703949"/>
                  <a:pt x="3042761" y="700805"/>
                </a:cubicBezTo>
                <a:lnTo>
                  <a:pt x="3045333" y="699758"/>
                </a:lnTo>
                <a:lnTo>
                  <a:pt x="3053239" y="696138"/>
                </a:lnTo>
                <a:lnTo>
                  <a:pt x="3064764" y="690899"/>
                </a:lnTo>
                <a:cubicBezTo>
                  <a:pt x="3081528" y="683565"/>
                  <a:pt x="3108293" y="683565"/>
                  <a:pt x="3129248" y="688804"/>
                </a:cubicBezTo>
                <a:cubicBezTo>
                  <a:pt x="3143917" y="698234"/>
                  <a:pt x="3155442" y="710807"/>
                  <a:pt x="3164872" y="726999"/>
                </a:cubicBezTo>
                <a:lnTo>
                  <a:pt x="3166491" y="730714"/>
                </a:lnTo>
                <a:cubicBezTo>
                  <a:pt x="3167539" y="732333"/>
                  <a:pt x="3168587" y="735476"/>
                  <a:pt x="3170111" y="737572"/>
                </a:cubicBezTo>
                <a:cubicBezTo>
                  <a:pt x="3171730" y="747002"/>
                  <a:pt x="3174302" y="756908"/>
                  <a:pt x="3175349" y="766337"/>
                </a:cubicBezTo>
                <a:lnTo>
                  <a:pt x="3175349" y="770052"/>
                </a:lnTo>
                <a:cubicBezTo>
                  <a:pt x="3175349" y="772148"/>
                  <a:pt x="3174873" y="774243"/>
                  <a:pt x="3175349" y="776910"/>
                </a:cubicBezTo>
                <a:cubicBezTo>
                  <a:pt x="3175826" y="778529"/>
                  <a:pt x="3176397" y="780053"/>
                  <a:pt x="3176969" y="783768"/>
                </a:cubicBezTo>
                <a:cubicBezTo>
                  <a:pt x="3178016" y="788531"/>
                  <a:pt x="3178016" y="793769"/>
                  <a:pt x="3178493" y="798437"/>
                </a:cubicBezTo>
                <a:cubicBezTo>
                  <a:pt x="3178493" y="803675"/>
                  <a:pt x="3178969" y="809390"/>
                  <a:pt x="3179540" y="814629"/>
                </a:cubicBezTo>
                <a:cubicBezTo>
                  <a:pt x="3180016" y="821963"/>
                  <a:pt x="3179540" y="830822"/>
                  <a:pt x="3180588" y="837680"/>
                </a:cubicBezTo>
                <a:cubicBezTo>
                  <a:pt x="3181064" y="844538"/>
                  <a:pt x="3180112" y="876446"/>
                  <a:pt x="3180588" y="882257"/>
                </a:cubicBezTo>
                <a:cubicBezTo>
                  <a:pt x="3180588" y="891210"/>
                  <a:pt x="3181636" y="900545"/>
                  <a:pt x="3181636" y="908450"/>
                </a:cubicBezTo>
                <a:cubicBezTo>
                  <a:pt x="3181636" y="909974"/>
                  <a:pt x="3182684" y="931501"/>
                  <a:pt x="3182684" y="933596"/>
                </a:cubicBezTo>
                <a:lnTo>
                  <a:pt x="3183731" y="940931"/>
                </a:lnTo>
                <a:lnTo>
                  <a:pt x="3180588" y="940359"/>
                </a:lnTo>
                <a:cubicBezTo>
                  <a:pt x="3178969" y="940359"/>
                  <a:pt x="3126105" y="940931"/>
                  <a:pt x="3122962" y="941407"/>
                </a:cubicBezTo>
                <a:lnTo>
                  <a:pt x="3119819" y="941407"/>
                </a:lnTo>
                <a:cubicBezTo>
                  <a:pt x="3119819" y="940931"/>
                  <a:pt x="3120390" y="939883"/>
                  <a:pt x="3120390" y="937216"/>
                </a:cubicBezTo>
                <a:cubicBezTo>
                  <a:pt x="3121438" y="908927"/>
                  <a:pt x="3121438" y="881209"/>
                  <a:pt x="3120866" y="857587"/>
                </a:cubicBezTo>
                <a:cubicBezTo>
                  <a:pt x="3125057" y="838727"/>
                  <a:pt x="3118295" y="753860"/>
                  <a:pt x="3094673" y="738143"/>
                </a:cubicBezTo>
                <a:cubicBezTo>
                  <a:pt x="3082099" y="726618"/>
                  <a:pt x="3065907" y="730238"/>
                  <a:pt x="3052191" y="736048"/>
                </a:cubicBezTo>
                <a:cubicBezTo>
                  <a:pt x="3017139" y="751193"/>
                  <a:pt x="3016568" y="773767"/>
                  <a:pt x="3008186" y="807295"/>
                </a:cubicBezTo>
                <a:cubicBezTo>
                  <a:pt x="3007138" y="811010"/>
                  <a:pt x="3007138" y="915213"/>
                  <a:pt x="3007709" y="918356"/>
                </a:cubicBezTo>
                <a:lnTo>
                  <a:pt x="3007709" y="923024"/>
                </a:lnTo>
                <a:cubicBezTo>
                  <a:pt x="3008186" y="930358"/>
                  <a:pt x="3009329" y="938264"/>
                  <a:pt x="3009805" y="945598"/>
                </a:cubicBezTo>
                <a:lnTo>
                  <a:pt x="3006662" y="947693"/>
                </a:lnTo>
                <a:lnTo>
                  <a:pt x="3003995" y="947693"/>
                </a:lnTo>
                <a:lnTo>
                  <a:pt x="2998280" y="947217"/>
                </a:lnTo>
                <a:cubicBezTo>
                  <a:pt x="2985135" y="947217"/>
                  <a:pt x="2972562" y="947693"/>
                  <a:pt x="2959513" y="947693"/>
                </a:cubicBezTo>
                <a:lnTo>
                  <a:pt x="2954274" y="948170"/>
                </a:lnTo>
                <a:cubicBezTo>
                  <a:pt x="2953226" y="940835"/>
                  <a:pt x="2952655" y="933501"/>
                  <a:pt x="2952655" y="926738"/>
                </a:cubicBezTo>
                <a:cubicBezTo>
                  <a:pt x="2952655" y="925691"/>
                  <a:pt x="2953131" y="924643"/>
                  <a:pt x="2953131" y="923024"/>
                </a:cubicBezTo>
                <a:cubicBezTo>
                  <a:pt x="2952655" y="917213"/>
                  <a:pt x="2953607" y="884257"/>
                  <a:pt x="2954750" y="851300"/>
                </a:cubicBezTo>
                <a:cubicBezTo>
                  <a:pt x="2955798" y="818820"/>
                  <a:pt x="2956274" y="785768"/>
                  <a:pt x="2955798" y="781673"/>
                </a:cubicBezTo>
                <a:cubicBezTo>
                  <a:pt x="2954750" y="775386"/>
                  <a:pt x="2954274" y="769576"/>
                  <a:pt x="2953703" y="764909"/>
                </a:cubicBezTo>
                <a:cubicBezTo>
                  <a:pt x="2950559" y="756050"/>
                  <a:pt x="2947988" y="751764"/>
                  <a:pt x="2943225" y="745001"/>
                </a:cubicBezTo>
                <a:cubicBezTo>
                  <a:pt x="2931700" y="731381"/>
                  <a:pt x="2909697" y="731381"/>
                  <a:pt x="2897124" y="732428"/>
                </a:cubicBezTo>
                <a:cubicBezTo>
                  <a:pt x="2875121" y="733476"/>
                  <a:pt x="2864168" y="747097"/>
                  <a:pt x="2852071" y="763861"/>
                </a:cubicBezTo>
                <a:cubicBezTo>
                  <a:pt x="2846261" y="777005"/>
                  <a:pt x="2844737" y="792150"/>
                  <a:pt x="2844165" y="806247"/>
                </a:cubicBezTo>
                <a:cubicBezTo>
                  <a:pt x="2844165" y="820439"/>
                  <a:pt x="2843689" y="908355"/>
                  <a:pt x="2844165" y="918833"/>
                </a:cubicBezTo>
                <a:cubicBezTo>
                  <a:pt x="2844641" y="925691"/>
                  <a:pt x="2844641" y="934549"/>
                  <a:pt x="2845213" y="942931"/>
                </a:cubicBezTo>
                <a:moveTo>
                  <a:pt x="3011234" y="956552"/>
                </a:moveTo>
                <a:cubicBezTo>
                  <a:pt x="3014853" y="958076"/>
                  <a:pt x="3020663" y="958647"/>
                  <a:pt x="3020092" y="952361"/>
                </a:cubicBezTo>
                <a:cubicBezTo>
                  <a:pt x="3020092" y="942931"/>
                  <a:pt x="3017996" y="932453"/>
                  <a:pt x="3017520" y="922452"/>
                </a:cubicBezTo>
                <a:lnTo>
                  <a:pt x="3017520" y="918737"/>
                </a:lnTo>
                <a:cubicBezTo>
                  <a:pt x="3017520" y="917213"/>
                  <a:pt x="3017520" y="916166"/>
                  <a:pt x="3016949" y="914070"/>
                </a:cubicBezTo>
                <a:cubicBezTo>
                  <a:pt x="3016949" y="914070"/>
                  <a:pt x="3016949" y="811962"/>
                  <a:pt x="3017996" y="809295"/>
                </a:cubicBezTo>
                <a:cubicBezTo>
                  <a:pt x="3022664" y="790436"/>
                  <a:pt x="3026378" y="759003"/>
                  <a:pt x="3046762" y="749573"/>
                </a:cubicBezTo>
                <a:cubicBezTo>
                  <a:pt x="3058287" y="743763"/>
                  <a:pt x="3075051" y="734905"/>
                  <a:pt x="3087053" y="744811"/>
                </a:cubicBezTo>
                <a:lnTo>
                  <a:pt x="3090767" y="748526"/>
                </a:lnTo>
                <a:cubicBezTo>
                  <a:pt x="3106007" y="756336"/>
                  <a:pt x="3115342" y="837584"/>
                  <a:pt x="3110674" y="856920"/>
                </a:cubicBezTo>
                <a:cubicBezTo>
                  <a:pt x="3111246" y="879971"/>
                  <a:pt x="3111246" y="907784"/>
                  <a:pt x="3110198" y="933406"/>
                </a:cubicBezTo>
                <a:cubicBezTo>
                  <a:pt x="3110198" y="935025"/>
                  <a:pt x="3109722" y="936549"/>
                  <a:pt x="3109722" y="939216"/>
                </a:cubicBezTo>
                <a:cubicBezTo>
                  <a:pt x="3109722" y="939788"/>
                  <a:pt x="3109246" y="941312"/>
                  <a:pt x="3107627" y="943407"/>
                </a:cubicBezTo>
                <a:cubicBezTo>
                  <a:pt x="3101340" y="953408"/>
                  <a:pt x="3120199" y="951218"/>
                  <a:pt x="3123819" y="951218"/>
                </a:cubicBezTo>
                <a:cubicBezTo>
                  <a:pt x="3126962" y="950741"/>
                  <a:pt x="3177826" y="950170"/>
                  <a:pt x="3179350" y="950170"/>
                </a:cubicBezTo>
                <a:cubicBezTo>
                  <a:pt x="3184589" y="950741"/>
                  <a:pt x="3190304" y="954361"/>
                  <a:pt x="3193447" y="947027"/>
                </a:cubicBezTo>
                <a:cubicBezTo>
                  <a:pt x="3193923" y="945979"/>
                  <a:pt x="3193923" y="944360"/>
                  <a:pt x="3193923" y="942836"/>
                </a:cubicBezTo>
                <a:lnTo>
                  <a:pt x="3193447" y="937597"/>
                </a:lnTo>
                <a:lnTo>
                  <a:pt x="3192399" y="932358"/>
                </a:lnTo>
                <a:cubicBezTo>
                  <a:pt x="3192399" y="930263"/>
                  <a:pt x="3191351" y="909784"/>
                  <a:pt x="3191351" y="908260"/>
                </a:cubicBezTo>
                <a:cubicBezTo>
                  <a:pt x="3191351" y="900449"/>
                  <a:pt x="3190304" y="890448"/>
                  <a:pt x="3190304" y="881590"/>
                </a:cubicBezTo>
                <a:cubicBezTo>
                  <a:pt x="3189828" y="875875"/>
                  <a:pt x="3190780" y="842347"/>
                  <a:pt x="3190304" y="836060"/>
                </a:cubicBezTo>
                <a:cubicBezTo>
                  <a:pt x="3189256" y="829774"/>
                  <a:pt x="3189828" y="820820"/>
                  <a:pt x="3189256" y="814058"/>
                </a:cubicBezTo>
                <a:cubicBezTo>
                  <a:pt x="3188780" y="808343"/>
                  <a:pt x="3188208" y="802532"/>
                  <a:pt x="3188208" y="797294"/>
                </a:cubicBezTo>
                <a:cubicBezTo>
                  <a:pt x="3187732" y="792055"/>
                  <a:pt x="3187732" y="786816"/>
                  <a:pt x="3186589" y="781577"/>
                </a:cubicBezTo>
                <a:lnTo>
                  <a:pt x="3186113" y="778434"/>
                </a:lnTo>
                <a:cubicBezTo>
                  <a:pt x="3185636" y="777386"/>
                  <a:pt x="3185636" y="776339"/>
                  <a:pt x="3185065" y="774719"/>
                </a:cubicBezTo>
                <a:lnTo>
                  <a:pt x="3185065" y="765861"/>
                </a:lnTo>
                <a:cubicBezTo>
                  <a:pt x="3184017" y="755384"/>
                  <a:pt x="3181445" y="744906"/>
                  <a:pt x="3179826" y="734429"/>
                </a:cubicBezTo>
                <a:cubicBezTo>
                  <a:pt x="3179350" y="732333"/>
                  <a:pt x="3176111" y="728714"/>
                  <a:pt x="3175635" y="726618"/>
                </a:cubicBezTo>
                <a:lnTo>
                  <a:pt x="3173063" y="720808"/>
                </a:lnTo>
                <a:cubicBezTo>
                  <a:pt x="3163062" y="704044"/>
                  <a:pt x="3150584" y="690423"/>
                  <a:pt x="3132201" y="678898"/>
                </a:cubicBezTo>
                <a:cubicBezTo>
                  <a:pt x="3110198" y="673659"/>
                  <a:pt x="3080290" y="673183"/>
                  <a:pt x="3060383" y="681470"/>
                </a:cubicBezTo>
                <a:lnTo>
                  <a:pt x="3048857" y="686708"/>
                </a:lnTo>
                <a:lnTo>
                  <a:pt x="3040475" y="690899"/>
                </a:lnTo>
                <a:lnTo>
                  <a:pt x="3037332" y="692519"/>
                </a:lnTo>
                <a:cubicBezTo>
                  <a:pt x="3033617" y="694043"/>
                  <a:pt x="3031046" y="697757"/>
                  <a:pt x="3027331" y="699853"/>
                </a:cubicBezTo>
                <a:cubicBezTo>
                  <a:pt x="3020568" y="702996"/>
                  <a:pt x="3014186" y="706711"/>
                  <a:pt x="3007900" y="708806"/>
                </a:cubicBezTo>
                <a:lnTo>
                  <a:pt x="3006852" y="706235"/>
                </a:lnTo>
                <a:cubicBezTo>
                  <a:pt x="3005804" y="704615"/>
                  <a:pt x="3005233" y="702520"/>
                  <a:pt x="3002661" y="698329"/>
                </a:cubicBezTo>
                <a:cubicBezTo>
                  <a:pt x="2984278" y="673659"/>
                  <a:pt x="2943987" y="664229"/>
                  <a:pt x="2908840" y="671564"/>
                </a:cubicBezTo>
                <a:cubicBezTo>
                  <a:pt x="2907792" y="672135"/>
                  <a:pt x="2906745" y="672611"/>
                  <a:pt x="2905697" y="673183"/>
                </a:cubicBezTo>
                <a:lnTo>
                  <a:pt x="2900458" y="675278"/>
                </a:lnTo>
                <a:lnTo>
                  <a:pt x="2896267" y="677374"/>
                </a:lnTo>
                <a:lnTo>
                  <a:pt x="2888933" y="680517"/>
                </a:lnTo>
                <a:cubicBezTo>
                  <a:pt x="2885218" y="681565"/>
                  <a:pt x="2880074" y="684232"/>
                  <a:pt x="2875788" y="686804"/>
                </a:cubicBezTo>
                <a:lnTo>
                  <a:pt x="2869978" y="690518"/>
                </a:lnTo>
                <a:cubicBezTo>
                  <a:pt x="2867882" y="692138"/>
                  <a:pt x="2865787" y="693662"/>
                  <a:pt x="2864168" y="694709"/>
                </a:cubicBezTo>
                <a:lnTo>
                  <a:pt x="2861596" y="696805"/>
                </a:lnTo>
                <a:cubicBezTo>
                  <a:pt x="2861120" y="697376"/>
                  <a:pt x="2860072" y="698424"/>
                  <a:pt x="2859500" y="699472"/>
                </a:cubicBezTo>
                <a:lnTo>
                  <a:pt x="2857976" y="702615"/>
                </a:lnTo>
                <a:cubicBezTo>
                  <a:pt x="2856929" y="704139"/>
                  <a:pt x="2855881" y="705187"/>
                  <a:pt x="2854262" y="705758"/>
                </a:cubicBezTo>
                <a:lnTo>
                  <a:pt x="2851690" y="705758"/>
                </a:lnTo>
                <a:cubicBezTo>
                  <a:pt x="2851690" y="696805"/>
                  <a:pt x="2853785" y="687375"/>
                  <a:pt x="2851690" y="678517"/>
                </a:cubicBezTo>
                <a:cubicBezTo>
                  <a:pt x="2849595" y="669087"/>
                  <a:pt x="2812923" y="676421"/>
                  <a:pt x="2808732" y="676993"/>
                </a:cubicBezTo>
                <a:cubicBezTo>
                  <a:pt x="2804065" y="677469"/>
                  <a:pt x="2799303" y="676993"/>
                  <a:pt x="2795588" y="677469"/>
                </a:cubicBezTo>
                <a:lnTo>
                  <a:pt x="2784634" y="677469"/>
                </a:lnTo>
                <a:cubicBezTo>
                  <a:pt x="2781491" y="678041"/>
                  <a:pt x="2775776" y="678041"/>
                  <a:pt x="2774156" y="681660"/>
                </a:cubicBezTo>
                <a:cubicBezTo>
                  <a:pt x="2769965" y="692138"/>
                  <a:pt x="2774633" y="755003"/>
                  <a:pt x="2777871" y="771290"/>
                </a:cubicBezTo>
                <a:cubicBezTo>
                  <a:pt x="2777871" y="780720"/>
                  <a:pt x="2775776" y="905879"/>
                  <a:pt x="2776823" y="914832"/>
                </a:cubicBezTo>
                <a:cubicBezTo>
                  <a:pt x="2777395" y="923690"/>
                  <a:pt x="2775299" y="944645"/>
                  <a:pt x="2774252" y="947789"/>
                </a:cubicBezTo>
                <a:cubicBezTo>
                  <a:pt x="2771680" y="955694"/>
                  <a:pt x="2781586" y="954551"/>
                  <a:pt x="2786348" y="954551"/>
                </a:cubicBezTo>
                <a:cubicBezTo>
                  <a:pt x="2806256" y="950360"/>
                  <a:pt x="2829878" y="951980"/>
                  <a:pt x="2849690" y="953504"/>
                </a:cubicBezTo>
                <a:cubicBezTo>
                  <a:pt x="2855405" y="954075"/>
                  <a:pt x="2855976" y="948265"/>
                  <a:pt x="2855405" y="944645"/>
                </a:cubicBezTo>
                <a:cubicBezTo>
                  <a:pt x="2854357" y="935787"/>
                  <a:pt x="2854357" y="925786"/>
                  <a:pt x="2853881" y="918452"/>
                </a:cubicBezTo>
                <a:cubicBezTo>
                  <a:pt x="2853309" y="907974"/>
                  <a:pt x="2853881" y="820535"/>
                  <a:pt x="2854357" y="806342"/>
                </a:cubicBezTo>
                <a:cubicBezTo>
                  <a:pt x="2854357" y="792722"/>
                  <a:pt x="2855976" y="779101"/>
                  <a:pt x="2860643" y="768147"/>
                </a:cubicBezTo>
                <a:cubicBezTo>
                  <a:pt x="2870549" y="755003"/>
                  <a:pt x="2878931" y="743477"/>
                  <a:pt x="2897315" y="742525"/>
                </a:cubicBezTo>
                <a:cubicBezTo>
                  <a:pt x="2910459" y="741477"/>
                  <a:pt x="2927128" y="742525"/>
                  <a:pt x="2935510" y="751383"/>
                </a:cubicBezTo>
                <a:cubicBezTo>
                  <a:pt x="2939224" y="757098"/>
                  <a:pt x="2940749" y="760813"/>
                  <a:pt x="2943892" y="767576"/>
                </a:cubicBezTo>
                <a:cubicBezTo>
                  <a:pt x="2943892" y="771290"/>
                  <a:pt x="2944368" y="776434"/>
                  <a:pt x="2945511" y="783292"/>
                </a:cubicBezTo>
                <a:cubicBezTo>
                  <a:pt x="2945987" y="785864"/>
                  <a:pt x="2944940" y="817868"/>
                  <a:pt x="2944463" y="850919"/>
                </a:cubicBezTo>
                <a:cubicBezTo>
                  <a:pt x="2943416" y="884447"/>
                  <a:pt x="2942368" y="917975"/>
                  <a:pt x="2942368" y="923690"/>
                </a:cubicBezTo>
                <a:cubicBezTo>
                  <a:pt x="2940272" y="926834"/>
                  <a:pt x="2943987" y="949408"/>
                  <a:pt x="2943987" y="953027"/>
                </a:cubicBezTo>
                <a:cubicBezTo>
                  <a:pt x="2944463" y="958266"/>
                  <a:pt x="2950750" y="958266"/>
                  <a:pt x="2953988" y="958266"/>
                </a:cubicBezTo>
                <a:lnTo>
                  <a:pt x="2959703" y="957790"/>
                </a:lnTo>
                <a:cubicBezTo>
                  <a:pt x="2972276" y="957790"/>
                  <a:pt x="2984849" y="957218"/>
                  <a:pt x="2997422" y="957218"/>
                </a:cubicBezTo>
                <a:lnTo>
                  <a:pt x="3004280" y="957790"/>
                </a:lnTo>
                <a:lnTo>
                  <a:pt x="3007424" y="957790"/>
                </a:lnTo>
                <a:cubicBezTo>
                  <a:pt x="3007900" y="957790"/>
                  <a:pt x="3009043" y="957790"/>
                  <a:pt x="3011138" y="956742"/>
                </a:cubicBezTo>
                <a:moveTo>
                  <a:pt x="2553272" y="843109"/>
                </a:moveTo>
                <a:cubicBezTo>
                  <a:pt x="2551653" y="843680"/>
                  <a:pt x="2549557" y="844157"/>
                  <a:pt x="2548033" y="845204"/>
                </a:cubicBezTo>
                <a:cubicBezTo>
                  <a:pt x="2545937" y="846252"/>
                  <a:pt x="2544890" y="847300"/>
                  <a:pt x="2541746" y="849395"/>
                </a:cubicBezTo>
                <a:lnTo>
                  <a:pt x="2537079" y="852062"/>
                </a:lnTo>
                <a:cubicBezTo>
                  <a:pt x="2524982" y="863016"/>
                  <a:pt x="2524982" y="881876"/>
                  <a:pt x="2530793" y="896544"/>
                </a:cubicBezTo>
                <a:lnTo>
                  <a:pt x="2532888" y="899211"/>
                </a:lnTo>
                <a:cubicBezTo>
                  <a:pt x="2545461" y="915975"/>
                  <a:pt x="2563273" y="919595"/>
                  <a:pt x="2580037" y="921214"/>
                </a:cubicBezTo>
                <a:cubicBezTo>
                  <a:pt x="2588895" y="922262"/>
                  <a:pt x="2601563" y="914927"/>
                  <a:pt x="2609374" y="910736"/>
                </a:cubicBezTo>
                <a:cubicBezTo>
                  <a:pt x="2614041" y="908069"/>
                  <a:pt x="2618804" y="906545"/>
                  <a:pt x="2622518" y="902831"/>
                </a:cubicBezTo>
                <a:cubicBezTo>
                  <a:pt x="2632996" y="893401"/>
                  <a:pt x="2636615" y="877208"/>
                  <a:pt x="2639282" y="864064"/>
                </a:cubicBezTo>
                <a:cubicBezTo>
                  <a:pt x="2642426" y="853586"/>
                  <a:pt x="2640902" y="842061"/>
                  <a:pt x="2639854" y="831584"/>
                </a:cubicBezTo>
                <a:cubicBezTo>
                  <a:pt x="2639282" y="827869"/>
                  <a:pt x="2637758" y="821582"/>
                  <a:pt x="2632996" y="821582"/>
                </a:cubicBezTo>
                <a:lnTo>
                  <a:pt x="2630424" y="822154"/>
                </a:lnTo>
                <a:lnTo>
                  <a:pt x="2626805" y="822630"/>
                </a:lnTo>
                <a:lnTo>
                  <a:pt x="2614708" y="825297"/>
                </a:lnTo>
                <a:cubicBezTo>
                  <a:pt x="2605849" y="827393"/>
                  <a:pt x="2595848" y="829488"/>
                  <a:pt x="2592229" y="830536"/>
                </a:cubicBezTo>
                <a:lnTo>
                  <a:pt x="2578037" y="834155"/>
                </a:lnTo>
                <a:lnTo>
                  <a:pt x="2568131" y="837299"/>
                </a:lnTo>
                <a:lnTo>
                  <a:pt x="2564416" y="838346"/>
                </a:lnTo>
                <a:cubicBezTo>
                  <a:pt x="2561844" y="839394"/>
                  <a:pt x="2560225" y="840918"/>
                  <a:pt x="2557653" y="842061"/>
                </a:cubicBezTo>
                <a:lnTo>
                  <a:pt x="2553462" y="843109"/>
                </a:lnTo>
                <a:close/>
                <a:moveTo>
                  <a:pt x="2629757" y="832631"/>
                </a:moveTo>
                <a:cubicBezTo>
                  <a:pt x="2630805" y="842061"/>
                  <a:pt x="2632329" y="852062"/>
                  <a:pt x="2629757" y="861968"/>
                </a:cubicBezTo>
                <a:cubicBezTo>
                  <a:pt x="2627186" y="872446"/>
                  <a:pt x="2623947" y="887591"/>
                  <a:pt x="2615660" y="895496"/>
                </a:cubicBezTo>
                <a:cubicBezTo>
                  <a:pt x="2612517" y="898640"/>
                  <a:pt x="2608326" y="899687"/>
                  <a:pt x="2604611" y="901783"/>
                </a:cubicBezTo>
                <a:cubicBezTo>
                  <a:pt x="2598325" y="904926"/>
                  <a:pt x="2592610" y="908546"/>
                  <a:pt x="2585752" y="910641"/>
                </a:cubicBezTo>
                <a:cubicBezTo>
                  <a:pt x="2571560" y="914832"/>
                  <a:pt x="2549081" y="904355"/>
                  <a:pt x="2539079" y="890734"/>
                </a:cubicBezTo>
                <a:cubicBezTo>
                  <a:pt x="2534888" y="879780"/>
                  <a:pt x="2536984" y="865588"/>
                  <a:pt x="2544318" y="859301"/>
                </a:cubicBezTo>
                <a:lnTo>
                  <a:pt x="2546890" y="857777"/>
                </a:lnTo>
                <a:lnTo>
                  <a:pt x="2550033" y="856253"/>
                </a:lnTo>
                <a:lnTo>
                  <a:pt x="2552129" y="854158"/>
                </a:lnTo>
                <a:cubicBezTo>
                  <a:pt x="2553176" y="853682"/>
                  <a:pt x="2554796" y="853110"/>
                  <a:pt x="2555843" y="852634"/>
                </a:cubicBezTo>
                <a:lnTo>
                  <a:pt x="2560034" y="851586"/>
                </a:lnTo>
                <a:cubicBezTo>
                  <a:pt x="2562606" y="850538"/>
                  <a:pt x="2565845" y="850062"/>
                  <a:pt x="2567940" y="847871"/>
                </a:cubicBezTo>
                <a:lnTo>
                  <a:pt x="2571083" y="846824"/>
                </a:lnTo>
                <a:lnTo>
                  <a:pt x="2580513" y="844157"/>
                </a:lnTo>
                <a:lnTo>
                  <a:pt x="2594705" y="839966"/>
                </a:lnTo>
                <a:cubicBezTo>
                  <a:pt x="2598420" y="838918"/>
                  <a:pt x="2608326" y="836822"/>
                  <a:pt x="2616708" y="835298"/>
                </a:cubicBezTo>
                <a:lnTo>
                  <a:pt x="2629853" y="832631"/>
                </a:lnTo>
                <a:close/>
                <a:moveTo>
                  <a:pt x="2473071" y="757765"/>
                </a:moveTo>
                <a:cubicBezTo>
                  <a:pt x="2474690" y="752526"/>
                  <a:pt x="2476214" y="747287"/>
                  <a:pt x="2477262" y="741572"/>
                </a:cubicBezTo>
                <a:cubicBezTo>
                  <a:pt x="2487740" y="724808"/>
                  <a:pt x="2500313" y="710140"/>
                  <a:pt x="2516029" y="699662"/>
                </a:cubicBezTo>
                <a:cubicBezTo>
                  <a:pt x="2518124" y="696995"/>
                  <a:pt x="2520220" y="695948"/>
                  <a:pt x="2522791" y="693852"/>
                </a:cubicBezTo>
                <a:lnTo>
                  <a:pt x="2528030" y="691280"/>
                </a:lnTo>
                <a:cubicBezTo>
                  <a:pt x="2529649" y="690709"/>
                  <a:pt x="2531174" y="689756"/>
                  <a:pt x="2532793" y="688709"/>
                </a:cubicBezTo>
                <a:cubicBezTo>
                  <a:pt x="2540127" y="686613"/>
                  <a:pt x="2547461" y="683470"/>
                  <a:pt x="2554796" y="681851"/>
                </a:cubicBezTo>
                <a:lnTo>
                  <a:pt x="2572607" y="679279"/>
                </a:lnTo>
                <a:lnTo>
                  <a:pt x="2575179" y="678231"/>
                </a:lnTo>
                <a:lnTo>
                  <a:pt x="2577751" y="677183"/>
                </a:lnTo>
                <a:cubicBezTo>
                  <a:pt x="2586133" y="676136"/>
                  <a:pt x="2595563" y="676136"/>
                  <a:pt x="2603468" y="676136"/>
                </a:cubicBezTo>
                <a:cubicBezTo>
                  <a:pt x="2609279" y="676136"/>
                  <a:pt x="2614422" y="677183"/>
                  <a:pt x="2619185" y="677660"/>
                </a:cubicBezTo>
                <a:cubicBezTo>
                  <a:pt x="2629186" y="678231"/>
                  <a:pt x="2639663" y="677660"/>
                  <a:pt x="2649570" y="680803"/>
                </a:cubicBezTo>
                <a:cubicBezTo>
                  <a:pt x="2663190" y="684518"/>
                  <a:pt x="2674715" y="694424"/>
                  <a:pt x="2685764" y="703853"/>
                </a:cubicBezTo>
                <a:cubicBezTo>
                  <a:pt x="2689384" y="708616"/>
                  <a:pt x="2694146" y="713855"/>
                  <a:pt x="2695670" y="720617"/>
                </a:cubicBezTo>
                <a:cubicBezTo>
                  <a:pt x="2699861" y="735857"/>
                  <a:pt x="2699385" y="752621"/>
                  <a:pt x="2699861" y="768338"/>
                </a:cubicBezTo>
                <a:cubicBezTo>
                  <a:pt x="2699861" y="774053"/>
                  <a:pt x="2699385" y="779863"/>
                  <a:pt x="2698814" y="785673"/>
                </a:cubicBezTo>
                <a:cubicBezTo>
                  <a:pt x="2698814" y="791388"/>
                  <a:pt x="2699861" y="852729"/>
                  <a:pt x="2699385" y="867398"/>
                </a:cubicBezTo>
                <a:cubicBezTo>
                  <a:pt x="2699385" y="869493"/>
                  <a:pt x="2700433" y="894639"/>
                  <a:pt x="2702528" y="906164"/>
                </a:cubicBezTo>
                <a:cubicBezTo>
                  <a:pt x="2705100" y="917690"/>
                  <a:pt x="2707767" y="928643"/>
                  <a:pt x="2709291" y="937597"/>
                </a:cubicBezTo>
                <a:cubicBezTo>
                  <a:pt x="2709291" y="939692"/>
                  <a:pt x="2709767" y="941312"/>
                  <a:pt x="2710910" y="944931"/>
                </a:cubicBezTo>
                <a:cubicBezTo>
                  <a:pt x="2696718" y="947598"/>
                  <a:pt x="2682621" y="952265"/>
                  <a:pt x="2667953" y="951218"/>
                </a:cubicBezTo>
                <a:lnTo>
                  <a:pt x="2658999" y="949694"/>
                </a:lnTo>
                <a:cubicBezTo>
                  <a:pt x="2655856" y="949694"/>
                  <a:pt x="2652713" y="950170"/>
                  <a:pt x="2650141" y="950170"/>
                </a:cubicBezTo>
                <a:cubicBezTo>
                  <a:pt x="2648617" y="942836"/>
                  <a:pt x="2648045" y="930263"/>
                  <a:pt x="2638139" y="930263"/>
                </a:cubicBezTo>
                <a:cubicBezTo>
                  <a:pt x="2634996" y="930263"/>
                  <a:pt x="2632329" y="932358"/>
                  <a:pt x="2630234" y="933406"/>
                </a:cubicBezTo>
                <a:lnTo>
                  <a:pt x="2627090" y="935501"/>
                </a:lnTo>
                <a:cubicBezTo>
                  <a:pt x="2626043" y="935978"/>
                  <a:pt x="2623376" y="937597"/>
                  <a:pt x="2621852" y="939121"/>
                </a:cubicBezTo>
                <a:lnTo>
                  <a:pt x="2617184" y="942264"/>
                </a:lnTo>
                <a:cubicBezTo>
                  <a:pt x="2609374" y="946455"/>
                  <a:pt x="2603087" y="949598"/>
                  <a:pt x="2595182" y="951694"/>
                </a:cubicBezTo>
                <a:cubicBezTo>
                  <a:pt x="2584228" y="954361"/>
                  <a:pt x="2574798" y="955885"/>
                  <a:pt x="2563273" y="956361"/>
                </a:cubicBezTo>
                <a:lnTo>
                  <a:pt x="2545937" y="957980"/>
                </a:lnTo>
                <a:cubicBezTo>
                  <a:pt x="2527078" y="959504"/>
                  <a:pt x="2513933" y="953218"/>
                  <a:pt x="2496693" y="946455"/>
                </a:cubicBezTo>
                <a:lnTo>
                  <a:pt x="2494121" y="944360"/>
                </a:lnTo>
                <a:lnTo>
                  <a:pt x="2488311" y="940645"/>
                </a:lnTo>
                <a:lnTo>
                  <a:pt x="2480977" y="935406"/>
                </a:lnTo>
                <a:lnTo>
                  <a:pt x="2478881" y="932263"/>
                </a:lnTo>
                <a:lnTo>
                  <a:pt x="2475738" y="927024"/>
                </a:lnTo>
                <a:cubicBezTo>
                  <a:pt x="2471547" y="920166"/>
                  <a:pt x="2473643" y="923881"/>
                  <a:pt x="2470499" y="918642"/>
                </a:cubicBezTo>
                <a:cubicBezTo>
                  <a:pt x="2466308" y="913403"/>
                  <a:pt x="2464689" y="900830"/>
                  <a:pt x="2462117" y="893972"/>
                </a:cubicBezTo>
                <a:cubicBezTo>
                  <a:pt x="2460022" y="887210"/>
                  <a:pt x="2460022" y="879875"/>
                  <a:pt x="2462117" y="870446"/>
                </a:cubicBezTo>
                <a:cubicBezTo>
                  <a:pt x="2462594" y="866255"/>
                  <a:pt x="2463165" y="862064"/>
                  <a:pt x="2464213" y="858920"/>
                </a:cubicBezTo>
                <a:lnTo>
                  <a:pt x="2465261" y="855301"/>
                </a:lnTo>
                <a:lnTo>
                  <a:pt x="2467832" y="849014"/>
                </a:lnTo>
                <a:cubicBezTo>
                  <a:pt x="2477262" y="825488"/>
                  <a:pt x="2501837" y="808724"/>
                  <a:pt x="2526506" y="805580"/>
                </a:cubicBezTo>
                <a:lnTo>
                  <a:pt x="2548985" y="803485"/>
                </a:lnTo>
                <a:cubicBezTo>
                  <a:pt x="2549462" y="803485"/>
                  <a:pt x="2551557" y="803485"/>
                  <a:pt x="2553653" y="802913"/>
                </a:cubicBezTo>
                <a:lnTo>
                  <a:pt x="2562035" y="802437"/>
                </a:lnTo>
                <a:lnTo>
                  <a:pt x="2574131" y="801866"/>
                </a:lnTo>
                <a:cubicBezTo>
                  <a:pt x="2577751" y="801866"/>
                  <a:pt x="2587276" y="800818"/>
                  <a:pt x="2596610" y="799770"/>
                </a:cubicBezTo>
                <a:cubicBezTo>
                  <a:pt x="2605469" y="798722"/>
                  <a:pt x="2631662" y="792436"/>
                  <a:pt x="2636901" y="783006"/>
                </a:cubicBezTo>
                <a:lnTo>
                  <a:pt x="2638997" y="778339"/>
                </a:lnTo>
                <a:lnTo>
                  <a:pt x="2640045" y="775196"/>
                </a:lnTo>
                <a:cubicBezTo>
                  <a:pt x="2640521" y="773576"/>
                  <a:pt x="2641092" y="771481"/>
                  <a:pt x="2640521" y="769957"/>
                </a:cubicBezTo>
                <a:cubicBezTo>
                  <a:pt x="2638425" y="755288"/>
                  <a:pt x="2639473" y="735953"/>
                  <a:pt x="2624328" y="725951"/>
                </a:cubicBezTo>
                <a:cubicBezTo>
                  <a:pt x="2616422" y="720713"/>
                  <a:pt x="2604897" y="719093"/>
                  <a:pt x="2597087" y="719093"/>
                </a:cubicBezTo>
                <a:cubicBezTo>
                  <a:pt x="2590324" y="718522"/>
                  <a:pt x="2583466" y="720141"/>
                  <a:pt x="2578227" y="721189"/>
                </a:cubicBezTo>
                <a:cubicBezTo>
                  <a:pt x="2570893" y="722808"/>
                  <a:pt x="2558320" y="726999"/>
                  <a:pt x="2552033" y="732238"/>
                </a:cubicBezTo>
                <a:cubicBezTo>
                  <a:pt x="2549938" y="734333"/>
                  <a:pt x="2547366" y="737477"/>
                  <a:pt x="2546318" y="739572"/>
                </a:cubicBezTo>
                <a:lnTo>
                  <a:pt x="2542604" y="745859"/>
                </a:lnTo>
                <a:cubicBezTo>
                  <a:pt x="2540032" y="751097"/>
                  <a:pt x="2537936" y="754717"/>
                  <a:pt x="2535841" y="759479"/>
                </a:cubicBezTo>
                <a:lnTo>
                  <a:pt x="2532698" y="759479"/>
                </a:lnTo>
                <a:cubicBezTo>
                  <a:pt x="2529554" y="759479"/>
                  <a:pt x="2526411" y="758432"/>
                  <a:pt x="2522696" y="758432"/>
                </a:cubicBezTo>
                <a:cubicBezTo>
                  <a:pt x="2518982" y="757860"/>
                  <a:pt x="2506980" y="757860"/>
                  <a:pt x="2494883" y="757384"/>
                </a:cubicBezTo>
                <a:lnTo>
                  <a:pt x="2479167" y="757384"/>
                </a:lnTo>
                <a:lnTo>
                  <a:pt x="2472881" y="757955"/>
                </a:lnTo>
                <a:close/>
                <a:moveTo>
                  <a:pt x="2627090" y="946836"/>
                </a:moveTo>
                <a:lnTo>
                  <a:pt x="2632329" y="943693"/>
                </a:lnTo>
                <a:lnTo>
                  <a:pt x="2635472" y="942169"/>
                </a:lnTo>
                <a:lnTo>
                  <a:pt x="2637568" y="940645"/>
                </a:lnTo>
                <a:cubicBezTo>
                  <a:pt x="2638616" y="943788"/>
                  <a:pt x="2639092" y="946931"/>
                  <a:pt x="2639663" y="950075"/>
                </a:cubicBezTo>
                <a:cubicBezTo>
                  <a:pt x="2642235" y="964267"/>
                  <a:pt x="2645378" y="959504"/>
                  <a:pt x="2658523" y="960076"/>
                </a:cubicBezTo>
                <a:lnTo>
                  <a:pt x="2666905" y="961600"/>
                </a:lnTo>
                <a:cubicBezTo>
                  <a:pt x="2684240" y="962171"/>
                  <a:pt x="2700433" y="956361"/>
                  <a:pt x="2717673" y="953789"/>
                </a:cubicBezTo>
                <a:cubicBezTo>
                  <a:pt x="2722912" y="953218"/>
                  <a:pt x="2721864" y="947979"/>
                  <a:pt x="2720816" y="944931"/>
                </a:cubicBezTo>
                <a:lnTo>
                  <a:pt x="2719769" y="940740"/>
                </a:lnTo>
                <a:cubicBezTo>
                  <a:pt x="2719292" y="939216"/>
                  <a:pt x="2719292" y="938073"/>
                  <a:pt x="2719292" y="936549"/>
                </a:cubicBezTo>
                <a:cubicBezTo>
                  <a:pt x="2717673" y="927691"/>
                  <a:pt x="2715101" y="915594"/>
                  <a:pt x="2712530" y="904069"/>
                </a:cubicBezTo>
                <a:cubicBezTo>
                  <a:pt x="2710434" y="893591"/>
                  <a:pt x="2709386" y="871112"/>
                  <a:pt x="2709386" y="866350"/>
                </a:cubicBezTo>
                <a:cubicBezTo>
                  <a:pt x="2709863" y="852729"/>
                  <a:pt x="2708910" y="791960"/>
                  <a:pt x="2708910" y="786149"/>
                </a:cubicBezTo>
                <a:cubicBezTo>
                  <a:pt x="2709386" y="780434"/>
                  <a:pt x="2709958" y="774148"/>
                  <a:pt x="2709958" y="768338"/>
                </a:cubicBezTo>
                <a:cubicBezTo>
                  <a:pt x="2709482" y="751574"/>
                  <a:pt x="2709958" y="733762"/>
                  <a:pt x="2705767" y="718046"/>
                </a:cubicBezTo>
                <a:cubicBezTo>
                  <a:pt x="2703671" y="709664"/>
                  <a:pt x="2698433" y="703377"/>
                  <a:pt x="2692622" y="696614"/>
                </a:cubicBezTo>
                <a:cubicBezTo>
                  <a:pt x="2680526" y="686137"/>
                  <a:pt x="2668048" y="675659"/>
                  <a:pt x="2652236" y="670897"/>
                </a:cubicBezTo>
                <a:cubicBezTo>
                  <a:pt x="2641759" y="667754"/>
                  <a:pt x="2630710" y="668325"/>
                  <a:pt x="2620328" y="667754"/>
                </a:cubicBezTo>
                <a:cubicBezTo>
                  <a:pt x="2615089" y="667277"/>
                  <a:pt x="2609374" y="666230"/>
                  <a:pt x="2603564" y="666230"/>
                </a:cubicBezTo>
                <a:cubicBezTo>
                  <a:pt x="2595182" y="666230"/>
                  <a:pt x="2584704" y="666230"/>
                  <a:pt x="2574227" y="667754"/>
                </a:cubicBezTo>
                <a:lnTo>
                  <a:pt x="2570036" y="669373"/>
                </a:lnTo>
                <a:lnTo>
                  <a:pt x="2552224" y="671945"/>
                </a:lnTo>
                <a:cubicBezTo>
                  <a:pt x="2544890" y="674040"/>
                  <a:pt x="2537079" y="677183"/>
                  <a:pt x="2527649" y="679850"/>
                </a:cubicBezTo>
                <a:cubicBezTo>
                  <a:pt x="2526030" y="680898"/>
                  <a:pt x="2525078" y="681946"/>
                  <a:pt x="2523458" y="682422"/>
                </a:cubicBezTo>
                <a:lnTo>
                  <a:pt x="2518220" y="685565"/>
                </a:lnTo>
                <a:cubicBezTo>
                  <a:pt x="2514505" y="687089"/>
                  <a:pt x="2511933" y="689280"/>
                  <a:pt x="2508790" y="692900"/>
                </a:cubicBezTo>
                <a:cubicBezTo>
                  <a:pt x="2492502" y="703377"/>
                  <a:pt x="2479453" y="719665"/>
                  <a:pt x="2467928" y="739001"/>
                </a:cubicBezTo>
                <a:cubicBezTo>
                  <a:pt x="2466308" y="746335"/>
                  <a:pt x="2463737" y="753669"/>
                  <a:pt x="2461641" y="760432"/>
                </a:cubicBezTo>
                <a:cubicBezTo>
                  <a:pt x="2460022" y="765194"/>
                  <a:pt x="2464213" y="766718"/>
                  <a:pt x="2467451" y="767290"/>
                </a:cubicBezTo>
                <a:lnTo>
                  <a:pt x="2470595" y="767861"/>
                </a:lnTo>
                <a:cubicBezTo>
                  <a:pt x="2474786" y="767290"/>
                  <a:pt x="2474309" y="767290"/>
                  <a:pt x="2474786" y="767861"/>
                </a:cubicBezTo>
                <a:lnTo>
                  <a:pt x="2495169" y="767861"/>
                </a:lnTo>
                <a:cubicBezTo>
                  <a:pt x="2506695" y="767861"/>
                  <a:pt x="2518791" y="768433"/>
                  <a:pt x="2522411" y="768433"/>
                </a:cubicBezTo>
                <a:cubicBezTo>
                  <a:pt x="2546985" y="770528"/>
                  <a:pt x="2539174" y="772624"/>
                  <a:pt x="2551748" y="751097"/>
                </a:cubicBezTo>
                <a:lnTo>
                  <a:pt x="2555462" y="744811"/>
                </a:lnTo>
                <a:cubicBezTo>
                  <a:pt x="2556510" y="742715"/>
                  <a:pt x="2557558" y="740620"/>
                  <a:pt x="2559177" y="739572"/>
                </a:cubicBezTo>
                <a:cubicBezTo>
                  <a:pt x="2563368" y="735857"/>
                  <a:pt x="2573274" y="732714"/>
                  <a:pt x="2580608" y="730619"/>
                </a:cubicBezTo>
                <a:cubicBezTo>
                  <a:pt x="2585847" y="730142"/>
                  <a:pt x="2591562" y="729095"/>
                  <a:pt x="2597372" y="729095"/>
                </a:cubicBezTo>
                <a:cubicBezTo>
                  <a:pt x="2604707" y="729095"/>
                  <a:pt x="2614136" y="730619"/>
                  <a:pt x="2618899" y="734333"/>
                </a:cubicBezTo>
                <a:cubicBezTo>
                  <a:pt x="2630424" y="741668"/>
                  <a:pt x="2629376" y="761099"/>
                  <a:pt x="2630900" y="771576"/>
                </a:cubicBezTo>
                <a:lnTo>
                  <a:pt x="2629853" y="774719"/>
                </a:lnTo>
                <a:lnTo>
                  <a:pt x="2625662" y="779958"/>
                </a:lnTo>
                <a:cubicBezTo>
                  <a:pt x="2606802" y="790436"/>
                  <a:pt x="2594229" y="789388"/>
                  <a:pt x="2573274" y="792055"/>
                </a:cubicBezTo>
                <a:lnTo>
                  <a:pt x="2561749" y="792626"/>
                </a:lnTo>
                <a:lnTo>
                  <a:pt x="2552891" y="793103"/>
                </a:lnTo>
                <a:lnTo>
                  <a:pt x="2547652" y="793674"/>
                </a:lnTo>
                <a:lnTo>
                  <a:pt x="2525649" y="795770"/>
                </a:lnTo>
                <a:cubicBezTo>
                  <a:pt x="2497360" y="799484"/>
                  <a:pt x="2469642" y="818249"/>
                  <a:pt x="2458593" y="845014"/>
                </a:cubicBezTo>
                <a:lnTo>
                  <a:pt x="2455926" y="851872"/>
                </a:lnTo>
                <a:lnTo>
                  <a:pt x="2454402" y="856539"/>
                </a:lnTo>
                <a:cubicBezTo>
                  <a:pt x="2453354" y="859682"/>
                  <a:pt x="2452783" y="863873"/>
                  <a:pt x="2452307" y="868636"/>
                </a:cubicBezTo>
                <a:cubicBezTo>
                  <a:pt x="2449640" y="879590"/>
                  <a:pt x="2450211" y="889019"/>
                  <a:pt x="2452783" y="897401"/>
                </a:cubicBezTo>
                <a:cubicBezTo>
                  <a:pt x="2455926" y="906260"/>
                  <a:pt x="2456974" y="917785"/>
                  <a:pt x="2463260" y="925691"/>
                </a:cubicBezTo>
                <a:cubicBezTo>
                  <a:pt x="2466404" y="931501"/>
                  <a:pt x="2463260" y="925691"/>
                  <a:pt x="2466880" y="932453"/>
                </a:cubicBezTo>
                <a:lnTo>
                  <a:pt x="2470023" y="937692"/>
                </a:lnTo>
                <a:lnTo>
                  <a:pt x="2472595" y="941883"/>
                </a:lnTo>
                <a:cubicBezTo>
                  <a:pt x="2473071" y="942359"/>
                  <a:pt x="2473643" y="942931"/>
                  <a:pt x="2476786" y="945026"/>
                </a:cubicBezTo>
                <a:lnTo>
                  <a:pt x="2482596" y="949217"/>
                </a:lnTo>
                <a:lnTo>
                  <a:pt x="2488311" y="952932"/>
                </a:lnTo>
                <a:lnTo>
                  <a:pt x="2492502" y="955504"/>
                </a:lnTo>
                <a:cubicBezTo>
                  <a:pt x="2511933" y="963314"/>
                  <a:pt x="2524982" y="969601"/>
                  <a:pt x="2546985" y="968077"/>
                </a:cubicBezTo>
                <a:lnTo>
                  <a:pt x="2563749" y="966553"/>
                </a:lnTo>
                <a:cubicBezTo>
                  <a:pt x="2575751" y="966077"/>
                  <a:pt x="2586228" y="963981"/>
                  <a:pt x="2597753" y="961314"/>
                </a:cubicBezTo>
                <a:cubicBezTo>
                  <a:pt x="2606612" y="959219"/>
                  <a:pt x="2614041" y="955504"/>
                  <a:pt x="2622899" y="950837"/>
                </a:cubicBezTo>
                <a:lnTo>
                  <a:pt x="2625471" y="948170"/>
                </a:lnTo>
                <a:lnTo>
                  <a:pt x="2627090" y="947122"/>
                </a:lnTo>
                <a:close/>
                <a:moveTo>
                  <a:pt x="2225326" y="870922"/>
                </a:moveTo>
                <a:cubicBezTo>
                  <a:pt x="2226374" y="876732"/>
                  <a:pt x="2228469" y="881876"/>
                  <a:pt x="2233708" y="887686"/>
                </a:cubicBezTo>
                <a:cubicBezTo>
                  <a:pt x="2243138" y="909117"/>
                  <a:pt x="2319052" y="934835"/>
                  <a:pt x="2335340" y="898640"/>
                </a:cubicBezTo>
                <a:cubicBezTo>
                  <a:pt x="2336864" y="897116"/>
                  <a:pt x="2338483" y="895496"/>
                  <a:pt x="2340007" y="891305"/>
                </a:cubicBezTo>
                <a:cubicBezTo>
                  <a:pt x="2341055" y="890258"/>
                  <a:pt x="2342102" y="888638"/>
                  <a:pt x="2344674" y="883971"/>
                </a:cubicBezTo>
                <a:cubicBezTo>
                  <a:pt x="2347341" y="864635"/>
                  <a:pt x="2339435" y="850443"/>
                  <a:pt x="2323719" y="845204"/>
                </a:cubicBezTo>
                <a:cubicBezTo>
                  <a:pt x="2305336" y="839394"/>
                  <a:pt x="2282857" y="835775"/>
                  <a:pt x="2265617" y="828917"/>
                </a:cubicBezTo>
                <a:lnTo>
                  <a:pt x="2262950" y="828440"/>
                </a:lnTo>
                <a:cubicBezTo>
                  <a:pt x="2258759" y="825773"/>
                  <a:pt x="2254091" y="824726"/>
                  <a:pt x="2249329" y="823202"/>
                </a:cubicBezTo>
                <a:cubicBezTo>
                  <a:pt x="2230469" y="817963"/>
                  <a:pt x="2211610" y="813200"/>
                  <a:pt x="2195894" y="801199"/>
                </a:cubicBezTo>
                <a:lnTo>
                  <a:pt x="2192274" y="798056"/>
                </a:lnTo>
                <a:lnTo>
                  <a:pt x="2190179" y="794341"/>
                </a:lnTo>
                <a:lnTo>
                  <a:pt x="2188083" y="791198"/>
                </a:lnTo>
                <a:cubicBezTo>
                  <a:pt x="2187512" y="790150"/>
                  <a:pt x="2186464" y="789102"/>
                  <a:pt x="2184940" y="786435"/>
                </a:cubicBezTo>
                <a:cubicBezTo>
                  <a:pt x="2183892" y="779101"/>
                  <a:pt x="2175034" y="759670"/>
                  <a:pt x="2177606" y="753955"/>
                </a:cubicBezTo>
                <a:cubicBezTo>
                  <a:pt x="2178653" y="751383"/>
                  <a:pt x="2179701" y="748240"/>
                  <a:pt x="2179225" y="745097"/>
                </a:cubicBezTo>
                <a:lnTo>
                  <a:pt x="2180749" y="738810"/>
                </a:lnTo>
                <a:cubicBezTo>
                  <a:pt x="2181797" y="736238"/>
                  <a:pt x="2182368" y="734048"/>
                  <a:pt x="2183416" y="731952"/>
                </a:cubicBezTo>
                <a:cubicBezTo>
                  <a:pt x="2184464" y="730333"/>
                  <a:pt x="2184940" y="729380"/>
                  <a:pt x="2185511" y="728237"/>
                </a:cubicBezTo>
                <a:lnTo>
                  <a:pt x="2187131" y="725666"/>
                </a:lnTo>
                <a:lnTo>
                  <a:pt x="2191322" y="718808"/>
                </a:lnTo>
                <a:cubicBezTo>
                  <a:pt x="2193417" y="716712"/>
                  <a:pt x="2194465" y="715093"/>
                  <a:pt x="2195989" y="711950"/>
                </a:cubicBezTo>
                <a:cubicBezTo>
                  <a:pt x="2199132" y="708806"/>
                  <a:pt x="2203799" y="705092"/>
                  <a:pt x="2206466" y="702520"/>
                </a:cubicBezTo>
                <a:cubicBezTo>
                  <a:pt x="2209610" y="699853"/>
                  <a:pt x="2212181" y="698329"/>
                  <a:pt x="2215896" y="696233"/>
                </a:cubicBezTo>
                <a:cubicBezTo>
                  <a:pt x="2217992" y="694614"/>
                  <a:pt x="2219611" y="693566"/>
                  <a:pt x="2222183" y="692519"/>
                </a:cubicBezTo>
                <a:lnTo>
                  <a:pt x="2228469" y="689375"/>
                </a:lnTo>
                <a:cubicBezTo>
                  <a:pt x="2230565" y="688804"/>
                  <a:pt x="2232660" y="688328"/>
                  <a:pt x="2234184" y="687280"/>
                </a:cubicBezTo>
                <a:cubicBezTo>
                  <a:pt x="2237327" y="685184"/>
                  <a:pt x="2242566" y="683565"/>
                  <a:pt x="2250948" y="682613"/>
                </a:cubicBezTo>
                <a:cubicBezTo>
                  <a:pt x="2283428" y="676898"/>
                  <a:pt x="2308098" y="675278"/>
                  <a:pt x="2339531" y="688899"/>
                </a:cubicBezTo>
                <a:lnTo>
                  <a:pt x="2344769" y="690995"/>
                </a:lnTo>
                <a:cubicBezTo>
                  <a:pt x="2346389" y="691566"/>
                  <a:pt x="2347913" y="692042"/>
                  <a:pt x="2348960" y="692042"/>
                </a:cubicBezTo>
                <a:lnTo>
                  <a:pt x="2352104" y="693566"/>
                </a:lnTo>
                <a:lnTo>
                  <a:pt x="2358390" y="696233"/>
                </a:lnTo>
                <a:lnTo>
                  <a:pt x="2366201" y="699853"/>
                </a:lnTo>
                <a:lnTo>
                  <a:pt x="2368772" y="700901"/>
                </a:lnTo>
                <a:cubicBezTo>
                  <a:pt x="2386108" y="712902"/>
                  <a:pt x="2394490" y="732905"/>
                  <a:pt x="2399729" y="758527"/>
                </a:cubicBezTo>
                <a:cubicBezTo>
                  <a:pt x="2380869" y="755384"/>
                  <a:pt x="2367725" y="753764"/>
                  <a:pt x="2347341" y="756431"/>
                </a:cubicBezTo>
                <a:cubicBezTo>
                  <a:pt x="2343626" y="745954"/>
                  <a:pt x="2335340" y="741763"/>
                  <a:pt x="2332101" y="734429"/>
                </a:cubicBezTo>
                <a:lnTo>
                  <a:pt x="2327910" y="729761"/>
                </a:lnTo>
                <a:cubicBezTo>
                  <a:pt x="2325815" y="728142"/>
                  <a:pt x="2324291" y="726047"/>
                  <a:pt x="2321624" y="724999"/>
                </a:cubicBezTo>
                <a:lnTo>
                  <a:pt x="2318480" y="723475"/>
                </a:lnTo>
                <a:cubicBezTo>
                  <a:pt x="2316385" y="722903"/>
                  <a:pt x="2313813" y="721856"/>
                  <a:pt x="2310670" y="720808"/>
                </a:cubicBezTo>
                <a:lnTo>
                  <a:pt x="2303336" y="719284"/>
                </a:lnTo>
                <a:lnTo>
                  <a:pt x="2299145" y="718236"/>
                </a:lnTo>
                <a:lnTo>
                  <a:pt x="2289143" y="717665"/>
                </a:lnTo>
                <a:cubicBezTo>
                  <a:pt x="2286000" y="717665"/>
                  <a:pt x="2282857" y="717093"/>
                  <a:pt x="2279237" y="718236"/>
                </a:cubicBezTo>
                <a:cubicBezTo>
                  <a:pt x="2277142" y="718236"/>
                  <a:pt x="2275046" y="719284"/>
                  <a:pt x="2271903" y="720332"/>
                </a:cubicBezTo>
                <a:lnTo>
                  <a:pt x="2267712" y="721379"/>
                </a:lnTo>
                <a:cubicBezTo>
                  <a:pt x="2265617" y="721951"/>
                  <a:pt x="2262473" y="722427"/>
                  <a:pt x="2259330" y="725094"/>
                </a:cubicBezTo>
                <a:cubicBezTo>
                  <a:pt x="2253615" y="728809"/>
                  <a:pt x="2246186" y="737096"/>
                  <a:pt x="2246186" y="746049"/>
                </a:cubicBezTo>
                <a:cubicBezTo>
                  <a:pt x="2245138" y="766433"/>
                  <a:pt x="2262473" y="771671"/>
                  <a:pt x="2277618" y="780625"/>
                </a:cubicBezTo>
                <a:cubicBezTo>
                  <a:pt x="2278094" y="780625"/>
                  <a:pt x="2279142" y="781196"/>
                  <a:pt x="2281238" y="782244"/>
                </a:cubicBezTo>
                <a:lnTo>
                  <a:pt x="2288096" y="784816"/>
                </a:lnTo>
                <a:cubicBezTo>
                  <a:pt x="2292287" y="786340"/>
                  <a:pt x="2297525" y="790055"/>
                  <a:pt x="2302764" y="790055"/>
                </a:cubicBezTo>
                <a:lnTo>
                  <a:pt x="2308479" y="792150"/>
                </a:lnTo>
                <a:lnTo>
                  <a:pt x="2314289" y="794246"/>
                </a:lnTo>
                <a:cubicBezTo>
                  <a:pt x="2315813" y="794246"/>
                  <a:pt x="2317433" y="794817"/>
                  <a:pt x="2318957" y="795293"/>
                </a:cubicBezTo>
                <a:cubicBezTo>
                  <a:pt x="2347246" y="797389"/>
                  <a:pt x="2355628" y="799484"/>
                  <a:pt x="2379726" y="816725"/>
                </a:cubicBezTo>
                <a:cubicBezTo>
                  <a:pt x="2386013" y="821392"/>
                  <a:pt x="2390680" y="827202"/>
                  <a:pt x="2396490" y="834536"/>
                </a:cubicBezTo>
                <a:cubicBezTo>
                  <a:pt x="2406968" y="842347"/>
                  <a:pt x="2403824" y="872255"/>
                  <a:pt x="2402205" y="884352"/>
                </a:cubicBezTo>
                <a:cubicBezTo>
                  <a:pt x="2402205" y="886924"/>
                  <a:pt x="2402777" y="890639"/>
                  <a:pt x="2401729" y="894258"/>
                </a:cubicBezTo>
                <a:cubicBezTo>
                  <a:pt x="2399633" y="904259"/>
                  <a:pt x="2393347" y="912546"/>
                  <a:pt x="2388584" y="921976"/>
                </a:cubicBezTo>
                <a:cubicBezTo>
                  <a:pt x="2381726" y="929310"/>
                  <a:pt x="2359247" y="935597"/>
                  <a:pt x="2349818" y="939216"/>
                </a:cubicBezTo>
                <a:lnTo>
                  <a:pt x="2346198" y="940835"/>
                </a:lnTo>
                <a:cubicBezTo>
                  <a:pt x="2345150" y="941312"/>
                  <a:pt x="2342007" y="942931"/>
                  <a:pt x="2343055" y="942359"/>
                </a:cubicBezTo>
                <a:cubicBezTo>
                  <a:pt x="2340483" y="943407"/>
                  <a:pt x="2337340" y="943883"/>
                  <a:pt x="2333149" y="945503"/>
                </a:cubicBezTo>
                <a:cubicBezTo>
                  <a:pt x="2327434" y="949694"/>
                  <a:pt x="2319528" y="951789"/>
                  <a:pt x="2310575" y="952361"/>
                </a:cubicBezTo>
                <a:cubicBezTo>
                  <a:pt x="2306384" y="952361"/>
                  <a:pt x="2302764" y="953408"/>
                  <a:pt x="2298573" y="953408"/>
                </a:cubicBezTo>
                <a:cubicBezTo>
                  <a:pt x="2277047" y="950837"/>
                  <a:pt x="2256092" y="951884"/>
                  <a:pt x="2235232" y="946550"/>
                </a:cubicBezTo>
                <a:cubicBezTo>
                  <a:pt x="2221611" y="943407"/>
                  <a:pt x="2212181" y="943979"/>
                  <a:pt x="2202275" y="932930"/>
                </a:cubicBezTo>
                <a:lnTo>
                  <a:pt x="2199132" y="929310"/>
                </a:lnTo>
                <a:lnTo>
                  <a:pt x="2193893" y="923500"/>
                </a:lnTo>
                <a:cubicBezTo>
                  <a:pt x="2192369" y="918737"/>
                  <a:pt x="2189226" y="914642"/>
                  <a:pt x="2186559" y="910927"/>
                </a:cubicBezTo>
                <a:cubicBezTo>
                  <a:pt x="2183987" y="906736"/>
                  <a:pt x="2181320" y="897782"/>
                  <a:pt x="2178749" y="895782"/>
                </a:cubicBezTo>
                <a:cubicBezTo>
                  <a:pt x="2178272" y="894734"/>
                  <a:pt x="2178749" y="894734"/>
                  <a:pt x="2178272" y="892067"/>
                </a:cubicBezTo>
                <a:cubicBezTo>
                  <a:pt x="2176177" y="887400"/>
                  <a:pt x="2175129" y="883685"/>
                  <a:pt x="2174558" y="879494"/>
                </a:cubicBezTo>
                <a:lnTo>
                  <a:pt x="2174081" y="871589"/>
                </a:lnTo>
                <a:cubicBezTo>
                  <a:pt x="2185607" y="871112"/>
                  <a:pt x="2197608" y="869017"/>
                  <a:pt x="2209705" y="870065"/>
                </a:cubicBezTo>
                <a:cubicBezTo>
                  <a:pt x="2214372" y="870636"/>
                  <a:pt x="2216468" y="870636"/>
                  <a:pt x="2221706" y="870636"/>
                </a:cubicBezTo>
                <a:lnTo>
                  <a:pt x="2225326" y="870636"/>
                </a:lnTo>
                <a:close/>
                <a:moveTo>
                  <a:pt x="2301335" y="728999"/>
                </a:moveTo>
                <a:lnTo>
                  <a:pt x="2308098" y="731095"/>
                </a:lnTo>
                <a:cubicBezTo>
                  <a:pt x="2310670" y="731666"/>
                  <a:pt x="2312765" y="732714"/>
                  <a:pt x="2314861" y="733190"/>
                </a:cubicBezTo>
                <a:lnTo>
                  <a:pt x="2318004" y="734238"/>
                </a:lnTo>
                <a:lnTo>
                  <a:pt x="2320576" y="737381"/>
                </a:lnTo>
                <a:lnTo>
                  <a:pt x="2323719" y="741096"/>
                </a:lnTo>
                <a:cubicBezTo>
                  <a:pt x="2326862" y="747954"/>
                  <a:pt x="2334673" y="752145"/>
                  <a:pt x="2337340" y="759479"/>
                </a:cubicBezTo>
                <a:cubicBezTo>
                  <a:pt x="2338388" y="769481"/>
                  <a:pt x="2342579" y="767861"/>
                  <a:pt x="2349913" y="766337"/>
                </a:cubicBezTo>
                <a:cubicBezTo>
                  <a:pt x="2371439" y="764242"/>
                  <a:pt x="2383917" y="766814"/>
                  <a:pt x="2404967" y="769481"/>
                </a:cubicBezTo>
                <a:cubicBezTo>
                  <a:pt x="2409158" y="769957"/>
                  <a:pt x="2411730" y="767861"/>
                  <a:pt x="2410682" y="763670"/>
                </a:cubicBezTo>
                <a:cubicBezTo>
                  <a:pt x="2405444" y="734333"/>
                  <a:pt x="2396490" y="708140"/>
                  <a:pt x="2373535" y="692423"/>
                </a:cubicBezTo>
                <a:lnTo>
                  <a:pt x="2370868" y="690804"/>
                </a:lnTo>
                <a:lnTo>
                  <a:pt x="2362010" y="687089"/>
                </a:lnTo>
                <a:lnTo>
                  <a:pt x="2355723" y="684518"/>
                </a:lnTo>
                <a:lnTo>
                  <a:pt x="2351056" y="682994"/>
                </a:lnTo>
                <a:lnTo>
                  <a:pt x="2348484" y="681946"/>
                </a:lnTo>
                <a:lnTo>
                  <a:pt x="2343722" y="679850"/>
                </a:lnTo>
                <a:cubicBezTo>
                  <a:pt x="2319623" y="669849"/>
                  <a:pt x="2299240" y="666706"/>
                  <a:pt x="2273046" y="669373"/>
                </a:cubicBezTo>
                <a:cubicBezTo>
                  <a:pt x="2263045" y="669944"/>
                  <a:pt x="2237423" y="674040"/>
                  <a:pt x="2229041" y="679374"/>
                </a:cubicBezTo>
                <a:lnTo>
                  <a:pt x="2226469" y="679946"/>
                </a:lnTo>
                <a:lnTo>
                  <a:pt x="2223326" y="680993"/>
                </a:lnTo>
                <a:cubicBezTo>
                  <a:pt x="2219135" y="683089"/>
                  <a:pt x="2214467" y="685184"/>
                  <a:pt x="2210181" y="688328"/>
                </a:cubicBezTo>
                <a:cubicBezTo>
                  <a:pt x="2206562" y="690423"/>
                  <a:pt x="2203418" y="693090"/>
                  <a:pt x="2200275" y="695662"/>
                </a:cubicBezTo>
                <a:cubicBezTo>
                  <a:pt x="2197132" y="698234"/>
                  <a:pt x="2191893" y="702520"/>
                  <a:pt x="2188274" y="706139"/>
                </a:cubicBezTo>
                <a:lnTo>
                  <a:pt x="2186178" y="709283"/>
                </a:lnTo>
                <a:lnTo>
                  <a:pt x="2183035" y="713474"/>
                </a:lnTo>
                <a:lnTo>
                  <a:pt x="2177796" y="721856"/>
                </a:lnTo>
                <a:lnTo>
                  <a:pt x="2176748" y="723951"/>
                </a:lnTo>
                <a:cubicBezTo>
                  <a:pt x="2176748" y="724999"/>
                  <a:pt x="2176272" y="725475"/>
                  <a:pt x="2174653" y="727094"/>
                </a:cubicBezTo>
                <a:cubicBezTo>
                  <a:pt x="2173605" y="730238"/>
                  <a:pt x="2172557" y="733381"/>
                  <a:pt x="2171510" y="735953"/>
                </a:cubicBezTo>
                <a:lnTo>
                  <a:pt x="2169414" y="743763"/>
                </a:lnTo>
                <a:lnTo>
                  <a:pt x="2169414" y="746430"/>
                </a:lnTo>
                <a:cubicBezTo>
                  <a:pt x="2169414" y="747954"/>
                  <a:pt x="2168843" y="749573"/>
                  <a:pt x="2168366" y="751097"/>
                </a:cubicBezTo>
                <a:cubicBezTo>
                  <a:pt x="2163128" y="763194"/>
                  <a:pt x="2174653" y="776720"/>
                  <a:pt x="2175701" y="790340"/>
                </a:cubicBezTo>
                <a:lnTo>
                  <a:pt x="2177796" y="794055"/>
                </a:lnTo>
                <a:cubicBezTo>
                  <a:pt x="2178844" y="795103"/>
                  <a:pt x="2179415" y="796151"/>
                  <a:pt x="2179892" y="797198"/>
                </a:cubicBezTo>
                <a:lnTo>
                  <a:pt x="2182559" y="800913"/>
                </a:lnTo>
                <a:cubicBezTo>
                  <a:pt x="2182559" y="800913"/>
                  <a:pt x="2183035" y="801485"/>
                  <a:pt x="2187226" y="807200"/>
                </a:cubicBezTo>
                <a:lnTo>
                  <a:pt x="2189798" y="809295"/>
                </a:lnTo>
                <a:cubicBezTo>
                  <a:pt x="2206562" y="822344"/>
                  <a:pt x="2226469" y="827583"/>
                  <a:pt x="2246376" y="833393"/>
                </a:cubicBezTo>
                <a:cubicBezTo>
                  <a:pt x="2249996" y="834441"/>
                  <a:pt x="2254758" y="834917"/>
                  <a:pt x="2258378" y="837584"/>
                </a:cubicBezTo>
                <a:lnTo>
                  <a:pt x="2262569" y="838632"/>
                </a:lnTo>
                <a:cubicBezTo>
                  <a:pt x="2279904" y="845490"/>
                  <a:pt x="2302383" y="849110"/>
                  <a:pt x="2320195" y="855396"/>
                </a:cubicBezTo>
                <a:cubicBezTo>
                  <a:pt x="2330672" y="858539"/>
                  <a:pt x="2336959" y="866921"/>
                  <a:pt x="2334863" y="881590"/>
                </a:cubicBezTo>
                <a:cubicBezTo>
                  <a:pt x="2332768" y="884733"/>
                  <a:pt x="2331244" y="886829"/>
                  <a:pt x="2329625" y="890448"/>
                </a:cubicBezTo>
                <a:lnTo>
                  <a:pt x="2326481" y="894068"/>
                </a:lnTo>
                <a:cubicBezTo>
                  <a:pt x="2317052" y="917594"/>
                  <a:pt x="2249424" y="902926"/>
                  <a:pt x="2242090" y="882066"/>
                </a:cubicBezTo>
                <a:cubicBezTo>
                  <a:pt x="2237423" y="876827"/>
                  <a:pt x="2236375" y="873208"/>
                  <a:pt x="2235327" y="867969"/>
                </a:cubicBezTo>
                <a:cubicBezTo>
                  <a:pt x="2234279" y="859587"/>
                  <a:pt x="2227993" y="861111"/>
                  <a:pt x="2221706" y="861111"/>
                </a:cubicBezTo>
                <a:cubicBezTo>
                  <a:pt x="2216944" y="861111"/>
                  <a:pt x="2214848" y="861111"/>
                  <a:pt x="2210657" y="860540"/>
                </a:cubicBezTo>
                <a:cubicBezTo>
                  <a:pt x="2196560" y="859016"/>
                  <a:pt x="2182368" y="863207"/>
                  <a:pt x="2168271" y="862159"/>
                </a:cubicBezTo>
                <a:cubicBezTo>
                  <a:pt x="2157794" y="861587"/>
                  <a:pt x="2166652" y="890924"/>
                  <a:pt x="2168747" y="895687"/>
                </a:cubicBezTo>
                <a:cubicBezTo>
                  <a:pt x="2168747" y="898830"/>
                  <a:pt x="2170367" y="901973"/>
                  <a:pt x="2172367" y="903593"/>
                </a:cubicBezTo>
                <a:cubicBezTo>
                  <a:pt x="2173415" y="913022"/>
                  <a:pt x="2181797" y="919785"/>
                  <a:pt x="2184940" y="928739"/>
                </a:cubicBezTo>
                <a:lnTo>
                  <a:pt x="2188559" y="932930"/>
                </a:lnTo>
                <a:lnTo>
                  <a:pt x="2191226" y="936073"/>
                </a:lnTo>
                <a:lnTo>
                  <a:pt x="2194846" y="940264"/>
                </a:lnTo>
                <a:cubicBezTo>
                  <a:pt x="2206847" y="953885"/>
                  <a:pt x="2216372" y="952837"/>
                  <a:pt x="2232565" y="957028"/>
                </a:cubicBezTo>
                <a:cubicBezTo>
                  <a:pt x="2253996" y="962267"/>
                  <a:pt x="2275523" y="961219"/>
                  <a:pt x="2297525" y="963886"/>
                </a:cubicBezTo>
                <a:cubicBezTo>
                  <a:pt x="2302193" y="964457"/>
                  <a:pt x="2306384" y="962838"/>
                  <a:pt x="2311146" y="962838"/>
                </a:cubicBezTo>
                <a:cubicBezTo>
                  <a:pt x="2320576" y="962267"/>
                  <a:pt x="2330482" y="960171"/>
                  <a:pt x="2338388" y="954456"/>
                </a:cubicBezTo>
                <a:cubicBezTo>
                  <a:pt x="2342007" y="953408"/>
                  <a:pt x="2346770" y="952932"/>
                  <a:pt x="2349913" y="950741"/>
                </a:cubicBezTo>
                <a:lnTo>
                  <a:pt x="2353628" y="949217"/>
                </a:lnTo>
                <a:cubicBezTo>
                  <a:pt x="2365629" y="944550"/>
                  <a:pt x="2388203" y="938740"/>
                  <a:pt x="2397633" y="927215"/>
                </a:cubicBezTo>
                <a:cubicBezTo>
                  <a:pt x="2402872" y="916737"/>
                  <a:pt x="2409158" y="908355"/>
                  <a:pt x="2411825" y="896354"/>
                </a:cubicBezTo>
                <a:cubicBezTo>
                  <a:pt x="2412302" y="893210"/>
                  <a:pt x="2412302" y="889591"/>
                  <a:pt x="2412302" y="885876"/>
                </a:cubicBezTo>
                <a:cubicBezTo>
                  <a:pt x="2414397" y="869684"/>
                  <a:pt x="2417540" y="839299"/>
                  <a:pt x="2403443" y="827678"/>
                </a:cubicBezTo>
                <a:cubicBezTo>
                  <a:pt x="2398205" y="820344"/>
                  <a:pt x="2392490" y="814629"/>
                  <a:pt x="2385632" y="809390"/>
                </a:cubicBezTo>
                <a:cubicBezTo>
                  <a:pt x="2359914" y="790531"/>
                  <a:pt x="2350580" y="787864"/>
                  <a:pt x="2319623" y="785292"/>
                </a:cubicBezTo>
                <a:cubicBezTo>
                  <a:pt x="2317052" y="785292"/>
                  <a:pt x="2306003" y="781101"/>
                  <a:pt x="2303336" y="781101"/>
                </a:cubicBezTo>
                <a:cubicBezTo>
                  <a:pt x="2301240" y="780053"/>
                  <a:pt x="2297049" y="777958"/>
                  <a:pt x="2292382" y="776434"/>
                </a:cubicBezTo>
                <a:lnTo>
                  <a:pt x="2285048" y="773291"/>
                </a:lnTo>
                <a:cubicBezTo>
                  <a:pt x="2283428" y="772814"/>
                  <a:pt x="2281904" y="772243"/>
                  <a:pt x="2280285" y="771767"/>
                </a:cubicBezTo>
                <a:cubicBezTo>
                  <a:pt x="2270855" y="766052"/>
                  <a:pt x="2255139" y="760718"/>
                  <a:pt x="2256187" y="746621"/>
                </a:cubicBezTo>
                <a:cubicBezTo>
                  <a:pt x="2256187" y="742906"/>
                  <a:pt x="2260378" y="736619"/>
                  <a:pt x="2265045" y="733476"/>
                </a:cubicBezTo>
                <a:cubicBezTo>
                  <a:pt x="2268188" y="731381"/>
                  <a:pt x="2271332" y="731381"/>
                  <a:pt x="2275999" y="730333"/>
                </a:cubicBezTo>
                <a:lnTo>
                  <a:pt x="2278094" y="729285"/>
                </a:lnTo>
                <a:cubicBezTo>
                  <a:pt x="2279142" y="728714"/>
                  <a:pt x="2279714" y="728714"/>
                  <a:pt x="2280761" y="728714"/>
                </a:cubicBezTo>
                <a:cubicBezTo>
                  <a:pt x="2283333" y="728142"/>
                  <a:pt x="2286000" y="728142"/>
                  <a:pt x="2288572" y="728142"/>
                </a:cubicBezTo>
                <a:lnTo>
                  <a:pt x="2299526" y="728714"/>
                </a:lnTo>
                <a:lnTo>
                  <a:pt x="2301145" y="729285"/>
                </a:lnTo>
                <a:close/>
                <a:moveTo>
                  <a:pt x="1926717" y="940073"/>
                </a:moveTo>
                <a:lnTo>
                  <a:pt x="1904714" y="940550"/>
                </a:lnTo>
                <a:lnTo>
                  <a:pt x="1899476" y="940550"/>
                </a:lnTo>
                <a:lnTo>
                  <a:pt x="1900047" y="931691"/>
                </a:lnTo>
                <a:cubicBezTo>
                  <a:pt x="1904714" y="848443"/>
                  <a:pt x="1896332" y="765099"/>
                  <a:pt x="1894808" y="682327"/>
                </a:cubicBezTo>
                <a:cubicBezTo>
                  <a:pt x="1894332" y="662420"/>
                  <a:pt x="1895380" y="600126"/>
                  <a:pt x="1895856" y="595364"/>
                </a:cubicBezTo>
                <a:lnTo>
                  <a:pt x="1895856" y="587553"/>
                </a:lnTo>
                <a:lnTo>
                  <a:pt x="1901095" y="587553"/>
                </a:lnTo>
                <a:cubicBezTo>
                  <a:pt x="1917859" y="588125"/>
                  <a:pt x="1934623" y="588125"/>
                  <a:pt x="1951387" y="585934"/>
                </a:cubicBezTo>
                <a:cubicBezTo>
                  <a:pt x="1951387" y="595840"/>
                  <a:pt x="1951387" y="606413"/>
                  <a:pt x="1951863" y="616795"/>
                </a:cubicBezTo>
                <a:cubicBezTo>
                  <a:pt x="1951863" y="630416"/>
                  <a:pt x="1953959" y="696424"/>
                  <a:pt x="1955578" y="712140"/>
                </a:cubicBezTo>
                <a:cubicBezTo>
                  <a:pt x="1957102" y="727285"/>
                  <a:pt x="1958721" y="742049"/>
                  <a:pt x="1957673" y="757193"/>
                </a:cubicBezTo>
                <a:cubicBezTo>
                  <a:pt x="1957673" y="757765"/>
                  <a:pt x="1957673" y="759765"/>
                  <a:pt x="1958150" y="761384"/>
                </a:cubicBezTo>
                <a:lnTo>
                  <a:pt x="1959769" y="764528"/>
                </a:lnTo>
                <a:cubicBezTo>
                  <a:pt x="1958150" y="772433"/>
                  <a:pt x="1965484" y="778148"/>
                  <a:pt x="1973389" y="773957"/>
                </a:cubicBezTo>
                <a:cubicBezTo>
                  <a:pt x="1979676" y="770814"/>
                  <a:pt x="1983867" y="766147"/>
                  <a:pt x="1987010" y="763004"/>
                </a:cubicBezTo>
                <a:cubicBezTo>
                  <a:pt x="2011585" y="737858"/>
                  <a:pt x="2039874" y="716331"/>
                  <a:pt x="2062925" y="688613"/>
                </a:cubicBezTo>
                <a:lnTo>
                  <a:pt x="2068639" y="688613"/>
                </a:lnTo>
                <a:cubicBezTo>
                  <a:pt x="2070259" y="688613"/>
                  <a:pt x="2078069" y="688042"/>
                  <a:pt x="2085404" y="687566"/>
                </a:cubicBezTo>
                <a:lnTo>
                  <a:pt x="2095881" y="686994"/>
                </a:lnTo>
                <a:lnTo>
                  <a:pt x="2100644" y="686994"/>
                </a:lnTo>
                <a:cubicBezTo>
                  <a:pt x="2113788" y="687566"/>
                  <a:pt x="2123123" y="688042"/>
                  <a:pt x="2123123" y="688042"/>
                </a:cubicBezTo>
                <a:cubicBezTo>
                  <a:pt x="2116360" y="696424"/>
                  <a:pt x="2115312" y="696900"/>
                  <a:pt x="2104835" y="704234"/>
                </a:cubicBezTo>
                <a:cubicBezTo>
                  <a:pt x="2097500" y="713664"/>
                  <a:pt x="2087499" y="720998"/>
                  <a:pt x="2080165" y="730428"/>
                </a:cubicBezTo>
                <a:lnTo>
                  <a:pt x="2077593" y="732047"/>
                </a:lnTo>
                <a:lnTo>
                  <a:pt x="2073878" y="734619"/>
                </a:lnTo>
                <a:cubicBezTo>
                  <a:pt x="2061877" y="748240"/>
                  <a:pt x="2049780" y="761861"/>
                  <a:pt x="2038826" y="776529"/>
                </a:cubicBezTo>
                <a:cubicBezTo>
                  <a:pt x="2034635" y="782339"/>
                  <a:pt x="2039398" y="789674"/>
                  <a:pt x="2043493" y="794341"/>
                </a:cubicBezTo>
                <a:lnTo>
                  <a:pt x="2046161" y="796436"/>
                </a:lnTo>
                <a:cubicBezTo>
                  <a:pt x="2047208" y="798056"/>
                  <a:pt x="2047685" y="799103"/>
                  <a:pt x="2048732" y="799580"/>
                </a:cubicBezTo>
                <a:cubicBezTo>
                  <a:pt x="2049304" y="801675"/>
                  <a:pt x="2050352" y="803294"/>
                  <a:pt x="2051876" y="804818"/>
                </a:cubicBezTo>
                <a:lnTo>
                  <a:pt x="2054447" y="807962"/>
                </a:lnTo>
                <a:cubicBezTo>
                  <a:pt x="2060258" y="818439"/>
                  <a:pt x="2069116" y="827297"/>
                  <a:pt x="2075974" y="837299"/>
                </a:cubicBezTo>
                <a:cubicBezTo>
                  <a:pt x="2089595" y="859873"/>
                  <a:pt x="2105311" y="888162"/>
                  <a:pt x="2121599" y="909117"/>
                </a:cubicBezTo>
                <a:cubicBezTo>
                  <a:pt x="2124742" y="916451"/>
                  <a:pt x="2127885" y="924262"/>
                  <a:pt x="2133600" y="930072"/>
                </a:cubicBezTo>
                <a:cubicBezTo>
                  <a:pt x="2136743" y="935882"/>
                  <a:pt x="2138839" y="940073"/>
                  <a:pt x="2141411" y="943693"/>
                </a:cubicBezTo>
                <a:lnTo>
                  <a:pt x="2143506" y="946836"/>
                </a:lnTo>
                <a:lnTo>
                  <a:pt x="2136743" y="945788"/>
                </a:lnTo>
                <a:lnTo>
                  <a:pt x="2130457" y="945788"/>
                </a:lnTo>
                <a:cubicBezTo>
                  <a:pt x="2119503" y="946265"/>
                  <a:pt x="2107406" y="944741"/>
                  <a:pt x="2096453" y="944264"/>
                </a:cubicBezTo>
                <a:cubicBezTo>
                  <a:pt x="2089690" y="944264"/>
                  <a:pt x="2082260" y="942740"/>
                  <a:pt x="2075974" y="942740"/>
                </a:cubicBezTo>
                <a:cubicBezTo>
                  <a:pt x="2073402" y="942740"/>
                  <a:pt x="2070259" y="942740"/>
                  <a:pt x="2067592" y="943217"/>
                </a:cubicBezTo>
                <a:cubicBezTo>
                  <a:pt x="2066544" y="940550"/>
                  <a:pt x="2065496" y="939026"/>
                  <a:pt x="2065020" y="937406"/>
                </a:cubicBezTo>
                <a:lnTo>
                  <a:pt x="2061877" y="932168"/>
                </a:lnTo>
                <a:cubicBezTo>
                  <a:pt x="2060353" y="929596"/>
                  <a:pt x="2059305" y="927500"/>
                  <a:pt x="2058734" y="925405"/>
                </a:cubicBezTo>
                <a:cubicBezTo>
                  <a:pt x="2058734" y="922738"/>
                  <a:pt x="2057686" y="920642"/>
                  <a:pt x="2055590" y="919118"/>
                </a:cubicBezTo>
                <a:cubicBezTo>
                  <a:pt x="2053495" y="913308"/>
                  <a:pt x="2049875" y="908165"/>
                  <a:pt x="2046161" y="903402"/>
                </a:cubicBezTo>
                <a:cubicBezTo>
                  <a:pt x="2045589" y="901307"/>
                  <a:pt x="2044541" y="898735"/>
                  <a:pt x="2043017" y="897116"/>
                </a:cubicBezTo>
                <a:cubicBezTo>
                  <a:pt x="2041970" y="893972"/>
                  <a:pt x="2040350" y="890829"/>
                  <a:pt x="2038350" y="888734"/>
                </a:cubicBezTo>
                <a:cubicBezTo>
                  <a:pt x="2032540" y="878732"/>
                  <a:pt x="2024729" y="862540"/>
                  <a:pt x="2017395" y="855206"/>
                </a:cubicBezTo>
                <a:lnTo>
                  <a:pt x="2014823" y="851491"/>
                </a:lnTo>
                <a:cubicBezTo>
                  <a:pt x="2012728" y="848348"/>
                  <a:pt x="2010156" y="844633"/>
                  <a:pt x="2007489" y="841490"/>
                </a:cubicBezTo>
                <a:cubicBezTo>
                  <a:pt x="1998059" y="831012"/>
                  <a:pt x="1993297" y="827297"/>
                  <a:pt x="1981867" y="834632"/>
                </a:cubicBezTo>
                <a:cubicBezTo>
                  <a:pt x="1976628" y="838346"/>
                  <a:pt x="1971961" y="842442"/>
                  <a:pt x="1964531" y="847205"/>
                </a:cubicBezTo>
                <a:cubicBezTo>
                  <a:pt x="1960340" y="848252"/>
                  <a:pt x="1957197" y="852443"/>
                  <a:pt x="1957768" y="857206"/>
                </a:cubicBezTo>
                <a:cubicBezTo>
                  <a:pt x="1959293" y="878161"/>
                  <a:pt x="1959293" y="898068"/>
                  <a:pt x="1957768" y="918452"/>
                </a:cubicBezTo>
                <a:cubicBezTo>
                  <a:pt x="1957768" y="918928"/>
                  <a:pt x="1957768" y="920547"/>
                  <a:pt x="1957197" y="922166"/>
                </a:cubicBezTo>
                <a:lnTo>
                  <a:pt x="1957197" y="925310"/>
                </a:lnTo>
                <a:cubicBezTo>
                  <a:pt x="1956149" y="931596"/>
                  <a:pt x="1956149" y="936263"/>
                  <a:pt x="1956721" y="939978"/>
                </a:cubicBezTo>
                <a:lnTo>
                  <a:pt x="1926812" y="939978"/>
                </a:lnTo>
                <a:close/>
                <a:moveTo>
                  <a:pt x="1888998" y="943217"/>
                </a:moveTo>
                <a:cubicBezTo>
                  <a:pt x="1889474" y="947408"/>
                  <a:pt x="1890046" y="953123"/>
                  <a:pt x="1896332" y="950551"/>
                </a:cubicBezTo>
                <a:cubicBezTo>
                  <a:pt x="1896904" y="949979"/>
                  <a:pt x="1956054" y="949979"/>
                  <a:pt x="1957673" y="949979"/>
                </a:cubicBezTo>
                <a:cubicBezTo>
                  <a:pt x="1961293" y="949979"/>
                  <a:pt x="1967579" y="949979"/>
                  <a:pt x="1967103" y="944264"/>
                </a:cubicBezTo>
                <a:cubicBezTo>
                  <a:pt x="1966627" y="939502"/>
                  <a:pt x="1966055" y="934835"/>
                  <a:pt x="1967103" y="926453"/>
                </a:cubicBezTo>
                <a:lnTo>
                  <a:pt x="1967103" y="923881"/>
                </a:lnTo>
                <a:cubicBezTo>
                  <a:pt x="1967675" y="922357"/>
                  <a:pt x="1967675" y="919690"/>
                  <a:pt x="1967675" y="917594"/>
                </a:cubicBezTo>
                <a:cubicBezTo>
                  <a:pt x="1969199" y="898259"/>
                  <a:pt x="1969199" y="878351"/>
                  <a:pt x="1969199" y="856349"/>
                </a:cubicBezTo>
                <a:lnTo>
                  <a:pt x="1972342" y="854825"/>
                </a:lnTo>
                <a:cubicBezTo>
                  <a:pt x="1977581" y="851681"/>
                  <a:pt x="1982248" y="847014"/>
                  <a:pt x="1987582" y="843299"/>
                </a:cubicBezTo>
                <a:lnTo>
                  <a:pt x="1991201" y="840728"/>
                </a:lnTo>
                <a:cubicBezTo>
                  <a:pt x="1998059" y="844919"/>
                  <a:pt x="2002155" y="851681"/>
                  <a:pt x="2006918" y="857492"/>
                </a:cubicBezTo>
                <a:lnTo>
                  <a:pt x="2010061" y="862254"/>
                </a:lnTo>
                <a:cubicBezTo>
                  <a:pt x="2016347" y="867969"/>
                  <a:pt x="2025301" y="885781"/>
                  <a:pt x="2031016" y="895782"/>
                </a:cubicBezTo>
                <a:cubicBezTo>
                  <a:pt x="2032540" y="897401"/>
                  <a:pt x="2033588" y="899497"/>
                  <a:pt x="2035207" y="903688"/>
                </a:cubicBezTo>
                <a:cubicBezTo>
                  <a:pt x="2035521" y="904005"/>
                  <a:pt x="2035874" y="904895"/>
                  <a:pt x="2036255" y="906355"/>
                </a:cubicBezTo>
                <a:lnTo>
                  <a:pt x="2037302" y="908927"/>
                </a:lnTo>
                <a:cubicBezTo>
                  <a:pt x="2041970" y="914737"/>
                  <a:pt x="2045113" y="920452"/>
                  <a:pt x="2048828" y="926738"/>
                </a:cubicBezTo>
                <a:cubicBezTo>
                  <a:pt x="2049399" y="930929"/>
                  <a:pt x="2051495" y="934644"/>
                  <a:pt x="2053495" y="937787"/>
                </a:cubicBezTo>
                <a:lnTo>
                  <a:pt x="2056162" y="943026"/>
                </a:lnTo>
                <a:cubicBezTo>
                  <a:pt x="2059781" y="948741"/>
                  <a:pt x="2057686" y="953027"/>
                  <a:pt x="2066639" y="953504"/>
                </a:cubicBezTo>
                <a:cubicBezTo>
                  <a:pt x="2069306" y="953504"/>
                  <a:pt x="2072926" y="953027"/>
                  <a:pt x="2076069" y="953027"/>
                </a:cubicBezTo>
                <a:cubicBezTo>
                  <a:pt x="2082356" y="953027"/>
                  <a:pt x="2089214" y="954551"/>
                  <a:pt x="2095976" y="954551"/>
                </a:cubicBezTo>
                <a:cubicBezTo>
                  <a:pt x="2107502" y="955028"/>
                  <a:pt x="2120075" y="956647"/>
                  <a:pt x="2132648" y="956647"/>
                </a:cubicBezTo>
                <a:lnTo>
                  <a:pt x="2136267" y="956171"/>
                </a:lnTo>
                <a:cubicBezTo>
                  <a:pt x="2136839" y="956171"/>
                  <a:pt x="2146745" y="958742"/>
                  <a:pt x="2150936" y="956171"/>
                </a:cubicBezTo>
                <a:cubicBezTo>
                  <a:pt x="2155127" y="954647"/>
                  <a:pt x="2161413" y="951980"/>
                  <a:pt x="2156174" y="946741"/>
                </a:cubicBezTo>
                <a:cubicBezTo>
                  <a:pt x="2150364" y="940931"/>
                  <a:pt x="2145697" y="932072"/>
                  <a:pt x="2140934" y="923690"/>
                </a:cubicBezTo>
                <a:cubicBezTo>
                  <a:pt x="2136172" y="919023"/>
                  <a:pt x="2133029" y="911117"/>
                  <a:pt x="2129981" y="903783"/>
                </a:cubicBezTo>
                <a:cubicBezTo>
                  <a:pt x="2114264" y="884447"/>
                  <a:pt x="2097500" y="852920"/>
                  <a:pt x="2084356" y="832536"/>
                </a:cubicBezTo>
                <a:cubicBezTo>
                  <a:pt x="2078069" y="822535"/>
                  <a:pt x="2069116" y="813677"/>
                  <a:pt x="2063401" y="803199"/>
                </a:cubicBezTo>
                <a:lnTo>
                  <a:pt x="2061305" y="800056"/>
                </a:lnTo>
                <a:lnTo>
                  <a:pt x="2058638" y="797960"/>
                </a:lnTo>
                <a:cubicBezTo>
                  <a:pt x="2058638" y="797960"/>
                  <a:pt x="2058638" y="797389"/>
                  <a:pt x="2053400" y="790055"/>
                </a:cubicBezTo>
                <a:lnTo>
                  <a:pt x="2050828" y="787483"/>
                </a:lnTo>
                <a:cubicBezTo>
                  <a:pt x="2049304" y="785959"/>
                  <a:pt x="2048256" y="784340"/>
                  <a:pt x="2047208" y="782244"/>
                </a:cubicBezTo>
                <a:cubicBezTo>
                  <a:pt x="2057686" y="768052"/>
                  <a:pt x="2069211" y="755479"/>
                  <a:pt x="2080736" y="742430"/>
                </a:cubicBezTo>
                <a:cubicBezTo>
                  <a:pt x="2080736" y="742430"/>
                  <a:pt x="2082832" y="741382"/>
                  <a:pt x="2084451" y="739858"/>
                </a:cubicBezTo>
                <a:lnTo>
                  <a:pt x="2087594" y="737762"/>
                </a:lnTo>
                <a:cubicBezTo>
                  <a:pt x="2094929" y="728333"/>
                  <a:pt x="2104930" y="720998"/>
                  <a:pt x="2112169" y="711569"/>
                </a:cubicBezTo>
                <a:cubicBezTo>
                  <a:pt x="2122646" y="704234"/>
                  <a:pt x="2130552" y="695852"/>
                  <a:pt x="2137886" y="686994"/>
                </a:cubicBezTo>
                <a:lnTo>
                  <a:pt x="2137886" y="680136"/>
                </a:lnTo>
                <a:cubicBezTo>
                  <a:pt x="2139410" y="680136"/>
                  <a:pt x="2132648" y="679565"/>
                  <a:pt x="2133124" y="679088"/>
                </a:cubicBezTo>
                <a:cubicBezTo>
                  <a:pt x="2131028" y="678517"/>
                  <a:pt x="2128457" y="678517"/>
                  <a:pt x="2126361" y="679088"/>
                </a:cubicBezTo>
                <a:cubicBezTo>
                  <a:pt x="2117503" y="678517"/>
                  <a:pt x="2108549" y="676993"/>
                  <a:pt x="2099691" y="676993"/>
                </a:cubicBezTo>
                <a:lnTo>
                  <a:pt x="2095500" y="676993"/>
                </a:lnTo>
                <a:lnTo>
                  <a:pt x="2085023" y="678041"/>
                </a:lnTo>
                <a:cubicBezTo>
                  <a:pt x="2077688" y="678612"/>
                  <a:pt x="2070354" y="679088"/>
                  <a:pt x="2068735" y="679088"/>
                </a:cubicBezTo>
                <a:cubicBezTo>
                  <a:pt x="2063020" y="679088"/>
                  <a:pt x="2056162" y="676517"/>
                  <a:pt x="2054066" y="684327"/>
                </a:cubicBezTo>
                <a:cubicBezTo>
                  <a:pt x="2031492" y="710521"/>
                  <a:pt x="2003774" y="731476"/>
                  <a:pt x="1980152" y="756146"/>
                </a:cubicBezTo>
                <a:cubicBezTo>
                  <a:pt x="1977009" y="759289"/>
                  <a:pt x="1973866" y="762432"/>
                  <a:pt x="1969675" y="763480"/>
                </a:cubicBezTo>
                <a:lnTo>
                  <a:pt x="1967579" y="758717"/>
                </a:lnTo>
                <a:cubicBezTo>
                  <a:pt x="1968627" y="743001"/>
                  <a:pt x="1967008" y="727285"/>
                  <a:pt x="1965484" y="711569"/>
                </a:cubicBezTo>
                <a:cubicBezTo>
                  <a:pt x="1963864" y="695852"/>
                  <a:pt x="1961769" y="630892"/>
                  <a:pt x="1961769" y="617271"/>
                </a:cubicBezTo>
                <a:cubicBezTo>
                  <a:pt x="1961293" y="604698"/>
                  <a:pt x="1961293" y="592125"/>
                  <a:pt x="1961293" y="580600"/>
                </a:cubicBezTo>
                <a:cubicBezTo>
                  <a:pt x="1961293" y="577457"/>
                  <a:pt x="1958721" y="575361"/>
                  <a:pt x="1955578" y="575933"/>
                </a:cubicBezTo>
                <a:cubicBezTo>
                  <a:pt x="1934623" y="579076"/>
                  <a:pt x="1914144" y="576980"/>
                  <a:pt x="1893761" y="578028"/>
                </a:cubicBezTo>
                <a:cubicBezTo>
                  <a:pt x="1886426" y="579076"/>
                  <a:pt x="1886426" y="580695"/>
                  <a:pt x="1885950" y="587458"/>
                </a:cubicBezTo>
                <a:lnTo>
                  <a:pt x="1885950" y="595364"/>
                </a:lnTo>
                <a:cubicBezTo>
                  <a:pt x="1885379" y="600031"/>
                  <a:pt x="1884331" y="662896"/>
                  <a:pt x="1884902" y="682803"/>
                </a:cubicBezTo>
                <a:cubicBezTo>
                  <a:pt x="1886426" y="765575"/>
                  <a:pt x="1892237" y="848919"/>
                  <a:pt x="1889570" y="931596"/>
                </a:cubicBezTo>
                <a:lnTo>
                  <a:pt x="1889570" y="940454"/>
                </a:lnTo>
                <a:lnTo>
                  <a:pt x="1889093" y="943598"/>
                </a:lnTo>
                <a:close/>
                <a:moveTo>
                  <a:pt x="1678400" y="944741"/>
                </a:moveTo>
                <a:cubicBezTo>
                  <a:pt x="1678400" y="944741"/>
                  <a:pt x="1677353" y="945217"/>
                  <a:pt x="1677924" y="944741"/>
                </a:cubicBezTo>
                <a:lnTo>
                  <a:pt x="1678972" y="940073"/>
                </a:lnTo>
                <a:cubicBezTo>
                  <a:pt x="1678972" y="937406"/>
                  <a:pt x="1679448" y="934835"/>
                  <a:pt x="1678972" y="932168"/>
                </a:cubicBezTo>
                <a:cubicBezTo>
                  <a:pt x="1678972" y="913880"/>
                  <a:pt x="1679448" y="894449"/>
                  <a:pt x="1678400" y="876161"/>
                </a:cubicBezTo>
                <a:cubicBezTo>
                  <a:pt x="1677924" y="867779"/>
                  <a:pt x="1678972" y="810629"/>
                  <a:pt x="1678972" y="810629"/>
                </a:cubicBezTo>
                <a:lnTo>
                  <a:pt x="1678972" y="779672"/>
                </a:lnTo>
                <a:lnTo>
                  <a:pt x="1679448" y="776053"/>
                </a:lnTo>
                <a:cubicBezTo>
                  <a:pt x="1679448" y="773386"/>
                  <a:pt x="1680020" y="769766"/>
                  <a:pt x="1680020" y="765004"/>
                </a:cubicBezTo>
                <a:cubicBezTo>
                  <a:pt x="1681067" y="737762"/>
                  <a:pt x="1682591" y="714712"/>
                  <a:pt x="1680020" y="687470"/>
                </a:cubicBezTo>
                <a:lnTo>
                  <a:pt x="1702499" y="689090"/>
                </a:lnTo>
                <a:lnTo>
                  <a:pt x="1704594" y="689661"/>
                </a:lnTo>
                <a:lnTo>
                  <a:pt x="1737074" y="689661"/>
                </a:lnTo>
                <a:cubicBezTo>
                  <a:pt x="1738122" y="697472"/>
                  <a:pt x="1738693" y="705377"/>
                  <a:pt x="1738122" y="714807"/>
                </a:cubicBezTo>
                <a:cubicBezTo>
                  <a:pt x="1738122" y="722141"/>
                  <a:pt x="1744409" y="726904"/>
                  <a:pt x="1751267" y="723761"/>
                </a:cubicBezTo>
                <a:cubicBezTo>
                  <a:pt x="1755934" y="721665"/>
                  <a:pt x="1759077" y="718522"/>
                  <a:pt x="1762792" y="715379"/>
                </a:cubicBezTo>
                <a:lnTo>
                  <a:pt x="1766411" y="712235"/>
                </a:lnTo>
                <a:cubicBezTo>
                  <a:pt x="1769555" y="708044"/>
                  <a:pt x="1771650" y="706997"/>
                  <a:pt x="1776889" y="703377"/>
                </a:cubicBezTo>
                <a:lnTo>
                  <a:pt x="1784223" y="695471"/>
                </a:lnTo>
                <a:lnTo>
                  <a:pt x="1790033" y="691280"/>
                </a:lnTo>
                <a:cubicBezTo>
                  <a:pt x="1791557" y="689756"/>
                  <a:pt x="1793177" y="688709"/>
                  <a:pt x="1796320" y="688137"/>
                </a:cubicBezTo>
                <a:cubicBezTo>
                  <a:pt x="1801082" y="687089"/>
                  <a:pt x="1802606" y="684422"/>
                  <a:pt x="1808893" y="684422"/>
                </a:cubicBezTo>
                <a:cubicBezTo>
                  <a:pt x="1812512" y="683851"/>
                  <a:pt x="1816227" y="683375"/>
                  <a:pt x="1819847" y="682898"/>
                </a:cubicBezTo>
                <a:lnTo>
                  <a:pt x="1825085" y="681851"/>
                </a:lnTo>
                <a:lnTo>
                  <a:pt x="1828229" y="682422"/>
                </a:lnTo>
                <a:lnTo>
                  <a:pt x="1831372" y="684518"/>
                </a:lnTo>
                <a:cubicBezTo>
                  <a:pt x="1830324" y="692900"/>
                  <a:pt x="1828229" y="700710"/>
                  <a:pt x="1829276" y="710140"/>
                </a:cubicBezTo>
                <a:cubicBezTo>
                  <a:pt x="1829276" y="712235"/>
                  <a:pt x="1830324" y="715379"/>
                  <a:pt x="1830324" y="717474"/>
                </a:cubicBezTo>
                <a:cubicBezTo>
                  <a:pt x="1830324" y="725380"/>
                  <a:pt x="1832896" y="732143"/>
                  <a:pt x="1832896" y="739477"/>
                </a:cubicBezTo>
                <a:cubicBezTo>
                  <a:pt x="1829753" y="738905"/>
                  <a:pt x="1826133" y="738905"/>
                  <a:pt x="1822990" y="740048"/>
                </a:cubicBezTo>
                <a:lnTo>
                  <a:pt x="1815656" y="741096"/>
                </a:lnTo>
                <a:lnTo>
                  <a:pt x="1813084" y="740525"/>
                </a:lnTo>
                <a:cubicBezTo>
                  <a:pt x="1795272" y="742144"/>
                  <a:pt x="1776413" y="746335"/>
                  <a:pt x="1763268" y="758336"/>
                </a:cubicBezTo>
                <a:cubicBezTo>
                  <a:pt x="1761744" y="760432"/>
                  <a:pt x="1760125" y="763099"/>
                  <a:pt x="1759077" y="764051"/>
                </a:cubicBezTo>
                <a:lnTo>
                  <a:pt x="1756982" y="767766"/>
                </a:lnTo>
                <a:lnTo>
                  <a:pt x="1755458" y="769862"/>
                </a:lnTo>
                <a:cubicBezTo>
                  <a:pt x="1753362" y="771481"/>
                  <a:pt x="1751838" y="773005"/>
                  <a:pt x="1750790" y="775100"/>
                </a:cubicBezTo>
                <a:cubicBezTo>
                  <a:pt x="1749743" y="777196"/>
                  <a:pt x="1749171" y="778815"/>
                  <a:pt x="1748123" y="782435"/>
                </a:cubicBezTo>
                <a:lnTo>
                  <a:pt x="1746599" y="785006"/>
                </a:lnTo>
                <a:lnTo>
                  <a:pt x="1744980" y="791293"/>
                </a:lnTo>
                <a:lnTo>
                  <a:pt x="1744504" y="795484"/>
                </a:lnTo>
                <a:lnTo>
                  <a:pt x="1742885" y="800723"/>
                </a:lnTo>
                <a:lnTo>
                  <a:pt x="1742408" y="802818"/>
                </a:lnTo>
                <a:cubicBezTo>
                  <a:pt x="1741361" y="808628"/>
                  <a:pt x="1740313" y="814915"/>
                  <a:pt x="1738789" y="821678"/>
                </a:cubicBezTo>
                <a:lnTo>
                  <a:pt x="1737741" y="835298"/>
                </a:lnTo>
                <a:lnTo>
                  <a:pt x="1736693" y="861492"/>
                </a:lnTo>
                <a:cubicBezTo>
                  <a:pt x="1736693" y="875113"/>
                  <a:pt x="1736122" y="883019"/>
                  <a:pt x="1736122" y="896544"/>
                </a:cubicBezTo>
                <a:cubicBezTo>
                  <a:pt x="1736122" y="905402"/>
                  <a:pt x="1735646" y="912260"/>
                  <a:pt x="1736122" y="919023"/>
                </a:cubicBezTo>
                <a:lnTo>
                  <a:pt x="1737741" y="927977"/>
                </a:lnTo>
                <a:cubicBezTo>
                  <a:pt x="1737741" y="931120"/>
                  <a:pt x="1738217" y="934739"/>
                  <a:pt x="1737741" y="937883"/>
                </a:cubicBezTo>
                <a:cubicBezTo>
                  <a:pt x="1737741" y="939978"/>
                  <a:pt x="1737170" y="942074"/>
                  <a:pt x="1737170" y="944169"/>
                </a:cubicBezTo>
                <a:cubicBezTo>
                  <a:pt x="1716691" y="943121"/>
                  <a:pt x="1698403" y="946741"/>
                  <a:pt x="1678496" y="944645"/>
                </a:cubicBezTo>
                <a:moveTo>
                  <a:pt x="1669066" y="937787"/>
                </a:moveTo>
                <a:cubicBezTo>
                  <a:pt x="1667447" y="938835"/>
                  <a:pt x="1666399" y="941978"/>
                  <a:pt x="1667447" y="947217"/>
                </a:cubicBezTo>
                <a:lnTo>
                  <a:pt x="1668494" y="950360"/>
                </a:lnTo>
                <a:cubicBezTo>
                  <a:pt x="1668494" y="951408"/>
                  <a:pt x="1671161" y="954075"/>
                  <a:pt x="1672209" y="954075"/>
                </a:cubicBezTo>
                <a:cubicBezTo>
                  <a:pt x="1687925" y="957218"/>
                  <a:pt x="1705737" y="955123"/>
                  <a:pt x="1721453" y="954075"/>
                </a:cubicBezTo>
                <a:cubicBezTo>
                  <a:pt x="1733455" y="953027"/>
                  <a:pt x="1749171" y="959314"/>
                  <a:pt x="1746599" y="946169"/>
                </a:cubicBezTo>
                <a:cubicBezTo>
                  <a:pt x="1747076" y="943502"/>
                  <a:pt x="1747647" y="940931"/>
                  <a:pt x="1747647" y="938359"/>
                </a:cubicBezTo>
                <a:cubicBezTo>
                  <a:pt x="1748123" y="934168"/>
                  <a:pt x="1747647" y="930453"/>
                  <a:pt x="1747647" y="926834"/>
                </a:cubicBezTo>
                <a:lnTo>
                  <a:pt x="1746028" y="917975"/>
                </a:lnTo>
                <a:cubicBezTo>
                  <a:pt x="1745552" y="911117"/>
                  <a:pt x="1746028" y="904831"/>
                  <a:pt x="1746028" y="897020"/>
                </a:cubicBezTo>
                <a:cubicBezTo>
                  <a:pt x="1746599" y="882923"/>
                  <a:pt x="1746599" y="875494"/>
                  <a:pt x="1747076" y="861397"/>
                </a:cubicBezTo>
                <a:lnTo>
                  <a:pt x="1747647" y="835679"/>
                </a:lnTo>
                <a:lnTo>
                  <a:pt x="1748695" y="823106"/>
                </a:lnTo>
                <a:cubicBezTo>
                  <a:pt x="1750219" y="818439"/>
                  <a:pt x="1750790" y="815772"/>
                  <a:pt x="1751267" y="811105"/>
                </a:cubicBezTo>
                <a:lnTo>
                  <a:pt x="1751838" y="804247"/>
                </a:lnTo>
                <a:lnTo>
                  <a:pt x="1752886" y="802628"/>
                </a:lnTo>
                <a:lnTo>
                  <a:pt x="1754981" y="796913"/>
                </a:lnTo>
                <a:lnTo>
                  <a:pt x="1754981" y="792245"/>
                </a:lnTo>
                <a:lnTo>
                  <a:pt x="1757648" y="787007"/>
                </a:lnTo>
                <a:lnTo>
                  <a:pt x="1758696" y="784911"/>
                </a:lnTo>
                <a:lnTo>
                  <a:pt x="1759172" y="781768"/>
                </a:lnTo>
                <a:lnTo>
                  <a:pt x="1759744" y="779672"/>
                </a:lnTo>
                <a:lnTo>
                  <a:pt x="1762316" y="776529"/>
                </a:lnTo>
                <a:lnTo>
                  <a:pt x="1765459" y="773386"/>
                </a:lnTo>
                <a:lnTo>
                  <a:pt x="1766983" y="771290"/>
                </a:lnTo>
                <a:lnTo>
                  <a:pt x="1768031" y="769195"/>
                </a:lnTo>
                <a:cubicBezTo>
                  <a:pt x="1769078" y="767576"/>
                  <a:pt x="1769650" y="766528"/>
                  <a:pt x="1770698" y="765480"/>
                </a:cubicBezTo>
                <a:cubicBezTo>
                  <a:pt x="1780604" y="756050"/>
                  <a:pt x="1795843" y="752336"/>
                  <a:pt x="1814703" y="750812"/>
                </a:cubicBezTo>
                <a:lnTo>
                  <a:pt x="1819370" y="750812"/>
                </a:lnTo>
                <a:lnTo>
                  <a:pt x="1825181" y="749288"/>
                </a:lnTo>
                <a:cubicBezTo>
                  <a:pt x="1828324" y="748716"/>
                  <a:pt x="1830896" y="748716"/>
                  <a:pt x="1833563" y="749288"/>
                </a:cubicBezTo>
                <a:lnTo>
                  <a:pt x="1836230" y="749859"/>
                </a:lnTo>
                <a:cubicBezTo>
                  <a:pt x="1845088" y="750335"/>
                  <a:pt x="1843564" y="745097"/>
                  <a:pt x="1843564" y="738810"/>
                </a:cubicBezTo>
                <a:cubicBezTo>
                  <a:pt x="1843564" y="731952"/>
                  <a:pt x="1840897" y="725189"/>
                  <a:pt x="1840897" y="717284"/>
                </a:cubicBezTo>
                <a:cubicBezTo>
                  <a:pt x="1840897" y="714712"/>
                  <a:pt x="1839849" y="711569"/>
                  <a:pt x="1839373" y="708902"/>
                </a:cubicBezTo>
                <a:cubicBezTo>
                  <a:pt x="1838325" y="696805"/>
                  <a:pt x="1848803" y="672707"/>
                  <a:pt x="1833563" y="672707"/>
                </a:cubicBezTo>
                <a:cubicBezTo>
                  <a:pt x="1832515" y="672707"/>
                  <a:pt x="1830991" y="672707"/>
                  <a:pt x="1829943" y="672135"/>
                </a:cubicBezTo>
                <a:lnTo>
                  <a:pt x="1826800" y="671564"/>
                </a:lnTo>
                <a:cubicBezTo>
                  <a:pt x="1825276" y="671564"/>
                  <a:pt x="1824228" y="671564"/>
                  <a:pt x="1822609" y="672135"/>
                </a:cubicBezTo>
                <a:lnTo>
                  <a:pt x="1818418" y="672707"/>
                </a:lnTo>
                <a:cubicBezTo>
                  <a:pt x="1815275" y="673278"/>
                  <a:pt x="1812131" y="673754"/>
                  <a:pt x="1808988" y="673754"/>
                </a:cubicBezTo>
                <a:cubicBezTo>
                  <a:pt x="1802702" y="673754"/>
                  <a:pt x="1799082" y="675850"/>
                  <a:pt x="1793748" y="677945"/>
                </a:cubicBezTo>
                <a:lnTo>
                  <a:pt x="1791653" y="677945"/>
                </a:lnTo>
                <a:cubicBezTo>
                  <a:pt x="1789081" y="679565"/>
                  <a:pt x="1786414" y="681089"/>
                  <a:pt x="1784318" y="682708"/>
                </a:cubicBezTo>
                <a:lnTo>
                  <a:pt x="1777556" y="687947"/>
                </a:lnTo>
                <a:lnTo>
                  <a:pt x="1770221" y="695852"/>
                </a:lnTo>
                <a:cubicBezTo>
                  <a:pt x="1764983" y="699567"/>
                  <a:pt x="1762887" y="700520"/>
                  <a:pt x="1759268" y="705282"/>
                </a:cubicBezTo>
                <a:lnTo>
                  <a:pt x="1756696" y="707378"/>
                </a:lnTo>
                <a:cubicBezTo>
                  <a:pt x="1754029" y="709949"/>
                  <a:pt x="1751457" y="712140"/>
                  <a:pt x="1748885" y="713664"/>
                </a:cubicBezTo>
                <a:cubicBezTo>
                  <a:pt x="1748885" y="702710"/>
                  <a:pt x="1748314" y="693281"/>
                  <a:pt x="1746790" y="683756"/>
                </a:cubicBezTo>
                <a:cubicBezTo>
                  <a:pt x="1745742" y="674326"/>
                  <a:pt x="1712214" y="682232"/>
                  <a:pt x="1704308" y="679088"/>
                </a:cubicBezTo>
                <a:lnTo>
                  <a:pt x="1701641" y="679088"/>
                </a:lnTo>
                <a:cubicBezTo>
                  <a:pt x="1695926" y="679660"/>
                  <a:pt x="1668685" y="672802"/>
                  <a:pt x="1669733" y="683279"/>
                </a:cubicBezTo>
                <a:cubicBezTo>
                  <a:pt x="1670780" y="693281"/>
                  <a:pt x="1670780" y="714140"/>
                  <a:pt x="1670780" y="733571"/>
                </a:cubicBezTo>
                <a:cubicBezTo>
                  <a:pt x="1670780" y="747192"/>
                  <a:pt x="1670780" y="760813"/>
                  <a:pt x="1669733" y="774434"/>
                </a:cubicBezTo>
                <a:lnTo>
                  <a:pt x="1668685" y="779672"/>
                </a:lnTo>
                <a:cubicBezTo>
                  <a:pt x="1669256" y="784435"/>
                  <a:pt x="1669256" y="798056"/>
                  <a:pt x="1669256" y="810629"/>
                </a:cubicBezTo>
                <a:cubicBezTo>
                  <a:pt x="1668209" y="851491"/>
                  <a:pt x="1669256" y="892353"/>
                  <a:pt x="1669256" y="932644"/>
                </a:cubicBezTo>
                <a:cubicBezTo>
                  <a:pt x="1669733" y="934739"/>
                  <a:pt x="1669256" y="936835"/>
                  <a:pt x="1669256" y="937883"/>
                </a:cubicBezTo>
                <a:moveTo>
                  <a:pt x="1507331" y="730428"/>
                </a:moveTo>
                <a:cubicBezTo>
                  <a:pt x="1495806" y="724142"/>
                  <a:pt x="1482185" y="727285"/>
                  <a:pt x="1470660" y="730428"/>
                </a:cubicBezTo>
                <a:cubicBezTo>
                  <a:pt x="1466469" y="732047"/>
                  <a:pt x="1462278" y="732524"/>
                  <a:pt x="1457516" y="734619"/>
                </a:cubicBezTo>
                <a:lnTo>
                  <a:pt x="1454849" y="736715"/>
                </a:lnTo>
                <a:lnTo>
                  <a:pt x="1448086" y="740906"/>
                </a:lnTo>
                <a:cubicBezTo>
                  <a:pt x="1442371" y="743001"/>
                  <a:pt x="1438656" y="749288"/>
                  <a:pt x="1434941" y="754050"/>
                </a:cubicBezTo>
                <a:cubicBezTo>
                  <a:pt x="1429703" y="761384"/>
                  <a:pt x="1427131" y="770814"/>
                  <a:pt x="1424464" y="779672"/>
                </a:cubicBezTo>
                <a:cubicBezTo>
                  <a:pt x="1421321" y="789674"/>
                  <a:pt x="1432274" y="793293"/>
                  <a:pt x="1440180" y="791198"/>
                </a:cubicBezTo>
                <a:lnTo>
                  <a:pt x="1443323" y="790626"/>
                </a:lnTo>
                <a:cubicBezTo>
                  <a:pt x="1443800" y="790626"/>
                  <a:pt x="1531334" y="793198"/>
                  <a:pt x="1533906" y="793198"/>
                </a:cubicBezTo>
                <a:cubicBezTo>
                  <a:pt x="1539621" y="793198"/>
                  <a:pt x="1545431" y="791674"/>
                  <a:pt x="1550670" y="787483"/>
                </a:cubicBezTo>
                <a:cubicBezTo>
                  <a:pt x="1559052" y="780625"/>
                  <a:pt x="1548098" y="757574"/>
                  <a:pt x="1543907" y="751288"/>
                </a:cubicBezTo>
                <a:cubicBezTo>
                  <a:pt x="1539240" y="743954"/>
                  <a:pt x="1533430" y="741858"/>
                  <a:pt x="1526096" y="737667"/>
                </a:cubicBezTo>
                <a:cubicBezTo>
                  <a:pt x="1519238" y="734524"/>
                  <a:pt x="1515142" y="731381"/>
                  <a:pt x="1507236" y="730333"/>
                </a:cubicBezTo>
                <a:moveTo>
                  <a:pt x="1544384" y="779577"/>
                </a:moveTo>
                <a:cubicBezTo>
                  <a:pt x="1541240" y="782244"/>
                  <a:pt x="1537621" y="783292"/>
                  <a:pt x="1533430" y="783292"/>
                </a:cubicBezTo>
                <a:cubicBezTo>
                  <a:pt x="1531334" y="783292"/>
                  <a:pt x="1444371" y="780720"/>
                  <a:pt x="1441228" y="780720"/>
                </a:cubicBezTo>
                <a:lnTo>
                  <a:pt x="1438085" y="781292"/>
                </a:lnTo>
                <a:cubicBezTo>
                  <a:pt x="1436465" y="781863"/>
                  <a:pt x="1435418" y="782339"/>
                  <a:pt x="1434370" y="781863"/>
                </a:cubicBezTo>
                <a:cubicBezTo>
                  <a:pt x="1436465" y="774529"/>
                  <a:pt x="1438561" y="766147"/>
                  <a:pt x="1442752" y="759860"/>
                </a:cubicBezTo>
                <a:cubicBezTo>
                  <a:pt x="1444371" y="757765"/>
                  <a:pt x="1449038" y="751002"/>
                  <a:pt x="1452658" y="749954"/>
                </a:cubicBezTo>
                <a:lnTo>
                  <a:pt x="1461040" y="745192"/>
                </a:lnTo>
                <a:lnTo>
                  <a:pt x="1463135" y="743096"/>
                </a:lnTo>
                <a:cubicBezTo>
                  <a:pt x="1466279" y="741477"/>
                  <a:pt x="1469898" y="741477"/>
                  <a:pt x="1473041" y="740429"/>
                </a:cubicBezTo>
                <a:cubicBezTo>
                  <a:pt x="1481900" y="737858"/>
                  <a:pt x="1494568" y="734714"/>
                  <a:pt x="1504950" y="740429"/>
                </a:cubicBezTo>
                <a:cubicBezTo>
                  <a:pt x="1511237" y="741001"/>
                  <a:pt x="1515999" y="744144"/>
                  <a:pt x="1521238" y="746716"/>
                </a:cubicBezTo>
                <a:cubicBezTo>
                  <a:pt x="1526477" y="749859"/>
                  <a:pt x="1531715" y="751478"/>
                  <a:pt x="1535430" y="757193"/>
                </a:cubicBezTo>
                <a:cubicBezTo>
                  <a:pt x="1539621" y="763004"/>
                  <a:pt x="1542288" y="771862"/>
                  <a:pt x="1544288" y="779672"/>
                </a:cubicBezTo>
                <a:moveTo>
                  <a:pt x="1558481" y="876065"/>
                </a:moveTo>
                <a:cubicBezTo>
                  <a:pt x="1574197" y="873494"/>
                  <a:pt x="1591532" y="874541"/>
                  <a:pt x="1607249" y="875018"/>
                </a:cubicBezTo>
                <a:cubicBezTo>
                  <a:pt x="1604105" y="885495"/>
                  <a:pt x="1600962" y="892829"/>
                  <a:pt x="1596771" y="900164"/>
                </a:cubicBezTo>
                <a:cubicBezTo>
                  <a:pt x="1594199" y="902735"/>
                  <a:pt x="1591532" y="905402"/>
                  <a:pt x="1590008" y="909022"/>
                </a:cubicBezTo>
                <a:cubicBezTo>
                  <a:pt x="1587437" y="913213"/>
                  <a:pt x="1581626" y="918452"/>
                  <a:pt x="1578483" y="920547"/>
                </a:cubicBezTo>
                <a:cubicBezTo>
                  <a:pt x="1572673" y="925786"/>
                  <a:pt x="1564862" y="927881"/>
                  <a:pt x="1556957" y="932072"/>
                </a:cubicBezTo>
                <a:lnTo>
                  <a:pt x="1554385" y="934739"/>
                </a:lnTo>
                <a:lnTo>
                  <a:pt x="1551718" y="936263"/>
                </a:lnTo>
                <a:cubicBezTo>
                  <a:pt x="1547527" y="936835"/>
                  <a:pt x="1544384" y="940454"/>
                  <a:pt x="1540193" y="942074"/>
                </a:cubicBezTo>
                <a:lnTo>
                  <a:pt x="1534954" y="943598"/>
                </a:lnTo>
                <a:cubicBezTo>
                  <a:pt x="1533335" y="944169"/>
                  <a:pt x="1531811" y="944645"/>
                  <a:pt x="1530287" y="945122"/>
                </a:cubicBezTo>
                <a:cubicBezTo>
                  <a:pt x="1506664" y="947789"/>
                  <a:pt x="1474184" y="953504"/>
                  <a:pt x="1450658" y="943598"/>
                </a:cubicBezTo>
                <a:cubicBezTo>
                  <a:pt x="1441799" y="942074"/>
                  <a:pt x="1433322" y="937311"/>
                  <a:pt x="1424464" y="935787"/>
                </a:cubicBezTo>
                <a:cubicBezTo>
                  <a:pt x="1412462" y="929501"/>
                  <a:pt x="1403033" y="923214"/>
                  <a:pt x="1395127" y="913213"/>
                </a:cubicBezTo>
                <a:cubicBezTo>
                  <a:pt x="1379887" y="902259"/>
                  <a:pt x="1375791" y="879209"/>
                  <a:pt x="1366838" y="862921"/>
                </a:cubicBezTo>
                <a:cubicBezTo>
                  <a:pt x="1366361" y="858730"/>
                  <a:pt x="1365314" y="855110"/>
                  <a:pt x="1364266" y="852443"/>
                </a:cubicBezTo>
                <a:lnTo>
                  <a:pt x="1362742" y="848252"/>
                </a:lnTo>
                <a:cubicBezTo>
                  <a:pt x="1362742" y="847681"/>
                  <a:pt x="1361694" y="843585"/>
                  <a:pt x="1361694" y="841966"/>
                </a:cubicBezTo>
                <a:cubicBezTo>
                  <a:pt x="1360646" y="837775"/>
                  <a:pt x="1359027" y="833012"/>
                  <a:pt x="1359599" y="828345"/>
                </a:cubicBezTo>
                <a:lnTo>
                  <a:pt x="1360075" y="824630"/>
                </a:lnTo>
                <a:lnTo>
                  <a:pt x="1360646" y="820916"/>
                </a:lnTo>
                <a:lnTo>
                  <a:pt x="1360646" y="817296"/>
                </a:lnTo>
                <a:cubicBezTo>
                  <a:pt x="1361123" y="815201"/>
                  <a:pt x="1361123" y="812534"/>
                  <a:pt x="1361123" y="810438"/>
                </a:cubicBezTo>
                <a:cubicBezTo>
                  <a:pt x="1361694" y="794246"/>
                  <a:pt x="1375791" y="754336"/>
                  <a:pt x="1386268" y="741858"/>
                </a:cubicBezTo>
                <a:cubicBezTo>
                  <a:pt x="1388364" y="734524"/>
                  <a:pt x="1395127" y="730809"/>
                  <a:pt x="1398270" y="724046"/>
                </a:cubicBezTo>
                <a:cubicBezTo>
                  <a:pt x="1409795" y="713569"/>
                  <a:pt x="1420844" y="699948"/>
                  <a:pt x="1436465" y="694709"/>
                </a:cubicBezTo>
                <a:cubicBezTo>
                  <a:pt x="1445895" y="691566"/>
                  <a:pt x="1456373" y="686327"/>
                  <a:pt x="1467422" y="685851"/>
                </a:cubicBezTo>
                <a:cubicBezTo>
                  <a:pt x="1486281" y="683279"/>
                  <a:pt x="1506188" y="682136"/>
                  <a:pt x="1525048" y="686423"/>
                </a:cubicBezTo>
                <a:lnTo>
                  <a:pt x="1528667" y="687470"/>
                </a:lnTo>
                <a:cubicBezTo>
                  <a:pt x="1539621" y="690614"/>
                  <a:pt x="1549146" y="694805"/>
                  <a:pt x="1558004" y="699567"/>
                </a:cubicBezTo>
                <a:cubicBezTo>
                  <a:pt x="1564291" y="705854"/>
                  <a:pt x="1571625" y="712140"/>
                  <a:pt x="1576864" y="721570"/>
                </a:cubicBezTo>
                <a:cubicBezTo>
                  <a:pt x="1595723" y="738334"/>
                  <a:pt x="1603629" y="767099"/>
                  <a:pt x="1608868" y="799103"/>
                </a:cubicBezTo>
                <a:lnTo>
                  <a:pt x="1609344" y="803771"/>
                </a:lnTo>
                <a:lnTo>
                  <a:pt x="1609344" y="807485"/>
                </a:lnTo>
                <a:lnTo>
                  <a:pt x="1609820" y="813772"/>
                </a:lnTo>
                <a:cubicBezTo>
                  <a:pt x="1610392" y="816344"/>
                  <a:pt x="1610868" y="819011"/>
                  <a:pt x="1611439" y="821582"/>
                </a:cubicBezTo>
                <a:lnTo>
                  <a:pt x="1612487" y="826250"/>
                </a:lnTo>
                <a:cubicBezTo>
                  <a:pt x="1602010" y="827774"/>
                  <a:pt x="1590961" y="824726"/>
                  <a:pt x="1580007" y="824726"/>
                </a:cubicBezTo>
                <a:cubicBezTo>
                  <a:pt x="1572673" y="824154"/>
                  <a:pt x="1513999" y="827869"/>
                  <a:pt x="1507712" y="827869"/>
                </a:cubicBezTo>
                <a:cubicBezTo>
                  <a:pt x="1500378" y="827869"/>
                  <a:pt x="1492472" y="827869"/>
                  <a:pt x="1484662" y="828917"/>
                </a:cubicBezTo>
                <a:cubicBezTo>
                  <a:pt x="1467898" y="830536"/>
                  <a:pt x="1450562" y="829964"/>
                  <a:pt x="1433322" y="829964"/>
                </a:cubicBezTo>
                <a:cubicBezTo>
                  <a:pt x="1419130" y="829964"/>
                  <a:pt x="1422845" y="855587"/>
                  <a:pt x="1424940" y="864540"/>
                </a:cubicBezTo>
                <a:lnTo>
                  <a:pt x="1427036" y="869779"/>
                </a:lnTo>
                <a:lnTo>
                  <a:pt x="1428560" y="873970"/>
                </a:lnTo>
                <a:cubicBezTo>
                  <a:pt x="1429131" y="875018"/>
                  <a:pt x="1429607" y="876065"/>
                  <a:pt x="1430179" y="877113"/>
                </a:cubicBezTo>
                <a:lnTo>
                  <a:pt x="1432274" y="879780"/>
                </a:lnTo>
                <a:lnTo>
                  <a:pt x="1435418" y="883971"/>
                </a:lnTo>
                <a:lnTo>
                  <a:pt x="1440656" y="889210"/>
                </a:lnTo>
                <a:lnTo>
                  <a:pt x="1445895" y="895496"/>
                </a:lnTo>
                <a:cubicBezTo>
                  <a:pt x="1452182" y="902831"/>
                  <a:pt x="1465326" y="908069"/>
                  <a:pt x="1475232" y="908641"/>
                </a:cubicBezTo>
                <a:cubicBezTo>
                  <a:pt x="1476280" y="908641"/>
                  <a:pt x="1477899" y="909212"/>
                  <a:pt x="1478852" y="909212"/>
                </a:cubicBezTo>
                <a:cubicBezTo>
                  <a:pt x="1489901" y="909212"/>
                  <a:pt x="1501902" y="908641"/>
                  <a:pt x="1512380" y="905498"/>
                </a:cubicBezTo>
                <a:cubicBezTo>
                  <a:pt x="1523333" y="902831"/>
                  <a:pt x="1554289" y="890829"/>
                  <a:pt x="1558004" y="876161"/>
                </a:cubicBezTo>
                <a:lnTo>
                  <a:pt x="1558481" y="876161"/>
                </a:lnTo>
                <a:close/>
                <a:moveTo>
                  <a:pt x="1433798" y="839870"/>
                </a:moveTo>
                <a:cubicBezTo>
                  <a:pt x="1451610" y="839870"/>
                  <a:pt x="1468850" y="840442"/>
                  <a:pt x="1486186" y="838823"/>
                </a:cubicBezTo>
                <a:cubicBezTo>
                  <a:pt x="1493520" y="837775"/>
                  <a:pt x="1500854" y="837775"/>
                  <a:pt x="1507712" y="837775"/>
                </a:cubicBezTo>
                <a:cubicBezTo>
                  <a:pt x="1513999" y="837775"/>
                  <a:pt x="1574292" y="834060"/>
                  <a:pt x="1580007" y="834632"/>
                </a:cubicBezTo>
                <a:cubicBezTo>
                  <a:pt x="1586770" y="834632"/>
                  <a:pt x="1594199" y="835679"/>
                  <a:pt x="1600962" y="836156"/>
                </a:cubicBezTo>
                <a:cubicBezTo>
                  <a:pt x="1628775" y="838823"/>
                  <a:pt x="1622965" y="831965"/>
                  <a:pt x="1619822" y="812057"/>
                </a:cubicBezTo>
                <a:lnTo>
                  <a:pt x="1619250" y="806819"/>
                </a:lnTo>
                <a:lnTo>
                  <a:pt x="1619250" y="802628"/>
                </a:lnTo>
                <a:lnTo>
                  <a:pt x="1618774" y="797389"/>
                </a:lnTo>
                <a:cubicBezTo>
                  <a:pt x="1613535" y="765956"/>
                  <a:pt x="1605153" y="733952"/>
                  <a:pt x="1584198" y="714045"/>
                </a:cubicBezTo>
                <a:cubicBezTo>
                  <a:pt x="1579531" y="705187"/>
                  <a:pt x="1571625" y="698329"/>
                  <a:pt x="1563243" y="690995"/>
                </a:cubicBezTo>
                <a:cubicBezTo>
                  <a:pt x="1554385" y="685756"/>
                  <a:pt x="1545431" y="682136"/>
                  <a:pt x="1534954" y="678993"/>
                </a:cubicBezTo>
                <a:lnTo>
                  <a:pt x="1530763" y="677374"/>
                </a:lnTo>
                <a:lnTo>
                  <a:pt x="1527143" y="676898"/>
                </a:lnTo>
                <a:cubicBezTo>
                  <a:pt x="1507236" y="671659"/>
                  <a:pt x="1486281" y="672707"/>
                  <a:pt x="1465802" y="675850"/>
                </a:cubicBezTo>
                <a:cubicBezTo>
                  <a:pt x="1454277" y="676898"/>
                  <a:pt x="1443800" y="681565"/>
                  <a:pt x="1433322" y="684708"/>
                </a:cubicBezTo>
                <a:cubicBezTo>
                  <a:pt x="1415510" y="690995"/>
                  <a:pt x="1403985" y="705187"/>
                  <a:pt x="1389317" y="719284"/>
                </a:cubicBezTo>
                <a:cubicBezTo>
                  <a:pt x="1386173" y="726142"/>
                  <a:pt x="1380458" y="727666"/>
                  <a:pt x="1376743" y="737572"/>
                </a:cubicBezTo>
                <a:cubicBezTo>
                  <a:pt x="1367790" y="748621"/>
                  <a:pt x="1353693" y="785768"/>
                  <a:pt x="1351598" y="802056"/>
                </a:cubicBezTo>
                <a:cubicBezTo>
                  <a:pt x="1351026" y="806723"/>
                  <a:pt x="1351598" y="811486"/>
                  <a:pt x="1350550" y="816153"/>
                </a:cubicBezTo>
                <a:lnTo>
                  <a:pt x="1350550" y="819868"/>
                </a:lnTo>
                <a:lnTo>
                  <a:pt x="1349978" y="823011"/>
                </a:lnTo>
                <a:lnTo>
                  <a:pt x="1349502" y="827202"/>
                </a:lnTo>
                <a:cubicBezTo>
                  <a:pt x="1348931" y="833012"/>
                  <a:pt x="1350550" y="838727"/>
                  <a:pt x="1351598" y="843966"/>
                </a:cubicBezTo>
                <a:cubicBezTo>
                  <a:pt x="1351598" y="846062"/>
                  <a:pt x="1352645" y="850253"/>
                  <a:pt x="1353122" y="851872"/>
                </a:cubicBezTo>
                <a:lnTo>
                  <a:pt x="1354646" y="856063"/>
                </a:lnTo>
                <a:cubicBezTo>
                  <a:pt x="1355693" y="858635"/>
                  <a:pt x="1356741" y="861302"/>
                  <a:pt x="1356741" y="864445"/>
                </a:cubicBezTo>
                <a:lnTo>
                  <a:pt x="1357313" y="867017"/>
                </a:lnTo>
                <a:cubicBezTo>
                  <a:pt x="1368266" y="884828"/>
                  <a:pt x="1370457" y="907403"/>
                  <a:pt x="1388174" y="920928"/>
                </a:cubicBezTo>
                <a:cubicBezTo>
                  <a:pt x="1396556" y="931406"/>
                  <a:pt x="1407605" y="938740"/>
                  <a:pt x="1421702" y="945598"/>
                </a:cubicBezTo>
                <a:cubicBezTo>
                  <a:pt x="1431131" y="947122"/>
                  <a:pt x="1439037" y="951313"/>
                  <a:pt x="1447895" y="953408"/>
                </a:cubicBezTo>
                <a:cubicBezTo>
                  <a:pt x="1473041" y="963886"/>
                  <a:pt x="1505522" y="957599"/>
                  <a:pt x="1533239" y="954456"/>
                </a:cubicBezTo>
                <a:cubicBezTo>
                  <a:pt x="1534859" y="953980"/>
                  <a:pt x="1536383" y="953408"/>
                  <a:pt x="1537430" y="952932"/>
                </a:cubicBezTo>
                <a:lnTo>
                  <a:pt x="1543241" y="951408"/>
                </a:lnTo>
                <a:cubicBezTo>
                  <a:pt x="1546384" y="950360"/>
                  <a:pt x="1550003" y="948836"/>
                  <a:pt x="1552670" y="946169"/>
                </a:cubicBezTo>
                <a:cubicBezTo>
                  <a:pt x="1554766" y="946169"/>
                  <a:pt x="1556385" y="945122"/>
                  <a:pt x="1557909" y="944074"/>
                </a:cubicBezTo>
                <a:lnTo>
                  <a:pt x="1560481" y="941978"/>
                </a:lnTo>
                <a:lnTo>
                  <a:pt x="1563148" y="939883"/>
                </a:lnTo>
                <a:cubicBezTo>
                  <a:pt x="1570482" y="936740"/>
                  <a:pt x="1577816" y="934073"/>
                  <a:pt x="1584103" y="928834"/>
                </a:cubicBezTo>
                <a:cubicBezTo>
                  <a:pt x="1588770" y="925691"/>
                  <a:pt x="1595057" y="918833"/>
                  <a:pt x="1599343" y="912641"/>
                </a:cubicBezTo>
                <a:cubicBezTo>
                  <a:pt x="1600391" y="909974"/>
                  <a:pt x="1602962" y="907974"/>
                  <a:pt x="1605629" y="905307"/>
                </a:cubicBezTo>
                <a:cubicBezTo>
                  <a:pt x="1608773" y="899021"/>
                  <a:pt x="1627632" y="864445"/>
                  <a:pt x="1614011" y="865016"/>
                </a:cubicBezTo>
                <a:cubicBezTo>
                  <a:pt x="1608296" y="865493"/>
                  <a:pt x="1602486" y="865016"/>
                  <a:pt x="1597247" y="863969"/>
                </a:cubicBezTo>
                <a:cubicBezTo>
                  <a:pt x="1590961" y="863492"/>
                  <a:pt x="1559528" y="865493"/>
                  <a:pt x="1556385" y="866064"/>
                </a:cubicBezTo>
                <a:lnTo>
                  <a:pt x="1552194" y="867112"/>
                </a:lnTo>
                <a:lnTo>
                  <a:pt x="1548479" y="872922"/>
                </a:lnTo>
                <a:cubicBezTo>
                  <a:pt x="1543812" y="881304"/>
                  <a:pt x="1528096" y="890734"/>
                  <a:pt x="1509713" y="895973"/>
                </a:cubicBezTo>
                <a:cubicBezTo>
                  <a:pt x="1500283" y="898640"/>
                  <a:pt x="1488758" y="899116"/>
                  <a:pt x="1478756" y="899116"/>
                </a:cubicBezTo>
                <a:lnTo>
                  <a:pt x="1474089" y="898068"/>
                </a:lnTo>
                <a:cubicBezTo>
                  <a:pt x="1469898" y="899116"/>
                  <a:pt x="1456754" y="892829"/>
                  <a:pt x="1453134" y="888638"/>
                </a:cubicBezTo>
                <a:lnTo>
                  <a:pt x="1446276" y="880828"/>
                </a:lnTo>
                <a:lnTo>
                  <a:pt x="1443133" y="877113"/>
                </a:lnTo>
                <a:lnTo>
                  <a:pt x="1439989" y="873494"/>
                </a:lnTo>
                <a:lnTo>
                  <a:pt x="1437894" y="869779"/>
                </a:lnTo>
                <a:lnTo>
                  <a:pt x="1436275" y="866636"/>
                </a:lnTo>
                <a:lnTo>
                  <a:pt x="1434179" y="860825"/>
                </a:lnTo>
                <a:cubicBezTo>
                  <a:pt x="1433132" y="855110"/>
                  <a:pt x="1431608" y="845585"/>
                  <a:pt x="1433703" y="839870"/>
                </a:cubicBezTo>
                <a:moveTo>
                  <a:pt x="963263" y="943026"/>
                </a:moveTo>
                <a:cubicBezTo>
                  <a:pt x="943356" y="941978"/>
                  <a:pt x="922877" y="940359"/>
                  <a:pt x="903542" y="944550"/>
                </a:cubicBezTo>
                <a:cubicBezTo>
                  <a:pt x="904589" y="935692"/>
                  <a:pt x="905637" y="921023"/>
                  <a:pt x="905161" y="914165"/>
                </a:cubicBezTo>
                <a:cubicBezTo>
                  <a:pt x="904589" y="905307"/>
                  <a:pt x="906209" y="774338"/>
                  <a:pt x="906209" y="769576"/>
                </a:cubicBezTo>
                <a:cubicBezTo>
                  <a:pt x="903065" y="754907"/>
                  <a:pt x="899351" y="701472"/>
                  <a:pt x="903065" y="687851"/>
                </a:cubicBezTo>
                <a:lnTo>
                  <a:pt x="908780" y="687851"/>
                </a:lnTo>
                <a:cubicBezTo>
                  <a:pt x="910876" y="687851"/>
                  <a:pt x="913543" y="687280"/>
                  <a:pt x="915638" y="687280"/>
                </a:cubicBezTo>
                <a:cubicBezTo>
                  <a:pt x="919353" y="686708"/>
                  <a:pt x="923449" y="687280"/>
                  <a:pt x="928211" y="686708"/>
                </a:cubicBezTo>
                <a:cubicBezTo>
                  <a:pt x="938689" y="685184"/>
                  <a:pt x="950214" y="683089"/>
                  <a:pt x="960692" y="683565"/>
                </a:cubicBezTo>
                <a:cubicBezTo>
                  <a:pt x="961263" y="692519"/>
                  <a:pt x="959644" y="700901"/>
                  <a:pt x="960215" y="709759"/>
                </a:cubicBezTo>
                <a:cubicBezTo>
                  <a:pt x="961263" y="713950"/>
                  <a:pt x="965454" y="715569"/>
                  <a:pt x="969074" y="715569"/>
                </a:cubicBezTo>
                <a:cubicBezTo>
                  <a:pt x="971740" y="716141"/>
                  <a:pt x="973741" y="715569"/>
                  <a:pt x="974788" y="715569"/>
                </a:cubicBezTo>
                <a:cubicBezTo>
                  <a:pt x="980599" y="713950"/>
                  <a:pt x="983742" y="709759"/>
                  <a:pt x="985266" y="707187"/>
                </a:cubicBezTo>
                <a:lnTo>
                  <a:pt x="988409" y="702996"/>
                </a:lnTo>
                <a:lnTo>
                  <a:pt x="994220" y="698805"/>
                </a:lnTo>
                <a:lnTo>
                  <a:pt x="999935" y="695662"/>
                </a:lnTo>
                <a:lnTo>
                  <a:pt x="1003078" y="693566"/>
                </a:lnTo>
                <a:cubicBezTo>
                  <a:pt x="1004126" y="692519"/>
                  <a:pt x="1007269" y="690995"/>
                  <a:pt x="1010984" y="689375"/>
                </a:cubicBezTo>
                <a:lnTo>
                  <a:pt x="1018794" y="686232"/>
                </a:lnTo>
                <a:lnTo>
                  <a:pt x="1022985" y="684613"/>
                </a:lnTo>
                <a:lnTo>
                  <a:pt x="1027652" y="682517"/>
                </a:lnTo>
                <a:cubicBezTo>
                  <a:pt x="1029272" y="681946"/>
                  <a:pt x="1030319" y="681470"/>
                  <a:pt x="1031843" y="680422"/>
                </a:cubicBezTo>
                <a:cubicBezTo>
                  <a:pt x="1062800" y="674707"/>
                  <a:pt x="1097375" y="684137"/>
                  <a:pt x="1112520" y="704520"/>
                </a:cubicBezTo>
                <a:cubicBezTo>
                  <a:pt x="1114616" y="707663"/>
                  <a:pt x="1115187" y="709283"/>
                  <a:pt x="1117283" y="712902"/>
                </a:cubicBezTo>
                <a:cubicBezTo>
                  <a:pt x="1118807" y="718141"/>
                  <a:pt x="1122521" y="722903"/>
                  <a:pt x="1128236" y="721856"/>
                </a:cubicBezTo>
                <a:cubicBezTo>
                  <a:pt x="1133475" y="720808"/>
                  <a:pt x="1142429" y="711854"/>
                  <a:pt x="1150715" y="708711"/>
                </a:cubicBezTo>
                <a:cubicBezTo>
                  <a:pt x="1154430" y="706139"/>
                  <a:pt x="1157002" y="703949"/>
                  <a:pt x="1160621" y="700805"/>
                </a:cubicBezTo>
                <a:lnTo>
                  <a:pt x="1163288" y="699758"/>
                </a:lnTo>
                <a:lnTo>
                  <a:pt x="1171099" y="696138"/>
                </a:lnTo>
                <a:lnTo>
                  <a:pt x="1182624" y="690899"/>
                </a:lnTo>
                <a:cubicBezTo>
                  <a:pt x="1199388" y="683565"/>
                  <a:pt x="1226058" y="683565"/>
                  <a:pt x="1247013" y="688804"/>
                </a:cubicBezTo>
                <a:cubicBezTo>
                  <a:pt x="1261682" y="698234"/>
                  <a:pt x="1273207" y="710807"/>
                  <a:pt x="1282637" y="726999"/>
                </a:cubicBezTo>
                <a:lnTo>
                  <a:pt x="1284161" y="730714"/>
                </a:lnTo>
                <a:cubicBezTo>
                  <a:pt x="1285208" y="732333"/>
                  <a:pt x="1286256" y="735476"/>
                  <a:pt x="1287780" y="737572"/>
                </a:cubicBezTo>
                <a:cubicBezTo>
                  <a:pt x="1289399" y="747002"/>
                  <a:pt x="1291971" y="756908"/>
                  <a:pt x="1293019" y="766337"/>
                </a:cubicBezTo>
                <a:lnTo>
                  <a:pt x="1293019" y="770052"/>
                </a:lnTo>
                <a:cubicBezTo>
                  <a:pt x="1293019" y="772148"/>
                  <a:pt x="1292543" y="774243"/>
                  <a:pt x="1293019" y="776910"/>
                </a:cubicBezTo>
                <a:cubicBezTo>
                  <a:pt x="1293590" y="778529"/>
                  <a:pt x="1294067" y="780053"/>
                  <a:pt x="1294638" y="783768"/>
                </a:cubicBezTo>
                <a:cubicBezTo>
                  <a:pt x="1295686" y="788531"/>
                  <a:pt x="1295686" y="793769"/>
                  <a:pt x="1296162" y="798437"/>
                </a:cubicBezTo>
                <a:cubicBezTo>
                  <a:pt x="1296162" y="803675"/>
                  <a:pt x="1296734" y="809390"/>
                  <a:pt x="1297210" y="814629"/>
                </a:cubicBezTo>
                <a:cubicBezTo>
                  <a:pt x="1297781" y="821963"/>
                  <a:pt x="1297210" y="830822"/>
                  <a:pt x="1298258" y="837680"/>
                </a:cubicBezTo>
                <a:cubicBezTo>
                  <a:pt x="1298829" y="844538"/>
                  <a:pt x="1297781" y="876446"/>
                  <a:pt x="1298258" y="882257"/>
                </a:cubicBezTo>
                <a:cubicBezTo>
                  <a:pt x="1298258" y="891210"/>
                  <a:pt x="1299305" y="900545"/>
                  <a:pt x="1299305" y="908450"/>
                </a:cubicBezTo>
                <a:cubicBezTo>
                  <a:pt x="1299305" y="909974"/>
                  <a:pt x="1300353" y="931501"/>
                  <a:pt x="1300353" y="933596"/>
                </a:cubicBezTo>
                <a:lnTo>
                  <a:pt x="1301401" y="940931"/>
                </a:lnTo>
                <a:lnTo>
                  <a:pt x="1298258" y="940359"/>
                </a:lnTo>
                <a:cubicBezTo>
                  <a:pt x="1296734" y="940359"/>
                  <a:pt x="1243775" y="940931"/>
                  <a:pt x="1240631" y="941407"/>
                </a:cubicBezTo>
                <a:lnTo>
                  <a:pt x="1237488" y="941407"/>
                </a:lnTo>
                <a:cubicBezTo>
                  <a:pt x="1237488" y="940931"/>
                  <a:pt x="1238060" y="939883"/>
                  <a:pt x="1238060" y="937216"/>
                </a:cubicBezTo>
                <a:cubicBezTo>
                  <a:pt x="1239107" y="908927"/>
                  <a:pt x="1239107" y="881209"/>
                  <a:pt x="1238536" y="857587"/>
                </a:cubicBezTo>
                <a:cubicBezTo>
                  <a:pt x="1242727" y="838727"/>
                  <a:pt x="1235964" y="753860"/>
                  <a:pt x="1212342" y="738143"/>
                </a:cubicBezTo>
                <a:cubicBezTo>
                  <a:pt x="1199769" y="726618"/>
                  <a:pt x="1183481" y="730238"/>
                  <a:pt x="1169861" y="736048"/>
                </a:cubicBezTo>
                <a:cubicBezTo>
                  <a:pt x="1134809" y="751193"/>
                  <a:pt x="1134237" y="773767"/>
                  <a:pt x="1125855" y="807295"/>
                </a:cubicBezTo>
                <a:cubicBezTo>
                  <a:pt x="1124807" y="811010"/>
                  <a:pt x="1124807" y="915213"/>
                  <a:pt x="1125284" y="918356"/>
                </a:cubicBezTo>
                <a:lnTo>
                  <a:pt x="1125284" y="923024"/>
                </a:lnTo>
                <a:cubicBezTo>
                  <a:pt x="1125855" y="930358"/>
                  <a:pt x="1126903" y="938264"/>
                  <a:pt x="1127379" y="945598"/>
                </a:cubicBezTo>
                <a:lnTo>
                  <a:pt x="1124236" y="947693"/>
                </a:lnTo>
                <a:lnTo>
                  <a:pt x="1121569" y="947693"/>
                </a:lnTo>
                <a:lnTo>
                  <a:pt x="1115854" y="947217"/>
                </a:lnTo>
                <a:cubicBezTo>
                  <a:pt x="1102709" y="947217"/>
                  <a:pt x="1090232" y="947693"/>
                  <a:pt x="1077087" y="947693"/>
                </a:cubicBezTo>
                <a:lnTo>
                  <a:pt x="1071848" y="948170"/>
                </a:lnTo>
                <a:cubicBezTo>
                  <a:pt x="1070801" y="940835"/>
                  <a:pt x="1070229" y="933501"/>
                  <a:pt x="1070229" y="926738"/>
                </a:cubicBezTo>
                <a:cubicBezTo>
                  <a:pt x="1070229" y="925691"/>
                  <a:pt x="1070801" y="924643"/>
                  <a:pt x="1070801" y="923024"/>
                </a:cubicBezTo>
                <a:cubicBezTo>
                  <a:pt x="1070229" y="917213"/>
                  <a:pt x="1071372" y="884257"/>
                  <a:pt x="1072420" y="851300"/>
                </a:cubicBezTo>
                <a:cubicBezTo>
                  <a:pt x="1073468" y="818820"/>
                  <a:pt x="1074039" y="785768"/>
                  <a:pt x="1073468" y="781673"/>
                </a:cubicBezTo>
                <a:cubicBezTo>
                  <a:pt x="1072420" y="775386"/>
                  <a:pt x="1071848" y="769576"/>
                  <a:pt x="1071372" y="764909"/>
                </a:cubicBezTo>
                <a:cubicBezTo>
                  <a:pt x="1068229" y="756050"/>
                  <a:pt x="1065562" y="751764"/>
                  <a:pt x="1060895" y="745001"/>
                </a:cubicBezTo>
                <a:cubicBezTo>
                  <a:pt x="1049369" y="731381"/>
                  <a:pt x="1027367" y="731381"/>
                  <a:pt x="1014794" y="732428"/>
                </a:cubicBezTo>
                <a:cubicBezTo>
                  <a:pt x="992791" y="733476"/>
                  <a:pt x="981837" y="747097"/>
                  <a:pt x="969740" y="763861"/>
                </a:cubicBezTo>
                <a:cubicBezTo>
                  <a:pt x="963930" y="777005"/>
                  <a:pt x="962406" y="792150"/>
                  <a:pt x="961835" y="806247"/>
                </a:cubicBezTo>
                <a:cubicBezTo>
                  <a:pt x="961835" y="820439"/>
                  <a:pt x="961263" y="908355"/>
                  <a:pt x="961835" y="918833"/>
                </a:cubicBezTo>
                <a:cubicBezTo>
                  <a:pt x="962406" y="925691"/>
                  <a:pt x="962406" y="934549"/>
                  <a:pt x="962882" y="942931"/>
                </a:cubicBezTo>
                <a:moveTo>
                  <a:pt x="1128998" y="956552"/>
                </a:moveTo>
                <a:cubicBezTo>
                  <a:pt x="1132618" y="958076"/>
                  <a:pt x="1138428" y="958647"/>
                  <a:pt x="1137857" y="952361"/>
                </a:cubicBezTo>
                <a:cubicBezTo>
                  <a:pt x="1137857" y="942931"/>
                  <a:pt x="1135761" y="932453"/>
                  <a:pt x="1135190" y="922452"/>
                </a:cubicBezTo>
                <a:lnTo>
                  <a:pt x="1135190" y="918737"/>
                </a:lnTo>
                <a:cubicBezTo>
                  <a:pt x="1135190" y="917213"/>
                  <a:pt x="1135190" y="916166"/>
                  <a:pt x="1134618" y="914070"/>
                </a:cubicBezTo>
                <a:cubicBezTo>
                  <a:pt x="1134618" y="914070"/>
                  <a:pt x="1134618" y="811962"/>
                  <a:pt x="1135666" y="809295"/>
                </a:cubicBezTo>
                <a:cubicBezTo>
                  <a:pt x="1140428" y="790436"/>
                  <a:pt x="1144048" y="759003"/>
                  <a:pt x="1164527" y="749573"/>
                </a:cubicBezTo>
                <a:cubicBezTo>
                  <a:pt x="1176052" y="743763"/>
                  <a:pt x="1192816" y="734905"/>
                  <a:pt x="1204913" y="744811"/>
                </a:cubicBezTo>
                <a:lnTo>
                  <a:pt x="1208627" y="748526"/>
                </a:lnTo>
                <a:cubicBezTo>
                  <a:pt x="1223772" y="756336"/>
                  <a:pt x="1233202" y="837584"/>
                  <a:pt x="1228535" y="856920"/>
                </a:cubicBezTo>
                <a:cubicBezTo>
                  <a:pt x="1229106" y="879971"/>
                  <a:pt x="1229106" y="907784"/>
                  <a:pt x="1228058" y="933406"/>
                </a:cubicBezTo>
                <a:cubicBezTo>
                  <a:pt x="1228058" y="935025"/>
                  <a:pt x="1227487" y="936549"/>
                  <a:pt x="1227487" y="939216"/>
                </a:cubicBezTo>
                <a:cubicBezTo>
                  <a:pt x="1227487" y="939788"/>
                  <a:pt x="1227011" y="941312"/>
                  <a:pt x="1225391" y="943407"/>
                </a:cubicBezTo>
                <a:cubicBezTo>
                  <a:pt x="1219105" y="953408"/>
                  <a:pt x="1237964" y="951218"/>
                  <a:pt x="1241679" y="951218"/>
                </a:cubicBezTo>
                <a:cubicBezTo>
                  <a:pt x="1244822" y="950741"/>
                  <a:pt x="1295686" y="950170"/>
                  <a:pt x="1297210" y="950170"/>
                </a:cubicBezTo>
                <a:cubicBezTo>
                  <a:pt x="1302449" y="950741"/>
                  <a:pt x="1308164" y="954361"/>
                  <a:pt x="1311402" y="947027"/>
                </a:cubicBezTo>
                <a:cubicBezTo>
                  <a:pt x="1311974" y="945979"/>
                  <a:pt x="1311974" y="944360"/>
                  <a:pt x="1311974" y="942836"/>
                </a:cubicBezTo>
                <a:lnTo>
                  <a:pt x="1311402" y="937597"/>
                </a:lnTo>
                <a:lnTo>
                  <a:pt x="1310354" y="932358"/>
                </a:lnTo>
                <a:cubicBezTo>
                  <a:pt x="1310354" y="930263"/>
                  <a:pt x="1309307" y="909784"/>
                  <a:pt x="1309307" y="908260"/>
                </a:cubicBezTo>
                <a:cubicBezTo>
                  <a:pt x="1309307" y="900449"/>
                  <a:pt x="1308259" y="890448"/>
                  <a:pt x="1308259" y="881590"/>
                </a:cubicBezTo>
                <a:cubicBezTo>
                  <a:pt x="1307783" y="875875"/>
                  <a:pt x="1308830" y="842347"/>
                  <a:pt x="1308259" y="836060"/>
                </a:cubicBezTo>
                <a:cubicBezTo>
                  <a:pt x="1307211" y="829774"/>
                  <a:pt x="1307783" y="820820"/>
                  <a:pt x="1307211" y="814058"/>
                </a:cubicBezTo>
                <a:cubicBezTo>
                  <a:pt x="1306735" y="808343"/>
                  <a:pt x="1306163" y="802532"/>
                  <a:pt x="1306163" y="797294"/>
                </a:cubicBezTo>
                <a:cubicBezTo>
                  <a:pt x="1305687" y="792055"/>
                  <a:pt x="1305687" y="786816"/>
                  <a:pt x="1304639" y="781577"/>
                </a:cubicBezTo>
                <a:lnTo>
                  <a:pt x="1304068" y="778434"/>
                </a:lnTo>
                <a:cubicBezTo>
                  <a:pt x="1303592" y="777386"/>
                  <a:pt x="1303592" y="776339"/>
                  <a:pt x="1303020" y="774719"/>
                </a:cubicBezTo>
                <a:lnTo>
                  <a:pt x="1303020" y="765861"/>
                </a:lnTo>
                <a:cubicBezTo>
                  <a:pt x="1301972" y="755384"/>
                  <a:pt x="1299401" y="744906"/>
                  <a:pt x="1297781" y="734429"/>
                </a:cubicBezTo>
                <a:cubicBezTo>
                  <a:pt x="1297210" y="732333"/>
                  <a:pt x="1294067" y="728714"/>
                  <a:pt x="1293590" y="726618"/>
                </a:cubicBezTo>
                <a:lnTo>
                  <a:pt x="1290923" y="720808"/>
                </a:lnTo>
                <a:cubicBezTo>
                  <a:pt x="1281017" y="704044"/>
                  <a:pt x="1268444" y="690423"/>
                  <a:pt x="1250061" y="678898"/>
                </a:cubicBezTo>
                <a:cubicBezTo>
                  <a:pt x="1228058" y="673659"/>
                  <a:pt x="1198245" y="673183"/>
                  <a:pt x="1178338" y="681470"/>
                </a:cubicBezTo>
                <a:lnTo>
                  <a:pt x="1166813" y="686708"/>
                </a:lnTo>
                <a:lnTo>
                  <a:pt x="1158431" y="690899"/>
                </a:lnTo>
                <a:lnTo>
                  <a:pt x="1155287" y="692519"/>
                </a:lnTo>
                <a:cubicBezTo>
                  <a:pt x="1151573" y="694043"/>
                  <a:pt x="1149001" y="697757"/>
                  <a:pt x="1145286" y="699853"/>
                </a:cubicBezTo>
                <a:cubicBezTo>
                  <a:pt x="1138523" y="702996"/>
                  <a:pt x="1132142" y="706711"/>
                  <a:pt x="1125950" y="708806"/>
                </a:cubicBezTo>
                <a:lnTo>
                  <a:pt x="1124903" y="706235"/>
                </a:lnTo>
                <a:cubicBezTo>
                  <a:pt x="1123855" y="704615"/>
                  <a:pt x="1123283" y="702520"/>
                  <a:pt x="1120712" y="698329"/>
                </a:cubicBezTo>
                <a:cubicBezTo>
                  <a:pt x="1102424" y="673659"/>
                  <a:pt x="1062038" y="664229"/>
                  <a:pt x="1026890" y="671564"/>
                </a:cubicBezTo>
                <a:lnTo>
                  <a:pt x="1023747" y="673183"/>
                </a:lnTo>
                <a:lnTo>
                  <a:pt x="1018508" y="675278"/>
                </a:lnTo>
                <a:lnTo>
                  <a:pt x="1014317" y="677374"/>
                </a:lnTo>
                <a:lnTo>
                  <a:pt x="1006983" y="680517"/>
                </a:lnTo>
                <a:cubicBezTo>
                  <a:pt x="1003268" y="681565"/>
                  <a:pt x="998125" y="684232"/>
                  <a:pt x="993838" y="686804"/>
                </a:cubicBezTo>
                <a:lnTo>
                  <a:pt x="988028" y="690518"/>
                </a:lnTo>
                <a:cubicBezTo>
                  <a:pt x="985933" y="692138"/>
                  <a:pt x="983837" y="693662"/>
                  <a:pt x="982313" y="694709"/>
                </a:cubicBezTo>
                <a:lnTo>
                  <a:pt x="979646" y="696805"/>
                </a:lnTo>
                <a:cubicBezTo>
                  <a:pt x="979075" y="697376"/>
                  <a:pt x="978027" y="698424"/>
                  <a:pt x="977551" y="699472"/>
                </a:cubicBezTo>
                <a:lnTo>
                  <a:pt x="975932" y="702615"/>
                </a:lnTo>
                <a:cubicBezTo>
                  <a:pt x="974884" y="704139"/>
                  <a:pt x="973836" y="705187"/>
                  <a:pt x="972312" y="705758"/>
                </a:cubicBezTo>
                <a:lnTo>
                  <a:pt x="969645" y="705758"/>
                </a:lnTo>
                <a:cubicBezTo>
                  <a:pt x="969645" y="696805"/>
                  <a:pt x="971740" y="687375"/>
                  <a:pt x="969645" y="678517"/>
                </a:cubicBezTo>
                <a:cubicBezTo>
                  <a:pt x="967550" y="669087"/>
                  <a:pt x="930878" y="676421"/>
                  <a:pt x="926687" y="676993"/>
                </a:cubicBezTo>
                <a:cubicBezTo>
                  <a:pt x="921925" y="677469"/>
                  <a:pt x="917258" y="676993"/>
                  <a:pt x="913543" y="677469"/>
                </a:cubicBezTo>
                <a:lnTo>
                  <a:pt x="902589" y="677469"/>
                </a:lnTo>
                <a:cubicBezTo>
                  <a:pt x="899446" y="678041"/>
                  <a:pt x="893731" y="678041"/>
                  <a:pt x="892112" y="681660"/>
                </a:cubicBezTo>
                <a:cubicBezTo>
                  <a:pt x="887921" y="692138"/>
                  <a:pt x="892683" y="755003"/>
                  <a:pt x="895731" y="771290"/>
                </a:cubicBezTo>
                <a:cubicBezTo>
                  <a:pt x="895731" y="780720"/>
                  <a:pt x="893636" y="905879"/>
                  <a:pt x="894683" y="914832"/>
                </a:cubicBezTo>
                <a:cubicBezTo>
                  <a:pt x="895255" y="923690"/>
                  <a:pt x="893159" y="944645"/>
                  <a:pt x="892112" y="947789"/>
                </a:cubicBezTo>
                <a:cubicBezTo>
                  <a:pt x="889445" y="955694"/>
                  <a:pt x="899446" y="954551"/>
                  <a:pt x="904113" y="954551"/>
                </a:cubicBezTo>
                <a:cubicBezTo>
                  <a:pt x="924020" y="950360"/>
                  <a:pt x="947547" y="951980"/>
                  <a:pt x="967454" y="953504"/>
                </a:cubicBezTo>
                <a:cubicBezTo>
                  <a:pt x="973169" y="954075"/>
                  <a:pt x="973741" y="948265"/>
                  <a:pt x="973169" y="944645"/>
                </a:cubicBezTo>
                <a:cubicBezTo>
                  <a:pt x="972122" y="935787"/>
                  <a:pt x="972122" y="925786"/>
                  <a:pt x="971645" y="918452"/>
                </a:cubicBezTo>
                <a:cubicBezTo>
                  <a:pt x="971074" y="907974"/>
                  <a:pt x="971645" y="820535"/>
                  <a:pt x="972217" y="806342"/>
                </a:cubicBezTo>
                <a:cubicBezTo>
                  <a:pt x="972217" y="792722"/>
                  <a:pt x="973741" y="779101"/>
                  <a:pt x="978503" y="768147"/>
                </a:cubicBezTo>
                <a:cubicBezTo>
                  <a:pt x="988409" y="755003"/>
                  <a:pt x="996887" y="743477"/>
                  <a:pt x="1015175" y="742525"/>
                </a:cubicBezTo>
                <a:cubicBezTo>
                  <a:pt x="1028319" y="741477"/>
                  <a:pt x="1045083" y="742525"/>
                  <a:pt x="1053370" y="751383"/>
                </a:cubicBezTo>
                <a:cubicBezTo>
                  <a:pt x="1057085" y="757098"/>
                  <a:pt x="1058609" y="760813"/>
                  <a:pt x="1061752" y="767576"/>
                </a:cubicBezTo>
                <a:cubicBezTo>
                  <a:pt x="1061752" y="771290"/>
                  <a:pt x="1062323" y="776434"/>
                  <a:pt x="1063371" y="783292"/>
                </a:cubicBezTo>
                <a:cubicBezTo>
                  <a:pt x="1063943" y="785864"/>
                  <a:pt x="1062800" y="817868"/>
                  <a:pt x="1062323" y="850919"/>
                </a:cubicBezTo>
                <a:cubicBezTo>
                  <a:pt x="1061276" y="884447"/>
                  <a:pt x="1060228" y="917975"/>
                  <a:pt x="1060228" y="923690"/>
                </a:cubicBezTo>
                <a:cubicBezTo>
                  <a:pt x="1058132" y="926834"/>
                  <a:pt x="1061847" y="949408"/>
                  <a:pt x="1061847" y="953027"/>
                </a:cubicBezTo>
                <a:cubicBezTo>
                  <a:pt x="1062419" y="958266"/>
                  <a:pt x="1068610" y="958266"/>
                  <a:pt x="1071753" y="958266"/>
                </a:cubicBezTo>
                <a:lnTo>
                  <a:pt x="1077563" y="957790"/>
                </a:lnTo>
                <a:cubicBezTo>
                  <a:pt x="1090136" y="957790"/>
                  <a:pt x="1102709" y="957218"/>
                  <a:pt x="1115282" y="957218"/>
                </a:cubicBezTo>
                <a:lnTo>
                  <a:pt x="1122045" y="957790"/>
                </a:lnTo>
                <a:lnTo>
                  <a:pt x="1125188" y="957790"/>
                </a:lnTo>
                <a:cubicBezTo>
                  <a:pt x="1125760" y="957790"/>
                  <a:pt x="1126808" y="957790"/>
                  <a:pt x="1128903" y="956742"/>
                </a:cubicBezTo>
                <a:moveTo>
                  <a:pt x="688277" y="719474"/>
                </a:moveTo>
                <a:cubicBezTo>
                  <a:pt x="688848" y="708997"/>
                  <a:pt x="690372" y="697948"/>
                  <a:pt x="689324" y="686994"/>
                </a:cubicBezTo>
                <a:lnTo>
                  <a:pt x="691420" y="687566"/>
                </a:lnTo>
                <a:cubicBezTo>
                  <a:pt x="694563" y="687566"/>
                  <a:pt x="699802" y="686518"/>
                  <a:pt x="703993" y="687566"/>
                </a:cubicBezTo>
                <a:lnTo>
                  <a:pt x="712375" y="687566"/>
                </a:lnTo>
                <a:cubicBezTo>
                  <a:pt x="732282" y="686518"/>
                  <a:pt x="727615" y="676040"/>
                  <a:pt x="730187" y="658800"/>
                </a:cubicBezTo>
                <a:lnTo>
                  <a:pt x="730187" y="653561"/>
                </a:lnTo>
                <a:lnTo>
                  <a:pt x="730758" y="649847"/>
                </a:lnTo>
                <a:cubicBezTo>
                  <a:pt x="731806" y="646227"/>
                  <a:pt x="734378" y="630987"/>
                  <a:pt x="737045" y="627844"/>
                </a:cubicBezTo>
                <a:cubicBezTo>
                  <a:pt x="741807" y="619462"/>
                  <a:pt x="747998" y="612604"/>
                  <a:pt x="755904" y="604793"/>
                </a:cubicBezTo>
                <a:cubicBezTo>
                  <a:pt x="760571" y="600126"/>
                  <a:pt x="763715" y="597459"/>
                  <a:pt x="770096" y="593840"/>
                </a:cubicBezTo>
                <a:cubicBezTo>
                  <a:pt x="772763" y="591744"/>
                  <a:pt x="775811" y="590125"/>
                  <a:pt x="778478" y="588601"/>
                </a:cubicBezTo>
                <a:cubicBezTo>
                  <a:pt x="784288" y="586505"/>
                  <a:pt x="789432" y="586505"/>
                  <a:pt x="795242" y="583838"/>
                </a:cubicBezTo>
                <a:cubicBezTo>
                  <a:pt x="807815" y="583838"/>
                  <a:pt x="830866" y="579171"/>
                  <a:pt x="842391" y="585934"/>
                </a:cubicBezTo>
                <a:lnTo>
                  <a:pt x="845058" y="586982"/>
                </a:lnTo>
                <a:lnTo>
                  <a:pt x="847725" y="587553"/>
                </a:lnTo>
                <a:cubicBezTo>
                  <a:pt x="846677" y="595364"/>
                  <a:pt x="846677" y="603269"/>
                  <a:pt x="846677" y="610032"/>
                </a:cubicBezTo>
                <a:lnTo>
                  <a:pt x="847249" y="626796"/>
                </a:lnTo>
                <a:cubicBezTo>
                  <a:pt x="841438" y="625748"/>
                  <a:pt x="835724" y="624701"/>
                  <a:pt x="829437" y="624701"/>
                </a:cubicBezTo>
                <a:cubicBezTo>
                  <a:pt x="801148" y="625748"/>
                  <a:pt x="784955" y="647751"/>
                  <a:pt x="791242" y="677088"/>
                </a:cubicBezTo>
                <a:cubicBezTo>
                  <a:pt x="791242" y="677564"/>
                  <a:pt x="792861" y="679660"/>
                  <a:pt x="795433" y="682803"/>
                </a:cubicBezTo>
                <a:lnTo>
                  <a:pt x="797528" y="683851"/>
                </a:lnTo>
                <a:cubicBezTo>
                  <a:pt x="797528" y="683851"/>
                  <a:pt x="814292" y="687566"/>
                  <a:pt x="822103" y="688042"/>
                </a:cubicBezTo>
                <a:cubicBezTo>
                  <a:pt x="828865" y="688613"/>
                  <a:pt x="835247" y="689661"/>
                  <a:pt x="842486" y="689661"/>
                </a:cubicBezTo>
                <a:lnTo>
                  <a:pt x="841915" y="695948"/>
                </a:lnTo>
                <a:cubicBezTo>
                  <a:pt x="841915" y="705377"/>
                  <a:pt x="841343" y="715283"/>
                  <a:pt x="841343" y="726332"/>
                </a:cubicBezTo>
                <a:cubicBezTo>
                  <a:pt x="836676" y="725761"/>
                  <a:pt x="831913" y="724713"/>
                  <a:pt x="827151" y="724237"/>
                </a:cubicBezTo>
                <a:cubicBezTo>
                  <a:pt x="818293" y="723189"/>
                  <a:pt x="810959" y="725856"/>
                  <a:pt x="802577" y="725856"/>
                </a:cubicBezTo>
                <a:cubicBezTo>
                  <a:pt x="800481" y="725856"/>
                  <a:pt x="798386" y="727380"/>
                  <a:pt x="796862" y="728999"/>
                </a:cubicBezTo>
                <a:cubicBezTo>
                  <a:pt x="795814" y="729571"/>
                  <a:pt x="795242" y="730523"/>
                  <a:pt x="795242" y="730523"/>
                </a:cubicBezTo>
                <a:lnTo>
                  <a:pt x="793623" y="733190"/>
                </a:lnTo>
                <a:cubicBezTo>
                  <a:pt x="790956" y="748335"/>
                  <a:pt x="790956" y="762527"/>
                  <a:pt x="790956" y="777672"/>
                </a:cubicBezTo>
                <a:cubicBezTo>
                  <a:pt x="790956" y="789197"/>
                  <a:pt x="793623" y="801294"/>
                  <a:pt x="793052" y="812248"/>
                </a:cubicBezTo>
                <a:cubicBezTo>
                  <a:pt x="793052" y="814343"/>
                  <a:pt x="792480" y="817487"/>
                  <a:pt x="792480" y="819582"/>
                </a:cubicBezTo>
                <a:lnTo>
                  <a:pt x="793052" y="822725"/>
                </a:lnTo>
                <a:cubicBezTo>
                  <a:pt x="793623" y="827964"/>
                  <a:pt x="793052" y="833774"/>
                  <a:pt x="793052" y="839013"/>
                </a:cubicBezTo>
                <a:cubicBezTo>
                  <a:pt x="793052" y="857873"/>
                  <a:pt x="793052" y="880923"/>
                  <a:pt x="792004" y="902354"/>
                </a:cubicBezTo>
                <a:cubicBezTo>
                  <a:pt x="791432" y="908641"/>
                  <a:pt x="791432" y="915975"/>
                  <a:pt x="792004" y="922738"/>
                </a:cubicBezTo>
                <a:cubicBezTo>
                  <a:pt x="792575" y="926929"/>
                  <a:pt x="794099" y="931596"/>
                  <a:pt x="794099" y="936359"/>
                </a:cubicBezTo>
                <a:lnTo>
                  <a:pt x="794099" y="944264"/>
                </a:lnTo>
                <a:cubicBezTo>
                  <a:pt x="778859" y="944741"/>
                  <a:pt x="763715" y="945312"/>
                  <a:pt x="747998" y="945788"/>
                </a:cubicBezTo>
                <a:cubicBezTo>
                  <a:pt x="745427" y="945217"/>
                  <a:pt x="741712" y="944741"/>
                  <a:pt x="738092" y="945217"/>
                </a:cubicBezTo>
                <a:cubicBezTo>
                  <a:pt x="736473" y="945217"/>
                  <a:pt x="734378" y="945788"/>
                  <a:pt x="732854" y="945788"/>
                </a:cubicBezTo>
                <a:lnTo>
                  <a:pt x="733425" y="942645"/>
                </a:lnTo>
                <a:cubicBezTo>
                  <a:pt x="733425" y="939978"/>
                  <a:pt x="733425" y="936835"/>
                  <a:pt x="732377" y="933215"/>
                </a:cubicBezTo>
                <a:cubicBezTo>
                  <a:pt x="733997" y="922262"/>
                  <a:pt x="731330" y="911213"/>
                  <a:pt x="732377" y="900735"/>
                </a:cubicBezTo>
                <a:cubicBezTo>
                  <a:pt x="732377" y="894925"/>
                  <a:pt x="731806" y="889781"/>
                  <a:pt x="731330" y="884543"/>
                </a:cubicBezTo>
                <a:cubicBezTo>
                  <a:pt x="730282" y="868826"/>
                  <a:pt x="732377" y="854158"/>
                  <a:pt x="730758" y="834727"/>
                </a:cubicBezTo>
                <a:cubicBezTo>
                  <a:pt x="730187" y="829488"/>
                  <a:pt x="730187" y="791293"/>
                  <a:pt x="730187" y="785483"/>
                </a:cubicBezTo>
                <a:cubicBezTo>
                  <a:pt x="730187" y="780244"/>
                  <a:pt x="731806" y="773957"/>
                  <a:pt x="731806" y="768147"/>
                </a:cubicBezTo>
                <a:cubicBezTo>
                  <a:pt x="731234" y="759765"/>
                  <a:pt x="731806" y="753479"/>
                  <a:pt x="731234" y="744049"/>
                </a:cubicBezTo>
                <a:cubicBezTo>
                  <a:pt x="731234" y="743001"/>
                  <a:pt x="730663" y="741477"/>
                  <a:pt x="730663" y="740334"/>
                </a:cubicBezTo>
                <a:lnTo>
                  <a:pt x="729615" y="735667"/>
                </a:lnTo>
                <a:lnTo>
                  <a:pt x="727996" y="730428"/>
                </a:lnTo>
                <a:cubicBezTo>
                  <a:pt x="726377" y="724713"/>
                  <a:pt x="707612" y="723665"/>
                  <a:pt x="702374" y="724713"/>
                </a:cubicBezTo>
                <a:cubicBezTo>
                  <a:pt x="698659" y="724142"/>
                  <a:pt x="695039" y="724713"/>
                  <a:pt x="691420" y="724713"/>
                </a:cubicBezTo>
                <a:lnTo>
                  <a:pt x="688277" y="725285"/>
                </a:lnTo>
                <a:lnTo>
                  <a:pt x="688277" y="719570"/>
                </a:lnTo>
                <a:close/>
                <a:moveTo>
                  <a:pt x="718185" y="676517"/>
                </a:moveTo>
                <a:cubicBezTo>
                  <a:pt x="714470" y="677564"/>
                  <a:pt x="710279" y="677088"/>
                  <a:pt x="705040" y="677564"/>
                </a:cubicBezTo>
                <a:cubicBezTo>
                  <a:pt x="700850" y="676517"/>
                  <a:pt x="696087" y="677088"/>
                  <a:pt x="691420" y="677088"/>
                </a:cubicBezTo>
                <a:cubicBezTo>
                  <a:pt x="687229" y="677088"/>
                  <a:pt x="676180" y="674421"/>
                  <a:pt x="678275" y="682803"/>
                </a:cubicBezTo>
                <a:cubicBezTo>
                  <a:pt x="681419" y="694805"/>
                  <a:pt x="678847" y="707378"/>
                  <a:pt x="678275" y="719474"/>
                </a:cubicBezTo>
                <a:cubicBezTo>
                  <a:pt x="677704" y="726332"/>
                  <a:pt x="676180" y="733571"/>
                  <a:pt x="685038" y="735191"/>
                </a:cubicBezTo>
                <a:cubicBezTo>
                  <a:pt x="696563" y="735762"/>
                  <a:pt x="707612" y="733571"/>
                  <a:pt x="719138" y="736238"/>
                </a:cubicBezTo>
                <a:cubicBezTo>
                  <a:pt x="720185" y="738810"/>
                  <a:pt x="721233" y="743096"/>
                  <a:pt x="721233" y="744620"/>
                </a:cubicBezTo>
                <a:cubicBezTo>
                  <a:pt x="721805" y="754050"/>
                  <a:pt x="721233" y="759765"/>
                  <a:pt x="721805" y="768719"/>
                </a:cubicBezTo>
                <a:cubicBezTo>
                  <a:pt x="721805" y="774434"/>
                  <a:pt x="720281" y="780244"/>
                  <a:pt x="720281" y="785959"/>
                </a:cubicBezTo>
                <a:cubicBezTo>
                  <a:pt x="720281" y="789674"/>
                  <a:pt x="720281" y="829964"/>
                  <a:pt x="720852" y="835775"/>
                </a:cubicBezTo>
                <a:cubicBezTo>
                  <a:pt x="722376" y="854634"/>
                  <a:pt x="720281" y="869303"/>
                  <a:pt x="721328" y="885019"/>
                </a:cubicBezTo>
                <a:cubicBezTo>
                  <a:pt x="721900" y="890258"/>
                  <a:pt x="722376" y="895020"/>
                  <a:pt x="722376" y="899687"/>
                </a:cubicBezTo>
                <a:cubicBezTo>
                  <a:pt x="721328" y="910736"/>
                  <a:pt x="723995" y="922262"/>
                  <a:pt x="721805" y="932739"/>
                </a:cubicBezTo>
                <a:cubicBezTo>
                  <a:pt x="721233" y="935882"/>
                  <a:pt x="723900" y="939026"/>
                  <a:pt x="722376" y="945312"/>
                </a:cubicBezTo>
                <a:lnTo>
                  <a:pt x="721805" y="947408"/>
                </a:lnTo>
                <a:lnTo>
                  <a:pt x="721805" y="949979"/>
                </a:lnTo>
                <a:cubicBezTo>
                  <a:pt x="723900" y="959409"/>
                  <a:pt x="731806" y="955790"/>
                  <a:pt x="739140" y="955218"/>
                </a:cubicBezTo>
                <a:cubicBezTo>
                  <a:pt x="741807" y="954647"/>
                  <a:pt x="744379" y="955218"/>
                  <a:pt x="747522" y="955790"/>
                </a:cubicBezTo>
                <a:cubicBezTo>
                  <a:pt x="747522" y="955790"/>
                  <a:pt x="780002" y="955218"/>
                  <a:pt x="783717" y="954742"/>
                </a:cubicBezTo>
                <a:cubicBezTo>
                  <a:pt x="803624" y="953218"/>
                  <a:pt x="806768" y="958457"/>
                  <a:pt x="804101" y="935406"/>
                </a:cubicBezTo>
                <a:cubicBezTo>
                  <a:pt x="804101" y="930644"/>
                  <a:pt x="802481" y="926453"/>
                  <a:pt x="802005" y="922262"/>
                </a:cubicBezTo>
                <a:cubicBezTo>
                  <a:pt x="801434" y="915975"/>
                  <a:pt x="801434" y="908641"/>
                  <a:pt x="802005" y="902831"/>
                </a:cubicBezTo>
                <a:cubicBezTo>
                  <a:pt x="803053" y="881399"/>
                  <a:pt x="803053" y="857777"/>
                  <a:pt x="803053" y="838918"/>
                </a:cubicBezTo>
                <a:cubicBezTo>
                  <a:pt x="803053" y="833108"/>
                  <a:pt x="803624" y="826821"/>
                  <a:pt x="803053" y="821106"/>
                </a:cubicBezTo>
                <a:lnTo>
                  <a:pt x="802481" y="818534"/>
                </a:lnTo>
                <a:cubicBezTo>
                  <a:pt x="802481" y="817010"/>
                  <a:pt x="803053" y="814343"/>
                  <a:pt x="803053" y="812724"/>
                </a:cubicBezTo>
                <a:cubicBezTo>
                  <a:pt x="803624" y="801199"/>
                  <a:pt x="800957" y="789197"/>
                  <a:pt x="800957" y="777672"/>
                </a:cubicBezTo>
                <a:cubicBezTo>
                  <a:pt x="800957" y="763480"/>
                  <a:pt x="800957" y="750431"/>
                  <a:pt x="804101" y="736334"/>
                </a:cubicBezTo>
                <a:cubicBezTo>
                  <a:pt x="805720" y="735762"/>
                  <a:pt x="808292" y="735762"/>
                  <a:pt x="810387" y="735286"/>
                </a:cubicBezTo>
                <a:cubicBezTo>
                  <a:pt x="823532" y="732714"/>
                  <a:pt x="829723" y="735857"/>
                  <a:pt x="841820" y="736334"/>
                </a:cubicBezTo>
                <a:cubicBezTo>
                  <a:pt x="853345" y="736905"/>
                  <a:pt x="851249" y="732143"/>
                  <a:pt x="851249" y="724808"/>
                </a:cubicBezTo>
                <a:cubicBezTo>
                  <a:pt x="851249" y="715379"/>
                  <a:pt x="851821" y="705473"/>
                  <a:pt x="851821" y="696043"/>
                </a:cubicBezTo>
                <a:cubicBezTo>
                  <a:pt x="851821" y="692900"/>
                  <a:pt x="852297" y="689185"/>
                  <a:pt x="852297" y="686613"/>
                </a:cubicBezTo>
                <a:cubicBezTo>
                  <a:pt x="852297" y="682422"/>
                  <a:pt x="851249" y="677660"/>
                  <a:pt x="843915" y="679755"/>
                </a:cubicBezTo>
                <a:cubicBezTo>
                  <a:pt x="837152" y="678707"/>
                  <a:pt x="829723" y="678707"/>
                  <a:pt x="822484" y="678136"/>
                </a:cubicBezTo>
                <a:cubicBezTo>
                  <a:pt x="816197" y="677564"/>
                  <a:pt x="804672" y="674993"/>
                  <a:pt x="800957" y="674993"/>
                </a:cubicBezTo>
                <a:cubicBezTo>
                  <a:pt x="795719" y="650894"/>
                  <a:pt x="807815" y="635178"/>
                  <a:pt x="829247" y="635178"/>
                </a:cubicBezTo>
                <a:cubicBezTo>
                  <a:pt x="837152" y="635178"/>
                  <a:pt x="844487" y="636226"/>
                  <a:pt x="851249" y="637274"/>
                </a:cubicBezTo>
                <a:cubicBezTo>
                  <a:pt x="854869" y="637845"/>
                  <a:pt x="856964" y="635654"/>
                  <a:pt x="856964" y="632606"/>
                </a:cubicBezTo>
                <a:cubicBezTo>
                  <a:pt x="856964" y="616319"/>
                  <a:pt x="855345" y="601174"/>
                  <a:pt x="858012" y="584886"/>
                </a:cubicBezTo>
                <a:cubicBezTo>
                  <a:pt x="859060" y="579647"/>
                  <a:pt x="850678" y="578028"/>
                  <a:pt x="846487" y="576980"/>
                </a:cubicBezTo>
                <a:cubicBezTo>
                  <a:pt x="831818" y="568122"/>
                  <a:pt x="810387" y="574409"/>
                  <a:pt x="794099" y="573361"/>
                </a:cubicBezTo>
                <a:lnTo>
                  <a:pt x="791432" y="574409"/>
                </a:lnTo>
                <a:cubicBezTo>
                  <a:pt x="786194" y="576980"/>
                  <a:pt x="780479" y="576980"/>
                  <a:pt x="774097" y="579076"/>
                </a:cubicBezTo>
                <a:cubicBezTo>
                  <a:pt x="770954" y="580695"/>
                  <a:pt x="767810" y="582695"/>
                  <a:pt x="764667" y="584791"/>
                </a:cubicBezTo>
                <a:cubicBezTo>
                  <a:pt x="757333" y="588982"/>
                  <a:pt x="753713" y="592125"/>
                  <a:pt x="748379" y="597364"/>
                </a:cubicBezTo>
                <a:cubicBezTo>
                  <a:pt x="741045" y="605270"/>
                  <a:pt x="733711" y="613080"/>
                  <a:pt x="728472" y="622510"/>
                </a:cubicBezTo>
                <a:cubicBezTo>
                  <a:pt x="725329" y="626701"/>
                  <a:pt x="720662" y="644513"/>
                  <a:pt x="720090" y="649751"/>
                </a:cubicBezTo>
                <a:lnTo>
                  <a:pt x="720090" y="658705"/>
                </a:lnTo>
                <a:cubicBezTo>
                  <a:pt x="719042" y="665468"/>
                  <a:pt x="719042" y="671278"/>
                  <a:pt x="717995" y="676517"/>
                </a:cubicBezTo>
                <a:moveTo>
                  <a:pt x="583883" y="944741"/>
                </a:moveTo>
                <a:cubicBezTo>
                  <a:pt x="584359" y="938930"/>
                  <a:pt x="584930" y="932739"/>
                  <a:pt x="584359" y="926929"/>
                </a:cubicBezTo>
                <a:cubicBezTo>
                  <a:pt x="583883" y="923214"/>
                  <a:pt x="579692" y="918071"/>
                  <a:pt x="575501" y="920642"/>
                </a:cubicBezTo>
                <a:cubicBezTo>
                  <a:pt x="551879" y="933787"/>
                  <a:pt x="528352" y="951027"/>
                  <a:pt x="500063" y="951503"/>
                </a:cubicBezTo>
                <a:lnTo>
                  <a:pt x="492728" y="950456"/>
                </a:lnTo>
                <a:cubicBezTo>
                  <a:pt x="485870" y="951027"/>
                  <a:pt x="479108" y="947789"/>
                  <a:pt x="472821" y="947312"/>
                </a:cubicBezTo>
                <a:cubicBezTo>
                  <a:pt x="465487" y="946741"/>
                  <a:pt x="457105" y="947312"/>
                  <a:pt x="450342" y="945217"/>
                </a:cubicBezTo>
                <a:cubicBezTo>
                  <a:pt x="445580" y="944169"/>
                  <a:pt x="438341" y="939407"/>
                  <a:pt x="435102" y="936359"/>
                </a:cubicBezTo>
                <a:lnTo>
                  <a:pt x="431483" y="933215"/>
                </a:lnTo>
                <a:cubicBezTo>
                  <a:pt x="427292" y="929024"/>
                  <a:pt x="424625" y="926929"/>
                  <a:pt x="422529" y="925405"/>
                </a:cubicBezTo>
                <a:cubicBezTo>
                  <a:pt x="419862" y="922738"/>
                  <a:pt x="418910" y="919595"/>
                  <a:pt x="415671" y="917023"/>
                </a:cubicBezTo>
                <a:cubicBezTo>
                  <a:pt x="414623" y="914356"/>
                  <a:pt x="413575" y="912356"/>
                  <a:pt x="413004" y="910165"/>
                </a:cubicBezTo>
                <a:lnTo>
                  <a:pt x="409385" y="903878"/>
                </a:lnTo>
                <a:cubicBezTo>
                  <a:pt x="407765" y="899687"/>
                  <a:pt x="406241" y="897116"/>
                  <a:pt x="405194" y="893877"/>
                </a:cubicBezTo>
                <a:cubicBezTo>
                  <a:pt x="405765" y="891782"/>
                  <a:pt x="405765" y="889686"/>
                  <a:pt x="405194" y="888162"/>
                </a:cubicBezTo>
                <a:lnTo>
                  <a:pt x="403098" y="881304"/>
                </a:lnTo>
                <a:cubicBezTo>
                  <a:pt x="402526" y="877113"/>
                  <a:pt x="402050" y="871303"/>
                  <a:pt x="402050" y="867683"/>
                </a:cubicBezTo>
                <a:cubicBezTo>
                  <a:pt x="402050" y="863492"/>
                  <a:pt x="402622" y="749288"/>
                  <a:pt x="403670" y="738810"/>
                </a:cubicBezTo>
                <a:cubicBezTo>
                  <a:pt x="405289" y="724142"/>
                  <a:pt x="406241" y="709473"/>
                  <a:pt x="406241" y="695281"/>
                </a:cubicBezTo>
                <a:lnTo>
                  <a:pt x="406241" y="691090"/>
                </a:lnTo>
                <a:lnTo>
                  <a:pt x="414147" y="691090"/>
                </a:lnTo>
                <a:cubicBezTo>
                  <a:pt x="414147" y="691090"/>
                  <a:pt x="457105" y="690042"/>
                  <a:pt x="460248" y="690042"/>
                </a:cubicBezTo>
                <a:lnTo>
                  <a:pt x="463963" y="692614"/>
                </a:lnTo>
                <a:cubicBezTo>
                  <a:pt x="463391" y="702615"/>
                  <a:pt x="463963" y="711950"/>
                  <a:pt x="463391" y="720903"/>
                </a:cubicBezTo>
                <a:lnTo>
                  <a:pt x="462344" y="765956"/>
                </a:lnTo>
                <a:lnTo>
                  <a:pt x="461772" y="795293"/>
                </a:lnTo>
                <a:lnTo>
                  <a:pt x="461772" y="807866"/>
                </a:lnTo>
                <a:cubicBezTo>
                  <a:pt x="461772" y="810438"/>
                  <a:pt x="462344" y="810438"/>
                  <a:pt x="462344" y="811581"/>
                </a:cubicBezTo>
                <a:lnTo>
                  <a:pt x="462915" y="812629"/>
                </a:lnTo>
                <a:lnTo>
                  <a:pt x="462915" y="821582"/>
                </a:lnTo>
                <a:cubicBezTo>
                  <a:pt x="462344" y="826250"/>
                  <a:pt x="462344" y="831012"/>
                  <a:pt x="462915" y="835679"/>
                </a:cubicBezTo>
                <a:cubicBezTo>
                  <a:pt x="464534" y="860349"/>
                  <a:pt x="467106" y="882828"/>
                  <a:pt x="487013" y="896449"/>
                </a:cubicBezTo>
                <a:cubicBezTo>
                  <a:pt x="497015" y="905307"/>
                  <a:pt x="522637" y="908450"/>
                  <a:pt x="536258" y="908450"/>
                </a:cubicBezTo>
                <a:cubicBezTo>
                  <a:pt x="558260" y="905879"/>
                  <a:pt x="567690" y="893306"/>
                  <a:pt x="575501" y="879113"/>
                </a:cubicBezTo>
                <a:cubicBezTo>
                  <a:pt x="576548" y="878066"/>
                  <a:pt x="576548" y="877018"/>
                  <a:pt x="577120" y="875970"/>
                </a:cubicBezTo>
                <a:lnTo>
                  <a:pt x="578644" y="871303"/>
                </a:lnTo>
                <a:lnTo>
                  <a:pt x="580739" y="866064"/>
                </a:lnTo>
                <a:cubicBezTo>
                  <a:pt x="581787" y="863969"/>
                  <a:pt x="582359" y="861397"/>
                  <a:pt x="582835" y="858730"/>
                </a:cubicBezTo>
                <a:lnTo>
                  <a:pt x="584359" y="853015"/>
                </a:lnTo>
                <a:lnTo>
                  <a:pt x="585978" y="849872"/>
                </a:lnTo>
                <a:cubicBezTo>
                  <a:pt x="586550" y="848348"/>
                  <a:pt x="587026" y="847205"/>
                  <a:pt x="587026" y="845681"/>
                </a:cubicBezTo>
                <a:lnTo>
                  <a:pt x="588645" y="834155"/>
                </a:lnTo>
                <a:cubicBezTo>
                  <a:pt x="591217" y="818439"/>
                  <a:pt x="587026" y="732524"/>
                  <a:pt x="587026" y="730428"/>
                </a:cubicBezTo>
                <a:cubicBezTo>
                  <a:pt x="585978" y="719951"/>
                  <a:pt x="586454" y="708997"/>
                  <a:pt x="585978" y="698996"/>
                </a:cubicBezTo>
                <a:cubicBezTo>
                  <a:pt x="585978" y="697948"/>
                  <a:pt x="585407" y="696900"/>
                  <a:pt x="585407" y="693757"/>
                </a:cubicBezTo>
                <a:lnTo>
                  <a:pt x="585407" y="690137"/>
                </a:lnTo>
                <a:cubicBezTo>
                  <a:pt x="587502" y="690614"/>
                  <a:pt x="598551" y="690137"/>
                  <a:pt x="609505" y="689566"/>
                </a:cubicBezTo>
                <a:lnTo>
                  <a:pt x="641509" y="688518"/>
                </a:lnTo>
                <a:lnTo>
                  <a:pt x="641509" y="694233"/>
                </a:lnTo>
                <a:cubicBezTo>
                  <a:pt x="641509" y="708902"/>
                  <a:pt x="638365" y="725189"/>
                  <a:pt x="640937" y="739286"/>
                </a:cubicBezTo>
                <a:cubicBezTo>
                  <a:pt x="641509" y="753955"/>
                  <a:pt x="640366" y="883304"/>
                  <a:pt x="642557" y="901116"/>
                </a:cubicBezTo>
                <a:cubicBezTo>
                  <a:pt x="644652" y="908450"/>
                  <a:pt x="641509" y="936168"/>
                  <a:pt x="640937" y="945693"/>
                </a:cubicBezTo>
                <a:lnTo>
                  <a:pt x="636175" y="945693"/>
                </a:lnTo>
                <a:cubicBezTo>
                  <a:pt x="628364" y="945693"/>
                  <a:pt x="620935" y="946169"/>
                  <a:pt x="613124" y="945693"/>
                </a:cubicBezTo>
                <a:lnTo>
                  <a:pt x="599980" y="944645"/>
                </a:lnTo>
                <a:cubicBezTo>
                  <a:pt x="595313" y="944645"/>
                  <a:pt x="589502" y="944169"/>
                  <a:pt x="583787" y="944645"/>
                </a:cubicBezTo>
                <a:moveTo>
                  <a:pt x="409861" y="925310"/>
                </a:moveTo>
                <a:cubicBezTo>
                  <a:pt x="412433" y="931120"/>
                  <a:pt x="419291" y="935787"/>
                  <a:pt x="424529" y="939978"/>
                </a:cubicBezTo>
                <a:lnTo>
                  <a:pt x="428149" y="943598"/>
                </a:lnTo>
                <a:cubicBezTo>
                  <a:pt x="432340" y="947312"/>
                  <a:pt x="440722" y="953027"/>
                  <a:pt x="447008" y="954551"/>
                </a:cubicBezTo>
                <a:cubicBezTo>
                  <a:pt x="454914" y="957218"/>
                  <a:pt x="463772" y="956075"/>
                  <a:pt x="471583" y="957218"/>
                </a:cubicBezTo>
                <a:cubicBezTo>
                  <a:pt x="478441" y="957790"/>
                  <a:pt x="485204" y="960933"/>
                  <a:pt x="492538" y="960362"/>
                </a:cubicBezTo>
                <a:lnTo>
                  <a:pt x="499396" y="961409"/>
                </a:lnTo>
                <a:cubicBezTo>
                  <a:pt x="523970" y="961409"/>
                  <a:pt x="558070" y="946741"/>
                  <a:pt x="574358" y="927881"/>
                </a:cubicBezTo>
                <a:cubicBezTo>
                  <a:pt x="574929" y="934168"/>
                  <a:pt x="573786" y="941026"/>
                  <a:pt x="573786" y="947217"/>
                </a:cubicBezTo>
                <a:lnTo>
                  <a:pt x="573215" y="949789"/>
                </a:lnTo>
                <a:cubicBezTo>
                  <a:pt x="573215" y="956075"/>
                  <a:pt x="577406" y="956075"/>
                  <a:pt x="582168" y="955028"/>
                </a:cubicBezTo>
                <a:cubicBezTo>
                  <a:pt x="587407" y="953980"/>
                  <a:pt x="593122" y="954456"/>
                  <a:pt x="599408" y="954456"/>
                </a:cubicBezTo>
                <a:lnTo>
                  <a:pt x="612553" y="955504"/>
                </a:lnTo>
                <a:cubicBezTo>
                  <a:pt x="620935" y="955980"/>
                  <a:pt x="628269" y="955504"/>
                  <a:pt x="636080" y="955504"/>
                </a:cubicBezTo>
                <a:cubicBezTo>
                  <a:pt x="640842" y="955504"/>
                  <a:pt x="651320" y="960171"/>
                  <a:pt x="651320" y="951789"/>
                </a:cubicBezTo>
                <a:cubicBezTo>
                  <a:pt x="650272" y="937597"/>
                  <a:pt x="655511" y="909403"/>
                  <a:pt x="652367" y="898354"/>
                </a:cubicBezTo>
                <a:cubicBezTo>
                  <a:pt x="650272" y="879971"/>
                  <a:pt x="651796" y="750050"/>
                  <a:pt x="650748" y="737477"/>
                </a:cubicBezTo>
                <a:cubicBezTo>
                  <a:pt x="648653" y="724332"/>
                  <a:pt x="651320" y="708140"/>
                  <a:pt x="651796" y="694519"/>
                </a:cubicBezTo>
                <a:cubicBezTo>
                  <a:pt x="651796" y="681946"/>
                  <a:pt x="652367" y="678326"/>
                  <a:pt x="639794" y="678326"/>
                </a:cubicBezTo>
                <a:lnTo>
                  <a:pt x="608838" y="679374"/>
                </a:lnTo>
                <a:cubicBezTo>
                  <a:pt x="596837" y="679946"/>
                  <a:pt x="587407" y="679946"/>
                  <a:pt x="586835" y="679946"/>
                </a:cubicBezTo>
                <a:cubicBezTo>
                  <a:pt x="579501" y="678898"/>
                  <a:pt x="577406" y="677850"/>
                  <a:pt x="574262" y="684613"/>
                </a:cubicBezTo>
                <a:lnTo>
                  <a:pt x="575310" y="691947"/>
                </a:lnTo>
                <a:cubicBezTo>
                  <a:pt x="574739" y="693471"/>
                  <a:pt x="575310" y="695662"/>
                  <a:pt x="575882" y="699281"/>
                </a:cubicBezTo>
                <a:cubicBezTo>
                  <a:pt x="576453" y="709283"/>
                  <a:pt x="575882" y="720713"/>
                  <a:pt x="576929" y="731190"/>
                </a:cubicBezTo>
                <a:cubicBezTo>
                  <a:pt x="576929" y="733762"/>
                  <a:pt x="580549" y="819773"/>
                  <a:pt x="578453" y="832250"/>
                </a:cubicBezTo>
                <a:lnTo>
                  <a:pt x="576358" y="845395"/>
                </a:lnTo>
                <a:lnTo>
                  <a:pt x="574262" y="849586"/>
                </a:lnTo>
                <a:lnTo>
                  <a:pt x="573215" y="855872"/>
                </a:lnTo>
                <a:cubicBezTo>
                  <a:pt x="572643" y="858444"/>
                  <a:pt x="571595" y="860063"/>
                  <a:pt x="571119" y="861683"/>
                </a:cubicBezTo>
                <a:lnTo>
                  <a:pt x="569024" y="867398"/>
                </a:lnTo>
                <a:cubicBezTo>
                  <a:pt x="568452" y="868445"/>
                  <a:pt x="567976" y="869969"/>
                  <a:pt x="567976" y="871112"/>
                </a:cubicBezTo>
                <a:lnTo>
                  <a:pt x="566928" y="873684"/>
                </a:lnTo>
                <a:cubicBezTo>
                  <a:pt x="559022" y="886829"/>
                  <a:pt x="552260" y="896163"/>
                  <a:pt x="535496" y="898354"/>
                </a:cubicBezTo>
                <a:cubicBezTo>
                  <a:pt x="525018" y="897782"/>
                  <a:pt x="500920" y="895687"/>
                  <a:pt x="493014" y="888353"/>
                </a:cubicBezTo>
                <a:cubicBezTo>
                  <a:pt x="476822" y="877399"/>
                  <a:pt x="474155" y="859587"/>
                  <a:pt x="472535" y="834441"/>
                </a:cubicBezTo>
                <a:cubicBezTo>
                  <a:pt x="471964" y="830250"/>
                  <a:pt x="471964" y="826059"/>
                  <a:pt x="472535" y="821868"/>
                </a:cubicBezTo>
                <a:lnTo>
                  <a:pt x="472535" y="816058"/>
                </a:lnTo>
                <a:cubicBezTo>
                  <a:pt x="472535" y="813962"/>
                  <a:pt x="472535" y="811867"/>
                  <a:pt x="471964" y="810343"/>
                </a:cubicBezTo>
                <a:lnTo>
                  <a:pt x="471392" y="807771"/>
                </a:lnTo>
                <a:lnTo>
                  <a:pt x="471392" y="795198"/>
                </a:lnTo>
                <a:lnTo>
                  <a:pt x="471964" y="765861"/>
                </a:lnTo>
                <a:lnTo>
                  <a:pt x="473012" y="721284"/>
                </a:lnTo>
                <a:cubicBezTo>
                  <a:pt x="473583" y="712426"/>
                  <a:pt x="473012" y="702996"/>
                  <a:pt x="473583" y="692995"/>
                </a:cubicBezTo>
                <a:lnTo>
                  <a:pt x="474155" y="689280"/>
                </a:lnTo>
                <a:cubicBezTo>
                  <a:pt x="474726" y="678803"/>
                  <a:pt x="468440" y="680898"/>
                  <a:pt x="461010" y="679850"/>
                </a:cubicBezTo>
                <a:cubicBezTo>
                  <a:pt x="457867" y="679850"/>
                  <a:pt x="413290" y="680898"/>
                  <a:pt x="413290" y="680898"/>
                </a:cubicBezTo>
                <a:cubicBezTo>
                  <a:pt x="392811" y="681470"/>
                  <a:pt x="396050" y="675659"/>
                  <a:pt x="396050" y="695090"/>
                </a:cubicBezTo>
                <a:cubicBezTo>
                  <a:pt x="396050" y="709283"/>
                  <a:pt x="394430" y="723380"/>
                  <a:pt x="393383" y="737477"/>
                </a:cubicBezTo>
                <a:cubicBezTo>
                  <a:pt x="392335" y="747954"/>
                  <a:pt x="391763" y="863207"/>
                  <a:pt x="391763" y="867398"/>
                </a:cubicBezTo>
                <a:cubicBezTo>
                  <a:pt x="391763" y="871589"/>
                  <a:pt x="392335" y="877875"/>
                  <a:pt x="393383" y="883590"/>
                </a:cubicBezTo>
                <a:lnTo>
                  <a:pt x="393954" y="886162"/>
                </a:lnTo>
                <a:lnTo>
                  <a:pt x="395002" y="889877"/>
                </a:lnTo>
                <a:cubicBezTo>
                  <a:pt x="395573" y="890448"/>
                  <a:pt x="395573" y="890924"/>
                  <a:pt x="395002" y="895115"/>
                </a:cubicBezTo>
                <a:cubicBezTo>
                  <a:pt x="396621" y="899306"/>
                  <a:pt x="398145" y="903497"/>
                  <a:pt x="400241" y="907688"/>
                </a:cubicBezTo>
                <a:lnTo>
                  <a:pt x="403384" y="913975"/>
                </a:lnTo>
                <a:cubicBezTo>
                  <a:pt x="404432" y="916070"/>
                  <a:pt x="405479" y="918166"/>
                  <a:pt x="410242" y="925500"/>
                </a:cubicBezTo>
                <a:lnTo>
                  <a:pt x="409670" y="925024"/>
                </a:lnTo>
                <a:close/>
                <a:moveTo>
                  <a:pt x="186690" y="676517"/>
                </a:moveTo>
                <a:cubicBezTo>
                  <a:pt x="185166" y="675469"/>
                  <a:pt x="183547" y="675469"/>
                  <a:pt x="181928" y="675469"/>
                </a:cubicBezTo>
                <a:cubicBezTo>
                  <a:pt x="179832" y="675469"/>
                  <a:pt x="177737" y="676517"/>
                  <a:pt x="176689" y="677088"/>
                </a:cubicBezTo>
                <a:cubicBezTo>
                  <a:pt x="168878" y="681755"/>
                  <a:pt x="157829" y="723761"/>
                  <a:pt x="154686" y="735191"/>
                </a:cubicBezTo>
                <a:cubicBezTo>
                  <a:pt x="154686" y="742525"/>
                  <a:pt x="141065" y="782816"/>
                  <a:pt x="137446" y="788626"/>
                </a:cubicBezTo>
                <a:cubicBezTo>
                  <a:pt x="136874" y="789674"/>
                  <a:pt x="135922" y="790721"/>
                  <a:pt x="135922" y="792341"/>
                </a:cubicBezTo>
                <a:cubicBezTo>
                  <a:pt x="134874" y="793388"/>
                  <a:pt x="134398" y="794436"/>
                  <a:pt x="133826" y="795484"/>
                </a:cubicBezTo>
                <a:cubicBezTo>
                  <a:pt x="124968" y="813772"/>
                  <a:pt x="157353" y="812248"/>
                  <a:pt x="165830" y="812724"/>
                </a:cubicBezTo>
                <a:cubicBezTo>
                  <a:pt x="184690" y="814343"/>
                  <a:pt x="204597" y="818534"/>
                  <a:pt x="224504" y="812724"/>
                </a:cubicBezTo>
                <a:lnTo>
                  <a:pt x="228219" y="812248"/>
                </a:lnTo>
                <a:cubicBezTo>
                  <a:pt x="242888" y="810629"/>
                  <a:pt x="236601" y="804342"/>
                  <a:pt x="233458" y="794912"/>
                </a:cubicBezTo>
                <a:cubicBezTo>
                  <a:pt x="229743" y="781292"/>
                  <a:pt x="222980" y="769290"/>
                  <a:pt x="217265" y="756622"/>
                </a:cubicBezTo>
                <a:cubicBezTo>
                  <a:pt x="215646" y="751955"/>
                  <a:pt x="214598" y="747764"/>
                  <a:pt x="212503" y="743477"/>
                </a:cubicBezTo>
                <a:cubicBezTo>
                  <a:pt x="209931" y="736143"/>
                  <a:pt x="206216" y="729380"/>
                  <a:pt x="205169" y="720998"/>
                </a:cubicBezTo>
                <a:cubicBezTo>
                  <a:pt x="203644" y="713664"/>
                  <a:pt x="202597" y="708425"/>
                  <a:pt x="200501" y="702710"/>
                </a:cubicBezTo>
                <a:cubicBezTo>
                  <a:pt x="197358" y="695376"/>
                  <a:pt x="195263" y="688042"/>
                  <a:pt x="190024" y="679088"/>
                </a:cubicBezTo>
                <a:cubicBezTo>
                  <a:pt x="188976" y="678041"/>
                  <a:pt x="187928" y="676993"/>
                  <a:pt x="186881" y="676517"/>
                </a:cubicBezTo>
                <a:moveTo>
                  <a:pt x="223076" y="802723"/>
                </a:moveTo>
                <a:lnTo>
                  <a:pt x="220504" y="803294"/>
                </a:lnTo>
                <a:cubicBezTo>
                  <a:pt x="203168" y="808533"/>
                  <a:pt x="184309" y="804342"/>
                  <a:pt x="167069" y="802723"/>
                </a:cubicBezTo>
                <a:cubicBezTo>
                  <a:pt x="160782" y="802247"/>
                  <a:pt x="148209" y="802723"/>
                  <a:pt x="142970" y="800627"/>
                </a:cubicBezTo>
                <a:cubicBezTo>
                  <a:pt x="142970" y="800246"/>
                  <a:pt x="143668" y="799199"/>
                  <a:pt x="145066" y="797484"/>
                </a:cubicBezTo>
                <a:lnTo>
                  <a:pt x="146114" y="793769"/>
                </a:lnTo>
                <a:cubicBezTo>
                  <a:pt x="150781" y="786435"/>
                  <a:pt x="164402" y="745573"/>
                  <a:pt x="164973" y="736143"/>
                </a:cubicBezTo>
                <a:cubicBezTo>
                  <a:pt x="170212" y="718808"/>
                  <a:pt x="174974" y="701567"/>
                  <a:pt x="183261" y="686327"/>
                </a:cubicBezTo>
                <a:cubicBezTo>
                  <a:pt x="185833" y="692614"/>
                  <a:pt x="188024" y="699472"/>
                  <a:pt x="191167" y="705663"/>
                </a:cubicBezTo>
                <a:cubicBezTo>
                  <a:pt x="193262" y="711378"/>
                  <a:pt x="193739" y="716141"/>
                  <a:pt x="195358" y="722427"/>
                </a:cubicBezTo>
                <a:cubicBezTo>
                  <a:pt x="196406" y="731285"/>
                  <a:pt x="200597" y="738620"/>
                  <a:pt x="203264" y="747573"/>
                </a:cubicBezTo>
                <a:cubicBezTo>
                  <a:pt x="204311" y="749669"/>
                  <a:pt x="205359" y="751764"/>
                  <a:pt x="205835" y="753860"/>
                </a:cubicBezTo>
                <a:lnTo>
                  <a:pt x="207931" y="760146"/>
                </a:lnTo>
                <a:cubicBezTo>
                  <a:pt x="213646" y="772719"/>
                  <a:pt x="220504" y="784816"/>
                  <a:pt x="224123" y="797865"/>
                </a:cubicBezTo>
                <a:lnTo>
                  <a:pt x="226219" y="802056"/>
                </a:lnTo>
                <a:lnTo>
                  <a:pt x="223076" y="802532"/>
                </a:lnTo>
                <a:close/>
                <a:moveTo>
                  <a:pt x="11525" y="943883"/>
                </a:moveTo>
                <a:cubicBezTo>
                  <a:pt x="16764" y="935501"/>
                  <a:pt x="20955" y="927691"/>
                  <a:pt x="24098" y="919785"/>
                </a:cubicBezTo>
                <a:cubicBezTo>
                  <a:pt x="27813" y="910927"/>
                  <a:pt x="61341" y="814534"/>
                  <a:pt x="65532" y="802437"/>
                </a:cubicBezTo>
                <a:cubicBezTo>
                  <a:pt x="65532" y="801389"/>
                  <a:pt x="66104" y="800342"/>
                  <a:pt x="66104" y="798818"/>
                </a:cubicBezTo>
                <a:cubicBezTo>
                  <a:pt x="70295" y="790912"/>
                  <a:pt x="72866" y="777291"/>
                  <a:pt x="78677" y="769957"/>
                </a:cubicBezTo>
                <a:cubicBezTo>
                  <a:pt x="79724" y="766242"/>
                  <a:pt x="80772" y="762623"/>
                  <a:pt x="81820" y="759956"/>
                </a:cubicBezTo>
                <a:cubicBezTo>
                  <a:pt x="82868" y="757384"/>
                  <a:pt x="84963" y="754717"/>
                  <a:pt x="86487" y="750526"/>
                </a:cubicBezTo>
                <a:cubicBezTo>
                  <a:pt x="87535" y="747954"/>
                  <a:pt x="90202" y="740525"/>
                  <a:pt x="93345" y="731190"/>
                </a:cubicBezTo>
                <a:lnTo>
                  <a:pt x="108014" y="689852"/>
                </a:lnTo>
                <a:cubicBezTo>
                  <a:pt x="119063" y="659467"/>
                  <a:pt x="130016" y="629082"/>
                  <a:pt x="131636" y="625463"/>
                </a:cubicBezTo>
                <a:cubicBezTo>
                  <a:pt x="135827" y="617557"/>
                  <a:pt x="140589" y="610223"/>
                  <a:pt x="142113" y="607175"/>
                </a:cubicBezTo>
                <a:cubicBezTo>
                  <a:pt x="143161" y="604508"/>
                  <a:pt x="143637" y="601936"/>
                  <a:pt x="144209" y="600317"/>
                </a:cubicBezTo>
                <a:lnTo>
                  <a:pt x="145256" y="597173"/>
                </a:lnTo>
                <a:cubicBezTo>
                  <a:pt x="145733" y="595554"/>
                  <a:pt x="147352" y="592982"/>
                  <a:pt x="147828" y="591935"/>
                </a:cubicBezTo>
                <a:cubicBezTo>
                  <a:pt x="148400" y="590315"/>
                  <a:pt x="148876" y="588791"/>
                  <a:pt x="151543" y="586696"/>
                </a:cubicBezTo>
                <a:cubicBezTo>
                  <a:pt x="154115" y="587267"/>
                  <a:pt x="156210" y="587267"/>
                  <a:pt x="158306" y="587267"/>
                </a:cubicBezTo>
                <a:cubicBezTo>
                  <a:pt x="160401" y="587267"/>
                  <a:pt x="162020" y="586696"/>
                  <a:pt x="164592" y="586696"/>
                </a:cubicBezTo>
                <a:cubicBezTo>
                  <a:pt x="179737" y="585077"/>
                  <a:pt x="194977" y="587267"/>
                  <a:pt x="208121" y="585077"/>
                </a:cubicBezTo>
                <a:cubicBezTo>
                  <a:pt x="212312" y="584029"/>
                  <a:pt x="215932" y="584029"/>
                  <a:pt x="218599" y="584029"/>
                </a:cubicBezTo>
                <a:cubicBezTo>
                  <a:pt x="224885" y="597173"/>
                  <a:pt x="229076" y="610794"/>
                  <a:pt x="236411" y="623272"/>
                </a:cubicBezTo>
                <a:cubicBezTo>
                  <a:pt x="241173" y="636893"/>
                  <a:pt x="245269" y="651561"/>
                  <a:pt x="250031" y="667277"/>
                </a:cubicBezTo>
                <a:cubicBezTo>
                  <a:pt x="251079" y="668897"/>
                  <a:pt x="251555" y="671468"/>
                  <a:pt x="252127" y="674135"/>
                </a:cubicBezTo>
                <a:cubicBezTo>
                  <a:pt x="253746" y="677279"/>
                  <a:pt x="273082" y="729666"/>
                  <a:pt x="275749" y="736524"/>
                </a:cubicBezTo>
                <a:cubicBezTo>
                  <a:pt x="278892" y="743287"/>
                  <a:pt x="280511" y="750145"/>
                  <a:pt x="282607" y="757479"/>
                </a:cubicBezTo>
                <a:cubicBezTo>
                  <a:pt x="285179" y="763766"/>
                  <a:pt x="288893" y="770624"/>
                  <a:pt x="290989" y="776815"/>
                </a:cubicBezTo>
                <a:cubicBezTo>
                  <a:pt x="291465" y="778910"/>
                  <a:pt x="292037" y="780530"/>
                  <a:pt x="292513" y="782054"/>
                </a:cubicBezTo>
                <a:lnTo>
                  <a:pt x="294132" y="785673"/>
                </a:lnTo>
                <a:lnTo>
                  <a:pt x="296228" y="790912"/>
                </a:lnTo>
                <a:lnTo>
                  <a:pt x="298799" y="796627"/>
                </a:lnTo>
                <a:cubicBezTo>
                  <a:pt x="299847" y="809771"/>
                  <a:pt x="306134" y="820725"/>
                  <a:pt x="310801" y="832822"/>
                </a:cubicBezTo>
                <a:cubicBezTo>
                  <a:pt x="313468" y="839680"/>
                  <a:pt x="317087" y="845966"/>
                  <a:pt x="320231" y="852158"/>
                </a:cubicBezTo>
                <a:lnTo>
                  <a:pt x="322326" y="857396"/>
                </a:lnTo>
                <a:cubicBezTo>
                  <a:pt x="323945" y="859492"/>
                  <a:pt x="352711" y="929691"/>
                  <a:pt x="354806" y="937502"/>
                </a:cubicBezTo>
                <a:cubicBezTo>
                  <a:pt x="355378" y="940169"/>
                  <a:pt x="356425" y="942740"/>
                  <a:pt x="356902" y="945407"/>
                </a:cubicBezTo>
                <a:cubicBezTo>
                  <a:pt x="354235" y="944836"/>
                  <a:pt x="351187" y="944360"/>
                  <a:pt x="347472" y="943883"/>
                </a:cubicBezTo>
                <a:cubicBezTo>
                  <a:pt x="339090" y="942836"/>
                  <a:pt x="330708" y="941788"/>
                  <a:pt x="321278" y="941788"/>
                </a:cubicBezTo>
                <a:cubicBezTo>
                  <a:pt x="309277" y="942359"/>
                  <a:pt x="297752" y="941312"/>
                  <a:pt x="284131" y="941788"/>
                </a:cubicBezTo>
                <a:cubicBezTo>
                  <a:pt x="277273" y="929215"/>
                  <a:pt x="276797" y="913499"/>
                  <a:pt x="270986" y="900449"/>
                </a:cubicBezTo>
                <a:lnTo>
                  <a:pt x="268891" y="895782"/>
                </a:lnTo>
                <a:cubicBezTo>
                  <a:pt x="268319" y="894734"/>
                  <a:pt x="267843" y="893115"/>
                  <a:pt x="267367" y="892067"/>
                </a:cubicBezTo>
                <a:lnTo>
                  <a:pt x="265271" y="887400"/>
                </a:lnTo>
                <a:cubicBezTo>
                  <a:pt x="264224" y="884733"/>
                  <a:pt x="263176" y="882161"/>
                  <a:pt x="261080" y="879018"/>
                </a:cubicBezTo>
                <a:cubicBezTo>
                  <a:pt x="259461" y="869017"/>
                  <a:pt x="254222" y="857492"/>
                  <a:pt x="242221" y="862254"/>
                </a:cubicBezTo>
                <a:cubicBezTo>
                  <a:pt x="239078" y="863302"/>
                  <a:pt x="226505" y="862254"/>
                  <a:pt x="223361" y="861778"/>
                </a:cubicBezTo>
                <a:cubicBezTo>
                  <a:pt x="212312" y="861778"/>
                  <a:pt x="200882" y="863873"/>
                  <a:pt x="189833" y="863302"/>
                </a:cubicBezTo>
                <a:cubicBezTo>
                  <a:pt x="165259" y="861778"/>
                  <a:pt x="141161" y="860159"/>
                  <a:pt x="117539" y="862254"/>
                </a:cubicBezTo>
                <a:cubicBezTo>
                  <a:pt x="114395" y="863302"/>
                  <a:pt x="111252" y="865397"/>
                  <a:pt x="109633" y="869112"/>
                </a:cubicBezTo>
                <a:lnTo>
                  <a:pt x="106490" y="871684"/>
                </a:lnTo>
                <a:cubicBezTo>
                  <a:pt x="99155" y="880066"/>
                  <a:pt x="87630" y="920928"/>
                  <a:pt x="86011" y="929310"/>
                </a:cubicBezTo>
                <a:lnTo>
                  <a:pt x="80296" y="948646"/>
                </a:lnTo>
                <a:cubicBezTo>
                  <a:pt x="68294" y="947598"/>
                  <a:pt x="55721" y="950741"/>
                  <a:pt x="43148" y="949217"/>
                </a:cubicBezTo>
                <a:cubicBezTo>
                  <a:pt x="40005" y="948646"/>
                  <a:pt x="36862" y="947122"/>
                  <a:pt x="33719" y="947122"/>
                </a:cubicBezTo>
                <a:cubicBezTo>
                  <a:pt x="29528" y="946074"/>
                  <a:pt x="28004" y="945598"/>
                  <a:pt x="26384" y="945598"/>
                </a:cubicBezTo>
                <a:lnTo>
                  <a:pt x="21622" y="944550"/>
                </a:lnTo>
                <a:cubicBezTo>
                  <a:pt x="20574" y="944550"/>
                  <a:pt x="19050" y="944074"/>
                  <a:pt x="16955" y="944074"/>
                </a:cubicBezTo>
                <a:lnTo>
                  <a:pt x="11716" y="944074"/>
                </a:lnTo>
                <a:close/>
                <a:moveTo>
                  <a:pt x="247841" y="871589"/>
                </a:moveTo>
                <a:lnTo>
                  <a:pt x="249936" y="875780"/>
                </a:lnTo>
                <a:cubicBezTo>
                  <a:pt x="250508" y="877875"/>
                  <a:pt x="250984" y="879494"/>
                  <a:pt x="252031" y="883114"/>
                </a:cubicBezTo>
                <a:cubicBezTo>
                  <a:pt x="253651" y="885781"/>
                  <a:pt x="254603" y="888353"/>
                  <a:pt x="256223" y="891020"/>
                </a:cubicBezTo>
                <a:lnTo>
                  <a:pt x="257747" y="895687"/>
                </a:lnTo>
                <a:cubicBezTo>
                  <a:pt x="258318" y="897211"/>
                  <a:pt x="259366" y="898830"/>
                  <a:pt x="260414" y="900354"/>
                </a:cubicBezTo>
                <a:cubicBezTo>
                  <a:pt x="260414" y="901402"/>
                  <a:pt x="260985" y="901878"/>
                  <a:pt x="261938" y="904069"/>
                </a:cubicBezTo>
                <a:cubicBezTo>
                  <a:pt x="267176" y="917690"/>
                  <a:pt x="268224" y="932834"/>
                  <a:pt x="275082" y="945979"/>
                </a:cubicBezTo>
                <a:cubicBezTo>
                  <a:pt x="276130" y="952265"/>
                  <a:pt x="278225" y="953885"/>
                  <a:pt x="285083" y="952742"/>
                </a:cubicBezTo>
                <a:cubicBezTo>
                  <a:pt x="297656" y="951218"/>
                  <a:pt x="309658" y="952742"/>
                  <a:pt x="321183" y="952265"/>
                </a:cubicBezTo>
                <a:cubicBezTo>
                  <a:pt x="330137" y="952265"/>
                  <a:pt x="337947" y="952742"/>
                  <a:pt x="345853" y="953789"/>
                </a:cubicBezTo>
                <a:cubicBezTo>
                  <a:pt x="352139" y="954837"/>
                  <a:pt x="358426" y="955885"/>
                  <a:pt x="363665" y="955885"/>
                </a:cubicBezTo>
                <a:cubicBezTo>
                  <a:pt x="373571" y="955885"/>
                  <a:pt x="365284" y="939121"/>
                  <a:pt x="364236" y="934930"/>
                </a:cubicBezTo>
                <a:cubicBezTo>
                  <a:pt x="362617" y="927024"/>
                  <a:pt x="335375" y="860540"/>
                  <a:pt x="331184" y="852729"/>
                </a:cubicBezTo>
                <a:lnTo>
                  <a:pt x="329089" y="848062"/>
                </a:lnTo>
                <a:cubicBezTo>
                  <a:pt x="325946" y="841775"/>
                  <a:pt x="322231" y="835489"/>
                  <a:pt x="320231" y="829202"/>
                </a:cubicBezTo>
                <a:cubicBezTo>
                  <a:pt x="315468" y="817677"/>
                  <a:pt x="309753" y="807200"/>
                  <a:pt x="308134" y="793007"/>
                </a:cubicBezTo>
                <a:cubicBezTo>
                  <a:pt x="304991" y="786721"/>
                  <a:pt x="302895" y="780434"/>
                  <a:pt x="300323" y="773672"/>
                </a:cubicBezTo>
                <a:cubicBezTo>
                  <a:pt x="298228" y="767385"/>
                  <a:pt x="294513" y="761099"/>
                  <a:pt x="291941" y="754336"/>
                </a:cubicBezTo>
                <a:cubicBezTo>
                  <a:pt x="289846" y="747002"/>
                  <a:pt x="288227" y="740144"/>
                  <a:pt x="285083" y="732905"/>
                </a:cubicBezTo>
                <a:cubicBezTo>
                  <a:pt x="281940" y="725570"/>
                  <a:pt x="263081" y="673659"/>
                  <a:pt x="261461" y="670040"/>
                </a:cubicBezTo>
                <a:lnTo>
                  <a:pt x="260414" y="667373"/>
                </a:lnTo>
                <a:cubicBezTo>
                  <a:pt x="260414" y="665849"/>
                  <a:pt x="259366" y="664229"/>
                  <a:pt x="258794" y="662705"/>
                </a:cubicBezTo>
                <a:cubicBezTo>
                  <a:pt x="254603" y="648037"/>
                  <a:pt x="250412" y="633368"/>
                  <a:pt x="245174" y="618700"/>
                </a:cubicBezTo>
                <a:cubicBezTo>
                  <a:pt x="241459" y="611842"/>
                  <a:pt x="238316" y="605079"/>
                  <a:pt x="235172" y="597745"/>
                </a:cubicBezTo>
                <a:cubicBezTo>
                  <a:pt x="226790" y="577266"/>
                  <a:pt x="229934" y="570980"/>
                  <a:pt x="206407" y="575266"/>
                </a:cubicBezTo>
                <a:cubicBezTo>
                  <a:pt x="193262" y="577361"/>
                  <a:pt x="178118" y="575266"/>
                  <a:pt x="163449" y="576790"/>
                </a:cubicBezTo>
                <a:cubicBezTo>
                  <a:pt x="161354" y="576790"/>
                  <a:pt x="159734" y="577361"/>
                  <a:pt x="158210" y="577361"/>
                </a:cubicBezTo>
                <a:cubicBezTo>
                  <a:pt x="151448" y="577361"/>
                  <a:pt x="149352" y="575742"/>
                  <a:pt x="140970" y="581552"/>
                </a:cubicBezTo>
                <a:cubicBezTo>
                  <a:pt x="140494" y="583076"/>
                  <a:pt x="139922" y="585172"/>
                  <a:pt x="138875" y="587267"/>
                </a:cubicBezTo>
                <a:cubicBezTo>
                  <a:pt x="137351" y="589839"/>
                  <a:pt x="136208" y="591935"/>
                  <a:pt x="135160" y="594602"/>
                </a:cubicBezTo>
                <a:lnTo>
                  <a:pt x="134112" y="598221"/>
                </a:lnTo>
                <a:cubicBezTo>
                  <a:pt x="134112" y="599840"/>
                  <a:pt x="133636" y="601364"/>
                  <a:pt x="133064" y="602888"/>
                </a:cubicBezTo>
                <a:cubicBezTo>
                  <a:pt x="131540" y="605555"/>
                  <a:pt x="126778" y="612890"/>
                  <a:pt x="122587" y="620700"/>
                </a:cubicBezTo>
                <a:cubicBezTo>
                  <a:pt x="120491" y="625367"/>
                  <a:pt x="108966" y="656324"/>
                  <a:pt x="98489" y="686137"/>
                </a:cubicBezTo>
                <a:lnTo>
                  <a:pt x="83820" y="727475"/>
                </a:lnTo>
                <a:cubicBezTo>
                  <a:pt x="79629" y="739572"/>
                  <a:pt x="76962" y="746335"/>
                  <a:pt x="76486" y="748430"/>
                </a:cubicBezTo>
                <a:cubicBezTo>
                  <a:pt x="72771" y="753669"/>
                  <a:pt x="71247" y="759956"/>
                  <a:pt x="69152" y="766242"/>
                </a:cubicBezTo>
                <a:cubicBezTo>
                  <a:pt x="62865" y="774148"/>
                  <a:pt x="59722" y="788816"/>
                  <a:pt x="55531" y="799294"/>
                </a:cubicBezTo>
                <a:cubicBezTo>
                  <a:pt x="51816" y="811391"/>
                  <a:pt x="18288" y="907212"/>
                  <a:pt x="14669" y="916166"/>
                </a:cubicBezTo>
                <a:cubicBezTo>
                  <a:pt x="10954" y="924548"/>
                  <a:pt x="7334" y="932930"/>
                  <a:pt x="1048" y="941312"/>
                </a:cubicBezTo>
                <a:cubicBezTo>
                  <a:pt x="1048" y="941788"/>
                  <a:pt x="0" y="944455"/>
                  <a:pt x="0" y="944455"/>
                </a:cubicBezTo>
                <a:cubicBezTo>
                  <a:pt x="572" y="959600"/>
                  <a:pt x="8858" y="952361"/>
                  <a:pt x="19336" y="954361"/>
                </a:cubicBezTo>
                <a:lnTo>
                  <a:pt x="24575" y="955409"/>
                </a:lnTo>
                <a:cubicBezTo>
                  <a:pt x="25622" y="955409"/>
                  <a:pt x="27146" y="955409"/>
                  <a:pt x="32957" y="956933"/>
                </a:cubicBezTo>
                <a:cubicBezTo>
                  <a:pt x="36100" y="956933"/>
                  <a:pt x="38672" y="958457"/>
                  <a:pt x="41339" y="959028"/>
                </a:cubicBezTo>
                <a:cubicBezTo>
                  <a:pt x="55531" y="961124"/>
                  <a:pt x="70104" y="956361"/>
                  <a:pt x="83725" y="959028"/>
                </a:cubicBezTo>
                <a:cubicBezTo>
                  <a:pt x="88964" y="960076"/>
                  <a:pt x="90583" y="953789"/>
                  <a:pt x="90011" y="950075"/>
                </a:cubicBezTo>
                <a:lnTo>
                  <a:pt x="95822" y="930167"/>
                </a:lnTo>
                <a:cubicBezTo>
                  <a:pt x="95822" y="929691"/>
                  <a:pt x="106775" y="893020"/>
                  <a:pt x="108395" y="888829"/>
                </a:cubicBezTo>
                <a:cubicBezTo>
                  <a:pt x="109919" y="885686"/>
                  <a:pt x="112109" y="881971"/>
                  <a:pt x="114205" y="878351"/>
                </a:cubicBezTo>
                <a:lnTo>
                  <a:pt x="116777" y="875780"/>
                </a:lnTo>
                <a:cubicBezTo>
                  <a:pt x="117824" y="874732"/>
                  <a:pt x="118301" y="873684"/>
                  <a:pt x="120491" y="871589"/>
                </a:cubicBezTo>
                <a:cubicBezTo>
                  <a:pt x="142018" y="870065"/>
                  <a:pt x="164973" y="871589"/>
                  <a:pt x="189071" y="873208"/>
                </a:cubicBezTo>
                <a:cubicBezTo>
                  <a:pt x="200025" y="873684"/>
                  <a:pt x="211550" y="871589"/>
                  <a:pt x="222599" y="871589"/>
                </a:cubicBezTo>
                <a:cubicBezTo>
                  <a:pt x="228314" y="872160"/>
                  <a:pt x="239935" y="873684"/>
                  <a:pt x="246221" y="871589"/>
                </a:cubicBezTo>
                <a:lnTo>
                  <a:pt x="247841" y="871589"/>
                </a:lnTo>
                <a:close/>
                <a:moveTo>
                  <a:pt x="4999768" y="158642"/>
                </a:moveTo>
                <a:cubicBezTo>
                  <a:pt x="4988243" y="152356"/>
                  <a:pt x="4974622" y="155499"/>
                  <a:pt x="4963097" y="158642"/>
                </a:cubicBezTo>
                <a:cubicBezTo>
                  <a:pt x="4958906" y="160262"/>
                  <a:pt x="4954715" y="160738"/>
                  <a:pt x="4949952" y="162833"/>
                </a:cubicBezTo>
                <a:lnTo>
                  <a:pt x="4947380" y="164929"/>
                </a:lnTo>
                <a:lnTo>
                  <a:pt x="4940523" y="169120"/>
                </a:lnTo>
                <a:cubicBezTo>
                  <a:pt x="4934808" y="171215"/>
                  <a:pt x="4931093" y="177502"/>
                  <a:pt x="4927378" y="182264"/>
                </a:cubicBezTo>
                <a:cubicBezTo>
                  <a:pt x="4922139" y="189599"/>
                  <a:pt x="4919472" y="199028"/>
                  <a:pt x="4916901" y="207887"/>
                </a:cubicBezTo>
                <a:cubicBezTo>
                  <a:pt x="4913757" y="217793"/>
                  <a:pt x="4924806" y="221507"/>
                  <a:pt x="4932617" y="219412"/>
                </a:cubicBezTo>
                <a:lnTo>
                  <a:pt x="4935760" y="218840"/>
                </a:lnTo>
                <a:cubicBezTo>
                  <a:pt x="4936236" y="218840"/>
                  <a:pt x="5023771" y="221507"/>
                  <a:pt x="5026438" y="221507"/>
                </a:cubicBezTo>
                <a:cubicBezTo>
                  <a:pt x="5032153" y="221507"/>
                  <a:pt x="5037963" y="219888"/>
                  <a:pt x="5043202" y="215697"/>
                </a:cubicBezTo>
                <a:cubicBezTo>
                  <a:pt x="5051584" y="208934"/>
                  <a:pt x="5040535" y="185884"/>
                  <a:pt x="5036344" y="179597"/>
                </a:cubicBezTo>
                <a:cubicBezTo>
                  <a:pt x="5031677" y="172263"/>
                  <a:pt x="5025867" y="170168"/>
                  <a:pt x="5018532" y="165977"/>
                </a:cubicBezTo>
                <a:cubicBezTo>
                  <a:pt x="5011769" y="162833"/>
                  <a:pt x="5007578" y="159690"/>
                  <a:pt x="4999673" y="158642"/>
                </a:cubicBezTo>
                <a:moveTo>
                  <a:pt x="5036820" y="207887"/>
                </a:moveTo>
                <a:cubicBezTo>
                  <a:pt x="5033677" y="210554"/>
                  <a:pt x="5030058" y="211601"/>
                  <a:pt x="5025867" y="211601"/>
                </a:cubicBezTo>
                <a:cubicBezTo>
                  <a:pt x="5023771" y="211601"/>
                  <a:pt x="4936808" y="208934"/>
                  <a:pt x="4933664" y="208934"/>
                </a:cubicBezTo>
                <a:lnTo>
                  <a:pt x="4930521" y="209506"/>
                </a:lnTo>
                <a:cubicBezTo>
                  <a:pt x="4928997" y="210077"/>
                  <a:pt x="4927854" y="210554"/>
                  <a:pt x="4926806" y="210077"/>
                </a:cubicBezTo>
                <a:cubicBezTo>
                  <a:pt x="4928902" y="202743"/>
                  <a:pt x="4930998" y="194361"/>
                  <a:pt x="4935189" y="188075"/>
                </a:cubicBezTo>
                <a:cubicBezTo>
                  <a:pt x="4936712" y="185979"/>
                  <a:pt x="4941475" y="179216"/>
                  <a:pt x="4945094" y="178169"/>
                </a:cubicBezTo>
                <a:lnTo>
                  <a:pt x="4953476" y="173501"/>
                </a:lnTo>
                <a:lnTo>
                  <a:pt x="4955572" y="171406"/>
                </a:lnTo>
                <a:cubicBezTo>
                  <a:pt x="4958715" y="169787"/>
                  <a:pt x="4962335" y="169787"/>
                  <a:pt x="4965478" y="168739"/>
                </a:cubicBezTo>
                <a:cubicBezTo>
                  <a:pt x="4974336" y="166072"/>
                  <a:pt x="4987005" y="162929"/>
                  <a:pt x="4997386" y="168739"/>
                </a:cubicBezTo>
                <a:cubicBezTo>
                  <a:pt x="5003673" y="169310"/>
                  <a:pt x="5008436" y="172454"/>
                  <a:pt x="5013674" y="175025"/>
                </a:cubicBezTo>
                <a:cubicBezTo>
                  <a:pt x="5018913" y="178169"/>
                  <a:pt x="5024152" y="179788"/>
                  <a:pt x="5027771" y="185503"/>
                </a:cubicBezTo>
                <a:cubicBezTo>
                  <a:pt x="5031962" y="191218"/>
                  <a:pt x="5034630" y="200171"/>
                  <a:pt x="5036630" y="207982"/>
                </a:cubicBezTo>
                <a:moveTo>
                  <a:pt x="5050822" y="304375"/>
                </a:moveTo>
                <a:cubicBezTo>
                  <a:pt x="5066538" y="301803"/>
                  <a:pt x="5083778" y="302851"/>
                  <a:pt x="5099495" y="303327"/>
                </a:cubicBezTo>
                <a:cubicBezTo>
                  <a:pt x="5096351" y="313805"/>
                  <a:pt x="5093208" y="321139"/>
                  <a:pt x="5089018" y="328473"/>
                </a:cubicBezTo>
                <a:cubicBezTo>
                  <a:pt x="5086446" y="331045"/>
                  <a:pt x="5083778" y="333712"/>
                  <a:pt x="5082255" y="337331"/>
                </a:cubicBezTo>
                <a:cubicBezTo>
                  <a:pt x="5079587" y="341522"/>
                  <a:pt x="5073873" y="346761"/>
                  <a:pt x="5070729" y="348857"/>
                </a:cubicBezTo>
                <a:cubicBezTo>
                  <a:pt x="5065014" y="354095"/>
                  <a:pt x="5057108" y="356191"/>
                  <a:pt x="5049203" y="360382"/>
                </a:cubicBezTo>
                <a:lnTo>
                  <a:pt x="5046631" y="362954"/>
                </a:lnTo>
                <a:lnTo>
                  <a:pt x="5043964" y="364573"/>
                </a:lnTo>
                <a:cubicBezTo>
                  <a:pt x="5039773" y="365144"/>
                  <a:pt x="5036630" y="368764"/>
                  <a:pt x="5032439" y="370288"/>
                </a:cubicBezTo>
                <a:lnTo>
                  <a:pt x="5027200" y="371907"/>
                </a:lnTo>
                <a:cubicBezTo>
                  <a:pt x="5025676" y="372479"/>
                  <a:pt x="5024057" y="372955"/>
                  <a:pt x="5022533" y="373526"/>
                </a:cubicBezTo>
                <a:cubicBezTo>
                  <a:pt x="4999006" y="376098"/>
                  <a:pt x="4966430" y="381908"/>
                  <a:pt x="4942904" y="371907"/>
                </a:cubicBezTo>
                <a:cubicBezTo>
                  <a:pt x="4934046" y="370288"/>
                  <a:pt x="4925568" y="365621"/>
                  <a:pt x="4916710" y="364001"/>
                </a:cubicBezTo>
                <a:cubicBezTo>
                  <a:pt x="4904613" y="357715"/>
                  <a:pt x="4895183" y="351428"/>
                  <a:pt x="4887373" y="341522"/>
                </a:cubicBezTo>
                <a:cubicBezTo>
                  <a:pt x="4872228" y="330473"/>
                  <a:pt x="4868037" y="307423"/>
                  <a:pt x="4859084" y="291230"/>
                </a:cubicBezTo>
                <a:cubicBezTo>
                  <a:pt x="4858512" y="287039"/>
                  <a:pt x="4857465" y="283420"/>
                  <a:pt x="4856512" y="280753"/>
                </a:cubicBezTo>
                <a:lnTo>
                  <a:pt x="4854893" y="276562"/>
                </a:lnTo>
                <a:cubicBezTo>
                  <a:pt x="4854893" y="275990"/>
                  <a:pt x="4853845" y="271799"/>
                  <a:pt x="4853845" y="270275"/>
                </a:cubicBezTo>
                <a:cubicBezTo>
                  <a:pt x="4852797" y="266084"/>
                  <a:pt x="4851273" y="261417"/>
                  <a:pt x="4851749" y="256655"/>
                </a:cubicBezTo>
                <a:lnTo>
                  <a:pt x="4852321" y="252940"/>
                </a:lnTo>
                <a:lnTo>
                  <a:pt x="4852797" y="249320"/>
                </a:lnTo>
                <a:lnTo>
                  <a:pt x="4852797" y="245606"/>
                </a:lnTo>
                <a:cubicBezTo>
                  <a:pt x="4853273" y="243510"/>
                  <a:pt x="4853273" y="240843"/>
                  <a:pt x="4853273" y="238843"/>
                </a:cubicBezTo>
                <a:cubicBezTo>
                  <a:pt x="4853750" y="222555"/>
                  <a:pt x="4867942" y="182741"/>
                  <a:pt x="4878419" y="170168"/>
                </a:cubicBezTo>
                <a:cubicBezTo>
                  <a:pt x="4880515" y="162833"/>
                  <a:pt x="4887278" y="159214"/>
                  <a:pt x="4890516" y="152356"/>
                </a:cubicBezTo>
                <a:cubicBezTo>
                  <a:pt x="4902042" y="141878"/>
                  <a:pt x="4912995" y="128258"/>
                  <a:pt x="4928807" y="123019"/>
                </a:cubicBezTo>
                <a:cubicBezTo>
                  <a:pt x="4938237" y="119876"/>
                  <a:pt x="4948714" y="114637"/>
                  <a:pt x="4959668" y="114161"/>
                </a:cubicBezTo>
                <a:cubicBezTo>
                  <a:pt x="4978527" y="111494"/>
                  <a:pt x="4998435" y="110446"/>
                  <a:pt x="5017294" y="114732"/>
                </a:cubicBezTo>
                <a:lnTo>
                  <a:pt x="5021009" y="115780"/>
                </a:lnTo>
                <a:cubicBezTo>
                  <a:pt x="5031962" y="118923"/>
                  <a:pt x="5041393" y="123114"/>
                  <a:pt x="5050345" y="127781"/>
                </a:cubicBezTo>
                <a:cubicBezTo>
                  <a:pt x="5056632" y="134068"/>
                  <a:pt x="5063967" y="140354"/>
                  <a:pt x="5069205" y="149784"/>
                </a:cubicBezTo>
                <a:cubicBezTo>
                  <a:pt x="5088065" y="166548"/>
                  <a:pt x="5095875" y="195409"/>
                  <a:pt x="5101114" y="227318"/>
                </a:cubicBezTo>
                <a:lnTo>
                  <a:pt x="5101590" y="232080"/>
                </a:lnTo>
                <a:lnTo>
                  <a:pt x="5101590" y="235795"/>
                </a:lnTo>
                <a:lnTo>
                  <a:pt x="5102067" y="242081"/>
                </a:lnTo>
                <a:lnTo>
                  <a:pt x="5103590" y="249987"/>
                </a:lnTo>
                <a:lnTo>
                  <a:pt x="5104638" y="254654"/>
                </a:lnTo>
                <a:cubicBezTo>
                  <a:pt x="5094161" y="256274"/>
                  <a:pt x="5083111" y="253035"/>
                  <a:pt x="5072158" y="253035"/>
                </a:cubicBezTo>
                <a:cubicBezTo>
                  <a:pt x="5064824" y="252464"/>
                  <a:pt x="5006150" y="256178"/>
                  <a:pt x="4999863" y="256178"/>
                </a:cubicBezTo>
                <a:cubicBezTo>
                  <a:pt x="4992529" y="256178"/>
                  <a:pt x="4984623" y="256178"/>
                  <a:pt x="4976813" y="257226"/>
                </a:cubicBezTo>
                <a:cubicBezTo>
                  <a:pt x="4960049" y="258845"/>
                  <a:pt x="4942713" y="258274"/>
                  <a:pt x="4925473" y="258274"/>
                </a:cubicBezTo>
                <a:cubicBezTo>
                  <a:pt x="4911376" y="258274"/>
                  <a:pt x="4914996" y="283896"/>
                  <a:pt x="4917091" y="292850"/>
                </a:cubicBezTo>
                <a:lnTo>
                  <a:pt x="4919187" y="298088"/>
                </a:lnTo>
                <a:lnTo>
                  <a:pt x="4920806" y="302279"/>
                </a:lnTo>
                <a:cubicBezTo>
                  <a:pt x="4921282" y="303327"/>
                  <a:pt x="4921853" y="304375"/>
                  <a:pt x="4922330" y="305423"/>
                </a:cubicBezTo>
                <a:lnTo>
                  <a:pt x="4924425" y="308090"/>
                </a:lnTo>
                <a:lnTo>
                  <a:pt x="4927569" y="312281"/>
                </a:lnTo>
                <a:lnTo>
                  <a:pt x="4932807" y="317519"/>
                </a:lnTo>
                <a:lnTo>
                  <a:pt x="4938046" y="323806"/>
                </a:lnTo>
                <a:cubicBezTo>
                  <a:pt x="4944333" y="331140"/>
                  <a:pt x="4957382" y="336379"/>
                  <a:pt x="4967383" y="336950"/>
                </a:cubicBezTo>
                <a:cubicBezTo>
                  <a:pt x="4968431" y="336950"/>
                  <a:pt x="4970050" y="337522"/>
                  <a:pt x="4971098" y="337522"/>
                </a:cubicBezTo>
                <a:cubicBezTo>
                  <a:pt x="4982147" y="337522"/>
                  <a:pt x="4994148" y="336950"/>
                  <a:pt x="5004626" y="333807"/>
                </a:cubicBezTo>
                <a:cubicBezTo>
                  <a:pt x="5015580" y="331140"/>
                  <a:pt x="5046536" y="319139"/>
                  <a:pt x="5050155" y="304470"/>
                </a:cubicBezTo>
                <a:lnTo>
                  <a:pt x="5050727" y="304470"/>
                </a:lnTo>
                <a:close/>
                <a:moveTo>
                  <a:pt x="4926140" y="268275"/>
                </a:moveTo>
                <a:cubicBezTo>
                  <a:pt x="4943951" y="268275"/>
                  <a:pt x="4961192" y="268847"/>
                  <a:pt x="4978527" y="267227"/>
                </a:cubicBezTo>
                <a:cubicBezTo>
                  <a:pt x="4985862" y="266180"/>
                  <a:pt x="4993195" y="266180"/>
                  <a:pt x="5000054" y="266180"/>
                </a:cubicBezTo>
                <a:cubicBezTo>
                  <a:pt x="5006340" y="266180"/>
                  <a:pt x="5066538" y="262560"/>
                  <a:pt x="5072349" y="263036"/>
                </a:cubicBezTo>
                <a:cubicBezTo>
                  <a:pt x="5079206" y="263036"/>
                  <a:pt x="5086541" y="264084"/>
                  <a:pt x="5093303" y="264656"/>
                </a:cubicBezTo>
                <a:cubicBezTo>
                  <a:pt x="5121021" y="267227"/>
                  <a:pt x="5115306" y="260465"/>
                  <a:pt x="5112163" y="240557"/>
                </a:cubicBezTo>
                <a:lnTo>
                  <a:pt x="5111686" y="235319"/>
                </a:lnTo>
                <a:lnTo>
                  <a:pt x="5111686" y="231128"/>
                </a:lnTo>
                <a:lnTo>
                  <a:pt x="5111210" y="225889"/>
                </a:lnTo>
                <a:cubicBezTo>
                  <a:pt x="5105972" y="194456"/>
                  <a:pt x="5097590" y="162452"/>
                  <a:pt x="5076635" y="142545"/>
                </a:cubicBezTo>
                <a:cubicBezTo>
                  <a:pt x="5071967" y="133687"/>
                  <a:pt x="5064061" y="126829"/>
                  <a:pt x="5055680" y="119495"/>
                </a:cubicBezTo>
                <a:cubicBezTo>
                  <a:pt x="5046821" y="114256"/>
                  <a:pt x="5037868" y="110541"/>
                  <a:pt x="5027390" y="107493"/>
                </a:cubicBezTo>
                <a:lnTo>
                  <a:pt x="5023199" y="105874"/>
                </a:lnTo>
                <a:lnTo>
                  <a:pt x="5019485" y="105302"/>
                </a:lnTo>
                <a:cubicBezTo>
                  <a:pt x="4999578" y="100064"/>
                  <a:pt x="4978623" y="101111"/>
                  <a:pt x="4958239" y="104255"/>
                </a:cubicBezTo>
                <a:cubicBezTo>
                  <a:pt x="4946714" y="105302"/>
                  <a:pt x="4936236" y="109970"/>
                  <a:pt x="4925759" y="113113"/>
                </a:cubicBezTo>
                <a:cubicBezTo>
                  <a:pt x="4907947" y="119399"/>
                  <a:pt x="4896422" y="133592"/>
                  <a:pt x="4881753" y="147689"/>
                </a:cubicBezTo>
                <a:cubicBezTo>
                  <a:pt x="4878610" y="154451"/>
                  <a:pt x="4872895" y="156071"/>
                  <a:pt x="4869180" y="165977"/>
                </a:cubicBezTo>
                <a:cubicBezTo>
                  <a:pt x="4860322" y="176930"/>
                  <a:pt x="4846130" y="214173"/>
                  <a:pt x="4844034" y="230366"/>
                </a:cubicBezTo>
                <a:cubicBezTo>
                  <a:pt x="4843558" y="235128"/>
                  <a:pt x="4844034" y="239795"/>
                  <a:pt x="4842987" y="244558"/>
                </a:cubicBezTo>
                <a:lnTo>
                  <a:pt x="4842987" y="248273"/>
                </a:lnTo>
                <a:lnTo>
                  <a:pt x="4842510" y="251416"/>
                </a:lnTo>
                <a:lnTo>
                  <a:pt x="4842034" y="255607"/>
                </a:lnTo>
                <a:cubicBezTo>
                  <a:pt x="4841558" y="261417"/>
                  <a:pt x="4843082" y="267132"/>
                  <a:pt x="4844130" y="272371"/>
                </a:cubicBezTo>
                <a:cubicBezTo>
                  <a:pt x="4844130" y="274466"/>
                  <a:pt x="4845177" y="278657"/>
                  <a:pt x="4845654" y="280181"/>
                </a:cubicBezTo>
                <a:lnTo>
                  <a:pt x="4847273" y="284372"/>
                </a:lnTo>
                <a:cubicBezTo>
                  <a:pt x="4848321" y="287039"/>
                  <a:pt x="4849368" y="289611"/>
                  <a:pt x="4849368" y="292754"/>
                </a:cubicBezTo>
                <a:lnTo>
                  <a:pt x="4849845" y="295421"/>
                </a:lnTo>
                <a:cubicBezTo>
                  <a:pt x="4860798" y="313233"/>
                  <a:pt x="4862989" y="335807"/>
                  <a:pt x="4880801" y="349428"/>
                </a:cubicBezTo>
                <a:cubicBezTo>
                  <a:pt x="4889183" y="359906"/>
                  <a:pt x="4900137" y="367240"/>
                  <a:pt x="4914329" y="374003"/>
                </a:cubicBezTo>
                <a:cubicBezTo>
                  <a:pt x="4923758" y="375622"/>
                  <a:pt x="4931664" y="379718"/>
                  <a:pt x="4940523" y="381908"/>
                </a:cubicBezTo>
                <a:cubicBezTo>
                  <a:pt x="4965669" y="392386"/>
                  <a:pt x="4998149" y="386099"/>
                  <a:pt x="5025961" y="382956"/>
                </a:cubicBezTo>
                <a:cubicBezTo>
                  <a:pt x="5027486" y="382385"/>
                  <a:pt x="5029105" y="381908"/>
                  <a:pt x="5030153" y="381432"/>
                </a:cubicBezTo>
                <a:lnTo>
                  <a:pt x="5035868" y="379813"/>
                </a:lnTo>
                <a:cubicBezTo>
                  <a:pt x="5039011" y="378765"/>
                  <a:pt x="5042726" y="377146"/>
                  <a:pt x="5045298" y="374574"/>
                </a:cubicBezTo>
                <a:cubicBezTo>
                  <a:pt x="5047393" y="374574"/>
                  <a:pt x="5049012" y="373526"/>
                  <a:pt x="5050536" y="372479"/>
                </a:cubicBezTo>
                <a:lnTo>
                  <a:pt x="5053203" y="370383"/>
                </a:lnTo>
                <a:lnTo>
                  <a:pt x="5055870" y="368288"/>
                </a:lnTo>
                <a:cubicBezTo>
                  <a:pt x="5063205" y="365144"/>
                  <a:pt x="5070539" y="362573"/>
                  <a:pt x="5076825" y="357239"/>
                </a:cubicBezTo>
                <a:cubicBezTo>
                  <a:pt x="5081492" y="354095"/>
                  <a:pt x="5087874" y="347333"/>
                  <a:pt x="5092065" y="341046"/>
                </a:cubicBezTo>
                <a:cubicBezTo>
                  <a:pt x="5093113" y="338379"/>
                  <a:pt x="5095685" y="336284"/>
                  <a:pt x="5098352" y="333712"/>
                </a:cubicBezTo>
                <a:cubicBezTo>
                  <a:pt x="5101495" y="327425"/>
                  <a:pt x="5120355" y="292850"/>
                  <a:pt x="5106734" y="293326"/>
                </a:cubicBezTo>
                <a:cubicBezTo>
                  <a:pt x="5101019" y="293897"/>
                  <a:pt x="5095208" y="293326"/>
                  <a:pt x="5089970" y="292278"/>
                </a:cubicBezTo>
                <a:cubicBezTo>
                  <a:pt x="5083683" y="291707"/>
                  <a:pt x="5052251" y="293897"/>
                  <a:pt x="5049108" y="294374"/>
                </a:cubicBezTo>
                <a:lnTo>
                  <a:pt x="5044917" y="295421"/>
                </a:lnTo>
                <a:lnTo>
                  <a:pt x="5041202" y="301232"/>
                </a:lnTo>
                <a:cubicBezTo>
                  <a:pt x="5036535" y="309614"/>
                  <a:pt x="5020818" y="319043"/>
                  <a:pt x="5002435" y="324282"/>
                </a:cubicBezTo>
                <a:cubicBezTo>
                  <a:pt x="4993005" y="326949"/>
                  <a:pt x="4981480" y="327425"/>
                  <a:pt x="4971574" y="327425"/>
                </a:cubicBezTo>
                <a:lnTo>
                  <a:pt x="4966907" y="326378"/>
                </a:lnTo>
                <a:cubicBezTo>
                  <a:pt x="4962716" y="327425"/>
                  <a:pt x="4949571" y="321139"/>
                  <a:pt x="4945952" y="316948"/>
                </a:cubicBezTo>
                <a:lnTo>
                  <a:pt x="4939189" y="309137"/>
                </a:lnTo>
                <a:lnTo>
                  <a:pt x="4936045" y="305423"/>
                </a:lnTo>
                <a:lnTo>
                  <a:pt x="4932903" y="301803"/>
                </a:lnTo>
                <a:lnTo>
                  <a:pt x="4930807" y="298088"/>
                </a:lnTo>
                <a:lnTo>
                  <a:pt x="4929283" y="294945"/>
                </a:lnTo>
                <a:lnTo>
                  <a:pt x="4927187" y="289230"/>
                </a:lnTo>
                <a:cubicBezTo>
                  <a:pt x="4926140" y="283420"/>
                  <a:pt x="4924521" y="273990"/>
                  <a:pt x="4926711" y="268275"/>
                </a:cubicBezTo>
                <a:moveTo>
                  <a:pt x="4659535" y="373050"/>
                </a:moveTo>
                <a:cubicBezTo>
                  <a:pt x="4659535" y="373050"/>
                  <a:pt x="4658487" y="373622"/>
                  <a:pt x="4659059" y="373050"/>
                </a:cubicBezTo>
                <a:lnTo>
                  <a:pt x="4660106" y="368383"/>
                </a:lnTo>
                <a:cubicBezTo>
                  <a:pt x="4660106" y="365716"/>
                  <a:pt x="4660678" y="363144"/>
                  <a:pt x="4660106" y="360477"/>
                </a:cubicBezTo>
                <a:cubicBezTo>
                  <a:pt x="4660106" y="342189"/>
                  <a:pt x="4660678" y="322758"/>
                  <a:pt x="4659630" y="304375"/>
                </a:cubicBezTo>
                <a:cubicBezTo>
                  <a:pt x="4659154" y="295993"/>
                  <a:pt x="4660106" y="238938"/>
                  <a:pt x="4660106" y="238938"/>
                </a:cubicBezTo>
                <a:lnTo>
                  <a:pt x="4660106" y="207982"/>
                </a:lnTo>
                <a:lnTo>
                  <a:pt x="4660678" y="204267"/>
                </a:lnTo>
                <a:cubicBezTo>
                  <a:pt x="4660678" y="201600"/>
                  <a:pt x="4661154" y="197981"/>
                  <a:pt x="4661154" y="193313"/>
                </a:cubicBezTo>
                <a:cubicBezTo>
                  <a:pt x="4662202" y="166072"/>
                  <a:pt x="4663726" y="143021"/>
                  <a:pt x="4661154" y="115780"/>
                </a:cubicBezTo>
                <a:lnTo>
                  <a:pt x="4683633" y="117399"/>
                </a:lnTo>
                <a:lnTo>
                  <a:pt x="4685729" y="117971"/>
                </a:lnTo>
                <a:lnTo>
                  <a:pt x="4718209" y="117971"/>
                </a:lnTo>
                <a:cubicBezTo>
                  <a:pt x="4719257" y="125781"/>
                  <a:pt x="4719828" y="133687"/>
                  <a:pt x="4719257" y="143117"/>
                </a:cubicBezTo>
                <a:cubicBezTo>
                  <a:pt x="4719257" y="150451"/>
                  <a:pt x="4725543" y="155118"/>
                  <a:pt x="4732401" y="151975"/>
                </a:cubicBezTo>
                <a:cubicBezTo>
                  <a:pt x="4737164" y="149879"/>
                  <a:pt x="4740307" y="146736"/>
                  <a:pt x="4743926" y="143593"/>
                </a:cubicBezTo>
                <a:lnTo>
                  <a:pt x="4747546" y="140450"/>
                </a:lnTo>
                <a:cubicBezTo>
                  <a:pt x="4750689" y="136259"/>
                  <a:pt x="4752785" y="135211"/>
                  <a:pt x="4758023" y="131591"/>
                </a:cubicBezTo>
                <a:lnTo>
                  <a:pt x="4765358" y="123686"/>
                </a:lnTo>
                <a:lnTo>
                  <a:pt x="4771073" y="119495"/>
                </a:lnTo>
                <a:cubicBezTo>
                  <a:pt x="4772692" y="117875"/>
                  <a:pt x="4774216" y="116828"/>
                  <a:pt x="4777359" y="116351"/>
                </a:cubicBezTo>
                <a:cubicBezTo>
                  <a:pt x="4782026" y="115304"/>
                  <a:pt x="4783646" y="112637"/>
                  <a:pt x="4789932" y="112637"/>
                </a:cubicBezTo>
                <a:cubicBezTo>
                  <a:pt x="4793552" y="112065"/>
                  <a:pt x="4797266" y="111589"/>
                  <a:pt x="4800886" y="111017"/>
                </a:cubicBezTo>
                <a:lnTo>
                  <a:pt x="4806125" y="109970"/>
                </a:lnTo>
                <a:lnTo>
                  <a:pt x="4809268" y="110541"/>
                </a:lnTo>
                <a:lnTo>
                  <a:pt x="4812411" y="112637"/>
                </a:lnTo>
                <a:cubicBezTo>
                  <a:pt x="4811364" y="121019"/>
                  <a:pt x="4809268" y="128924"/>
                  <a:pt x="4810316" y="138259"/>
                </a:cubicBezTo>
                <a:cubicBezTo>
                  <a:pt x="4810316" y="140354"/>
                  <a:pt x="4811364" y="143498"/>
                  <a:pt x="4811364" y="145593"/>
                </a:cubicBezTo>
                <a:cubicBezTo>
                  <a:pt x="4811364" y="153404"/>
                  <a:pt x="4813935" y="160262"/>
                  <a:pt x="4813935" y="167596"/>
                </a:cubicBezTo>
                <a:cubicBezTo>
                  <a:pt x="4810792" y="167024"/>
                  <a:pt x="4807173" y="167024"/>
                  <a:pt x="4803934" y="168167"/>
                </a:cubicBezTo>
                <a:lnTo>
                  <a:pt x="4796600" y="169215"/>
                </a:lnTo>
                <a:lnTo>
                  <a:pt x="4794028" y="168644"/>
                </a:lnTo>
                <a:cubicBezTo>
                  <a:pt x="4776216" y="170263"/>
                  <a:pt x="4757357" y="174359"/>
                  <a:pt x="4744212" y="186455"/>
                </a:cubicBezTo>
                <a:cubicBezTo>
                  <a:pt x="4742593" y="188551"/>
                  <a:pt x="4741069" y="191123"/>
                  <a:pt x="4740021" y="192170"/>
                </a:cubicBezTo>
                <a:lnTo>
                  <a:pt x="4737926" y="195885"/>
                </a:lnTo>
                <a:lnTo>
                  <a:pt x="4736306" y="197981"/>
                </a:lnTo>
                <a:cubicBezTo>
                  <a:pt x="4734211" y="199600"/>
                  <a:pt x="4732687" y="201124"/>
                  <a:pt x="4731639" y="203219"/>
                </a:cubicBezTo>
                <a:cubicBezTo>
                  <a:pt x="4730591" y="205315"/>
                  <a:pt x="4730020" y="206934"/>
                  <a:pt x="4729067" y="210554"/>
                </a:cubicBezTo>
                <a:lnTo>
                  <a:pt x="4727448" y="213125"/>
                </a:lnTo>
                <a:lnTo>
                  <a:pt x="4725924" y="219412"/>
                </a:lnTo>
                <a:lnTo>
                  <a:pt x="4725353" y="223603"/>
                </a:lnTo>
                <a:lnTo>
                  <a:pt x="4723829" y="228842"/>
                </a:lnTo>
                <a:lnTo>
                  <a:pt x="4723257" y="230937"/>
                </a:lnTo>
                <a:cubicBezTo>
                  <a:pt x="4722209" y="236747"/>
                  <a:pt x="4721162" y="242939"/>
                  <a:pt x="4719638" y="249797"/>
                </a:cubicBezTo>
                <a:lnTo>
                  <a:pt x="4718590" y="263417"/>
                </a:lnTo>
                <a:lnTo>
                  <a:pt x="4717542" y="289611"/>
                </a:lnTo>
                <a:cubicBezTo>
                  <a:pt x="4717542" y="303232"/>
                  <a:pt x="4716971" y="311042"/>
                  <a:pt x="4716971" y="324663"/>
                </a:cubicBezTo>
                <a:cubicBezTo>
                  <a:pt x="4716971" y="333521"/>
                  <a:pt x="4716495" y="340379"/>
                  <a:pt x="4716971" y="347142"/>
                </a:cubicBezTo>
                <a:lnTo>
                  <a:pt x="4718590" y="356000"/>
                </a:lnTo>
                <a:cubicBezTo>
                  <a:pt x="4718590" y="359144"/>
                  <a:pt x="4719066" y="362858"/>
                  <a:pt x="4718590" y="366002"/>
                </a:cubicBezTo>
                <a:cubicBezTo>
                  <a:pt x="4718590" y="368097"/>
                  <a:pt x="4718114" y="370193"/>
                  <a:pt x="4718114" y="372288"/>
                </a:cubicBezTo>
                <a:cubicBezTo>
                  <a:pt x="4697730" y="371240"/>
                  <a:pt x="4679347" y="374955"/>
                  <a:pt x="4659440" y="372860"/>
                </a:cubicBezTo>
                <a:moveTo>
                  <a:pt x="4650010" y="366002"/>
                </a:moveTo>
                <a:cubicBezTo>
                  <a:pt x="4648391" y="367049"/>
                  <a:pt x="4647438" y="370193"/>
                  <a:pt x="4648391" y="375431"/>
                </a:cubicBezTo>
                <a:lnTo>
                  <a:pt x="4649439" y="378575"/>
                </a:lnTo>
                <a:cubicBezTo>
                  <a:pt x="4649439" y="379622"/>
                  <a:pt x="4652106" y="382194"/>
                  <a:pt x="4653153" y="382194"/>
                </a:cubicBezTo>
                <a:cubicBezTo>
                  <a:pt x="4668870" y="385337"/>
                  <a:pt x="4686681" y="383242"/>
                  <a:pt x="4702398" y="382194"/>
                </a:cubicBezTo>
                <a:cubicBezTo>
                  <a:pt x="4714399" y="381146"/>
                  <a:pt x="4730115" y="387433"/>
                  <a:pt x="4727543" y="374384"/>
                </a:cubicBezTo>
                <a:cubicBezTo>
                  <a:pt x="4728020" y="371717"/>
                  <a:pt x="4728591" y="369145"/>
                  <a:pt x="4728591" y="366478"/>
                </a:cubicBezTo>
                <a:cubicBezTo>
                  <a:pt x="4729067" y="362287"/>
                  <a:pt x="4728591" y="358572"/>
                  <a:pt x="4728591" y="354953"/>
                </a:cubicBezTo>
                <a:lnTo>
                  <a:pt x="4726972" y="345999"/>
                </a:lnTo>
                <a:cubicBezTo>
                  <a:pt x="4726496" y="339236"/>
                  <a:pt x="4726972" y="332855"/>
                  <a:pt x="4726972" y="325044"/>
                </a:cubicBezTo>
                <a:cubicBezTo>
                  <a:pt x="4727448" y="310852"/>
                  <a:pt x="4727448" y="303518"/>
                  <a:pt x="4728020" y="289421"/>
                </a:cubicBezTo>
                <a:lnTo>
                  <a:pt x="4728591" y="263798"/>
                </a:lnTo>
                <a:lnTo>
                  <a:pt x="4729639" y="251225"/>
                </a:lnTo>
                <a:cubicBezTo>
                  <a:pt x="4731258" y="246463"/>
                  <a:pt x="4731734" y="243891"/>
                  <a:pt x="4732211" y="239129"/>
                </a:cubicBezTo>
                <a:lnTo>
                  <a:pt x="4732782" y="232366"/>
                </a:lnTo>
                <a:lnTo>
                  <a:pt x="4733830" y="230747"/>
                </a:lnTo>
                <a:lnTo>
                  <a:pt x="4735925" y="225032"/>
                </a:lnTo>
                <a:lnTo>
                  <a:pt x="4735925" y="220269"/>
                </a:lnTo>
                <a:lnTo>
                  <a:pt x="4738497" y="215030"/>
                </a:lnTo>
                <a:lnTo>
                  <a:pt x="4739545" y="212935"/>
                </a:lnTo>
                <a:lnTo>
                  <a:pt x="4740021" y="209792"/>
                </a:lnTo>
                <a:lnTo>
                  <a:pt x="4740498" y="207696"/>
                </a:lnTo>
                <a:lnTo>
                  <a:pt x="4743069" y="204553"/>
                </a:lnTo>
                <a:lnTo>
                  <a:pt x="4746213" y="201410"/>
                </a:lnTo>
                <a:lnTo>
                  <a:pt x="4747832" y="199314"/>
                </a:lnTo>
                <a:lnTo>
                  <a:pt x="4748880" y="197219"/>
                </a:lnTo>
                <a:cubicBezTo>
                  <a:pt x="4749927" y="195599"/>
                  <a:pt x="4750499" y="194552"/>
                  <a:pt x="4751451" y="193504"/>
                </a:cubicBezTo>
                <a:cubicBezTo>
                  <a:pt x="4761453" y="184074"/>
                  <a:pt x="4776597" y="180359"/>
                  <a:pt x="4795457" y="178835"/>
                </a:cubicBezTo>
                <a:lnTo>
                  <a:pt x="4800219" y="178835"/>
                </a:lnTo>
                <a:lnTo>
                  <a:pt x="4805934" y="177216"/>
                </a:lnTo>
                <a:cubicBezTo>
                  <a:pt x="4809078" y="176645"/>
                  <a:pt x="4811745" y="176645"/>
                  <a:pt x="4814316" y="177216"/>
                </a:cubicBezTo>
                <a:lnTo>
                  <a:pt x="4816888" y="177788"/>
                </a:lnTo>
                <a:cubicBezTo>
                  <a:pt x="4825746" y="178359"/>
                  <a:pt x="4824222" y="173120"/>
                  <a:pt x="4824222" y="166834"/>
                </a:cubicBezTo>
                <a:cubicBezTo>
                  <a:pt x="4824222" y="160071"/>
                  <a:pt x="4821555" y="153213"/>
                  <a:pt x="4821555" y="145403"/>
                </a:cubicBezTo>
                <a:cubicBezTo>
                  <a:pt x="4821555" y="142736"/>
                  <a:pt x="4820507" y="139592"/>
                  <a:pt x="4820031" y="137021"/>
                </a:cubicBezTo>
                <a:cubicBezTo>
                  <a:pt x="4818983" y="125019"/>
                  <a:pt x="4829461" y="100921"/>
                  <a:pt x="4814221" y="100921"/>
                </a:cubicBezTo>
                <a:cubicBezTo>
                  <a:pt x="4813173" y="100921"/>
                  <a:pt x="4811649" y="100921"/>
                  <a:pt x="4810506" y="100349"/>
                </a:cubicBezTo>
                <a:lnTo>
                  <a:pt x="4807363" y="99778"/>
                </a:lnTo>
                <a:cubicBezTo>
                  <a:pt x="4805744" y="99778"/>
                  <a:pt x="4804791" y="99778"/>
                  <a:pt x="4803172" y="100349"/>
                </a:cubicBezTo>
                <a:lnTo>
                  <a:pt x="4798981" y="100921"/>
                </a:lnTo>
                <a:cubicBezTo>
                  <a:pt x="4795838" y="101492"/>
                  <a:pt x="4792695" y="101969"/>
                  <a:pt x="4789551" y="101969"/>
                </a:cubicBezTo>
                <a:cubicBezTo>
                  <a:pt x="4783265" y="101969"/>
                  <a:pt x="4779550" y="104064"/>
                  <a:pt x="4774311" y="106160"/>
                </a:cubicBezTo>
                <a:lnTo>
                  <a:pt x="4772216" y="106160"/>
                </a:lnTo>
                <a:cubicBezTo>
                  <a:pt x="4769644" y="107779"/>
                  <a:pt x="4766977" y="109303"/>
                  <a:pt x="4764881" y="110827"/>
                </a:cubicBezTo>
                <a:lnTo>
                  <a:pt x="4758023" y="116066"/>
                </a:lnTo>
                <a:lnTo>
                  <a:pt x="4750689" y="123876"/>
                </a:lnTo>
                <a:cubicBezTo>
                  <a:pt x="4745450" y="127591"/>
                  <a:pt x="4743355" y="128639"/>
                  <a:pt x="4739735" y="133306"/>
                </a:cubicBezTo>
                <a:lnTo>
                  <a:pt x="4737164" y="135401"/>
                </a:lnTo>
                <a:cubicBezTo>
                  <a:pt x="4734592" y="138068"/>
                  <a:pt x="4731925" y="140164"/>
                  <a:pt x="4729258" y="141688"/>
                </a:cubicBezTo>
                <a:cubicBezTo>
                  <a:pt x="4729258" y="130734"/>
                  <a:pt x="4728782" y="121304"/>
                  <a:pt x="4727163" y="111779"/>
                </a:cubicBezTo>
                <a:cubicBezTo>
                  <a:pt x="4726115" y="102350"/>
                  <a:pt x="4692587" y="110160"/>
                  <a:pt x="4684776" y="107112"/>
                </a:cubicBezTo>
                <a:lnTo>
                  <a:pt x="4682205" y="107112"/>
                </a:lnTo>
                <a:cubicBezTo>
                  <a:pt x="4676394" y="107684"/>
                  <a:pt x="4649153" y="100826"/>
                  <a:pt x="4650200" y="111303"/>
                </a:cubicBezTo>
                <a:cubicBezTo>
                  <a:pt x="4651248" y="121304"/>
                  <a:pt x="4651248" y="142259"/>
                  <a:pt x="4651248" y="161595"/>
                </a:cubicBezTo>
                <a:cubicBezTo>
                  <a:pt x="4651248" y="175216"/>
                  <a:pt x="4651248" y="188837"/>
                  <a:pt x="4650200" y="202457"/>
                </a:cubicBezTo>
                <a:lnTo>
                  <a:pt x="4649153" y="207696"/>
                </a:lnTo>
                <a:cubicBezTo>
                  <a:pt x="4649724" y="212459"/>
                  <a:pt x="4649724" y="225984"/>
                  <a:pt x="4649724" y="238652"/>
                </a:cubicBezTo>
                <a:cubicBezTo>
                  <a:pt x="4648676" y="279515"/>
                  <a:pt x="4649724" y="320377"/>
                  <a:pt x="4649724" y="360668"/>
                </a:cubicBezTo>
                <a:cubicBezTo>
                  <a:pt x="4650200" y="362763"/>
                  <a:pt x="4649724" y="364859"/>
                  <a:pt x="4649724" y="365906"/>
                </a:cubicBezTo>
                <a:moveTo>
                  <a:pt x="4526090" y="372764"/>
                </a:moveTo>
                <a:cubicBezTo>
                  <a:pt x="4526566" y="367049"/>
                  <a:pt x="4527138" y="360763"/>
                  <a:pt x="4526566" y="354953"/>
                </a:cubicBezTo>
                <a:cubicBezTo>
                  <a:pt x="4526090" y="351238"/>
                  <a:pt x="4521899" y="345999"/>
                  <a:pt x="4517708" y="348666"/>
                </a:cubicBezTo>
                <a:cubicBezTo>
                  <a:pt x="4494086" y="361811"/>
                  <a:pt x="4470559" y="379051"/>
                  <a:pt x="4442270" y="379527"/>
                </a:cubicBezTo>
                <a:lnTo>
                  <a:pt x="4434935" y="378479"/>
                </a:lnTo>
                <a:cubicBezTo>
                  <a:pt x="4428173" y="379051"/>
                  <a:pt x="4421315" y="375812"/>
                  <a:pt x="4415028" y="375336"/>
                </a:cubicBezTo>
                <a:cubicBezTo>
                  <a:pt x="4407694" y="374765"/>
                  <a:pt x="4399312" y="375336"/>
                  <a:pt x="4392549" y="373241"/>
                </a:cubicBezTo>
                <a:cubicBezTo>
                  <a:pt x="4387882" y="372193"/>
                  <a:pt x="4380453" y="367526"/>
                  <a:pt x="4377309" y="364287"/>
                </a:cubicBezTo>
                <a:lnTo>
                  <a:pt x="4373595" y="361144"/>
                </a:lnTo>
                <a:cubicBezTo>
                  <a:pt x="4369404" y="356953"/>
                  <a:pt x="4366832" y="354857"/>
                  <a:pt x="4364736" y="353333"/>
                </a:cubicBezTo>
                <a:cubicBezTo>
                  <a:pt x="4362165" y="350666"/>
                  <a:pt x="4361022" y="347523"/>
                  <a:pt x="4357973" y="344951"/>
                </a:cubicBezTo>
                <a:cubicBezTo>
                  <a:pt x="4356926" y="342380"/>
                  <a:pt x="4355878" y="340284"/>
                  <a:pt x="4355402" y="338189"/>
                </a:cubicBezTo>
                <a:lnTo>
                  <a:pt x="4351687" y="331902"/>
                </a:lnTo>
                <a:cubicBezTo>
                  <a:pt x="4350068" y="327711"/>
                  <a:pt x="4348544" y="325139"/>
                  <a:pt x="4347496" y="321996"/>
                </a:cubicBezTo>
                <a:cubicBezTo>
                  <a:pt x="4347972" y="319901"/>
                  <a:pt x="4347972" y="317805"/>
                  <a:pt x="4347496" y="316281"/>
                </a:cubicBezTo>
                <a:lnTo>
                  <a:pt x="4345400" y="309423"/>
                </a:lnTo>
                <a:cubicBezTo>
                  <a:pt x="4344924" y="305232"/>
                  <a:pt x="4344353" y="299517"/>
                  <a:pt x="4344353" y="295802"/>
                </a:cubicBezTo>
                <a:cubicBezTo>
                  <a:pt x="4344353" y="291611"/>
                  <a:pt x="4344829" y="177407"/>
                  <a:pt x="4345972" y="166929"/>
                </a:cubicBezTo>
                <a:cubicBezTo>
                  <a:pt x="4347496" y="152261"/>
                  <a:pt x="4348544" y="137592"/>
                  <a:pt x="4348544" y="123400"/>
                </a:cubicBezTo>
                <a:lnTo>
                  <a:pt x="4348544" y="119209"/>
                </a:lnTo>
                <a:lnTo>
                  <a:pt x="4356354" y="119209"/>
                </a:lnTo>
                <a:cubicBezTo>
                  <a:pt x="4356354" y="119209"/>
                  <a:pt x="4399312" y="118161"/>
                  <a:pt x="4402455" y="118161"/>
                </a:cubicBezTo>
                <a:lnTo>
                  <a:pt x="4406170" y="120828"/>
                </a:lnTo>
                <a:cubicBezTo>
                  <a:pt x="4405694" y="130734"/>
                  <a:pt x="4406170" y="140164"/>
                  <a:pt x="4405694" y="149117"/>
                </a:cubicBezTo>
                <a:lnTo>
                  <a:pt x="4404646" y="194171"/>
                </a:lnTo>
                <a:lnTo>
                  <a:pt x="4404170" y="223508"/>
                </a:lnTo>
                <a:lnTo>
                  <a:pt x="4404170" y="236081"/>
                </a:lnTo>
                <a:cubicBezTo>
                  <a:pt x="4404170" y="238748"/>
                  <a:pt x="4404646" y="238748"/>
                  <a:pt x="4404646" y="239700"/>
                </a:cubicBezTo>
                <a:lnTo>
                  <a:pt x="4405217" y="240748"/>
                </a:lnTo>
                <a:lnTo>
                  <a:pt x="4405217" y="249701"/>
                </a:lnTo>
                <a:cubicBezTo>
                  <a:pt x="4404646" y="254369"/>
                  <a:pt x="4404646" y="259131"/>
                  <a:pt x="4405217" y="263894"/>
                </a:cubicBezTo>
                <a:cubicBezTo>
                  <a:pt x="4406741" y="288468"/>
                  <a:pt x="4409408" y="311042"/>
                  <a:pt x="4429316" y="324663"/>
                </a:cubicBezTo>
                <a:cubicBezTo>
                  <a:pt x="4439222" y="333521"/>
                  <a:pt x="4464939" y="336665"/>
                  <a:pt x="4478560" y="336665"/>
                </a:cubicBezTo>
                <a:cubicBezTo>
                  <a:pt x="4500563" y="333998"/>
                  <a:pt x="4509992" y="321425"/>
                  <a:pt x="4517803" y="307328"/>
                </a:cubicBezTo>
                <a:cubicBezTo>
                  <a:pt x="4518851" y="306280"/>
                  <a:pt x="4518851" y="305232"/>
                  <a:pt x="4519422" y="304184"/>
                </a:cubicBezTo>
                <a:lnTo>
                  <a:pt x="4521041" y="299517"/>
                </a:lnTo>
                <a:lnTo>
                  <a:pt x="4523137" y="294278"/>
                </a:lnTo>
                <a:cubicBezTo>
                  <a:pt x="4524185" y="292183"/>
                  <a:pt x="4524661" y="289611"/>
                  <a:pt x="4525232" y="286944"/>
                </a:cubicBezTo>
                <a:lnTo>
                  <a:pt x="4526756" y="281134"/>
                </a:lnTo>
                <a:lnTo>
                  <a:pt x="4528376" y="277991"/>
                </a:lnTo>
                <a:cubicBezTo>
                  <a:pt x="4528852" y="276467"/>
                  <a:pt x="4529423" y="275419"/>
                  <a:pt x="4529423" y="273800"/>
                </a:cubicBezTo>
                <a:lnTo>
                  <a:pt x="4530948" y="262274"/>
                </a:lnTo>
                <a:cubicBezTo>
                  <a:pt x="4533519" y="246558"/>
                  <a:pt x="4529423" y="160643"/>
                  <a:pt x="4529423" y="158547"/>
                </a:cubicBezTo>
                <a:cubicBezTo>
                  <a:pt x="4528376" y="148070"/>
                  <a:pt x="4528852" y="137021"/>
                  <a:pt x="4528376" y="127115"/>
                </a:cubicBezTo>
                <a:cubicBezTo>
                  <a:pt x="4528376" y="126067"/>
                  <a:pt x="4527899" y="125019"/>
                  <a:pt x="4527899" y="121876"/>
                </a:cubicBezTo>
                <a:lnTo>
                  <a:pt x="4527899" y="118256"/>
                </a:lnTo>
                <a:cubicBezTo>
                  <a:pt x="4529995" y="118828"/>
                  <a:pt x="4541044" y="118256"/>
                  <a:pt x="4551998" y="117685"/>
                </a:cubicBezTo>
                <a:lnTo>
                  <a:pt x="4583906" y="116637"/>
                </a:lnTo>
                <a:lnTo>
                  <a:pt x="4583906" y="122352"/>
                </a:lnTo>
                <a:cubicBezTo>
                  <a:pt x="4583906" y="137021"/>
                  <a:pt x="4580763" y="153308"/>
                  <a:pt x="4583430" y="167405"/>
                </a:cubicBezTo>
                <a:cubicBezTo>
                  <a:pt x="4583906" y="182074"/>
                  <a:pt x="4582954" y="311423"/>
                  <a:pt x="4585049" y="329330"/>
                </a:cubicBezTo>
                <a:cubicBezTo>
                  <a:pt x="4587145" y="336665"/>
                  <a:pt x="4584002" y="364382"/>
                  <a:pt x="4583430" y="373812"/>
                </a:cubicBezTo>
                <a:lnTo>
                  <a:pt x="4578763" y="373812"/>
                </a:lnTo>
                <a:cubicBezTo>
                  <a:pt x="4570857" y="373812"/>
                  <a:pt x="4563523" y="374384"/>
                  <a:pt x="4555713" y="373812"/>
                </a:cubicBezTo>
                <a:lnTo>
                  <a:pt x="4542568" y="372764"/>
                </a:lnTo>
                <a:cubicBezTo>
                  <a:pt x="4537806" y="372764"/>
                  <a:pt x="4532090" y="372193"/>
                  <a:pt x="4526280" y="372764"/>
                </a:cubicBezTo>
                <a:moveTo>
                  <a:pt x="4352354" y="353429"/>
                </a:moveTo>
                <a:cubicBezTo>
                  <a:pt x="4355021" y="359144"/>
                  <a:pt x="4361783" y="363906"/>
                  <a:pt x="4367022" y="368097"/>
                </a:cubicBezTo>
                <a:lnTo>
                  <a:pt x="4370737" y="371717"/>
                </a:lnTo>
                <a:cubicBezTo>
                  <a:pt x="4374928" y="375431"/>
                  <a:pt x="4383310" y="381146"/>
                  <a:pt x="4389597" y="382670"/>
                </a:cubicBezTo>
                <a:cubicBezTo>
                  <a:pt x="4397502" y="385337"/>
                  <a:pt x="4406360" y="384290"/>
                  <a:pt x="4414266" y="385337"/>
                </a:cubicBezTo>
                <a:cubicBezTo>
                  <a:pt x="4421029" y="385909"/>
                  <a:pt x="4427887" y="388957"/>
                  <a:pt x="4435221" y="388481"/>
                </a:cubicBezTo>
                <a:lnTo>
                  <a:pt x="4441984" y="389528"/>
                </a:lnTo>
                <a:cubicBezTo>
                  <a:pt x="4466654" y="389528"/>
                  <a:pt x="4500658" y="374860"/>
                  <a:pt x="4516946" y="356000"/>
                </a:cubicBezTo>
                <a:cubicBezTo>
                  <a:pt x="4517422" y="362287"/>
                  <a:pt x="4516470" y="369145"/>
                  <a:pt x="4516470" y="375431"/>
                </a:cubicBezTo>
                <a:lnTo>
                  <a:pt x="4515898" y="378003"/>
                </a:lnTo>
                <a:cubicBezTo>
                  <a:pt x="4515898" y="384290"/>
                  <a:pt x="4520089" y="384290"/>
                  <a:pt x="4524756" y="383242"/>
                </a:cubicBezTo>
                <a:cubicBezTo>
                  <a:pt x="4529995" y="382194"/>
                  <a:pt x="4535710" y="382670"/>
                  <a:pt x="4542092" y="382670"/>
                </a:cubicBezTo>
                <a:lnTo>
                  <a:pt x="4555236" y="383718"/>
                </a:lnTo>
                <a:cubicBezTo>
                  <a:pt x="4563618" y="384290"/>
                  <a:pt x="4570953" y="383718"/>
                  <a:pt x="4578858" y="383718"/>
                </a:cubicBezTo>
                <a:cubicBezTo>
                  <a:pt x="4583525" y="383718"/>
                  <a:pt x="4594098" y="388481"/>
                  <a:pt x="4594098" y="380099"/>
                </a:cubicBezTo>
                <a:cubicBezTo>
                  <a:pt x="4593050" y="365906"/>
                  <a:pt x="4598289" y="337712"/>
                  <a:pt x="4595146" y="326663"/>
                </a:cubicBezTo>
                <a:cubicBezTo>
                  <a:pt x="4593050" y="308280"/>
                  <a:pt x="4594574" y="178359"/>
                  <a:pt x="4593527" y="165786"/>
                </a:cubicBezTo>
                <a:cubicBezTo>
                  <a:pt x="4591431" y="152642"/>
                  <a:pt x="4594003" y="136449"/>
                  <a:pt x="4594574" y="122828"/>
                </a:cubicBezTo>
                <a:cubicBezTo>
                  <a:pt x="4594574" y="110255"/>
                  <a:pt x="4595146" y="106636"/>
                  <a:pt x="4582573" y="106636"/>
                </a:cubicBezTo>
                <a:lnTo>
                  <a:pt x="4551712" y="107684"/>
                </a:lnTo>
                <a:cubicBezTo>
                  <a:pt x="4539615" y="108255"/>
                  <a:pt x="4530185" y="108255"/>
                  <a:pt x="4529709" y="108255"/>
                </a:cubicBezTo>
                <a:cubicBezTo>
                  <a:pt x="4522375" y="107207"/>
                  <a:pt x="4520280" y="106160"/>
                  <a:pt x="4517136" y="112922"/>
                </a:cubicBezTo>
                <a:lnTo>
                  <a:pt x="4518184" y="120257"/>
                </a:lnTo>
                <a:cubicBezTo>
                  <a:pt x="4517708" y="121781"/>
                  <a:pt x="4518184" y="123876"/>
                  <a:pt x="4518660" y="127591"/>
                </a:cubicBezTo>
                <a:cubicBezTo>
                  <a:pt x="4519232" y="137497"/>
                  <a:pt x="4518660" y="149022"/>
                  <a:pt x="4519708" y="159595"/>
                </a:cubicBezTo>
                <a:cubicBezTo>
                  <a:pt x="4519708" y="162167"/>
                  <a:pt x="4523423" y="248082"/>
                  <a:pt x="4521327" y="260655"/>
                </a:cubicBezTo>
                <a:lnTo>
                  <a:pt x="4519232" y="273800"/>
                </a:lnTo>
                <a:lnTo>
                  <a:pt x="4517136" y="277991"/>
                </a:lnTo>
                <a:lnTo>
                  <a:pt x="4516089" y="284277"/>
                </a:lnTo>
                <a:cubicBezTo>
                  <a:pt x="4515612" y="286944"/>
                  <a:pt x="4514565" y="288468"/>
                  <a:pt x="4513993" y="290087"/>
                </a:cubicBezTo>
                <a:lnTo>
                  <a:pt x="4511898" y="295802"/>
                </a:lnTo>
                <a:cubicBezTo>
                  <a:pt x="4511421" y="296850"/>
                  <a:pt x="4510850" y="298469"/>
                  <a:pt x="4510850" y="299517"/>
                </a:cubicBezTo>
                <a:lnTo>
                  <a:pt x="4509802" y="302184"/>
                </a:lnTo>
                <a:cubicBezTo>
                  <a:pt x="4501991" y="315329"/>
                  <a:pt x="4495133" y="324663"/>
                  <a:pt x="4478370" y="326759"/>
                </a:cubicBezTo>
                <a:cubicBezTo>
                  <a:pt x="4467892" y="326187"/>
                  <a:pt x="4443794" y="324092"/>
                  <a:pt x="4435983" y="316757"/>
                </a:cubicBezTo>
                <a:cubicBezTo>
                  <a:pt x="4419696" y="305804"/>
                  <a:pt x="4417124" y="287992"/>
                  <a:pt x="4415505" y="262846"/>
                </a:cubicBezTo>
                <a:cubicBezTo>
                  <a:pt x="4415028" y="258655"/>
                  <a:pt x="4415028" y="254464"/>
                  <a:pt x="4415505" y="250273"/>
                </a:cubicBezTo>
                <a:lnTo>
                  <a:pt x="4415505" y="244463"/>
                </a:lnTo>
                <a:cubicBezTo>
                  <a:pt x="4415505" y="242367"/>
                  <a:pt x="4415505" y="240272"/>
                  <a:pt x="4415028" y="238748"/>
                </a:cubicBezTo>
                <a:lnTo>
                  <a:pt x="4414552" y="236081"/>
                </a:lnTo>
                <a:lnTo>
                  <a:pt x="4414552" y="223508"/>
                </a:lnTo>
                <a:lnTo>
                  <a:pt x="4415028" y="194171"/>
                </a:lnTo>
                <a:lnTo>
                  <a:pt x="4416076" y="149594"/>
                </a:lnTo>
                <a:cubicBezTo>
                  <a:pt x="4416648" y="140735"/>
                  <a:pt x="4416076" y="131306"/>
                  <a:pt x="4416648" y="121304"/>
                </a:cubicBezTo>
                <a:lnTo>
                  <a:pt x="4417124" y="117590"/>
                </a:lnTo>
                <a:cubicBezTo>
                  <a:pt x="4417600" y="107112"/>
                  <a:pt x="4411314" y="109208"/>
                  <a:pt x="4403979" y="108160"/>
                </a:cubicBezTo>
                <a:cubicBezTo>
                  <a:pt x="4400836" y="108160"/>
                  <a:pt x="4356259" y="109208"/>
                  <a:pt x="4356259" y="109208"/>
                </a:cubicBezTo>
                <a:cubicBezTo>
                  <a:pt x="4335875" y="109779"/>
                  <a:pt x="4338923" y="103969"/>
                  <a:pt x="4338923" y="123400"/>
                </a:cubicBezTo>
                <a:cubicBezTo>
                  <a:pt x="4338923" y="137592"/>
                  <a:pt x="4337304" y="151689"/>
                  <a:pt x="4336352" y="165881"/>
                </a:cubicBezTo>
                <a:cubicBezTo>
                  <a:pt x="4335304" y="176359"/>
                  <a:pt x="4334732" y="291611"/>
                  <a:pt x="4334732" y="295802"/>
                </a:cubicBezTo>
                <a:cubicBezTo>
                  <a:pt x="4334732" y="299993"/>
                  <a:pt x="4335209" y="306280"/>
                  <a:pt x="4336352" y="312090"/>
                </a:cubicBezTo>
                <a:lnTo>
                  <a:pt x="4336828" y="314757"/>
                </a:lnTo>
                <a:lnTo>
                  <a:pt x="4337876" y="318377"/>
                </a:lnTo>
                <a:cubicBezTo>
                  <a:pt x="4338352" y="318948"/>
                  <a:pt x="4338352" y="319424"/>
                  <a:pt x="4337876" y="323615"/>
                </a:cubicBezTo>
                <a:cubicBezTo>
                  <a:pt x="4339400" y="327806"/>
                  <a:pt x="4341019" y="331997"/>
                  <a:pt x="4343115" y="336188"/>
                </a:cubicBezTo>
                <a:lnTo>
                  <a:pt x="4346258" y="342475"/>
                </a:lnTo>
                <a:cubicBezTo>
                  <a:pt x="4347306" y="344570"/>
                  <a:pt x="4348353" y="346666"/>
                  <a:pt x="4353021" y="354000"/>
                </a:cubicBezTo>
                <a:lnTo>
                  <a:pt x="4352449" y="353429"/>
                </a:lnTo>
                <a:close/>
                <a:moveTo>
                  <a:pt x="4263295" y="209411"/>
                </a:moveTo>
                <a:cubicBezTo>
                  <a:pt x="4240245" y="211030"/>
                  <a:pt x="4217194" y="211030"/>
                  <a:pt x="4194143" y="211030"/>
                </a:cubicBezTo>
                <a:lnTo>
                  <a:pt x="4117658" y="211030"/>
                </a:lnTo>
                <a:cubicBezTo>
                  <a:pt x="4106132" y="212649"/>
                  <a:pt x="4088797" y="209982"/>
                  <a:pt x="4089368" y="226175"/>
                </a:cubicBezTo>
                <a:lnTo>
                  <a:pt x="4089845" y="229318"/>
                </a:lnTo>
                <a:cubicBezTo>
                  <a:pt x="4088225" y="237224"/>
                  <a:pt x="4089368" y="245034"/>
                  <a:pt x="4089368" y="252845"/>
                </a:cubicBezTo>
                <a:cubicBezTo>
                  <a:pt x="4088797" y="269609"/>
                  <a:pt x="4088321" y="286373"/>
                  <a:pt x="4086797" y="302089"/>
                </a:cubicBezTo>
                <a:cubicBezTo>
                  <a:pt x="4085749" y="313043"/>
                  <a:pt x="4101465" y="314662"/>
                  <a:pt x="4108799" y="314090"/>
                </a:cubicBezTo>
                <a:lnTo>
                  <a:pt x="4116134" y="313519"/>
                </a:lnTo>
                <a:cubicBezTo>
                  <a:pt x="4117753" y="313519"/>
                  <a:pt x="4119277" y="313519"/>
                  <a:pt x="4121372" y="314090"/>
                </a:cubicBezTo>
                <a:cubicBezTo>
                  <a:pt x="4122420" y="314090"/>
                  <a:pt x="4123468" y="314090"/>
                  <a:pt x="4125087" y="313519"/>
                </a:cubicBezTo>
                <a:lnTo>
                  <a:pt x="4130897" y="315138"/>
                </a:lnTo>
                <a:cubicBezTo>
                  <a:pt x="4139279" y="315710"/>
                  <a:pt x="4146614" y="314090"/>
                  <a:pt x="4152900" y="314090"/>
                </a:cubicBezTo>
                <a:cubicBezTo>
                  <a:pt x="4166045" y="314662"/>
                  <a:pt x="4179570" y="314090"/>
                  <a:pt x="4193762" y="314662"/>
                </a:cubicBezTo>
                <a:cubicBezTo>
                  <a:pt x="4196906" y="314662"/>
                  <a:pt x="4200621" y="315710"/>
                  <a:pt x="4204240" y="315710"/>
                </a:cubicBezTo>
                <a:cubicBezTo>
                  <a:pt x="4214241" y="316757"/>
                  <a:pt x="4222052" y="317805"/>
                  <a:pt x="4233006" y="318281"/>
                </a:cubicBezTo>
                <a:cubicBezTo>
                  <a:pt x="4236720" y="318281"/>
                  <a:pt x="4249293" y="317710"/>
                  <a:pt x="4260247" y="317234"/>
                </a:cubicBezTo>
                <a:lnTo>
                  <a:pt x="4282250" y="315710"/>
                </a:lnTo>
                <a:cubicBezTo>
                  <a:pt x="4284345" y="315710"/>
                  <a:pt x="4288536" y="315710"/>
                  <a:pt x="4290632" y="316281"/>
                </a:cubicBezTo>
                <a:cubicBezTo>
                  <a:pt x="4287489" y="334569"/>
                  <a:pt x="4291680" y="355048"/>
                  <a:pt x="4284822" y="372860"/>
                </a:cubicBezTo>
                <a:lnTo>
                  <a:pt x="4277011" y="372860"/>
                </a:lnTo>
                <a:cubicBezTo>
                  <a:pt x="4274915" y="372860"/>
                  <a:pt x="4265486" y="372860"/>
                  <a:pt x="4256056" y="373431"/>
                </a:cubicBezTo>
                <a:lnTo>
                  <a:pt x="4243483" y="374003"/>
                </a:lnTo>
                <a:lnTo>
                  <a:pt x="4238244" y="374574"/>
                </a:lnTo>
                <a:cubicBezTo>
                  <a:pt x="4226148" y="372955"/>
                  <a:pt x="4118229" y="371431"/>
                  <a:pt x="4110990" y="371431"/>
                </a:cubicBezTo>
                <a:cubicBezTo>
                  <a:pt x="4100036" y="370859"/>
                  <a:pt x="4088987" y="370859"/>
                  <a:pt x="4077462" y="371431"/>
                </a:cubicBezTo>
                <a:cubicBezTo>
                  <a:pt x="4071176" y="371431"/>
                  <a:pt x="4064318" y="370859"/>
                  <a:pt x="4058031" y="372002"/>
                </a:cubicBezTo>
                <a:cubicBezTo>
                  <a:pt x="4053840" y="371431"/>
                  <a:pt x="4049173" y="371431"/>
                  <a:pt x="4044410" y="371431"/>
                </a:cubicBezTo>
                <a:lnTo>
                  <a:pt x="4032409" y="371431"/>
                </a:lnTo>
                <a:lnTo>
                  <a:pt x="4026599" y="369335"/>
                </a:lnTo>
                <a:lnTo>
                  <a:pt x="4022408" y="368859"/>
                </a:lnTo>
                <a:lnTo>
                  <a:pt x="4019836" y="367811"/>
                </a:lnTo>
                <a:lnTo>
                  <a:pt x="4019836" y="363620"/>
                </a:lnTo>
                <a:cubicBezTo>
                  <a:pt x="4020884" y="344761"/>
                  <a:pt x="4019360" y="325901"/>
                  <a:pt x="4019836" y="307613"/>
                </a:cubicBezTo>
                <a:cubicBezTo>
                  <a:pt x="4019360" y="295612"/>
                  <a:pt x="4017740" y="248463"/>
                  <a:pt x="4018788" y="241034"/>
                </a:cubicBezTo>
                <a:cubicBezTo>
                  <a:pt x="4019360" y="239414"/>
                  <a:pt x="4019360" y="238462"/>
                  <a:pt x="4019360" y="236843"/>
                </a:cubicBezTo>
                <a:lnTo>
                  <a:pt x="4018788" y="233699"/>
                </a:lnTo>
                <a:cubicBezTo>
                  <a:pt x="4018788" y="232652"/>
                  <a:pt x="4018312" y="231032"/>
                  <a:pt x="4018312" y="229985"/>
                </a:cubicBezTo>
                <a:cubicBezTo>
                  <a:pt x="4018312" y="219507"/>
                  <a:pt x="4019931" y="190742"/>
                  <a:pt x="4017264" y="180740"/>
                </a:cubicBezTo>
                <a:lnTo>
                  <a:pt x="4016693" y="177026"/>
                </a:lnTo>
                <a:cubicBezTo>
                  <a:pt x="4016216" y="167596"/>
                  <a:pt x="4016216" y="151880"/>
                  <a:pt x="4016216" y="134639"/>
                </a:cubicBezTo>
                <a:cubicBezTo>
                  <a:pt x="4016216" y="100064"/>
                  <a:pt x="4016693" y="60249"/>
                  <a:pt x="4017264" y="50819"/>
                </a:cubicBezTo>
                <a:cubicBezTo>
                  <a:pt x="4017740" y="45581"/>
                  <a:pt x="4016693" y="38246"/>
                  <a:pt x="4017264" y="31388"/>
                </a:cubicBezTo>
                <a:cubicBezTo>
                  <a:pt x="4017264" y="27769"/>
                  <a:pt x="4018312" y="23578"/>
                  <a:pt x="4019836" y="17768"/>
                </a:cubicBezTo>
                <a:lnTo>
                  <a:pt x="4025551" y="18339"/>
                </a:lnTo>
                <a:cubicBezTo>
                  <a:pt x="4028218" y="18911"/>
                  <a:pt x="4054888" y="17768"/>
                  <a:pt x="4081082" y="17291"/>
                </a:cubicBezTo>
                <a:cubicBezTo>
                  <a:pt x="4107275" y="16815"/>
                  <a:pt x="4134517" y="15767"/>
                  <a:pt x="4138136" y="15767"/>
                </a:cubicBezTo>
                <a:cubicBezTo>
                  <a:pt x="4140708" y="15767"/>
                  <a:pt x="4173760" y="14720"/>
                  <a:pt x="4173760" y="14720"/>
                </a:cubicBezTo>
                <a:lnTo>
                  <a:pt x="4182142" y="14720"/>
                </a:lnTo>
                <a:lnTo>
                  <a:pt x="4206716" y="15291"/>
                </a:lnTo>
                <a:lnTo>
                  <a:pt x="4245483" y="14720"/>
                </a:lnTo>
                <a:cubicBezTo>
                  <a:pt x="4249198" y="14720"/>
                  <a:pt x="4252817" y="14148"/>
                  <a:pt x="4257008" y="14148"/>
                </a:cubicBezTo>
                <a:lnTo>
                  <a:pt x="4263295" y="14148"/>
                </a:lnTo>
                <a:cubicBezTo>
                  <a:pt x="4269581" y="15196"/>
                  <a:pt x="4275868" y="15196"/>
                  <a:pt x="4282155" y="16244"/>
                </a:cubicBezTo>
                <a:cubicBezTo>
                  <a:pt x="4282631" y="26150"/>
                  <a:pt x="4280059" y="35579"/>
                  <a:pt x="4280059" y="45581"/>
                </a:cubicBezTo>
                <a:cubicBezTo>
                  <a:pt x="4280535" y="50819"/>
                  <a:pt x="4282155" y="56534"/>
                  <a:pt x="4282631" y="61868"/>
                </a:cubicBezTo>
                <a:lnTo>
                  <a:pt x="4283202" y="64535"/>
                </a:lnTo>
                <a:cubicBezTo>
                  <a:pt x="4269010" y="64535"/>
                  <a:pt x="4254341" y="66631"/>
                  <a:pt x="4238625" y="64535"/>
                </a:cubicBezTo>
                <a:cubicBezTo>
                  <a:pt x="4221861" y="67202"/>
                  <a:pt x="4205097" y="65583"/>
                  <a:pt x="4187857" y="65583"/>
                </a:cubicBezTo>
                <a:cubicBezTo>
                  <a:pt x="4176332" y="65583"/>
                  <a:pt x="4164806" y="67679"/>
                  <a:pt x="4153281" y="67679"/>
                </a:cubicBezTo>
                <a:cubicBezTo>
                  <a:pt x="4134422" y="67679"/>
                  <a:pt x="4117658" y="67107"/>
                  <a:pt x="4099846" y="67107"/>
                </a:cubicBezTo>
                <a:cubicBezTo>
                  <a:pt x="4096131" y="67107"/>
                  <a:pt x="4092512" y="70250"/>
                  <a:pt x="4089845" y="74918"/>
                </a:cubicBezTo>
                <a:cubicBezTo>
                  <a:pt x="4087749" y="79109"/>
                  <a:pt x="4086701" y="100064"/>
                  <a:pt x="4086701" y="105302"/>
                </a:cubicBezTo>
                <a:lnTo>
                  <a:pt x="4086701" y="122066"/>
                </a:lnTo>
                <a:lnTo>
                  <a:pt x="4086130" y="131020"/>
                </a:lnTo>
                <a:lnTo>
                  <a:pt x="4085654" y="135687"/>
                </a:lnTo>
                <a:cubicBezTo>
                  <a:pt x="4085654" y="140926"/>
                  <a:pt x="4087273" y="145117"/>
                  <a:pt x="4087273" y="149879"/>
                </a:cubicBezTo>
                <a:cubicBezTo>
                  <a:pt x="4087273" y="156166"/>
                  <a:pt x="4092988" y="159881"/>
                  <a:pt x="4098227" y="160357"/>
                </a:cubicBezTo>
                <a:lnTo>
                  <a:pt x="4103465" y="161405"/>
                </a:lnTo>
                <a:cubicBezTo>
                  <a:pt x="4128040" y="160357"/>
                  <a:pt x="4153757" y="160357"/>
                  <a:pt x="4178903" y="159309"/>
                </a:cubicBezTo>
                <a:cubicBezTo>
                  <a:pt x="4205573" y="163500"/>
                  <a:pt x="4237578" y="161405"/>
                  <a:pt x="4264819" y="162929"/>
                </a:cubicBezTo>
                <a:cubicBezTo>
                  <a:pt x="4265295" y="167120"/>
                  <a:pt x="4264819" y="170834"/>
                  <a:pt x="4264819" y="174454"/>
                </a:cubicBezTo>
                <a:lnTo>
                  <a:pt x="4264819" y="209601"/>
                </a:lnTo>
                <a:lnTo>
                  <a:pt x="4263200" y="209601"/>
                </a:lnTo>
                <a:close/>
                <a:moveTo>
                  <a:pt x="4096703" y="303232"/>
                </a:moveTo>
                <a:cubicBezTo>
                  <a:pt x="4098322" y="286944"/>
                  <a:pt x="4098798" y="269704"/>
                  <a:pt x="4099274" y="252940"/>
                </a:cubicBezTo>
                <a:cubicBezTo>
                  <a:pt x="4099274" y="245606"/>
                  <a:pt x="4098798" y="237795"/>
                  <a:pt x="4099846" y="228842"/>
                </a:cubicBezTo>
                <a:lnTo>
                  <a:pt x="4099274" y="223603"/>
                </a:lnTo>
                <a:cubicBezTo>
                  <a:pt x="4105561" y="221984"/>
                  <a:pt x="4112419" y="221984"/>
                  <a:pt x="4118705" y="220936"/>
                </a:cubicBezTo>
                <a:lnTo>
                  <a:pt x="4194143" y="220936"/>
                </a:lnTo>
                <a:cubicBezTo>
                  <a:pt x="4217194" y="220936"/>
                  <a:pt x="4240721" y="220936"/>
                  <a:pt x="4263866" y="219317"/>
                </a:cubicBezTo>
                <a:lnTo>
                  <a:pt x="4269105" y="218745"/>
                </a:lnTo>
                <a:cubicBezTo>
                  <a:pt x="4274344" y="218174"/>
                  <a:pt x="4275392" y="213983"/>
                  <a:pt x="4275392" y="212935"/>
                </a:cubicBezTo>
                <a:lnTo>
                  <a:pt x="4274915" y="202457"/>
                </a:lnTo>
                <a:lnTo>
                  <a:pt x="4274915" y="174168"/>
                </a:lnTo>
                <a:cubicBezTo>
                  <a:pt x="4275392" y="158452"/>
                  <a:pt x="4278535" y="152165"/>
                  <a:pt x="4260247" y="152737"/>
                </a:cubicBezTo>
                <a:cubicBezTo>
                  <a:pt x="4252913" y="153308"/>
                  <a:pt x="4182713" y="150070"/>
                  <a:pt x="4179094" y="149022"/>
                </a:cubicBezTo>
                <a:cubicBezTo>
                  <a:pt x="4153948" y="150070"/>
                  <a:pt x="4128802" y="150070"/>
                  <a:pt x="4104132" y="151118"/>
                </a:cubicBezTo>
                <a:lnTo>
                  <a:pt x="4099941" y="150070"/>
                </a:lnTo>
                <a:lnTo>
                  <a:pt x="4097274" y="149022"/>
                </a:lnTo>
                <a:cubicBezTo>
                  <a:pt x="4097274" y="144831"/>
                  <a:pt x="4095750" y="141212"/>
                  <a:pt x="4096226" y="134354"/>
                </a:cubicBezTo>
                <a:lnTo>
                  <a:pt x="4096226" y="131210"/>
                </a:lnTo>
                <a:lnTo>
                  <a:pt x="4096703" y="122257"/>
                </a:lnTo>
                <a:lnTo>
                  <a:pt x="4096703" y="105017"/>
                </a:lnTo>
                <a:cubicBezTo>
                  <a:pt x="4096703" y="96635"/>
                  <a:pt x="4097750" y="88729"/>
                  <a:pt x="4098798" y="79871"/>
                </a:cubicBezTo>
                <a:cubicBezTo>
                  <a:pt x="4099274" y="78823"/>
                  <a:pt x="4099846" y="77204"/>
                  <a:pt x="4100894" y="76727"/>
                </a:cubicBezTo>
                <a:cubicBezTo>
                  <a:pt x="4118229" y="76727"/>
                  <a:pt x="4134993" y="77299"/>
                  <a:pt x="4153281" y="77299"/>
                </a:cubicBezTo>
                <a:cubicBezTo>
                  <a:pt x="4164806" y="77299"/>
                  <a:pt x="4176332" y="75203"/>
                  <a:pt x="4187857" y="75203"/>
                </a:cubicBezTo>
                <a:cubicBezTo>
                  <a:pt x="4205192" y="75203"/>
                  <a:pt x="4222433" y="76823"/>
                  <a:pt x="4239768" y="74156"/>
                </a:cubicBezTo>
                <a:cubicBezTo>
                  <a:pt x="4255484" y="76251"/>
                  <a:pt x="4271201" y="74156"/>
                  <a:pt x="4287393" y="74156"/>
                </a:cubicBezTo>
                <a:cubicBezTo>
                  <a:pt x="4297871" y="74156"/>
                  <a:pt x="4290537" y="49581"/>
                  <a:pt x="4290537" y="44819"/>
                </a:cubicBezTo>
                <a:cubicBezTo>
                  <a:pt x="4290060" y="39104"/>
                  <a:pt x="4291013" y="32817"/>
                  <a:pt x="4291584" y="27007"/>
                </a:cubicBezTo>
                <a:cubicBezTo>
                  <a:pt x="4294251" y="1385"/>
                  <a:pt x="4287393" y="6528"/>
                  <a:pt x="4264343" y="3956"/>
                </a:cubicBezTo>
                <a:lnTo>
                  <a:pt x="4260628" y="3956"/>
                </a:lnTo>
                <a:lnTo>
                  <a:pt x="4257485" y="3385"/>
                </a:lnTo>
                <a:lnTo>
                  <a:pt x="4254341" y="3956"/>
                </a:lnTo>
                <a:cubicBezTo>
                  <a:pt x="4251770" y="3956"/>
                  <a:pt x="4248626" y="4528"/>
                  <a:pt x="4245483" y="4528"/>
                </a:cubicBezTo>
                <a:lnTo>
                  <a:pt x="4173665" y="4528"/>
                </a:lnTo>
                <a:cubicBezTo>
                  <a:pt x="4173665" y="4528"/>
                  <a:pt x="4140708" y="5576"/>
                  <a:pt x="4138041" y="5576"/>
                </a:cubicBezTo>
                <a:cubicBezTo>
                  <a:pt x="4133850" y="5576"/>
                  <a:pt x="4107180" y="6623"/>
                  <a:pt x="4080415" y="7195"/>
                </a:cubicBezTo>
                <a:cubicBezTo>
                  <a:pt x="4053173" y="7766"/>
                  <a:pt x="4028504" y="8243"/>
                  <a:pt x="4027456" y="8243"/>
                </a:cubicBezTo>
                <a:lnTo>
                  <a:pt x="4023836" y="7671"/>
                </a:lnTo>
                <a:lnTo>
                  <a:pt x="4014407" y="7671"/>
                </a:lnTo>
                <a:cubicBezTo>
                  <a:pt x="4010216" y="6052"/>
                  <a:pt x="4007072" y="8719"/>
                  <a:pt x="4008120" y="13481"/>
                </a:cubicBezTo>
                <a:cubicBezTo>
                  <a:pt x="4009644" y="18720"/>
                  <a:pt x="4007072" y="25483"/>
                  <a:pt x="4007072" y="30722"/>
                </a:cubicBezTo>
                <a:cubicBezTo>
                  <a:pt x="4006596" y="37580"/>
                  <a:pt x="4007549" y="44342"/>
                  <a:pt x="4007072" y="49581"/>
                </a:cubicBezTo>
                <a:cubicBezTo>
                  <a:pt x="4006596" y="59011"/>
                  <a:pt x="4006024" y="99873"/>
                  <a:pt x="4006024" y="134449"/>
                </a:cubicBezTo>
                <a:lnTo>
                  <a:pt x="4006024" y="176835"/>
                </a:lnTo>
                <a:cubicBezTo>
                  <a:pt x="4006024" y="176835"/>
                  <a:pt x="4006501" y="180550"/>
                  <a:pt x="4007072" y="183122"/>
                </a:cubicBezTo>
                <a:cubicBezTo>
                  <a:pt x="4007072" y="186265"/>
                  <a:pt x="4007549" y="189408"/>
                  <a:pt x="4008120" y="193028"/>
                </a:cubicBezTo>
                <a:cubicBezTo>
                  <a:pt x="4008596" y="196171"/>
                  <a:pt x="4008120" y="223412"/>
                  <a:pt x="4008120" y="229699"/>
                </a:cubicBezTo>
                <a:cubicBezTo>
                  <a:pt x="4008120" y="232842"/>
                  <a:pt x="4009168" y="235985"/>
                  <a:pt x="4008596" y="239129"/>
                </a:cubicBezTo>
                <a:cubicBezTo>
                  <a:pt x="4007549" y="247511"/>
                  <a:pt x="4009073" y="295231"/>
                  <a:pt x="4009644" y="307232"/>
                </a:cubicBezTo>
                <a:cubicBezTo>
                  <a:pt x="4009168" y="325616"/>
                  <a:pt x="4010692" y="344380"/>
                  <a:pt x="4009644" y="362763"/>
                </a:cubicBezTo>
                <a:cubicBezTo>
                  <a:pt x="4009644" y="372764"/>
                  <a:pt x="4010692" y="378479"/>
                  <a:pt x="4021741" y="378479"/>
                </a:cubicBezTo>
                <a:lnTo>
                  <a:pt x="4024884" y="379051"/>
                </a:lnTo>
                <a:lnTo>
                  <a:pt x="4031171" y="381146"/>
                </a:lnTo>
                <a:lnTo>
                  <a:pt x="4044315" y="381146"/>
                </a:lnTo>
                <a:cubicBezTo>
                  <a:pt x="4048506" y="381146"/>
                  <a:pt x="4053173" y="381146"/>
                  <a:pt x="4059555" y="381718"/>
                </a:cubicBezTo>
                <a:cubicBezTo>
                  <a:pt x="4065365" y="380099"/>
                  <a:pt x="4072128" y="381146"/>
                  <a:pt x="4077843" y="381146"/>
                </a:cubicBezTo>
                <a:cubicBezTo>
                  <a:pt x="4089368" y="380575"/>
                  <a:pt x="4099846" y="380575"/>
                  <a:pt x="4110895" y="381146"/>
                </a:cubicBezTo>
                <a:cubicBezTo>
                  <a:pt x="4117658" y="381146"/>
                  <a:pt x="4225100" y="382670"/>
                  <a:pt x="4236625" y="384290"/>
                </a:cubicBezTo>
                <a:lnTo>
                  <a:pt x="4239768" y="384290"/>
                </a:lnTo>
                <a:lnTo>
                  <a:pt x="4243959" y="383718"/>
                </a:lnTo>
                <a:lnTo>
                  <a:pt x="4256532" y="383147"/>
                </a:lnTo>
                <a:cubicBezTo>
                  <a:pt x="4265390" y="383147"/>
                  <a:pt x="4274915" y="382575"/>
                  <a:pt x="4277011" y="382575"/>
                </a:cubicBezTo>
                <a:lnTo>
                  <a:pt x="4284822" y="382575"/>
                </a:lnTo>
                <a:cubicBezTo>
                  <a:pt x="4287965" y="382575"/>
                  <a:pt x="4293204" y="382575"/>
                  <a:pt x="4294251" y="378956"/>
                </a:cubicBezTo>
                <a:cubicBezTo>
                  <a:pt x="4301585" y="360096"/>
                  <a:pt x="4296823" y="339141"/>
                  <a:pt x="4299966" y="319234"/>
                </a:cubicBezTo>
                <a:cubicBezTo>
                  <a:pt x="4303681" y="306661"/>
                  <a:pt x="4290537" y="305613"/>
                  <a:pt x="4281678" y="305613"/>
                </a:cubicBezTo>
                <a:cubicBezTo>
                  <a:pt x="4281202" y="305613"/>
                  <a:pt x="4239768" y="308756"/>
                  <a:pt x="4233958" y="308280"/>
                </a:cubicBezTo>
                <a:cubicBezTo>
                  <a:pt x="4222433" y="307709"/>
                  <a:pt x="4214527" y="306661"/>
                  <a:pt x="4204049" y="305613"/>
                </a:cubicBezTo>
                <a:cubicBezTo>
                  <a:pt x="4200430" y="305613"/>
                  <a:pt x="4196715" y="304565"/>
                  <a:pt x="4193572" y="304565"/>
                </a:cubicBezTo>
                <a:cubicBezTo>
                  <a:pt x="4179475" y="303994"/>
                  <a:pt x="4165854" y="304565"/>
                  <a:pt x="4152710" y="303994"/>
                </a:cubicBezTo>
                <a:cubicBezTo>
                  <a:pt x="4146899" y="303994"/>
                  <a:pt x="4139565" y="305042"/>
                  <a:pt x="4132231" y="305042"/>
                </a:cubicBezTo>
                <a:cubicBezTo>
                  <a:pt x="4130707" y="304470"/>
                  <a:pt x="4128040" y="303994"/>
                  <a:pt x="4121753" y="303994"/>
                </a:cubicBezTo>
                <a:cubicBezTo>
                  <a:pt x="4120134" y="303422"/>
                  <a:pt x="4117562" y="303422"/>
                  <a:pt x="4115467" y="303422"/>
                </a:cubicBezTo>
                <a:lnTo>
                  <a:pt x="4108133" y="303994"/>
                </a:lnTo>
                <a:cubicBezTo>
                  <a:pt x="4103465" y="303994"/>
                  <a:pt x="4099751" y="303994"/>
                  <a:pt x="4096607" y="302946"/>
                </a:cubicBezTo>
                <a:moveTo>
                  <a:pt x="3655505" y="372574"/>
                </a:moveTo>
                <a:cubicBezTo>
                  <a:pt x="3655505" y="372574"/>
                  <a:pt x="3654457" y="373145"/>
                  <a:pt x="3655028" y="372574"/>
                </a:cubicBezTo>
                <a:lnTo>
                  <a:pt x="3656076" y="367907"/>
                </a:lnTo>
                <a:cubicBezTo>
                  <a:pt x="3656076" y="365240"/>
                  <a:pt x="3656553" y="362668"/>
                  <a:pt x="3656076" y="360001"/>
                </a:cubicBezTo>
                <a:cubicBezTo>
                  <a:pt x="3656076" y="341713"/>
                  <a:pt x="3656553" y="322282"/>
                  <a:pt x="3655600" y="303899"/>
                </a:cubicBezTo>
                <a:cubicBezTo>
                  <a:pt x="3655124" y="295517"/>
                  <a:pt x="3656076" y="238462"/>
                  <a:pt x="3656076" y="238462"/>
                </a:cubicBezTo>
                <a:lnTo>
                  <a:pt x="3656076" y="207506"/>
                </a:lnTo>
                <a:lnTo>
                  <a:pt x="3656553" y="203791"/>
                </a:lnTo>
                <a:cubicBezTo>
                  <a:pt x="3656553" y="201124"/>
                  <a:pt x="3657029" y="197504"/>
                  <a:pt x="3657029" y="192837"/>
                </a:cubicBezTo>
                <a:cubicBezTo>
                  <a:pt x="3658076" y="165596"/>
                  <a:pt x="3659696" y="142545"/>
                  <a:pt x="3657029" y="115304"/>
                </a:cubicBezTo>
                <a:lnTo>
                  <a:pt x="3679603" y="116923"/>
                </a:lnTo>
                <a:lnTo>
                  <a:pt x="3681698" y="117494"/>
                </a:lnTo>
                <a:lnTo>
                  <a:pt x="3714179" y="117494"/>
                </a:lnTo>
                <a:cubicBezTo>
                  <a:pt x="3715226" y="125305"/>
                  <a:pt x="3715703" y="133211"/>
                  <a:pt x="3715226" y="142640"/>
                </a:cubicBezTo>
                <a:cubicBezTo>
                  <a:pt x="3715226" y="149975"/>
                  <a:pt x="3721513" y="154642"/>
                  <a:pt x="3728371" y="151499"/>
                </a:cubicBezTo>
                <a:cubicBezTo>
                  <a:pt x="3733038" y="149403"/>
                  <a:pt x="3736277" y="146260"/>
                  <a:pt x="3739896" y="143117"/>
                </a:cubicBezTo>
                <a:lnTo>
                  <a:pt x="3743611" y="139973"/>
                </a:lnTo>
                <a:cubicBezTo>
                  <a:pt x="3746754" y="135782"/>
                  <a:pt x="3748849" y="134735"/>
                  <a:pt x="3754088" y="131115"/>
                </a:cubicBezTo>
                <a:lnTo>
                  <a:pt x="3761423" y="123209"/>
                </a:lnTo>
                <a:lnTo>
                  <a:pt x="3767233" y="119018"/>
                </a:lnTo>
                <a:cubicBezTo>
                  <a:pt x="3768852" y="117399"/>
                  <a:pt x="3770376" y="116351"/>
                  <a:pt x="3773520" y="115875"/>
                </a:cubicBezTo>
                <a:cubicBezTo>
                  <a:pt x="3778187" y="114827"/>
                  <a:pt x="3779806" y="112160"/>
                  <a:pt x="3786092" y="112160"/>
                </a:cubicBezTo>
                <a:cubicBezTo>
                  <a:pt x="3789712" y="111589"/>
                  <a:pt x="3793427" y="111113"/>
                  <a:pt x="3797046" y="110541"/>
                </a:cubicBezTo>
                <a:lnTo>
                  <a:pt x="3802285" y="109493"/>
                </a:lnTo>
                <a:lnTo>
                  <a:pt x="3805428" y="110065"/>
                </a:lnTo>
                <a:lnTo>
                  <a:pt x="3808571" y="112160"/>
                </a:lnTo>
                <a:cubicBezTo>
                  <a:pt x="3807524" y="120542"/>
                  <a:pt x="3805428" y="128448"/>
                  <a:pt x="3806476" y="137783"/>
                </a:cubicBezTo>
                <a:cubicBezTo>
                  <a:pt x="3806476" y="139878"/>
                  <a:pt x="3807524" y="143021"/>
                  <a:pt x="3807524" y="145117"/>
                </a:cubicBezTo>
                <a:cubicBezTo>
                  <a:pt x="3807524" y="152927"/>
                  <a:pt x="3810191" y="159785"/>
                  <a:pt x="3810191" y="167120"/>
                </a:cubicBezTo>
                <a:cubicBezTo>
                  <a:pt x="3807047" y="166548"/>
                  <a:pt x="3803333" y="166548"/>
                  <a:pt x="3800189" y="167691"/>
                </a:cubicBezTo>
                <a:lnTo>
                  <a:pt x="3792855" y="168739"/>
                </a:lnTo>
                <a:lnTo>
                  <a:pt x="3790188" y="168167"/>
                </a:lnTo>
                <a:cubicBezTo>
                  <a:pt x="3772376" y="169787"/>
                  <a:pt x="3753517" y="173882"/>
                  <a:pt x="3740468" y="185979"/>
                </a:cubicBezTo>
                <a:cubicBezTo>
                  <a:pt x="3738848" y="188075"/>
                  <a:pt x="3737324" y="190646"/>
                  <a:pt x="3736277" y="191694"/>
                </a:cubicBezTo>
                <a:lnTo>
                  <a:pt x="3734181" y="195409"/>
                </a:lnTo>
                <a:lnTo>
                  <a:pt x="3732562" y="197504"/>
                </a:lnTo>
                <a:cubicBezTo>
                  <a:pt x="3730466" y="199124"/>
                  <a:pt x="3728847" y="200648"/>
                  <a:pt x="3727895" y="202743"/>
                </a:cubicBezTo>
                <a:cubicBezTo>
                  <a:pt x="3726847" y="204839"/>
                  <a:pt x="3726275" y="206458"/>
                  <a:pt x="3725323" y="210077"/>
                </a:cubicBezTo>
                <a:lnTo>
                  <a:pt x="3723704" y="212649"/>
                </a:lnTo>
                <a:lnTo>
                  <a:pt x="3722084" y="218936"/>
                </a:lnTo>
                <a:lnTo>
                  <a:pt x="3721608" y="223127"/>
                </a:lnTo>
                <a:lnTo>
                  <a:pt x="3719989" y="228365"/>
                </a:lnTo>
                <a:lnTo>
                  <a:pt x="3719513" y="230461"/>
                </a:lnTo>
                <a:cubicBezTo>
                  <a:pt x="3718465" y="236271"/>
                  <a:pt x="3717417" y="242462"/>
                  <a:pt x="3715798" y="249320"/>
                </a:cubicBezTo>
                <a:lnTo>
                  <a:pt x="3714750" y="262941"/>
                </a:lnTo>
                <a:lnTo>
                  <a:pt x="3713703" y="289135"/>
                </a:lnTo>
                <a:cubicBezTo>
                  <a:pt x="3713703" y="302756"/>
                  <a:pt x="3713226" y="310566"/>
                  <a:pt x="3713226" y="324187"/>
                </a:cubicBezTo>
                <a:cubicBezTo>
                  <a:pt x="3713226" y="333045"/>
                  <a:pt x="3712750" y="339903"/>
                  <a:pt x="3713226" y="346666"/>
                </a:cubicBezTo>
                <a:lnTo>
                  <a:pt x="3714845" y="355524"/>
                </a:lnTo>
                <a:cubicBezTo>
                  <a:pt x="3714845" y="358667"/>
                  <a:pt x="3715322" y="362382"/>
                  <a:pt x="3714845" y="365525"/>
                </a:cubicBezTo>
                <a:cubicBezTo>
                  <a:pt x="3714845" y="367621"/>
                  <a:pt x="3714369" y="369716"/>
                  <a:pt x="3714369" y="371812"/>
                </a:cubicBezTo>
                <a:cubicBezTo>
                  <a:pt x="3693890" y="370764"/>
                  <a:pt x="3675603" y="374479"/>
                  <a:pt x="3655695" y="372383"/>
                </a:cubicBezTo>
                <a:moveTo>
                  <a:pt x="3646265" y="365525"/>
                </a:moveTo>
                <a:cubicBezTo>
                  <a:pt x="3644741" y="366573"/>
                  <a:pt x="3643694" y="369716"/>
                  <a:pt x="3644741" y="374955"/>
                </a:cubicBezTo>
                <a:lnTo>
                  <a:pt x="3645789" y="378098"/>
                </a:lnTo>
                <a:cubicBezTo>
                  <a:pt x="3645789" y="379146"/>
                  <a:pt x="3648361" y="381718"/>
                  <a:pt x="3649504" y="381718"/>
                </a:cubicBezTo>
                <a:cubicBezTo>
                  <a:pt x="3665220" y="384861"/>
                  <a:pt x="3683032" y="382766"/>
                  <a:pt x="3698748" y="381718"/>
                </a:cubicBezTo>
                <a:cubicBezTo>
                  <a:pt x="3710845" y="380670"/>
                  <a:pt x="3726561" y="386957"/>
                  <a:pt x="3723894" y="373907"/>
                </a:cubicBezTo>
                <a:cubicBezTo>
                  <a:pt x="3724370" y="371240"/>
                  <a:pt x="3724942" y="368669"/>
                  <a:pt x="3724942" y="366002"/>
                </a:cubicBezTo>
                <a:cubicBezTo>
                  <a:pt x="3725513" y="361811"/>
                  <a:pt x="3724942" y="358096"/>
                  <a:pt x="3724942" y="354476"/>
                </a:cubicBezTo>
                <a:lnTo>
                  <a:pt x="3723418" y="345523"/>
                </a:lnTo>
                <a:cubicBezTo>
                  <a:pt x="3722846" y="338760"/>
                  <a:pt x="3723418" y="332378"/>
                  <a:pt x="3723418" y="324568"/>
                </a:cubicBezTo>
                <a:cubicBezTo>
                  <a:pt x="3723894" y="310376"/>
                  <a:pt x="3723894" y="303041"/>
                  <a:pt x="3724466" y="288944"/>
                </a:cubicBezTo>
                <a:lnTo>
                  <a:pt x="3724942" y="263322"/>
                </a:lnTo>
                <a:lnTo>
                  <a:pt x="3725990" y="250749"/>
                </a:lnTo>
                <a:cubicBezTo>
                  <a:pt x="3727609" y="245987"/>
                  <a:pt x="3728085" y="243415"/>
                  <a:pt x="3728561" y="238652"/>
                </a:cubicBezTo>
                <a:lnTo>
                  <a:pt x="3729038" y="231890"/>
                </a:lnTo>
                <a:lnTo>
                  <a:pt x="3730085" y="230270"/>
                </a:lnTo>
                <a:lnTo>
                  <a:pt x="3732181" y="224555"/>
                </a:lnTo>
                <a:lnTo>
                  <a:pt x="3732181" y="219793"/>
                </a:lnTo>
                <a:lnTo>
                  <a:pt x="3734753" y="214554"/>
                </a:lnTo>
                <a:lnTo>
                  <a:pt x="3735800" y="212459"/>
                </a:lnTo>
                <a:lnTo>
                  <a:pt x="3736372" y="209315"/>
                </a:lnTo>
                <a:lnTo>
                  <a:pt x="3736848" y="207220"/>
                </a:lnTo>
                <a:lnTo>
                  <a:pt x="3739420" y="204077"/>
                </a:lnTo>
                <a:lnTo>
                  <a:pt x="3742563" y="200933"/>
                </a:lnTo>
                <a:lnTo>
                  <a:pt x="3744087" y="198838"/>
                </a:lnTo>
                <a:lnTo>
                  <a:pt x="3745135" y="196742"/>
                </a:lnTo>
                <a:cubicBezTo>
                  <a:pt x="3746183" y="195123"/>
                  <a:pt x="3746754" y="194075"/>
                  <a:pt x="3747707" y="193028"/>
                </a:cubicBezTo>
                <a:cubicBezTo>
                  <a:pt x="3757708" y="183598"/>
                  <a:pt x="3772853" y="179883"/>
                  <a:pt x="3791712" y="178359"/>
                </a:cubicBezTo>
                <a:lnTo>
                  <a:pt x="3796379" y="178359"/>
                </a:lnTo>
                <a:lnTo>
                  <a:pt x="3802190" y="176740"/>
                </a:lnTo>
                <a:cubicBezTo>
                  <a:pt x="3805333" y="176168"/>
                  <a:pt x="3808000" y="176168"/>
                  <a:pt x="3810572" y="176740"/>
                </a:cubicBezTo>
                <a:lnTo>
                  <a:pt x="3813143" y="177311"/>
                </a:lnTo>
                <a:cubicBezTo>
                  <a:pt x="3822002" y="177883"/>
                  <a:pt x="3820478" y="172644"/>
                  <a:pt x="3820478" y="166358"/>
                </a:cubicBezTo>
                <a:cubicBezTo>
                  <a:pt x="3820478" y="159595"/>
                  <a:pt x="3817906" y="152737"/>
                  <a:pt x="3817906" y="144926"/>
                </a:cubicBezTo>
                <a:cubicBezTo>
                  <a:pt x="3817906" y="142259"/>
                  <a:pt x="3816858" y="139116"/>
                  <a:pt x="3816287" y="136544"/>
                </a:cubicBezTo>
                <a:cubicBezTo>
                  <a:pt x="3815239" y="124543"/>
                  <a:pt x="3825716" y="100445"/>
                  <a:pt x="3810572" y="100445"/>
                </a:cubicBezTo>
                <a:cubicBezTo>
                  <a:pt x="3809524" y="100445"/>
                  <a:pt x="3808000" y="100445"/>
                  <a:pt x="3806857" y="99873"/>
                </a:cubicBezTo>
                <a:lnTo>
                  <a:pt x="3803714" y="99302"/>
                </a:lnTo>
                <a:cubicBezTo>
                  <a:pt x="3802095" y="99302"/>
                  <a:pt x="3801047" y="99302"/>
                  <a:pt x="3799523" y="99873"/>
                </a:cubicBezTo>
                <a:lnTo>
                  <a:pt x="3795332" y="100445"/>
                </a:lnTo>
                <a:cubicBezTo>
                  <a:pt x="3792188" y="101016"/>
                  <a:pt x="3789045" y="101492"/>
                  <a:pt x="3785902" y="101492"/>
                </a:cubicBezTo>
                <a:cubicBezTo>
                  <a:pt x="3779615" y="101492"/>
                  <a:pt x="3775901" y="103588"/>
                  <a:pt x="3770662" y="105683"/>
                </a:cubicBezTo>
                <a:lnTo>
                  <a:pt x="3768566" y="105683"/>
                </a:lnTo>
                <a:cubicBezTo>
                  <a:pt x="3765899" y="107303"/>
                  <a:pt x="3763328" y="108827"/>
                  <a:pt x="3761232" y="110351"/>
                </a:cubicBezTo>
                <a:lnTo>
                  <a:pt x="3754470" y="115589"/>
                </a:lnTo>
                <a:lnTo>
                  <a:pt x="3747135" y="123400"/>
                </a:lnTo>
                <a:cubicBezTo>
                  <a:pt x="3741896" y="127115"/>
                  <a:pt x="3739801" y="128162"/>
                  <a:pt x="3736181" y="132830"/>
                </a:cubicBezTo>
                <a:lnTo>
                  <a:pt x="3733610" y="134925"/>
                </a:lnTo>
                <a:cubicBezTo>
                  <a:pt x="3730943" y="137592"/>
                  <a:pt x="3728371" y="139688"/>
                  <a:pt x="3725704" y="141212"/>
                </a:cubicBezTo>
                <a:cubicBezTo>
                  <a:pt x="3725704" y="130258"/>
                  <a:pt x="3725228" y="120828"/>
                  <a:pt x="3723608" y="111303"/>
                </a:cubicBezTo>
                <a:cubicBezTo>
                  <a:pt x="3722561" y="101873"/>
                  <a:pt x="3689033" y="109684"/>
                  <a:pt x="3681222" y="106636"/>
                </a:cubicBezTo>
                <a:lnTo>
                  <a:pt x="3678555" y="106636"/>
                </a:lnTo>
                <a:cubicBezTo>
                  <a:pt x="3672840" y="107207"/>
                  <a:pt x="3645599" y="100349"/>
                  <a:pt x="3646646" y="110827"/>
                </a:cubicBezTo>
                <a:cubicBezTo>
                  <a:pt x="3647694" y="120828"/>
                  <a:pt x="3647694" y="141783"/>
                  <a:pt x="3647694" y="161119"/>
                </a:cubicBezTo>
                <a:cubicBezTo>
                  <a:pt x="3647694" y="174740"/>
                  <a:pt x="3647694" y="188360"/>
                  <a:pt x="3646646" y="201981"/>
                </a:cubicBezTo>
                <a:lnTo>
                  <a:pt x="3645599" y="207220"/>
                </a:lnTo>
                <a:cubicBezTo>
                  <a:pt x="3646075" y="211982"/>
                  <a:pt x="3646075" y="225508"/>
                  <a:pt x="3646075" y="238176"/>
                </a:cubicBezTo>
                <a:cubicBezTo>
                  <a:pt x="3645027" y="279038"/>
                  <a:pt x="3646075" y="319901"/>
                  <a:pt x="3646075" y="360191"/>
                </a:cubicBezTo>
                <a:cubicBezTo>
                  <a:pt x="3646646" y="362287"/>
                  <a:pt x="3646075" y="364382"/>
                  <a:pt x="3646075" y="365430"/>
                </a:cubicBezTo>
                <a:moveTo>
                  <a:pt x="3529298" y="373336"/>
                </a:moveTo>
                <a:cubicBezTo>
                  <a:pt x="3529774" y="367049"/>
                  <a:pt x="3530346" y="361334"/>
                  <a:pt x="3529774" y="355048"/>
                </a:cubicBezTo>
                <a:cubicBezTo>
                  <a:pt x="3529298" y="351333"/>
                  <a:pt x="3525584" y="346666"/>
                  <a:pt x="3520916" y="348761"/>
                </a:cubicBezTo>
                <a:cubicBezTo>
                  <a:pt x="3497295" y="361906"/>
                  <a:pt x="3474339" y="379622"/>
                  <a:pt x="3445478" y="380194"/>
                </a:cubicBezTo>
                <a:lnTo>
                  <a:pt x="3438144" y="379146"/>
                </a:lnTo>
                <a:cubicBezTo>
                  <a:pt x="3431381" y="379146"/>
                  <a:pt x="3424999" y="376479"/>
                  <a:pt x="3418237" y="376003"/>
                </a:cubicBezTo>
                <a:cubicBezTo>
                  <a:pt x="3410903" y="374955"/>
                  <a:pt x="3402521" y="375431"/>
                  <a:pt x="3395758" y="373431"/>
                </a:cubicBezTo>
                <a:cubicBezTo>
                  <a:pt x="3391567" y="372383"/>
                  <a:pt x="3384233" y="368192"/>
                  <a:pt x="3380518" y="365049"/>
                </a:cubicBezTo>
                <a:lnTo>
                  <a:pt x="3377374" y="361430"/>
                </a:lnTo>
                <a:cubicBezTo>
                  <a:pt x="3372707" y="357715"/>
                  <a:pt x="3370040" y="355619"/>
                  <a:pt x="3367945" y="353619"/>
                </a:cubicBezTo>
                <a:cubicBezTo>
                  <a:pt x="3365373" y="351524"/>
                  <a:pt x="3364230" y="347809"/>
                  <a:pt x="3361182" y="345713"/>
                </a:cubicBezTo>
                <a:cubicBezTo>
                  <a:pt x="3360134" y="343046"/>
                  <a:pt x="3359563" y="341046"/>
                  <a:pt x="3358610" y="338951"/>
                </a:cubicBezTo>
                <a:lnTo>
                  <a:pt x="3355467" y="332093"/>
                </a:lnTo>
                <a:cubicBezTo>
                  <a:pt x="3353372" y="328473"/>
                  <a:pt x="3351848" y="325330"/>
                  <a:pt x="3351276" y="322187"/>
                </a:cubicBezTo>
                <a:cubicBezTo>
                  <a:pt x="3351276" y="320567"/>
                  <a:pt x="3351276" y="318472"/>
                  <a:pt x="3350800" y="316376"/>
                </a:cubicBezTo>
                <a:lnTo>
                  <a:pt x="3348704" y="309614"/>
                </a:lnTo>
                <a:cubicBezTo>
                  <a:pt x="3348228" y="305423"/>
                  <a:pt x="3348228" y="300184"/>
                  <a:pt x="3348228" y="295993"/>
                </a:cubicBezTo>
                <a:cubicBezTo>
                  <a:pt x="3348228" y="291802"/>
                  <a:pt x="3348704" y="177597"/>
                  <a:pt x="3349276" y="167120"/>
                </a:cubicBezTo>
                <a:cubicBezTo>
                  <a:pt x="3350895" y="152927"/>
                  <a:pt x="3352419" y="138259"/>
                  <a:pt x="3352419" y="123590"/>
                </a:cubicBezTo>
                <a:lnTo>
                  <a:pt x="3351943" y="119399"/>
                </a:lnTo>
                <a:cubicBezTo>
                  <a:pt x="3355086" y="119971"/>
                  <a:pt x="3358229" y="119971"/>
                  <a:pt x="3359753" y="119971"/>
                </a:cubicBezTo>
                <a:cubicBezTo>
                  <a:pt x="3359753" y="119971"/>
                  <a:pt x="3402711" y="118352"/>
                  <a:pt x="3405854" y="118923"/>
                </a:cubicBezTo>
                <a:lnTo>
                  <a:pt x="3409569" y="121019"/>
                </a:lnTo>
                <a:cubicBezTo>
                  <a:pt x="3409093" y="130925"/>
                  <a:pt x="3409569" y="140926"/>
                  <a:pt x="3409093" y="149784"/>
                </a:cubicBezTo>
                <a:cubicBezTo>
                  <a:pt x="3409093" y="152927"/>
                  <a:pt x="3408521" y="246177"/>
                  <a:pt x="3408521" y="250368"/>
                </a:cubicBezTo>
                <a:cubicBezTo>
                  <a:pt x="3408045" y="255035"/>
                  <a:pt x="3408045" y="259798"/>
                  <a:pt x="3408521" y="264560"/>
                </a:cubicBezTo>
                <a:cubicBezTo>
                  <a:pt x="3410141" y="288659"/>
                  <a:pt x="3412712" y="311709"/>
                  <a:pt x="3433191" y="325330"/>
                </a:cubicBezTo>
                <a:cubicBezTo>
                  <a:pt x="3442621" y="334188"/>
                  <a:pt x="3468815" y="337331"/>
                  <a:pt x="3482435" y="337331"/>
                </a:cubicBezTo>
                <a:cubicBezTo>
                  <a:pt x="3503962" y="334664"/>
                  <a:pt x="3513296" y="322091"/>
                  <a:pt x="3521678" y="307423"/>
                </a:cubicBezTo>
                <a:cubicBezTo>
                  <a:pt x="3522250" y="306375"/>
                  <a:pt x="3522726" y="305327"/>
                  <a:pt x="3522726" y="304280"/>
                </a:cubicBezTo>
                <a:lnTo>
                  <a:pt x="3524345" y="300089"/>
                </a:lnTo>
                <a:lnTo>
                  <a:pt x="3526441" y="294278"/>
                </a:lnTo>
                <a:cubicBezTo>
                  <a:pt x="3527489" y="292183"/>
                  <a:pt x="3528060" y="290087"/>
                  <a:pt x="3529108" y="286944"/>
                </a:cubicBezTo>
                <a:lnTo>
                  <a:pt x="3530156" y="281134"/>
                </a:lnTo>
                <a:lnTo>
                  <a:pt x="3531775" y="277991"/>
                </a:lnTo>
                <a:cubicBezTo>
                  <a:pt x="3532251" y="276943"/>
                  <a:pt x="3532823" y="275895"/>
                  <a:pt x="3533394" y="273800"/>
                </a:cubicBezTo>
                <a:lnTo>
                  <a:pt x="3534442" y="262274"/>
                </a:lnTo>
                <a:cubicBezTo>
                  <a:pt x="3537014" y="247034"/>
                  <a:pt x="3532823" y="161119"/>
                  <a:pt x="3532823" y="158547"/>
                </a:cubicBezTo>
                <a:cubicBezTo>
                  <a:pt x="3531775" y="148546"/>
                  <a:pt x="3532346" y="137592"/>
                  <a:pt x="3531775" y="127591"/>
                </a:cubicBezTo>
                <a:cubicBezTo>
                  <a:pt x="3531775" y="126543"/>
                  <a:pt x="3531775" y="125495"/>
                  <a:pt x="3531299" y="121781"/>
                </a:cubicBezTo>
                <a:cubicBezTo>
                  <a:pt x="3531299" y="120733"/>
                  <a:pt x="3531775" y="119685"/>
                  <a:pt x="3531775" y="118637"/>
                </a:cubicBezTo>
                <a:cubicBezTo>
                  <a:pt x="3533394" y="118637"/>
                  <a:pt x="3544348" y="118637"/>
                  <a:pt x="3555397" y="118066"/>
                </a:cubicBezTo>
                <a:lnTo>
                  <a:pt x="3587306" y="117018"/>
                </a:lnTo>
                <a:cubicBezTo>
                  <a:pt x="3587306" y="118637"/>
                  <a:pt x="3587877" y="120733"/>
                  <a:pt x="3587877" y="122733"/>
                </a:cubicBezTo>
                <a:cubicBezTo>
                  <a:pt x="3587306" y="137402"/>
                  <a:pt x="3584162" y="153118"/>
                  <a:pt x="3586829" y="167310"/>
                </a:cubicBezTo>
                <a:cubicBezTo>
                  <a:pt x="3587877" y="182550"/>
                  <a:pt x="3586353" y="311328"/>
                  <a:pt x="3588449" y="329711"/>
                </a:cubicBezTo>
                <a:cubicBezTo>
                  <a:pt x="3590544" y="337046"/>
                  <a:pt x="3587401" y="364859"/>
                  <a:pt x="3587401" y="374288"/>
                </a:cubicBezTo>
                <a:cubicBezTo>
                  <a:pt x="3585305" y="373717"/>
                  <a:pt x="3583781" y="373717"/>
                  <a:pt x="3582162" y="373717"/>
                </a:cubicBezTo>
                <a:cubicBezTo>
                  <a:pt x="3574256" y="374288"/>
                  <a:pt x="3566922" y="374288"/>
                  <a:pt x="3559112" y="373717"/>
                </a:cubicBezTo>
                <a:lnTo>
                  <a:pt x="3545967" y="373145"/>
                </a:lnTo>
                <a:cubicBezTo>
                  <a:pt x="3541300" y="372574"/>
                  <a:pt x="3535490" y="372574"/>
                  <a:pt x="3529774" y="373145"/>
                </a:cubicBezTo>
                <a:moveTo>
                  <a:pt x="3355848" y="353238"/>
                </a:moveTo>
                <a:cubicBezTo>
                  <a:pt x="3358991" y="359525"/>
                  <a:pt x="3365849" y="364192"/>
                  <a:pt x="3370516" y="368383"/>
                </a:cubicBezTo>
                <a:lnTo>
                  <a:pt x="3374231" y="372098"/>
                </a:lnTo>
                <a:cubicBezTo>
                  <a:pt x="3378422" y="375717"/>
                  <a:pt x="3386804" y="381527"/>
                  <a:pt x="3393662" y="383051"/>
                </a:cubicBezTo>
                <a:cubicBezTo>
                  <a:pt x="3400997" y="385147"/>
                  <a:pt x="3409855" y="384671"/>
                  <a:pt x="3417761" y="385718"/>
                </a:cubicBezTo>
                <a:cubicBezTo>
                  <a:pt x="3425095" y="386290"/>
                  <a:pt x="3431381" y="388862"/>
                  <a:pt x="3438716" y="388862"/>
                </a:cubicBezTo>
                <a:lnTo>
                  <a:pt x="3446050" y="389909"/>
                </a:lnTo>
                <a:cubicBezTo>
                  <a:pt x="3470148" y="389909"/>
                  <a:pt x="3504153" y="375241"/>
                  <a:pt x="3520440" y="356381"/>
                </a:cubicBezTo>
                <a:cubicBezTo>
                  <a:pt x="3520916" y="362668"/>
                  <a:pt x="3520440" y="369526"/>
                  <a:pt x="3519869" y="375717"/>
                </a:cubicBezTo>
                <a:lnTo>
                  <a:pt x="3519869" y="377813"/>
                </a:lnTo>
                <a:cubicBezTo>
                  <a:pt x="3519392" y="384671"/>
                  <a:pt x="3523583" y="384099"/>
                  <a:pt x="3528251" y="383528"/>
                </a:cubicBezTo>
                <a:cubicBezTo>
                  <a:pt x="3533489" y="382480"/>
                  <a:pt x="3539776" y="382480"/>
                  <a:pt x="3545586" y="382956"/>
                </a:cubicBezTo>
                <a:lnTo>
                  <a:pt x="3558731" y="384004"/>
                </a:lnTo>
                <a:lnTo>
                  <a:pt x="3582829" y="384004"/>
                </a:lnTo>
                <a:cubicBezTo>
                  <a:pt x="3587020" y="383432"/>
                  <a:pt x="3597497" y="388671"/>
                  <a:pt x="3597497" y="379813"/>
                </a:cubicBezTo>
                <a:cubicBezTo>
                  <a:pt x="3597021" y="366192"/>
                  <a:pt x="3601688" y="337903"/>
                  <a:pt x="3598545" y="326949"/>
                </a:cubicBezTo>
                <a:cubicBezTo>
                  <a:pt x="3596449" y="308090"/>
                  <a:pt x="3598069" y="178645"/>
                  <a:pt x="3597021" y="166072"/>
                </a:cubicBezTo>
                <a:cubicBezTo>
                  <a:pt x="3594926" y="152927"/>
                  <a:pt x="3598069" y="136163"/>
                  <a:pt x="3598069" y="122543"/>
                </a:cubicBezTo>
                <a:cubicBezTo>
                  <a:pt x="3598069" y="110541"/>
                  <a:pt x="3598545" y="106350"/>
                  <a:pt x="3586544" y="106350"/>
                </a:cubicBezTo>
                <a:lnTo>
                  <a:pt x="3555111" y="107874"/>
                </a:lnTo>
                <a:cubicBezTo>
                  <a:pt x="3543586" y="107874"/>
                  <a:pt x="3534156" y="108446"/>
                  <a:pt x="3533108" y="108446"/>
                </a:cubicBezTo>
                <a:cubicBezTo>
                  <a:pt x="3526346" y="107398"/>
                  <a:pt x="3524250" y="105874"/>
                  <a:pt x="3520535" y="112637"/>
                </a:cubicBezTo>
                <a:lnTo>
                  <a:pt x="3521583" y="119971"/>
                </a:lnTo>
                <a:cubicBezTo>
                  <a:pt x="3521107" y="122066"/>
                  <a:pt x="3521583" y="123590"/>
                  <a:pt x="3522059" y="127781"/>
                </a:cubicBezTo>
                <a:cubicBezTo>
                  <a:pt x="3522631" y="137687"/>
                  <a:pt x="3522059" y="149213"/>
                  <a:pt x="3523107" y="159214"/>
                </a:cubicBezTo>
                <a:cubicBezTo>
                  <a:pt x="3523107" y="161786"/>
                  <a:pt x="3527298" y="248273"/>
                  <a:pt x="3524726" y="260846"/>
                </a:cubicBezTo>
                <a:lnTo>
                  <a:pt x="3523107" y="273419"/>
                </a:lnTo>
                <a:lnTo>
                  <a:pt x="3521012" y="278086"/>
                </a:lnTo>
                <a:lnTo>
                  <a:pt x="3519392" y="284372"/>
                </a:lnTo>
                <a:cubicBezTo>
                  <a:pt x="3518916" y="286468"/>
                  <a:pt x="3518345" y="288563"/>
                  <a:pt x="3517297" y="290087"/>
                </a:cubicBezTo>
                <a:lnTo>
                  <a:pt x="3515201" y="295898"/>
                </a:lnTo>
                <a:cubicBezTo>
                  <a:pt x="3514725" y="296945"/>
                  <a:pt x="3514154" y="298565"/>
                  <a:pt x="3514154" y="299612"/>
                </a:cubicBezTo>
                <a:lnTo>
                  <a:pt x="3513106" y="301708"/>
                </a:lnTo>
                <a:cubicBezTo>
                  <a:pt x="3505295" y="315329"/>
                  <a:pt x="3498437" y="324187"/>
                  <a:pt x="3481673" y="326854"/>
                </a:cubicBezTo>
                <a:cubicBezTo>
                  <a:pt x="3471672" y="326282"/>
                  <a:pt x="3447098" y="323711"/>
                  <a:pt x="3439192" y="316376"/>
                </a:cubicBezTo>
                <a:cubicBezTo>
                  <a:pt x="3422999" y="305899"/>
                  <a:pt x="3420332" y="288087"/>
                  <a:pt x="3418808" y="262941"/>
                </a:cubicBezTo>
                <a:cubicBezTo>
                  <a:pt x="3418332" y="258750"/>
                  <a:pt x="3418808" y="253988"/>
                  <a:pt x="3418808" y="249797"/>
                </a:cubicBezTo>
                <a:cubicBezTo>
                  <a:pt x="3418808" y="246082"/>
                  <a:pt x="3419285" y="155975"/>
                  <a:pt x="3419285" y="149689"/>
                </a:cubicBezTo>
                <a:cubicBezTo>
                  <a:pt x="3419856" y="140831"/>
                  <a:pt x="3419285" y="131401"/>
                  <a:pt x="3419856" y="121400"/>
                </a:cubicBezTo>
                <a:lnTo>
                  <a:pt x="3420332" y="117780"/>
                </a:lnTo>
                <a:cubicBezTo>
                  <a:pt x="3420809" y="107303"/>
                  <a:pt x="3414522" y="108827"/>
                  <a:pt x="3407188" y="108350"/>
                </a:cubicBezTo>
                <a:cubicBezTo>
                  <a:pt x="3404045" y="107779"/>
                  <a:pt x="3359468" y="108922"/>
                  <a:pt x="3359468" y="108922"/>
                </a:cubicBezTo>
                <a:cubicBezTo>
                  <a:pt x="3339560" y="109970"/>
                  <a:pt x="3342704" y="103683"/>
                  <a:pt x="3342132" y="123114"/>
                </a:cubicBezTo>
                <a:cubicBezTo>
                  <a:pt x="3342132" y="137306"/>
                  <a:pt x="3341084" y="151975"/>
                  <a:pt x="3339560" y="166072"/>
                </a:cubicBezTo>
                <a:cubicBezTo>
                  <a:pt x="3339084" y="176549"/>
                  <a:pt x="3337941" y="291230"/>
                  <a:pt x="3337941" y="295421"/>
                </a:cubicBezTo>
                <a:cubicBezTo>
                  <a:pt x="3337941" y="300184"/>
                  <a:pt x="3338417" y="306375"/>
                  <a:pt x="3339560" y="312185"/>
                </a:cubicBezTo>
                <a:lnTo>
                  <a:pt x="3340037" y="314281"/>
                </a:lnTo>
                <a:lnTo>
                  <a:pt x="3341656" y="318472"/>
                </a:lnTo>
                <a:lnTo>
                  <a:pt x="3341656" y="323234"/>
                </a:lnTo>
                <a:cubicBezTo>
                  <a:pt x="3342704" y="327997"/>
                  <a:pt x="3344799" y="332093"/>
                  <a:pt x="3346895" y="336379"/>
                </a:cubicBezTo>
                <a:lnTo>
                  <a:pt x="3350038" y="342665"/>
                </a:lnTo>
                <a:cubicBezTo>
                  <a:pt x="3350514" y="344761"/>
                  <a:pt x="3351562" y="346856"/>
                  <a:pt x="3356324" y="353714"/>
                </a:cubicBezTo>
                <a:lnTo>
                  <a:pt x="3355848" y="353143"/>
                </a:lnTo>
                <a:close/>
                <a:moveTo>
                  <a:pt x="3494723" y="16720"/>
                </a:moveTo>
                <a:cubicBezTo>
                  <a:pt x="3498437" y="16244"/>
                  <a:pt x="3501485" y="16244"/>
                  <a:pt x="3505200" y="15672"/>
                </a:cubicBezTo>
                <a:cubicBezTo>
                  <a:pt x="3518345" y="15101"/>
                  <a:pt x="3538157" y="10910"/>
                  <a:pt x="3549682" y="14624"/>
                </a:cubicBezTo>
                <a:cubicBezTo>
                  <a:pt x="3550730" y="15672"/>
                  <a:pt x="3549682" y="15672"/>
                  <a:pt x="3550253" y="16244"/>
                </a:cubicBezTo>
                <a:lnTo>
                  <a:pt x="3550730" y="16720"/>
                </a:lnTo>
                <a:cubicBezTo>
                  <a:pt x="3547586" y="27769"/>
                  <a:pt x="3551206" y="39294"/>
                  <a:pt x="3551778" y="50248"/>
                </a:cubicBezTo>
                <a:cubicBezTo>
                  <a:pt x="3551301" y="51867"/>
                  <a:pt x="3551301" y="53391"/>
                  <a:pt x="3551301" y="55487"/>
                </a:cubicBezTo>
                <a:lnTo>
                  <a:pt x="3550825" y="60725"/>
                </a:lnTo>
                <a:lnTo>
                  <a:pt x="3546634" y="60725"/>
                </a:lnTo>
                <a:cubicBezTo>
                  <a:pt x="3542919" y="60725"/>
                  <a:pt x="3539299" y="61297"/>
                  <a:pt x="3534537" y="61297"/>
                </a:cubicBezTo>
                <a:cubicBezTo>
                  <a:pt x="3530346" y="61297"/>
                  <a:pt x="3524631" y="60249"/>
                  <a:pt x="3519869" y="60249"/>
                </a:cubicBezTo>
                <a:cubicBezTo>
                  <a:pt x="3512534" y="60249"/>
                  <a:pt x="3502057" y="62916"/>
                  <a:pt x="3494723" y="61297"/>
                </a:cubicBezTo>
                <a:cubicBezTo>
                  <a:pt x="3495770" y="47676"/>
                  <a:pt x="3496342" y="30912"/>
                  <a:pt x="3494723" y="16720"/>
                </a:cubicBezTo>
                <a:moveTo>
                  <a:pt x="3560255" y="13100"/>
                </a:moveTo>
                <a:cubicBezTo>
                  <a:pt x="3559940" y="12719"/>
                  <a:pt x="3559778" y="12180"/>
                  <a:pt x="3559778" y="11481"/>
                </a:cubicBezTo>
                <a:cubicBezTo>
                  <a:pt x="3559778" y="-2140"/>
                  <a:pt x="3514725" y="5195"/>
                  <a:pt x="3504819" y="5671"/>
                </a:cubicBezTo>
                <a:cubicBezTo>
                  <a:pt x="3500628" y="6242"/>
                  <a:pt x="3485388" y="4623"/>
                  <a:pt x="3485388" y="12529"/>
                </a:cubicBezTo>
                <a:cubicBezTo>
                  <a:pt x="3484912" y="13100"/>
                  <a:pt x="3484340" y="15672"/>
                  <a:pt x="3484340" y="15672"/>
                </a:cubicBezTo>
                <a:cubicBezTo>
                  <a:pt x="3486436" y="31388"/>
                  <a:pt x="3485388" y="50248"/>
                  <a:pt x="3484340" y="63869"/>
                </a:cubicBezTo>
                <a:cubicBezTo>
                  <a:pt x="3483864" y="75870"/>
                  <a:pt x="3514249" y="70155"/>
                  <a:pt x="3519964" y="70155"/>
                </a:cubicBezTo>
                <a:cubicBezTo>
                  <a:pt x="3524631" y="70155"/>
                  <a:pt x="3530441" y="71203"/>
                  <a:pt x="3534632" y="71203"/>
                </a:cubicBezTo>
                <a:cubicBezTo>
                  <a:pt x="3539299" y="71203"/>
                  <a:pt x="3543491" y="70631"/>
                  <a:pt x="3546729" y="70631"/>
                </a:cubicBezTo>
                <a:cubicBezTo>
                  <a:pt x="3556635" y="70631"/>
                  <a:pt x="3559874" y="73298"/>
                  <a:pt x="3560826" y="61773"/>
                </a:cubicBezTo>
                <a:lnTo>
                  <a:pt x="3561398" y="56058"/>
                </a:lnTo>
                <a:cubicBezTo>
                  <a:pt x="3561398" y="54439"/>
                  <a:pt x="3561398" y="52915"/>
                  <a:pt x="3561874" y="51867"/>
                </a:cubicBezTo>
                <a:lnTo>
                  <a:pt x="3561874" y="50248"/>
                </a:lnTo>
                <a:cubicBezTo>
                  <a:pt x="3561874" y="42437"/>
                  <a:pt x="3558159" y="25673"/>
                  <a:pt x="3560826" y="18815"/>
                </a:cubicBezTo>
                <a:cubicBezTo>
                  <a:pt x="3561398" y="16720"/>
                  <a:pt x="3560350" y="14624"/>
                  <a:pt x="3560350" y="13100"/>
                </a:cubicBezTo>
                <a:moveTo>
                  <a:pt x="3439859" y="12529"/>
                </a:moveTo>
                <a:lnTo>
                  <a:pt x="3439859" y="18815"/>
                </a:lnTo>
                <a:cubicBezTo>
                  <a:pt x="3437763" y="33008"/>
                  <a:pt x="3441478" y="47105"/>
                  <a:pt x="3442430" y="61297"/>
                </a:cubicBezTo>
                <a:cubicBezTo>
                  <a:pt x="3424619" y="61297"/>
                  <a:pt x="3405759" y="61868"/>
                  <a:pt x="3387947" y="61868"/>
                </a:cubicBezTo>
                <a:lnTo>
                  <a:pt x="3384233" y="61297"/>
                </a:lnTo>
                <a:lnTo>
                  <a:pt x="3383756" y="59678"/>
                </a:lnTo>
                <a:cubicBezTo>
                  <a:pt x="3384804" y="55487"/>
                  <a:pt x="3386328" y="51296"/>
                  <a:pt x="3386328" y="47105"/>
                </a:cubicBezTo>
                <a:lnTo>
                  <a:pt x="3386328" y="30817"/>
                </a:lnTo>
                <a:lnTo>
                  <a:pt x="3385852" y="15101"/>
                </a:lnTo>
                <a:lnTo>
                  <a:pt x="3386328" y="13481"/>
                </a:lnTo>
                <a:lnTo>
                  <a:pt x="3387947" y="13481"/>
                </a:lnTo>
                <a:cubicBezTo>
                  <a:pt x="3401568" y="12910"/>
                  <a:pt x="3414617" y="11862"/>
                  <a:pt x="3428333" y="11386"/>
                </a:cubicBezTo>
                <a:lnTo>
                  <a:pt x="3439859" y="12434"/>
                </a:lnTo>
                <a:close/>
                <a:moveTo>
                  <a:pt x="3448241" y="5671"/>
                </a:moveTo>
                <a:cubicBezTo>
                  <a:pt x="3442430" y="1480"/>
                  <a:pt x="3435096" y="1004"/>
                  <a:pt x="3428333" y="1480"/>
                </a:cubicBezTo>
                <a:cubicBezTo>
                  <a:pt x="3419951" y="1480"/>
                  <a:pt x="3394234" y="3099"/>
                  <a:pt x="3392710" y="3099"/>
                </a:cubicBezTo>
                <a:cubicBezTo>
                  <a:pt x="3382232" y="4623"/>
                  <a:pt x="3379089" y="1480"/>
                  <a:pt x="3375946" y="13577"/>
                </a:cubicBezTo>
                <a:lnTo>
                  <a:pt x="3375946" y="15196"/>
                </a:lnTo>
                <a:cubicBezTo>
                  <a:pt x="3376422" y="30341"/>
                  <a:pt x="3378041" y="43961"/>
                  <a:pt x="3373850" y="58630"/>
                </a:cubicBezTo>
                <a:cubicBezTo>
                  <a:pt x="3373279" y="59201"/>
                  <a:pt x="3374327" y="62821"/>
                  <a:pt x="3374327" y="62821"/>
                </a:cubicBezTo>
                <a:cubicBezTo>
                  <a:pt x="3374327" y="62821"/>
                  <a:pt x="3374803" y="63869"/>
                  <a:pt x="3374803" y="65964"/>
                </a:cubicBezTo>
                <a:cubicBezTo>
                  <a:pt x="3375279" y="71679"/>
                  <a:pt x="3384233" y="71679"/>
                  <a:pt x="3387947" y="71679"/>
                </a:cubicBezTo>
                <a:cubicBezTo>
                  <a:pt x="3407378" y="71679"/>
                  <a:pt x="3428333" y="71108"/>
                  <a:pt x="3447669" y="71108"/>
                </a:cubicBezTo>
                <a:cubicBezTo>
                  <a:pt x="3450812" y="71108"/>
                  <a:pt x="3452908" y="68536"/>
                  <a:pt x="3452908" y="65869"/>
                </a:cubicBezTo>
                <a:cubicBezTo>
                  <a:pt x="3452432" y="50629"/>
                  <a:pt x="3447669" y="34436"/>
                  <a:pt x="3450336" y="18720"/>
                </a:cubicBezTo>
                <a:lnTo>
                  <a:pt x="3449765" y="16625"/>
                </a:lnTo>
                <a:lnTo>
                  <a:pt x="3449765" y="12434"/>
                </a:lnTo>
                <a:cubicBezTo>
                  <a:pt x="3450336" y="10338"/>
                  <a:pt x="3450336" y="6623"/>
                  <a:pt x="3448241" y="5576"/>
                </a:cubicBezTo>
                <a:moveTo>
                  <a:pt x="3136487" y="147593"/>
                </a:moveTo>
                <a:cubicBezTo>
                  <a:pt x="3136964" y="137116"/>
                  <a:pt x="3138583" y="126067"/>
                  <a:pt x="3137535" y="115113"/>
                </a:cubicBezTo>
                <a:lnTo>
                  <a:pt x="3139631" y="115685"/>
                </a:lnTo>
                <a:cubicBezTo>
                  <a:pt x="3142774" y="115685"/>
                  <a:pt x="3148013" y="114637"/>
                  <a:pt x="3152204" y="115685"/>
                </a:cubicBezTo>
                <a:lnTo>
                  <a:pt x="3160586" y="115685"/>
                </a:lnTo>
                <a:cubicBezTo>
                  <a:pt x="3180493" y="114637"/>
                  <a:pt x="3175826" y="104159"/>
                  <a:pt x="3178397" y="86824"/>
                </a:cubicBezTo>
                <a:lnTo>
                  <a:pt x="3178397" y="81585"/>
                </a:lnTo>
                <a:lnTo>
                  <a:pt x="3178874" y="77870"/>
                </a:lnTo>
                <a:cubicBezTo>
                  <a:pt x="3179921" y="74156"/>
                  <a:pt x="3182588" y="59011"/>
                  <a:pt x="3185160" y="55868"/>
                </a:cubicBezTo>
                <a:cubicBezTo>
                  <a:pt x="3189828" y="47486"/>
                  <a:pt x="3196114" y="40628"/>
                  <a:pt x="3204020" y="32817"/>
                </a:cubicBezTo>
                <a:cubicBezTo>
                  <a:pt x="3208687" y="28150"/>
                  <a:pt x="3211830" y="25483"/>
                  <a:pt x="3218116" y="21863"/>
                </a:cubicBezTo>
                <a:cubicBezTo>
                  <a:pt x="3220784" y="19768"/>
                  <a:pt x="3223927" y="18149"/>
                  <a:pt x="3226499" y="16625"/>
                </a:cubicBezTo>
                <a:cubicBezTo>
                  <a:pt x="3232309" y="14529"/>
                  <a:pt x="3237453" y="14529"/>
                  <a:pt x="3243263" y="11957"/>
                </a:cubicBezTo>
                <a:cubicBezTo>
                  <a:pt x="3255836" y="11957"/>
                  <a:pt x="3278886" y="7195"/>
                  <a:pt x="3290411" y="14053"/>
                </a:cubicBezTo>
                <a:lnTo>
                  <a:pt x="3293078" y="15101"/>
                </a:lnTo>
                <a:lnTo>
                  <a:pt x="3295650" y="15672"/>
                </a:lnTo>
                <a:cubicBezTo>
                  <a:pt x="3294603" y="23483"/>
                  <a:pt x="3294603" y="31388"/>
                  <a:pt x="3294603" y="38151"/>
                </a:cubicBezTo>
                <a:lnTo>
                  <a:pt x="3295174" y="54915"/>
                </a:lnTo>
                <a:cubicBezTo>
                  <a:pt x="3289364" y="53867"/>
                  <a:pt x="3283649" y="52820"/>
                  <a:pt x="3277362" y="52820"/>
                </a:cubicBezTo>
                <a:cubicBezTo>
                  <a:pt x="3249073" y="53867"/>
                  <a:pt x="3232880" y="75870"/>
                  <a:pt x="3239167" y="105207"/>
                </a:cubicBezTo>
                <a:cubicBezTo>
                  <a:pt x="3239167" y="105779"/>
                  <a:pt x="3240786" y="107874"/>
                  <a:pt x="3243358" y="110922"/>
                </a:cubicBezTo>
                <a:lnTo>
                  <a:pt x="3245453" y="111970"/>
                </a:lnTo>
                <a:cubicBezTo>
                  <a:pt x="3245453" y="111970"/>
                  <a:pt x="3262217" y="115685"/>
                  <a:pt x="3270028" y="116161"/>
                </a:cubicBezTo>
                <a:cubicBezTo>
                  <a:pt x="3276791" y="116732"/>
                  <a:pt x="3283172" y="117780"/>
                  <a:pt x="3290411" y="117780"/>
                </a:cubicBezTo>
                <a:lnTo>
                  <a:pt x="3289935" y="124067"/>
                </a:lnTo>
                <a:cubicBezTo>
                  <a:pt x="3289935" y="133496"/>
                  <a:pt x="3289459" y="143498"/>
                  <a:pt x="3289459" y="154451"/>
                </a:cubicBezTo>
                <a:cubicBezTo>
                  <a:pt x="3284791" y="153880"/>
                  <a:pt x="3280029" y="152832"/>
                  <a:pt x="3275362" y="152356"/>
                </a:cubicBezTo>
                <a:cubicBezTo>
                  <a:pt x="3266408" y="151308"/>
                  <a:pt x="3259074" y="153975"/>
                  <a:pt x="3250692" y="153975"/>
                </a:cubicBezTo>
                <a:cubicBezTo>
                  <a:pt x="3248597" y="153975"/>
                  <a:pt x="3246501" y="155594"/>
                  <a:pt x="3244977" y="157118"/>
                </a:cubicBezTo>
                <a:cubicBezTo>
                  <a:pt x="3243929" y="157690"/>
                  <a:pt x="3243358" y="158738"/>
                  <a:pt x="3243358" y="158738"/>
                </a:cubicBezTo>
                <a:lnTo>
                  <a:pt x="3241739" y="161309"/>
                </a:lnTo>
                <a:cubicBezTo>
                  <a:pt x="3239167" y="176549"/>
                  <a:pt x="3239167" y="190646"/>
                  <a:pt x="3239167" y="205886"/>
                </a:cubicBezTo>
                <a:cubicBezTo>
                  <a:pt x="3239167" y="217412"/>
                  <a:pt x="3241739" y="229413"/>
                  <a:pt x="3241262" y="240462"/>
                </a:cubicBezTo>
                <a:cubicBezTo>
                  <a:pt x="3241262" y="242558"/>
                  <a:pt x="3240786" y="245701"/>
                  <a:pt x="3240786" y="247796"/>
                </a:cubicBezTo>
                <a:lnTo>
                  <a:pt x="3241262" y="250940"/>
                </a:lnTo>
                <a:cubicBezTo>
                  <a:pt x="3241739" y="256178"/>
                  <a:pt x="3241262" y="261893"/>
                  <a:pt x="3241262" y="267132"/>
                </a:cubicBezTo>
                <a:cubicBezTo>
                  <a:pt x="3241262" y="285992"/>
                  <a:pt x="3241262" y="309042"/>
                  <a:pt x="3240215" y="330473"/>
                </a:cubicBezTo>
                <a:cubicBezTo>
                  <a:pt x="3239738" y="336760"/>
                  <a:pt x="3239738" y="344094"/>
                  <a:pt x="3240215" y="350952"/>
                </a:cubicBezTo>
                <a:cubicBezTo>
                  <a:pt x="3240786" y="355143"/>
                  <a:pt x="3242310" y="359810"/>
                  <a:pt x="3242310" y="364573"/>
                </a:cubicBezTo>
                <a:lnTo>
                  <a:pt x="3242310" y="372479"/>
                </a:lnTo>
                <a:cubicBezTo>
                  <a:pt x="3227070" y="373050"/>
                  <a:pt x="3211925" y="373526"/>
                  <a:pt x="3196209" y="374098"/>
                </a:cubicBezTo>
                <a:cubicBezTo>
                  <a:pt x="3193637" y="373526"/>
                  <a:pt x="3189923" y="373050"/>
                  <a:pt x="3186303" y="373526"/>
                </a:cubicBezTo>
                <a:cubicBezTo>
                  <a:pt x="3184684" y="373526"/>
                  <a:pt x="3182588" y="374098"/>
                  <a:pt x="3181064" y="374098"/>
                </a:cubicBezTo>
                <a:lnTo>
                  <a:pt x="3181636" y="370955"/>
                </a:lnTo>
                <a:cubicBezTo>
                  <a:pt x="3181636" y="368383"/>
                  <a:pt x="3181636" y="365240"/>
                  <a:pt x="3180588" y="361525"/>
                </a:cubicBezTo>
                <a:cubicBezTo>
                  <a:pt x="3182207" y="350571"/>
                  <a:pt x="3179540" y="339522"/>
                  <a:pt x="3180588" y="329045"/>
                </a:cubicBezTo>
                <a:cubicBezTo>
                  <a:pt x="3180588" y="323234"/>
                  <a:pt x="3180112" y="317996"/>
                  <a:pt x="3179540" y="312757"/>
                </a:cubicBezTo>
                <a:cubicBezTo>
                  <a:pt x="3178493" y="297041"/>
                  <a:pt x="3180588" y="282372"/>
                  <a:pt x="3178969" y="263036"/>
                </a:cubicBezTo>
                <a:cubicBezTo>
                  <a:pt x="3178493" y="257798"/>
                  <a:pt x="3178493" y="219507"/>
                  <a:pt x="3178493" y="213792"/>
                </a:cubicBezTo>
                <a:cubicBezTo>
                  <a:pt x="3178493" y="208553"/>
                  <a:pt x="3180112" y="202267"/>
                  <a:pt x="3180112" y="196552"/>
                </a:cubicBezTo>
                <a:cubicBezTo>
                  <a:pt x="3179636" y="188170"/>
                  <a:pt x="3180112" y="181883"/>
                  <a:pt x="3179636" y="172454"/>
                </a:cubicBezTo>
                <a:cubicBezTo>
                  <a:pt x="3179636" y="171406"/>
                  <a:pt x="3179064" y="169787"/>
                  <a:pt x="3179064" y="168739"/>
                </a:cubicBezTo>
                <a:lnTo>
                  <a:pt x="3178016" y="163976"/>
                </a:lnTo>
                <a:lnTo>
                  <a:pt x="3176397" y="158738"/>
                </a:lnTo>
                <a:cubicBezTo>
                  <a:pt x="3174778" y="152927"/>
                  <a:pt x="3156014" y="151880"/>
                  <a:pt x="3150680" y="152927"/>
                </a:cubicBezTo>
                <a:cubicBezTo>
                  <a:pt x="3147060" y="152356"/>
                  <a:pt x="3143345" y="152927"/>
                  <a:pt x="3139726" y="152927"/>
                </a:cubicBezTo>
                <a:lnTo>
                  <a:pt x="3136583" y="153499"/>
                </a:lnTo>
                <a:lnTo>
                  <a:pt x="3136583" y="147784"/>
                </a:lnTo>
                <a:close/>
                <a:moveTo>
                  <a:pt x="3166396" y="104636"/>
                </a:moveTo>
                <a:cubicBezTo>
                  <a:pt x="3162681" y="105683"/>
                  <a:pt x="3158490" y="105207"/>
                  <a:pt x="3153251" y="105683"/>
                </a:cubicBezTo>
                <a:cubicBezTo>
                  <a:pt x="3149060" y="104636"/>
                  <a:pt x="3144393" y="105112"/>
                  <a:pt x="3139631" y="105112"/>
                </a:cubicBezTo>
                <a:cubicBezTo>
                  <a:pt x="3135440" y="105112"/>
                  <a:pt x="3124391" y="102445"/>
                  <a:pt x="3126486" y="110827"/>
                </a:cubicBezTo>
                <a:cubicBezTo>
                  <a:pt x="3129629" y="122828"/>
                  <a:pt x="3127058" y="135401"/>
                  <a:pt x="3126486" y="147498"/>
                </a:cubicBezTo>
                <a:cubicBezTo>
                  <a:pt x="3126010" y="154261"/>
                  <a:pt x="3124391" y="161595"/>
                  <a:pt x="3133249" y="163214"/>
                </a:cubicBezTo>
                <a:cubicBezTo>
                  <a:pt x="3144774" y="163786"/>
                  <a:pt x="3155823" y="161595"/>
                  <a:pt x="3167348" y="164262"/>
                </a:cubicBezTo>
                <a:cubicBezTo>
                  <a:pt x="3168396" y="166929"/>
                  <a:pt x="3169444" y="171120"/>
                  <a:pt x="3169444" y="172644"/>
                </a:cubicBezTo>
                <a:cubicBezTo>
                  <a:pt x="3169920" y="182074"/>
                  <a:pt x="3169444" y="187789"/>
                  <a:pt x="3169920" y="196742"/>
                </a:cubicBezTo>
                <a:cubicBezTo>
                  <a:pt x="3169920" y="202457"/>
                  <a:pt x="3168396" y="208268"/>
                  <a:pt x="3168396" y="213983"/>
                </a:cubicBezTo>
                <a:cubicBezTo>
                  <a:pt x="3168396" y="217697"/>
                  <a:pt x="3168396" y="257988"/>
                  <a:pt x="3168872" y="263798"/>
                </a:cubicBezTo>
                <a:cubicBezTo>
                  <a:pt x="3170491" y="282658"/>
                  <a:pt x="3168396" y="297326"/>
                  <a:pt x="3169349" y="313043"/>
                </a:cubicBezTo>
                <a:cubicBezTo>
                  <a:pt x="3169825" y="318281"/>
                  <a:pt x="3170396" y="322949"/>
                  <a:pt x="3170396" y="327711"/>
                </a:cubicBezTo>
                <a:cubicBezTo>
                  <a:pt x="3169349" y="338665"/>
                  <a:pt x="3171920" y="350190"/>
                  <a:pt x="3169825" y="360668"/>
                </a:cubicBezTo>
                <a:cubicBezTo>
                  <a:pt x="3169349" y="363811"/>
                  <a:pt x="3171920" y="366954"/>
                  <a:pt x="3170396" y="373241"/>
                </a:cubicBezTo>
                <a:lnTo>
                  <a:pt x="3169825" y="375336"/>
                </a:lnTo>
                <a:lnTo>
                  <a:pt x="3169825" y="377908"/>
                </a:lnTo>
                <a:cubicBezTo>
                  <a:pt x="3171920" y="387338"/>
                  <a:pt x="3179826" y="383623"/>
                  <a:pt x="3187160" y="383147"/>
                </a:cubicBezTo>
                <a:cubicBezTo>
                  <a:pt x="3189732" y="382575"/>
                  <a:pt x="3192399" y="383147"/>
                  <a:pt x="3195542" y="383718"/>
                </a:cubicBezTo>
                <a:cubicBezTo>
                  <a:pt x="3195542" y="383718"/>
                  <a:pt x="3228023" y="383147"/>
                  <a:pt x="3231737" y="382670"/>
                </a:cubicBezTo>
                <a:cubicBezTo>
                  <a:pt x="3251645" y="381146"/>
                  <a:pt x="3254788" y="386385"/>
                  <a:pt x="3252121" y="363335"/>
                </a:cubicBezTo>
                <a:cubicBezTo>
                  <a:pt x="3252121" y="358667"/>
                  <a:pt x="3250502" y="354476"/>
                  <a:pt x="3250025" y="350285"/>
                </a:cubicBezTo>
                <a:cubicBezTo>
                  <a:pt x="3249549" y="343999"/>
                  <a:pt x="3249549" y="336665"/>
                  <a:pt x="3250025" y="330854"/>
                </a:cubicBezTo>
                <a:cubicBezTo>
                  <a:pt x="3251073" y="309423"/>
                  <a:pt x="3251073" y="285801"/>
                  <a:pt x="3251073" y="266942"/>
                </a:cubicBezTo>
                <a:cubicBezTo>
                  <a:pt x="3251073" y="261227"/>
                  <a:pt x="3251645" y="254940"/>
                  <a:pt x="3251073" y="249130"/>
                </a:cubicBezTo>
                <a:lnTo>
                  <a:pt x="3250597" y="246463"/>
                </a:lnTo>
                <a:cubicBezTo>
                  <a:pt x="3250597" y="244844"/>
                  <a:pt x="3251073" y="242272"/>
                  <a:pt x="3251073" y="240653"/>
                </a:cubicBezTo>
                <a:cubicBezTo>
                  <a:pt x="3251645" y="229127"/>
                  <a:pt x="3248978" y="217126"/>
                  <a:pt x="3248978" y="205601"/>
                </a:cubicBezTo>
                <a:cubicBezTo>
                  <a:pt x="3248978" y="191408"/>
                  <a:pt x="3248978" y="178359"/>
                  <a:pt x="3252121" y="164167"/>
                </a:cubicBezTo>
                <a:cubicBezTo>
                  <a:pt x="3253740" y="163595"/>
                  <a:pt x="3256312" y="163595"/>
                  <a:pt x="3258407" y="163119"/>
                </a:cubicBezTo>
                <a:cubicBezTo>
                  <a:pt x="3271552" y="160547"/>
                  <a:pt x="3277838" y="163691"/>
                  <a:pt x="3289840" y="164167"/>
                </a:cubicBezTo>
                <a:cubicBezTo>
                  <a:pt x="3301365" y="164738"/>
                  <a:pt x="3299270" y="159976"/>
                  <a:pt x="3299270" y="152642"/>
                </a:cubicBezTo>
                <a:cubicBezTo>
                  <a:pt x="3299270" y="143212"/>
                  <a:pt x="3299746" y="133306"/>
                  <a:pt x="3299746" y="123781"/>
                </a:cubicBezTo>
                <a:cubicBezTo>
                  <a:pt x="3299746" y="120638"/>
                  <a:pt x="3300222" y="117018"/>
                  <a:pt x="3300222" y="114351"/>
                </a:cubicBezTo>
                <a:cubicBezTo>
                  <a:pt x="3300222" y="110160"/>
                  <a:pt x="3299174" y="105493"/>
                  <a:pt x="3291840" y="107588"/>
                </a:cubicBezTo>
                <a:cubicBezTo>
                  <a:pt x="3285078" y="106541"/>
                  <a:pt x="3277743" y="106541"/>
                  <a:pt x="3270314" y="105969"/>
                </a:cubicBezTo>
                <a:cubicBezTo>
                  <a:pt x="3264027" y="105398"/>
                  <a:pt x="3252502" y="102826"/>
                  <a:pt x="3248882" y="102826"/>
                </a:cubicBezTo>
                <a:cubicBezTo>
                  <a:pt x="3243644" y="78728"/>
                  <a:pt x="3255645" y="63011"/>
                  <a:pt x="3277172" y="63011"/>
                </a:cubicBezTo>
                <a:cubicBezTo>
                  <a:pt x="3285078" y="63011"/>
                  <a:pt x="3292412" y="64059"/>
                  <a:pt x="3299174" y="65107"/>
                </a:cubicBezTo>
                <a:cubicBezTo>
                  <a:pt x="3302794" y="65678"/>
                  <a:pt x="3304889" y="63488"/>
                  <a:pt x="3304889" y="60344"/>
                </a:cubicBezTo>
                <a:cubicBezTo>
                  <a:pt x="3304889" y="44057"/>
                  <a:pt x="3303270" y="28912"/>
                  <a:pt x="3305937" y="12719"/>
                </a:cubicBezTo>
                <a:cubicBezTo>
                  <a:pt x="3306985" y="7481"/>
                  <a:pt x="3298603" y="5861"/>
                  <a:pt x="3294412" y="4814"/>
                </a:cubicBezTo>
                <a:cubicBezTo>
                  <a:pt x="3279743" y="-4045"/>
                  <a:pt x="3258312" y="2242"/>
                  <a:pt x="3242024" y="1194"/>
                </a:cubicBezTo>
                <a:lnTo>
                  <a:pt x="3239453" y="2242"/>
                </a:lnTo>
                <a:cubicBezTo>
                  <a:pt x="3234214" y="4814"/>
                  <a:pt x="3228499" y="4814"/>
                  <a:pt x="3222117" y="6909"/>
                </a:cubicBezTo>
                <a:cubicBezTo>
                  <a:pt x="3218974" y="8528"/>
                  <a:pt x="3215831" y="10624"/>
                  <a:pt x="3212687" y="12719"/>
                </a:cubicBezTo>
                <a:cubicBezTo>
                  <a:pt x="3205353" y="16910"/>
                  <a:pt x="3201734" y="20054"/>
                  <a:pt x="3196495" y="25292"/>
                </a:cubicBezTo>
                <a:cubicBezTo>
                  <a:pt x="3189161" y="33103"/>
                  <a:pt x="3181826" y="41009"/>
                  <a:pt x="3176588" y="50438"/>
                </a:cubicBezTo>
                <a:cubicBezTo>
                  <a:pt x="3173445" y="54629"/>
                  <a:pt x="3168777" y="72441"/>
                  <a:pt x="3168206" y="77680"/>
                </a:cubicBezTo>
                <a:lnTo>
                  <a:pt x="3168206" y="86538"/>
                </a:lnTo>
                <a:cubicBezTo>
                  <a:pt x="3167158" y="93396"/>
                  <a:pt x="3167158" y="99111"/>
                  <a:pt x="3166110" y="104350"/>
                </a:cubicBezTo>
                <a:moveTo>
                  <a:pt x="2760155" y="367811"/>
                </a:moveTo>
                <a:lnTo>
                  <a:pt x="2738152" y="368383"/>
                </a:lnTo>
                <a:lnTo>
                  <a:pt x="2732913" y="368383"/>
                </a:lnTo>
                <a:lnTo>
                  <a:pt x="2733389" y="359429"/>
                </a:lnTo>
                <a:cubicBezTo>
                  <a:pt x="2738057" y="276181"/>
                  <a:pt x="2729674" y="192837"/>
                  <a:pt x="2728151" y="110065"/>
                </a:cubicBezTo>
                <a:cubicBezTo>
                  <a:pt x="2727579" y="90158"/>
                  <a:pt x="2728627" y="27864"/>
                  <a:pt x="2729198" y="23102"/>
                </a:cubicBezTo>
                <a:lnTo>
                  <a:pt x="2729198" y="15291"/>
                </a:lnTo>
                <a:lnTo>
                  <a:pt x="2734437" y="15291"/>
                </a:lnTo>
                <a:cubicBezTo>
                  <a:pt x="2751201" y="15863"/>
                  <a:pt x="2767965" y="15863"/>
                  <a:pt x="2784729" y="13672"/>
                </a:cubicBezTo>
                <a:cubicBezTo>
                  <a:pt x="2784729" y="23578"/>
                  <a:pt x="2784729" y="34055"/>
                  <a:pt x="2785205" y="44533"/>
                </a:cubicBezTo>
                <a:cubicBezTo>
                  <a:pt x="2785205" y="58154"/>
                  <a:pt x="2787301" y="124162"/>
                  <a:pt x="2788920" y="139878"/>
                </a:cubicBezTo>
                <a:cubicBezTo>
                  <a:pt x="2790444" y="155118"/>
                  <a:pt x="2792063" y="169787"/>
                  <a:pt x="2791016" y="184931"/>
                </a:cubicBezTo>
                <a:cubicBezTo>
                  <a:pt x="2791016" y="185503"/>
                  <a:pt x="2791016" y="187503"/>
                  <a:pt x="2791492" y="189122"/>
                </a:cubicBezTo>
                <a:lnTo>
                  <a:pt x="2793016" y="192266"/>
                </a:lnTo>
                <a:cubicBezTo>
                  <a:pt x="2791492" y="200076"/>
                  <a:pt x="2798826" y="205886"/>
                  <a:pt x="2806637" y="201695"/>
                </a:cubicBezTo>
                <a:cubicBezTo>
                  <a:pt x="2812923" y="198552"/>
                  <a:pt x="2817114" y="193885"/>
                  <a:pt x="2820257" y="190742"/>
                </a:cubicBezTo>
                <a:cubicBezTo>
                  <a:pt x="2844832" y="165596"/>
                  <a:pt x="2873121" y="144164"/>
                  <a:pt x="2896267" y="116351"/>
                </a:cubicBezTo>
                <a:lnTo>
                  <a:pt x="2901982" y="116351"/>
                </a:lnTo>
                <a:cubicBezTo>
                  <a:pt x="2903601" y="116351"/>
                  <a:pt x="2911412" y="115780"/>
                  <a:pt x="2918746" y="115304"/>
                </a:cubicBezTo>
                <a:lnTo>
                  <a:pt x="2929223" y="114732"/>
                </a:lnTo>
                <a:lnTo>
                  <a:pt x="2933891" y="114732"/>
                </a:lnTo>
                <a:cubicBezTo>
                  <a:pt x="2947035" y="115304"/>
                  <a:pt x="2956370" y="115780"/>
                  <a:pt x="2956370" y="115780"/>
                </a:cubicBezTo>
                <a:cubicBezTo>
                  <a:pt x="2949607" y="124162"/>
                  <a:pt x="2948559" y="124638"/>
                  <a:pt x="2938082" y="132068"/>
                </a:cubicBezTo>
                <a:cubicBezTo>
                  <a:pt x="2930747" y="141497"/>
                  <a:pt x="2920746" y="148832"/>
                  <a:pt x="2913507" y="158261"/>
                </a:cubicBezTo>
                <a:lnTo>
                  <a:pt x="2910840" y="159881"/>
                </a:lnTo>
                <a:lnTo>
                  <a:pt x="2907221" y="162452"/>
                </a:lnTo>
                <a:cubicBezTo>
                  <a:pt x="2895124" y="176073"/>
                  <a:pt x="2883122" y="189694"/>
                  <a:pt x="2872169" y="204362"/>
                </a:cubicBezTo>
                <a:cubicBezTo>
                  <a:pt x="2867978" y="210173"/>
                  <a:pt x="2872645" y="217507"/>
                  <a:pt x="2876836" y="222174"/>
                </a:cubicBezTo>
                <a:lnTo>
                  <a:pt x="2879408" y="224270"/>
                </a:lnTo>
                <a:cubicBezTo>
                  <a:pt x="2880455" y="225794"/>
                  <a:pt x="2881027" y="226841"/>
                  <a:pt x="2881979" y="227413"/>
                </a:cubicBezTo>
                <a:cubicBezTo>
                  <a:pt x="2882551" y="229508"/>
                  <a:pt x="2883599" y="231128"/>
                  <a:pt x="2885123" y="232652"/>
                </a:cubicBezTo>
                <a:lnTo>
                  <a:pt x="2887695" y="235795"/>
                </a:lnTo>
                <a:cubicBezTo>
                  <a:pt x="2893505" y="246272"/>
                  <a:pt x="2902363" y="255131"/>
                  <a:pt x="2909221" y="265132"/>
                </a:cubicBezTo>
                <a:cubicBezTo>
                  <a:pt x="2922841" y="287706"/>
                  <a:pt x="2938558" y="315995"/>
                  <a:pt x="2954846" y="336950"/>
                </a:cubicBezTo>
                <a:cubicBezTo>
                  <a:pt x="2957989" y="344285"/>
                  <a:pt x="2961132" y="352190"/>
                  <a:pt x="2966847" y="357905"/>
                </a:cubicBezTo>
                <a:cubicBezTo>
                  <a:pt x="2969990" y="363620"/>
                  <a:pt x="2972086" y="367907"/>
                  <a:pt x="2974753" y="371526"/>
                </a:cubicBezTo>
                <a:lnTo>
                  <a:pt x="2976848" y="374669"/>
                </a:lnTo>
                <a:lnTo>
                  <a:pt x="2970086" y="373622"/>
                </a:lnTo>
                <a:lnTo>
                  <a:pt x="2963799" y="373622"/>
                </a:lnTo>
                <a:cubicBezTo>
                  <a:pt x="2952845" y="374193"/>
                  <a:pt x="2940749" y="372574"/>
                  <a:pt x="2929699" y="372002"/>
                </a:cubicBezTo>
                <a:cubicBezTo>
                  <a:pt x="2922937" y="372002"/>
                  <a:pt x="2915603" y="370383"/>
                  <a:pt x="2909316" y="370383"/>
                </a:cubicBezTo>
                <a:cubicBezTo>
                  <a:pt x="2906745" y="370383"/>
                  <a:pt x="2903506" y="370383"/>
                  <a:pt x="2900934" y="370955"/>
                </a:cubicBezTo>
                <a:cubicBezTo>
                  <a:pt x="2899886" y="368383"/>
                  <a:pt x="2898839" y="366764"/>
                  <a:pt x="2898362" y="365240"/>
                </a:cubicBezTo>
                <a:lnTo>
                  <a:pt x="2895219" y="360001"/>
                </a:lnTo>
                <a:cubicBezTo>
                  <a:pt x="2893695" y="357334"/>
                  <a:pt x="2892647" y="355334"/>
                  <a:pt x="2892076" y="353238"/>
                </a:cubicBezTo>
                <a:cubicBezTo>
                  <a:pt x="2892076" y="350571"/>
                  <a:pt x="2891028" y="348476"/>
                  <a:pt x="2888933" y="346952"/>
                </a:cubicBezTo>
                <a:cubicBezTo>
                  <a:pt x="2886837" y="341237"/>
                  <a:pt x="2883218" y="335998"/>
                  <a:pt x="2879503" y="331235"/>
                </a:cubicBezTo>
                <a:cubicBezTo>
                  <a:pt x="2879027" y="329140"/>
                  <a:pt x="2877884" y="326568"/>
                  <a:pt x="2876360" y="324949"/>
                </a:cubicBezTo>
                <a:cubicBezTo>
                  <a:pt x="2875312" y="321806"/>
                  <a:pt x="2873693" y="318662"/>
                  <a:pt x="2871597" y="316567"/>
                </a:cubicBezTo>
                <a:cubicBezTo>
                  <a:pt x="2865882" y="306661"/>
                  <a:pt x="2857976" y="290373"/>
                  <a:pt x="2850642" y="283039"/>
                </a:cubicBezTo>
                <a:lnTo>
                  <a:pt x="2848070" y="279324"/>
                </a:lnTo>
                <a:cubicBezTo>
                  <a:pt x="2845975" y="276181"/>
                  <a:pt x="2843403" y="272561"/>
                  <a:pt x="2840736" y="269418"/>
                </a:cubicBezTo>
                <a:cubicBezTo>
                  <a:pt x="2831306" y="258941"/>
                  <a:pt x="2826639" y="255226"/>
                  <a:pt x="2815114" y="262655"/>
                </a:cubicBezTo>
                <a:cubicBezTo>
                  <a:pt x="2809875" y="266275"/>
                  <a:pt x="2805113" y="270466"/>
                  <a:pt x="2797778" y="275228"/>
                </a:cubicBezTo>
                <a:cubicBezTo>
                  <a:pt x="2793587" y="276276"/>
                  <a:pt x="2790444" y="280467"/>
                  <a:pt x="2791016" y="285134"/>
                </a:cubicBezTo>
                <a:cubicBezTo>
                  <a:pt x="2792540" y="306089"/>
                  <a:pt x="2792540" y="325997"/>
                  <a:pt x="2791016" y="346380"/>
                </a:cubicBezTo>
                <a:cubicBezTo>
                  <a:pt x="2791016" y="346952"/>
                  <a:pt x="2791016" y="348476"/>
                  <a:pt x="2790444" y="350095"/>
                </a:cubicBezTo>
                <a:lnTo>
                  <a:pt x="2790444" y="353238"/>
                </a:lnTo>
                <a:cubicBezTo>
                  <a:pt x="2789396" y="359525"/>
                  <a:pt x="2789396" y="364192"/>
                  <a:pt x="2789968" y="367907"/>
                </a:cubicBezTo>
                <a:lnTo>
                  <a:pt x="2760059" y="367907"/>
                </a:lnTo>
                <a:close/>
                <a:moveTo>
                  <a:pt x="2722436" y="370955"/>
                </a:moveTo>
                <a:cubicBezTo>
                  <a:pt x="2722912" y="375146"/>
                  <a:pt x="2723483" y="380956"/>
                  <a:pt x="2729770" y="378289"/>
                </a:cubicBezTo>
                <a:cubicBezTo>
                  <a:pt x="2730341" y="377717"/>
                  <a:pt x="2789491" y="377717"/>
                  <a:pt x="2791111" y="377717"/>
                </a:cubicBezTo>
                <a:cubicBezTo>
                  <a:pt x="2794730" y="377717"/>
                  <a:pt x="2801017" y="377717"/>
                  <a:pt x="2800541" y="372002"/>
                </a:cubicBezTo>
                <a:cubicBezTo>
                  <a:pt x="2800064" y="367335"/>
                  <a:pt x="2799493" y="362573"/>
                  <a:pt x="2800541" y="354191"/>
                </a:cubicBezTo>
                <a:lnTo>
                  <a:pt x="2800541" y="351524"/>
                </a:lnTo>
                <a:cubicBezTo>
                  <a:pt x="2801017" y="349904"/>
                  <a:pt x="2801017" y="347333"/>
                  <a:pt x="2801017" y="345237"/>
                </a:cubicBezTo>
                <a:cubicBezTo>
                  <a:pt x="2802636" y="325901"/>
                  <a:pt x="2802636" y="305994"/>
                  <a:pt x="2802636" y="283991"/>
                </a:cubicBezTo>
                <a:lnTo>
                  <a:pt x="2805779" y="282372"/>
                </a:lnTo>
                <a:cubicBezTo>
                  <a:pt x="2811018" y="279229"/>
                  <a:pt x="2815781" y="274562"/>
                  <a:pt x="2821020" y="270847"/>
                </a:cubicBezTo>
                <a:lnTo>
                  <a:pt x="2824734" y="268180"/>
                </a:lnTo>
                <a:cubicBezTo>
                  <a:pt x="2831497" y="272371"/>
                  <a:pt x="2835688" y="279134"/>
                  <a:pt x="2840450" y="284944"/>
                </a:cubicBezTo>
                <a:lnTo>
                  <a:pt x="2843594" y="289706"/>
                </a:lnTo>
                <a:cubicBezTo>
                  <a:pt x="2849880" y="295421"/>
                  <a:pt x="2858738" y="313233"/>
                  <a:pt x="2864549" y="323234"/>
                </a:cubicBezTo>
                <a:cubicBezTo>
                  <a:pt x="2866168" y="324854"/>
                  <a:pt x="2867120" y="326949"/>
                  <a:pt x="2868740" y="331045"/>
                </a:cubicBezTo>
                <a:cubicBezTo>
                  <a:pt x="2869054" y="331426"/>
                  <a:pt x="2869406" y="332315"/>
                  <a:pt x="2869787" y="333712"/>
                </a:cubicBezTo>
                <a:lnTo>
                  <a:pt x="2870835" y="336379"/>
                </a:lnTo>
                <a:cubicBezTo>
                  <a:pt x="2875503" y="342189"/>
                  <a:pt x="2878741" y="347904"/>
                  <a:pt x="2882360" y="354191"/>
                </a:cubicBezTo>
                <a:cubicBezTo>
                  <a:pt x="2882932" y="358382"/>
                  <a:pt x="2884932" y="362001"/>
                  <a:pt x="2887028" y="365144"/>
                </a:cubicBezTo>
                <a:lnTo>
                  <a:pt x="2889695" y="370383"/>
                </a:lnTo>
                <a:cubicBezTo>
                  <a:pt x="2893314" y="376098"/>
                  <a:pt x="2891219" y="380384"/>
                  <a:pt x="2900172" y="380861"/>
                </a:cubicBezTo>
                <a:cubicBezTo>
                  <a:pt x="2902839" y="380861"/>
                  <a:pt x="2906459" y="380289"/>
                  <a:pt x="2909602" y="380289"/>
                </a:cubicBezTo>
                <a:cubicBezTo>
                  <a:pt x="2915888" y="380289"/>
                  <a:pt x="2922746" y="381813"/>
                  <a:pt x="2929509" y="381813"/>
                </a:cubicBezTo>
                <a:cubicBezTo>
                  <a:pt x="2941034" y="382385"/>
                  <a:pt x="2953607" y="383909"/>
                  <a:pt x="2966180" y="383909"/>
                </a:cubicBezTo>
                <a:lnTo>
                  <a:pt x="2969800" y="383337"/>
                </a:lnTo>
                <a:cubicBezTo>
                  <a:pt x="2970371" y="383337"/>
                  <a:pt x="2980278" y="386004"/>
                  <a:pt x="2984468" y="383337"/>
                </a:cubicBezTo>
                <a:cubicBezTo>
                  <a:pt x="2988659" y="381718"/>
                  <a:pt x="2994946" y="379146"/>
                  <a:pt x="2989707" y="373907"/>
                </a:cubicBezTo>
                <a:cubicBezTo>
                  <a:pt x="2983992" y="368192"/>
                  <a:pt x="2979230" y="359239"/>
                  <a:pt x="2974562" y="350857"/>
                </a:cubicBezTo>
                <a:cubicBezTo>
                  <a:pt x="2969800" y="346094"/>
                  <a:pt x="2966657" y="338284"/>
                  <a:pt x="2963513" y="330950"/>
                </a:cubicBezTo>
                <a:cubicBezTo>
                  <a:pt x="2947797" y="311614"/>
                  <a:pt x="2931033" y="280181"/>
                  <a:pt x="2917984" y="259703"/>
                </a:cubicBezTo>
                <a:cubicBezTo>
                  <a:pt x="2911697" y="249797"/>
                  <a:pt x="2902744" y="240843"/>
                  <a:pt x="2897029" y="230366"/>
                </a:cubicBezTo>
                <a:lnTo>
                  <a:pt x="2894933" y="227222"/>
                </a:lnTo>
                <a:lnTo>
                  <a:pt x="2892362" y="225127"/>
                </a:lnTo>
                <a:cubicBezTo>
                  <a:pt x="2892362" y="225127"/>
                  <a:pt x="2892362" y="224555"/>
                  <a:pt x="2887123" y="217221"/>
                </a:cubicBezTo>
                <a:lnTo>
                  <a:pt x="2884551" y="214554"/>
                </a:lnTo>
                <a:cubicBezTo>
                  <a:pt x="2883027" y="212935"/>
                  <a:pt x="2881979" y="211411"/>
                  <a:pt x="2880932" y="209315"/>
                </a:cubicBezTo>
                <a:cubicBezTo>
                  <a:pt x="2891409" y="195123"/>
                  <a:pt x="2902934" y="182550"/>
                  <a:pt x="2914460" y="169501"/>
                </a:cubicBezTo>
                <a:cubicBezTo>
                  <a:pt x="2914460" y="169501"/>
                  <a:pt x="2916555" y="168453"/>
                  <a:pt x="2918174" y="166834"/>
                </a:cubicBezTo>
                <a:lnTo>
                  <a:pt x="2921318" y="164738"/>
                </a:lnTo>
                <a:cubicBezTo>
                  <a:pt x="2928652" y="155309"/>
                  <a:pt x="2938653" y="147974"/>
                  <a:pt x="2945892" y="138545"/>
                </a:cubicBezTo>
                <a:cubicBezTo>
                  <a:pt x="2956370" y="131210"/>
                  <a:pt x="2964275" y="122828"/>
                  <a:pt x="2971610" y="113970"/>
                </a:cubicBezTo>
                <a:lnTo>
                  <a:pt x="2971610" y="107207"/>
                </a:lnTo>
                <a:cubicBezTo>
                  <a:pt x="2973229" y="107207"/>
                  <a:pt x="2966371" y="106636"/>
                  <a:pt x="2966942" y="106160"/>
                </a:cubicBezTo>
                <a:cubicBezTo>
                  <a:pt x="2964847" y="105588"/>
                  <a:pt x="2962275" y="105588"/>
                  <a:pt x="2960180" y="106160"/>
                </a:cubicBezTo>
                <a:cubicBezTo>
                  <a:pt x="2951321" y="105588"/>
                  <a:pt x="2942368" y="104064"/>
                  <a:pt x="2933510" y="104064"/>
                </a:cubicBezTo>
                <a:lnTo>
                  <a:pt x="2929319" y="104064"/>
                </a:lnTo>
                <a:lnTo>
                  <a:pt x="2918841" y="105112"/>
                </a:lnTo>
                <a:cubicBezTo>
                  <a:pt x="2911507" y="105683"/>
                  <a:pt x="2904173" y="106160"/>
                  <a:pt x="2902553" y="106160"/>
                </a:cubicBezTo>
                <a:cubicBezTo>
                  <a:pt x="2896838" y="106160"/>
                  <a:pt x="2889980" y="103493"/>
                  <a:pt x="2887885" y="111398"/>
                </a:cubicBezTo>
                <a:cubicBezTo>
                  <a:pt x="2865311" y="137592"/>
                  <a:pt x="2837593" y="158547"/>
                  <a:pt x="2813971" y="183217"/>
                </a:cubicBezTo>
                <a:cubicBezTo>
                  <a:pt x="2810828" y="186360"/>
                  <a:pt x="2807684" y="189503"/>
                  <a:pt x="2803493" y="190551"/>
                </a:cubicBezTo>
                <a:lnTo>
                  <a:pt x="2801398" y="185884"/>
                </a:lnTo>
                <a:cubicBezTo>
                  <a:pt x="2802446" y="170168"/>
                  <a:pt x="2800922" y="154451"/>
                  <a:pt x="2799303" y="138735"/>
                </a:cubicBezTo>
                <a:cubicBezTo>
                  <a:pt x="2797683" y="123019"/>
                  <a:pt x="2795588" y="58058"/>
                  <a:pt x="2795588" y="44438"/>
                </a:cubicBezTo>
                <a:cubicBezTo>
                  <a:pt x="2795111" y="31865"/>
                  <a:pt x="2795111" y="19292"/>
                  <a:pt x="2795111" y="7766"/>
                </a:cubicBezTo>
                <a:cubicBezTo>
                  <a:pt x="2795111" y="4623"/>
                  <a:pt x="2792540" y="2528"/>
                  <a:pt x="2789396" y="3004"/>
                </a:cubicBezTo>
                <a:cubicBezTo>
                  <a:pt x="2768441" y="6147"/>
                  <a:pt x="2747963" y="4052"/>
                  <a:pt x="2727579" y="5099"/>
                </a:cubicBezTo>
                <a:cubicBezTo>
                  <a:pt x="2720245" y="6147"/>
                  <a:pt x="2720245" y="7766"/>
                  <a:pt x="2719769" y="14529"/>
                </a:cubicBezTo>
                <a:lnTo>
                  <a:pt x="2719769" y="22340"/>
                </a:lnTo>
                <a:cubicBezTo>
                  <a:pt x="2719197" y="27102"/>
                  <a:pt x="2718149" y="89967"/>
                  <a:pt x="2718721" y="109779"/>
                </a:cubicBezTo>
                <a:cubicBezTo>
                  <a:pt x="2720340" y="192551"/>
                  <a:pt x="2726055" y="275895"/>
                  <a:pt x="2723388" y="358572"/>
                </a:cubicBezTo>
                <a:lnTo>
                  <a:pt x="2723388" y="367526"/>
                </a:lnTo>
                <a:lnTo>
                  <a:pt x="2722912" y="370669"/>
                </a:lnTo>
                <a:close/>
                <a:moveTo>
                  <a:pt x="2588895" y="374098"/>
                </a:moveTo>
                <a:cubicBezTo>
                  <a:pt x="2592038" y="347333"/>
                  <a:pt x="2590514" y="330569"/>
                  <a:pt x="2590514" y="305994"/>
                </a:cubicBezTo>
                <a:lnTo>
                  <a:pt x="2590991" y="268275"/>
                </a:lnTo>
                <a:cubicBezTo>
                  <a:pt x="2591562" y="249416"/>
                  <a:pt x="2591562" y="228461"/>
                  <a:pt x="2590991" y="225317"/>
                </a:cubicBezTo>
                <a:cubicBezTo>
                  <a:pt x="2590514" y="219507"/>
                  <a:pt x="2588895" y="212744"/>
                  <a:pt x="2588895" y="205410"/>
                </a:cubicBezTo>
                <a:lnTo>
                  <a:pt x="2587371" y="197028"/>
                </a:lnTo>
                <a:cubicBezTo>
                  <a:pt x="2582704" y="170263"/>
                  <a:pt x="2570036" y="149308"/>
                  <a:pt x="2538127" y="151975"/>
                </a:cubicBezTo>
                <a:cubicBezTo>
                  <a:pt x="2520791" y="153023"/>
                  <a:pt x="2504123" y="157214"/>
                  <a:pt x="2494121" y="169787"/>
                </a:cubicBezTo>
                <a:cubicBezTo>
                  <a:pt x="2486216" y="178645"/>
                  <a:pt x="2480501" y="188646"/>
                  <a:pt x="2477357" y="202743"/>
                </a:cubicBezTo>
                <a:lnTo>
                  <a:pt x="2476310" y="207982"/>
                </a:lnTo>
                <a:cubicBezTo>
                  <a:pt x="2474690" y="213221"/>
                  <a:pt x="2472595" y="218936"/>
                  <a:pt x="2471642" y="225794"/>
                </a:cubicBezTo>
                <a:cubicBezTo>
                  <a:pt x="2467928" y="245225"/>
                  <a:pt x="2474214" y="278181"/>
                  <a:pt x="2473166" y="298660"/>
                </a:cubicBezTo>
                <a:cubicBezTo>
                  <a:pt x="2472119" y="315995"/>
                  <a:pt x="2473738" y="333236"/>
                  <a:pt x="2472690" y="353143"/>
                </a:cubicBezTo>
                <a:cubicBezTo>
                  <a:pt x="2472214" y="359429"/>
                  <a:pt x="2471642" y="365716"/>
                  <a:pt x="2472214" y="372002"/>
                </a:cubicBezTo>
                <a:cubicBezTo>
                  <a:pt x="2464880" y="373050"/>
                  <a:pt x="2456974" y="373622"/>
                  <a:pt x="2448592" y="373622"/>
                </a:cubicBezTo>
                <a:cubicBezTo>
                  <a:pt x="2439734" y="373050"/>
                  <a:pt x="2430304" y="372574"/>
                  <a:pt x="2421350" y="372574"/>
                </a:cubicBezTo>
                <a:cubicBezTo>
                  <a:pt x="2419255" y="372574"/>
                  <a:pt x="2416588" y="373145"/>
                  <a:pt x="2414016" y="373145"/>
                </a:cubicBezTo>
                <a:cubicBezTo>
                  <a:pt x="2413445" y="340665"/>
                  <a:pt x="2411921" y="151022"/>
                  <a:pt x="2412968" y="140545"/>
                </a:cubicBezTo>
                <a:cubicBezTo>
                  <a:pt x="2413445" y="131687"/>
                  <a:pt x="2415064" y="122733"/>
                  <a:pt x="2416588" y="114351"/>
                </a:cubicBezTo>
                <a:lnTo>
                  <a:pt x="2424494" y="113780"/>
                </a:lnTo>
                <a:lnTo>
                  <a:pt x="2436495" y="113208"/>
                </a:lnTo>
                <a:cubicBezTo>
                  <a:pt x="2444306" y="113208"/>
                  <a:pt x="2451735" y="113780"/>
                  <a:pt x="2459546" y="113780"/>
                </a:cubicBezTo>
                <a:lnTo>
                  <a:pt x="2470499" y="113780"/>
                </a:lnTo>
                <a:lnTo>
                  <a:pt x="2470499" y="117494"/>
                </a:lnTo>
                <a:cubicBezTo>
                  <a:pt x="2470499" y="123209"/>
                  <a:pt x="2470023" y="130067"/>
                  <a:pt x="2472595" y="135306"/>
                </a:cubicBezTo>
                <a:cubicBezTo>
                  <a:pt x="2480501" y="151594"/>
                  <a:pt x="2499836" y="125400"/>
                  <a:pt x="2506123" y="122733"/>
                </a:cubicBezTo>
                <a:cubicBezTo>
                  <a:pt x="2517172" y="114923"/>
                  <a:pt x="2529745" y="108065"/>
                  <a:pt x="2543366" y="104921"/>
                </a:cubicBezTo>
                <a:cubicBezTo>
                  <a:pt x="2552224" y="103302"/>
                  <a:pt x="2562225" y="105493"/>
                  <a:pt x="2571083" y="105969"/>
                </a:cubicBezTo>
                <a:cubicBezTo>
                  <a:pt x="2581085" y="106541"/>
                  <a:pt x="2589943" y="110160"/>
                  <a:pt x="2599373" y="112256"/>
                </a:cubicBezTo>
                <a:cubicBezTo>
                  <a:pt x="2605183" y="113875"/>
                  <a:pt x="2607278" y="114923"/>
                  <a:pt x="2611470" y="118066"/>
                </a:cubicBezTo>
                <a:cubicBezTo>
                  <a:pt x="2625090" y="127496"/>
                  <a:pt x="2637091" y="140545"/>
                  <a:pt x="2642902" y="157309"/>
                </a:cubicBezTo>
                <a:cubicBezTo>
                  <a:pt x="2646616" y="175597"/>
                  <a:pt x="2652903" y="211316"/>
                  <a:pt x="2652332" y="238557"/>
                </a:cubicBezTo>
                <a:cubicBezTo>
                  <a:pt x="2651855" y="249511"/>
                  <a:pt x="2652903" y="260560"/>
                  <a:pt x="2652332" y="271037"/>
                </a:cubicBezTo>
                <a:cubicBezTo>
                  <a:pt x="2651855" y="277800"/>
                  <a:pt x="2653951" y="286277"/>
                  <a:pt x="2652332" y="294564"/>
                </a:cubicBezTo>
                <a:cubicBezTo>
                  <a:pt x="2652903" y="300374"/>
                  <a:pt x="2652903" y="355334"/>
                  <a:pt x="2648712" y="377813"/>
                </a:cubicBezTo>
                <a:cubicBezTo>
                  <a:pt x="2644521" y="377813"/>
                  <a:pt x="2640330" y="377813"/>
                  <a:pt x="2636139" y="378384"/>
                </a:cubicBezTo>
                <a:lnTo>
                  <a:pt x="2632996" y="378956"/>
                </a:lnTo>
                <a:lnTo>
                  <a:pt x="2630900" y="378956"/>
                </a:lnTo>
                <a:lnTo>
                  <a:pt x="2627186" y="378384"/>
                </a:lnTo>
                <a:cubicBezTo>
                  <a:pt x="2617756" y="376765"/>
                  <a:pt x="2609850" y="376289"/>
                  <a:pt x="2601468" y="376289"/>
                </a:cubicBezTo>
                <a:cubicBezTo>
                  <a:pt x="2597753" y="375717"/>
                  <a:pt x="2594134" y="376289"/>
                  <a:pt x="2589466" y="375717"/>
                </a:cubicBezTo>
                <a:lnTo>
                  <a:pt x="2588895" y="374193"/>
                </a:lnTo>
                <a:close/>
                <a:moveTo>
                  <a:pt x="2481548" y="129972"/>
                </a:moveTo>
                <a:cubicBezTo>
                  <a:pt x="2478405" y="121114"/>
                  <a:pt x="2486216" y="104350"/>
                  <a:pt x="2471642" y="103778"/>
                </a:cubicBezTo>
                <a:lnTo>
                  <a:pt x="2459546" y="103778"/>
                </a:lnTo>
                <a:cubicBezTo>
                  <a:pt x="2451735" y="103778"/>
                  <a:pt x="2444306" y="103207"/>
                  <a:pt x="2436495" y="103207"/>
                </a:cubicBezTo>
                <a:lnTo>
                  <a:pt x="2423922" y="103778"/>
                </a:lnTo>
                <a:cubicBezTo>
                  <a:pt x="2419731" y="104350"/>
                  <a:pt x="2408206" y="102731"/>
                  <a:pt x="2407158" y="108446"/>
                </a:cubicBezTo>
                <a:cubicBezTo>
                  <a:pt x="2405539" y="118447"/>
                  <a:pt x="2404015" y="128924"/>
                  <a:pt x="2402967" y="139402"/>
                </a:cubicBezTo>
                <a:cubicBezTo>
                  <a:pt x="2401919" y="150927"/>
                  <a:pt x="2404015" y="377717"/>
                  <a:pt x="2404015" y="377717"/>
                </a:cubicBezTo>
                <a:cubicBezTo>
                  <a:pt x="2404015" y="381908"/>
                  <a:pt x="2409254" y="382956"/>
                  <a:pt x="2412397" y="382956"/>
                </a:cubicBezTo>
                <a:cubicBezTo>
                  <a:pt x="2415540" y="382956"/>
                  <a:pt x="2418683" y="382385"/>
                  <a:pt x="2421255" y="382385"/>
                </a:cubicBezTo>
                <a:cubicBezTo>
                  <a:pt x="2430113" y="382385"/>
                  <a:pt x="2439543" y="382956"/>
                  <a:pt x="2448497" y="383432"/>
                </a:cubicBezTo>
                <a:cubicBezTo>
                  <a:pt x="2458974" y="383432"/>
                  <a:pt x="2469452" y="382385"/>
                  <a:pt x="2478405" y="381337"/>
                </a:cubicBezTo>
                <a:cubicBezTo>
                  <a:pt x="2481548" y="381337"/>
                  <a:pt x="2483644" y="378194"/>
                  <a:pt x="2482596" y="375050"/>
                </a:cubicBezTo>
                <a:cubicBezTo>
                  <a:pt x="2480977" y="369812"/>
                  <a:pt x="2482024" y="359334"/>
                  <a:pt x="2482596" y="353619"/>
                </a:cubicBezTo>
                <a:cubicBezTo>
                  <a:pt x="2483644" y="333712"/>
                  <a:pt x="2482024" y="316376"/>
                  <a:pt x="2483072" y="299136"/>
                </a:cubicBezTo>
                <a:cubicBezTo>
                  <a:pt x="2484120" y="280753"/>
                  <a:pt x="2477834" y="243034"/>
                  <a:pt x="2481453" y="227889"/>
                </a:cubicBezTo>
                <a:cubicBezTo>
                  <a:pt x="2482501" y="221126"/>
                  <a:pt x="2484596" y="215316"/>
                  <a:pt x="2486120" y="210077"/>
                </a:cubicBezTo>
                <a:lnTo>
                  <a:pt x="2487168" y="204267"/>
                </a:lnTo>
                <a:cubicBezTo>
                  <a:pt x="2489740" y="192742"/>
                  <a:pt x="2494979" y="183884"/>
                  <a:pt x="2501837" y="175978"/>
                </a:cubicBezTo>
                <a:cubicBezTo>
                  <a:pt x="2508599" y="167120"/>
                  <a:pt x="2522220" y="162833"/>
                  <a:pt x="2538984" y="161786"/>
                </a:cubicBezTo>
                <a:cubicBezTo>
                  <a:pt x="2569369" y="159690"/>
                  <a:pt x="2575084" y="182741"/>
                  <a:pt x="2578799" y="206363"/>
                </a:cubicBezTo>
                <a:cubicBezTo>
                  <a:pt x="2578799" y="213125"/>
                  <a:pt x="2579846" y="219983"/>
                  <a:pt x="2580894" y="226746"/>
                </a:cubicBezTo>
                <a:cubicBezTo>
                  <a:pt x="2581942" y="231509"/>
                  <a:pt x="2580418" y="305327"/>
                  <a:pt x="2580418" y="305899"/>
                </a:cubicBezTo>
                <a:cubicBezTo>
                  <a:pt x="2580418" y="330473"/>
                  <a:pt x="2581942" y="347333"/>
                  <a:pt x="2578799" y="374003"/>
                </a:cubicBezTo>
                <a:lnTo>
                  <a:pt x="2579275" y="376574"/>
                </a:lnTo>
                <a:lnTo>
                  <a:pt x="2578799" y="379241"/>
                </a:lnTo>
                <a:cubicBezTo>
                  <a:pt x="2577179" y="388195"/>
                  <a:pt x="2596610" y="385528"/>
                  <a:pt x="2601278" y="386099"/>
                </a:cubicBezTo>
                <a:cubicBezTo>
                  <a:pt x="2608612" y="386099"/>
                  <a:pt x="2616518" y="386671"/>
                  <a:pt x="2625376" y="388195"/>
                </a:cubicBezTo>
                <a:lnTo>
                  <a:pt x="2630043" y="388671"/>
                </a:lnTo>
                <a:lnTo>
                  <a:pt x="2634234" y="388671"/>
                </a:lnTo>
                <a:lnTo>
                  <a:pt x="2637378" y="388195"/>
                </a:lnTo>
                <a:cubicBezTo>
                  <a:pt x="2640997" y="387623"/>
                  <a:pt x="2644712" y="387623"/>
                  <a:pt x="2647855" y="388195"/>
                </a:cubicBezTo>
                <a:cubicBezTo>
                  <a:pt x="2651474" y="388195"/>
                  <a:pt x="2658332" y="389719"/>
                  <a:pt x="2659380" y="384004"/>
                </a:cubicBezTo>
                <a:cubicBezTo>
                  <a:pt x="2662523" y="364668"/>
                  <a:pt x="2662523" y="303803"/>
                  <a:pt x="2661952" y="294469"/>
                </a:cubicBezTo>
                <a:cubicBezTo>
                  <a:pt x="2663571" y="287135"/>
                  <a:pt x="2661476" y="278753"/>
                  <a:pt x="2661952" y="271418"/>
                </a:cubicBezTo>
                <a:cubicBezTo>
                  <a:pt x="2662428" y="260941"/>
                  <a:pt x="2661476" y="249987"/>
                  <a:pt x="2661952" y="238938"/>
                </a:cubicBezTo>
                <a:cubicBezTo>
                  <a:pt x="2662999" y="210173"/>
                  <a:pt x="2656237" y="173501"/>
                  <a:pt x="2652522" y="154070"/>
                </a:cubicBezTo>
                <a:cubicBezTo>
                  <a:pt x="2645759" y="134639"/>
                  <a:pt x="2632043" y="120066"/>
                  <a:pt x="2616899" y="109493"/>
                </a:cubicBezTo>
                <a:cubicBezTo>
                  <a:pt x="2611660" y="106350"/>
                  <a:pt x="2608516" y="104255"/>
                  <a:pt x="2601182" y="102731"/>
                </a:cubicBezTo>
                <a:cubicBezTo>
                  <a:pt x="2591276" y="100064"/>
                  <a:pt x="2581751" y="96444"/>
                  <a:pt x="2571274" y="95873"/>
                </a:cubicBezTo>
                <a:cubicBezTo>
                  <a:pt x="2561368" y="95301"/>
                  <a:pt x="2551366" y="93301"/>
                  <a:pt x="2540889" y="95301"/>
                </a:cubicBezTo>
                <a:cubicBezTo>
                  <a:pt x="2525649" y="98444"/>
                  <a:pt x="2512028" y="105779"/>
                  <a:pt x="2500503" y="114161"/>
                </a:cubicBezTo>
                <a:cubicBezTo>
                  <a:pt x="2492597" y="117875"/>
                  <a:pt x="2488502" y="126162"/>
                  <a:pt x="2481072" y="129877"/>
                </a:cubicBezTo>
                <a:moveTo>
                  <a:pt x="2181987" y="270752"/>
                </a:moveTo>
                <a:cubicBezTo>
                  <a:pt x="2180368" y="271323"/>
                  <a:pt x="2178272" y="271799"/>
                  <a:pt x="2176748" y="272847"/>
                </a:cubicBezTo>
                <a:cubicBezTo>
                  <a:pt x="2174653" y="273895"/>
                  <a:pt x="2173605" y="274943"/>
                  <a:pt x="2170462" y="277038"/>
                </a:cubicBezTo>
                <a:lnTo>
                  <a:pt x="2165795" y="279705"/>
                </a:lnTo>
                <a:cubicBezTo>
                  <a:pt x="2153793" y="290659"/>
                  <a:pt x="2153793" y="309614"/>
                  <a:pt x="2159508" y="324282"/>
                </a:cubicBezTo>
                <a:lnTo>
                  <a:pt x="2161604" y="326949"/>
                </a:lnTo>
                <a:cubicBezTo>
                  <a:pt x="2174177" y="343713"/>
                  <a:pt x="2191988" y="347333"/>
                  <a:pt x="2208752" y="348952"/>
                </a:cubicBezTo>
                <a:cubicBezTo>
                  <a:pt x="2217611" y="350000"/>
                  <a:pt x="2230279" y="342665"/>
                  <a:pt x="2238089" y="338474"/>
                </a:cubicBezTo>
                <a:cubicBezTo>
                  <a:pt x="2242757" y="335807"/>
                  <a:pt x="2247519" y="334283"/>
                  <a:pt x="2251234" y="330569"/>
                </a:cubicBezTo>
                <a:cubicBezTo>
                  <a:pt x="2261711" y="321139"/>
                  <a:pt x="2265426" y="304946"/>
                  <a:pt x="2267998" y="291802"/>
                </a:cubicBezTo>
                <a:cubicBezTo>
                  <a:pt x="2271141" y="281324"/>
                  <a:pt x="2269522" y="269799"/>
                  <a:pt x="2268474" y="259322"/>
                </a:cubicBezTo>
                <a:cubicBezTo>
                  <a:pt x="2267998" y="255607"/>
                  <a:pt x="2266379" y="249416"/>
                  <a:pt x="2261711" y="249416"/>
                </a:cubicBezTo>
                <a:lnTo>
                  <a:pt x="2259044" y="249987"/>
                </a:lnTo>
                <a:lnTo>
                  <a:pt x="2255425" y="250559"/>
                </a:lnTo>
                <a:lnTo>
                  <a:pt x="2243423" y="253130"/>
                </a:lnTo>
                <a:cubicBezTo>
                  <a:pt x="2234565" y="255226"/>
                  <a:pt x="2224564" y="257321"/>
                  <a:pt x="2220849" y="258369"/>
                </a:cubicBezTo>
                <a:lnTo>
                  <a:pt x="2206657" y="262084"/>
                </a:lnTo>
                <a:lnTo>
                  <a:pt x="2196751" y="265227"/>
                </a:lnTo>
                <a:lnTo>
                  <a:pt x="2193131" y="266275"/>
                </a:lnTo>
                <a:cubicBezTo>
                  <a:pt x="2190464" y="267323"/>
                  <a:pt x="2188940" y="268942"/>
                  <a:pt x="2186369" y="269990"/>
                </a:cubicBezTo>
                <a:lnTo>
                  <a:pt x="2182178" y="271037"/>
                </a:lnTo>
                <a:close/>
                <a:moveTo>
                  <a:pt x="2258473" y="260274"/>
                </a:moveTo>
                <a:cubicBezTo>
                  <a:pt x="2259521" y="269704"/>
                  <a:pt x="2261045" y="279610"/>
                  <a:pt x="2258473" y="289611"/>
                </a:cubicBezTo>
                <a:cubicBezTo>
                  <a:pt x="2255806" y="300089"/>
                  <a:pt x="2252758" y="315233"/>
                  <a:pt x="2244281" y="323139"/>
                </a:cubicBezTo>
                <a:cubicBezTo>
                  <a:pt x="2241137" y="326282"/>
                  <a:pt x="2236946" y="327330"/>
                  <a:pt x="2233327" y="329426"/>
                </a:cubicBezTo>
                <a:cubicBezTo>
                  <a:pt x="2227040" y="332569"/>
                  <a:pt x="2221325" y="336284"/>
                  <a:pt x="2214467" y="338379"/>
                </a:cubicBezTo>
                <a:cubicBezTo>
                  <a:pt x="2200275" y="342570"/>
                  <a:pt x="2177796" y="332093"/>
                  <a:pt x="2167795" y="318472"/>
                </a:cubicBezTo>
                <a:cubicBezTo>
                  <a:pt x="2163604" y="307518"/>
                  <a:pt x="2165699" y="293326"/>
                  <a:pt x="2173034" y="287039"/>
                </a:cubicBezTo>
                <a:lnTo>
                  <a:pt x="2175605" y="285420"/>
                </a:lnTo>
                <a:lnTo>
                  <a:pt x="2178749" y="283801"/>
                </a:lnTo>
                <a:lnTo>
                  <a:pt x="2180844" y="281705"/>
                </a:lnTo>
                <a:cubicBezTo>
                  <a:pt x="2181892" y="281134"/>
                  <a:pt x="2183416" y="280658"/>
                  <a:pt x="2184464" y="280086"/>
                </a:cubicBezTo>
                <a:lnTo>
                  <a:pt x="2188655" y="279038"/>
                </a:lnTo>
                <a:cubicBezTo>
                  <a:pt x="2191226" y="277991"/>
                  <a:pt x="2194370" y="277419"/>
                  <a:pt x="2196465" y="275419"/>
                </a:cubicBezTo>
                <a:lnTo>
                  <a:pt x="2199608" y="274371"/>
                </a:lnTo>
                <a:lnTo>
                  <a:pt x="2209038" y="271704"/>
                </a:lnTo>
                <a:lnTo>
                  <a:pt x="2223230" y="267513"/>
                </a:lnTo>
                <a:cubicBezTo>
                  <a:pt x="2226850" y="266465"/>
                  <a:pt x="2236851" y="264370"/>
                  <a:pt x="2245233" y="262846"/>
                </a:cubicBezTo>
                <a:lnTo>
                  <a:pt x="2258378" y="260179"/>
                </a:lnTo>
                <a:close/>
                <a:moveTo>
                  <a:pt x="2101787" y="185408"/>
                </a:moveTo>
                <a:cubicBezTo>
                  <a:pt x="2103406" y="180169"/>
                  <a:pt x="2104930" y="174930"/>
                  <a:pt x="2105978" y="169120"/>
                </a:cubicBezTo>
                <a:cubicBezTo>
                  <a:pt x="2116455" y="152356"/>
                  <a:pt x="2129028" y="137687"/>
                  <a:pt x="2144744" y="127210"/>
                </a:cubicBezTo>
                <a:cubicBezTo>
                  <a:pt x="2146840" y="124543"/>
                  <a:pt x="2148935" y="123495"/>
                  <a:pt x="2151507" y="121400"/>
                </a:cubicBezTo>
                <a:lnTo>
                  <a:pt x="2156746" y="118828"/>
                </a:lnTo>
                <a:cubicBezTo>
                  <a:pt x="2158270" y="118256"/>
                  <a:pt x="2159889" y="117209"/>
                  <a:pt x="2161413" y="116161"/>
                </a:cubicBezTo>
                <a:cubicBezTo>
                  <a:pt x="2168747" y="114065"/>
                  <a:pt x="2176082" y="110922"/>
                  <a:pt x="2183416" y="109303"/>
                </a:cubicBezTo>
                <a:lnTo>
                  <a:pt x="2201228" y="106731"/>
                </a:lnTo>
                <a:lnTo>
                  <a:pt x="2203799" y="105683"/>
                </a:lnTo>
                <a:lnTo>
                  <a:pt x="2206371" y="104636"/>
                </a:lnTo>
                <a:cubicBezTo>
                  <a:pt x="2214753" y="103588"/>
                  <a:pt x="2224183" y="103588"/>
                  <a:pt x="2232089" y="103588"/>
                </a:cubicBezTo>
                <a:cubicBezTo>
                  <a:pt x="2237804" y="103588"/>
                  <a:pt x="2243042" y="104636"/>
                  <a:pt x="2247805" y="105207"/>
                </a:cubicBezTo>
                <a:cubicBezTo>
                  <a:pt x="2257711" y="105779"/>
                  <a:pt x="2268284" y="105207"/>
                  <a:pt x="2278190" y="108350"/>
                </a:cubicBezTo>
                <a:cubicBezTo>
                  <a:pt x="2291810" y="112065"/>
                  <a:pt x="2303336" y="121971"/>
                  <a:pt x="2314289" y="131401"/>
                </a:cubicBezTo>
                <a:cubicBezTo>
                  <a:pt x="2318004" y="136068"/>
                  <a:pt x="2322671" y="141307"/>
                  <a:pt x="2324195" y="148165"/>
                </a:cubicBezTo>
                <a:cubicBezTo>
                  <a:pt x="2328386" y="163405"/>
                  <a:pt x="2327910" y="180169"/>
                  <a:pt x="2328386" y="195885"/>
                </a:cubicBezTo>
                <a:cubicBezTo>
                  <a:pt x="2328386" y="201600"/>
                  <a:pt x="2327910" y="207410"/>
                  <a:pt x="2327339" y="213125"/>
                </a:cubicBezTo>
                <a:cubicBezTo>
                  <a:pt x="2327339" y="218936"/>
                  <a:pt x="2328386" y="280181"/>
                  <a:pt x="2327910" y="294850"/>
                </a:cubicBezTo>
                <a:cubicBezTo>
                  <a:pt x="2327910" y="296945"/>
                  <a:pt x="2328958" y="322091"/>
                  <a:pt x="2331053" y="333617"/>
                </a:cubicBezTo>
                <a:cubicBezTo>
                  <a:pt x="2333625" y="345142"/>
                  <a:pt x="2336292" y="356096"/>
                  <a:pt x="2337816" y="365049"/>
                </a:cubicBezTo>
                <a:cubicBezTo>
                  <a:pt x="2337816" y="367145"/>
                  <a:pt x="2338292" y="368669"/>
                  <a:pt x="2339340" y="372383"/>
                </a:cubicBezTo>
                <a:cubicBezTo>
                  <a:pt x="2325148" y="375050"/>
                  <a:pt x="2311051" y="379718"/>
                  <a:pt x="2296382" y="378670"/>
                </a:cubicBezTo>
                <a:lnTo>
                  <a:pt x="2287524" y="377051"/>
                </a:lnTo>
                <a:cubicBezTo>
                  <a:pt x="2284381" y="377051"/>
                  <a:pt x="2281238" y="377622"/>
                  <a:pt x="2278666" y="377622"/>
                </a:cubicBezTo>
                <a:cubicBezTo>
                  <a:pt x="2277047" y="370288"/>
                  <a:pt x="2276570" y="357715"/>
                  <a:pt x="2266664" y="357715"/>
                </a:cubicBezTo>
                <a:cubicBezTo>
                  <a:pt x="2263521" y="357715"/>
                  <a:pt x="2260854" y="359810"/>
                  <a:pt x="2258759" y="360858"/>
                </a:cubicBezTo>
                <a:lnTo>
                  <a:pt x="2255615" y="362954"/>
                </a:lnTo>
                <a:cubicBezTo>
                  <a:pt x="2254568" y="363525"/>
                  <a:pt x="2251996" y="365049"/>
                  <a:pt x="2250377" y="366668"/>
                </a:cubicBezTo>
                <a:lnTo>
                  <a:pt x="2245614" y="369812"/>
                </a:lnTo>
                <a:cubicBezTo>
                  <a:pt x="2237804" y="374003"/>
                  <a:pt x="2231422" y="377146"/>
                  <a:pt x="2223611" y="379241"/>
                </a:cubicBezTo>
                <a:cubicBezTo>
                  <a:pt x="2212658" y="381813"/>
                  <a:pt x="2203133" y="383432"/>
                  <a:pt x="2191703" y="383909"/>
                </a:cubicBezTo>
                <a:lnTo>
                  <a:pt x="2174367" y="385528"/>
                </a:lnTo>
                <a:cubicBezTo>
                  <a:pt x="2155508" y="387147"/>
                  <a:pt x="2142458" y="380861"/>
                  <a:pt x="2125123" y="374003"/>
                </a:cubicBezTo>
                <a:lnTo>
                  <a:pt x="2122551" y="371907"/>
                </a:lnTo>
                <a:lnTo>
                  <a:pt x="2116741" y="368288"/>
                </a:lnTo>
                <a:lnTo>
                  <a:pt x="2109407" y="363049"/>
                </a:lnTo>
                <a:lnTo>
                  <a:pt x="2107311" y="359906"/>
                </a:lnTo>
                <a:lnTo>
                  <a:pt x="2104168" y="354667"/>
                </a:lnTo>
                <a:cubicBezTo>
                  <a:pt x="2099977" y="347809"/>
                  <a:pt x="2102072" y="351524"/>
                  <a:pt x="2098929" y="346285"/>
                </a:cubicBezTo>
                <a:cubicBezTo>
                  <a:pt x="2094738" y="341046"/>
                  <a:pt x="2093214" y="328473"/>
                  <a:pt x="2090547" y="321710"/>
                </a:cubicBezTo>
                <a:cubicBezTo>
                  <a:pt x="2088452" y="314948"/>
                  <a:pt x="2088452" y="307518"/>
                  <a:pt x="2090547" y="298184"/>
                </a:cubicBezTo>
                <a:cubicBezTo>
                  <a:pt x="2091118" y="293993"/>
                  <a:pt x="2091595" y="289802"/>
                  <a:pt x="2092643" y="286658"/>
                </a:cubicBezTo>
                <a:lnTo>
                  <a:pt x="2093690" y="282944"/>
                </a:lnTo>
                <a:lnTo>
                  <a:pt x="2096357" y="276657"/>
                </a:lnTo>
                <a:cubicBezTo>
                  <a:pt x="2105787" y="253035"/>
                  <a:pt x="2130362" y="236271"/>
                  <a:pt x="2155031" y="233128"/>
                </a:cubicBezTo>
                <a:lnTo>
                  <a:pt x="2177606" y="231032"/>
                </a:lnTo>
                <a:cubicBezTo>
                  <a:pt x="2178082" y="231032"/>
                  <a:pt x="2180177" y="231032"/>
                  <a:pt x="2182273" y="230461"/>
                </a:cubicBezTo>
                <a:lnTo>
                  <a:pt x="2190655" y="229889"/>
                </a:lnTo>
                <a:lnTo>
                  <a:pt x="2202656" y="229318"/>
                </a:lnTo>
                <a:cubicBezTo>
                  <a:pt x="2206276" y="229318"/>
                  <a:pt x="2215801" y="228270"/>
                  <a:pt x="2225231" y="227222"/>
                </a:cubicBezTo>
                <a:cubicBezTo>
                  <a:pt x="2234089" y="226175"/>
                  <a:pt x="2260283" y="219888"/>
                  <a:pt x="2265617" y="210458"/>
                </a:cubicBezTo>
                <a:lnTo>
                  <a:pt x="2267712" y="205696"/>
                </a:lnTo>
                <a:lnTo>
                  <a:pt x="2268760" y="202553"/>
                </a:lnTo>
                <a:cubicBezTo>
                  <a:pt x="2269331" y="200933"/>
                  <a:pt x="2269808" y="198933"/>
                  <a:pt x="2269331" y="197314"/>
                </a:cubicBezTo>
                <a:cubicBezTo>
                  <a:pt x="2267236" y="182645"/>
                  <a:pt x="2268284" y="163214"/>
                  <a:pt x="2253044" y="153308"/>
                </a:cubicBezTo>
                <a:cubicBezTo>
                  <a:pt x="2245233" y="148070"/>
                  <a:pt x="2233613" y="146546"/>
                  <a:pt x="2225802" y="146546"/>
                </a:cubicBezTo>
                <a:cubicBezTo>
                  <a:pt x="2219039" y="145974"/>
                  <a:pt x="2212181" y="147593"/>
                  <a:pt x="2206943" y="148641"/>
                </a:cubicBezTo>
                <a:cubicBezTo>
                  <a:pt x="2199608" y="150260"/>
                  <a:pt x="2187035" y="154451"/>
                  <a:pt x="2180749" y="159690"/>
                </a:cubicBezTo>
                <a:cubicBezTo>
                  <a:pt x="2178653" y="161786"/>
                  <a:pt x="2176082" y="164929"/>
                  <a:pt x="2175034" y="167024"/>
                </a:cubicBezTo>
                <a:lnTo>
                  <a:pt x="2171319" y="173311"/>
                </a:lnTo>
                <a:cubicBezTo>
                  <a:pt x="2168747" y="178550"/>
                  <a:pt x="2166652" y="182169"/>
                  <a:pt x="2164556" y="186932"/>
                </a:cubicBezTo>
                <a:lnTo>
                  <a:pt x="2161413" y="186932"/>
                </a:lnTo>
                <a:cubicBezTo>
                  <a:pt x="2158270" y="186932"/>
                  <a:pt x="2155127" y="185884"/>
                  <a:pt x="2151507" y="185884"/>
                </a:cubicBezTo>
                <a:cubicBezTo>
                  <a:pt x="2147888" y="185312"/>
                  <a:pt x="2135791" y="185312"/>
                  <a:pt x="2123789" y="184836"/>
                </a:cubicBezTo>
                <a:lnTo>
                  <a:pt x="2108073" y="184836"/>
                </a:lnTo>
                <a:lnTo>
                  <a:pt x="2101787" y="185408"/>
                </a:lnTo>
                <a:close/>
                <a:moveTo>
                  <a:pt x="2255806" y="374479"/>
                </a:moveTo>
                <a:lnTo>
                  <a:pt x="2261045" y="371336"/>
                </a:lnTo>
                <a:lnTo>
                  <a:pt x="2264188" y="369716"/>
                </a:lnTo>
                <a:lnTo>
                  <a:pt x="2266283" y="368192"/>
                </a:lnTo>
                <a:cubicBezTo>
                  <a:pt x="2267331" y="371336"/>
                  <a:pt x="2267903" y="374479"/>
                  <a:pt x="2268379" y="377622"/>
                </a:cubicBezTo>
                <a:cubicBezTo>
                  <a:pt x="2270951" y="391814"/>
                  <a:pt x="2274094" y="387052"/>
                  <a:pt x="2287238" y="387623"/>
                </a:cubicBezTo>
                <a:lnTo>
                  <a:pt x="2295620" y="389147"/>
                </a:lnTo>
                <a:cubicBezTo>
                  <a:pt x="2312956" y="389719"/>
                  <a:pt x="2329148" y="383909"/>
                  <a:pt x="2346484" y="381337"/>
                </a:cubicBezTo>
                <a:cubicBezTo>
                  <a:pt x="2351723" y="380765"/>
                  <a:pt x="2350675" y="375527"/>
                  <a:pt x="2349627" y="372383"/>
                </a:cubicBezTo>
                <a:lnTo>
                  <a:pt x="2348579" y="368192"/>
                </a:lnTo>
                <a:cubicBezTo>
                  <a:pt x="2348103" y="366573"/>
                  <a:pt x="2348103" y="365525"/>
                  <a:pt x="2348103" y="364001"/>
                </a:cubicBezTo>
                <a:cubicBezTo>
                  <a:pt x="2346579" y="355143"/>
                  <a:pt x="2343912" y="343046"/>
                  <a:pt x="2341340" y="331521"/>
                </a:cubicBezTo>
                <a:cubicBezTo>
                  <a:pt x="2339245" y="321044"/>
                  <a:pt x="2338197" y="298565"/>
                  <a:pt x="2338197" y="293802"/>
                </a:cubicBezTo>
                <a:cubicBezTo>
                  <a:pt x="2338673" y="280181"/>
                  <a:pt x="2337626" y="219412"/>
                  <a:pt x="2337626" y="213602"/>
                </a:cubicBezTo>
                <a:cubicBezTo>
                  <a:pt x="2338197" y="207887"/>
                  <a:pt x="2338673" y="201600"/>
                  <a:pt x="2338673" y="195790"/>
                </a:cubicBezTo>
                <a:cubicBezTo>
                  <a:pt x="2338197" y="179026"/>
                  <a:pt x="2338673" y="161214"/>
                  <a:pt x="2334482" y="145498"/>
                </a:cubicBezTo>
                <a:cubicBezTo>
                  <a:pt x="2332387" y="137116"/>
                  <a:pt x="2327148" y="130829"/>
                  <a:pt x="2321338" y="123971"/>
                </a:cubicBezTo>
                <a:cubicBezTo>
                  <a:pt x="2309336" y="113494"/>
                  <a:pt x="2296763" y="103016"/>
                  <a:pt x="2281047" y="98349"/>
                </a:cubicBezTo>
                <a:cubicBezTo>
                  <a:pt x="2270570" y="95206"/>
                  <a:pt x="2259521" y="95682"/>
                  <a:pt x="2249043" y="95206"/>
                </a:cubicBezTo>
                <a:cubicBezTo>
                  <a:pt x="2243804" y="94730"/>
                  <a:pt x="2238089" y="93682"/>
                  <a:pt x="2232279" y="93682"/>
                </a:cubicBezTo>
                <a:cubicBezTo>
                  <a:pt x="2223897" y="93682"/>
                  <a:pt x="2213420" y="93682"/>
                  <a:pt x="2202942" y="95206"/>
                </a:cubicBezTo>
                <a:lnTo>
                  <a:pt x="2198751" y="96825"/>
                </a:lnTo>
                <a:lnTo>
                  <a:pt x="2180939" y="99492"/>
                </a:lnTo>
                <a:cubicBezTo>
                  <a:pt x="2173605" y="101588"/>
                  <a:pt x="2165699" y="104731"/>
                  <a:pt x="2156270" y="107398"/>
                </a:cubicBezTo>
                <a:cubicBezTo>
                  <a:pt x="2154746" y="108446"/>
                  <a:pt x="2153698" y="109493"/>
                  <a:pt x="2152079" y="109970"/>
                </a:cubicBezTo>
                <a:lnTo>
                  <a:pt x="2146840" y="113113"/>
                </a:lnTo>
                <a:cubicBezTo>
                  <a:pt x="2143125" y="114732"/>
                  <a:pt x="2140553" y="116828"/>
                  <a:pt x="2137410" y="120447"/>
                </a:cubicBezTo>
                <a:cubicBezTo>
                  <a:pt x="2121122" y="130925"/>
                  <a:pt x="2108073" y="147212"/>
                  <a:pt x="2096548" y="166548"/>
                </a:cubicBezTo>
                <a:cubicBezTo>
                  <a:pt x="2094929" y="173882"/>
                  <a:pt x="2092357" y="181217"/>
                  <a:pt x="2090261" y="187979"/>
                </a:cubicBezTo>
                <a:cubicBezTo>
                  <a:pt x="2088642" y="192742"/>
                  <a:pt x="2092833" y="194266"/>
                  <a:pt x="2095976" y="194837"/>
                </a:cubicBezTo>
                <a:lnTo>
                  <a:pt x="2099120" y="195409"/>
                </a:lnTo>
                <a:cubicBezTo>
                  <a:pt x="2103311" y="194837"/>
                  <a:pt x="2102739" y="194837"/>
                  <a:pt x="2103311" y="195409"/>
                </a:cubicBezTo>
                <a:lnTo>
                  <a:pt x="2123789" y="195409"/>
                </a:lnTo>
                <a:cubicBezTo>
                  <a:pt x="2135315" y="195409"/>
                  <a:pt x="2147316" y="195980"/>
                  <a:pt x="2151031" y="195980"/>
                </a:cubicBezTo>
                <a:cubicBezTo>
                  <a:pt x="2175701" y="198076"/>
                  <a:pt x="2167795" y="200171"/>
                  <a:pt x="2180368" y="178645"/>
                </a:cubicBezTo>
                <a:lnTo>
                  <a:pt x="2184083" y="172358"/>
                </a:lnTo>
                <a:cubicBezTo>
                  <a:pt x="2185130" y="170263"/>
                  <a:pt x="2186178" y="168167"/>
                  <a:pt x="2187702" y="167120"/>
                </a:cubicBezTo>
                <a:cubicBezTo>
                  <a:pt x="2191893" y="163405"/>
                  <a:pt x="2201894" y="160357"/>
                  <a:pt x="2209229" y="158261"/>
                </a:cubicBezTo>
                <a:cubicBezTo>
                  <a:pt x="2214467" y="157690"/>
                  <a:pt x="2220182" y="156642"/>
                  <a:pt x="2225993" y="156642"/>
                </a:cubicBezTo>
                <a:cubicBezTo>
                  <a:pt x="2233327" y="156642"/>
                  <a:pt x="2242757" y="158261"/>
                  <a:pt x="2247519" y="161881"/>
                </a:cubicBezTo>
                <a:cubicBezTo>
                  <a:pt x="2259044" y="169215"/>
                  <a:pt x="2257997" y="188646"/>
                  <a:pt x="2259521" y="199124"/>
                </a:cubicBezTo>
                <a:lnTo>
                  <a:pt x="2258473" y="202267"/>
                </a:lnTo>
                <a:lnTo>
                  <a:pt x="2254282" y="207506"/>
                </a:lnTo>
                <a:cubicBezTo>
                  <a:pt x="2235422" y="217983"/>
                  <a:pt x="2222849" y="216935"/>
                  <a:pt x="2201894" y="219507"/>
                </a:cubicBezTo>
                <a:lnTo>
                  <a:pt x="2190369" y="220079"/>
                </a:lnTo>
                <a:lnTo>
                  <a:pt x="2181511" y="220650"/>
                </a:lnTo>
                <a:lnTo>
                  <a:pt x="2176272" y="221222"/>
                </a:lnTo>
                <a:lnTo>
                  <a:pt x="2154269" y="223317"/>
                </a:lnTo>
                <a:cubicBezTo>
                  <a:pt x="2125980" y="226937"/>
                  <a:pt x="2098262" y="245796"/>
                  <a:pt x="2087213" y="272561"/>
                </a:cubicBezTo>
                <a:lnTo>
                  <a:pt x="2084642" y="279324"/>
                </a:lnTo>
                <a:cubicBezTo>
                  <a:pt x="2084070" y="280943"/>
                  <a:pt x="2083594" y="282467"/>
                  <a:pt x="2083022" y="284087"/>
                </a:cubicBezTo>
                <a:cubicBezTo>
                  <a:pt x="2081975" y="287230"/>
                  <a:pt x="2081498" y="291421"/>
                  <a:pt x="2080927" y="296088"/>
                </a:cubicBezTo>
                <a:cubicBezTo>
                  <a:pt x="2078355" y="307042"/>
                  <a:pt x="2078831" y="316472"/>
                  <a:pt x="2081498" y="324949"/>
                </a:cubicBezTo>
                <a:cubicBezTo>
                  <a:pt x="2084642" y="333807"/>
                  <a:pt x="2085689" y="345332"/>
                  <a:pt x="2091976" y="353238"/>
                </a:cubicBezTo>
                <a:cubicBezTo>
                  <a:pt x="2095119" y="358953"/>
                  <a:pt x="2091976" y="353238"/>
                  <a:pt x="2095691" y="360001"/>
                </a:cubicBezTo>
                <a:lnTo>
                  <a:pt x="2098834" y="365240"/>
                </a:lnTo>
                <a:lnTo>
                  <a:pt x="2101501" y="369431"/>
                </a:lnTo>
                <a:cubicBezTo>
                  <a:pt x="2101977" y="370002"/>
                  <a:pt x="2102549" y="370478"/>
                  <a:pt x="2105692" y="372574"/>
                </a:cubicBezTo>
                <a:lnTo>
                  <a:pt x="2111407" y="376765"/>
                </a:lnTo>
                <a:lnTo>
                  <a:pt x="2117122" y="380480"/>
                </a:lnTo>
                <a:lnTo>
                  <a:pt x="2121313" y="383051"/>
                </a:lnTo>
                <a:cubicBezTo>
                  <a:pt x="2140744" y="390957"/>
                  <a:pt x="2153793" y="397244"/>
                  <a:pt x="2175796" y="395624"/>
                </a:cubicBezTo>
                <a:lnTo>
                  <a:pt x="2192560" y="394100"/>
                </a:lnTo>
                <a:cubicBezTo>
                  <a:pt x="2204561" y="393529"/>
                  <a:pt x="2215134" y="391433"/>
                  <a:pt x="2226659" y="388862"/>
                </a:cubicBezTo>
                <a:cubicBezTo>
                  <a:pt x="2235518" y="386766"/>
                  <a:pt x="2242852" y="383147"/>
                  <a:pt x="2251805" y="378384"/>
                </a:cubicBezTo>
                <a:lnTo>
                  <a:pt x="2254377" y="375717"/>
                </a:lnTo>
                <a:lnTo>
                  <a:pt x="2255901" y="374669"/>
                </a:lnTo>
                <a:close/>
                <a:moveTo>
                  <a:pt x="1914811" y="304756"/>
                </a:moveTo>
                <a:cubicBezTo>
                  <a:pt x="1916335" y="304184"/>
                  <a:pt x="1917954" y="303708"/>
                  <a:pt x="1919002" y="302184"/>
                </a:cubicBezTo>
                <a:cubicBezTo>
                  <a:pt x="1921669" y="300089"/>
                  <a:pt x="1924241" y="297993"/>
                  <a:pt x="1926336" y="295898"/>
                </a:cubicBezTo>
                <a:cubicBezTo>
                  <a:pt x="1934147" y="288087"/>
                  <a:pt x="1941576" y="281229"/>
                  <a:pt x="1947291" y="271323"/>
                </a:cubicBezTo>
                <a:cubicBezTo>
                  <a:pt x="1959293" y="258750"/>
                  <a:pt x="1964627" y="239319"/>
                  <a:pt x="1967198" y="222650"/>
                </a:cubicBezTo>
                <a:cubicBezTo>
                  <a:pt x="1970818" y="213697"/>
                  <a:pt x="1970818" y="204839"/>
                  <a:pt x="1970818" y="195885"/>
                </a:cubicBezTo>
                <a:cubicBezTo>
                  <a:pt x="1970818" y="185979"/>
                  <a:pt x="1968246" y="173406"/>
                  <a:pt x="1967198" y="162833"/>
                </a:cubicBezTo>
                <a:lnTo>
                  <a:pt x="1966627" y="155499"/>
                </a:lnTo>
                <a:cubicBezTo>
                  <a:pt x="1966627" y="154451"/>
                  <a:pt x="1966627" y="153404"/>
                  <a:pt x="1966151" y="153404"/>
                </a:cubicBezTo>
                <a:cubicBezTo>
                  <a:pt x="1958816" y="133020"/>
                  <a:pt x="1956149" y="108827"/>
                  <a:pt x="1940433" y="92634"/>
                </a:cubicBezTo>
                <a:cubicBezTo>
                  <a:pt x="1936814" y="87872"/>
                  <a:pt x="1917859" y="75299"/>
                  <a:pt x="1912144" y="73203"/>
                </a:cubicBezTo>
                <a:cubicBezTo>
                  <a:pt x="1907953" y="71584"/>
                  <a:pt x="1901190" y="70060"/>
                  <a:pt x="1896904" y="70536"/>
                </a:cubicBezTo>
                <a:cubicBezTo>
                  <a:pt x="1894808" y="70536"/>
                  <a:pt x="1889570" y="69965"/>
                  <a:pt x="1887474" y="69488"/>
                </a:cubicBezTo>
                <a:cubicBezTo>
                  <a:pt x="1865471" y="65869"/>
                  <a:pt x="1842421" y="68917"/>
                  <a:pt x="1819847" y="68441"/>
                </a:cubicBezTo>
                <a:lnTo>
                  <a:pt x="1801463" y="67869"/>
                </a:lnTo>
                <a:cubicBezTo>
                  <a:pt x="1797272" y="67298"/>
                  <a:pt x="1794701" y="70441"/>
                  <a:pt x="1794129" y="76251"/>
                </a:cubicBezTo>
                <a:cubicBezTo>
                  <a:pt x="1794701" y="90443"/>
                  <a:pt x="1795177" y="105112"/>
                  <a:pt x="1795177" y="119209"/>
                </a:cubicBezTo>
                <a:cubicBezTo>
                  <a:pt x="1795748" y="125972"/>
                  <a:pt x="1794701" y="269513"/>
                  <a:pt x="1794701" y="273704"/>
                </a:cubicBezTo>
                <a:cubicBezTo>
                  <a:pt x="1795177" y="282563"/>
                  <a:pt x="1789462" y="312471"/>
                  <a:pt x="1803559" y="312947"/>
                </a:cubicBezTo>
                <a:lnTo>
                  <a:pt x="1816132" y="312947"/>
                </a:lnTo>
                <a:cubicBezTo>
                  <a:pt x="1817751" y="312947"/>
                  <a:pt x="1819847" y="312947"/>
                  <a:pt x="1822418" y="312376"/>
                </a:cubicBezTo>
                <a:cubicBezTo>
                  <a:pt x="1834420" y="311804"/>
                  <a:pt x="1890522" y="312947"/>
                  <a:pt x="1901000" y="309233"/>
                </a:cubicBezTo>
                <a:cubicBezTo>
                  <a:pt x="1905667" y="308185"/>
                  <a:pt x="1909858" y="306089"/>
                  <a:pt x="1914620" y="304470"/>
                </a:cubicBezTo>
                <a:moveTo>
                  <a:pt x="1805654" y="302851"/>
                </a:moveTo>
                <a:cubicBezTo>
                  <a:pt x="1802511" y="293421"/>
                  <a:pt x="1805083" y="282944"/>
                  <a:pt x="1804607" y="273514"/>
                </a:cubicBezTo>
                <a:cubicBezTo>
                  <a:pt x="1804607" y="269323"/>
                  <a:pt x="1805654" y="129496"/>
                  <a:pt x="1805083" y="119018"/>
                </a:cubicBezTo>
                <a:cubicBezTo>
                  <a:pt x="1805083" y="114256"/>
                  <a:pt x="1805083" y="88634"/>
                  <a:pt x="1804607" y="81776"/>
                </a:cubicBezTo>
                <a:lnTo>
                  <a:pt x="1804607" y="77585"/>
                </a:lnTo>
                <a:lnTo>
                  <a:pt x="1819847" y="78156"/>
                </a:lnTo>
                <a:cubicBezTo>
                  <a:pt x="1841278" y="78728"/>
                  <a:pt x="1864328" y="75489"/>
                  <a:pt x="1885855" y="79204"/>
                </a:cubicBezTo>
                <a:cubicBezTo>
                  <a:pt x="1888998" y="79775"/>
                  <a:pt x="1896332" y="80252"/>
                  <a:pt x="1897856" y="80252"/>
                </a:cubicBezTo>
                <a:cubicBezTo>
                  <a:pt x="1899952" y="79680"/>
                  <a:pt x="1906714" y="81776"/>
                  <a:pt x="1908810" y="82347"/>
                </a:cubicBezTo>
                <a:cubicBezTo>
                  <a:pt x="1912525" y="83966"/>
                  <a:pt x="1930337" y="95968"/>
                  <a:pt x="1932908" y="98635"/>
                </a:cubicBezTo>
                <a:cubicBezTo>
                  <a:pt x="1946529" y="113875"/>
                  <a:pt x="1949672" y="137878"/>
                  <a:pt x="1956530" y="158357"/>
                </a:cubicBezTo>
                <a:lnTo>
                  <a:pt x="1957007" y="163595"/>
                </a:lnTo>
                <a:cubicBezTo>
                  <a:pt x="1958054" y="173025"/>
                  <a:pt x="1960721" y="186646"/>
                  <a:pt x="1960721" y="195599"/>
                </a:cubicBezTo>
                <a:cubicBezTo>
                  <a:pt x="1960721" y="204553"/>
                  <a:pt x="1960150" y="212363"/>
                  <a:pt x="1957007" y="220174"/>
                </a:cubicBezTo>
                <a:cubicBezTo>
                  <a:pt x="1954435" y="236938"/>
                  <a:pt x="1949672" y="254178"/>
                  <a:pt x="1938718" y="265227"/>
                </a:cubicBezTo>
                <a:cubicBezTo>
                  <a:pt x="1933480" y="274657"/>
                  <a:pt x="1926717" y="280943"/>
                  <a:pt x="1919288" y="288278"/>
                </a:cubicBezTo>
                <a:cubicBezTo>
                  <a:pt x="1916621" y="290373"/>
                  <a:pt x="1914049" y="292945"/>
                  <a:pt x="1911477" y="295040"/>
                </a:cubicBezTo>
                <a:cubicBezTo>
                  <a:pt x="1910429" y="295612"/>
                  <a:pt x="1909858" y="295612"/>
                  <a:pt x="1908810" y="296088"/>
                </a:cubicBezTo>
                <a:cubicBezTo>
                  <a:pt x="1904619" y="297707"/>
                  <a:pt x="1897856" y="299803"/>
                  <a:pt x="1897856" y="299803"/>
                </a:cubicBezTo>
                <a:cubicBezTo>
                  <a:pt x="1890046" y="302470"/>
                  <a:pt x="1831277" y="301898"/>
                  <a:pt x="1820323" y="302946"/>
                </a:cubicBezTo>
                <a:cubicBezTo>
                  <a:pt x="1815656" y="303994"/>
                  <a:pt x="1809845" y="302470"/>
                  <a:pt x="1805654" y="302946"/>
                </a:cubicBezTo>
                <a:moveTo>
                  <a:pt x="1728788" y="15672"/>
                </a:moveTo>
                <a:lnTo>
                  <a:pt x="1734503" y="15672"/>
                </a:lnTo>
                <a:lnTo>
                  <a:pt x="1737074" y="15101"/>
                </a:lnTo>
                <a:lnTo>
                  <a:pt x="1740789" y="14529"/>
                </a:lnTo>
                <a:cubicBezTo>
                  <a:pt x="1742885" y="13958"/>
                  <a:pt x="1744980" y="13481"/>
                  <a:pt x="1747076" y="13481"/>
                </a:cubicBezTo>
                <a:cubicBezTo>
                  <a:pt x="1752886" y="12910"/>
                  <a:pt x="1758125" y="11862"/>
                  <a:pt x="1763363" y="11862"/>
                </a:cubicBezTo>
                <a:cubicBezTo>
                  <a:pt x="1768126" y="12434"/>
                  <a:pt x="1772317" y="13481"/>
                  <a:pt x="1776984" y="13481"/>
                </a:cubicBezTo>
                <a:lnTo>
                  <a:pt x="1780127" y="13481"/>
                </a:lnTo>
                <a:lnTo>
                  <a:pt x="1870234" y="17101"/>
                </a:lnTo>
                <a:cubicBezTo>
                  <a:pt x="1879664" y="17101"/>
                  <a:pt x="1890141" y="16529"/>
                  <a:pt x="1899571" y="17101"/>
                </a:cubicBezTo>
                <a:cubicBezTo>
                  <a:pt x="1902238" y="17101"/>
                  <a:pt x="1905286" y="16529"/>
                  <a:pt x="1907953" y="16529"/>
                </a:cubicBezTo>
                <a:cubicBezTo>
                  <a:pt x="1913192" y="16529"/>
                  <a:pt x="1918430" y="18625"/>
                  <a:pt x="1923669" y="19673"/>
                </a:cubicBezTo>
                <a:cubicBezTo>
                  <a:pt x="1931003" y="20720"/>
                  <a:pt x="1936814" y="22340"/>
                  <a:pt x="1942052" y="24435"/>
                </a:cubicBezTo>
                <a:cubicBezTo>
                  <a:pt x="1945672" y="25483"/>
                  <a:pt x="1948815" y="27102"/>
                  <a:pt x="1952530" y="28150"/>
                </a:cubicBezTo>
                <a:lnTo>
                  <a:pt x="1956149" y="31293"/>
                </a:lnTo>
                <a:cubicBezTo>
                  <a:pt x="1969770" y="36532"/>
                  <a:pt x="1981295" y="43295"/>
                  <a:pt x="1990725" y="52248"/>
                </a:cubicBezTo>
                <a:cubicBezTo>
                  <a:pt x="1991773" y="53296"/>
                  <a:pt x="1992821" y="53867"/>
                  <a:pt x="1993868" y="54344"/>
                </a:cubicBezTo>
                <a:cubicBezTo>
                  <a:pt x="1995392" y="57487"/>
                  <a:pt x="1998059" y="60059"/>
                  <a:pt x="2000155" y="62154"/>
                </a:cubicBezTo>
                <a:lnTo>
                  <a:pt x="2003870" y="66917"/>
                </a:lnTo>
                <a:cubicBezTo>
                  <a:pt x="2004917" y="68536"/>
                  <a:pt x="2005965" y="69488"/>
                  <a:pt x="2007013" y="71108"/>
                </a:cubicBezTo>
                <a:lnTo>
                  <a:pt x="2009585" y="74822"/>
                </a:lnTo>
                <a:cubicBezTo>
                  <a:pt x="2012156" y="80633"/>
                  <a:pt x="2016347" y="85300"/>
                  <a:pt x="2018443" y="91586"/>
                </a:cubicBezTo>
                <a:cubicBezTo>
                  <a:pt x="2022634" y="101016"/>
                  <a:pt x="2032635" y="124543"/>
                  <a:pt x="2033111" y="135020"/>
                </a:cubicBezTo>
                <a:lnTo>
                  <a:pt x="2034159" y="141307"/>
                </a:lnTo>
                <a:lnTo>
                  <a:pt x="2034635" y="144450"/>
                </a:lnTo>
                <a:cubicBezTo>
                  <a:pt x="2036159" y="161690"/>
                  <a:pt x="2037207" y="175883"/>
                  <a:pt x="2037779" y="189503"/>
                </a:cubicBezTo>
                <a:cubicBezTo>
                  <a:pt x="2037779" y="197409"/>
                  <a:pt x="2036159" y="204743"/>
                  <a:pt x="2038255" y="212554"/>
                </a:cubicBezTo>
                <a:cubicBezTo>
                  <a:pt x="2035683" y="235033"/>
                  <a:pt x="2033016" y="268085"/>
                  <a:pt x="2021491" y="289516"/>
                </a:cubicBezTo>
                <a:lnTo>
                  <a:pt x="2021491" y="294755"/>
                </a:lnTo>
                <a:cubicBezTo>
                  <a:pt x="2016824" y="304661"/>
                  <a:pt x="2009966" y="313138"/>
                  <a:pt x="2003679" y="321996"/>
                </a:cubicBezTo>
                <a:cubicBezTo>
                  <a:pt x="1991106" y="336188"/>
                  <a:pt x="1975390" y="349238"/>
                  <a:pt x="1958054" y="357048"/>
                </a:cubicBezTo>
                <a:cubicBezTo>
                  <a:pt x="1943862" y="363906"/>
                  <a:pt x="1930241" y="369621"/>
                  <a:pt x="1914525" y="371240"/>
                </a:cubicBezTo>
                <a:cubicBezTo>
                  <a:pt x="1907762" y="370669"/>
                  <a:pt x="1892999" y="371240"/>
                  <a:pt x="1879949" y="371812"/>
                </a:cubicBezTo>
                <a:cubicBezTo>
                  <a:pt x="1865281" y="372860"/>
                  <a:pt x="1809750" y="370193"/>
                  <a:pt x="1805559" y="370193"/>
                </a:cubicBezTo>
                <a:cubicBezTo>
                  <a:pt x="1792414" y="371240"/>
                  <a:pt x="1783080" y="372288"/>
                  <a:pt x="1768888" y="371812"/>
                </a:cubicBezTo>
                <a:cubicBezTo>
                  <a:pt x="1758410" y="370764"/>
                  <a:pt x="1748409" y="371240"/>
                  <a:pt x="1737455" y="371812"/>
                </a:cubicBezTo>
                <a:lnTo>
                  <a:pt x="1729645" y="371812"/>
                </a:lnTo>
                <a:lnTo>
                  <a:pt x="1725930" y="370764"/>
                </a:lnTo>
                <a:cubicBezTo>
                  <a:pt x="1726978" y="359239"/>
                  <a:pt x="1727549" y="343523"/>
                  <a:pt x="1727549" y="328378"/>
                </a:cubicBezTo>
                <a:cubicBezTo>
                  <a:pt x="1727549" y="294278"/>
                  <a:pt x="1729073" y="260274"/>
                  <a:pt x="1729073" y="225698"/>
                </a:cubicBezTo>
                <a:lnTo>
                  <a:pt x="1728597" y="213125"/>
                </a:lnTo>
                <a:cubicBezTo>
                  <a:pt x="1728597" y="209506"/>
                  <a:pt x="1726502" y="117780"/>
                  <a:pt x="1725930" y="115208"/>
                </a:cubicBezTo>
                <a:cubicBezTo>
                  <a:pt x="1725454" y="104731"/>
                  <a:pt x="1723835" y="93777"/>
                  <a:pt x="1723835" y="83776"/>
                </a:cubicBezTo>
                <a:lnTo>
                  <a:pt x="1723835" y="60249"/>
                </a:lnTo>
                <a:cubicBezTo>
                  <a:pt x="1724406" y="50819"/>
                  <a:pt x="1725930" y="41390"/>
                  <a:pt x="1723835" y="31960"/>
                </a:cubicBezTo>
                <a:cubicBezTo>
                  <a:pt x="1725454" y="26721"/>
                  <a:pt x="1724882" y="21482"/>
                  <a:pt x="1725454" y="15767"/>
                </a:cubicBezTo>
                <a:lnTo>
                  <a:pt x="1728597" y="15767"/>
                </a:lnTo>
                <a:close/>
                <a:moveTo>
                  <a:pt x="1899571" y="7290"/>
                </a:moveTo>
                <a:cubicBezTo>
                  <a:pt x="1890713" y="6719"/>
                  <a:pt x="1880140" y="7290"/>
                  <a:pt x="1870805" y="7290"/>
                </a:cubicBezTo>
                <a:lnTo>
                  <a:pt x="1780699" y="3575"/>
                </a:lnTo>
                <a:lnTo>
                  <a:pt x="1777079" y="3575"/>
                </a:lnTo>
                <a:cubicBezTo>
                  <a:pt x="1772888" y="3575"/>
                  <a:pt x="1768697" y="2528"/>
                  <a:pt x="1763459" y="2051"/>
                </a:cubicBezTo>
                <a:cubicBezTo>
                  <a:pt x="1757743" y="2051"/>
                  <a:pt x="1751933" y="3099"/>
                  <a:pt x="1746218" y="3575"/>
                </a:cubicBezTo>
                <a:cubicBezTo>
                  <a:pt x="1743551" y="3575"/>
                  <a:pt x="1741456" y="4147"/>
                  <a:pt x="1738884" y="4623"/>
                </a:cubicBezTo>
                <a:lnTo>
                  <a:pt x="1736217" y="5195"/>
                </a:lnTo>
                <a:lnTo>
                  <a:pt x="1732026" y="5766"/>
                </a:lnTo>
                <a:lnTo>
                  <a:pt x="1725739" y="5766"/>
                </a:lnTo>
                <a:cubicBezTo>
                  <a:pt x="1718405" y="5766"/>
                  <a:pt x="1716310" y="9957"/>
                  <a:pt x="1715834" y="15767"/>
                </a:cubicBezTo>
                <a:cubicBezTo>
                  <a:pt x="1715834" y="17291"/>
                  <a:pt x="1714214" y="33008"/>
                  <a:pt x="1714214" y="33008"/>
                </a:cubicBezTo>
                <a:cubicBezTo>
                  <a:pt x="1716310" y="41390"/>
                  <a:pt x="1714786" y="50819"/>
                  <a:pt x="1714214" y="59773"/>
                </a:cubicBezTo>
                <a:cubicBezTo>
                  <a:pt x="1713738" y="67679"/>
                  <a:pt x="1713738" y="76061"/>
                  <a:pt x="1713738" y="83871"/>
                </a:cubicBezTo>
                <a:cubicBezTo>
                  <a:pt x="1713738" y="94349"/>
                  <a:pt x="1715834" y="105398"/>
                  <a:pt x="1716310" y="115875"/>
                </a:cubicBezTo>
                <a:cubicBezTo>
                  <a:pt x="1716881" y="118542"/>
                  <a:pt x="1718977" y="210173"/>
                  <a:pt x="1718977" y="213792"/>
                </a:cubicBezTo>
                <a:lnTo>
                  <a:pt x="1718977" y="225889"/>
                </a:lnTo>
                <a:cubicBezTo>
                  <a:pt x="1718977" y="260465"/>
                  <a:pt x="1717929" y="294469"/>
                  <a:pt x="1717929" y="328568"/>
                </a:cubicBezTo>
                <a:cubicBezTo>
                  <a:pt x="1717358" y="344285"/>
                  <a:pt x="1717358" y="360477"/>
                  <a:pt x="1715834" y="371526"/>
                </a:cubicBezTo>
                <a:cubicBezTo>
                  <a:pt x="1715834" y="373622"/>
                  <a:pt x="1717929" y="376765"/>
                  <a:pt x="1721072" y="379908"/>
                </a:cubicBezTo>
                <a:cubicBezTo>
                  <a:pt x="1724787" y="382004"/>
                  <a:pt x="1733645" y="382004"/>
                  <a:pt x="1738408" y="382004"/>
                </a:cubicBezTo>
                <a:cubicBezTo>
                  <a:pt x="1748885" y="382004"/>
                  <a:pt x="1758315" y="381432"/>
                  <a:pt x="1768793" y="382004"/>
                </a:cubicBezTo>
                <a:cubicBezTo>
                  <a:pt x="1783461" y="382480"/>
                  <a:pt x="1792891" y="381432"/>
                  <a:pt x="1806512" y="380956"/>
                </a:cubicBezTo>
                <a:cubicBezTo>
                  <a:pt x="1810703" y="380956"/>
                  <a:pt x="1866233" y="383051"/>
                  <a:pt x="1880902" y="382004"/>
                </a:cubicBezTo>
                <a:cubicBezTo>
                  <a:pt x="1895094" y="381432"/>
                  <a:pt x="1908620" y="380956"/>
                  <a:pt x="1915478" y="381432"/>
                </a:cubicBezTo>
                <a:cubicBezTo>
                  <a:pt x="1933289" y="379813"/>
                  <a:pt x="1948434" y="373050"/>
                  <a:pt x="1962626" y="366192"/>
                </a:cubicBezTo>
                <a:cubicBezTo>
                  <a:pt x="1981486" y="357810"/>
                  <a:pt x="1998250" y="343618"/>
                  <a:pt x="2012347" y="328473"/>
                </a:cubicBezTo>
                <a:cubicBezTo>
                  <a:pt x="2020253" y="317424"/>
                  <a:pt x="2027587" y="307518"/>
                  <a:pt x="2031778" y="292278"/>
                </a:cubicBezTo>
                <a:cubicBezTo>
                  <a:pt x="2043303" y="270275"/>
                  <a:pt x="2045399" y="237319"/>
                  <a:pt x="2048542" y="210554"/>
                </a:cubicBezTo>
                <a:cubicBezTo>
                  <a:pt x="2046446" y="204267"/>
                  <a:pt x="2048066" y="196361"/>
                  <a:pt x="2048066" y="189599"/>
                </a:cubicBezTo>
                <a:cubicBezTo>
                  <a:pt x="2047589" y="175406"/>
                  <a:pt x="2046542" y="161309"/>
                  <a:pt x="2044922" y="143498"/>
                </a:cubicBezTo>
                <a:lnTo>
                  <a:pt x="2044446" y="139307"/>
                </a:lnTo>
                <a:lnTo>
                  <a:pt x="2042827" y="133020"/>
                </a:lnTo>
                <a:cubicBezTo>
                  <a:pt x="2042351" y="121971"/>
                  <a:pt x="2032921" y="98444"/>
                  <a:pt x="2027587" y="87395"/>
                </a:cubicBezTo>
                <a:cubicBezTo>
                  <a:pt x="2025491" y="81109"/>
                  <a:pt x="2021300" y="75870"/>
                  <a:pt x="2018157" y="70060"/>
                </a:cubicBezTo>
                <a:lnTo>
                  <a:pt x="2015490" y="65869"/>
                </a:lnTo>
                <a:cubicBezTo>
                  <a:pt x="2014442" y="64250"/>
                  <a:pt x="2013395" y="62154"/>
                  <a:pt x="2011871" y="60630"/>
                </a:cubicBezTo>
                <a:lnTo>
                  <a:pt x="2007680" y="55963"/>
                </a:lnTo>
                <a:cubicBezTo>
                  <a:pt x="2005584" y="53296"/>
                  <a:pt x="2003489" y="50724"/>
                  <a:pt x="1997202" y="44438"/>
                </a:cubicBezTo>
                <a:cubicBezTo>
                  <a:pt x="1987296" y="35008"/>
                  <a:pt x="1974723" y="27674"/>
                  <a:pt x="1961102" y="22435"/>
                </a:cubicBezTo>
                <a:cubicBezTo>
                  <a:pt x="1956911" y="18244"/>
                  <a:pt x="1951196" y="16625"/>
                  <a:pt x="1945862" y="15101"/>
                </a:cubicBezTo>
                <a:cubicBezTo>
                  <a:pt x="1939576" y="12434"/>
                  <a:pt x="1933289" y="10910"/>
                  <a:pt x="1925479" y="9862"/>
                </a:cubicBezTo>
                <a:cubicBezTo>
                  <a:pt x="1919668" y="8814"/>
                  <a:pt x="1913954" y="6719"/>
                  <a:pt x="1908143" y="6719"/>
                </a:cubicBezTo>
                <a:cubicBezTo>
                  <a:pt x="1905476" y="6719"/>
                  <a:pt x="1902428" y="7290"/>
                  <a:pt x="1899761" y="7290"/>
                </a:cubicBezTo>
                <a:moveTo>
                  <a:pt x="1441895" y="374574"/>
                </a:moveTo>
                <a:cubicBezTo>
                  <a:pt x="1445038" y="347809"/>
                  <a:pt x="1443514" y="331045"/>
                  <a:pt x="1443514" y="306470"/>
                </a:cubicBezTo>
                <a:lnTo>
                  <a:pt x="1443990" y="268751"/>
                </a:lnTo>
                <a:cubicBezTo>
                  <a:pt x="1444562" y="249892"/>
                  <a:pt x="1444562" y="228937"/>
                  <a:pt x="1443990" y="225794"/>
                </a:cubicBezTo>
                <a:cubicBezTo>
                  <a:pt x="1443514" y="219983"/>
                  <a:pt x="1441895" y="213221"/>
                  <a:pt x="1441895" y="205886"/>
                </a:cubicBezTo>
                <a:lnTo>
                  <a:pt x="1440371" y="197504"/>
                </a:lnTo>
                <a:cubicBezTo>
                  <a:pt x="1435703" y="170739"/>
                  <a:pt x="1423035" y="149784"/>
                  <a:pt x="1391126" y="152451"/>
                </a:cubicBezTo>
                <a:cubicBezTo>
                  <a:pt x="1373791" y="153499"/>
                  <a:pt x="1357122" y="157690"/>
                  <a:pt x="1347121" y="170263"/>
                </a:cubicBezTo>
                <a:cubicBezTo>
                  <a:pt x="1339215" y="179121"/>
                  <a:pt x="1333500" y="189122"/>
                  <a:pt x="1330357" y="203219"/>
                </a:cubicBezTo>
                <a:lnTo>
                  <a:pt x="1329309" y="208458"/>
                </a:lnTo>
                <a:cubicBezTo>
                  <a:pt x="1327785" y="213697"/>
                  <a:pt x="1325689" y="219412"/>
                  <a:pt x="1324642" y="226270"/>
                </a:cubicBezTo>
                <a:cubicBezTo>
                  <a:pt x="1321022" y="245701"/>
                  <a:pt x="1327214" y="278657"/>
                  <a:pt x="1326166" y="299136"/>
                </a:cubicBezTo>
                <a:cubicBezTo>
                  <a:pt x="1325118" y="316472"/>
                  <a:pt x="1326737" y="333712"/>
                  <a:pt x="1325689" y="353619"/>
                </a:cubicBezTo>
                <a:cubicBezTo>
                  <a:pt x="1325118" y="359906"/>
                  <a:pt x="1324642" y="366192"/>
                  <a:pt x="1325118" y="372479"/>
                </a:cubicBezTo>
                <a:cubicBezTo>
                  <a:pt x="1317784" y="373526"/>
                  <a:pt x="1309878" y="374098"/>
                  <a:pt x="1301591" y="374098"/>
                </a:cubicBezTo>
                <a:cubicBezTo>
                  <a:pt x="1292733" y="373526"/>
                  <a:pt x="1283208" y="373050"/>
                  <a:pt x="1274350" y="373050"/>
                </a:cubicBezTo>
                <a:cubicBezTo>
                  <a:pt x="1272254" y="373050"/>
                  <a:pt x="1269587" y="373622"/>
                  <a:pt x="1267016" y="373622"/>
                </a:cubicBezTo>
                <a:cubicBezTo>
                  <a:pt x="1266539" y="341141"/>
                  <a:pt x="1264920" y="151499"/>
                  <a:pt x="1265968" y="141021"/>
                </a:cubicBezTo>
                <a:cubicBezTo>
                  <a:pt x="1266539" y="132163"/>
                  <a:pt x="1268063" y="123209"/>
                  <a:pt x="1269587" y="114827"/>
                </a:cubicBezTo>
                <a:lnTo>
                  <a:pt x="1277493" y="114256"/>
                </a:lnTo>
                <a:lnTo>
                  <a:pt x="1289495" y="113684"/>
                </a:lnTo>
                <a:cubicBezTo>
                  <a:pt x="1297305" y="113684"/>
                  <a:pt x="1304735" y="114256"/>
                  <a:pt x="1312545" y="114256"/>
                </a:cubicBezTo>
                <a:lnTo>
                  <a:pt x="1323499" y="114256"/>
                </a:lnTo>
                <a:lnTo>
                  <a:pt x="1323499" y="117971"/>
                </a:lnTo>
                <a:cubicBezTo>
                  <a:pt x="1323499" y="123686"/>
                  <a:pt x="1322927" y="130544"/>
                  <a:pt x="1325594" y="135782"/>
                </a:cubicBezTo>
                <a:cubicBezTo>
                  <a:pt x="1333405" y="152070"/>
                  <a:pt x="1352836" y="125876"/>
                  <a:pt x="1359122" y="123209"/>
                </a:cubicBezTo>
                <a:cubicBezTo>
                  <a:pt x="1370076" y="115399"/>
                  <a:pt x="1382649" y="108541"/>
                  <a:pt x="1396270" y="105398"/>
                </a:cubicBezTo>
                <a:cubicBezTo>
                  <a:pt x="1405128" y="103778"/>
                  <a:pt x="1415129" y="105969"/>
                  <a:pt x="1423988" y="106445"/>
                </a:cubicBezTo>
                <a:cubicBezTo>
                  <a:pt x="1433893" y="107017"/>
                  <a:pt x="1442847" y="110636"/>
                  <a:pt x="1452277" y="112732"/>
                </a:cubicBezTo>
                <a:cubicBezTo>
                  <a:pt x="1457992" y="114351"/>
                  <a:pt x="1460087" y="115399"/>
                  <a:pt x="1464278" y="118542"/>
                </a:cubicBezTo>
                <a:cubicBezTo>
                  <a:pt x="1477899" y="127972"/>
                  <a:pt x="1489901" y="141021"/>
                  <a:pt x="1495711" y="157785"/>
                </a:cubicBezTo>
                <a:cubicBezTo>
                  <a:pt x="1499330" y="176073"/>
                  <a:pt x="1505617" y="211792"/>
                  <a:pt x="1505141" y="239033"/>
                </a:cubicBezTo>
                <a:cubicBezTo>
                  <a:pt x="1504664" y="249987"/>
                  <a:pt x="1505712" y="261036"/>
                  <a:pt x="1505141" y="271514"/>
                </a:cubicBezTo>
                <a:cubicBezTo>
                  <a:pt x="1504664" y="278276"/>
                  <a:pt x="1506760" y="286754"/>
                  <a:pt x="1505141" y="295040"/>
                </a:cubicBezTo>
                <a:cubicBezTo>
                  <a:pt x="1505712" y="300851"/>
                  <a:pt x="1505712" y="355810"/>
                  <a:pt x="1501521" y="378289"/>
                </a:cubicBezTo>
                <a:cubicBezTo>
                  <a:pt x="1497330" y="378289"/>
                  <a:pt x="1493139" y="378289"/>
                  <a:pt x="1488948" y="378860"/>
                </a:cubicBezTo>
                <a:lnTo>
                  <a:pt x="1485805" y="379432"/>
                </a:lnTo>
                <a:lnTo>
                  <a:pt x="1483709" y="379432"/>
                </a:lnTo>
                <a:lnTo>
                  <a:pt x="1479995" y="378860"/>
                </a:lnTo>
                <a:cubicBezTo>
                  <a:pt x="1470565" y="377241"/>
                  <a:pt x="1462659" y="376765"/>
                  <a:pt x="1454372" y="376765"/>
                </a:cubicBezTo>
                <a:cubicBezTo>
                  <a:pt x="1450658" y="376193"/>
                  <a:pt x="1447038" y="376765"/>
                  <a:pt x="1442371" y="376193"/>
                </a:cubicBezTo>
                <a:lnTo>
                  <a:pt x="1441799" y="374669"/>
                </a:lnTo>
                <a:close/>
                <a:moveTo>
                  <a:pt x="1334548" y="130448"/>
                </a:moveTo>
                <a:cubicBezTo>
                  <a:pt x="1331405" y="121590"/>
                  <a:pt x="1339215" y="104826"/>
                  <a:pt x="1324642" y="104255"/>
                </a:cubicBezTo>
                <a:lnTo>
                  <a:pt x="1312640" y="104255"/>
                </a:lnTo>
                <a:cubicBezTo>
                  <a:pt x="1304830" y="104255"/>
                  <a:pt x="1297400" y="103683"/>
                  <a:pt x="1289590" y="103683"/>
                </a:cubicBezTo>
                <a:lnTo>
                  <a:pt x="1277017" y="104255"/>
                </a:lnTo>
                <a:cubicBezTo>
                  <a:pt x="1272826" y="104826"/>
                  <a:pt x="1261301" y="103207"/>
                  <a:pt x="1260253" y="108922"/>
                </a:cubicBezTo>
                <a:cubicBezTo>
                  <a:pt x="1258634" y="118923"/>
                  <a:pt x="1257110" y="129401"/>
                  <a:pt x="1256062" y="139878"/>
                </a:cubicBezTo>
                <a:cubicBezTo>
                  <a:pt x="1255014" y="151403"/>
                  <a:pt x="1257110" y="378194"/>
                  <a:pt x="1257110" y="378194"/>
                </a:cubicBezTo>
                <a:cubicBezTo>
                  <a:pt x="1257110" y="382385"/>
                  <a:pt x="1262348" y="383432"/>
                  <a:pt x="1265492" y="383432"/>
                </a:cubicBezTo>
                <a:cubicBezTo>
                  <a:pt x="1268635" y="383432"/>
                  <a:pt x="1271778" y="382861"/>
                  <a:pt x="1274350" y="382861"/>
                </a:cubicBezTo>
                <a:cubicBezTo>
                  <a:pt x="1283208" y="382861"/>
                  <a:pt x="1292733" y="383432"/>
                  <a:pt x="1301591" y="383909"/>
                </a:cubicBezTo>
                <a:cubicBezTo>
                  <a:pt x="1312069" y="383909"/>
                  <a:pt x="1322546" y="382861"/>
                  <a:pt x="1331405" y="381813"/>
                </a:cubicBezTo>
                <a:cubicBezTo>
                  <a:pt x="1334548" y="381813"/>
                  <a:pt x="1336643" y="378670"/>
                  <a:pt x="1335596" y="375527"/>
                </a:cubicBezTo>
                <a:cubicBezTo>
                  <a:pt x="1334072" y="370288"/>
                  <a:pt x="1335024" y="359810"/>
                  <a:pt x="1335596" y="354095"/>
                </a:cubicBezTo>
                <a:cubicBezTo>
                  <a:pt x="1336643" y="334188"/>
                  <a:pt x="1335024" y="316853"/>
                  <a:pt x="1336072" y="299612"/>
                </a:cubicBezTo>
                <a:cubicBezTo>
                  <a:pt x="1337120" y="281229"/>
                  <a:pt x="1330833" y="243510"/>
                  <a:pt x="1334548" y="228365"/>
                </a:cubicBezTo>
                <a:cubicBezTo>
                  <a:pt x="1335596" y="221603"/>
                  <a:pt x="1337691" y="215792"/>
                  <a:pt x="1339215" y="210554"/>
                </a:cubicBezTo>
                <a:lnTo>
                  <a:pt x="1340263" y="204743"/>
                </a:lnTo>
                <a:cubicBezTo>
                  <a:pt x="1342930" y="193218"/>
                  <a:pt x="1348073" y="184360"/>
                  <a:pt x="1354931" y="176454"/>
                </a:cubicBezTo>
                <a:cubicBezTo>
                  <a:pt x="1361694" y="167596"/>
                  <a:pt x="1375315" y="163310"/>
                  <a:pt x="1392079" y="162262"/>
                </a:cubicBezTo>
                <a:cubicBezTo>
                  <a:pt x="1422464" y="160166"/>
                  <a:pt x="1428179" y="183217"/>
                  <a:pt x="1431893" y="206839"/>
                </a:cubicBezTo>
                <a:cubicBezTo>
                  <a:pt x="1431893" y="213602"/>
                  <a:pt x="1432941" y="220460"/>
                  <a:pt x="1433989" y="227222"/>
                </a:cubicBezTo>
                <a:cubicBezTo>
                  <a:pt x="1435037" y="231985"/>
                  <a:pt x="1433513" y="305804"/>
                  <a:pt x="1433513" y="306375"/>
                </a:cubicBezTo>
                <a:cubicBezTo>
                  <a:pt x="1433513" y="330950"/>
                  <a:pt x="1435037" y="347809"/>
                  <a:pt x="1431893" y="374479"/>
                </a:cubicBezTo>
                <a:lnTo>
                  <a:pt x="1432465" y="377051"/>
                </a:lnTo>
                <a:lnTo>
                  <a:pt x="1431893" y="379718"/>
                </a:lnTo>
                <a:cubicBezTo>
                  <a:pt x="1430369" y="388671"/>
                  <a:pt x="1449705" y="386004"/>
                  <a:pt x="1454468" y="386576"/>
                </a:cubicBezTo>
                <a:cubicBezTo>
                  <a:pt x="1461802" y="386576"/>
                  <a:pt x="1469708" y="387147"/>
                  <a:pt x="1478566" y="388671"/>
                </a:cubicBezTo>
                <a:lnTo>
                  <a:pt x="1483233" y="389147"/>
                </a:lnTo>
                <a:lnTo>
                  <a:pt x="1487424" y="389147"/>
                </a:lnTo>
                <a:lnTo>
                  <a:pt x="1490567" y="388671"/>
                </a:lnTo>
                <a:cubicBezTo>
                  <a:pt x="1494187" y="388100"/>
                  <a:pt x="1497902" y="388100"/>
                  <a:pt x="1501045" y="388671"/>
                </a:cubicBezTo>
                <a:cubicBezTo>
                  <a:pt x="1504760" y="388671"/>
                  <a:pt x="1511522" y="390195"/>
                  <a:pt x="1512570" y="384480"/>
                </a:cubicBezTo>
                <a:cubicBezTo>
                  <a:pt x="1515713" y="365144"/>
                  <a:pt x="1515713" y="304280"/>
                  <a:pt x="1515142" y="294945"/>
                </a:cubicBezTo>
                <a:cubicBezTo>
                  <a:pt x="1516761" y="287611"/>
                  <a:pt x="1514666" y="279229"/>
                  <a:pt x="1515142" y="271895"/>
                </a:cubicBezTo>
                <a:cubicBezTo>
                  <a:pt x="1515713" y="261417"/>
                  <a:pt x="1514666" y="250463"/>
                  <a:pt x="1515142" y="239414"/>
                </a:cubicBezTo>
                <a:cubicBezTo>
                  <a:pt x="1516189" y="210649"/>
                  <a:pt x="1509427" y="173978"/>
                  <a:pt x="1505712" y="154547"/>
                </a:cubicBezTo>
                <a:cubicBezTo>
                  <a:pt x="1498854" y="135116"/>
                  <a:pt x="1485233" y="120542"/>
                  <a:pt x="1470089" y="109970"/>
                </a:cubicBezTo>
                <a:cubicBezTo>
                  <a:pt x="1464850" y="106826"/>
                  <a:pt x="1461707" y="104731"/>
                  <a:pt x="1454372" y="103207"/>
                </a:cubicBezTo>
                <a:cubicBezTo>
                  <a:pt x="1444466" y="100540"/>
                  <a:pt x="1434941" y="96920"/>
                  <a:pt x="1424559" y="96349"/>
                </a:cubicBezTo>
                <a:cubicBezTo>
                  <a:pt x="1414558" y="95777"/>
                  <a:pt x="1404652" y="93777"/>
                  <a:pt x="1394174" y="95777"/>
                </a:cubicBezTo>
                <a:cubicBezTo>
                  <a:pt x="1378934" y="98921"/>
                  <a:pt x="1365314" y="106255"/>
                  <a:pt x="1353788" y="114637"/>
                </a:cubicBezTo>
                <a:cubicBezTo>
                  <a:pt x="1345978" y="118352"/>
                  <a:pt x="1341787" y="126638"/>
                  <a:pt x="1334357" y="130353"/>
                </a:cubicBezTo>
                <a:moveTo>
                  <a:pt x="1089184" y="158642"/>
                </a:moveTo>
                <a:cubicBezTo>
                  <a:pt x="1077659" y="152356"/>
                  <a:pt x="1064038" y="155499"/>
                  <a:pt x="1052513" y="158642"/>
                </a:cubicBezTo>
                <a:cubicBezTo>
                  <a:pt x="1048322" y="160262"/>
                  <a:pt x="1044131" y="160738"/>
                  <a:pt x="1039368" y="162833"/>
                </a:cubicBezTo>
                <a:lnTo>
                  <a:pt x="1036701" y="164929"/>
                </a:lnTo>
                <a:lnTo>
                  <a:pt x="1029938" y="169120"/>
                </a:lnTo>
                <a:cubicBezTo>
                  <a:pt x="1024128" y="171215"/>
                  <a:pt x="1020509" y="177502"/>
                  <a:pt x="1016794" y="182264"/>
                </a:cubicBezTo>
                <a:cubicBezTo>
                  <a:pt x="1011555" y="189599"/>
                  <a:pt x="1008888" y="199028"/>
                  <a:pt x="1006316" y="207887"/>
                </a:cubicBezTo>
                <a:cubicBezTo>
                  <a:pt x="1003173" y="217793"/>
                  <a:pt x="1014127" y="221507"/>
                  <a:pt x="1022033" y="219412"/>
                </a:cubicBezTo>
                <a:lnTo>
                  <a:pt x="1025176" y="218840"/>
                </a:lnTo>
                <a:cubicBezTo>
                  <a:pt x="1025747" y="218840"/>
                  <a:pt x="1113187" y="221507"/>
                  <a:pt x="1115759" y="221507"/>
                </a:cubicBezTo>
                <a:cubicBezTo>
                  <a:pt x="1121569" y="221507"/>
                  <a:pt x="1127284" y="219888"/>
                  <a:pt x="1132523" y="215697"/>
                </a:cubicBezTo>
                <a:cubicBezTo>
                  <a:pt x="1140905" y="208934"/>
                  <a:pt x="1129856" y="185884"/>
                  <a:pt x="1125760" y="179597"/>
                </a:cubicBezTo>
                <a:cubicBezTo>
                  <a:pt x="1120997" y="172263"/>
                  <a:pt x="1115282" y="170168"/>
                  <a:pt x="1107948" y="165977"/>
                </a:cubicBezTo>
                <a:cubicBezTo>
                  <a:pt x="1101090" y="162833"/>
                  <a:pt x="1096994" y="159690"/>
                  <a:pt x="1089089" y="158642"/>
                </a:cubicBezTo>
                <a:moveTo>
                  <a:pt x="1126236" y="207887"/>
                </a:moveTo>
                <a:cubicBezTo>
                  <a:pt x="1123093" y="210554"/>
                  <a:pt x="1119473" y="211601"/>
                  <a:pt x="1115282" y="211601"/>
                </a:cubicBezTo>
                <a:cubicBezTo>
                  <a:pt x="1113187" y="211601"/>
                  <a:pt x="1026224" y="208934"/>
                  <a:pt x="1023080" y="208934"/>
                </a:cubicBezTo>
                <a:lnTo>
                  <a:pt x="1019937" y="209506"/>
                </a:lnTo>
                <a:cubicBezTo>
                  <a:pt x="1018318" y="210077"/>
                  <a:pt x="1017270" y="210554"/>
                  <a:pt x="1016222" y="210077"/>
                </a:cubicBezTo>
                <a:cubicBezTo>
                  <a:pt x="1018318" y="202743"/>
                  <a:pt x="1020413" y="194361"/>
                  <a:pt x="1024604" y="188075"/>
                </a:cubicBezTo>
                <a:cubicBezTo>
                  <a:pt x="1026224" y="185979"/>
                  <a:pt x="1030891" y="179216"/>
                  <a:pt x="1034510" y="178169"/>
                </a:cubicBezTo>
                <a:lnTo>
                  <a:pt x="1042892" y="173501"/>
                </a:lnTo>
                <a:lnTo>
                  <a:pt x="1044988" y="171406"/>
                </a:lnTo>
                <a:cubicBezTo>
                  <a:pt x="1048131" y="169787"/>
                  <a:pt x="1051751" y="169787"/>
                  <a:pt x="1054894" y="168739"/>
                </a:cubicBezTo>
                <a:cubicBezTo>
                  <a:pt x="1063752" y="166072"/>
                  <a:pt x="1076325" y="162929"/>
                  <a:pt x="1086803" y="168739"/>
                </a:cubicBezTo>
                <a:cubicBezTo>
                  <a:pt x="1093089" y="169310"/>
                  <a:pt x="1097852" y="172454"/>
                  <a:pt x="1103090" y="175025"/>
                </a:cubicBezTo>
                <a:cubicBezTo>
                  <a:pt x="1108329" y="178169"/>
                  <a:pt x="1113568" y="179788"/>
                  <a:pt x="1117283" y="185503"/>
                </a:cubicBezTo>
                <a:cubicBezTo>
                  <a:pt x="1121474" y="191218"/>
                  <a:pt x="1124141" y="200171"/>
                  <a:pt x="1126141" y="207982"/>
                </a:cubicBezTo>
                <a:moveTo>
                  <a:pt x="1140333" y="304375"/>
                </a:moveTo>
                <a:cubicBezTo>
                  <a:pt x="1156049" y="301803"/>
                  <a:pt x="1173385" y="302851"/>
                  <a:pt x="1189101" y="303327"/>
                </a:cubicBezTo>
                <a:cubicBezTo>
                  <a:pt x="1185958" y="313805"/>
                  <a:pt x="1182815" y="321139"/>
                  <a:pt x="1178624" y="328473"/>
                </a:cubicBezTo>
                <a:cubicBezTo>
                  <a:pt x="1176052" y="331045"/>
                  <a:pt x="1173385" y="333712"/>
                  <a:pt x="1171861" y="337331"/>
                </a:cubicBezTo>
                <a:cubicBezTo>
                  <a:pt x="1169194" y="341522"/>
                  <a:pt x="1163479" y="346761"/>
                  <a:pt x="1160336" y="348857"/>
                </a:cubicBezTo>
                <a:cubicBezTo>
                  <a:pt x="1154525" y="354095"/>
                  <a:pt x="1146715" y="356191"/>
                  <a:pt x="1138904" y="360382"/>
                </a:cubicBezTo>
                <a:lnTo>
                  <a:pt x="1136237" y="362954"/>
                </a:lnTo>
                <a:lnTo>
                  <a:pt x="1133570" y="364573"/>
                </a:lnTo>
                <a:cubicBezTo>
                  <a:pt x="1129379" y="365144"/>
                  <a:pt x="1126236" y="368764"/>
                  <a:pt x="1122045" y="370288"/>
                </a:cubicBezTo>
                <a:lnTo>
                  <a:pt x="1116806" y="371907"/>
                </a:lnTo>
                <a:cubicBezTo>
                  <a:pt x="1115187" y="372479"/>
                  <a:pt x="1113663" y="372955"/>
                  <a:pt x="1112139" y="373526"/>
                </a:cubicBezTo>
                <a:cubicBezTo>
                  <a:pt x="1088517" y="376098"/>
                  <a:pt x="1056037" y="381908"/>
                  <a:pt x="1032510" y="371907"/>
                </a:cubicBezTo>
                <a:cubicBezTo>
                  <a:pt x="1023557" y="370288"/>
                  <a:pt x="1015175" y="365621"/>
                  <a:pt x="1006316" y="364001"/>
                </a:cubicBezTo>
                <a:cubicBezTo>
                  <a:pt x="994315" y="357715"/>
                  <a:pt x="984790" y="351428"/>
                  <a:pt x="976979" y="341522"/>
                </a:cubicBezTo>
                <a:cubicBezTo>
                  <a:pt x="961739" y="330473"/>
                  <a:pt x="957548" y="307423"/>
                  <a:pt x="948690" y="291230"/>
                </a:cubicBezTo>
                <a:cubicBezTo>
                  <a:pt x="948119" y="287039"/>
                  <a:pt x="947071" y="283420"/>
                  <a:pt x="946023" y="280753"/>
                </a:cubicBezTo>
                <a:lnTo>
                  <a:pt x="944404" y="276562"/>
                </a:lnTo>
                <a:cubicBezTo>
                  <a:pt x="944404" y="275990"/>
                  <a:pt x="943356" y="271799"/>
                  <a:pt x="943356" y="270275"/>
                </a:cubicBezTo>
                <a:cubicBezTo>
                  <a:pt x="942308" y="266084"/>
                  <a:pt x="940784" y="261417"/>
                  <a:pt x="941261" y="256655"/>
                </a:cubicBezTo>
                <a:lnTo>
                  <a:pt x="941832" y="252940"/>
                </a:lnTo>
                <a:lnTo>
                  <a:pt x="942404" y="249320"/>
                </a:lnTo>
                <a:lnTo>
                  <a:pt x="942404" y="245606"/>
                </a:lnTo>
                <a:cubicBezTo>
                  <a:pt x="942880" y="243510"/>
                  <a:pt x="942880" y="240843"/>
                  <a:pt x="942880" y="238843"/>
                </a:cubicBezTo>
                <a:cubicBezTo>
                  <a:pt x="943451" y="222555"/>
                  <a:pt x="957548" y="182741"/>
                  <a:pt x="968026" y="170168"/>
                </a:cubicBezTo>
                <a:cubicBezTo>
                  <a:pt x="970121" y="162833"/>
                  <a:pt x="976884" y="159214"/>
                  <a:pt x="980027" y="152356"/>
                </a:cubicBezTo>
                <a:cubicBezTo>
                  <a:pt x="991553" y="141878"/>
                  <a:pt x="1002506" y="128258"/>
                  <a:pt x="1018223" y="123019"/>
                </a:cubicBezTo>
                <a:cubicBezTo>
                  <a:pt x="1027652" y="119876"/>
                  <a:pt x="1038130" y="114637"/>
                  <a:pt x="1049084" y="114161"/>
                </a:cubicBezTo>
                <a:cubicBezTo>
                  <a:pt x="1067943" y="111494"/>
                  <a:pt x="1087850" y="110446"/>
                  <a:pt x="1106710" y="114732"/>
                </a:cubicBezTo>
                <a:lnTo>
                  <a:pt x="1110425" y="115780"/>
                </a:lnTo>
                <a:cubicBezTo>
                  <a:pt x="1121378" y="118923"/>
                  <a:pt x="1130808" y="123114"/>
                  <a:pt x="1139762" y="127781"/>
                </a:cubicBezTo>
                <a:cubicBezTo>
                  <a:pt x="1146048" y="134068"/>
                  <a:pt x="1153382" y="140354"/>
                  <a:pt x="1158621" y="149784"/>
                </a:cubicBezTo>
                <a:cubicBezTo>
                  <a:pt x="1177481" y="166548"/>
                  <a:pt x="1185386" y="195409"/>
                  <a:pt x="1190625" y="227318"/>
                </a:cubicBezTo>
                <a:lnTo>
                  <a:pt x="1191197" y="232080"/>
                </a:lnTo>
                <a:lnTo>
                  <a:pt x="1191197" y="235795"/>
                </a:lnTo>
                <a:lnTo>
                  <a:pt x="1191673" y="242081"/>
                </a:lnTo>
                <a:lnTo>
                  <a:pt x="1193292" y="249987"/>
                </a:lnTo>
                <a:lnTo>
                  <a:pt x="1194340" y="254654"/>
                </a:lnTo>
                <a:cubicBezTo>
                  <a:pt x="1183862" y="256274"/>
                  <a:pt x="1172909" y="253035"/>
                  <a:pt x="1161860" y="253035"/>
                </a:cubicBezTo>
                <a:cubicBezTo>
                  <a:pt x="1154525" y="252464"/>
                  <a:pt x="1095851" y="256178"/>
                  <a:pt x="1089565" y="256178"/>
                </a:cubicBezTo>
                <a:cubicBezTo>
                  <a:pt x="1082231" y="256178"/>
                  <a:pt x="1074325" y="256178"/>
                  <a:pt x="1066514" y="257226"/>
                </a:cubicBezTo>
                <a:cubicBezTo>
                  <a:pt x="1049750" y="258845"/>
                  <a:pt x="1032510" y="258274"/>
                  <a:pt x="1015175" y="258274"/>
                </a:cubicBezTo>
                <a:cubicBezTo>
                  <a:pt x="1000982" y="258274"/>
                  <a:pt x="1004697" y="283896"/>
                  <a:pt x="1006793" y="292850"/>
                </a:cubicBezTo>
                <a:lnTo>
                  <a:pt x="1008888" y="298088"/>
                </a:lnTo>
                <a:lnTo>
                  <a:pt x="1010507" y="302279"/>
                </a:lnTo>
                <a:cubicBezTo>
                  <a:pt x="1011079" y="303327"/>
                  <a:pt x="1011555" y="304375"/>
                  <a:pt x="1012127" y="305423"/>
                </a:cubicBezTo>
                <a:lnTo>
                  <a:pt x="1014222" y="308090"/>
                </a:lnTo>
                <a:lnTo>
                  <a:pt x="1017365" y="312281"/>
                </a:lnTo>
                <a:lnTo>
                  <a:pt x="1022604" y="317519"/>
                </a:lnTo>
                <a:lnTo>
                  <a:pt x="1027843" y="323806"/>
                </a:lnTo>
                <a:cubicBezTo>
                  <a:pt x="1034129" y="331140"/>
                  <a:pt x="1047274" y="336379"/>
                  <a:pt x="1057180" y="336950"/>
                </a:cubicBezTo>
                <a:cubicBezTo>
                  <a:pt x="1058228" y="336950"/>
                  <a:pt x="1059847" y="337522"/>
                  <a:pt x="1060799" y="337522"/>
                </a:cubicBezTo>
                <a:cubicBezTo>
                  <a:pt x="1071848" y="337522"/>
                  <a:pt x="1083850" y="336950"/>
                  <a:pt x="1094327" y="333807"/>
                </a:cubicBezTo>
                <a:cubicBezTo>
                  <a:pt x="1105281" y="331140"/>
                  <a:pt x="1136237" y="319139"/>
                  <a:pt x="1139857" y="304470"/>
                </a:cubicBezTo>
                <a:lnTo>
                  <a:pt x="1140428" y="304470"/>
                </a:lnTo>
                <a:close/>
                <a:moveTo>
                  <a:pt x="1015651" y="268275"/>
                </a:moveTo>
                <a:cubicBezTo>
                  <a:pt x="1033463" y="268275"/>
                  <a:pt x="1050703" y="268847"/>
                  <a:pt x="1068038" y="267227"/>
                </a:cubicBezTo>
                <a:cubicBezTo>
                  <a:pt x="1075373" y="266180"/>
                  <a:pt x="1082707" y="266180"/>
                  <a:pt x="1089470" y="266180"/>
                </a:cubicBezTo>
                <a:cubicBezTo>
                  <a:pt x="1095756" y="266180"/>
                  <a:pt x="1156049" y="262560"/>
                  <a:pt x="1161764" y="263036"/>
                </a:cubicBezTo>
                <a:cubicBezTo>
                  <a:pt x="1168527" y="263036"/>
                  <a:pt x="1175957" y="264084"/>
                  <a:pt x="1182719" y="264656"/>
                </a:cubicBezTo>
                <a:cubicBezTo>
                  <a:pt x="1210532" y="267227"/>
                  <a:pt x="1204722" y="260465"/>
                  <a:pt x="1201579" y="240557"/>
                </a:cubicBezTo>
                <a:lnTo>
                  <a:pt x="1201007" y="235319"/>
                </a:lnTo>
                <a:lnTo>
                  <a:pt x="1201007" y="231128"/>
                </a:lnTo>
                <a:lnTo>
                  <a:pt x="1200436" y="225889"/>
                </a:lnTo>
                <a:cubicBezTo>
                  <a:pt x="1195197" y="194456"/>
                  <a:pt x="1186815" y="162452"/>
                  <a:pt x="1165860" y="142545"/>
                </a:cubicBezTo>
                <a:cubicBezTo>
                  <a:pt x="1161193" y="133687"/>
                  <a:pt x="1153287" y="126829"/>
                  <a:pt x="1144905" y="119495"/>
                </a:cubicBezTo>
                <a:cubicBezTo>
                  <a:pt x="1136047" y="114256"/>
                  <a:pt x="1127093" y="110541"/>
                  <a:pt x="1116616" y="107493"/>
                </a:cubicBezTo>
                <a:lnTo>
                  <a:pt x="1112425" y="105874"/>
                </a:lnTo>
                <a:lnTo>
                  <a:pt x="1108710" y="105302"/>
                </a:lnTo>
                <a:cubicBezTo>
                  <a:pt x="1088803" y="100064"/>
                  <a:pt x="1067848" y="101111"/>
                  <a:pt x="1047369" y="104255"/>
                </a:cubicBezTo>
                <a:cubicBezTo>
                  <a:pt x="1035844" y="105302"/>
                  <a:pt x="1025366" y="109970"/>
                  <a:pt x="1014889" y="113113"/>
                </a:cubicBezTo>
                <a:cubicBezTo>
                  <a:pt x="997077" y="119399"/>
                  <a:pt x="985552" y="133592"/>
                  <a:pt x="970883" y="147689"/>
                </a:cubicBezTo>
                <a:cubicBezTo>
                  <a:pt x="967740" y="154451"/>
                  <a:pt x="962025" y="156071"/>
                  <a:pt x="958310" y="165977"/>
                </a:cubicBezTo>
                <a:cubicBezTo>
                  <a:pt x="949452" y="176930"/>
                  <a:pt x="935260" y="214173"/>
                  <a:pt x="933164" y="230366"/>
                </a:cubicBezTo>
                <a:cubicBezTo>
                  <a:pt x="932593" y="235128"/>
                  <a:pt x="933164" y="239795"/>
                  <a:pt x="932117" y="244558"/>
                </a:cubicBezTo>
                <a:lnTo>
                  <a:pt x="932117" y="248273"/>
                </a:lnTo>
                <a:lnTo>
                  <a:pt x="931545" y="251416"/>
                </a:lnTo>
                <a:lnTo>
                  <a:pt x="930974" y="255607"/>
                </a:lnTo>
                <a:cubicBezTo>
                  <a:pt x="930402" y="261417"/>
                  <a:pt x="932021" y="267132"/>
                  <a:pt x="933069" y="272371"/>
                </a:cubicBezTo>
                <a:cubicBezTo>
                  <a:pt x="933069" y="274466"/>
                  <a:pt x="934117" y="278657"/>
                  <a:pt x="934688" y="280181"/>
                </a:cubicBezTo>
                <a:lnTo>
                  <a:pt x="936308" y="284372"/>
                </a:lnTo>
                <a:cubicBezTo>
                  <a:pt x="937355" y="287039"/>
                  <a:pt x="938403" y="289611"/>
                  <a:pt x="938403" y="292754"/>
                </a:cubicBezTo>
                <a:lnTo>
                  <a:pt x="938975" y="295421"/>
                </a:lnTo>
                <a:cubicBezTo>
                  <a:pt x="949928" y="313233"/>
                  <a:pt x="952119" y="335807"/>
                  <a:pt x="969836" y="349428"/>
                </a:cubicBezTo>
                <a:cubicBezTo>
                  <a:pt x="978218" y="359906"/>
                  <a:pt x="989267" y="367240"/>
                  <a:pt x="1003363" y="374003"/>
                </a:cubicBezTo>
                <a:cubicBezTo>
                  <a:pt x="1012793" y="375622"/>
                  <a:pt x="1020699" y="379718"/>
                  <a:pt x="1029557" y="381908"/>
                </a:cubicBezTo>
                <a:cubicBezTo>
                  <a:pt x="1054703" y="392386"/>
                  <a:pt x="1087184" y="386099"/>
                  <a:pt x="1114901" y="382956"/>
                </a:cubicBezTo>
                <a:cubicBezTo>
                  <a:pt x="1116521" y="382385"/>
                  <a:pt x="1118045" y="381908"/>
                  <a:pt x="1119092" y="381432"/>
                </a:cubicBezTo>
                <a:lnTo>
                  <a:pt x="1124903" y="379813"/>
                </a:lnTo>
                <a:cubicBezTo>
                  <a:pt x="1128046" y="378765"/>
                  <a:pt x="1131665" y="377146"/>
                  <a:pt x="1134332" y="374574"/>
                </a:cubicBezTo>
                <a:cubicBezTo>
                  <a:pt x="1136428" y="374574"/>
                  <a:pt x="1138047" y="373526"/>
                  <a:pt x="1139571" y="372479"/>
                </a:cubicBezTo>
                <a:lnTo>
                  <a:pt x="1142238" y="370383"/>
                </a:lnTo>
                <a:lnTo>
                  <a:pt x="1144905" y="368288"/>
                </a:lnTo>
                <a:cubicBezTo>
                  <a:pt x="1152239" y="365144"/>
                  <a:pt x="1159574" y="362573"/>
                  <a:pt x="1165860" y="357239"/>
                </a:cubicBezTo>
                <a:cubicBezTo>
                  <a:pt x="1170623" y="354095"/>
                  <a:pt x="1176909" y="347333"/>
                  <a:pt x="1181100" y="341046"/>
                </a:cubicBezTo>
                <a:cubicBezTo>
                  <a:pt x="1182148" y="338379"/>
                  <a:pt x="1184815" y="336284"/>
                  <a:pt x="1187387" y="333712"/>
                </a:cubicBezTo>
                <a:cubicBezTo>
                  <a:pt x="1190530" y="327425"/>
                  <a:pt x="1209389" y="292850"/>
                  <a:pt x="1195769" y="293326"/>
                </a:cubicBezTo>
                <a:cubicBezTo>
                  <a:pt x="1190054" y="293897"/>
                  <a:pt x="1184243" y="293326"/>
                  <a:pt x="1179005" y="292278"/>
                </a:cubicBezTo>
                <a:cubicBezTo>
                  <a:pt x="1172718" y="291707"/>
                  <a:pt x="1141286" y="293897"/>
                  <a:pt x="1138142" y="294374"/>
                </a:cubicBezTo>
                <a:lnTo>
                  <a:pt x="1133951" y="295421"/>
                </a:lnTo>
                <a:lnTo>
                  <a:pt x="1130237" y="301232"/>
                </a:lnTo>
                <a:cubicBezTo>
                  <a:pt x="1125569" y="309614"/>
                  <a:pt x="1109853" y="319043"/>
                  <a:pt x="1091470" y="324282"/>
                </a:cubicBezTo>
                <a:cubicBezTo>
                  <a:pt x="1082040" y="326949"/>
                  <a:pt x="1070515" y="327425"/>
                  <a:pt x="1060514" y="327425"/>
                </a:cubicBezTo>
                <a:lnTo>
                  <a:pt x="1055846" y="326378"/>
                </a:lnTo>
                <a:cubicBezTo>
                  <a:pt x="1051655" y="327425"/>
                  <a:pt x="1038511" y="321139"/>
                  <a:pt x="1034891" y="316948"/>
                </a:cubicBezTo>
                <a:lnTo>
                  <a:pt x="1028129" y="309137"/>
                </a:lnTo>
                <a:lnTo>
                  <a:pt x="1024985" y="305423"/>
                </a:lnTo>
                <a:lnTo>
                  <a:pt x="1021842" y="301803"/>
                </a:lnTo>
                <a:lnTo>
                  <a:pt x="1019747" y="298088"/>
                </a:lnTo>
                <a:lnTo>
                  <a:pt x="1018127" y="294945"/>
                </a:lnTo>
                <a:lnTo>
                  <a:pt x="1016032" y="289230"/>
                </a:lnTo>
                <a:cubicBezTo>
                  <a:pt x="1014984" y="283420"/>
                  <a:pt x="1013365" y="273990"/>
                  <a:pt x="1015460" y="268275"/>
                </a:cubicBezTo>
                <a:moveTo>
                  <a:pt x="826865" y="368383"/>
                </a:moveTo>
                <a:lnTo>
                  <a:pt x="826865" y="356286"/>
                </a:lnTo>
                <a:cubicBezTo>
                  <a:pt x="826865" y="346856"/>
                  <a:pt x="827437" y="336950"/>
                  <a:pt x="827437" y="331712"/>
                </a:cubicBezTo>
                <a:cubicBezTo>
                  <a:pt x="828485" y="321234"/>
                  <a:pt x="825341" y="52534"/>
                  <a:pt x="825341" y="47771"/>
                </a:cubicBezTo>
                <a:lnTo>
                  <a:pt x="826865" y="17863"/>
                </a:lnTo>
                <a:lnTo>
                  <a:pt x="826865" y="15291"/>
                </a:lnTo>
                <a:cubicBezTo>
                  <a:pt x="833152" y="15291"/>
                  <a:pt x="840010" y="16339"/>
                  <a:pt x="846773" y="17387"/>
                </a:cubicBezTo>
                <a:lnTo>
                  <a:pt x="849916" y="17387"/>
                </a:lnTo>
                <a:lnTo>
                  <a:pt x="850963" y="16815"/>
                </a:lnTo>
                <a:lnTo>
                  <a:pt x="854107" y="17387"/>
                </a:lnTo>
                <a:lnTo>
                  <a:pt x="863537" y="17387"/>
                </a:lnTo>
                <a:lnTo>
                  <a:pt x="877157" y="17958"/>
                </a:lnTo>
                <a:cubicBezTo>
                  <a:pt x="880872" y="17958"/>
                  <a:pt x="887635" y="16910"/>
                  <a:pt x="887635" y="17958"/>
                </a:cubicBezTo>
                <a:lnTo>
                  <a:pt x="887635" y="19006"/>
                </a:lnTo>
                <a:cubicBezTo>
                  <a:pt x="887635" y="19006"/>
                  <a:pt x="888206" y="21673"/>
                  <a:pt x="888206" y="22721"/>
                </a:cubicBezTo>
                <a:cubicBezTo>
                  <a:pt x="889254" y="33198"/>
                  <a:pt x="884492" y="360572"/>
                  <a:pt x="884492" y="362192"/>
                </a:cubicBezTo>
                <a:lnTo>
                  <a:pt x="884492" y="370002"/>
                </a:lnTo>
                <a:lnTo>
                  <a:pt x="883920" y="370002"/>
                </a:lnTo>
                <a:cubicBezTo>
                  <a:pt x="869728" y="370002"/>
                  <a:pt x="857155" y="372669"/>
                  <a:pt x="843058" y="371621"/>
                </a:cubicBezTo>
                <a:cubicBezTo>
                  <a:pt x="837819" y="371621"/>
                  <a:pt x="832104" y="369526"/>
                  <a:pt x="826770" y="370002"/>
                </a:cubicBezTo>
                <a:lnTo>
                  <a:pt x="826770" y="368478"/>
                </a:lnTo>
                <a:close/>
                <a:moveTo>
                  <a:pt x="848106" y="7290"/>
                </a:moveTo>
                <a:cubicBezTo>
                  <a:pt x="839724" y="5671"/>
                  <a:pt x="830294" y="4623"/>
                  <a:pt x="821912" y="5195"/>
                </a:cubicBezTo>
                <a:cubicBezTo>
                  <a:pt x="815626" y="5195"/>
                  <a:pt x="817150" y="13577"/>
                  <a:pt x="817150" y="17196"/>
                </a:cubicBezTo>
                <a:lnTo>
                  <a:pt x="815531" y="47105"/>
                </a:lnTo>
                <a:cubicBezTo>
                  <a:pt x="815531" y="51867"/>
                  <a:pt x="818674" y="319996"/>
                  <a:pt x="817626" y="331045"/>
                </a:cubicBezTo>
                <a:cubicBezTo>
                  <a:pt x="817055" y="335807"/>
                  <a:pt x="817055" y="346761"/>
                  <a:pt x="817055" y="355715"/>
                </a:cubicBezTo>
                <a:lnTo>
                  <a:pt x="817055" y="372479"/>
                </a:lnTo>
                <a:cubicBezTo>
                  <a:pt x="816007" y="376670"/>
                  <a:pt x="818102" y="382385"/>
                  <a:pt x="823341" y="380861"/>
                </a:cubicBezTo>
                <a:cubicBezTo>
                  <a:pt x="829628" y="378765"/>
                  <a:pt x="836486" y="381432"/>
                  <a:pt x="842677" y="381432"/>
                </a:cubicBezTo>
                <a:cubicBezTo>
                  <a:pt x="856869" y="382480"/>
                  <a:pt x="871538" y="380384"/>
                  <a:pt x="885635" y="380384"/>
                </a:cubicBezTo>
                <a:lnTo>
                  <a:pt x="886682" y="380384"/>
                </a:lnTo>
                <a:cubicBezTo>
                  <a:pt x="892969" y="385052"/>
                  <a:pt x="894493" y="376670"/>
                  <a:pt x="895064" y="372479"/>
                </a:cubicBezTo>
                <a:lnTo>
                  <a:pt x="895064" y="369812"/>
                </a:lnTo>
                <a:lnTo>
                  <a:pt x="894493" y="367240"/>
                </a:lnTo>
                <a:lnTo>
                  <a:pt x="894493" y="362001"/>
                </a:lnTo>
                <a:cubicBezTo>
                  <a:pt x="894493" y="360382"/>
                  <a:pt x="899255" y="39866"/>
                  <a:pt x="898208" y="22054"/>
                </a:cubicBezTo>
                <a:cubicBezTo>
                  <a:pt x="898208" y="21006"/>
                  <a:pt x="897636" y="17291"/>
                  <a:pt x="897636" y="16339"/>
                </a:cubicBezTo>
                <a:cubicBezTo>
                  <a:pt x="897636" y="15767"/>
                  <a:pt x="897636" y="14720"/>
                  <a:pt x="897065" y="13196"/>
                </a:cubicBezTo>
                <a:cubicBezTo>
                  <a:pt x="895445" y="5861"/>
                  <a:pt x="883444" y="7385"/>
                  <a:pt x="877634" y="7957"/>
                </a:cubicBezTo>
                <a:lnTo>
                  <a:pt x="864013" y="7385"/>
                </a:lnTo>
                <a:lnTo>
                  <a:pt x="854583" y="6814"/>
                </a:lnTo>
                <a:lnTo>
                  <a:pt x="849344" y="6814"/>
                </a:lnTo>
                <a:lnTo>
                  <a:pt x="847725" y="7385"/>
                </a:lnTo>
                <a:close/>
                <a:moveTo>
                  <a:pt x="649034" y="158738"/>
                </a:moveTo>
                <a:cubicBezTo>
                  <a:pt x="637508" y="152451"/>
                  <a:pt x="623888" y="155594"/>
                  <a:pt x="612362" y="158738"/>
                </a:cubicBezTo>
                <a:cubicBezTo>
                  <a:pt x="608171" y="160357"/>
                  <a:pt x="603980" y="160833"/>
                  <a:pt x="599313" y="162929"/>
                </a:cubicBezTo>
                <a:lnTo>
                  <a:pt x="596646" y="165024"/>
                </a:lnTo>
                <a:lnTo>
                  <a:pt x="589788" y="169215"/>
                </a:lnTo>
                <a:cubicBezTo>
                  <a:pt x="584073" y="171311"/>
                  <a:pt x="580358" y="177597"/>
                  <a:pt x="576644" y="182360"/>
                </a:cubicBezTo>
                <a:cubicBezTo>
                  <a:pt x="571405" y="189694"/>
                  <a:pt x="568738" y="199124"/>
                  <a:pt x="566166" y="207982"/>
                </a:cubicBezTo>
                <a:cubicBezTo>
                  <a:pt x="563023" y="217888"/>
                  <a:pt x="573977" y="221603"/>
                  <a:pt x="581882" y="219507"/>
                </a:cubicBezTo>
                <a:lnTo>
                  <a:pt x="585026" y="218936"/>
                </a:lnTo>
                <a:cubicBezTo>
                  <a:pt x="585597" y="218936"/>
                  <a:pt x="673037" y="221603"/>
                  <a:pt x="675608" y="221603"/>
                </a:cubicBezTo>
                <a:cubicBezTo>
                  <a:pt x="681419" y="221603"/>
                  <a:pt x="687134" y="219983"/>
                  <a:pt x="692372" y="215792"/>
                </a:cubicBezTo>
                <a:cubicBezTo>
                  <a:pt x="700754" y="209030"/>
                  <a:pt x="689705" y="185979"/>
                  <a:pt x="685514" y="179693"/>
                </a:cubicBezTo>
                <a:cubicBezTo>
                  <a:pt x="680847" y="172358"/>
                  <a:pt x="675037" y="170263"/>
                  <a:pt x="667703" y="166072"/>
                </a:cubicBezTo>
                <a:cubicBezTo>
                  <a:pt x="660845" y="162929"/>
                  <a:pt x="656749" y="159785"/>
                  <a:pt x="648843" y="158738"/>
                </a:cubicBezTo>
                <a:moveTo>
                  <a:pt x="685990" y="207982"/>
                </a:moveTo>
                <a:cubicBezTo>
                  <a:pt x="682847" y="210649"/>
                  <a:pt x="679228" y="211697"/>
                  <a:pt x="675037" y="211697"/>
                </a:cubicBezTo>
                <a:cubicBezTo>
                  <a:pt x="672941" y="211697"/>
                  <a:pt x="585978" y="209030"/>
                  <a:pt x="582835" y="209030"/>
                </a:cubicBezTo>
                <a:lnTo>
                  <a:pt x="579692" y="209601"/>
                </a:lnTo>
                <a:cubicBezTo>
                  <a:pt x="578072" y="210173"/>
                  <a:pt x="577025" y="210649"/>
                  <a:pt x="575977" y="210173"/>
                </a:cubicBezTo>
                <a:cubicBezTo>
                  <a:pt x="578072" y="202838"/>
                  <a:pt x="580168" y="194456"/>
                  <a:pt x="584359" y="188170"/>
                </a:cubicBezTo>
                <a:cubicBezTo>
                  <a:pt x="585978" y="186074"/>
                  <a:pt x="590645" y="179312"/>
                  <a:pt x="594265" y="178264"/>
                </a:cubicBezTo>
                <a:lnTo>
                  <a:pt x="602647" y="173597"/>
                </a:lnTo>
                <a:lnTo>
                  <a:pt x="604742" y="171501"/>
                </a:lnTo>
                <a:cubicBezTo>
                  <a:pt x="607886" y="169882"/>
                  <a:pt x="611505" y="169882"/>
                  <a:pt x="614648" y="168834"/>
                </a:cubicBezTo>
                <a:cubicBezTo>
                  <a:pt x="623507" y="166167"/>
                  <a:pt x="636080" y="163024"/>
                  <a:pt x="646557" y="168834"/>
                </a:cubicBezTo>
                <a:cubicBezTo>
                  <a:pt x="652844" y="169406"/>
                  <a:pt x="657606" y="172549"/>
                  <a:pt x="662845" y="175121"/>
                </a:cubicBezTo>
                <a:cubicBezTo>
                  <a:pt x="668084" y="178264"/>
                  <a:pt x="673322" y="179883"/>
                  <a:pt x="677037" y="185598"/>
                </a:cubicBezTo>
                <a:cubicBezTo>
                  <a:pt x="681228" y="191313"/>
                  <a:pt x="683895" y="200267"/>
                  <a:pt x="685895" y="208077"/>
                </a:cubicBezTo>
                <a:moveTo>
                  <a:pt x="700088" y="304470"/>
                </a:moveTo>
                <a:cubicBezTo>
                  <a:pt x="715804" y="301898"/>
                  <a:pt x="733139" y="302946"/>
                  <a:pt x="748856" y="303422"/>
                </a:cubicBezTo>
                <a:cubicBezTo>
                  <a:pt x="745712" y="313900"/>
                  <a:pt x="742569" y="321234"/>
                  <a:pt x="738378" y="328568"/>
                </a:cubicBezTo>
                <a:cubicBezTo>
                  <a:pt x="735806" y="331140"/>
                  <a:pt x="733139" y="333807"/>
                  <a:pt x="731615" y="337427"/>
                </a:cubicBezTo>
                <a:cubicBezTo>
                  <a:pt x="728948" y="341618"/>
                  <a:pt x="723233" y="346856"/>
                  <a:pt x="720090" y="348952"/>
                </a:cubicBezTo>
                <a:cubicBezTo>
                  <a:pt x="714280" y="354191"/>
                  <a:pt x="706469" y="356286"/>
                  <a:pt x="698563" y="360477"/>
                </a:cubicBezTo>
                <a:lnTo>
                  <a:pt x="695992" y="363049"/>
                </a:lnTo>
                <a:lnTo>
                  <a:pt x="693325" y="364668"/>
                </a:lnTo>
                <a:cubicBezTo>
                  <a:pt x="689134" y="365240"/>
                  <a:pt x="685990" y="368859"/>
                  <a:pt x="681800" y="370383"/>
                </a:cubicBezTo>
                <a:lnTo>
                  <a:pt x="676561" y="372002"/>
                </a:lnTo>
                <a:lnTo>
                  <a:pt x="671798" y="373622"/>
                </a:lnTo>
                <a:cubicBezTo>
                  <a:pt x="648272" y="376193"/>
                  <a:pt x="615791" y="382004"/>
                  <a:pt x="592169" y="372002"/>
                </a:cubicBezTo>
                <a:cubicBezTo>
                  <a:pt x="583216" y="370383"/>
                  <a:pt x="574834" y="365716"/>
                  <a:pt x="565976" y="364097"/>
                </a:cubicBezTo>
                <a:cubicBezTo>
                  <a:pt x="553879" y="357810"/>
                  <a:pt x="544449" y="351524"/>
                  <a:pt x="536639" y="341618"/>
                </a:cubicBezTo>
                <a:cubicBezTo>
                  <a:pt x="521399" y="330569"/>
                  <a:pt x="517303" y="307518"/>
                  <a:pt x="508349" y="291326"/>
                </a:cubicBezTo>
                <a:cubicBezTo>
                  <a:pt x="507778" y="287135"/>
                  <a:pt x="506730" y="283515"/>
                  <a:pt x="505778" y="280848"/>
                </a:cubicBezTo>
                <a:lnTo>
                  <a:pt x="504158" y="276657"/>
                </a:lnTo>
                <a:cubicBezTo>
                  <a:pt x="504158" y="276086"/>
                  <a:pt x="503111" y="271895"/>
                  <a:pt x="503111" y="270371"/>
                </a:cubicBezTo>
                <a:cubicBezTo>
                  <a:pt x="502063" y="266180"/>
                  <a:pt x="500444" y="261512"/>
                  <a:pt x="501015" y="256750"/>
                </a:cubicBezTo>
                <a:lnTo>
                  <a:pt x="501587" y="253035"/>
                </a:lnTo>
                <a:lnTo>
                  <a:pt x="502158" y="249416"/>
                </a:lnTo>
                <a:lnTo>
                  <a:pt x="502158" y="245701"/>
                </a:lnTo>
                <a:cubicBezTo>
                  <a:pt x="502730" y="243605"/>
                  <a:pt x="502730" y="240938"/>
                  <a:pt x="502730" y="238938"/>
                </a:cubicBezTo>
                <a:cubicBezTo>
                  <a:pt x="503301" y="222650"/>
                  <a:pt x="517398" y="182836"/>
                  <a:pt x="527876" y="170263"/>
                </a:cubicBezTo>
                <a:cubicBezTo>
                  <a:pt x="529971" y="162929"/>
                  <a:pt x="536829" y="159309"/>
                  <a:pt x="539972" y="152451"/>
                </a:cubicBezTo>
                <a:cubicBezTo>
                  <a:pt x="551498" y="141974"/>
                  <a:pt x="562451" y="128353"/>
                  <a:pt x="578168" y="123114"/>
                </a:cubicBezTo>
                <a:cubicBezTo>
                  <a:pt x="587597" y="119971"/>
                  <a:pt x="598075" y="114732"/>
                  <a:pt x="609029" y="114256"/>
                </a:cubicBezTo>
                <a:cubicBezTo>
                  <a:pt x="627888" y="111589"/>
                  <a:pt x="647795" y="110541"/>
                  <a:pt x="666655" y="114827"/>
                </a:cubicBezTo>
                <a:lnTo>
                  <a:pt x="670370" y="115875"/>
                </a:lnTo>
                <a:cubicBezTo>
                  <a:pt x="681323" y="119018"/>
                  <a:pt x="690753" y="123209"/>
                  <a:pt x="699707" y="127877"/>
                </a:cubicBezTo>
                <a:cubicBezTo>
                  <a:pt x="705993" y="134163"/>
                  <a:pt x="713327" y="140450"/>
                  <a:pt x="718566" y="149879"/>
                </a:cubicBezTo>
                <a:cubicBezTo>
                  <a:pt x="737426" y="166643"/>
                  <a:pt x="745331" y="195504"/>
                  <a:pt x="750475" y="227413"/>
                </a:cubicBezTo>
                <a:lnTo>
                  <a:pt x="751046" y="232175"/>
                </a:lnTo>
                <a:lnTo>
                  <a:pt x="751046" y="235890"/>
                </a:lnTo>
                <a:lnTo>
                  <a:pt x="751618" y="242177"/>
                </a:lnTo>
                <a:lnTo>
                  <a:pt x="753237" y="250082"/>
                </a:lnTo>
                <a:lnTo>
                  <a:pt x="754285" y="254750"/>
                </a:lnTo>
                <a:cubicBezTo>
                  <a:pt x="743807" y="256369"/>
                  <a:pt x="732854" y="253130"/>
                  <a:pt x="721805" y="253130"/>
                </a:cubicBezTo>
                <a:cubicBezTo>
                  <a:pt x="714470" y="252559"/>
                  <a:pt x="655796" y="256274"/>
                  <a:pt x="649510" y="256274"/>
                </a:cubicBezTo>
                <a:cubicBezTo>
                  <a:pt x="642176" y="256274"/>
                  <a:pt x="634270" y="256274"/>
                  <a:pt x="626459" y="257321"/>
                </a:cubicBezTo>
                <a:cubicBezTo>
                  <a:pt x="609695" y="258941"/>
                  <a:pt x="592455" y="258369"/>
                  <a:pt x="575120" y="258369"/>
                </a:cubicBezTo>
                <a:cubicBezTo>
                  <a:pt x="560927" y="258369"/>
                  <a:pt x="564642" y="283991"/>
                  <a:pt x="566738" y="292945"/>
                </a:cubicBezTo>
                <a:lnTo>
                  <a:pt x="568833" y="298184"/>
                </a:lnTo>
                <a:lnTo>
                  <a:pt x="570452" y="302375"/>
                </a:lnTo>
                <a:lnTo>
                  <a:pt x="572072" y="305518"/>
                </a:lnTo>
                <a:lnTo>
                  <a:pt x="574167" y="308185"/>
                </a:lnTo>
                <a:lnTo>
                  <a:pt x="577310" y="312376"/>
                </a:lnTo>
                <a:lnTo>
                  <a:pt x="582549" y="317615"/>
                </a:lnTo>
                <a:lnTo>
                  <a:pt x="587788" y="323901"/>
                </a:lnTo>
                <a:cubicBezTo>
                  <a:pt x="594074" y="331235"/>
                  <a:pt x="607124" y="336474"/>
                  <a:pt x="617125" y="337046"/>
                </a:cubicBezTo>
                <a:cubicBezTo>
                  <a:pt x="618173" y="337046"/>
                  <a:pt x="619697" y="337617"/>
                  <a:pt x="620744" y="337617"/>
                </a:cubicBezTo>
                <a:cubicBezTo>
                  <a:pt x="631793" y="337617"/>
                  <a:pt x="643795" y="337046"/>
                  <a:pt x="654272" y="333902"/>
                </a:cubicBezTo>
                <a:cubicBezTo>
                  <a:pt x="665226" y="331235"/>
                  <a:pt x="696182" y="319234"/>
                  <a:pt x="699802" y="304565"/>
                </a:cubicBezTo>
                <a:lnTo>
                  <a:pt x="700373" y="304565"/>
                </a:lnTo>
                <a:close/>
                <a:moveTo>
                  <a:pt x="575405" y="268370"/>
                </a:moveTo>
                <a:cubicBezTo>
                  <a:pt x="593217" y="268370"/>
                  <a:pt x="610457" y="268942"/>
                  <a:pt x="627793" y="267323"/>
                </a:cubicBezTo>
                <a:cubicBezTo>
                  <a:pt x="635127" y="266275"/>
                  <a:pt x="642461" y="266275"/>
                  <a:pt x="649224" y="266275"/>
                </a:cubicBezTo>
                <a:cubicBezTo>
                  <a:pt x="655511" y="266275"/>
                  <a:pt x="715804" y="262655"/>
                  <a:pt x="721519" y="263132"/>
                </a:cubicBezTo>
                <a:cubicBezTo>
                  <a:pt x="728282" y="263132"/>
                  <a:pt x="735711" y="264179"/>
                  <a:pt x="742474" y="264751"/>
                </a:cubicBezTo>
                <a:cubicBezTo>
                  <a:pt x="770287" y="267323"/>
                  <a:pt x="764477" y="260560"/>
                  <a:pt x="761333" y="240653"/>
                </a:cubicBezTo>
                <a:lnTo>
                  <a:pt x="760762" y="235414"/>
                </a:lnTo>
                <a:lnTo>
                  <a:pt x="760762" y="231223"/>
                </a:lnTo>
                <a:lnTo>
                  <a:pt x="760190" y="225984"/>
                </a:lnTo>
                <a:cubicBezTo>
                  <a:pt x="754952" y="194552"/>
                  <a:pt x="746570" y="162548"/>
                  <a:pt x="725615" y="142640"/>
                </a:cubicBezTo>
                <a:cubicBezTo>
                  <a:pt x="720947" y="133782"/>
                  <a:pt x="713042" y="126924"/>
                  <a:pt x="704660" y="119590"/>
                </a:cubicBezTo>
                <a:cubicBezTo>
                  <a:pt x="695801" y="114351"/>
                  <a:pt x="686848" y="110636"/>
                  <a:pt x="676370" y="107588"/>
                </a:cubicBezTo>
                <a:lnTo>
                  <a:pt x="672179" y="105969"/>
                </a:lnTo>
                <a:lnTo>
                  <a:pt x="668560" y="105398"/>
                </a:lnTo>
                <a:cubicBezTo>
                  <a:pt x="648653" y="100159"/>
                  <a:pt x="627698" y="101207"/>
                  <a:pt x="607219" y="104350"/>
                </a:cubicBezTo>
                <a:cubicBezTo>
                  <a:pt x="595694" y="105398"/>
                  <a:pt x="585216" y="110065"/>
                  <a:pt x="574739" y="113208"/>
                </a:cubicBezTo>
                <a:cubicBezTo>
                  <a:pt x="556927" y="119495"/>
                  <a:pt x="545402" y="133687"/>
                  <a:pt x="530733" y="147784"/>
                </a:cubicBezTo>
                <a:cubicBezTo>
                  <a:pt x="527590" y="154547"/>
                  <a:pt x="521780" y="156166"/>
                  <a:pt x="518160" y="166072"/>
                </a:cubicBezTo>
                <a:cubicBezTo>
                  <a:pt x="509207" y="177026"/>
                  <a:pt x="495110" y="214268"/>
                  <a:pt x="493014" y="230461"/>
                </a:cubicBezTo>
                <a:cubicBezTo>
                  <a:pt x="492443" y="235223"/>
                  <a:pt x="493014" y="239891"/>
                  <a:pt x="491966" y="244653"/>
                </a:cubicBezTo>
                <a:lnTo>
                  <a:pt x="491966" y="248368"/>
                </a:lnTo>
                <a:lnTo>
                  <a:pt x="491395" y="251511"/>
                </a:lnTo>
                <a:lnTo>
                  <a:pt x="490823" y="255702"/>
                </a:lnTo>
                <a:cubicBezTo>
                  <a:pt x="490252" y="261512"/>
                  <a:pt x="491871" y="267227"/>
                  <a:pt x="492919" y="272466"/>
                </a:cubicBezTo>
                <a:cubicBezTo>
                  <a:pt x="492919" y="274562"/>
                  <a:pt x="493967" y="278753"/>
                  <a:pt x="494443" y="280277"/>
                </a:cubicBezTo>
                <a:lnTo>
                  <a:pt x="496062" y="284468"/>
                </a:lnTo>
                <a:cubicBezTo>
                  <a:pt x="497110" y="287135"/>
                  <a:pt x="498158" y="289706"/>
                  <a:pt x="498158" y="292850"/>
                </a:cubicBezTo>
                <a:lnTo>
                  <a:pt x="498729" y="295517"/>
                </a:lnTo>
                <a:cubicBezTo>
                  <a:pt x="509683" y="313328"/>
                  <a:pt x="511874" y="335903"/>
                  <a:pt x="529590" y="349523"/>
                </a:cubicBezTo>
                <a:cubicBezTo>
                  <a:pt x="537972" y="360001"/>
                  <a:pt x="548926" y="367335"/>
                  <a:pt x="563118" y="374098"/>
                </a:cubicBezTo>
                <a:cubicBezTo>
                  <a:pt x="572548" y="375717"/>
                  <a:pt x="580358" y="379813"/>
                  <a:pt x="589312" y="382004"/>
                </a:cubicBezTo>
                <a:cubicBezTo>
                  <a:pt x="614458" y="392481"/>
                  <a:pt x="646938" y="386195"/>
                  <a:pt x="674656" y="383051"/>
                </a:cubicBezTo>
                <a:cubicBezTo>
                  <a:pt x="676275" y="382480"/>
                  <a:pt x="677799" y="382004"/>
                  <a:pt x="678847" y="381527"/>
                </a:cubicBezTo>
                <a:lnTo>
                  <a:pt x="684562" y="379908"/>
                </a:lnTo>
                <a:cubicBezTo>
                  <a:pt x="687705" y="378860"/>
                  <a:pt x="691420" y="377241"/>
                  <a:pt x="693992" y="374669"/>
                </a:cubicBezTo>
                <a:cubicBezTo>
                  <a:pt x="696087" y="374669"/>
                  <a:pt x="697611" y="373622"/>
                  <a:pt x="699230" y="372574"/>
                </a:cubicBezTo>
                <a:lnTo>
                  <a:pt x="701897" y="370478"/>
                </a:lnTo>
                <a:lnTo>
                  <a:pt x="704564" y="368383"/>
                </a:lnTo>
                <a:cubicBezTo>
                  <a:pt x="711899" y="365240"/>
                  <a:pt x="719233" y="362668"/>
                  <a:pt x="725519" y="357334"/>
                </a:cubicBezTo>
                <a:cubicBezTo>
                  <a:pt x="730282" y="354191"/>
                  <a:pt x="736568" y="347428"/>
                  <a:pt x="740759" y="341141"/>
                </a:cubicBezTo>
                <a:cubicBezTo>
                  <a:pt x="741807" y="338474"/>
                  <a:pt x="744474" y="336379"/>
                  <a:pt x="747046" y="333807"/>
                </a:cubicBezTo>
                <a:cubicBezTo>
                  <a:pt x="750189" y="327521"/>
                  <a:pt x="769049" y="292945"/>
                  <a:pt x="755428" y="293421"/>
                </a:cubicBezTo>
                <a:cubicBezTo>
                  <a:pt x="749713" y="293993"/>
                  <a:pt x="743903" y="293421"/>
                  <a:pt x="738664" y="292373"/>
                </a:cubicBezTo>
                <a:cubicBezTo>
                  <a:pt x="732377" y="291802"/>
                  <a:pt x="700945" y="293993"/>
                  <a:pt x="697802" y="294469"/>
                </a:cubicBezTo>
                <a:lnTo>
                  <a:pt x="693611" y="295517"/>
                </a:lnTo>
                <a:lnTo>
                  <a:pt x="689896" y="301327"/>
                </a:lnTo>
                <a:cubicBezTo>
                  <a:pt x="685133" y="309709"/>
                  <a:pt x="669512" y="319139"/>
                  <a:pt x="651129" y="324377"/>
                </a:cubicBezTo>
                <a:cubicBezTo>
                  <a:pt x="641699" y="327044"/>
                  <a:pt x="630174" y="327521"/>
                  <a:pt x="620173" y="327521"/>
                </a:cubicBezTo>
                <a:lnTo>
                  <a:pt x="615506" y="326473"/>
                </a:lnTo>
                <a:cubicBezTo>
                  <a:pt x="611315" y="327521"/>
                  <a:pt x="598265" y="321234"/>
                  <a:pt x="594551" y="317043"/>
                </a:cubicBezTo>
                <a:lnTo>
                  <a:pt x="587693" y="309233"/>
                </a:lnTo>
                <a:lnTo>
                  <a:pt x="584549" y="305518"/>
                </a:lnTo>
                <a:lnTo>
                  <a:pt x="581406" y="301898"/>
                </a:lnTo>
                <a:lnTo>
                  <a:pt x="579311" y="298184"/>
                </a:lnTo>
                <a:lnTo>
                  <a:pt x="577691" y="295040"/>
                </a:lnTo>
                <a:lnTo>
                  <a:pt x="575596" y="289325"/>
                </a:lnTo>
                <a:cubicBezTo>
                  <a:pt x="574548" y="283515"/>
                  <a:pt x="573024" y="274085"/>
                  <a:pt x="575024" y="268370"/>
                </a:cubicBezTo>
                <a:moveTo>
                  <a:pt x="447866" y="13005"/>
                </a:moveTo>
                <a:cubicBezTo>
                  <a:pt x="447389" y="20816"/>
                  <a:pt x="447389" y="30817"/>
                  <a:pt x="448437" y="37580"/>
                </a:cubicBezTo>
                <a:cubicBezTo>
                  <a:pt x="448437" y="39199"/>
                  <a:pt x="448437" y="40247"/>
                  <a:pt x="449009" y="41294"/>
                </a:cubicBezTo>
                <a:lnTo>
                  <a:pt x="449580" y="43390"/>
                </a:lnTo>
                <a:cubicBezTo>
                  <a:pt x="449009" y="48152"/>
                  <a:pt x="450151" y="52820"/>
                  <a:pt x="450628" y="56534"/>
                </a:cubicBezTo>
                <a:lnTo>
                  <a:pt x="451199" y="62345"/>
                </a:lnTo>
                <a:cubicBezTo>
                  <a:pt x="432340" y="64440"/>
                  <a:pt x="416624" y="61297"/>
                  <a:pt x="398240" y="60725"/>
                </a:cubicBezTo>
                <a:lnTo>
                  <a:pt x="395573" y="60725"/>
                </a:lnTo>
                <a:lnTo>
                  <a:pt x="389858" y="61297"/>
                </a:lnTo>
                <a:lnTo>
                  <a:pt x="388334" y="61297"/>
                </a:lnTo>
                <a:lnTo>
                  <a:pt x="388334" y="56058"/>
                </a:lnTo>
                <a:cubicBezTo>
                  <a:pt x="388906" y="50248"/>
                  <a:pt x="388906" y="45009"/>
                  <a:pt x="388906" y="41866"/>
                </a:cubicBezTo>
                <a:cubicBezTo>
                  <a:pt x="389954" y="36627"/>
                  <a:pt x="390430" y="31388"/>
                  <a:pt x="390430" y="26150"/>
                </a:cubicBezTo>
                <a:lnTo>
                  <a:pt x="391001" y="18244"/>
                </a:lnTo>
                <a:lnTo>
                  <a:pt x="403003" y="17196"/>
                </a:lnTo>
                <a:lnTo>
                  <a:pt x="405098" y="17196"/>
                </a:lnTo>
                <a:lnTo>
                  <a:pt x="409289" y="16625"/>
                </a:lnTo>
                <a:lnTo>
                  <a:pt x="422434" y="15101"/>
                </a:lnTo>
                <a:cubicBezTo>
                  <a:pt x="430816" y="14053"/>
                  <a:pt x="439198" y="13005"/>
                  <a:pt x="448056" y="13005"/>
                </a:cubicBezTo>
                <a:moveTo>
                  <a:pt x="460629" y="54915"/>
                </a:moveTo>
                <a:cubicBezTo>
                  <a:pt x="459581" y="50724"/>
                  <a:pt x="459010" y="46533"/>
                  <a:pt x="458534" y="39199"/>
                </a:cubicBezTo>
                <a:lnTo>
                  <a:pt x="458534" y="36532"/>
                </a:lnTo>
                <a:cubicBezTo>
                  <a:pt x="457486" y="28721"/>
                  <a:pt x="457962" y="16148"/>
                  <a:pt x="457962" y="8719"/>
                </a:cubicBezTo>
                <a:cubicBezTo>
                  <a:pt x="457962" y="-1759"/>
                  <a:pt x="424434" y="4528"/>
                  <a:pt x="421291" y="5004"/>
                </a:cubicBezTo>
                <a:lnTo>
                  <a:pt x="408146" y="6052"/>
                </a:lnTo>
                <a:lnTo>
                  <a:pt x="403955" y="7100"/>
                </a:lnTo>
                <a:lnTo>
                  <a:pt x="401860" y="7100"/>
                </a:lnTo>
                <a:lnTo>
                  <a:pt x="387191" y="8147"/>
                </a:lnTo>
                <a:cubicBezTo>
                  <a:pt x="384048" y="7576"/>
                  <a:pt x="380905" y="9195"/>
                  <a:pt x="380905" y="13386"/>
                </a:cubicBezTo>
                <a:cubicBezTo>
                  <a:pt x="380905" y="22244"/>
                  <a:pt x="380333" y="31198"/>
                  <a:pt x="378809" y="40628"/>
                </a:cubicBezTo>
                <a:lnTo>
                  <a:pt x="378809" y="41675"/>
                </a:lnTo>
                <a:cubicBezTo>
                  <a:pt x="378809" y="44247"/>
                  <a:pt x="378809" y="49486"/>
                  <a:pt x="378238" y="55296"/>
                </a:cubicBezTo>
                <a:lnTo>
                  <a:pt x="377666" y="61583"/>
                </a:lnTo>
                <a:lnTo>
                  <a:pt x="377666" y="64250"/>
                </a:lnTo>
                <a:cubicBezTo>
                  <a:pt x="370808" y="75775"/>
                  <a:pt x="394430" y="69965"/>
                  <a:pt x="398145" y="70536"/>
                </a:cubicBezTo>
                <a:cubicBezTo>
                  <a:pt x="400812" y="71108"/>
                  <a:pt x="446913" y="74251"/>
                  <a:pt x="457867" y="71108"/>
                </a:cubicBezTo>
                <a:cubicBezTo>
                  <a:pt x="461486" y="70060"/>
                  <a:pt x="461486" y="66440"/>
                  <a:pt x="461486" y="63773"/>
                </a:cubicBezTo>
                <a:cubicBezTo>
                  <a:pt x="460915" y="61106"/>
                  <a:pt x="460439" y="57963"/>
                  <a:pt x="460439" y="54915"/>
                </a:cubicBezTo>
                <a:moveTo>
                  <a:pt x="445770" y="370288"/>
                </a:moveTo>
                <a:cubicBezTo>
                  <a:pt x="434721" y="369240"/>
                  <a:pt x="391287" y="369716"/>
                  <a:pt x="387096" y="370859"/>
                </a:cubicBezTo>
                <a:cubicBezTo>
                  <a:pt x="385477" y="370859"/>
                  <a:pt x="387096" y="370859"/>
                  <a:pt x="387096" y="370859"/>
                </a:cubicBezTo>
                <a:lnTo>
                  <a:pt x="387096" y="368764"/>
                </a:lnTo>
                <a:cubicBezTo>
                  <a:pt x="387096" y="363525"/>
                  <a:pt x="389668" y="152927"/>
                  <a:pt x="389668" y="151880"/>
                </a:cubicBezTo>
                <a:cubicBezTo>
                  <a:pt x="389668" y="144069"/>
                  <a:pt x="388144" y="135116"/>
                  <a:pt x="388620" y="126734"/>
                </a:cubicBezTo>
                <a:cubicBezTo>
                  <a:pt x="388620" y="124067"/>
                  <a:pt x="389096" y="121495"/>
                  <a:pt x="389096" y="119399"/>
                </a:cubicBezTo>
                <a:cubicBezTo>
                  <a:pt x="391763" y="119399"/>
                  <a:pt x="394335" y="119971"/>
                  <a:pt x="397002" y="119971"/>
                </a:cubicBezTo>
                <a:lnTo>
                  <a:pt x="441484" y="119399"/>
                </a:lnTo>
                <a:lnTo>
                  <a:pt x="443579" y="118828"/>
                </a:lnTo>
                <a:lnTo>
                  <a:pt x="445199" y="118828"/>
                </a:lnTo>
                <a:cubicBezTo>
                  <a:pt x="445770" y="132449"/>
                  <a:pt x="446246" y="147689"/>
                  <a:pt x="447770" y="162262"/>
                </a:cubicBezTo>
                <a:cubicBezTo>
                  <a:pt x="447770" y="163881"/>
                  <a:pt x="446723" y="212554"/>
                  <a:pt x="445675" y="263417"/>
                </a:cubicBezTo>
                <a:cubicBezTo>
                  <a:pt x="445103" y="306375"/>
                  <a:pt x="444627" y="351905"/>
                  <a:pt x="445675" y="370288"/>
                </a:cubicBezTo>
                <a:moveTo>
                  <a:pt x="385382" y="380289"/>
                </a:moveTo>
                <a:cubicBezTo>
                  <a:pt x="388525" y="379718"/>
                  <a:pt x="439865" y="379718"/>
                  <a:pt x="446151" y="380289"/>
                </a:cubicBezTo>
                <a:cubicBezTo>
                  <a:pt x="450342" y="380861"/>
                  <a:pt x="457676" y="383432"/>
                  <a:pt x="456057" y="375622"/>
                </a:cubicBezTo>
                <a:cubicBezTo>
                  <a:pt x="454438" y="366668"/>
                  <a:pt x="455009" y="314852"/>
                  <a:pt x="455486" y="263513"/>
                </a:cubicBezTo>
                <a:cubicBezTo>
                  <a:pt x="456533" y="212173"/>
                  <a:pt x="457581" y="163405"/>
                  <a:pt x="457581" y="161881"/>
                </a:cubicBezTo>
                <a:cubicBezTo>
                  <a:pt x="455962" y="145117"/>
                  <a:pt x="454914" y="128353"/>
                  <a:pt x="454914" y="113208"/>
                </a:cubicBezTo>
                <a:cubicBezTo>
                  <a:pt x="454914" y="108541"/>
                  <a:pt x="450723" y="107969"/>
                  <a:pt x="447580" y="108541"/>
                </a:cubicBezTo>
                <a:cubicBezTo>
                  <a:pt x="445008" y="108541"/>
                  <a:pt x="442341" y="109017"/>
                  <a:pt x="440246" y="109589"/>
                </a:cubicBezTo>
                <a:lnTo>
                  <a:pt x="396716" y="110160"/>
                </a:lnTo>
                <a:cubicBezTo>
                  <a:pt x="379952" y="110160"/>
                  <a:pt x="378428" y="106541"/>
                  <a:pt x="378428" y="126448"/>
                </a:cubicBezTo>
                <a:cubicBezTo>
                  <a:pt x="377857" y="135306"/>
                  <a:pt x="379476" y="144260"/>
                  <a:pt x="379476" y="152070"/>
                </a:cubicBezTo>
                <a:cubicBezTo>
                  <a:pt x="379476" y="153118"/>
                  <a:pt x="376809" y="363716"/>
                  <a:pt x="376809" y="368954"/>
                </a:cubicBezTo>
                <a:cubicBezTo>
                  <a:pt x="376809" y="373145"/>
                  <a:pt x="376238" y="385718"/>
                  <a:pt x="384715" y="380956"/>
                </a:cubicBezTo>
                <a:lnTo>
                  <a:pt x="385286" y="380384"/>
                </a:lnTo>
                <a:close/>
                <a:moveTo>
                  <a:pt x="81725" y="12529"/>
                </a:moveTo>
                <a:cubicBezTo>
                  <a:pt x="82201" y="14148"/>
                  <a:pt x="82772" y="15672"/>
                  <a:pt x="83249" y="16720"/>
                </a:cubicBezTo>
                <a:cubicBezTo>
                  <a:pt x="86392" y="21959"/>
                  <a:pt x="87916" y="26721"/>
                  <a:pt x="89535" y="30341"/>
                </a:cubicBezTo>
                <a:cubicBezTo>
                  <a:pt x="93726" y="36151"/>
                  <a:pt x="102108" y="63869"/>
                  <a:pt x="110490" y="93777"/>
                </a:cubicBezTo>
                <a:cubicBezTo>
                  <a:pt x="118872" y="123114"/>
                  <a:pt x="126683" y="152451"/>
                  <a:pt x="128873" y="158166"/>
                </a:cubicBezTo>
                <a:cubicBezTo>
                  <a:pt x="130397" y="161786"/>
                  <a:pt x="133064" y="166548"/>
                  <a:pt x="134112" y="172835"/>
                </a:cubicBezTo>
                <a:cubicBezTo>
                  <a:pt x="144590" y="195885"/>
                  <a:pt x="149257" y="221507"/>
                  <a:pt x="157639" y="245606"/>
                </a:cubicBezTo>
                <a:lnTo>
                  <a:pt x="158687" y="248273"/>
                </a:lnTo>
                <a:cubicBezTo>
                  <a:pt x="159734" y="252464"/>
                  <a:pt x="159734" y="253988"/>
                  <a:pt x="160306" y="255035"/>
                </a:cubicBezTo>
                <a:cubicBezTo>
                  <a:pt x="162878" y="266561"/>
                  <a:pt x="177070" y="271323"/>
                  <a:pt x="180785" y="259226"/>
                </a:cubicBezTo>
                <a:cubicBezTo>
                  <a:pt x="189643" y="230366"/>
                  <a:pt x="197549" y="199981"/>
                  <a:pt x="208026" y="172835"/>
                </a:cubicBezTo>
                <a:cubicBezTo>
                  <a:pt x="210122" y="166548"/>
                  <a:pt x="212789" y="160833"/>
                  <a:pt x="214313" y="155023"/>
                </a:cubicBezTo>
                <a:cubicBezTo>
                  <a:pt x="216408" y="148736"/>
                  <a:pt x="219075" y="143021"/>
                  <a:pt x="221171" y="137687"/>
                </a:cubicBezTo>
                <a:cubicBezTo>
                  <a:pt x="222218" y="135592"/>
                  <a:pt x="222790" y="132449"/>
                  <a:pt x="224314" y="129305"/>
                </a:cubicBezTo>
                <a:cubicBezTo>
                  <a:pt x="225362" y="127686"/>
                  <a:pt x="225933" y="126162"/>
                  <a:pt x="226409" y="124067"/>
                </a:cubicBezTo>
                <a:lnTo>
                  <a:pt x="227457" y="121971"/>
                </a:lnTo>
                <a:cubicBezTo>
                  <a:pt x="228029" y="120447"/>
                  <a:pt x="228505" y="118828"/>
                  <a:pt x="228505" y="116732"/>
                </a:cubicBezTo>
                <a:lnTo>
                  <a:pt x="230600" y="113589"/>
                </a:lnTo>
                <a:cubicBezTo>
                  <a:pt x="231172" y="111494"/>
                  <a:pt x="232219" y="109398"/>
                  <a:pt x="232696" y="106826"/>
                </a:cubicBezTo>
                <a:cubicBezTo>
                  <a:pt x="236411" y="99492"/>
                  <a:pt x="237363" y="85871"/>
                  <a:pt x="240506" y="80633"/>
                </a:cubicBezTo>
                <a:cubicBezTo>
                  <a:pt x="243173" y="70631"/>
                  <a:pt x="244697" y="65393"/>
                  <a:pt x="248412" y="59106"/>
                </a:cubicBezTo>
                <a:cubicBezTo>
                  <a:pt x="250984" y="45485"/>
                  <a:pt x="257270" y="32912"/>
                  <a:pt x="261556" y="19863"/>
                </a:cubicBezTo>
                <a:cubicBezTo>
                  <a:pt x="262128" y="17196"/>
                  <a:pt x="262604" y="15196"/>
                  <a:pt x="263176" y="13100"/>
                </a:cubicBezTo>
                <a:cubicBezTo>
                  <a:pt x="267367" y="12529"/>
                  <a:pt x="271558" y="12053"/>
                  <a:pt x="275749" y="12053"/>
                </a:cubicBezTo>
                <a:cubicBezTo>
                  <a:pt x="287750" y="12624"/>
                  <a:pt x="299371" y="15196"/>
                  <a:pt x="310801" y="12624"/>
                </a:cubicBezTo>
                <a:cubicBezTo>
                  <a:pt x="315563" y="14243"/>
                  <a:pt x="318707" y="12624"/>
                  <a:pt x="322802" y="12624"/>
                </a:cubicBezTo>
                <a:lnTo>
                  <a:pt x="328613" y="13196"/>
                </a:lnTo>
                <a:cubicBezTo>
                  <a:pt x="328041" y="21578"/>
                  <a:pt x="321755" y="29483"/>
                  <a:pt x="320231" y="37770"/>
                </a:cubicBezTo>
                <a:lnTo>
                  <a:pt x="320231" y="40913"/>
                </a:lnTo>
                <a:lnTo>
                  <a:pt x="319183" y="43485"/>
                </a:lnTo>
                <a:cubicBezTo>
                  <a:pt x="318611" y="45104"/>
                  <a:pt x="318135" y="46152"/>
                  <a:pt x="317564" y="47676"/>
                </a:cubicBezTo>
                <a:cubicBezTo>
                  <a:pt x="314992" y="52915"/>
                  <a:pt x="314992" y="58630"/>
                  <a:pt x="313373" y="64440"/>
                </a:cubicBezTo>
                <a:cubicBezTo>
                  <a:pt x="310706" y="72822"/>
                  <a:pt x="308705" y="80728"/>
                  <a:pt x="307086" y="89586"/>
                </a:cubicBezTo>
                <a:lnTo>
                  <a:pt x="306038" y="93777"/>
                </a:lnTo>
                <a:lnTo>
                  <a:pt x="304991" y="96920"/>
                </a:lnTo>
                <a:cubicBezTo>
                  <a:pt x="304514" y="98540"/>
                  <a:pt x="303943" y="99587"/>
                  <a:pt x="303467" y="101111"/>
                </a:cubicBezTo>
                <a:lnTo>
                  <a:pt x="301943" y="104255"/>
                </a:lnTo>
                <a:cubicBezTo>
                  <a:pt x="301371" y="105302"/>
                  <a:pt x="300895" y="106922"/>
                  <a:pt x="300323" y="107969"/>
                </a:cubicBezTo>
                <a:cubicBezTo>
                  <a:pt x="298228" y="114732"/>
                  <a:pt x="296609" y="121114"/>
                  <a:pt x="294608" y="127305"/>
                </a:cubicBezTo>
                <a:cubicBezTo>
                  <a:pt x="292513" y="133115"/>
                  <a:pt x="290894" y="139307"/>
                  <a:pt x="287274" y="146165"/>
                </a:cubicBezTo>
                <a:cubicBezTo>
                  <a:pt x="285750" y="152927"/>
                  <a:pt x="283083" y="159309"/>
                  <a:pt x="280988" y="166548"/>
                </a:cubicBezTo>
                <a:cubicBezTo>
                  <a:pt x="276797" y="174359"/>
                  <a:pt x="275273" y="183312"/>
                  <a:pt x="273177" y="192170"/>
                </a:cubicBezTo>
                <a:cubicBezTo>
                  <a:pt x="271558" y="197981"/>
                  <a:pt x="268415" y="203124"/>
                  <a:pt x="266319" y="208934"/>
                </a:cubicBezTo>
                <a:cubicBezTo>
                  <a:pt x="262604" y="221507"/>
                  <a:pt x="261080" y="234557"/>
                  <a:pt x="256318" y="246653"/>
                </a:cubicBezTo>
                <a:cubicBezTo>
                  <a:pt x="254222" y="250368"/>
                  <a:pt x="251555" y="253416"/>
                  <a:pt x="250031" y="257131"/>
                </a:cubicBezTo>
                <a:cubicBezTo>
                  <a:pt x="247936" y="261322"/>
                  <a:pt x="247460" y="265513"/>
                  <a:pt x="245840" y="269704"/>
                </a:cubicBezTo>
                <a:cubicBezTo>
                  <a:pt x="242126" y="281705"/>
                  <a:pt x="239554" y="293802"/>
                  <a:pt x="234791" y="305327"/>
                </a:cubicBezTo>
                <a:cubicBezTo>
                  <a:pt x="231648" y="313233"/>
                  <a:pt x="229076" y="321615"/>
                  <a:pt x="226409" y="329902"/>
                </a:cubicBezTo>
                <a:cubicBezTo>
                  <a:pt x="222218" y="344094"/>
                  <a:pt x="216980" y="360287"/>
                  <a:pt x="213265" y="376003"/>
                </a:cubicBezTo>
                <a:lnTo>
                  <a:pt x="201740" y="376003"/>
                </a:lnTo>
                <a:cubicBezTo>
                  <a:pt x="200216" y="376003"/>
                  <a:pt x="198596" y="376003"/>
                  <a:pt x="197549" y="376574"/>
                </a:cubicBezTo>
                <a:cubicBezTo>
                  <a:pt x="178213" y="377622"/>
                  <a:pt x="158782" y="378670"/>
                  <a:pt x="139922" y="378670"/>
                </a:cubicBezTo>
                <a:lnTo>
                  <a:pt x="132112" y="378670"/>
                </a:lnTo>
                <a:lnTo>
                  <a:pt x="128969" y="373431"/>
                </a:lnTo>
                <a:cubicBezTo>
                  <a:pt x="123730" y="364001"/>
                  <a:pt x="118967" y="349333"/>
                  <a:pt x="115824" y="338379"/>
                </a:cubicBezTo>
                <a:lnTo>
                  <a:pt x="113157" y="329997"/>
                </a:lnTo>
                <a:cubicBezTo>
                  <a:pt x="112681" y="327902"/>
                  <a:pt x="112109" y="325806"/>
                  <a:pt x="111062" y="324282"/>
                </a:cubicBezTo>
                <a:cubicBezTo>
                  <a:pt x="108395" y="305423"/>
                  <a:pt x="101632" y="283896"/>
                  <a:pt x="96393" y="266656"/>
                </a:cubicBezTo>
                <a:lnTo>
                  <a:pt x="85344" y="227413"/>
                </a:lnTo>
                <a:cubicBezTo>
                  <a:pt x="84868" y="225889"/>
                  <a:pt x="84296" y="224270"/>
                  <a:pt x="83820" y="223222"/>
                </a:cubicBezTo>
                <a:lnTo>
                  <a:pt x="81248" y="217412"/>
                </a:lnTo>
                <a:cubicBezTo>
                  <a:pt x="79724" y="212744"/>
                  <a:pt x="79724" y="209601"/>
                  <a:pt x="78581" y="206458"/>
                </a:cubicBezTo>
                <a:cubicBezTo>
                  <a:pt x="76486" y="200171"/>
                  <a:pt x="72866" y="191789"/>
                  <a:pt x="70771" y="183979"/>
                </a:cubicBezTo>
                <a:cubicBezTo>
                  <a:pt x="70771" y="182931"/>
                  <a:pt x="69723" y="181312"/>
                  <a:pt x="68675" y="179788"/>
                </a:cubicBezTo>
                <a:cubicBezTo>
                  <a:pt x="68104" y="174073"/>
                  <a:pt x="64961" y="169310"/>
                  <a:pt x="62865" y="164072"/>
                </a:cubicBezTo>
                <a:lnTo>
                  <a:pt x="57626" y="149403"/>
                </a:lnTo>
                <a:cubicBezTo>
                  <a:pt x="51816" y="131591"/>
                  <a:pt x="44006" y="114351"/>
                  <a:pt x="39815" y="94920"/>
                </a:cubicBezTo>
                <a:cubicBezTo>
                  <a:pt x="39815" y="94349"/>
                  <a:pt x="39243" y="93301"/>
                  <a:pt x="38767" y="92825"/>
                </a:cubicBezTo>
                <a:lnTo>
                  <a:pt x="37719" y="89110"/>
                </a:lnTo>
                <a:cubicBezTo>
                  <a:pt x="35147" y="84347"/>
                  <a:pt x="34004" y="78632"/>
                  <a:pt x="31909" y="73870"/>
                </a:cubicBezTo>
                <a:cubicBezTo>
                  <a:pt x="31433" y="71774"/>
                  <a:pt x="30861" y="70155"/>
                  <a:pt x="29813" y="68155"/>
                </a:cubicBezTo>
                <a:lnTo>
                  <a:pt x="27241" y="62916"/>
                </a:lnTo>
                <a:lnTo>
                  <a:pt x="25146" y="58725"/>
                </a:lnTo>
                <a:cubicBezTo>
                  <a:pt x="24575" y="57677"/>
                  <a:pt x="24098" y="56153"/>
                  <a:pt x="23527" y="54534"/>
                </a:cubicBezTo>
                <a:cubicBezTo>
                  <a:pt x="22003" y="49295"/>
                  <a:pt x="22003" y="43009"/>
                  <a:pt x="19812" y="36722"/>
                </a:cubicBezTo>
                <a:cubicBezTo>
                  <a:pt x="17240" y="31484"/>
                  <a:pt x="15621" y="26245"/>
                  <a:pt x="14097" y="21482"/>
                </a:cubicBezTo>
                <a:lnTo>
                  <a:pt x="13526" y="17768"/>
                </a:lnTo>
                <a:lnTo>
                  <a:pt x="12954" y="16244"/>
                </a:lnTo>
                <a:cubicBezTo>
                  <a:pt x="18669" y="16244"/>
                  <a:pt x="21336" y="15196"/>
                  <a:pt x="27146" y="15196"/>
                </a:cubicBezTo>
                <a:cubicBezTo>
                  <a:pt x="31337" y="15196"/>
                  <a:pt x="70580" y="13577"/>
                  <a:pt x="72676" y="13577"/>
                </a:cubicBezTo>
                <a:cubicBezTo>
                  <a:pt x="74771" y="13005"/>
                  <a:pt x="77915" y="12529"/>
                  <a:pt x="81629" y="12529"/>
                </a:cubicBezTo>
                <a:moveTo>
                  <a:pt x="216789" y="121971"/>
                </a:moveTo>
                <a:cubicBezTo>
                  <a:pt x="214122" y="124638"/>
                  <a:pt x="213074" y="130353"/>
                  <a:pt x="212027" y="133496"/>
                </a:cubicBezTo>
                <a:cubicBezTo>
                  <a:pt x="209455" y="139211"/>
                  <a:pt x="206788" y="145498"/>
                  <a:pt x="204692" y="152356"/>
                </a:cubicBezTo>
                <a:cubicBezTo>
                  <a:pt x="203168" y="158166"/>
                  <a:pt x="200501" y="163310"/>
                  <a:pt x="198406" y="169691"/>
                </a:cubicBezTo>
                <a:cubicBezTo>
                  <a:pt x="187928" y="196933"/>
                  <a:pt x="180118" y="226746"/>
                  <a:pt x="171641" y="255607"/>
                </a:cubicBezTo>
                <a:cubicBezTo>
                  <a:pt x="169545" y="253511"/>
                  <a:pt x="169069" y="248273"/>
                  <a:pt x="168021" y="245701"/>
                </a:cubicBezTo>
                <a:lnTo>
                  <a:pt x="167450" y="242558"/>
                </a:lnTo>
                <a:cubicBezTo>
                  <a:pt x="158496" y="218459"/>
                  <a:pt x="153829" y="192837"/>
                  <a:pt x="143351" y="169215"/>
                </a:cubicBezTo>
                <a:cubicBezTo>
                  <a:pt x="142304" y="163976"/>
                  <a:pt x="140208" y="159309"/>
                  <a:pt x="138113" y="154547"/>
                </a:cubicBezTo>
                <a:cubicBezTo>
                  <a:pt x="136017" y="148736"/>
                  <a:pt x="128111" y="119971"/>
                  <a:pt x="120301" y="91205"/>
                </a:cubicBezTo>
                <a:cubicBezTo>
                  <a:pt x="111919" y="62345"/>
                  <a:pt x="103537" y="33579"/>
                  <a:pt x="98298" y="25197"/>
                </a:cubicBezTo>
                <a:cubicBezTo>
                  <a:pt x="96774" y="22054"/>
                  <a:pt x="95155" y="17291"/>
                  <a:pt x="92012" y="12053"/>
                </a:cubicBezTo>
                <a:cubicBezTo>
                  <a:pt x="89916" y="7290"/>
                  <a:pt x="89440" y="2147"/>
                  <a:pt x="82582" y="2147"/>
                </a:cubicBezTo>
                <a:lnTo>
                  <a:pt x="80010" y="2718"/>
                </a:lnTo>
                <a:cubicBezTo>
                  <a:pt x="76867" y="2718"/>
                  <a:pt x="74200" y="3290"/>
                  <a:pt x="72104" y="3766"/>
                </a:cubicBezTo>
                <a:cubicBezTo>
                  <a:pt x="70009" y="3766"/>
                  <a:pt x="31242" y="5385"/>
                  <a:pt x="27051" y="5385"/>
                </a:cubicBezTo>
                <a:cubicBezTo>
                  <a:pt x="21812" y="5385"/>
                  <a:pt x="16002" y="6433"/>
                  <a:pt x="8763" y="6433"/>
                </a:cubicBezTo>
                <a:cubicBezTo>
                  <a:pt x="4191" y="6242"/>
                  <a:pt x="1048" y="9386"/>
                  <a:pt x="2572" y="16148"/>
                </a:cubicBezTo>
                <a:cubicBezTo>
                  <a:pt x="3143" y="16625"/>
                  <a:pt x="3620" y="18244"/>
                  <a:pt x="3620" y="19292"/>
                </a:cubicBezTo>
                <a:lnTo>
                  <a:pt x="4667" y="24054"/>
                </a:lnTo>
                <a:cubicBezTo>
                  <a:pt x="5715" y="29293"/>
                  <a:pt x="7811" y="34532"/>
                  <a:pt x="10382" y="40342"/>
                </a:cubicBezTo>
                <a:cubicBezTo>
                  <a:pt x="12002" y="46057"/>
                  <a:pt x="12002" y="52343"/>
                  <a:pt x="14097" y="57582"/>
                </a:cubicBezTo>
                <a:cubicBezTo>
                  <a:pt x="14669" y="59678"/>
                  <a:pt x="15621" y="61297"/>
                  <a:pt x="16193" y="62821"/>
                </a:cubicBezTo>
                <a:cubicBezTo>
                  <a:pt x="19907" y="70155"/>
                  <a:pt x="17240" y="64916"/>
                  <a:pt x="20955" y="72251"/>
                </a:cubicBezTo>
                <a:lnTo>
                  <a:pt x="22479" y="77013"/>
                </a:lnTo>
                <a:cubicBezTo>
                  <a:pt x="24575" y="82252"/>
                  <a:pt x="25622" y="87967"/>
                  <a:pt x="28289" y="93301"/>
                </a:cubicBezTo>
                <a:cubicBezTo>
                  <a:pt x="28289" y="93301"/>
                  <a:pt x="28766" y="95396"/>
                  <a:pt x="30385" y="98540"/>
                </a:cubicBezTo>
                <a:cubicBezTo>
                  <a:pt x="34100" y="117399"/>
                  <a:pt x="41910" y="134735"/>
                  <a:pt x="48197" y="153023"/>
                </a:cubicBezTo>
                <a:lnTo>
                  <a:pt x="53435" y="167691"/>
                </a:lnTo>
                <a:cubicBezTo>
                  <a:pt x="56007" y="173978"/>
                  <a:pt x="58674" y="180264"/>
                  <a:pt x="61341" y="186551"/>
                </a:cubicBezTo>
                <a:cubicBezTo>
                  <a:pt x="63437" y="194933"/>
                  <a:pt x="67056" y="202743"/>
                  <a:pt x="69152" y="209601"/>
                </a:cubicBezTo>
                <a:cubicBezTo>
                  <a:pt x="70199" y="212744"/>
                  <a:pt x="70199" y="215888"/>
                  <a:pt x="72295" y="222174"/>
                </a:cubicBezTo>
                <a:lnTo>
                  <a:pt x="73343" y="224270"/>
                </a:lnTo>
                <a:cubicBezTo>
                  <a:pt x="74390" y="226365"/>
                  <a:pt x="75438" y="227889"/>
                  <a:pt x="75914" y="229985"/>
                </a:cubicBezTo>
                <a:lnTo>
                  <a:pt x="86868" y="269799"/>
                </a:lnTo>
                <a:cubicBezTo>
                  <a:pt x="91535" y="286563"/>
                  <a:pt x="98393" y="307994"/>
                  <a:pt x="101537" y="327425"/>
                </a:cubicBezTo>
                <a:cubicBezTo>
                  <a:pt x="102584" y="329045"/>
                  <a:pt x="103061" y="331045"/>
                  <a:pt x="103632" y="333140"/>
                </a:cubicBezTo>
                <a:lnTo>
                  <a:pt x="105728" y="341046"/>
                </a:lnTo>
                <a:cubicBezTo>
                  <a:pt x="108871" y="352571"/>
                  <a:pt x="114109" y="367716"/>
                  <a:pt x="119825" y="378194"/>
                </a:cubicBezTo>
                <a:lnTo>
                  <a:pt x="126111" y="387623"/>
                </a:lnTo>
                <a:cubicBezTo>
                  <a:pt x="126111" y="388195"/>
                  <a:pt x="127159" y="388671"/>
                  <a:pt x="129254" y="388671"/>
                </a:cubicBezTo>
                <a:lnTo>
                  <a:pt x="139732" y="388671"/>
                </a:lnTo>
                <a:cubicBezTo>
                  <a:pt x="159068" y="388671"/>
                  <a:pt x="178975" y="388100"/>
                  <a:pt x="198882" y="386576"/>
                </a:cubicBezTo>
                <a:cubicBezTo>
                  <a:pt x="199454" y="386004"/>
                  <a:pt x="200406" y="386004"/>
                  <a:pt x="202025" y="386004"/>
                </a:cubicBezTo>
                <a:lnTo>
                  <a:pt x="213551" y="386004"/>
                </a:lnTo>
                <a:cubicBezTo>
                  <a:pt x="216694" y="386004"/>
                  <a:pt x="221456" y="385433"/>
                  <a:pt x="222504" y="381813"/>
                </a:cubicBezTo>
                <a:cubicBezTo>
                  <a:pt x="225647" y="365049"/>
                  <a:pt x="231362" y="347237"/>
                  <a:pt x="236125" y="332569"/>
                </a:cubicBezTo>
                <a:cubicBezTo>
                  <a:pt x="238220" y="324758"/>
                  <a:pt x="240792" y="316376"/>
                  <a:pt x="243935" y="309042"/>
                </a:cubicBezTo>
                <a:cubicBezTo>
                  <a:pt x="248698" y="297517"/>
                  <a:pt x="251269" y="285515"/>
                  <a:pt x="254984" y="273419"/>
                </a:cubicBezTo>
                <a:cubicBezTo>
                  <a:pt x="256508" y="269704"/>
                  <a:pt x="257080" y="265037"/>
                  <a:pt x="259175" y="261417"/>
                </a:cubicBezTo>
                <a:cubicBezTo>
                  <a:pt x="260699" y="257702"/>
                  <a:pt x="263366" y="254083"/>
                  <a:pt x="265462" y="250463"/>
                </a:cubicBezTo>
                <a:cubicBezTo>
                  <a:pt x="270129" y="238462"/>
                  <a:pt x="272320" y="224841"/>
                  <a:pt x="275939" y="212268"/>
                </a:cubicBezTo>
                <a:cubicBezTo>
                  <a:pt x="278035" y="206458"/>
                  <a:pt x="281178" y="200743"/>
                  <a:pt x="282702" y="194456"/>
                </a:cubicBezTo>
                <a:cubicBezTo>
                  <a:pt x="284321" y="187122"/>
                  <a:pt x="286417" y="177692"/>
                  <a:pt x="290608" y="169310"/>
                </a:cubicBezTo>
                <a:cubicBezTo>
                  <a:pt x="292227" y="162452"/>
                  <a:pt x="294799" y="156166"/>
                  <a:pt x="296323" y="148832"/>
                </a:cubicBezTo>
                <a:cubicBezTo>
                  <a:pt x="300038" y="143593"/>
                  <a:pt x="301562" y="136830"/>
                  <a:pt x="303657" y="131020"/>
                </a:cubicBezTo>
                <a:cubicBezTo>
                  <a:pt x="305753" y="124733"/>
                  <a:pt x="307372" y="117875"/>
                  <a:pt x="309372" y="111113"/>
                </a:cubicBezTo>
                <a:cubicBezTo>
                  <a:pt x="309944" y="110065"/>
                  <a:pt x="309944" y="109493"/>
                  <a:pt x="310420" y="108541"/>
                </a:cubicBezTo>
                <a:lnTo>
                  <a:pt x="312039" y="105874"/>
                </a:lnTo>
                <a:cubicBezTo>
                  <a:pt x="313087" y="103778"/>
                  <a:pt x="313658" y="102159"/>
                  <a:pt x="314706" y="99587"/>
                </a:cubicBezTo>
                <a:lnTo>
                  <a:pt x="315278" y="95873"/>
                </a:lnTo>
                <a:lnTo>
                  <a:pt x="316325" y="91205"/>
                </a:lnTo>
                <a:cubicBezTo>
                  <a:pt x="317945" y="83300"/>
                  <a:pt x="320040" y="75489"/>
                  <a:pt x="322612" y="67107"/>
                </a:cubicBezTo>
                <a:cubicBezTo>
                  <a:pt x="324231" y="62345"/>
                  <a:pt x="324231" y="56630"/>
                  <a:pt x="326326" y="51867"/>
                </a:cubicBezTo>
                <a:cubicBezTo>
                  <a:pt x="327946" y="48152"/>
                  <a:pt x="329470" y="46057"/>
                  <a:pt x="329946" y="42437"/>
                </a:cubicBezTo>
                <a:lnTo>
                  <a:pt x="329946" y="39294"/>
                </a:lnTo>
                <a:cubicBezTo>
                  <a:pt x="332042" y="27769"/>
                  <a:pt x="340424" y="21482"/>
                  <a:pt x="338328" y="7862"/>
                </a:cubicBezTo>
                <a:cubicBezTo>
                  <a:pt x="337280" y="2147"/>
                  <a:pt x="325184" y="3194"/>
                  <a:pt x="322612" y="2623"/>
                </a:cubicBezTo>
                <a:cubicBezTo>
                  <a:pt x="320040" y="2623"/>
                  <a:pt x="317945" y="3194"/>
                  <a:pt x="316325" y="3194"/>
                </a:cubicBezTo>
                <a:cubicBezTo>
                  <a:pt x="314230" y="3194"/>
                  <a:pt x="311658" y="2147"/>
                  <a:pt x="310039" y="2623"/>
                </a:cubicBezTo>
                <a:cubicBezTo>
                  <a:pt x="299561" y="5195"/>
                  <a:pt x="286988" y="2623"/>
                  <a:pt x="276035" y="2051"/>
                </a:cubicBezTo>
                <a:cubicBezTo>
                  <a:pt x="272891" y="2051"/>
                  <a:pt x="269177" y="2051"/>
                  <a:pt x="266033" y="2623"/>
                </a:cubicBezTo>
                <a:cubicBezTo>
                  <a:pt x="253460" y="3671"/>
                  <a:pt x="254508" y="4147"/>
                  <a:pt x="251365" y="17291"/>
                </a:cubicBezTo>
                <a:cubicBezTo>
                  <a:pt x="247174" y="30436"/>
                  <a:pt x="241364" y="42437"/>
                  <a:pt x="238792" y="56534"/>
                </a:cubicBezTo>
                <a:cubicBezTo>
                  <a:pt x="235077" y="61773"/>
                  <a:pt x="233077" y="68631"/>
                  <a:pt x="230886" y="77013"/>
                </a:cubicBezTo>
                <a:cubicBezTo>
                  <a:pt x="226219" y="84824"/>
                  <a:pt x="227743" y="94825"/>
                  <a:pt x="222504" y="104255"/>
                </a:cubicBezTo>
                <a:cubicBezTo>
                  <a:pt x="222504" y="106350"/>
                  <a:pt x="221933" y="107969"/>
                  <a:pt x="220885" y="109493"/>
                </a:cubicBezTo>
                <a:cubicBezTo>
                  <a:pt x="218789" y="113684"/>
                  <a:pt x="218789" y="115780"/>
                  <a:pt x="217742" y="118447"/>
                </a:cubicBezTo>
                <a:lnTo>
                  <a:pt x="216694" y="122066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57A4BA29-56D2-5FC9-D0F8-6113B326C1AB}"/>
              </a:ext>
            </a:extLst>
          </p:cNvPr>
          <p:cNvSpPr/>
          <p:nvPr/>
        </p:nvSpPr>
        <p:spPr bwMode="gray">
          <a:xfrm>
            <a:off x="793163" y="3782627"/>
            <a:ext cx="887467" cy="229400"/>
          </a:xfrm>
          <a:custGeom>
            <a:avLst/>
            <a:gdLst>
              <a:gd name="connsiteX0" fmla="*/ 0 w 887467"/>
              <a:gd name="connsiteY0" fmla="*/ 229400 h 229400"/>
              <a:gd name="connsiteX1" fmla="*/ 443798 w 887467"/>
              <a:gd name="connsiteY1" fmla="*/ 0 h 229400"/>
              <a:gd name="connsiteX2" fmla="*/ 887467 w 887467"/>
              <a:gd name="connsiteY2" fmla="*/ 229400 h 229400"/>
              <a:gd name="connsiteX3" fmla="*/ 720514 w 887467"/>
              <a:gd name="connsiteY3" fmla="*/ 229400 h 229400"/>
              <a:gd name="connsiteX4" fmla="*/ 443798 w 887467"/>
              <a:gd name="connsiteY4" fmla="*/ 125023 h 229400"/>
              <a:gd name="connsiteX5" fmla="*/ 167081 w 887467"/>
              <a:gd name="connsiteY5" fmla="*/ 229400 h 229400"/>
              <a:gd name="connsiteX6" fmla="*/ 0 w 887467"/>
              <a:gd name="connsiteY6" fmla="*/ 229400 h 22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7467" h="229400">
                <a:moveTo>
                  <a:pt x="0" y="229400"/>
                </a:moveTo>
                <a:cubicBezTo>
                  <a:pt x="98607" y="90529"/>
                  <a:pt x="260560" y="0"/>
                  <a:pt x="443798" y="0"/>
                </a:cubicBezTo>
                <a:cubicBezTo>
                  <a:pt x="627036" y="0"/>
                  <a:pt x="788988" y="90529"/>
                  <a:pt x="887467" y="229400"/>
                </a:cubicBezTo>
                <a:lnTo>
                  <a:pt x="720514" y="229400"/>
                </a:lnTo>
                <a:cubicBezTo>
                  <a:pt x="646783" y="164389"/>
                  <a:pt x="549843" y="125023"/>
                  <a:pt x="443798" y="125023"/>
                </a:cubicBezTo>
                <a:cubicBezTo>
                  <a:pt x="337753" y="125023"/>
                  <a:pt x="240941" y="164389"/>
                  <a:pt x="167081" y="229400"/>
                </a:cubicBezTo>
                <a:lnTo>
                  <a:pt x="0" y="229400"/>
                </a:lnTo>
                <a:close/>
              </a:path>
            </a:pathLst>
          </a:custGeom>
          <a:solidFill>
            <a:srgbClr val="FEA121"/>
          </a:solidFill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E1ED1C58-AE74-F682-4D47-B7213D681C0D}"/>
              </a:ext>
            </a:extLst>
          </p:cNvPr>
          <p:cNvSpPr/>
          <p:nvPr/>
        </p:nvSpPr>
        <p:spPr bwMode="gray">
          <a:xfrm>
            <a:off x="793034" y="5007206"/>
            <a:ext cx="887595" cy="229400"/>
          </a:xfrm>
          <a:custGeom>
            <a:avLst/>
            <a:gdLst>
              <a:gd name="connsiteX0" fmla="*/ 887596 w 887595"/>
              <a:gd name="connsiteY0" fmla="*/ 0 h 229400"/>
              <a:gd name="connsiteX1" fmla="*/ 443798 w 887595"/>
              <a:gd name="connsiteY1" fmla="*/ 229400 h 229400"/>
              <a:gd name="connsiteX2" fmla="*/ 0 w 887595"/>
              <a:gd name="connsiteY2" fmla="*/ 0 h 229400"/>
              <a:gd name="connsiteX3" fmla="*/ 167081 w 887595"/>
              <a:gd name="connsiteY3" fmla="*/ 0 h 229400"/>
              <a:gd name="connsiteX4" fmla="*/ 443798 w 887595"/>
              <a:gd name="connsiteY4" fmla="*/ 104378 h 229400"/>
              <a:gd name="connsiteX5" fmla="*/ 720514 w 887595"/>
              <a:gd name="connsiteY5" fmla="*/ 0 h 229400"/>
              <a:gd name="connsiteX6" fmla="*/ 887596 w 887595"/>
              <a:gd name="connsiteY6" fmla="*/ 0 h 22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7595" h="229400">
                <a:moveTo>
                  <a:pt x="887596" y="0"/>
                </a:moveTo>
                <a:cubicBezTo>
                  <a:pt x="788988" y="138743"/>
                  <a:pt x="627036" y="229400"/>
                  <a:pt x="443798" y="229400"/>
                </a:cubicBezTo>
                <a:cubicBezTo>
                  <a:pt x="260560" y="229400"/>
                  <a:pt x="98608" y="138871"/>
                  <a:pt x="0" y="0"/>
                </a:cubicBezTo>
                <a:lnTo>
                  <a:pt x="167081" y="0"/>
                </a:lnTo>
                <a:cubicBezTo>
                  <a:pt x="240941" y="65012"/>
                  <a:pt x="337753" y="104378"/>
                  <a:pt x="443798" y="104378"/>
                </a:cubicBezTo>
                <a:cubicBezTo>
                  <a:pt x="549843" y="104378"/>
                  <a:pt x="646655" y="65012"/>
                  <a:pt x="720514" y="0"/>
                </a:cubicBezTo>
                <a:lnTo>
                  <a:pt x="887596" y="0"/>
                </a:lnTo>
                <a:close/>
              </a:path>
            </a:pathLst>
          </a:custGeom>
          <a:solidFill>
            <a:srgbClr val="FEA121"/>
          </a:solidFill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C7F6590E-4A3A-A271-2C01-759B81DA093C}"/>
              </a:ext>
            </a:extLst>
          </p:cNvPr>
          <p:cNvSpPr/>
          <p:nvPr/>
        </p:nvSpPr>
        <p:spPr bwMode="gray">
          <a:xfrm>
            <a:off x="695325" y="3782627"/>
            <a:ext cx="1083143" cy="1453979"/>
          </a:xfrm>
          <a:custGeom>
            <a:avLst/>
            <a:gdLst>
              <a:gd name="connsiteX0" fmla="*/ 0 w 1083143"/>
              <a:gd name="connsiteY0" fmla="*/ 0 h 1453979"/>
              <a:gd name="connsiteX1" fmla="*/ 1083144 w 1083143"/>
              <a:gd name="connsiteY1" fmla="*/ 0 h 1453979"/>
              <a:gd name="connsiteX2" fmla="*/ 1083144 w 1083143"/>
              <a:gd name="connsiteY2" fmla="*/ 1453980 h 1453979"/>
              <a:gd name="connsiteX3" fmla="*/ 0 w 1083143"/>
              <a:gd name="connsiteY3" fmla="*/ 1453980 h 1453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3143" h="1453979">
                <a:moveTo>
                  <a:pt x="0" y="0"/>
                </a:moveTo>
                <a:lnTo>
                  <a:pt x="1083144" y="0"/>
                </a:lnTo>
                <a:lnTo>
                  <a:pt x="1083144" y="1453980"/>
                </a:lnTo>
                <a:lnTo>
                  <a:pt x="0" y="1453980"/>
                </a:lnTo>
                <a:close/>
              </a:path>
            </a:pathLst>
          </a:custGeom>
          <a:noFill/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26F6D00B-3C6F-1646-375E-A45F7E7278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022474" y="3986268"/>
            <a:ext cx="3780000" cy="104644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 noProof="0" dirty="0"/>
              <a:t>Vorname Nachname</a:t>
            </a:r>
          </a:p>
          <a:p>
            <a:pPr lvl="1"/>
            <a:r>
              <a:rPr lang="de-DE" noProof="0" dirty="0"/>
              <a:t>Dein Jobtitel</a:t>
            </a:r>
          </a:p>
          <a:p>
            <a:pPr lvl="1"/>
            <a:r>
              <a:rPr lang="de-DE" noProof="0" dirty="0"/>
              <a:t>Vorname.nachname@big-direkt.de</a:t>
            </a:r>
          </a:p>
          <a:p>
            <a:pPr lvl="1"/>
            <a:r>
              <a:rPr lang="de-DE" noProof="0" dirty="0"/>
              <a:t>Deine Telefonnummer oder Durchwahl 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B5B28A59-8C55-7F1B-B54C-186485DED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969088" y="3985688"/>
            <a:ext cx="3780000" cy="1047600"/>
          </a:xfrm>
        </p:spPr>
        <p:txBody>
          <a:bodyPr/>
          <a:lstStyle>
            <a:lvl1pPr>
              <a:spcBef>
                <a:spcPts val="0"/>
              </a:spcBef>
              <a:defRPr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 noProof="0" dirty="0"/>
              <a:t>Vorname Nachname</a:t>
            </a:r>
          </a:p>
          <a:p>
            <a:pPr lvl="1"/>
            <a:r>
              <a:rPr lang="de-DE" noProof="0" dirty="0"/>
              <a:t>Dein Jobtitel</a:t>
            </a:r>
          </a:p>
          <a:p>
            <a:pPr lvl="1"/>
            <a:r>
              <a:rPr lang="de-DE" noProof="0" dirty="0"/>
              <a:t>Vorname.nachname@big-direkt.de</a:t>
            </a:r>
          </a:p>
          <a:p>
            <a:pPr lvl="1"/>
            <a:r>
              <a:rPr lang="de-DE" noProof="0" dirty="0"/>
              <a:t>Deine Telefonnummer oder Durchwahl </a:t>
            </a:r>
          </a:p>
        </p:txBody>
      </p:sp>
      <p:sp>
        <p:nvSpPr>
          <p:cNvPr id="34" name="Freihandform: Form 33">
            <a:extLst>
              <a:ext uri="{FF2B5EF4-FFF2-40B4-BE49-F238E27FC236}">
                <a16:creationId xmlns:a16="http://schemas.microsoft.com/office/drawing/2014/main" id="{C71F7F27-921B-B788-89C4-AFF457484E90}"/>
              </a:ext>
            </a:extLst>
          </p:cNvPr>
          <p:cNvSpPr/>
          <p:nvPr userDrawn="1"/>
        </p:nvSpPr>
        <p:spPr bwMode="gray">
          <a:xfrm>
            <a:off x="6705014" y="3782627"/>
            <a:ext cx="887467" cy="229400"/>
          </a:xfrm>
          <a:custGeom>
            <a:avLst/>
            <a:gdLst>
              <a:gd name="connsiteX0" fmla="*/ 0 w 887467"/>
              <a:gd name="connsiteY0" fmla="*/ 229400 h 229400"/>
              <a:gd name="connsiteX1" fmla="*/ 443798 w 887467"/>
              <a:gd name="connsiteY1" fmla="*/ 0 h 229400"/>
              <a:gd name="connsiteX2" fmla="*/ 887467 w 887467"/>
              <a:gd name="connsiteY2" fmla="*/ 229400 h 229400"/>
              <a:gd name="connsiteX3" fmla="*/ 720514 w 887467"/>
              <a:gd name="connsiteY3" fmla="*/ 229400 h 229400"/>
              <a:gd name="connsiteX4" fmla="*/ 443798 w 887467"/>
              <a:gd name="connsiteY4" fmla="*/ 125023 h 229400"/>
              <a:gd name="connsiteX5" fmla="*/ 167081 w 887467"/>
              <a:gd name="connsiteY5" fmla="*/ 229400 h 229400"/>
              <a:gd name="connsiteX6" fmla="*/ 0 w 887467"/>
              <a:gd name="connsiteY6" fmla="*/ 229400 h 22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7467" h="229400">
                <a:moveTo>
                  <a:pt x="0" y="229400"/>
                </a:moveTo>
                <a:cubicBezTo>
                  <a:pt x="98607" y="90529"/>
                  <a:pt x="260560" y="0"/>
                  <a:pt x="443798" y="0"/>
                </a:cubicBezTo>
                <a:cubicBezTo>
                  <a:pt x="627036" y="0"/>
                  <a:pt x="788988" y="90529"/>
                  <a:pt x="887467" y="229400"/>
                </a:cubicBezTo>
                <a:lnTo>
                  <a:pt x="720514" y="229400"/>
                </a:lnTo>
                <a:cubicBezTo>
                  <a:pt x="646783" y="164389"/>
                  <a:pt x="549843" y="125023"/>
                  <a:pt x="443798" y="125023"/>
                </a:cubicBezTo>
                <a:cubicBezTo>
                  <a:pt x="337753" y="125023"/>
                  <a:pt x="240941" y="164389"/>
                  <a:pt x="167081" y="229400"/>
                </a:cubicBezTo>
                <a:lnTo>
                  <a:pt x="0" y="229400"/>
                </a:lnTo>
                <a:close/>
              </a:path>
            </a:pathLst>
          </a:custGeom>
          <a:solidFill>
            <a:srgbClr val="FEA121"/>
          </a:solidFill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35" name="Freihandform: Form 34">
            <a:extLst>
              <a:ext uri="{FF2B5EF4-FFF2-40B4-BE49-F238E27FC236}">
                <a16:creationId xmlns:a16="http://schemas.microsoft.com/office/drawing/2014/main" id="{0C294349-A1A3-962A-1220-04CA63DB3B27}"/>
              </a:ext>
            </a:extLst>
          </p:cNvPr>
          <p:cNvSpPr/>
          <p:nvPr userDrawn="1"/>
        </p:nvSpPr>
        <p:spPr bwMode="gray">
          <a:xfrm>
            <a:off x="6704885" y="5007206"/>
            <a:ext cx="887595" cy="229400"/>
          </a:xfrm>
          <a:custGeom>
            <a:avLst/>
            <a:gdLst>
              <a:gd name="connsiteX0" fmla="*/ 887596 w 887595"/>
              <a:gd name="connsiteY0" fmla="*/ 0 h 229400"/>
              <a:gd name="connsiteX1" fmla="*/ 443798 w 887595"/>
              <a:gd name="connsiteY1" fmla="*/ 229400 h 229400"/>
              <a:gd name="connsiteX2" fmla="*/ 0 w 887595"/>
              <a:gd name="connsiteY2" fmla="*/ 0 h 229400"/>
              <a:gd name="connsiteX3" fmla="*/ 167081 w 887595"/>
              <a:gd name="connsiteY3" fmla="*/ 0 h 229400"/>
              <a:gd name="connsiteX4" fmla="*/ 443798 w 887595"/>
              <a:gd name="connsiteY4" fmla="*/ 104378 h 229400"/>
              <a:gd name="connsiteX5" fmla="*/ 720514 w 887595"/>
              <a:gd name="connsiteY5" fmla="*/ 0 h 229400"/>
              <a:gd name="connsiteX6" fmla="*/ 887596 w 887595"/>
              <a:gd name="connsiteY6" fmla="*/ 0 h 22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7595" h="229400">
                <a:moveTo>
                  <a:pt x="887596" y="0"/>
                </a:moveTo>
                <a:cubicBezTo>
                  <a:pt x="788988" y="138743"/>
                  <a:pt x="627036" y="229400"/>
                  <a:pt x="443798" y="229400"/>
                </a:cubicBezTo>
                <a:cubicBezTo>
                  <a:pt x="260560" y="229400"/>
                  <a:pt x="98608" y="138871"/>
                  <a:pt x="0" y="0"/>
                </a:cubicBezTo>
                <a:lnTo>
                  <a:pt x="167081" y="0"/>
                </a:lnTo>
                <a:cubicBezTo>
                  <a:pt x="240941" y="65012"/>
                  <a:pt x="337753" y="104378"/>
                  <a:pt x="443798" y="104378"/>
                </a:cubicBezTo>
                <a:cubicBezTo>
                  <a:pt x="549843" y="104378"/>
                  <a:pt x="646655" y="65012"/>
                  <a:pt x="720514" y="0"/>
                </a:cubicBezTo>
                <a:lnTo>
                  <a:pt x="887596" y="0"/>
                </a:lnTo>
                <a:close/>
              </a:path>
            </a:pathLst>
          </a:custGeom>
          <a:solidFill>
            <a:srgbClr val="FEA121"/>
          </a:solidFill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37" name="Freihandform: Form 36">
            <a:extLst>
              <a:ext uri="{FF2B5EF4-FFF2-40B4-BE49-F238E27FC236}">
                <a16:creationId xmlns:a16="http://schemas.microsoft.com/office/drawing/2014/main" id="{DBF4FCA6-8ADB-0059-3AF7-CFA888F00238}"/>
              </a:ext>
            </a:extLst>
          </p:cNvPr>
          <p:cNvSpPr/>
          <p:nvPr userDrawn="1"/>
        </p:nvSpPr>
        <p:spPr bwMode="gray">
          <a:xfrm>
            <a:off x="6607176" y="3782627"/>
            <a:ext cx="1083143" cy="1453979"/>
          </a:xfrm>
          <a:custGeom>
            <a:avLst/>
            <a:gdLst>
              <a:gd name="connsiteX0" fmla="*/ 0 w 1083143"/>
              <a:gd name="connsiteY0" fmla="*/ 0 h 1453979"/>
              <a:gd name="connsiteX1" fmla="*/ 1083144 w 1083143"/>
              <a:gd name="connsiteY1" fmla="*/ 0 h 1453979"/>
              <a:gd name="connsiteX2" fmla="*/ 1083144 w 1083143"/>
              <a:gd name="connsiteY2" fmla="*/ 1453980 h 1453979"/>
              <a:gd name="connsiteX3" fmla="*/ 0 w 1083143"/>
              <a:gd name="connsiteY3" fmla="*/ 1453980 h 1453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3143" h="1453979">
                <a:moveTo>
                  <a:pt x="0" y="0"/>
                </a:moveTo>
                <a:lnTo>
                  <a:pt x="1083144" y="0"/>
                </a:lnTo>
                <a:lnTo>
                  <a:pt x="1083144" y="1453980"/>
                </a:lnTo>
                <a:lnTo>
                  <a:pt x="0" y="1453980"/>
                </a:lnTo>
                <a:close/>
              </a:path>
            </a:pathLst>
          </a:custGeom>
          <a:noFill/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792483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3" orient="horz" pos="2500" userDrawn="1">
          <p15:clr>
            <a:srgbClr val="FBAE40"/>
          </p15:clr>
        </p15:guide>
        <p15:guide id="4" orient="horz" pos="3181" userDrawn="1">
          <p15:clr>
            <a:srgbClr val="FBAE40"/>
          </p15:clr>
        </p15:guide>
        <p15:guide id="7" pos="740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Kontakte mit Foto, Variant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824E0FD8-8C35-4688-8D07-75D10A332885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9" name="Bildplatzhalter 38">
            <a:extLst>
              <a:ext uri="{FF2B5EF4-FFF2-40B4-BE49-F238E27FC236}">
                <a16:creationId xmlns:a16="http://schemas.microsoft.com/office/drawing/2014/main" id="{D75C2669-3447-74C3-164A-BA613F55DF1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695325" y="3907521"/>
            <a:ext cx="1083272" cy="1203935"/>
          </a:xfrm>
          <a:custGeom>
            <a:avLst/>
            <a:gdLst>
              <a:gd name="connsiteX0" fmla="*/ 541636 w 1083272"/>
              <a:gd name="connsiteY0" fmla="*/ 0 h 1203935"/>
              <a:gd name="connsiteX1" fmla="*/ 818352 w 1083272"/>
              <a:gd name="connsiteY1" fmla="*/ 104378 h 1203935"/>
              <a:gd name="connsiteX2" fmla="*/ 985434 w 1083272"/>
              <a:gd name="connsiteY2" fmla="*/ 104378 h 1203935"/>
              <a:gd name="connsiteX3" fmla="*/ 1083272 w 1083272"/>
              <a:gd name="connsiteY3" fmla="*/ 414177 h 1203935"/>
              <a:gd name="connsiteX4" fmla="*/ 1083272 w 1083272"/>
              <a:gd name="connsiteY4" fmla="*/ 789886 h 1203935"/>
              <a:gd name="connsiteX5" fmla="*/ 985434 w 1083272"/>
              <a:gd name="connsiteY5" fmla="*/ 1099557 h 1203935"/>
              <a:gd name="connsiteX6" fmla="*/ 818352 w 1083272"/>
              <a:gd name="connsiteY6" fmla="*/ 1099557 h 1203935"/>
              <a:gd name="connsiteX7" fmla="*/ 541636 w 1083272"/>
              <a:gd name="connsiteY7" fmla="*/ 1203935 h 1203935"/>
              <a:gd name="connsiteX8" fmla="*/ 264920 w 1083272"/>
              <a:gd name="connsiteY8" fmla="*/ 1099557 h 1203935"/>
              <a:gd name="connsiteX9" fmla="*/ 97838 w 1083272"/>
              <a:gd name="connsiteY9" fmla="*/ 1099557 h 1203935"/>
              <a:gd name="connsiteX10" fmla="*/ 0 w 1083272"/>
              <a:gd name="connsiteY10" fmla="*/ 789886 h 1203935"/>
              <a:gd name="connsiteX11" fmla="*/ 0 w 1083272"/>
              <a:gd name="connsiteY11" fmla="*/ 414177 h 1203935"/>
              <a:gd name="connsiteX12" fmla="*/ 97838 w 1083272"/>
              <a:gd name="connsiteY12" fmla="*/ 104378 h 1203935"/>
              <a:gd name="connsiteX13" fmla="*/ 264920 w 1083272"/>
              <a:gd name="connsiteY13" fmla="*/ 104378 h 1203935"/>
              <a:gd name="connsiteX14" fmla="*/ 541636 w 1083272"/>
              <a:gd name="connsiteY14" fmla="*/ 0 h 1203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83272" h="1203935">
                <a:moveTo>
                  <a:pt x="541636" y="0"/>
                </a:moveTo>
                <a:cubicBezTo>
                  <a:pt x="647681" y="0"/>
                  <a:pt x="744621" y="39366"/>
                  <a:pt x="818352" y="104378"/>
                </a:cubicBezTo>
                <a:lnTo>
                  <a:pt x="985434" y="104378"/>
                </a:lnTo>
                <a:cubicBezTo>
                  <a:pt x="1047112" y="192086"/>
                  <a:pt x="1083272" y="298900"/>
                  <a:pt x="1083272" y="414177"/>
                </a:cubicBezTo>
                <a:lnTo>
                  <a:pt x="1083272" y="789886"/>
                </a:lnTo>
                <a:cubicBezTo>
                  <a:pt x="1083272" y="905163"/>
                  <a:pt x="1047112" y="1011977"/>
                  <a:pt x="985434" y="1099557"/>
                </a:cubicBezTo>
                <a:lnTo>
                  <a:pt x="818352" y="1099557"/>
                </a:lnTo>
                <a:cubicBezTo>
                  <a:pt x="744493" y="1164441"/>
                  <a:pt x="647681" y="1203935"/>
                  <a:pt x="541636" y="1203935"/>
                </a:cubicBezTo>
                <a:cubicBezTo>
                  <a:pt x="435591" y="1203935"/>
                  <a:pt x="338779" y="1164569"/>
                  <a:pt x="264920" y="1099557"/>
                </a:cubicBezTo>
                <a:lnTo>
                  <a:pt x="97838" y="1099557"/>
                </a:lnTo>
                <a:cubicBezTo>
                  <a:pt x="36160" y="1011977"/>
                  <a:pt x="0" y="905163"/>
                  <a:pt x="0" y="789886"/>
                </a:cubicBezTo>
                <a:lnTo>
                  <a:pt x="0" y="414177"/>
                </a:lnTo>
                <a:cubicBezTo>
                  <a:pt x="0" y="298900"/>
                  <a:pt x="36160" y="192086"/>
                  <a:pt x="97838" y="104378"/>
                </a:cubicBezTo>
                <a:lnTo>
                  <a:pt x="264920" y="104378"/>
                </a:lnTo>
                <a:cubicBezTo>
                  <a:pt x="338779" y="39366"/>
                  <a:pt x="435591" y="0"/>
                  <a:pt x="54163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38" name="Bildplatzhalter 37">
            <a:extLst>
              <a:ext uri="{FF2B5EF4-FFF2-40B4-BE49-F238E27FC236}">
                <a16:creationId xmlns:a16="http://schemas.microsoft.com/office/drawing/2014/main" id="{FA41D9CF-B7E0-6CB0-09B9-2CC30E2E442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6607176" y="3907521"/>
            <a:ext cx="1083272" cy="1203935"/>
          </a:xfrm>
          <a:custGeom>
            <a:avLst/>
            <a:gdLst>
              <a:gd name="connsiteX0" fmla="*/ 541636 w 1083272"/>
              <a:gd name="connsiteY0" fmla="*/ 0 h 1203935"/>
              <a:gd name="connsiteX1" fmla="*/ 818352 w 1083272"/>
              <a:gd name="connsiteY1" fmla="*/ 104378 h 1203935"/>
              <a:gd name="connsiteX2" fmla="*/ 985434 w 1083272"/>
              <a:gd name="connsiteY2" fmla="*/ 104378 h 1203935"/>
              <a:gd name="connsiteX3" fmla="*/ 1083272 w 1083272"/>
              <a:gd name="connsiteY3" fmla="*/ 414177 h 1203935"/>
              <a:gd name="connsiteX4" fmla="*/ 1083272 w 1083272"/>
              <a:gd name="connsiteY4" fmla="*/ 789886 h 1203935"/>
              <a:gd name="connsiteX5" fmla="*/ 985434 w 1083272"/>
              <a:gd name="connsiteY5" fmla="*/ 1099557 h 1203935"/>
              <a:gd name="connsiteX6" fmla="*/ 818352 w 1083272"/>
              <a:gd name="connsiteY6" fmla="*/ 1099557 h 1203935"/>
              <a:gd name="connsiteX7" fmla="*/ 541636 w 1083272"/>
              <a:gd name="connsiteY7" fmla="*/ 1203935 h 1203935"/>
              <a:gd name="connsiteX8" fmla="*/ 264920 w 1083272"/>
              <a:gd name="connsiteY8" fmla="*/ 1099557 h 1203935"/>
              <a:gd name="connsiteX9" fmla="*/ 97838 w 1083272"/>
              <a:gd name="connsiteY9" fmla="*/ 1099557 h 1203935"/>
              <a:gd name="connsiteX10" fmla="*/ 0 w 1083272"/>
              <a:gd name="connsiteY10" fmla="*/ 789886 h 1203935"/>
              <a:gd name="connsiteX11" fmla="*/ 0 w 1083272"/>
              <a:gd name="connsiteY11" fmla="*/ 414177 h 1203935"/>
              <a:gd name="connsiteX12" fmla="*/ 97838 w 1083272"/>
              <a:gd name="connsiteY12" fmla="*/ 104378 h 1203935"/>
              <a:gd name="connsiteX13" fmla="*/ 264920 w 1083272"/>
              <a:gd name="connsiteY13" fmla="*/ 104378 h 1203935"/>
              <a:gd name="connsiteX14" fmla="*/ 541636 w 1083272"/>
              <a:gd name="connsiteY14" fmla="*/ 0 h 1203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83272" h="1203935">
                <a:moveTo>
                  <a:pt x="541636" y="0"/>
                </a:moveTo>
                <a:cubicBezTo>
                  <a:pt x="647681" y="0"/>
                  <a:pt x="744621" y="39366"/>
                  <a:pt x="818352" y="104378"/>
                </a:cubicBezTo>
                <a:lnTo>
                  <a:pt x="985434" y="104378"/>
                </a:lnTo>
                <a:cubicBezTo>
                  <a:pt x="1047112" y="192086"/>
                  <a:pt x="1083272" y="298900"/>
                  <a:pt x="1083272" y="414177"/>
                </a:cubicBezTo>
                <a:lnTo>
                  <a:pt x="1083272" y="789886"/>
                </a:lnTo>
                <a:cubicBezTo>
                  <a:pt x="1083272" y="905163"/>
                  <a:pt x="1047112" y="1011977"/>
                  <a:pt x="985434" y="1099557"/>
                </a:cubicBezTo>
                <a:lnTo>
                  <a:pt x="818352" y="1099557"/>
                </a:lnTo>
                <a:cubicBezTo>
                  <a:pt x="744493" y="1164441"/>
                  <a:pt x="647681" y="1203935"/>
                  <a:pt x="541636" y="1203935"/>
                </a:cubicBezTo>
                <a:cubicBezTo>
                  <a:pt x="435591" y="1203935"/>
                  <a:pt x="338779" y="1164569"/>
                  <a:pt x="264920" y="1099557"/>
                </a:cubicBezTo>
                <a:lnTo>
                  <a:pt x="97838" y="1099557"/>
                </a:lnTo>
                <a:cubicBezTo>
                  <a:pt x="36160" y="1011977"/>
                  <a:pt x="0" y="905163"/>
                  <a:pt x="0" y="789886"/>
                </a:cubicBezTo>
                <a:lnTo>
                  <a:pt x="0" y="414177"/>
                </a:lnTo>
                <a:cubicBezTo>
                  <a:pt x="0" y="298900"/>
                  <a:pt x="36160" y="192086"/>
                  <a:pt x="97838" y="104378"/>
                </a:cubicBezTo>
                <a:lnTo>
                  <a:pt x="264920" y="104378"/>
                </a:lnTo>
                <a:cubicBezTo>
                  <a:pt x="338779" y="39366"/>
                  <a:pt x="435591" y="0"/>
                  <a:pt x="54163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FF80B6F-948F-9008-CEA2-8C20C518E482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A833B58-CF64-BA1A-23CF-39FCC1747314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E7B9E-4EDD-DAF7-A165-941A8585E19A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C15A4BE-4E0A-68C8-DBF1-AE5098A1C74D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4596F0F-8377-9076-15EC-C210DB95787F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EA4F8A3E-653A-3F5F-7ABE-E2D7357143A3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57A4BA29-56D2-5FC9-D0F8-6113B326C1AB}"/>
              </a:ext>
            </a:extLst>
          </p:cNvPr>
          <p:cNvSpPr/>
          <p:nvPr/>
        </p:nvSpPr>
        <p:spPr bwMode="gray">
          <a:xfrm>
            <a:off x="793163" y="3782627"/>
            <a:ext cx="887467" cy="229400"/>
          </a:xfrm>
          <a:custGeom>
            <a:avLst/>
            <a:gdLst>
              <a:gd name="connsiteX0" fmla="*/ 0 w 887467"/>
              <a:gd name="connsiteY0" fmla="*/ 229400 h 229400"/>
              <a:gd name="connsiteX1" fmla="*/ 443798 w 887467"/>
              <a:gd name="connsiteY1" fmla="*/ 0 h 229400"/>
              <a:gd name="connsiteX2" fmla="*/ 887467 w 887467"/>
              <a:gd name="connsiteY2" fmla="*/ 229400 h 229400"/>
              <a:gd name="connsiteX3" fmla="*/ 720514 w 887467"/>
              <a:gd name="connsiteY3" fmla="*/ 229400 h 229400"/>
              <a:gd name="connsiteX4" fmla="*/ 443798 w 887467"/>
              <a:gd name="connsiteY4" fmla="*/ 125023 h 229400"/>
              <a:gd name="connsiteX5" fmla="*/ 167081 w 887467"/>
              <a:gd name="connsiteY5" fmla="*/ 229400 h 229400"/>
              <a:gd name="connsiteX6" fmla="*/ 0 w 887467"/>
              <a:gd name="connsiteY6" fmla="*/ 229400 h 22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7467" h="229400">
                <a:moveTo>
                  <a:pt x="0" y="229400"/>
                </a:moveTo>
                <a:cubicBezTo>
                  <a:pt x="98607" y="90529"/>
                  <a:pt x="260560" y="0"/>
                  <a:pt x="443798" y="0"/>
                </a:cubicBezTo>
                <a:cubicBezTo>
                  <a:pt x="627036" y="0"/>
                  <a:pt x="788988" y="90529"/>
                  <a:pt x="887467" y="229400"/>
                </a:cubicBezTo>
                <a:lnTo>
                  <a:pt x="720514" y="229400"/>
                </a:lnTo>
                <a:cubicBezTo>
                  <a:pt x="646783" y="164389"/>
                  <a:pt x="549843" y="125023"/>
                  <a:pt x="443798" y="125023"/>
                </a:cubicBezTo>
                <a:cubicBezTo>
                  <a:pt x="337753" y="125023"/>
                  <a:pt x="240941" y="164389"/>
                  <a:pt x="167081" y="229400"/>
                </a:cubicBezTo>
                <a:lnTo>
                  <a:pt x="0" y="229400"/>
                </a:lnTo>
                <a:close/>
              </a:path>
            </a:pathLst>
          </a:custGeom>
          <a:solidFill>
            <a:srgbClr val="FEA121"/>
          </a:solidFill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E1ED1C58-AE74-F682-4D47-B7213D681C0D}"/>
              </a:ext>
            </a:extLst>
          </p:cNvPr>
          <p:cNvSpPr/>
          <p:nvPr/>
        </p:nvSpPr>
        <p:spPr bwMode="gray">
          <a:xfrm>
            <a:off x="793034" y="5007206"/>
            <a:ext cx="887595" cy="229400"/>
          </a:xfrm>
          <a:custGeom>
            <a:avLst/>
            <a:gdLst>
              <a:gd name="connsiteX0" fmla="*/ 887596 w 887595"/>
              <a:gd name="connsiteY0" fmla="*/ 0 h 229400"/>
              <a:gd name="connsiteX1" fmla="*/ 443798 w 887595"/>
              <a:gd name="connsiteY1" fmla="*/ 229400 h 229400"/>
              <a:gd name="connsiteX2" fmla="*/ 0 w 887595"/>
              <a:gd name="connsiteY2" fmla="*/ 0 h 229400"/>
              <a:gd name="connsiteX3" fmla="*/ 167081 w 887595"/>
              <a:gd name="connsiteY3" fmla="*/ 0 h 229400"/>
              <a:gd name="connsiteX4" fmla="*/ 443798 w 887595"/>
              <a:gd name="connsiteY4" fmla="*/ 104378 h 229400"/>
              <a:gd name="connsiteX5" fmla="*/ 720514 w 887595"/>
              <a:gd name="connsiteY5" fmla="*/ 0 h 229400"/>
              <a:gd name="connsiteX6" fmla="*/ 887596 w 887595"/>
              <a:gd name="connsiteY6" fmla="*/ 0 h 22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7595" h="229400">
                <a:moveTo>
                  <a:pt x="887596" y="0"/>
                </a:moveTo>
                <a:cubicBezTo>
                  <a:pt x="788988" y="138743"/>
                  <a:pt x="627036" y="229400"/>
                  <a:pt x="443798" y="229400"/>
                </a:cubicBezTo>
                <a:cubicBezTo>
                  <a:pt x="260560" y="229400"/>
                  <a:pt x="98608" y="138871"/>
                  <a:pt x="0" y="0"/>
                </a:cubicBezTo>
                <a:lnTo>
                  <a:pt x="167081" y="0"/>
                </a:lnTo>
                <a:cubicBezTo>
                  <a:pt x="240941" y="65012"/>
                  <a:pt x="337753" y="104378"/>
                  <a:pt x="443798" y="104378"/>
                </a:cubicBezTo>
                <a:cubicBezTo>
                  <a:pt x="549843" y="104378"/>
                  <a:pt x="646655" y="65012"/>
                  <a:pt x="720514" y="0"/>
                </a:cubicBezTo>
                <a:lnTo>
                  <a:pt x="887596" y="0"/>
                </a:lnTo>
                <a:close/>
              </a:path>
            </a:pathLst>
          </a:custGeom>
          <a:solidFill>
            <a:srgbClr val="FEA121"/>
          </a:solidFill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C7F6590E-4A3A-A271-2C01-759B81DA093C}"/>
              </a:ext>
            </a:extLst>
          </p:cNvPr>
          <p:cNvSpPr/>
          <p:nvPr/>
        </p:nvSpPr>
        <p:spPr bwMode="gray">
          <a:xfrm>
            <a:off x="695325" y="3782627"/>
            <a:ext cx="1083143" cy="1453979"/>
          </a:xfrm>
          <a:custGeom>
            <a:avLst/>
            <a:gdLst>
              <a:gd name="connsiteX0" fmla="*/ 0 w 1083143"/>
              <a:gd name="connsiteY0" fmla="*/ 0 h 1453979"/>
              <a:gd name="connsiteX1" fmla="*/ 1083144 w 1083143"/>
              <a:gd name="connsiteY1" fmla="*/ 0 h 1453979"/>
              <a:gd name="connsiteX2" fmla="*/ 1083144 w 1083143"/>
              <a:gd name="connsiteY2" fmla="*/ 1453980 h 1453979"/>
              <a:gd name="connsiteX3" fmla="*/ 0 w 1083143"/>
              <a:gd name="connsiteY3" fmla="*/ 1453980 h 1453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3143" h="1453979">
                <a:moveTo>
                  <a:pt x="0" y="0"/>
                </a:moveTo>
                <a:lnTo>
                  <a:pt x="1083144" y="0"/>
                </a:lnTo>
                <a:lnTo>
                  <a:pt x="1083144" y="1453980"/>
                </a:lnTo>
                <a:lnTo>
                  <a:pt x="0" y="1453980"/>
                </a:lnTo>
                <a:close/>
              </a:path>
            </a:pathLst>
          </a:custGeom>
          <a:noFill/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26F6D00B-3C6F-1646-375E-A45F7E7278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022474" y="3986268"/>
            <a:ext cx="3780000" cy="104644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 noProof="0" dirty="0"/>
              <a:t>Vorname Nachname</a:t>
            </a:r>
          </a:p>
          <a:p>
            <a:pPr lvl="1"/>
            <a:r>
              <a:rPr lang="de-DE" noProof="0" dirty="0"/>
              <a:t>Dein Jobtitel</a:t>
            </a:r>
          </a:p>
          <a:p>
            <a:pPr lvl="1"/>
            <a:r>
              <a:rPr lang="de-DE" noProof="0" dirty="0"/>
              <a:t>Vorname.nachname@big-direkt.de</a:t>
            </a:r>
          </a:p>
          <a:p>
            <a:pPr lvl="1"/>
            <a:r>
              <a:rPr lang="de-DE" noProof="0" dirty="0"/>
              <a:t>Deine Telefonnummer oder Durchwahl 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B5B28A59-8C55-7F1B-B54C-186485DED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969088" y="3985688"/>
            <a:ext cx="3780000" cy="1047600"/>
          </a:xfrm>
        </p:spPr>
        <p:txBody>
          <a:bodyPr/>
          <a:lstStyle>
            <a:lvl1pPr>
              <a:spcBef>
                <a:spcPts val="0"/>
              </a:spcBef>
              <a:defRPr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 noProof="0" dirty="0"/>
              <a:t>Vorname Nachname</a:t>
            </a:r>
          </a:p>
          <a:p>
            <a:pPr lvl="1"/>
            <a:r>
              <a:rPr lang="de-DE" noProof="0" dirty="0"/>
              <a:t>Dein Jobtitel</a:t>
            </a:r>
          </a:p>
          <a:p>
            <a:pPr lvl="1"/>
            <a:r>
              <a:rPr lang="de-DE" noProof="0" dirty="0"/>
              <a:t>Vorname.nachname@big-direkt.de</a:t>
            </a:r>
          </a:p>
          <a:p>
            <a:pPr lvl="1"/>
            <a:r>
              <a:rPr lang="de-DE" noProof="0" dirty="0"/>
              <a:t>Deine Telefonnummer oder Durchwahl </a:t>
            </a:r>
          </a:p>
        </p:txBody>
      </p:sp>
      <p:sp>
        <p:nvSpPr>
          <p:cNvPr id="34" name="Freihandform: Form 33">
            <a:extLst>
              <a:ext uri="{FF2B5EF4-FFF2-40B4-BE49-F238E27FC236}">
                <a16:creationId xmlns:a16="http://schemas.microsoft.com/office/drawing/2014/main" id="{C71F7F27-921B-B788-89C4-AFF457484E90}"/>
              </a:ext>
            </a:extLst>
          </p:cNvPr>
          <p:cNvSpPr/>
          <p:nvPr userDrawn="1"/>
        </p:nvSpPr>
        <p:spPr bwMode="gray">
          <a:xfrm>
            <a:off x="6705014" y="3782627"/>
            <a:ext cx="887467" cy="229400"/>
          </a:xfrm>
          <a:custGeom>
            <a:avLst/>
            <a:gdLst>
              <a:gd name="connsiteX0" fmla="*/ 0 w 887467"/>
              <a:gd name="connsiteY0" fmla="*/ 229400 h 229400"/>
              <a:gd name="connsiteX1" fmla="*/ 443798 w 887467"/>
              <a:gd name="connsiteY1" fmla="*/ 0 h 229400"/>
              <a:gd name="connsiteX2" fmla="*/ 887467 w 887467"/>
              <a:gd name="connsiteY2" fmla="*/ 229400 h 229400"/>
              <a:gd name="connsiteX3" fmla="*/ 720514 w 887467"/>
              <a:gd name="connsiteY3" fmla="*/ 229400 h 229400"/>
              <a:gd name="connsiteX4" fmla="*/ 443798 w 887467"/>
              <a:gd name="connsiteY4" fmla="*/ 125023 h 229400"/>
              <a:gd name="connsiteX5" fmla="*/ 167081 w 887467"/>
              <a:gd name="connsiteY5" fmla="*/ 229400 h 229400"/>
              <a:gd name="connsiteX6" fmla="*/ 0 w 887467"/>
              <a:gd name="connsiteY6" fmla="*/ 229400 h 22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7467" h="229400">
                <a:moveTo>
                  <a:pt x="0" y="229400"/>
                </a:moveTo>
                <a:cubicBezTo>
                  <a:pt x="98607" y="90529"/>
                  <a:pt x="260560" y="0"/>
                  <a:pt x="443798" y="0"/>
                </a:cubicBezTo>
                <a:cubicBezTo>
                  <a:pt x="627036" y="0"/>
                  <a:pt x="788988" y="90529"/>
                  <a:pt x="887467" y="229400"/>
                </a:cubicBezTo>
                <a:lnTo>
                  <a:pt x="720514" y="229400"/>
                </a:lnTo>
                <a:cubicBezTo>
                  <a:pt x="646783" y="164389"/>
                  <a:pt x="549843" y="125023"/>
                  <a:pt x="443798" y="125023"/>
                </a:cubicBezTo>
                <a:cubicBezTo>
                  <a:pt x="337753" y="125023"/>
                  <a:pt x="240941" y="164389"/>
                  <a:pt x="167081" y="229400"/>
                </a:cubicBezTo>
                <a:lnTo>
                  <a:pt x="0" y="229400"/>
                </a:lnTo>
                <a:close/>
              </a:path>
            </a:pathLst>
          </a:custGeom>
          <a:solidFill>
            <a:srgbClr val="FEA121"/>
          </a:solidFill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35" name="Freihandform: Form 34">
            <a:extLst>
              <a:ext uri="{FF2B5EF4-FFF2-40B4-BE49-F238E27FC236}">
                <a16:creationId xmlns:a16="http://schemas.microsoft.com/office/drawing/2014/main" id="{0C294349-A1A3-962A-1220-04CA63DB3B27}"/>
              </a:ext>
            </a:extLst>
          </p:cNvPr>
          <p:cNvSpPr/>
          <p:nvPr userDrawn="1"/>
        </p:nvSpPr>
        <p:spPr bwMode="gray">
          <a:xfrm>
            <a:off x="6704885" y="5007206"/>
            <a:ext cx="887595" cy="229400"/>
          </a:xfrm>
          <a:custGeom>
            <a:avLst/>
            <a:gdLst>
              <a:gd name="connsiteX0" fmla="*/ 887596 w 887595"/>
              <a:gd name="connsiteY0" fmla="*/ 0 h 229400"/>
              <a:gd name="connsiteX1" fmla="*/ 443798 w 887595"/>
              <a:gd name="connsiteY1" fmla="*/ 229400 h 229400"/>
              <a:gd name="connsiteX2" fmla="*/ 0 w 887595"/>
              <a:gd name="connsiteY2" fmla="*/ 0 h 229400"/>
              <a:gd name="connsiteX3" fmla="*/ 167081 w 887595"/>
              <a:gd name="connsiteY3" fmla="*/ 0 h 229400"/>
              <a:gd name="connsiteX4" fmla="*/ 443798 w 887595"/>
              <a:gd name="connsiteY4" fmla="*/ 104378 h 229400"/>
              <a:gd name="connsiteX5" fmla="*/ 720514 w 887595"/>
              <a:gd name="connsiteY5" fmla="*/ 0 h 229400"/>
              <a:gd name="connsiteX6" fmla="*/ 887596 w 887595"/>
              <a:gd name="connsiteY6" fmla="*/ 0 h 22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7595" h="229400">
                <a:moveTo>
                  <a:pt x="887596" y="0"/>
                </a:moveTo>
                <a:cubicBezTo>
                  <a:pt x="788988" y="138743"/>
                  <a:pt x="627036" y="229400"/>
                  <a:pt x="443798" y="229400"/>
                </a:cubicBezTo>
                <a:cubicBezTo>
                  <a:pt x="260560" y="229400"/>
                  <a:pt x="98608" y="138871"/>
                  <a:pt x="0" y="0"/>
                </a:cubicBezTo>
                <a:lnTo>
                  <a:pt x="167081" y="0"/>
                </a:lnTo>
                <a:cubicBezTo>
                  <a:pt x="240941" y="65012"/>
                  <a:pt x="337753" y="104378"/>
                  <a:pt x="443798" y="104378"/>
                </a:cubicBezTo>
                <a:cubicBezTo>
                  <a:pt x="549843" y="104378"/>
                  <a:pt x="646655" y="65012"/>
                  <a:pt x="720514" y="0"/>
                </a:cubicBezTo>
                <a:lnTo>
                  <a:pt x="887596" y="0"/>
                </a:lnTo>
                <a:close/>
              </a:path>
            </a:pathLst>
          </a:custGeom>
          <a:solidFill>
            <a:srgbClr val="FEA121"/>
          </a:solidFill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37" name="Freihandform: Form 36">
            <a:extLst>
              <a:ext uri="{FF2B5EF4-FFF2-40B4-BE49-F238E27FC236}">
                <a16:creationId xmlns:a16="http://schemas.microsoft.com/office/drawing/2014/main" id="{DBF4FCA6-8ADB-0059-3AF7-CFA888F00238}"/>
              </a:ext>
            </a:extLst>
          </p:cNvPr>
          <p:cNvSpPr/>
          <p:nvPr userDrawn="1"/>
        </p:nvSpPr>
        <p:spPr bwMode="gray">
          <a:xfrm>
            <a:off x="6607176" y="3782627"/>
            <a:ext cx="1083143" cy="1453979"/>
          </a:xfrm>
          <a:custGeom>
            <a:avLst/>
            <a:gdLst>
              <a:gd name="connsiteX0" fmla="*/ 0 w 1083143"/>
              <a:gd name="connsiteY0" fmla="*/ 0 h 1453979"/>
              <a:gd name="connsiteX1" fmla="*/ 1083144 w 1083143"/>
              <a:gd name="connsiteY1" fmla="*/ 0 h 1453979"/>
              <a:gd name="connsiteX2" fmla="*/ 1083144 w 1083143"/>
              <a:gd name="connsiteY2" fmla="*/ 1453980 h 1453979"/>
              <a:gd name="connsiteX3" fmla="*/ 0 w 1083143"/>
              <a:gd name="connsiteY3" fmla="*/ 1453980 h 1453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3143" h="1453979">
                <a:moveTo>
                  <a:pt x="0" y="0"/>
                </a:moveTo>
                <a:lnTo>
                  <a:pt x="1083144" y="0"/>
                </a:lnTo>
                <a:lnTo>
                  <a:pt x="1083144" y="1453980"/>
                </a:lnTo>
                <a:lnTo>
                  <a:pt x="0" y="1453980"/>
                </a:lnTo>
                <a:close/>
              </a:path>
            </a:pathLst>
          </a:custGeom>
          <a:noFill/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" name="Grafik 18">
            <a:extLst>
              <a:ext uri="{FF2B5EF4-FFF2-40B4-BE49-F238E27FC236}">
                <a16:creationId xmlns:a16="http://schemas.microsoft.com/office/drawing/2014/main" id="{3EFAEF96-D726-DA9B-FA63-FF17E57E1D64}"/>
              </a:ext>
            </a:extLst>
          </p:cNvPr>
          <p:cNvSpPr/>
          <p:nvPr userDrawn="1"/>
        </p:nvSpPr>
        <p:spPr bwMode="gray">
          <a:xfrm>
            <a:off x="695325" y="1789098"/>
            <a:ext cx="6543720" cy="1286276"/>
          </a:xfrm>
          <a:custGeom>
            <a:avLst/>
            <a:gdLst>
              <a:gd name="connsiteX0" fmla="*/ 4196239 w 4926099"/>
              <a:gd name="connsiteY0" fmla="*/ 945503 h 968306"/>
              <a:gd name="connsiteX1" fmla="*/ 4195191 w 4926099"/>
              <a:gd name="connsiteY1" fmla="*/ 939216 h 968306"/>
              <a:gd name="connsiteX2" fmla="*/ 4192048 w 4926099"/>
              <a:gd name="connsiteY2" fmla="*/ 891591 h 968306"/>
              <a:gd name="connsiteX3" fmla="*/ 4192048 w 4926099"/>
              <a:gd name="connsiteY3" fmla="*/ 886924 h 968306"/>
              <a:gd name="connsiteX4" fmla="*/ 4193667 w 4926099"/>
              <a:gd name="connsiteY4" fmla="*/ 880066 h 968306"/>
              <a:gd name="connsiteX5" fmla="*/ 4198906 w 4926099"/>
              <a:gd name="connsiteY5" fmla="*/ 880066 h 968306"/>
              <a:gd name="connsiteX6" fmla="*/ 4216718 w 4926099"/>
              <a:gd name="connsiteY6" fmla="*/ 880637 h 968306"/>
              <a:gd name="connsiteX7" fmla="*/ 4258151 w 4926099"/>
              <a:gd name="connsiteY7" fmla="*/ 883209 h 968306"/>
              <a:gd name="connsiteX8" fmla="*/ 4259771 w 4926099"/>
              <a:gd name="connsiteY8" fmla="*/ 943407 h 968306"/>
              <a:gd name="connsiteX9" fmla="*/ 4259771 w 4926099"/>
              <a:gd name="connsiteY9" fmla="*/ 945503 h 968306"/>
              <a:gd name="connsiteX10" fmla="*/ 4256056 w 4926099"/>
              <a:gd name="connsiteY10" fmla="*/ 945979 h 968306"/>
              <a:gd name="connsiteX11" fmla="*/ 4250341 w 4926099"/>
              <a:gd name="connsiteY11" fmla="*/ 945503 h 968306"/>
              <a:gd name="connsiteX12" fmla="*/ 4244055 w 4926099"/>
              <a:gd name="connsiteY12" fmla="*/ 944455 h 968306"/>
              <a:gd name="connsiteX13" fmla="*/ 4235196 w 4926099"/>
              <a:gd name="connsiteY13" fmla="*/ 944455 h 968306"/>
              <a:gd name="connsiteX14" fmla="*/ 4232529 w 4926099"/>
              <a:gd name="connsiteY14" fmla="*/ 943979 h 968306"/>
              <a:gd name="connsiteX15" fmla="*/ 4209003 w 4926099"/>
              <a:gd name="connsiteY15" fmla="*/ 943407 h 968306"/>
              <a:gd name="connsiteX16" fmla="*/ 4196430 w 4926099"/>
              <a:gd name="connsiteY16" fmla="*/ 945503 h 968306"/>
              <a:gd name="connsiteX17" fmla="*/ 4190619 w 4926099"/>
              <a:gd name="connsiteY17" fmla="*/ 955504 h 968306"/>
              <a:gd name="connsiteX18" fmla="*/ 4194810 w 4926099"/>
              <a:gd name="connsiteY18" fmla="*/ 955504 h 968306"/>
              <a:gd name="connsiteX19" fmla="*/ 4210526 w 4926099"/>
              <a:gd name="connsiteY19" fmla="*/ 953408 h 968306"/>
              <a:gd name="connsiteX20" fmla="*/ 4231005 w 4926099"/>
              <a:gd name="connsiteY20" fmla="*/ 953980 h 968306"/>
              <a:gd name="connsiteX21" fmla="*/ 4242531 w 4926099"/>
              <a:gd name="connsiteY21" fmla="*/ 954456 h 968306"/>
              <a:gd name="connsiteX22" fmla="*/ 4248817 w 4926099"/>
              <a:gd name="connsiteY22" fmla="*/ 955504 h 968306"/>
              <a:gd name="connsiteX23" fmla="*/ 4256151 w 4926099"/>
              <a:gd name="connsiteY23" fmla="*/ 955980 h 968306"/>
              <a:gd name="connsiteX24" fmla="*/ 4269296 w 4926099"/>
              <a:gd name="connsiteY24" fmla="*/ 947598 h 968306"/>
              <a:gd name="connsiteX25" fmla="*/ 4269772 w 4926099"/>
              <a:gd name="connsiteY25" fmla="*/ 944931 h 968306"/>
              <a:gd name="connsiteX26" fmla="*/ 4270343 w 4926099"/>
              <a:gd name="connsiteY26" fmla="*/ 942359 h 968306"/>
              <a:gd name="connsiteX27" fmla="*/ 4268724 w 4926099"/>
              <a:gd name="connsiteY27" fmla="*/ 881114 h 968306"/>
              <a:gd name="connsiteX28" fmla="*/ 4245102 w 4926099"/>
              <a:gd name="connsiteY28" fmla="*/ 871684 h 968306"/>
              <a:gd name="connsiteX29" fmla="*/ 4217289 w 4926099"/>
              <a:gd name="connsiteY29" fmla="*/ 870636 h 968306"/>
              <a:gd name="connsiteX30" fmla="*/ 4199001 w 4926099"/>
              <a:gd name="connsiteY30" fmla="*/ 870065 h 968306"/>
              <a:gd name="connsiteX31" fmla="*/ 4190143 w 4926099"/>
              <a:gd name="connsiteY31" fmla="*/ 870065 h 968306"/>
              <a:gd name="connsiteX32" fmla="*/ 4182237 w 4926099"/>
              <a:gd name="connsiteY32" fmla="*/ 885781 h 968306"/>
              <a:gd name="connsiteX33" fmla="*/ 4182237 w 4926099"/>
              <a:gd name="connsiteY33" fmla="*/ 892067 h 968306"/>
              <a:gd name="connsiteX34" fmla="*/ 4186428 w 4926099"/>
              <a:gd name="connsiteY34" fmla="*/ 947122 h 968306"/>
              <a:gd name="connsiteX35" fmla="*/ 4186428 w 4926099"/>
              <a:gd name="connsiteY35" fmla="*/ 949217 h 968306"/>
              <a:gd name="connsiteX36" fmla="*/ 4186904 w 4926099"/>
              <a:gd name="connsiteY36" fmla="*/ 954932 h 968306"/>
              <a:gd name="connsiteX37" fmla="*/ 4190619 w 4926099"/>
              <a:gd name="connsiteY37" fmla="*/ 955504 h 968306"/>
              <a:gd name="connsiteX38" fmla="*/ 4136612 w 4926099"/>
              <a:gd name="connsiteY38" fmla="*/ 902069 h 968306"/>
              <a:gd name="connsiteX39" fmla="*/ 4136612 w 4926099"/>
              <a:gd name="connsiteY39" fmla="*/ 944455 h 968306"/>
              <a:gd name="connsiteX40" fmla="*/ 4125087 w 4926099"/>
              <a:gd name="connsiteY40" fmla="*/ 942931 h 968306"/>
              <a:gd name="connsiteX41" fmla="*/ 4108323 w 4926099"/>
              <a:gd name="connsiteY41" fmla="*/ 945026 h 968306"/>
              <a:gd name="connsiteX42" fmla="*/ 4089464 w 4926099"/>
              <a:gd name="connsiteY42" fmla="*/ 945026 h 968306"/>
              <a:gd name="connsiteX43" fmla="*/ 4075843 w 4926099"/>
              <a:gd name="connsiteY43" fmla="*/ 945026 h 968306"/>
              <a:gd name="connsiteX44" fmla="*/ 4055936 w 4926099"/>
              <a:gd name="connsiteY44" fmla="*/ 940835 h 968306"/>
              <a:gd name="connsiteX45" fmla="*/ 4052792 w 4926099"/>
              <a:gd name="connsiteY45" fmla="*/ 939216 h 968306"/>
              <a:gd name="connsiteX46" fmla="*/ 4048601 w 4926099"/>
              <a:gd name="connsiteY46" fmla="*/ 938168 h 968306"/>
              <a:gd name="connsiteX47" fmla="*/ 4036600 w 4926099"/>
              <a:gd name="connsiteY47" fmla="*/ 932358 h 968306"/>
              <a:gd name="connsiteX48" fmla="*/ 4033933 w 4926099"/>
              <a:gd name="connsiteY48" fmla="*/ 930263 h 968306"/>
              <a:gd name="connsiteX49" fmla="*/ 4030790 w 4926099"/>
              <a:gd name="connsiteY49" fmla="*/ 927691 h 968306"/>
              <a:gd name="connsiteX50" fmla="*/ 4030313 w 4926099"/>
              <a:gd name="connsiteY50" fmla="*/ 924548 h 968306"/>
              <a:gd name="connsiteX51" fmla="*/ 4029266 w 4926099"/>
              <a:gd name="connsiteY51" fmla="*/ 921404 h 968306"/>
              <a:gd name="connsiteX52" fmla="*/ 4024027 w 4926099"/>
              <a:gd name="connsiteY52" fmla="*/ 905212 h 968306"/>
              <a:gd name="connsiteX53" fmla="*/ 4023551 w 4926099"/>
              <a:gd name="connsiteY53" fmla="*/ 902545 h 968306"/>
              <a:gd name="connsiteX54" fmla="*/ 4019836 w 4926099"/>
              <a:gd name="connsiteY54" fmla="*/ 864350 h 968306"/>
              <a:gd name="connsiteX55" fmla="*/ 4017264 w 4926099"/>
              <a:gd name="connsiteY55" fmla="*/ 838156 h 968306"/>
              <a:gd name="connsiteX56" fmla="*/ 4017740 w 4926099"/>
              <a:gd name="connsiteY56" fmla="*/ 815105 h 968306"/>
              <a:gd name="connsiteX57" fmla="*/ 4019836 w 4926099"/>
              <a:gd name="connsiteY57" fmla="*/ 784149 h 968306"/>
              <a:gd name="connsiteX58" fmla="*/ 4021455 w 4926099"/>
              <a:gd name="connsiteY58" fmla="*/ 752717 h 968306"/>
              <a:gd name="connsiteX59" fmla="*/ 4014121 w 4926099"/>
              <a:gd name="connsiteY59" fmla="*/ 727571 h 968306"/>
              <a:gd name="connsiteX60" fmla="*/ 3978497 w 4926099"/>
              <a:gd name="connsiteY60" fmla="*/ 726047 h 968306"/>
              <a:gd name="connsiteX61" fmla="*/ 3978021 w 4926099"/>
              <a:gd name="connsiteY61" fmla="*/ 687280 h 968306"/>
              <a:gd name="connsiteX62" fmla="*/ 4017264 w 4926099"/>
              <a:gd name="connsiteY62" fmla="*/ 681565 h 968306"/>
              <a:gd name="connsiteX63" fmla="*/ 4025646 w 4926099"/>
              <a:gd name="connsiteY63" fmla="*/ 611937 h 968306"/>
              <a:gd name="connsiteX64" fmla="*/ 4028789 w 4926099"/>
              <a:gd name="connsiteY64" fmla="*/ 611937 h 968306"/>
              <a:gd name="connsiteX65" fmla="*/ 4086416 w 4926099"/>
              <a:gd name="connsiteY65" fmla="*/ 614033 h 968306"/>
              <a:gd name="connsiteX66" fmla="*/ 4085368 w 4926099"/>
              <a:gd name="connsiteY66" fmla="*/ 678993 h 968306"/>
              <a:gd name="connsiteX67" fmla="*/ 4107847 w 4926099"/>
              <a:gd name="connsiteY67" fmla="*/ 687851 h 968306"/>
              <a:gd name="connsiteX68" fmla="*/ 4138232 w 4926099"/>
              <a:gd name="connsiteY68" fmla="*/ 694138 h 968306"/>
              <a:gd name="connsiteX69" fmla="*/ 4136136 w 4926099"/>
              <a:gd name="connsiteY69" fmla="*/ 731857 h 968306"/>
              <a:gd name="connsiteX70" fmla="*/ 4122515 w 4926099"/>
              <a:gd name="connsiteY70" fmla="*/ 731285 h 968306"/>
              <a:gd name="connsiteX71" fmla="*/ 4092607 w 4926099"/>
              <a:gd name="connsiteY71" fmla="*/ 731857 h 968306"/>
              <a:gd name="connsiteX72" fmla="*/ 4081653 w 4926099"/>
              <a:gd name="connsiteY72" fmla="*/ 773767 h 968306"/>
              <a:gd name="connsiteX73" fmla="*/ 4080605 w 4926099"/>
              <a:gd name="connsiteY73" fmla="*/ 860159 h 968306"/>
              <a:gd name="connsiteX74" fmla="*/ 4086320 w 4926099"/>
              <a:gd name="connsiteY74" fmla="*/ 886924 h 968306"/>
              <a:gd name="connsiteX75" fmla="*/ 4136612 w 4926099"/>
              <a:gd name="connsiteY75" fmla="*/ 900068 h 968306"/>
              <a:gd name="connsiteX76" fmla="*/ 4136612 w 4926099"/>
              <a:gd name="connsiteY76" fmla="*/ 902164 h 968306"/>
              <a:gd name="connsiteX77" fmla="*/ 4094226 w 4926099"/>
              <a:gd name="connsiteY77" fmla="*/ 741763 h 968306"/>
              <a:gd name="connsiteX78" fmla="*/ 4122991 w 4926099"/>
              <a:gd name="connsiteY78" fmla="*/ 741191 h 968306"/>
              <a:gd name="connsiteX79" fmla="*/ 4136136 w 4926099"/>
              <a:gd name="connsiteY79" fmla="*/ 741763 h 968306"/>
              <a:gd name="connsiteX80" fmla="*/ 4146614 w 4926099"/>
              <a:gd name="connsiteY80" fmla="*/ 731762 h 968306"/>
              <a:gd name="connsiteX81" fmla="*/ 4148233 w 4926099"/>
              <a:gd name="connsiteY81" fmla="*/ 693471 h 968306"/>
              <a:gd name="connsiteX82" fmla="*/ 4138803 w 4926099"/>
              <a:gd name="connsiteY82" fmla="*/ 682517 h 968306"/>
              <a:gd name="connsiteX83" fmla="*/ 4107942 w 4926099"/>
              <a:gd name="connsiteY83" fmla="*/ 677279 h 968306"/>
              <a:gd name="connsiteX84" fmla="*/ 4095369 w 4926099"/>
              <a:gd name="connsiteY84" fmla="*/ 677279 h 968306"/>
              <a:gd name="connsiteX85" fmla="*/ 4096417 w 4926099"/>
              <a:gd name="connsiteY85" fmla="*/ 641084 h 968306"/>
              <a:gd name="connsiteX86" fmla="*/ 4092226 w 4926099"/>
              <a:gd name="connsiteY86" fmla="*/ 604412 h 968306"/>
              <a:gd name="connsiteX87" fmla="*/ 4040315 w 4926099"/>
              <a:gd name="connsiteY87" fmla="*/ 601745 h 968306"/>
              <a:gd name="connsiteX88" fmla="*/ 4015740 w 4926099"/>
              <a:gd name="connsiteY88" fmla="*/ 607556 h 968306"/>
              <a:gd name="connsiteX89" fmla="*/ 4011549 w 4926099"/>
              <a:gd name="connsiteY89" fmla="*/ 672992 h 968306"/>
              <a:gd name="connsiteX90" fmla="*/ 3991642 w 4926099"/>
              <a:gd name="connsiteY90" fmla="*/ 677183 h 968306"/>
              <a:gd name="connsiteX91" fmla="*/ 3967544 w 4926099"/>
              <a:gd name="connsiteY91" fmla="*/ 707092 h 968306"/>
              <a:gd name="connsiteX92" fmla="*/ 3968591 w 4926099"/>
              <a:gd name="connsiteY92" fmla="*/ 727571 h 968306"/>
              <a:gd name="connsiteX93" fmla="*/ 3968591 w 4926099"/>
              <a:gd name="connsiteY93" fmla="*/ 730714 h 968306"/>
              <a:gd name="connsiteX94" fmla="*/ 4010501 w 4926099"/>
              <a:gd name="connsiteY94" fmla="*/ 738048 h 968306"/>
              <a:gd name="connsiteX95" fmla="*/ 4009930 w 4926099"/>
              <a:gd name="connsiteY95" fmla="*/ 783578 h 968306"/>
              <a:gd name="connsiteX96" fmla="*/ 4007358 w 4926099"/>
              <a:gd name="connsiteY96" fmla="*/ 814534 h 968306"/>
              <a:gd name="connsiteX97" fmla="*/ 4006882 w 4926099"/>
              <a:gd name="connsiteY97" fmla="*/ 837584 h 968306"/>
              <a:gd name="connsiteX98" fmla="*/ 4009454 w 4926099"/>
              <a:gd name="connsiteY98" fmla="*/ 865302 h 968306"/>
              <a:gd name="connsiteX99" fmla="*/ 4013645 w 4926099"/>
              <a:gd name="connsiteY99" fmla="*/ 905117 h 968306"/>
              <a:gd name="connsiteX100" fmla="*/ 4014692 w 4926099"/>
              <a:gd name="connsiteY100" fmla="*/ 907784 h 968306"/>
              <a:gd name="connsiteX101" fmla="*/ 4019931 w 4926099"/>
              <a:gd name="connsiteY101" fmla="*/ 924548 h 968306"/>
              <a:gd name="connsiteX102" fmla="*/ 4020979 w 4926099"/>
              <a:gd name="connsiteY102" fmla="*/ 928739 h 968306"/>
              <a:gd name="connsiteX103" fmla="*/ 4027837 w 4926099"/>
              <a:gd name="connsiteY103" fmla="*/ 938168 h 968306"/>
              <a:gd name="connsiteX104" fmla="*/ 4030980 w 4926099"/>
              <a:gd name="connsiteY104" fmla="*/ 940835 h 968306"/>
              <a:gd name="connsiteX105" fmla="*/ 4045649 w 4926099"/>
              <a:gd name="connsiteY105" fmla="*/ 947598 h 968306"/>
              <a:gd name="connsiteX106" fmla="*/ 4049840 w 4926099"/>
              <a:gd name="connsiteY106" fmla="*/ 948646 h 968306"/>
              <a:gd name="connsiteX107" fmla="*/ 4052411 w 4926099"/>
              <a:gd name="connsiteY107" fmla="*/ 950170 h 968306"/>
              <a:gd name="connsiteX108" fmla="*/ 4054983 w 4926099"/>
              <a:gd name="connsiteY108" fmla="*/ 950741 h 968306"/>
              <a:gd name="connsiteX109" fmla="*/ 4075366 w 4926099"/>
              <a:gd name="connsiteY109" fmla="*/ 954932 h 968306"/>
              <a:gd name="connsiteX110" fmla="*/ 4090035 w 4926099"/>
              <a:gd name="connsiteY110" fmla="*/ 954932 h 968306"/>
              <a:gd name="connsiteX111" fmla="*/ 4109466 w 4926099"/>
              <a:gd name="connsiteY111" fmla="*/ 954932 h 968306"/>
              <a:gd name="connsiteX112" fmla="*/ 4125182 w 4926099"/>
              <a:gd name="connsiteY112" fmla="*/ 952837 h 968306"/>
              <a:gd name="connsiteX113" fmla="*/ 4135184 w 4926099"/>
              <a:gd name="connsiteY113" fmla="*/ 954932 h 968306"/>
              <a:gd name="connsiteX114" fmla="*/ 4146709 w 4926099"/>
              <a:gd name="connsiteY114" fmla="*/ 946074 h 968306"/>
              <a:gd name="connsiteX115" fmla="*/ 4146709 w 4926099"/>
              <a:gd name="connsiteY115" fmla="*/ 902069 h 968306"/>
              <a:gd name="connsiteX116" fmla="*/ 4147185 w 4926099"/>
              <a:gd name="connsiteY116" fmla="*/ 898925 h 968306"/>
              <a:gd name="connsiteX117" fmla="*/ 4139851 w 4926099"/>
              <a:gd name="connsiteY117" fmla="*/ 890067 h 968306"/>
              <a:gd name="connsiteX118" fmla="*/ 4094226 w 4926099"/>
              <a:gd name="connsiteY118" fmla="*/ 880637 h 968306"/>
              <a:gd name="connsiteX119" fmla="*/ 4090511 w 4926099"/>
              <a:gd name="connsiteY119" fmla="*/ 859682 h 968306"/>
              <a:gd name="connsiteX120" fmla="*/ 4091559 w 4926099"/>
              <a:gd name="connsiteY120" fmla="*/ 773767 h 968306"/>
              <a:gd name="connsiteX121" fmla="*/ 4094131 w 4926099"/>
              <a:gd name="connsiteY121" fmla="*/ 741858 h 968306"/>
              <a:gd name="connsiteX122" fmla="*/ 3933254 w 4926099"/>
              <a:gd name="connsiteY122" fmla="*/ 584696 h 968306"/>
              <a:gd name="connsiteX123" fmla="*/ 3933825 w 4926099"/>
              <a:gd name="connsiteY123" fmla="*/ 609270 h 968306"/>
              <a:gd name="connsiteX124" fmla="*/ 3934301 w 4926099"/>
              <a:gd name="connsiteY124" fmla="*/ 612985 h 968306"/>
              <a:gd name="connsiteX125" fmla="*/ 3934778 w 4926099"/>
              <a:gd name="connsiteY125" fmla="*/ 615080 h 968306"/>
              <a:gd name="connsiteX126" fmla="*/ 3935825 w 4926099"/>
              <a:gd name="connsiteY126" fmla="*/ 628225 h 968306"/>
              <a:gd name="connsiteX127" fmla="*/ 3936302 w 4926099"/>
              <a:gd name="connsiteY127" fmla="*/ 634035 h 968306"/>
              <a:gd name="connsiteX128" fmla="*/ 3883438 w 4926099"/>
              <a:gd name="connsiteY128" fmla="*/ 632416 h 968306"/>
              <a:gd name="connsiteX129" fmla="*/ 3880771 w 4926099"/>
              <a:gd name="connsiteY129" fmla="*/ 632416 h 968306"/>
              <a:gd name="connsiteX130" fmla="*/ 3875056 w 4926099"/>
              <a:gd name="connsiteY130" fmla="*/ 632987 h 968306"/>
              <a:gd name="connsiteX131" fmla="*/ 3873437 w 4926099"/>
              <a:gd name="connsiteY131" fmla="*/ 632987 h 968306"/>
              <a:gd name="connsiteX132" fmla="*/ 3873437 w 4926099"/>
              <a:gd name="connsiteY132" fmla="*/ 627749 h 968306"/>
              <a:gd name="connsiteX133" fmla="*/ 3873913 w 4926099"/>
              <a:gd name="connsiteY133" fmla="*/ 613556 h 968306"/>
              <a:gd name="connsiteX134" fmla="*/ 3875532 w 4926099"/>
              <a:gd name="connsiteY134" fmla="*/ 597840 h 968306"/>
              <a:gd name="connsiteX135" fmla="*/ 3876008 w 4926099"/>
              <a:gd name="connsiteY135" fmla="*/ 589934 h 968306"/>
              <a:gd name="connsiteX136" fmla="*/ 3888105 w 4926099"/>
              <a:gd name="connsiteY136" fmla="*/ 588887 h 968306"/>
              <a:gd name="connsiteX137" fmla="*/ 3890201 w 4926099"/>
              <a:gd name="connsiteY137" fmla="*/ 588887 h 968306"/>
              <a:gd name="connsiteX138" fmla="*/ 3894391 w 4926099"/>
              <a:gd name="connsiteY138" fmla="*/ 588410 h 968306"/>
              <a:gd name="connsiteX139" fmla="*/ 3907536 w 4926099"/>
              <a:gd name="connsiteY139" fmla="*/ 586791 h 968306"/>
              <a:gd name="connsiteX140" fmla="*/ 3933158 w 4926099"/>
              <a:gd name="connsiteY140" fmla="*/ 584696 h 968306"/>
              <a:gd name="connsiteX141" fmla="*/ 3945731 w 4926099"/>
              <a:gd name="connsiteY141" fmla="*/ 626606 h 968306"/>
              <a:gd name="connsiteX142" fmla="*/ 3943636 w 4926099"/>
              <a:gd name="connsiteY142" fmla="*/ 610889 h 968306"/>
              <a:gd name="connsiteX143" fmla="*/ 3943636 w 4926099"/>
              <a:gd name="connsiteY143" fmla="*/ 608222 h 968306"/>
              <a:gd name="connsiteX144" fmla="*/ 3943160 w 4926099"/>
              <a:gd name="connsiteY144" fmla="*/ 580505 h 968306"/>
              <a:gd name="connsiteX145" fmla="*/ 3906488 w 4926099"/>
              <a:gd name="connsiteY145" fmla="*/ 576790 h 968306"/>
              <a:gd name="connsiteX146" fmla="*/ 3893344 w 4926099"/>
              <a:gd name="connsiteY146" fmla="*/ 577838 h 968306"/>
              <a:gd name="connsiteX147" fmla="*/ 3889153 w 4926099"/>
              <a:gd name="connsiteY147" fmla="*/ 578885 h 968306"/>
              <a:gd name="connsiteX148" fmla="*/ 3887057 w 4926099"/>
              <a:gd name="connsiteY148" fmla="*/ 578885 h 968306"/>
              <a:gd name="connsiteX149" fmla="*/ 3872389 w 4926099"/>
              <a:gd name="connsiteY149" fmla="*/ 579933 h 968306"/>
              <a:gd name="connsiteX150" fmla="*/ 3866103 w 4926099"/>
              <a:gd name="connsiteY150" fmla="*/ 585172 h 968306"/>
              <a:gd name="connsiteX151" fmla="*/ 3864007 w 4926099"/>
              <a:gd name="connsiteY151" fmla="*/ 612413 h 968306"/>
              <a:gd name="connsiteX152" fmla="*/ 3864007 w 4926099"/>
              <a:gd name="connsiteY152" fmla="*/ 613461 h 968306"/>
              <a:gd name="connsiteX153" fmla="*/ 3863435 w 4926099"/>
              <a:gd name="connsiteY153" fmla="*/ 627082 h 968306"/>
              <a:gd name="connsiteX154" fmla="*/ 3862959 w 4926099"/>
              <a:gd name="connsiteY154" fmla="*/ 633368 h 968306"/>
              <a:gd name="connsiteX155" fmla="*/ 3862959 w 4926099"/>
              <a:gd name="connsiteY155" fmla="*/ 635940 h 968306"/>
              <a:gd name="connsiteX156" fmla="*/ 3883438 w 4926099"/>
              <a:gd name="connsiteY156" fmla="*/ 642227 h 968306"/>
              <a:gd name="connsiteX157" fmla="*/ 3943160 w 4926099"/>
              <a:gd name="connsiteY157" fmla="*/ 642798 h 968306"/>
              <a:gd name="connsiteX158" fmla="*/ 3946874 w 4926099"/>
              <a:gd name="connsiteY158" fmla="*/ 635464 h 968306"/>
              <a:gd name="connsiteX159" fmla="*/ 3945827 w 4926099"/>
              <a:gd name="connsiteY159" fmla="*/ 626606 h 968306"/>
              <a:gd name="connsiteX160" fmla="*/ 3931158 w 4926099"/>
              <a:gd name="connsiteY160" fmla="*/ 941978 h 968306"/>
              <a:gd name="connsiteX161" fmla="*/ 3872484 w 4926099"/>
              <a:gd name="connsiteY161" fmla="*/ 942550 h 968306"/>
              <a:gd name="connsiteX162" fmla="*/ 3872484 w 4926099"/>
              <a:gd name="connsiteY162" fmla="*/ 942550 h 968306"/>
              <a:gd name="connsiteX163" fmla="*/ 3872484 w 4926099"/>
              <a:gd name="connsiteY163" fmla="*/ 940454 h 968306"/>
              <a:gd name="connsiteX164" fmla="*/ 3875151 w 4926099"/>
              <a:gd name="connsiteY164" fmla="*/ 723570 h 968306"/>
              <a:gd name="connsiteX165" fmla="*/ 3874103 w 4926099"/>
              <a:gd name="connsiteY165" fmla="*/ 698424 h 968306"/>
              <a:gd name="connsiteX166" fmla="*/ 3874580 w 4926099"/>
              <a:gd name="connsiteY166" fmla="*/ 691090 h 968306"/>
              <a:gd name="connsiteX167" fmla="*/ 3882485 w 4926099"/>
              <a:gd name="connsiteY167" fmla="*/ 691661 h 968306"/>
              <a:gd name="connsiteX168" fmla="*/ 3926967 w 4926099"/>
              <a:gd name="connsiteY168" fmla="*/ 691090 h 968306"/>
              <a:gd name="connsiteX169" fmla="*/ 3929063 w 4926099"/>
              <a:gd name="connsiteY169" fmla="*/ 690518 h 968306"/>
              <a:gd name="connsiteX170" fmla="*/ 3930682 w 4926099"/>
              <a:gd name="connsiteY170" fmla="*/ 690518 h 968306"/>
              <a:gd name="connsiteX171" fmla="*/ 3933254 w 4926099"/>
              <a:gd name="connsiteY171" fmla="*/ 734048 h 968306"/>
              <a:gd name="connsiteX172" fmla="*/ 3931158 w 4926099"/>
              <a:gd name="connsiteY172" fmla="*/ 835203 h 968306"/>
              <a:gd name="connsiteX173" fmla="*/ 3931158 w 4926099"/>
              <a:gd name="connsiteY173" fmla="*/ 942074 h 968306"/>
              <a:gd name="connsiteX174" fmla="*/ 3870960 w 4926099"/>
              <a:gd name="connsiteY174" fmla="*/ 952075 h 968306"/>
              <a:gd name="connsiteX175" fmla="*/ 3931730 w 4926099"/>
              <a:gd name="connsiteY175" fmla="*/ 952075 h 968306"/>
              <a:gd name="connsiteX176" fmla="*/ 3941636 w 4926099"/>
              <a:gd name="connsiteY176" fmla="*/ 947408 h 968306"/>
              <a:gd name="connsiteX177" fmla="*/ 3941159 w 4926099"/>
              <a:gd name="connsiteY177" fmla="*/ 835298 h 968306"/>
              <a:gd name="connsiteX178" fmla="*/ 3943255 w 4926099"/>
              <a:gd name="connsiteY178" fmla="*/ 733667 h 968306"/>
              <a:gd name="connsiteX179" fmla="*/ 3940683 w 4926099"/>
              <a:gd name="connsiteY179" fmla="*/ 684994 h 968306"/>
              <a:gd name="connsiteX180" fmla="*/ 3933349 w 4926099"/>
              <a:gd name="connsiteY180" fmla="*/ 680327 h 968306"/>
              <a:gd name="connsiteX181" fmla="*/ 3926015 w 4926099"/>
              <a:gd name="connsiteY181" fmla="*/ 681374 h 968306"/>
              <a:gd name="connsiteX182" fmla="*/ 3882485 w 4926099"/>
              <a:gd name="connsiteY182" fmla="*/ 681946 h 968306"/>
              <a:gd name="connsiteX183" fmla="*/ 3864197 w 4926099"/>
              <a:gd name="connsiteY183" fmla="*/ 698138 h 968306"/>
              <a:gd name="connsiteX184" fmla="*/ 3865245 w 4926099"/>
              <a:gd name="connsiteY184" fmla="*/ 723856 h 968306"/>
              <a:gd name="connsiteX185" fmla="*/ 3862673 w 4926099"/>
              <a:gd name="connsiteY185" fmla="*/ 940740 h 968306"/>
              <a:gd name="connsiteX186" fmla="*/ 3870579 w 4926099"/>
              <a:gd name="connsiteY186" fmla="*/ 952837 h 968306"/>
              <a:gd name="connsiteX187" fmla="*/ 3871055 w 4926099"/>
              <a:gd name="connsiteY187" fmla="*/ 952265 h 968306"/>
              <a:gd name="connsiteX188" fmla="*/ 3691319 w 4926099"/>
              <a:gd name="connsiteY188" fmla="*/ 730428 h 968306"/>
              <a:gd name="connsiteX189" fmla="*/ 3654647 w 4926099"/>
              <a:gd name="connsiteY189" fmla="*/ 730428 h 968306"/>
              <a:gd name="connsiteX190" fmla="*/ 3641503 w 4926099"/>
              <a:gd name="connsiteY190" fmla="*/ 734619 h 968306"/>
              <a:gd name="connsiteX191" fmla="*/ 3638931 w 4926099"/>
              <a:gd name="connsiteY191" fmla="*/ 736715 h 968306"/>
              <a:gd name="connsiteX192" fmla="*/ 3632168 w 4926099"/>
              <a:gd name="connsiteY192" fmla="*/ 740906 h 968306"/>
              <a:gd name="connsiteX193" fmla="*/ 3619024 w 4926099"/>
              <a:gd name="connsiteY193" fmla="*/ 754050 h 968306"/>
              <a:gd name="connsiteX194" fmla="*/ 3608546 w 4926099"/>
              <a:gd name="connsiteY194" fmla="*/ 779672 h 968306"/>
              <a:gd name="connsiteX195" fmla="*/ 3624263 w 4926099"/>
              <a:gd name="connsiteY195" fmla="*/ 791198 h 968306"/>
              <a:gd name="connsiteX196" fmla="*/ 3627406 w 4926099"/>
              <a:gd name="connsiteY196" fmla="*/ 790626 h 968306"/>
              <a:gd name="connsiteX197" fmla="*/ 3717989 w 4926099"/>
              <a:gd name="connsiteY197" fmla="*/ 793198 h 968306"/>
              <a:gd name="connsiteX198" fmla="*/ 3734753 w 4926099"/>
              <a:gd name="connsiteY198" fmla="*/ 787483 h 968306"/>
              <a:gd name="connsiteX199" fmla="*/ 3727990 w 4926099"/>
              <a:gd name="connsiteY199" fmla="*/ 751288 h 968306"/>
              <a:gd name="connsiteX200" fmla="*/ 3710178 w 4926099"/>
              <a:gd name="connsiteY200" fmla="*/ 737667 h 968306"/>
              <a:gd name="connsiteX201" fmla="*/ 3691319 w 4926099"/>
              <a:gd name="connsiteY201" fmla="*/ 730333 h 968306"/>
              <a:gd name="connsiteX202" fmla="*/ 3728466 w 4926099"/>
              <a:gd name="connsiteY202" fmla="*/ 779577 h 968306"/>
              <a:gd name="connsiteX203" fmla="*/ 3717512 w 4926099"/>
              <a:gd name="connsiteY203" fmla="*/ 783292 h 968306"/>
              <a:gd name="connsiteX204" fmla="*/ 3625310 w 4926099"/>
              <a:gd name="connsiteY204" fmla="*/ 780720 h 968306"/>
              <a:gd name="connsiteX205" fmla="*/ 3622167 w 4926099"/>
              <a:gd name="connsiteY205" fmla="*/ 781292 h 968306"/>
              <a:gd name="connsiteX206" fmla="*/ 3618453 w 4926099"/>
              <a:gd name="connsiteY206" fmla="*/ 781863 h 968306"/>
              <a:gd name="connsiteX207" fmla="*/ 3626834 w 4926099"/>
              <a:gd name="connsiteY207" fmla="*/ 759860 h 968306"/>
              <a:gd name="connsiteX208" fmla="*/ 3636740 w 4926099"/>
              <a:gd name="connsiteY208" fmla="*/ 749954 h 968306"/>
              <a:gd name="connsiteX209" fmla="*/ 3645122 w 4926099"/>
              <a:gd name="connsiteY209" fmla="*/ 745192 h 968306"/>
              <a:gd name="connsiteX210" fmla="*/ 3647218 w 4926099"/>
              <a:gd name="connsiteY210" fmla="*/ 743096 h 968306"/>
              <a:gd name="connsiteX211" fmla="*/ 3657219 w 4926099"/>
              <a:gd name="connsiteY211" fmla="*/ 740429 h 968306"/>
              <a:gd name="connsiteX212" fmla="*/ 3689128 w 4926099"/>
              <a:gd name="connsiteY212" fmla="*/ 740429 h 968306"/>
              <a:gd name="connsiteX213" fmla="*/ 3705416 w 4926099"/>
              <a:gd name="connsiteY213" fmla="*/ 746716 h 968306"/>
              <a:gd name="connsiteX214" fmla="*/ 3719513 w 4926099"/>
              <a:gd name="connsiteY214" fmla="*/ 757193 h 968306"/>
              <a:gd name="connsiteX215" fmla="*/ 3728371 w 4926099"/>
              <a:gd name="connsiteY215" fmla="*/ 779672 h 968306"/>
              <a:gd name="connsiteX216" fmla="*/ 3742563 w 4926099"/>
              <a:gd name="connsiteY216" fmla="*/ 876065 h 968306"/>
              <a:gd name="connsiteX217" fmla="*/ 3791236 w 4926099"/>
              <a:gd name="connsiteY217" fmla="*/ 875018 h 968306"/>
              <a:gd name="connsiteX218" fmla="*/ 3780758 w 4926099"/>
              <a:gd name="connsiteY218" fmla="*/ 900164 h 968306"/>
              <a:gd name="connsiteX219" fmla="*/ 3773996 w 4926099"/>
              <a:gd name="connsiteY219" fmla="*/ 909022 h 968306"/>
              <a:gd name="connsiteX220" fmla="*/ 3762470 w 4926099"/>
              <a:gd name="connsiteY220" fmla="*/ 920547 h 968306"/>
              <a:gd name="connsiteX221" fmla="*/ 3740944 w 4926099"/>
              <a:gd name="connsiteY221" fmla="*/ 932072 h 968306"/>
              <a:gd name="connsiteX222" fmla="*/ 3738372 w 4926099"/>
              <a:gd name="connsiteY222" fmla="*/ 934739 h 968306"/>
              <a:gd name="connsiteX223" fmla="*/ 3735800 w 4926099"/>
              <a:gd name="connsiteY223" fmla="*/ 936263 h 968306"/>
              <a:gd name="connsiteX224" fmla="*/ 3724275 w 4926099"/>
              <a:gd name="connsiteY224" fmla="*/ 942074 h 968306"/>
              <a:gd name="connsiteX225" fmla="*/ 3719036 w 4926099"/>
              <a:gd name="connsiteY225" fmla="*/ 943598 h 968306"/>
              <a:gd name="connsiteX226" fmla="*/ 3714369 w 4926099"/>
              <a:gd name="connsiteY226" fmla="*/ 945122 h 968306"/>
              <a:gd name="connsiteX227" fmla="*/ 3634740 w 4926099"/>
              <a:gd name="connsiteY227" fmla="*/ 943598 h 968306"/>
              <a:gd name="connsiteX228" fmla="*/ 3608546 w 4926099"/>
              <a:gd name="connsiteY228" fmla="*/ 935787 h 968306"/>
              <a:gd name="connsiteX229" fmla="*/ 3579209 w 4926099"/>
              <a:gd name="connsiteY229" fmla="*/ 913213 h 968306"/>
              <a:gd name="connsiteX230" fmla="*/ 3550920 w 4926099"/>
              <a:gd name="connsiteY230" fmla="*/ 862921 h 968306"/>
              <a:gd name="connsiteX231" fmla="*/ 3548348 w 4926099"/>
              <a:gd name="connsiteY231" fmla="*/ 852443 h 968306"/>
              <a:gd name="connsiteX232" fmla="*/ 3546729 w 4926099"/>
              <a:gd name="connsiteY232" fmla="*/ 848252 h 968306"/>
              <a:gd name="connsiteX233" fmla="*/ 3545681 w 4926099"/>
              <a:gd name="connsiteY233" fmla="*/ 841966 h 968306"/>
              <a:gd name="connsiteX234" fmla="*/ 3543586 w 4926099"/>
              <a:gd name="connsiteY234" fmla="*/ 828345 h 968306"/>
              <a:gd name="connsiteX235" fmla="*/ 3544062 w 4926099"/>
              <a:gd name="connsiteY235" fmla="*/ 824630 h 968306"/>
              <a:gd name="connsiteX236" fmla="*/ 3544538 w 4926099"/>
              <a:gd name="connsiteY236" fmla="*/ 820916 h 968306"/>
              <a:gd name="connsiteX237" fmla="*/ 3544538 w 4926099"/>
              <a:gd name="connsiteY237" fmla="*/ 817296 h 968306"/>
              <a:gd name="connsiteX238" fmla="*/ 3545015 w 4926099"/>
              <a:gd name="connsiteY238" fmla="*/ 810438 h 968306"/>
              <a:gd name="connsiteX239" fmla="*/ 3570161 w 4926099"/>
              <a:gd name="connsiteY239" fmla="*/ 741858 h 968306"/>
              <a:gd name="connsiteX240" fmla="*/ 3582162 w 4926099"/>
              <a:gd name="connsiteY240" fmla="*/ 724046 h 968306"/>
              <a:gd name="connsiteX241" fmla="*/ 3620453 w 4926099"/>
              <a:gd name="connsiteY241" fmla="*/ 694709 h 968306"/>
              <a:gd name="connsiteX242" fmla="*/ 3651314 w 4926099"/>
              <a:gd name="connsiteY242" fmla="*/ 685851 h 968306"/>
              <a:gd name="connsiteX243" fmla="*/ 3708940 w 4926099"/>
              <a:gd name="connsiteY243" fmla="*/ 686423 h 968306"/>
              <a:gd name="connsiteX244" fmla="*/ 3712655 w 4926099"/>
              <a:gd name="connsiteY244" fmla="*/ 687470 h 968306"/>
              <a:gd name="connsiteX245" fmla="*/ 3741991 w 4926099"/>
              <a:gd name="connsiteY245" fmla="*/ 699567 h 968306"/>
              <a:gd name="connsiteX246" fmla="*/ 3760851 w 4926099"/>
              <a:gd name="connsiteY246" fmla="*/ 721570 h 968306"/>
              <a:gd name="connsiteX247" fmla="*/ 3792855 w 4926099"/>
              <a:gd name="connsiteY247" fmla="*/ 799103 h 968306"/>
              <a:gd name="connsiteX248" fmla="*/ 3793331 w 4926099"/>
              <a:gd name="connsiteY248" fmla="*/ 803771 h 968306"/>
              <a:gd name="connsiteX249" fmla="*/ 3793331 w 4926099"/>
              <a:gd name="connsiteY249" fmla="*/ 807485 h 968306"/>
              <a:gd name="connsiteX250" fmla="*/ 3793808 w 4926099"/>
              <a:gd name="connsiteY250" fmla="*/ 813772 h 968306"/>
              <a:gd name="connsiteX251" fmla="*/ 3795427 w 4926099"/>
              <a:gd name="connsiteY251" fmla="*/ 821582 h 968306"/>
              <a:gd name="connsiteX252" fmla="*/ 3796474 w 4926099"/>
              <a:gd name="connsiteY252" fmla="*/ 826250 h 968306"/>
              <a:gd name="connsiteX253" fmla="*/ 3763995 w 4926099"/>
              <a:gd name="connsiteY253" fmla="*/ 824726 h 968306"/>
              <a:gd name="connsiteX254" fmla="*/ 3691699 w 4926099"/>
              <a:gd name="connsiteY254" fmla="*/ 827869 h 968306"/>
              <a:gd name="connsiteX255" fmla="*/ 3668649 w 4926099"/>
              <a:gd name="connsiteY255" fmla="*/ 828917 h 968306"/>
              <a:gd name="connsiteX256" fmla="*/ 3617309 w 4926099"/>
              <a:gd name="connsiteY256" fmla="*/ 829964 h 968306"/>
              <a:gd name="connsiteX257" fmla="*/ 3608928 w 4926099"/>
              <a:gd name="connsiteY257" fmla="*/ 864540 h 968306"/>
              <a:gd name="connsiteX258" fmla="*/ 3611023 w 4926099"/>
              <a:gd name="connsiteY258" fmla="*/ 869779 h 968306"/>
              <a:gd name="connsiteX259" fmla="*/ 3612642 w 4926099"/>
              <a:gd name="connsiteY259" fmla="*/ 873970 h 968306"/>
              <a:gd name="connsiteX260" fmla="*/ 3614261 w 4926099"/>
              <a:gd name="connsiteY260" fmla="*/ 877113 h 968306"/>
              <a:gd name="connsiteX261" fmla="*/ 3616357 w 4926099"/>
              <a:gd name="connsiteY261" fmla="*/ 879780 h 968306"/>
              <a:gd name="connsiteX262" fmla="*/ 3619500 w 4926099"/>
              <a:gd name="connsiteY262" fmla="*/ 883971 h 968306"/>
              <a:gd name="connsiteX263" fmla="*/ 3624739 w 4926099"/>
              <a:gd name="connsiteY263" fmla="*/ 889210 h 968306"/>
              <a:gd name="connsiteX264" fmla="*/ 3629978 w 4926099"/>
              <a:gd name="connsiteY264" fmla="*/ 895496 h 968306"/>
              <a:gd name="connsiteX265" fmla="*/ 3659315 w 4926099"/>
              <a:gd name="connsiteY265" fmla="*/ 908641 h 968306"/>
              <a:gd name="connsiteX266" fmla="*/ 3662934 w 4926099"/>
              <a:gd name="connsiteY266" fmla="*/ 909212 h 968306"/>
              <a:gd name="connsiteX267" fmla="*/ 3696462 w 4926099"/>
              <a:gd name="connsiteY267" fmla="*/ 905498 h 968306"/>
              <a:gd name="connsiteX268" fmla="*/ 3741991 w 4926099"/>
              <a:gd name="connsiteY268" fmla="*/ 876161 h 968306"/>
              <a:gd name="connsiteX269" fmla="*/ 3742563 w 4926099"/>
              <a:gd name="connsiteY269" fmla="*/ 876161 h 968306"/>
              <a:gd name="connsiteX270" fmla="*/ 3617881 w 4926099"/>
              <a:gd name="connsiteY270" fmla="*/ 839870 h 968306"/>
              <a:gd name="connsiteX271" fmla="*/ 3670268 w 4926099"/>
              <a:gd name="connsiteY271" fmla="*/ 838823 h 968306"/>
              <a:gd name="connsiteX272" fmla="*/ 3691699 w 4926099"/>
              <a:gd name="connsiteY272" fmla="*/ 837775 h 968306"/>
              <a:gd name="connsiteX273" fmla="*/ 3763995 w 4926099"/>
              <a:gd name="connsiteY273" fmla="*/ 834632 h 968306"/>
              <a:gd name="connsiteX274" fmla="*/ 3784949 w 4926099"/>
              <a:gd name="connsiteY274" fmla="*/ 836156 h 968306"/>
              <a:gd name="connsiteX275" fmla="*/ 3803809 w 4926099"/>
              <a:gd name="connsiteY275" fmla="*/ 812057 h 968306"/>
              <a:gd name="connsiteX276" fmla="*/ 3803333 w 4926099"/>
              <a:gd name="connsiteY276" fmla="*/ 806819 h 968306"/>
              <a:gd name="connsiteX277" fmla="*/ 3803333 w 4926099"/>
              <a:gd name="connsiteY277" fmla="*/ 802628 h 968306"/>
              <a:gd name="connsiteX278" fmla="*/ 3802761 w 4926099"/>
              <a:gd name="connsiteY278" fmla="*/ 797389 h 968306"/>
              <a:gd name="connsiteX279" fmla="*/ 3768185 w 4926099"/>
              <a:gd name="connsiteY279" fmla="*/ 714045 h 968306"/>
              <a:gd name="connsiteX280" fmla="*/ 3747230 w 4926099"/>
              <a:gd name="connsiteY280" fmla="*/ 690995 h 968306"/>
              <a:gd name="connsiteX281" fmla="*/ 3718941 w 4926099"/>
              <a:gd name="connsiteY281" fmla="*/ 678993 h 968306"/>
              <a:gd name="connsiteX282" fmla="*/ 3714750 w 4926099"/>
              <a:gd name="connsiteY282" fmla="*/ 677374 h 968306"/>
              <a:gd name="connsiteX283" fmla="*/ 3711035 w 4926099"/>
              <a:gd name="connsiteY283" fmla="*/ 676898 h 968306"/>
              <a:gd name="connsiteX284" fmla="*/ 3649790 w 4926099"/>
              <a:gd name="connsiteY284" fmla="*/ 675850 h 968306"/>
              <a:gd name="connsiteX285" fmla="*/ 3617309 w 4926099"/>
              <a:gd name="connsiteY285" fmla="*/ 684708 h 968306"/>
              <a:gd name="connsiteX286" fmla="*/ 3573304 w 4926099"/>
              <a:gd name="connsiteY286" fmla="*/ 719284 h 968306"/>
              <a:gd name="connsiteX287" fmla="*/ 3560731 w 4926099"/>
              <a:gd name="connsiteY287" fmla="*/ 737572 h 968306"/>
              <a:gd name="connsiteX288" fmla="*/ 3535585 w 4926099"/>
              <a:gd name="connsiteY288" fmla="*/ 802056 h 968306"/>
              <a:gd name="connsiteX289" fmla="*/ 3534537 w 4926099"/>
              <a:gd name="connsiteY289" fmla="*/ 816153 h 968306"/>
              <a:gd name="connsiteX290" fmla="*/ 3534537 w 4926099"/>
              <a:gd name="connsiteY290" fmla="*/ 819868 h 968306"/>
              <a:gd name="connsiteX291" fmla="*/ 3534061 w 4926099"/>
              <a:gd name="connsiteY291" fmla="*/ 823011 h 968306"/>
              <a:gd name="connsiteX292" fmla="*/ 3533585 w 4926099"/>
              <a:gd name="connsiteY292" fmla="*/ 827202 h 968306"/>
              <a:gd name="connsiteX293" fmla="*/ 3535680 w 4926099"/>
              <a:gd name="connsiteY293" fmla="*/ 843966 h 968306"/>
              <a:gd name="connsiteX294" fmla="*/ 3537299 w 4926099"/>
              <a:gd name="connsiteY294" fmla="*/ 851872 h 968306"/>
              <a:gd name="connsiteX295" fmla="*/ 3538823 w 4926099"/>
              <a:gd name="connsiteY295" fmla="*/ 856063 h 968306"/>
              <a:gd name="connsiteX296" fmla="*/ 3540919 w 4926099"/>
              <a:gd name="connsiteY296" fmla="*/ 864445 h 968306"/>
              <a:gd name="connsiteX297" fmla="*/ 3541490 w 4926099"/>
              <a:gd name="connsiteY297" fmla="*/ 867017 h 968306"/>
              <a:gd name="connsiteX298" fmla="*/ 3572351 w 4926099"/>
              <a:gd name="connsiteY298" fmla="*/ 920928 h 968306"/>
              <a:gd name="connsiteX299" fmla="*/ 3605879 w 4926099"/>
              <a:gd name="connsiteY299" fmla="*/ 945598 h 968306"/>
              <a:gd name="connsiteX300" fmla="*/ 3632073 w 4926099"/>
              <a:gd name="connsiteY300" fmla="*/ 953408 h 968306"/>
              <a:gd name="connsiteX301" fmla="*/ 3717417 w 4926099"/>
              <a:gd name="connsiteY301" fmla="*/ 954456 h 968306"/>
              <a:gd name="connsiteX302" fmla="*/ 3721608 w 4926099"/>
              <a:gd name="connsiteY302" fmla="*/ 952932 h 968306"/>
              <a:gd name="connsiteX303" fmla="*/ 3727418 w 4926099"/>
              <a:gd name="connsiteY303" fmla="*/ 951408 h 968306"/>
              <a:gd name="connsiteX304" fmla="*/ 3736848 w 4926099"/>
              <a:gd name="connsiteY304" fmla="*/ 946169 h 968306"/>
              <a:gd name="connsiteX305" fmla="*/ 3742087 w 4926099"/>
              <a:gd name="connsiteY305" fmla="*/ 944074 h 968306"/>
              <a:gd name="connsiteX306" fmla="*/ 3744754 w 4926099"/>
              <a:gd name="connsiteY306" fmla="*/ 941978 h 968306"/>
              <a:gd name="connsiteX307" fmla="*/ 3747326 w 4926099"/>
              <a:gd name="connsiteY307" fmla="*/ 939883 h 968306"/>
              <a:gd name="connsiteX308" fmla="*/ 3768281 w 4926099"/>
              <a:gd name="connsiteY308" fmla="*/ 928834 h 968306"/>
              <a:gd name="connsiteX309" fmla="*/ 3783521 w 4926099"/>
              <a:gd name="connsiteY309" fmla="*/ 912641 h 968306"/>
              <a:gd name="connsiteX310" fmla="*/ 3789807 w 4926099"/>
              <a:gd name="connsiteY310" fmla="*/ 905307 h 968306"/>
              <a:gd name="connsiteX311" fmla="*/ 3798189 w 4926099"/>
              <a:gd name="connsiteY311" fmla="*/ 865016 h 968306"/>
              <a:gd name="connsiteX312" fmla="*/ 3781425 w 4926099"/>
              <a:gd name="connsiteY312" fmla="*/ 863969 h 968306"/>
              <a:gd name="connsiteX313" fmla="*/ 3740563 w 4926099"/>
              <a:gd name="connsiteY313" fmla="*/ 866064 h 968306"/>
              <a:gd name="connsiteX314" fmla="*/ 3736372 w 4926099"/>
              <a:gd name="connsiteY314" fmla="*/ 867112 h 968306"/>
              <a:gd name="connsiteX315" fmla="*/ 3732657 w 4926099"/>
              <a:gd name="connsiteY315" fmla="*/ 872922 h 968306"/>
              <a:gd name="connsiteX316" fmla="*/ 3693890 w 4926099"/>
              <a:gd name="connsiteY316" fmla="*/ 895973 h 968306"/>
              <a:gd name="connsiteX317" fmla="*/ 3663029 w 4926099"/>
              <a:gd name="connsiteY317" fmla="*/ 899116 h 968306"/>
              <a:gd name="connsiteX318" fmla="*/ 3658362 w 4926099"/>
              <a:gd name="connsiteY318" fmla="*/ 898068 h 968306"/>
              <a:gd name="connsiteX319" fmla="*/ 3637407 w 4926099"/>
              <a:gd name="connsiteY319" fmla="*/ 888638 h 968306"/>
              <a:gd name="connsiteX320" fmla="*/ 3630645 w 4926099"/>
              <a:gd name="connsiteY320" fmla="*/ 880828 h 968306"/>
              <a:gd name="connsiteX321" fmla="*/ 3627501 w 4926099"/>
              <a:gd name="connsiteY321" fmla="*/ 877113 h 968306"/>
              <a:gd name="connsiteX322" fmla="*/ 3624358 w 4926099"/>
              <a:gd name="connsiteY322" fmla="*/ 873494 h 968306"/>
              <a:gd name="connsiteX323" fmla="*/ 3622262 w 4926099"/>
              <a:gd name="connsiteY323" fmla="*/ 869779 h 968306"/>
              <a:gd name="connsiteX324" fmla="*/ 3620643 w 4926099"/>
              <a:gd name="connsiteY324" fmla="*/ 866636 h 968306"/>
              <a:gd name="connsiteX325" fmla="*/ 3618548 w 4926099"/>
              <a:gd name="connsiteY325" fmla="*/ 860825 h 968306"/>
              <a:gd name="connsiteX326" fmla="*/ 3618071 w 4926099"/>
              <a:gd name="connsiteY326" fmla="*/ 839870 h 968306"/>
              <a:gd name="connsiteX327" fmla="*/ 3296888 w 4926099"/>
              <a:gd name="connsiteY327" fmla="*/ 939883 h 968306"/>
              <a:gd name="connsiteX328" fmla="*/ 3274886 w 4926099"/>
              <a:gd name="connsiteY328" fmla="*/ 940359 h 968306"/>
              <a:gd name="connsiteX329" fmla="*/ 3269647 w 4926099"/>
              <a:gd name="connsiteY329" fmla="*/ 940359 h 968306"/>
              <a:gd name="connsiteX330" fmla="*/ 3270123 w 4926099"/>
              <a:gd name="connsiteY330" fmla="*/ 931501 h 968306"/>
              <a:gd name="connsiteX331" fmla="*/ 3264884 w 4926099"/>
              <a:gd name="connsiteY331" fmla="*/ 682136 h 968306"/>
              <a:gd name="connsiteX332" fmla="*/ 3265932 w 4926099"/>
              <a:gd name="connsiteY332" fmla="*/ 595173 h 968306"/>
              <a:gd name="connsiteX333" fmla="*/ 3265932 w 4926099"/>
              <a:gd name="connsiteY333" fmla="*/ 587363 h 968306"/>
              <a:gd name="connsiteX334" fmla="*/ 3271171 w 4926099"/>
              <a:gd name="connsiteY334" fmla="*/ 587363 h 968306"/>
              <a:gd name="connsiteX335" fmla="*/ 3321463 w 4926099"/>
              <a:gd name="connsiteY335" fmla="*/ 585743 h 968306"/>
              <a:gd name="connsiteX336" fmla="*/ 3321939 w 4926099"/>
              <a:gd name="connsiteY336" fmla="*/ 616604 h 968306"/>
              <a:gd name="connsiteX337" fmla="*/ 3325654 w 4926099"/>
              <a:gd name="connsiteY337" fmla="*/ 711950 h 968306"/>
              <a:gd name="connsiteX338" fmla="*/ 3327749 w 4926099"/>
              <a:gd name="connsiteY338" fmla="*/ 757003 h 968306"/>
              <a:gd name="connsiteX339" fmla="*/ 3328226 w 4926099"/>
              <a:gd name="connsiteY339" fmla="*/ 761194 h 968306"/>
              <a:gd name="connsiteX340" fmla="*/ 3329845 w 4926099"/>
              <a:gd name="connsiteY340" fmla="*/ 764337 h 968306"/>
              <a:gd name="connsiteX341" fmla="*/ 3343466 w 4926099"/>
              <a:gd name="connsiteY341" fmla="*/ 773767 h 968306"/>
              <a:gd name="connsiteX342" fmla="*/ 3357086 w 4926099"/>
              <a:gd name="connsiteY342" fmla="*/ 762813 h 968306"/>
              <a:gd name="connsiteX343" fmla="*/ 3433096 w 4926099"/>
              <a:gd name="connsiteY343" fmla="*/ 688423 h 968306"/>
              <a:gd name="connsiteX344" fmla="*/ 3438906 w 4926099"/>
              <a:gd name="connsiteY344" fmla="*/ 688423 h 968306"/>
              <a:gd name="connsiteX345" fmla="*/ 3455670 w 4926099"/>
              <a:gd name="connsiteY345" fmla="*/ 687375 h 968306"/>
              <a:gd name="connsiteX346" fmla="*/ 3466148 w 4926099"/>
              <a:gd name="connsiteY346" fmla="*/ 686804 h 968306"/>
              <a:gd name="connsiteX347" fmla="*/ 3470815 w 4926099"/>
              <a:gd name="connsiteY347" fmla="*/ 686804 h 968306"/>
              <a:gd name="connsiteX348" fmla="*/ 3493294 w 4926099"/>
              <a:gd name="connsiteY348" fmla="*/ 687851 h 968306"/>
              <a:gd name="connsiteX349" fmla="*/ 3475006 w 4926099"/>
              <a:gd name="connsiteY349" fmla="*/ 704044 h 968306"/>
              <a:gd name="connsiteX350" fmla="*/ 3450431 w 4926099"/>
              <a:gd name="connsiteY350" fmla="*/ 730238 h 968306"/>
              <a:gd name="connsiteX351" fmla="*/ 3447860 w 4926099"/>
              <a:gd name="connsiteY351" fmla="*/ 731857 h 968306"/>
              <a:gd name="connsiteX352" fmla="*/ 3444145 w 4926099"/>
              <a:gd name="connsiteY352" fmla="*/ 734429 h 968306"/>
              <a:gd name="connsiteX353" fmla="*/ 3409093 w 4926099"/>
              <a:gd name="connsiteY353" fmla="*/ 776339 h 968306"/>
              <a:gd name="connsiteX354" fmla="*/ 3413760 w 4926099"/>
              <a:gd name="connsiteY354" fmla="*/ 794150 h 968306"/>
              <a:gd name="connsiteX355" fmla="*/ 3416332 w 4926099"/>
              <a:gd name="connsiteY355" fmla="*/ 796246 h 968306"/>
              <a:gd name="connsiteX356" fmla="*/ 3418904 w 4926099"/>
              <a:gd name="connsiteY356" fmla="*/ 799389 h 968306"/>
              <a:gd name="connsiteX357" fmla="*/ 3422047 w 4926099"/>
              <a:gd name="connsiteY357" fmla="*/ 804628 h 968306"/>
              <a:gd name="connsiteX358" fmla="*/ 3424619 w 4926099"/>
              <a:gd name="connsiteY358" fmla="*/ 807771 h 968306"/>
              <a:gd name="connsiteX359" fmla="*/ 3446145 w 4926099"/>
              <a:gd name="connsiteY359" fmla="*/ 837108 h 968306"/>
              <a:gd name="connsiteX360" fmla="*/ 3491770 w 4926099"/>
              <a:gd name="connsiteY360" fmla="*/ 908927 h 968306"/>
              <a:gd name="connsiteX361" fmla="*/ 3503771 w 4926099"/>
              <a:gd name="connsiteY361" fmla="*/ 929882 h 968306"/>
              <a:gd name="connsiteX362" fmla="*/ 3511677 w 4926099"/>
              <a:gd name="connsiteY362" fmla="*/ 943502 h 968306"/>
              <a:gd name="connsiteX363" fmla="*/ 3513773 w 4926099"/>
              <a:gd name="connsiteY363" fmla="*/ 946646 h 968306"/>
              <a:gd name="connsiteX364" fmla="*/ 3507010 w 4926099"/>
              <a:gd name="connsiteY364" fmla="*/ 945598 h 968306"/>
              <a:gd name="connsiteX365" fmla="*/ 3500723 w 4926099"/>
              <a:gd name="connsiteY365" fmla="*/ 945598 h 968306"/>
              <a:gd name="connsiteX366" fmla="*/ 3466624 w 4926099"/>
              <a:gd name="connsiteY366" fmla="*/ 944074 h 968306"/>
              <a:gd name="connsiteX367" fmla="*/ 3446240 w 4926099"/>
              <a:gd name="connsiteY367" fmla="*/ 942550 h 968306"/>
              <a:gd name="connsiteX368" fmla="*/ 3437858 w 4926099"/>
              <a:gd name="connsiteY368" fmla="*/ 943026 h 968306"/>
              <a:gd name="connsiteX369" fmla="*/ 3435287 w 4926099"/>
              <a:gd name="connsiteY369" fmla="*/ 937216 h 968306"/>
              <a:gd name="connsiteX370" fmla="*/ 3432143 w 4926099"/>
              <a:gd name="connsiteY370" fmla="*/ 931977 h 968306"/>
              <a:gd name="connsiteX371" fmla="*/ 3429000 w 4926099"/>
              <a:gd name="connsiteY371" fmla="*/ 925214 h 968306"/>
              <a:gd name="connsiteX372" fmla="*/ 3425857 w 4926099"/>
              <a:gd name="connsiteY372" fmla="*/ 918928 h 968306"/>
              <a:gd name="connsiteX373" fmla="*/ 3416427 w 4926099"/>
              <a:gd name="connsiteY373" fmla="*/ 903212 h 968306"/>
              <a:gd name="connsiteX374" fmla="*/ 3413284 w 4926099"/>
              <a:gd name="connsiteY374" fmla="*/ 896925 h 968306"/>
              <a:gd name="connsiteX375" fmla="*/ 3408616 w 4926099"/>
              <a:gd name="connsiteY375" fmla="*/ 888543 h 968306"/>
              <a:gd name="connsiteX376" fmla="*/ 3387662 w 4926099"/>
              <a:gd name="connsiteY376" fmla="*/ 855015 h 968306"/>
              <a:gd name="connsiteX377" fmla="*/ 3385090 w 4926099"/>
              <a:gd name="connsiteY377" fmla="*/ 851300 h 968306"/>
              <a:gd name="connsiteX378" fmla="*/ 3377756 w 4926099"/>
              <a:gd name="connsiteY378" fmla="*/ 841299 h 968306"/>
              <a:gd name="connsiteX379" fmla="*/ 3352133 w 4926099"/>
              <a:gd name="connsiteY379" fmla="*/ 834441 h 968306"/>
              <a:gd name="connsiteX380" fmla="*/ 3334798 w 4926099"/>
              <a:gd name="connsiteY380" fmla="*/ 847014 h 968306"/>
              <a:gd name="connsiteX381" fmla="*/ 3328035 w 4926099"/>
              <a:gd name="connsiteY381" fmla="*/ 857015 h 968306"/>
              <a:gd name="connsiteX382" fmla="*/ 3328035 w 4926099"/>
              <a:gd name="connsiteY382" fmla="*/ 918261 h 968306"/>
              <a:gd name="connsiteX383" fmla="*/ 3327464 w 4926099"/>
              <a:gd name="connsiteY383" fmla="*/ 921976 h 968306"/>
              <a:gd name="connsiteX384" fmla="*/ 3327464 w 4926099"/>
              <a:gd name="connsiteY384" fmla="*/ 925119 h 968306"/>
              <a:gd name="connsiteX385" fmla="*/ 3326987 w 4926099"/>
              <a:gd name="connsiteY385" fmla="*/ 939788 h 968306"/>
              <a:gd name="connsiteX386" fmla="*/ 3297079 w 4926099"/>
              <a:gd name="connsiteY386" fmla="*/ 939788 h 968306"/>
              <a:gd name="connsiteX387" fmla="*/ 3259170 w 4926099"/>
              <a:gd name="connsiteY387" fmla="*/ 943026 h 968306"/>
              <a:gd name="connsiteX388" fmla="*/ 3266504 w 4926099"/>
              <a:gd name="connsiteY388" fmla="*/ 950360 h 968306"/>
              <a:gd name="connsiteX389" fmla="*/ 3327749 w 4926099"/>
              <a:gd name="connsiteY389" fmla="*/ 949789 h 968306"/>
              <a:gd name="connsiteX390" fmla="*/ 3337179 w 4926099"/>
              <a:gd name="connsiteY390" fmla="*/ 944074 h 968306"/>
              <a:gd name="connsiteX391" fmla="*/ 3337179 w 4926099"/>
              <a:gd name="connsiteY391" fmla="*/ 926262 h 968306"/>
              <a:gd name="connsiteX392" fmla="*/ 3337179 w 4926099"/>
              <a:gd name="connsiteY392" fmla="*/ 923690 h 968306"/>
              <a:gd name="connsiteX393" fmla="*/ 3337655 w 4926099"/>
              <a:gd name="connsiteY393" fmla="*/ 917404 h 968306"/>
              <a:gd name="connsiteX394" fmla="*/ 3339274 w 4926099"/>
              <a:gd name="connsiteY394" fmla="*/ 856158 h 968306"/>
              <a:gd name="connsiteX395" fmla="*/ 3342418 w 4926099"/>
              <a:gd name="connsiteY395" fmla="*/ 854634 h 968306"/>
              <a:gd name="connsiteX396" fmla="*/ 3357658 w 4926099"/>
              <a:gd name="connsiteY396" fmla="*/ 843109 h 968306"/>
              <a:gd name="connsiteX397" fmla="*/ 3361373 w 4926099"/>
              <a:gd name="connsiteY397" fmla="*/ 840537 h 968306"/>
              <a:gd name="connsiteX398" fmla="*/ 3377089 w 4926099"/>
              <a:gd name="connsiteY398" fmla="*/ 857301 h 968306"/>
              <a:gd name="connsiteX399" fmla="*/ 3380232 w 4926099"/>
              <a:gd name="connsiteY399" fmla="*/ 862064 h 968306"/>
              <a:gd name="connsiteX400" fmla="*/ 3401187 w 4926099"/>
              <a:gd name="connsiteY400" fmla="*/ 895592 h 968306"/>
              <a:gd name="connsiteX401" fmla="*/ 3405378 w 4926099"/>
              <a:gd name="connsiteY401" fmla="*/ 903497 h 968306"/>
              <a:gd name="connsiteX402" fmla="*/ 3406426 w 4926099"/>
              <a:gd name="connsiteY402" fmla="*/ 906164 h 968306"/>
              <a:gd name="connsiteX403" fmla="*/ 3407474 w 4926099"/>
              <a:gd name="connsiteY403" fmla="*/ 908736 h 968306"/>
              <a:gd name="connsiteX404" fmla="*/ 3418999 w 4926099"/>
              <a:gd name="connsiteY404" fmla="*/ 926548 h 968306"/>
              <a:gd name="connsiteX405" fmla="*/ 3423761 w 4926099"/>
              <a:gd name="connsiteY405" fmla="*/ 937597 h 968306"/>
              <a:gd name="connsiteX406" fmla="*/ 3426333 w 4926099"/>
              <a:gd name="connsiteY406" fmla="*/ 942836 h 968306"/>
              <a:gd name="connsiteX407" fmla="*/ 3436811 w 4926099"/>
              <a:gd name="connsiteY407" fmla="*/ 953313 h 968306"/>
              <a:gd name="connsiteX408" fmla="*/ 3446240 w 4926099"/>
              <a:gd name="connsiteY408" fmla="*/ 952837 h 968306"/>
              <a:gd name="connsiteX409" fmla="*/ 3466148 w 4926099"/>
              <a:gd name="connsiteY409" fmla="*/ 954361 h 968306"/>
              <a:gd name="connsiteX410" fmla="*/ 3502819 w 4926099"/>
              <a:gd name="connsiteY410" fmla="*/ 956456 h 968306"/>
              <a:gd name="connsiteX411" fmla="*/ 3506438 w 4926099"/>
              <a:gd name="connsiteY411" fmla="*/ 955980 h 968306"/>
              <a:gd name="connsiteX412" fmla="*/ 3521107 w 4926099"/>
              <a:gd name="connsiteY412" fmla="*/ 955980 h 968306"/>
              <a:gd name="connsiteX413" fmla="*/ 3526346 w 4926099"/>
              <a:gd name="connsiteY413" fmla="*/ 946550 h 968306"/>
              <a:gd name="connsiteX414" fmla="*/ 3511106 w 4926099"/>
              <a:gd name="connsiteY414" fmla="*/ 923500 h 968306"/>
              <a:gd name="connsiteX415" fmla="*/ 3500152 w 4926099"/>
              <a:gd name="connsiteY415" fmla="*/ 903593 h 968306"/>
              <a:gd name="connsiteX416" fmla="*/ 3454527 w 4926099"/>
              <a:gd name="connsiteY416" fmla="*/ 832346 h 968306"/>
              <a:gd name="connsiteX417" fmla="*/ 3433572 w 4926099"/>
              <a:gd name="connsiteY417" fmla="*/ 803009 h 968306"/>
              <a:gd name="connsiteX418" fmla="*/ 3431477 w 4926099"/>
              <a:gd name="connsiteY418" fmla="*/ 799865 h 968306"/>
              <a:gd name="connsiteX419" fmla="*/ 3428905 w 4926099"/>
              <a:gd name="connsiteY419" fmla="*/ 797770 h 968306"/>
              <a:gd name="connsiteX420" fmla="*/ 3423666 w 4926099"/>
              <a:gd name="connsiteY420" fmla="*/ 789864 h 968306"/>
              <a:gd name="connsiteX421" fmla="*/ 3420999 w 4926099"/>
              <a:gd name="connsiteY421" fmla="*/ 787292 h 968306"/>
              <a:gd name="connsiteX422" fmla="*/ 3417380 w 4926099"/>
              <a:gd name="connsiteY422" fmla="*/ 782054 h 968306"/>
              <a:gd name="connsiteX423" fmla="*/ 3450908 w 4926099"/>
              <a:gd name="connsiteY423" fmla="*/ 742239 h 968306"/>
              <a:gd name="connsiteX424" fmla="*/ 3454622 w 4926099"/>
              <a:gd name="connsiteY424" fmla="*/ 739667 h 968306"/>
              <a:gd name="connsiteX425" fmla="*/ 3457766 w 4926099"/>
              <a:gd name="connsiteY425" fmla="*/ 737572 h 968306"/>
              <a:gd name="connsiteX426" fmla="*/ 3482340 w 4926099"/>
              <a:gd name="connsiteY426" fmla="*/ 711378 h 968306"/>
              <a:gd name="connsiteX427" fmla="*/ 3508058 w 4926099"/>
              <a:gd name="connsiteY427" fmla="*/ 686804 h 968306"/>
              <a:gd name="connsiteX428" fmla="*/ 3508058 w 4926099"/>
              <a:gd name="connsiteY428" fmla="*/ 679946 h 968306"/>
              <a:gd name="connsiteX429" fmla="*/ 3503390 w 4926099"/>
              <a:gd name="connsiteY429" fmla="*/ 678898 h 968306"/>
              <a:gd name="connsiteX430" fmla="*/ 3496628 w 4926099"/>
              <a:gd name="connsiteY430" fmla="*/ 678898 h 968306"/>
              <a:gd name="connsiteX431" fmla="*/ 3469958 w 4926099"/>
              <a:gd name="connsiteY431" fmla="*/ 676802 h 968306"/>
              <a:gd name="connsiteX432" fmla="*/ 3465766 w 4926099"/>
              <a:gd name="connsiteY432" fmla="*/ 676802 h 968306"/>
              <a:gd name="connsiteX433" fmla="*/ 3455289 w 4926099"/>
              <a:gd name="connsiteY433" fmla="*/ 677850 h 968306"/>
              <a:gd name="connsiteX434" fmla="*/ 3439097 w 4926099"/>
              <a:gd name="connsiteY434" fmla="*/ 678898 h 968306"/>
              <a:gd name="connsiteX435" fmla="*/ 3424428 w 4926099"/>
              <a:gd name="connsiteY435" fmla="*/ 684137 h 968306"/>
              <a:gd name="connsiteX436" fmla="*/ 3350514 w 4926099"/>
              <a:gd name="connsiteY436" fmla="*/ 755955 h 968306"/>
              <a:gd name="connsiteX437" fmla="*/ 3340037 w 4926099"/>
              <a:gd name="connsiteY437" fmla="*/ 763289 h 968306"/>
              <a:gd name="connsiteX438" fmla="*/ 3337941 w 4926099"/>
              <a:gd name="connsiteY438" fmla="*/ 758527 h 968306"/>
              <a:gd name="connsiteX439" fmla="*/ 3335846 w 4926099"/>
              <a:gd name="connsiteY439" fmla="*/ 711378 h 968306"/>
              <a:gd name="connsiteX440" fmla="*/ 3332226 w 4926099"/>
              <a:gd name="connsiteY440" fmla="*/ 617081 h 968306"/>
              <a:gd name="connsiteX441" fmla="*/ 3331655 w 4926099"/>
              <a:gd name="connsiteY441" fmla="*/ 580409 h 968306"/>
              <a:gd name="connsiteX442" fmla="*/ 3325940 w 4926099"/>
              <a:gd name="connsiteY442" fmla="*/ 575742 h 968306"/>
              <a:gd name="connsiteX443" fmla="*/ 3264122 w 4926099"/>
              <a:gd name="connsiteY443" fmla="*/ 577838 h 968306"/>
              <a:gd name="connsiteX444" fmla="*/ 3256312 w 4926099"/>
              <a:gd name="connsiteY444" fmla="*/ 587267 h 968306"/>
              <a:gd name="connsiteX445" fmla="*/ 3256312 w 4926099"/>
              <a:gd name="connsiteY445" fmla="*/ 595173 h 968306"/>
              <a:gd name="connsiteX446" fmla="*/ 3255264 w 4926099"/>
              <a:gd name="connsiteY446" fmla="*/ 682613 h 968306"/>
              <a:gd name="connsiteX447" fmla="*/ 3259931 w 4926099"/>
              <a:gd name="connsiteY447" fmla="*/ 931406 h 968306"/>
              <a:gd name="connsiteX448" fmla="*/ 3259931 w 4926099"/>
              <a:gd name="connsiteY448" fmla="*/ 940264 h 968306"/>
              <a:gd name="connsiteX449" fmla="*/ 3259455 w 4926099"/>
              <a:gd name="connsiteY449" fmla="*/ 943407 h 968306"/>
              <a:gd name="connsiteX450" fmla="*/ 2845308 w 4926099"/>
              <a:gd name="connsiteY450" fmla="*/ 943026 h 968306"/>
              <a:gd name="connsiteX451" fmla="*/ 2785586 w 4926099"/>
              <a:gd name="connsiteY451" fmla="*/ 944550 h 968306"/>
              <a:gd name="connsiteX452" fmla="*/ 2787206 w 4926099"/>
              <a:gd name="connsiteY452" fmla="*/ 914165 h 968306"/>
              <a:gd name="connsiteX453" fmla="*/ 2788253 w 4926099"/>
              <a:gd name="connsiteY453" fmla="*/ 769576 h 968306"/>
              <a:gd name="connsiteX454" fmla="*/ 2785110 w 4926099"/>
              <a:gd name="connsiteY454" fmla="*/ 687851 h 968306"/>
              <a:gd name="connsiteX455" fmla="*/ 2790920 w 4926099"/>
              <a:gd name="connsiteY455" fmla="*/ 687851 h 968306"/>
              <a:gd name="connsiteX456" fmla="*/ 2797683 w 4926099"/>
              <a:gd name="connsiteY456" fmla="*/ 687280 h 968306"/>
              <a:gd name="connsiteX457" fmla="*/ 2810256 w 4926099"/>
              <a:gd name="connsiteY457" fmla="*/ 686708 h 968306"/>
              <a:gd name="connsiteX458" fmla="*/ 2842736 w 4926099"/>
              <a:gd name="connsiteY458" fmla="*/ 683565 h 968306"/>
              <a:gd name="connsiteX459" fmla="*/ 2842260 w 4926099"/>
              <a:gd name="connsiteY459" fmla="*/ 709759 h 968306"/>
              <a:gd name="connsiteX460" fmla="*/ 2851118 w 4926099"/>
              <a:gd name="connsiteY460" fmla="*/ 715569 h 968306"/>
              <a:gd name="connsiteX461" fmla="*/ 2856929 w 4926099"/>
              <a:gd name="connsiteY461" fmla="*/ 715569 h 968306"/>
              <a:gd name="connsiteX462" fmla="*/ 2867406 w 4926099"/>
              <a:gd name="connsiteY462" fmla="*/ 707187 h 968306"/>
              <a:gd name="connsiteX463" fmla="*/ 2870549 w 4926099"/>
              <a:gd name="connsiteY463" fmla="*/ 702996 h 968306"/>
              <a:gd name="connsiteX464" fmla="*/ 2876360 w 4926099"/>
              <a:gd name="connsiteY464" fmla="*/ 698805 h 968306"/>
              <a:gd name="connsiteX465" fmla="*/ 2882074 w 4926099"/>
              <a:gd name="connsiteY465" fmla="*/ 695662 h 968306"/>
              <a:gd name="connsiteX466" fmla="*/ 2885218 w 4926099"/>
              <a:gd name="connsiteY466" fmla="*/ 693566 h 968306"/>
              <a:gd name="connsiteX467" fmla="*/ 2893028 w 4926099"/>
              <a:gd name="connsiteY467" fmla="*/ 689375 h 968306"/>
              <a:gd name="connsiteX468" fmla="*/ 2900934 w 4926099"/>
              <a:gd name="connsiteY468" fmla="*/ 686232 h 968306"/>
              <a:gd name="connsiteX469" fmla="*/ 2905125 w 4926099"/>
              <a:gd name="connsiteY469" fmla="*/ 684613 h 968306"/>
              <a:gd name="connsiteX470" fmla="*/ 2909792 w 4926099"/>
              <a:gd name="connsiteY470" fmla="*/ 682517 h 968306"/>
              <a:gd name="connsiteX471" fmla="*/ 2913983 w 4926099"/>
              <a:gd name="connsiteY471" fmla="*/ 680422 h 968306"/>
              <a:gd name="connsiteX472" fmla="*/ 2994660 w 4926099"/>
              <a:gd name="connsiteY472" fmla="*/ 704520 h 968306"/>
              <a:gd name="connsiteX473" fmla="*/ 2999328 w 4926099"/>
              <a:gd name="connsiteY473" fmla="*/ 712902 h 968306"/>
              <a:gd name="connsiteX474" fmla="*/ 3010281 w 4926099"/>
              <a:gd name="connsiteY474" fmla="*/ 721856 h 968306"/>
              <a:gd name="connsiteX475" fmla="*/ 3032855 w 4926099"/>
              <a:gd name="connsiteY475" fmla="*/ 708711 h 968306"/>
              <a:gd name="connsiteX476" fmla="*/ 3042761 w 4926099"/>
              <a:gd name="connsiteY476" fmla="*/ 700805 h 968306"/>
              <a:gd name="connsiteX477" fmla="*/ 3045333 w 4926099"/>
              <a:gd name="connsiteY477" fmla="*/ 699758 h 968306"/>
              <a:gd name="connsiteX478" fmla="*/ 3053239 w 4926099"/>
              <a:gd name="connsiteY478" fmla="*/ 696138 h 968306"/>
              <a:gd name="connsiteX479" fmla="*/ 3064764 w 4926099"/>
              <a:gd name="connsiteY479" fmla="*/ 690899 h 968306"/>
              <a:gd name="connsiteX480" fmla="*/ 3129248 w 4926099"/>
              <a:gd name="connsiteY480" fmla="*/ 688804 h 968306"/>
              <a:gd name="connsiteX481" fmla="*/ 3164872 w 4926099"/>
              <a:gd name="connsiteY481" fmla="*/ 726999 h 968306"/>
              <a:gd name="connsiteX482" fmla="*/ 3166491 w 4926099"/>
              <a:gd name="connsiteY482" fmla="*/ 730714 h 968306"/>
              <a:gd name="connsiteX483" fmla="*/ 3170111 w 4926099"/>
              <a:gd name="connsiteY483" fmla="*/ 737572 h 968306"/>
              <a:gd name="connsiteX484" fmla="*/ 3175349 w 4926099"/>
              <a:gd name="connsiteY484" fmla="*/ 766337 h 968306"/>
              <a:gd name="connsiteX485" fmla="*/ 3175349 w 4926099"/>
              <a:gd name="connsiteY485" fmla="*/ 770052 h 968306"/>
              <a:gd name="connsiteX486" fmla="*/ 3175349 w 4926099"/>
              <a:gd name="connsiteY486" fmla="*/ 776910 h 968306"/>
              <a:gd name="connsiteX487" fmla="*/ 3176969 w 4926099"/>
              <a:gd name="connsiteY487" fmla="*/ 783768 h 968306"/>
              <a:gd name="connsiteX488" fmla="*/ 3178493 w 4926099"/>
              <a:gd name="connsiteY488" fmla="*/ 798437 h 968306"/>
              <a:gd name="connsiteX489" fmla="*/ 3179540 w 4926099"/>
              <a:gd name="connsiteY489" fmla="*/ 814629 h 968306"/>
              <a:gd name="connsiteX490" fmla="*/ 3180588 w 4926099"/>
              <a:gd name="connsiteY490" fmla="*/ 837680 h 968306"/>
              <a:gd name="connsiteX491" fmla="*/ 3180588 w 4926099"/>
              <a:gd name="connsiteY491" fmla="*/ 882257 h 968306"/>
              <a:gd name="connsiteX492" fmla="*/ 3181636 w 4926099"/>
              <a:gd name="connsiteY492" fmla="*/ 908450 h 968306"/>
              <a:gd name="connsiteX493" fmla="*/ 3182684 w 4926099"/>
              <a:gd name="connsiteY493" fmla="*/ 933596 h 968306"/>
              <a:gd name="connsiteX494" fmla="*/ 3183731 w 4926099"/>
              <a:gd name="connsiteY494" fmla="*/ 940931 h 968306"/>
              <a:gd name="connsiteX495" fmla="*/ 3180588 w 4926099"/>
              <a:gd name="connsiteY495" fmla="*/ 940359 h 968306"/>
              <a:gd name="connsiteX496" fmla="*/ 3122962 w 4926099"/>
              <a:gd name="connsiteY496" fmla="*/ 941407 h 968306"/>
              <a:gd name="connsiteX497" fmla="*/ 3119819 w 4926099"/>
              <a:gd name="connsiteY497" fmla="*/ 941407 h 968306"/>
              <a:gd name="connsiteX498" fmla="*/ 3120390 w 4926099"/>
              <a:gd name="connsiteY498" fmla="*/ 937216 h 968306"/>
              <a:gd name="connsiteX499" fmla="*/ 3120866 w 4926099"/>
              <a:gd name="connsiteY499" fmla="*/ 857587 h 968306"/>
              <a:gd name="connsiteX500" fmla="*/ 3094673 w 4926099"/>
              <a:gd name="connsiteY500" fmla="*/ 738143 h 968306"/>
              <a:gd name="connsiteX501" fmla="*/ 3052191 w 4926099"/>
              <a:gd name="connsiteY501" fmla="*/ 736048 h 968306"/>
              <a:gd name="connsiteX502" fmla="*/ 3008186 w 4926099"/>
              <a:gd name="connsiteY502" fmla="*/ 807295 h 968306"/>
              <a:gd name="connsiteX503" fmla="*/ 3007709 w 4926099"/>
              <a:gd name="connsiteY503" fmla="*/ 918356 h 968306"/>
              <a:gd name="connsiteX504" fmla="*/ 3007709 w 4926099"/>
              <a:gd name="connsiteY504" fmla="*/ 923024 h 968306"/>
              <a:gd name="connsiteX505" fmla="*/ 3009805 w 4926099"/>
              <a:gd name="connsiteY505" fmla="*/ 945598 h 968306"/>
              <a:gd name="connsiteX506" fmla="*/ 3006662 w 4926099"/>
              <a:gd name="connsiteY506" fmla="*/ 947693 h 968306"/>
              <a:gd name="connsiteX507" fmla="*/ 3003995 w 4926099"/>
              <a:gd name="connsiteY507" fmla="*/ 947693 h 968306"/>
              <a:gd name="connsiteX508" fmla="*/ 2998280 w 4926099"/>
              <a:gd name="connsiteY508" fmla="*/ 947217 h 968306"/>
              <a:gd name="connsiteX509" fmla="*/ 2959513 w 4926099"/>
              <a:gd name="connsiteY509" fmla="*/ 947693 h 968306"/>
              <a:gd name="connsiteX510" fmla="*/ 2954274 w 4926099"/>
              <a:gd name="connsiteY510" fmla="*/ 948170 h 968306"/>
              <a:gd name="connsiteX511" fmla="*/ 2952655 w 4926099"/>
              <a:gd name="connsiteY511" fmla="*/ 926738 h 968306"/>
              <a:gd name="connsiteX512" fmla="*/ 2953131 w 4926099"/>
              <a:gd name="connsiteY512" fmla="*/ 923024 h 968306"/>
              <a:gd name="connsiteX513" fmla="*/ 2954750 w 4926099"/>
              <a:gd name="connsiteY513" fmla="*/ 851300 h 968306"/>
              <a:gd name="connsiteX514" fmla="*/ 2955798 w 4926099"/>
              <a:gd name="connsiteY514" fmla="*/ 781673 h 968306"/>
              <a:gd name="connsiteX515" fmla="*/ 2953703 w 4926099"/>
              <a:gd name="connsiteY515" fmla="*/ 764909 h 968306"/>
              <a:gd name="connsiteX516" fmla="*/ 2943225 w 4926099"/>
              <a:gd name="connsiteY516" fmla="*/ 745001 h 968306"/>
              <a:gd name="connsiteX517" fmla="*/ 2897124 w 4926099"/>
              <a:gd name="connsiteY517" fmla="*/ 732428 h 968306"/>
              <a:gd name="connsiteX518" fmla="*/ 2852071 w 4926099"/>
              <a:gd name="connsiteY518" fmla="*/ 763861 h 968306"/>
              <a:gd name="connsiteX519" fmla="*/ 2844165 w 4926099"/>
              <a:gd name="connsiteY519" fmla="*/ 806247 h 968306"/>
              <a:gd name="connsiteX520" fmla="*/ 2844165 w 4926099"/>
              <a:gd name="connsiteY520" fmla="*/ 918833 h 968306"/>
              <a:gd name="connsiteX521" fmla="*/ 2845213 w 4926099"/>
              <a:gd name="connsiteY521" fmla="*/ 942931 h 968306"/>
              <a:gd name="connsiteX522" fmla="*/ 3011234 w 4926099"/>
              <a:gd name="connsiteY522" fmla="*/ 956552 h 968306"/>
              <a:gd name="connsiteX523" fmla="*/ 3020092 w 4926099"/>
              <a:gd name="connsiteY523" fmla="*/ 952361 h 968306"/>
              <a:gd name="connsiteX524" fmla="*/ 3017520 w 4926099"/>
              <a:gd name="connsiteY524" fmla="*/ 922452 h 968306"/>
              <a:gd name="connsiteX525" fmla="*/ 3017520 w 4926099"/>
              <a:gd name="connsiteY525" fmla="*/ 918737 h 968306"/>
              <a:gd name="connsiteX526" fmla="*/ 3016949 w 4926099"/>
              <a:gd name="connsiteY526" fmla="*/ 914070 h 968306"/>
              <a:gd name="connsiteX527" fmla="*/ 3017996 w 4926099"/>
              <a:gd name="connsiteY527" fmla="*/ 809295 h 968306"/>
              <a:gd name="connsiteX528" fmla="*/ 3046762 w 4926099"/>
              <a:gd name="connsiteY528" fmla="*/ 749573 h 968306"/>
              <a:gd name="connsiteX529" fmla="*/ 3087053 w 4926099"/>
              <a:gd name="connsiteY529" fmla="*/ 744811 h 968306"/>
              <a:gd name="connsiteX530" fmla="*/ 3090767 w 4926099"/>
              <a:gd name="connsiteY530" fmla="*/ 748526 h 968306"/>
              <a:gd name="connsiteX531" fmla="*/ 3110674 w 4926099"/>
              <a:gd name="connsiteY531" fmla="*/ 856920 h 968306"/>
              <a:gd name="connsiteX532" fmla="*/ 3110198 w 4926099"/>
              <a:gd name="connsiteY532" fmla="*/ 933406 h 968306"/>
              <a:gd name="connsiteX533" fmla="*/ 3109722 w 4926099"/>
              <a:gd name="connsiteY533" fmla="*/ 939216 h 968306"/>
              <a:gd name="connsiteX534" fmla="*/ 3107627 w 4926099"/>
              <a:gd name="connsiteY534" fmla="*/ 943407 h 968306"/>
              <a:gd name="connsiteX535" fmla="*/ 3123819 w 4926099"/>
              <a:gd name="connsiteY535" fmla="*/ 951218 h 968306"/>
              <a:gd name="connsiteX536" fmla="*/ 3179350 w 4926099"/>
              <a:gd name="connsiteY536" fmla="*/ 950170 h 968306"/>
              <a:gd name="connsiteX537" fmla="*/ 3193447 w 4926099"/>
              <a:gd name="connsiteY537" fmla="*/ 947027 h 968306"/>
              <a:gd name="connsiteX538" fmla="*/ 3193923 w 4926099"/>
              <a:gd name="connsiteY538" fmla="*/ 942836 h 968306"/>
              <a:gd name="connsiteX539" fmla="*/ 3193447 w 4926099"/>
              <a:gd name="connsiteY539" fmla="*/ 937597 h 968306"/>
              <a:gd name="connsiteX540" fmla="*/ 3192399 w 4926099"/>
              <a:gd name="connsiteY540" fmla="*/ 932358 h 968306"/>
              <a:gd name="connsiteX541" fmla="*/ 3191351 w 4926099"/>
              <a:gd name="connsiteY541" fmla="*/ 908260 h 968306"/>
              <a:gd name="connsiteX542" fmla="*/ 3190304 w 4926099"/>
              <a:gd name="connsiteY542" fmla="*/ 881590 h 968306"/>
              <a:gd name="connsiteX543" fmla="*/ 3190304 w 4926099"/>
              <a:gd name="connsiteY543" fmla="*/ 836060 h 968306"/>
              <a:gd name="connsiteX544" fmla="*/ 3189256 w 4926099"/>
              <a:gd name="connsiteY544" fmla="*/ 814058 h 968306"/>
              <a:gd name="connsiteX545" fmla="*/ 3188208 w 4926099"/>
              <a:gd name="connsiteY545" fmla="*/ 797294 h 968306"/>
              <a:gd name="connsiteX546" fmla="*/ 3186589 w 4926099"/>
              <a:gd name="connsiteY546" fmla="*/ 781577 h 968306"/>
              <a:gd name="connsiteX547" fmla="*/ 3186113 w 4926099"/>
              <a:gd name="connsiteY547" fmla="*/ 778434 h 968306"/>
              <a:gd name="connsiteX548" fmla="*/ 3185065 w 4926099"/>
              <a:gd name="connsiteY548" fmla="*/ 774719 h 968306"/>
              <a:gd name="connsiteX549" fmla="*/ 3185065 w 4926099"/>
              <a:gd name="connsiteY549" fmla="*/ 765861 h 968306"/>
              <a:gd name="connsiteX550" fmla="*/ 3179826 w 4926099"/>
              <a:gd name="connsiteY550" fmla="*/ 734429 h 968306"/>
              <a:gd name="connsiteX551" fmla="*/ 3175635 w 4926099"/>
              <a:gd name="connsiteY551" fmla="*/ 726618 h 968306"/>
              <a:gd name="connsiteX552" fmla="*/ 3173063 w 4926099"/>
              <a:gd name="connsiteY552" fmla="*/ 720808 h 968306"/>
              <a:gd name="connsiteX553" fmla="*/ 3132201 w 4926099"/>
              <a:gd name="connsiteY553" fmla="*/ 678898 h 968306"/>
              <a:gd name="connsiteX554" fmla="*/ 3060383 w 4926099"/>
              <a:gd name="connsiteY554" fmla="*/ 681470 h 968306"/>
              <a:gd name="connsiteX555" fmla="*/ 3048857 w 4926099"/>
              <a:gd name="connsiteY555" fmla="*/ 686708 h 968306"/>
              <a:gd name="connsiteX556" fmla="*/ 3040475 w 4926099"/>
              <a:gd name="connsiteY556" fmla="*/ 690899 h 968306"/>
              <a:gd name="connsiteX557" fmla="*/ 3037332 w 4926099"/>
              <a:gd name="connsiteY557" fmla="*/ 692519 h 968306"/>
              <a:gd name="connsiteX558" fmla="*/ 3027331 w 4926099"/>
              <a:gd name="connsiteY558" fmla="*/ 699853 h 968306"/>
              <a:gd name="connsiteX559" fmla="*/ 3007900 w 4926099"/>
              <a:gd name="connsiteY559" fmla="*/ 708806 h 968306"/>
              <a:gd name="connsiteX560" fmla="*/ 3006852 w 4926099"/>
              <a:gd name="connsiteY560" fmla="*/ 706235 h 968306"/>
              <a:gd name="connsiteX561" fmla="*/ 3002661 w 4926099"/>
              <a:gd name="connsiteY561" fmla="*/ 698329 h 968306"/>
              <a:gd name="connsiteX562" fmla="*/ 2908840 w 4926099"/>
              <a:gd name="connsiteY562" fmla="*/ 671564 h 968306"/>
              <a:gd name="connsiteX563" fmla="*/ 2905697 w 4926099"/>
              <a:gd name="connsiteY563" fmla="*/ 673183 h 968306"/>
              <a:gd name="connsiteX564" fmla="*/ 2900458 w 4926099"/>
              <a:gd name="connsiteY564" fmla="*/ 675278 h 968306"/>
              <a:gd name="connsiteX565" fmla="*/ 2896267 w 4926099"/>
              <a:gd name="connsiteY565" fmla="*/ 677374 h 968306"/>
              <a:gd name="connsiteX566" fmla="*/ 2888933 w 4926099"/>
              <a:gd name="connsiteY566" fmla="*/ 680517 h 968306"/>
              <a:gd name="connsiteX567" fmla="*/ 2875788 w 4926099"/>
              <a:gd name="connsiteY567" fmla="*/ 686804 h 968306"/>
              <a:gd name="connsiteX568" fmla="*/ 2869978 w 4926099"/>
              <a:gd name="connsiteY568" fmla="*/ 690518 h 968306"/>
              <a:gd name="connsiteX569" fmla="*/ 2864168 w 4926099"/>
              <a:gd name="connsiteY569" fmla="*/ 694709 h 968306"/>
              <a:gd name="connsiteX570" fmla="*/ 2861596 w 4926099"/>
              <a:gd name="connsiteY570" fmla="*/ 696805 h 968306"/>
              <a:gd name="connsiteX571" fmla="*/ 2859500 w 4926099"/>
              <a:gd name="connsiteY571" fmla="*/ 699472 h 968306"/>
              <a:gd name="connsiteX572" fmla="*/ 2857976 w 4926099"/>
              <a:gd name="connsiteY572" fmla="*/ 702615 h 968306"/>
              <a:gd name="connsiteX573" fmla="*/ 2854262 w 4926099"/>
              <a:gd name="connsiteY573" fmla="*/ 705758 h 968306"/>
              <a:gd name="connsiteX574" fmla="*/ 2851690 w 4926099"/>
              <a:gd name="connsiteY574" fmla="*/ 705758 h 968306"/>
              <a:gd name="connsiteX575" fmla="*/ 2851690 w 4926099"/>
              <a:gd name="connsiteY575" fmla="*/ 678517 h 968306"/>
              <a:gd name="connsiteX576" fmla="*/ 2808732 w 4926099"/>
              <a:gd name="connsiteY576" fmla="*/ 676993 h 968306"/>
              <a:gd name="connsiteX577" fmla="*/ 2795588 w 4926099"/>
              <a:gd name="connsiteY577" fmla="*/ 677469 h 968306"/>
              <a:gd name="connsiteX578" fmla="*/ 2784634 w 4926099"/>
              <a:gd name="connsiteY578" fmla="*/ 677469 h 968306"/>
              <a:gd name="connsiteX579" fmla="*/ 2774156 w 4926099"/>
              <a:gd name="connsiteY579" fmla="*/ 681660 h 968306"/>
              <a:gd name="connsiteX580" fmla="*/ 2777871 w 4926099"/>
              <a:gd name="connsiteY580" fmla="*/ 771290 h 968306"/>
              <a:gd name="connsiteX581" fmla="*/ 2776823 w 4926099"/>
              <a:gd name="connsiteY581" fmla="*/ 914832 h 968306"/>
              <a:gd name="connsiteX582" fmla="*/ 2774252 w 4926099"/>
              <a:gd name="connsiteY582" fmla="*/ 947789 h 968306"/>
              <a:gd name="connsiteX583" fmla="*/ 2786348 w 4926099"/>
              <a:gd name="connsiteY583" fmla="*/ 954551 h 968306"/>
              <a:gd name="connsiteX584" fmla="*/ 2849690 w 4926099"/>
              <a:gd name="connsiteY584" fmla="*/ 953504 h 968306"/>
              <a:gd name="connsiteX585" fmla="*/ 2855405 w 4926099"/>
              <a:gd name="connsiteY585" fmla="*/ 944645 h 968306"/>
              <a:gd name="connsiteX586" fmla="*/ 2853881 w 4926099"/>
              <a:gd name="connsiteY586" fmla="*/ 918452 h 968306"/>
              <a:gd name="connsiteX587" fmla="*/ 2854357 w 4926099"/>
              <a:gd name="connsiteY587" fmla="*/ 806342 h 968306"/>
              <a:gd name="connsiteX588" fmla="*/ 2860643 w 4926099"/>
              <a:gd name="connsiteY588" fmla="*/ 768147 h 968306"/>
              <a:gd name="connsiteX589" fmla="*/ 2897315 w 4926099"/>
              <a:gd name="connsiteY589" fmla="*/ 742525 h 968306"/>
              <a:gd name="connsiteX590" fmla="*/ 2935510 w 4926099"/>
              <a:gd name="connsiteY590" fmla="*/ 751383 h 968306"/>
              <a:gd name="connsiteX591" fmla="*/ 2943892 w 4926099"/>
              <a:gd name="connsiteY591" fmla="*/ 767576 h 968306"/>
              <a:gd name="connsiteX592" fmla="*/ 2945511 w 4926099"/>
              <a:gd name="connsiteY592" fmla="*/ 783292 h 968306"/>
              <a:gd name="connsiteX593" fmla="*/ 2944463 w 4926099"/>
              <a:gd name="connsiteY593" fmla="*/ 850919 h 968306"/>
              <a:gd name="connsiteX594" fmla="*/ 2942368 w 4926099"/>
              <a:gd name="connsiteY594" fmla="*/ 923690 h 968306"/>
              <a:gd name="connsiteX595" fmla="*/ 2943987 w 4926099"/>
              <a:gd name="connsiteY595" fmla="*/ 953027 h 968306"/>
              <a:gd name="connsiteX596" fmla="*/ 2953988 w 4926099"/>
              <a:gd name="connsiteY596" fmla="*/ 958266 h 968306"/>
              <a:gd name="connsiteX597" fmla="*/ 2959703 w 4926099"/>
              <a:gd name="connsiteY597" fmla="*/ 957790 h 968306"/>
              <a:gd name="connsiteX598" fmla="*/ 2997422 w 4926099"/>
              <a:gd name="connsiteY598" fmla="*/ 957218 h 968306"/>
              <a:gd name="connsiteX599" fmla="*/ 3004280 w 4926099"/>
              <a:gd name="connsiteY599" fmla="*/ 957790 h 968306"/>
              <a:gd name="connsiteX600" fmla="*/ 3007424 w 4926099"/>
              <a:gd name="connsiteY600" fmla="*/ 957790 h 968306"/>
              <a:gd name="connsiteX601" fmla="*/ 3011138 w 4926099"/>
              <a:gd name="connsiteY601" fmla="*/ 956742 h 968306"/>
              <a:gd name="connsiteX602" fmla="*/ 2553272 w 4926099"/>
              <a:gd name="connsiteY602" fmla="*/ 843109 h 968306"/>
              <a:gd name="connsiteX603" fmla="*/ 2548033 w 4926099"/>
              <a:gd name="connsiteY603" fmla="*/ 845204 h 968306"/>
              <a:gd name="connsiteX604" fmla="*/ 2541746 w 4926099"/>
              <a:gd name="connsiteY604" fmla="*/ 849395 h 968306"/>
              <a:gd name="connsiteX605" fmla="*/ 2537079 w 4926099"/>
              <a:gd name="connsiteY605" fmla="*/ 852062 h 968306"/>
              <a:gd name="connsiteX606" fmla="*/ 2530793 w 4926099"/>
              <a:gd name="connsiteY606" fmla="*/ 896544 h 968306"/>
              <a:gd name="connsiteX607" fmla="*/ 2532888 w 4926099"/>
              <a:gd name="connsiteY607" fmla="*/ 899211 h 968306"/>
              <a:gd name="connsiteX608" fmla="*/ 2580037 w 4926099"/>
              <a:gd name="connsiteY608" fmla="*/ 921214 h 968306"/>
              <a:gd name="connsiteX609" fmla="*/ 2609374 w 4926099"/>
              <a:gd name="connsiteY609" fmla="*/ 910736 h 968306"/>
              <a:gd name="connsiteX610" fmla="*/ 2622518 w 4926099"/>
              <a:gd name="connsiteY610" fmla="*/ 902831 h 968306"/>
              <a:gd name="connsiteX611" fmla="*/ 2639282 w 4926099"/>
              <a:gd name="connsiteY611" fmla="*/ 864064 h 968306"/>
              <a:gd name="connsiteX612" fmla="*/ 2639854 w 4926099"/>
              <a:gd name="connsiteY612" fmla="*/ 831584 h 968306"/>
              <a:gd name="connsiteX613" fmla="*/ 2632996 w 4926099"/>
              <a:gd name="connsiteY613" fmla="*/ 821582 h 968306"/>
              <a:gd name="connsiteX614" fmla="*/ 2630424 w 4926099"/>
              <a:gd name="connsiteY614" fmla="*/ 822154 h 968306"/>
              <a:gd name="connsiteX615" fmla="*/ 2626805 w 4926099"/>
              <a:gd name="connsiteY615" fmla="*/ 822630 h 968306"/>
              <a:gd name="connsiteX616" fmla="*/ 2614708 w 4926099"/>
              <a:gd name="connsiteY616" fmla="*/ 825297 h 968306"/>
              <a:gd name="connsiteX617" fmla="*/ 2592229 w 4926099"/>
              <a:gd name="connsiteY617" fmla="*/ 830536 h 968306"/>
              <a:gd name="connsiteX618" fmla="*/ 2578037 w 4926099"/>
              <a:gd name="connsiteY618" fmla="*/ 834155 h 968306"/>
              <a:gd name="connsiteX619" fmla="*/ 2568131 w 4926099"/>
              <a:gd name="connsiteY619" fmla="*/ 837299 h 968306"/>
              <a:gd name="connsiteX620" fmla="*/ 2564416 w 4926099"/>
              <a:gd name="connsiteY620" fmla="*/ 838346 h 968306"/>
              <a:gd name="connsiteX621" fmla="*/ 2557653 w 4926099"/>
              <a:gd name="connsiteY621" fmla="*/ 842061 h 968306"/>
              <a:gd name="connsiteX622" fmla="*/ 2553462 w 4926099"/>
              <a:gd name="connsiteY622" fmla="*/ 843109 h 968306"/>
              <a:gd name="connsiteX623" fmla="*/ 2629757 w 4926099"/>
              <a:gd name="connsiteY623" fmla="*/ 832631 h 968306"/>
              <a:gd name="connsiteX624" fmla="*/ 2629757 w 4926099"/>
              <a:gd name="connsiteY624" fmla="*/ 861968 h 968306"/>
              <a:gd name="connsiteX625" fmla="*/ 2615660 w 4926099"/>
              <a:gd name="connsiteY625" fmla="*/ 895496 h 968306"/>
              <a:gd name="connsiteX626" fmla="*/ 2604611 w 4926099"/>
              <a:gd name="connsiteY626" fmla="*/ 901783 h 968306"/>
              <a:gd name="connsiteX627" fmla="*/ 2585752 w 4926099"/>
              <a:gd name="connsiteY627" fmla="*/ 910641 h 968306"/>
              <a:gd name="connsiteX628" fmla="*/ 2539079 w 4926099"/>
              <a:gd name="connsiteY628" fmla="*/ 890734 h 968306"/>
              <a:gd name="connsiteX629" fmla="*/ 2544318 w 4926099"/>
              <a:gd name="connsiteY629" fmla="*/ 859301 h 968306"/>
              <a:gd name="connsiteX630" fmla="*/ 2546890 w 4926099"/>
              <a:gd name="connsiteY630" fmla="*/ 857777 h 968306"/>
              <a:gd name="connsiteX631" fmla="*/ 2550033 w 4926099"/>
              <a:gd name="connsiteY631" fmla="*/ 856253 h 968306"/>
              <a:gd name="connsiteX632" fmla="*/ 2552129 w 4926099"/>
              <a:gd name="connsiteY632" fmla="*/ 854158 h 968306"/>
              <a:gd name="connsiteX633" fmla="*/ 2555843 w 4926099"/>
              <a:gd name="connsiteY633" fmla="*/ 852634 h 968306"/>
              <a:gd name="connsiteX634" fmla="*/ 2560034 w 4926099"/>
              <a:gd name="connsiteY634" fmla="*/ 851586 h 968306"/>
              <a:gd name="connsiteX635" fmla="*/ 2567940 w 4926099"/>
              <a:gd name="connsiteY635" fmla="*/ 847871 h 968306"/>
              <a:gd name="connsiteX636" fmla="*/ 2571083 w 4926099"/>
              <a:gd name="connsiteY636" fmla="*/ 846824 h 968306"/>
              <a:gd name="connsiteX637" fmla="*/ 2580513 w 4926099"/>
              <a:gd name="connsiteY637" fmla="*/ 844157 h 968306"/>
              <a:gd name="connsiteX638" fmla="*/ 2594705 w 4926099"/>
              <a:gd name="connsiteY638" fmla="*/ 839966 h 968306"/>
              <a:gd name="connsiteX639" fmla="*/ 2616708 w 4926099"/>
              <a:gd name="connsiteY639" fmla="*/ 835298 h 968306"/>
              <a:gd name="connsiteX640" fmla="*/ 2629853 w 4926099"/>
              <a:gd name="connsiteY640" fmla="*/ 832631 h 968306"/>
              <a:gd name="connsiteX641" fmla="*/ 2473071 w 4926099"/>
              <a:gd name="connsiteY641" fmla="*/ 757765 h 968306"/>
              <a:gd name="connsiteX642" fmla="*/ 2477262 w 4926099"/>
              <a:gd name="connsiteY642" fmla="*/ 741572 h 968306"/>
              <a:gd name="connsiteX643" fmla="*/ 2516029 w 4926099"/>
              <a:gd name="connsiteY643" fmla="*/ 699662 h 968306"/>
              <a:gd name="connsiteX644" fmla="*/ 2522791 w 4926099"/>
              <a:gd name="connsiteY644" fmla="*/ 693852 h 968306"/>
              <a:gd name="connsiteX645" fmla="*/ 2528030 w 4926099"/>
              <a:gd name="connsiteY645" fmla="*/ 691280 h 968306"/>
              <a:gd name="connsiteX646" fmla="*/ 2532793 w 4926099"/>
              <a:gd name="connsiteY646" fmla="*/ 688709 h 968306"/>
              <a:gd name="connsiteX647" fmla="*/ 2554796 w 4926099"/>
              <a:gd name="connsiteY647" fmla="*/ 681851 h 968306"/>
              <a:gd name="connsiteX648" fmla="*/ 2572607 w 4926099"/>
              <a:gd name="connsiteY648" fmla="*/ 679279 h 968306"/>
              <a:gd name="connsiteX649" fmla="*/ 2575179 w 4926099"/>
              <a:gd name="connsiteY649" fmla="*/ 678231 h 968306"/>
              <a:gd name="connsiteX650" fmla="*/ 2577751 w 4926099"/>
              <a:gd name="connsiteY650" fmla="*/ 677183 h 968306"/>
              <a:gd name="connsiteX651" fmla="*/ 2603468 w 4926099"/>
              <a:gd name="connsiteY651" fmla="*/ 676136 h 968306"/>
              <a:gd name="connsiteX652" fmla="*/ 2619185 w 4926099"/>
              <a:gd name="connsiteY652" fmla="*/ 677660 h 968306"/>
              <a:gd name="connsiteX653" fmla="*/ 2649570 w 4926099"/>
              <a:gd name="connsiteY653" fmla="*/ 680803 h 968306"/>
              <a:gd name="connsiteX654" fmla="*/ 2685764 w 4926099"/>
              <a:gd name="connsiteY654" fmla="*/ 703853 h 968306"/>
              <a:gd name="connsiteX655" fmla="*/ 2695670 w 4926099"/>
              <a:gd name="connsiteY655" fmla="*/ 720617 h 968306"/>
              <a:gd name="connsiteX656" fmla="*/ 2699861 w 4926099"/>
              <a:gd name="connsiteY656" fmla="*/ 768338 h 968306"/>
              <a:gd name="connsiteX657" fmla="*/ 2698814 w 4926099"/>
              <a:gd name="connsiteY657" fmla="*/ 785673 h 968306"/>
              <a:gd name="connsiteX658" fmla="*/ 2699385 w 4926099"/>
              <a:gd name="connsiteY658" fmla="*/ 867398 h 968306"/>
              <a:gd name="connsiteX659" fmla="*/ 2702528 w 4926099"/>
              <a:gd name="connsiteY659" fmla="*/ 906164 h 968306"/>
              <a:gd name="connsiteX660" fmla="*/ 2709291 w 4926099"/>
              <a:gd name="connsiteY660" fmla="*/ 937597 h 968306"/>
              <a:gd name="connsiteX661" fmla="*/ 2710910 w 4926099"/>
              <a:gd name="connsiteY661" fmla="*/ 944931 h 968306"/>
              <a:gd name="connsiteX662" fmla="*/ 2667953 w 4926099"/>
              <a:gd name="connsiteY662" fmla="*/ 951218 h 968306"/>
              <a:gd name="connsiteX663" fmla="*/ 2658999 w 4926099"/>
              <a:gd name="connsiteY663" fmla="*/ 949694 h 968306"/>
              <a:gd name="connsiteX664" fmla="*/ 2650141 w 4926099"/>
              <a:gd name="connsiteY664" fmla="*/ 950170 h 968306"/>
              <a:gd name="connsiteX665" fmla="*/ 2638139 w 4926099"/>
              <a:gd name="connsiteY665" fmla="*/ 930263 h 968306"/>
              <a:gd name="connsiteX666" fmla="*/ 2630234 w 4926099"/>
              <a:gd name="connsiteY666" fmla="*/ 933406 h 968306"/>
              <a:gd name="connsiteX667" fmla="*/ 2627090 w 4926099"/>
              <a:gd name="connsiteY667" fmla="*/ 935501 h 968306"/>
              <a:gd name="connsiteX668" fmla="*/ 2621852 w 4926099"/>
              <a:gd name="connsiteY668" fmla="*/ 939121 h 968306"/>
              <a:gd name="connsiteX669" fmla="*/ 2617184 w 4926099"/>
              <a:gd name="connsiteY669" fmla="*/ 942264 h 968306"/>
              <a:gd name="connsiteX670" fmla="*/ 2595182 w 4926099"/>
              <a:gd name="connsiteY670" fmla="*/ 951694 h 968306"/>
              <a:gd name="connsiteX671" fmla="*/ 2563273 w 4926099"/>
              <a:gd name="connsiteY671" fmla="*/ 956361 h 968306"/>
              <a:gd name="connsiteX672" fmla="*/ 2545937 w 4926099"/>
              <a:gd name="connsiteY672" fmla="*/ 957980 h 968306"/>
              <a:gd name="connsiteX673" fmla="*/ 2496693 w 4926099"/>
              <a:gd name="connsiteY673" fmla="*/ 946455 h 968306"/>
              <a:gd name="connsiteX674" fmla="*/ 2494121 w 4926099"/>
              <a:gd name="connsiteY674" fmla="*/ 944360 h 968306"/>
              <a:gd name="connsiteX675" fmla="*/ 2488311 w 4926099"/>
              <a:gd name="connsiteY675" fmla="*/ 940645 h 968306"/>
              <a:gd name="connsiteX676" fmla="*/ 2480977 w 4926099"/>
              <a:gd name="connsiteY676" fmla="*/ 935406 h 968306"/>
              <a:gd name="connsiteX677" fmla="*/ 2478881 w 4926099"/>
              <a:gd name="connsiteY677" fmla="*/ 932263 h 968306"/>
              <a:gd name="connsiteX678" fmla="*/ 2475738 w 4926099"/>
              <a:gd name="connsiteY678" fmla="*/ 927024 h 968306"/>
              <a:gd name="connsiteX679" fmla="*/ 2470499 w 4926099"/>
              <a:gd name="connsiteY679" fmla="*/ 918642 h 968306"/>
              <a:gd name="connsiteX680" fmla="*/ 2462117 w 4926099"/>
              <a:gd name="connsiteY680" fmla="*/ 893972 h 968306"/>
              <a:gd name="connsiteX681" fmla="*/ 2462117 w 4926099"/>
              <a:gd name="connsiteY681" fmla="*/ 870446 h 968306"/>
              <a:gd name="connsiteX682" fmla="*/ 2464213 w 4926099"/>
              <a:gd name="connsiteY682" fmla="*/ 858920 h 968306"/>
              <a:gd name="connsiteX683" fmla="*/ 2465261 w 4926099"/>
              <a:gd name="connsiteY683" fmla="*/ 855301 h 968306"/>
              <a:gd name="connsiteX684" fmla="*/ 2467832 w 4926099"/>
              <a:gd name="connsiteY684" fmla="*/ 849014 h 968306"/>
              <a:gd name="connsiteX685" fmla="*/ 2526506 w 4926099"/>
              <a:gd name="connsiteY685" fmla="*/ 805580 h 968306"/>
              <a:gd name="connsiteX686" fmla="*/ 2548985 w 4926099"/>
              <a:gd name="connsiteY686" fmla="*/ 803485 h 968306"/>
              <a:gd name="connsiteX687" fmla="*/ 2553653 w 4926099"/>
              <a:gd name="connsiteY687" fmla="*/ 802913 h 968306"/>
              <a:gd name="connsiteX688" fmla="*/ 2562035 w 4926099"/>
              <a:gd name="connsiteY688" fmla="*/ 802437 h 968306"/>
              <a:gd name="connsiteX689" fmla="*/ 2574131 w 4926099"/>
              <a:gd name="connsiteY689" fmla="*/ 801866 h 968306"/>
              <a:gd name="connsiteX690" fmla="*/ 2596610 w 4926099"/>
              <a:gd name="connsiteY690" fmla="*/ 799770 h 968306"/>
              <a:gd name="connsiteX691" fmla="*/ 2636901 w 4926099"/>
              <a:gd name="connsiteY691" fmla="*/ 783006 h 968306"/>
              <a:gd name="connsiteX692" fmla="*/ 2638997 w 4926099"/>
              <a:gd name="connsiteY692" fmla="*/ 778339 h 968306"/>
              <a:gd name="connsiteX693" fmla="*/ 2640045 w 4926099"/>
              <a:gd name="connsiteY693" fmla="*/ 775196 h 968306"/>
              <a:gd name="connsiteX694" fmla="*/ 2640521 w 4926099"/>
              <a:gd name="connsiteY694" fmla="*/ 769957 h 968306"/>
              <a:gd name="connsiteX695" fmla="*/ 2624328 w 4926099"/>
              <a:gd name="connsiteY695" fmla="*/ 725951 h 968306"/>
              <a:gd name="connsiteX696" fmla="*/ 2597087 w 4926099"/>
              <a:gd name="connsiteY696" fmla="*/ 719093 h 968306"/>
              <a:gd name="connsiteX697" fmla="*/ 2578227 w 4926099"/>
              <a:gd name="connsiteY697" fmla="*/ 721189 h 968306"/>
              <a:gd name="connsiteX698" fmla="*/ 2552033 w 4926099"/>
              <a:gd name="connsiteY698" fmla="*/ 732238 h 968306"/>
              <a:gd name="connsiteX699" fmla="*/ 2546318 w 4926099"/>
              <a:gd name="connsiteY699" fmla="*/ 739572 h 968306"/>
              <a:gd name="connsiteX700" fmla="*/ 2542604 w 4926099"/>
              <a:gd name="connsiteY700" fmla="*/ 745859 h 968306"/>
              <a:gd name="connsiteX701" fmla="*/ 2535841 w 4926099"/>
              <a:gd name="connsiteY701" fmla="*/ 759479 h 968306"/>
              <a:gd name="connsiteX702" fmla="*/ 2532698 w 4926099"/>
              <a:gd name="connsiteY702" fmla="*/ 759479 h 968306"/>
              <a:gd name="connsiteX703" fmla="*/ 2522696 w 4926099"/>
              <a:gd name="connsiteY703" fmla="*/ 758432 h 968306"/>
              <a:gd name="connsiteX704" fmla="*/ 2494883 w 4926099"/>
              <a:gd name="connsiteY704" fmla="*/ 757384 h 968306"/>
              <a:gd name="connsiteX705" fmla="*/ 2479167 w 4926099"/>
              <a:gd name="connsiteY705" fmla="*/ 757384 h 968306"/>
              <a:gd name="connsiteX706" fmla="*/ 2472881 w 4926099"/>
              <a:gd name="connsiteY706" fmla="*/ 757955 h 968306"/>
              <a:gd name="connsiteX707" fmla="*/ 2627090 w 4926099"/>
              <a:gd name="connsiteY707" fmla="*/ 946836 h 968306"/>
              <a:gd name="connsiteX708" fmla="*/ 2632329 w 4926099"/>
              <a:gd name="connsiteY708" fmla="*/ 943693 h 968306"/>
              <a:gd name="connsiteX709" fmla="*/ 2635472 w 4926099"/>
              <a:gd name="connsiteY709" fmla="*/ 942169 h 968306"/>
              <a:gd name="connsiteX710" fmla="*/ 2637568 w 4926099"/>
              <a:gd name="connsiteY710" fmla="*/ 940645 h 968306"/>
              <a:gd name="connsiteX711" fmla="*/ 2639663 w 4926099"/>
              <a:gd name="connsiteY711" fmla="*/ 950075 h 968306"/>
              <a:gd name="connsiteX712" fmla="*/ 2658523 w 4926099"/>
              <a:gd name="connsiteY712" fmla="*/ 960076 h 968306"/>
              <a:gd name="connsiteX713" fmla="*/ 2666905 w 4926099"/>
              <a:gd name="connsiteY713" fmla="*/ 961600 h 968306"/>
              <a:gd name="connsiteX714" fmla="*/ 2717673 w 4926099"/>
              <a:gd name="connsiteY714" fmla="*/ 953789 h 968306"/>
              <a:gd name="connsiteX715" fmla="*/ 2720816 w 4926099"/>
              <a:gd name="connsiteY715" fmla="*/ 944931 h 968306"/>
              <a:gd name="connsiteX716" fmla="*/ 2719769 w 4926099"/>
              <a:gd name="connsiteY716" fmla="*/ 940740 h 968306"/>
              <a:gd name="connsiteX717" fmla="*/ 2719292 w 4926099"/>
              <a:gd name="connsiteY717" fmla="*/ 936549 h 968306"/>
              <a:gd name="connsiteX718" fmla="*/ 2712530 w 4926099"/>
              <a:gd name="connsiteY718" fmla="*/ 904069 h 968306"/>
              <a:gd name="connsiteX719" fmla="*/ 2709386 w 4926099"/>
              <a:gd name="connsiteY719" fmla="*/ 866350 h 968306"/>
              <a:gd name="connsiteX720" fmla="*/ 2708910 w 4926099"/>
              <a:gd name="connsiteY720" fmla="*/ 786149 h 968306"/>
              <a:gd name="connsiteX721" fmla="*/ 2709958 w 4926099"/>
              <a:gd name="connsiteY721" fmla="*/ 768338 h 968306"/>
              <a:gd name="connsiteX722" fmla="*/ 2705767 w 4926099"/>
              <a:gd name="connsiteY722" fmla="*/ 718046 h 968306"/>
              <a:gd name="connsiteX723" fmla="*/ 2692622 w 4926099"/>
              <a:gd name="connsiteY723" fmla="*/ 696614 h 968306"/>
              <a:gd name="connsiteX724" fmla="*/ 2652236 w 4926099"/>
              <a:gd name="connsiteY724" fmla="*/ 670897 h 968306"/>
              <a:gd name="connsiteX725" fmla="*/ 2620328 w 4926099"/>
              <a:gd name="connsiteY725" fmla="*/ 667754 h 968306"/>
              <a:gd name="connsiteX726" fmla="*/ 2603564 w 4926099"/>
              <a:gd name="connsiteY726" fmla="*/ 666230 h 968306"/>
              <a:gd name="connsiteX727" fmla="*/ 2574227 w 4926099"/>
              <a:gd name="connsiteY727" fmla="*/ 667754 h 968306"/>
              <a:gd name="connsiteX728" fmla="*/ 2570036 w 4926099"/>
              <a:gd name="connsiteY728" fmla="*/ 669373 h 968306"/>
              <a:gd name="connsiteX729" fmla="*/ 2552224 w 4926099"/>
              <a:gd name="connsiteY729" fmla="*/ 671945 h 968306"/>
              <a:gd name="connsiteX730" fmla="*/ 2527649 w 4926099"/>
              <a:gd name="connsiteY730" fmla="*/ 679850 h 968306"/>
              <a:gd name="connsiteX731" fmla="*/ 2523458 w 4926099"/>
              <a:gd name="connsiteY731" fmla="*/ 682422 h 968306"/>
              <a:gd name="connsiteX732" fmla="*/ 2518220 w 4926099"/>
              <a:gd name="connsiteY732" fmla="*/ 685565 h 968306"/>
              <a:gd name="connsiteX733" fmla="*/ 2508790 w 4926099"/>
              <a:gd name="connsiteY733" fmla="*/ 692900 h 968306"/>
              <a:gd name="connsiteX734" fmla="*/ 2467928 w 4926099"/>
              <a:gd name="connsiteY734" fmla="*/ 739001 h 968306"/>
              <a:gd name="connsiteX735" fmla="*/ 2461641 w 4926099"/>
              <a:gd name="connsiteY735" fmla="*/ 760432 h 968306"/>
              <a:gd name="connsiteX736" fmla="*/ 2467451 w 4926099"/>
              <a:gd name="connsiteY736" fmla="*/ 767290 h 968306"/>
              <a:gd name="connsiteX737" fmla="*/ 2470595 w 4926099"/>
              <a:gd name="connsiteY737" fmla="*/ 767861 h 968306"/>
              <a:gd name="connsiteX738" fmla="*/ 2474786 w 4926099"/>
              <a:gd name="connsiteY738" fmla="*/ 767861 h 968306"/>
              <a:gd name="connsiteX739" fmla="*/ 2495169 w 4926099"/>
              <a:gd name="connsiteY739" fmla="*/ 767861 h 968306"/>
              <a:gd name="connsiteX740" fmla="*/ 2522411 w 4926099"/>
              <a:gd name="connsiteY740" fmla="*/ 768433 h 968306"/>
              <a:gd name="connsiteX741" fmla="*/ 2551748 w 4926099"/>
              <a:gd name="connsiteY741" fmla="*/ 751097 h 968306"/>
              <a:gd name="connsiteX742" fmla="*/ 2555462 w 4926099"/>
              <a:gd name="connsiteY742" fmla="*/ 744811 h 968306"/>
              <a:gd name="connsiteX743" fmla="*/ 2559177 w 4926099"/>
              <a:gd name="connsiteY743" fmla="*/ 739572 h 968306"/>
              <a:gd name="connsiteX744" fmla="*/ 2580608 w 4926099"/>
              <a:gd name="connsiteY744" fmla="*/ 730619 h 968306"/>
              <a:gd name="connsiteX745" fmla="*/ 2597372 w 4926099"/>
              <a:gd name="connsiteY745" fmla="*/ 729095 h 968306"/>
              <a:gd name="connsiteX746" fmla="*/ 2618899 w 4926099"/>
              <a:gd name="connsiteY746" fmla="*/ 734333 h 968306"/>
              <a:gd name="connsiteX747" fmla="*/ 2630900 w 4926099"/>
              <a:gd name="connsiteY747" fmla="*/ 771576 h 968306"/>
              <a:gd name="connsiteX748" fmla="*/ 2629853 w 4926099"/>
              <a:gd name="connsiteY748" fmla="*/ 774719 h 968306"/>
              <a:gd name="connsiteX749" fmla="*/ 2625662 w 4926099"/>
              <a:gd name="connsiteY749" fmla="*/ 779958 h 968306"/>
              <a:gd name="connsiteX750" fmla="*/ 2573274 w 4926099"/>
              <a:gd name="connsiteY750" fmla="*/ 792055 h 968306"/>
              <a:gd name="connsiteX751" fmla="*/ 2561749 w 4926099"/>
              <a:gd name="connsiteY751" fmla="*/ 792626 h 968306"/>
              <a:gd name="connsiteX752" fmla="*/ 2552891 w 4926099"/>
              <a:gd name="connsiteY752" fmla="*/ 793103 h 968306"/>
              <a:gd name="connsiteX753" fmla="*/ 2547652 w 4926099"/>
              <a:gd name="connsiteY753" fmla="*/ 793674 h 968306"/>
              <a:gd name="connsiteX754" fmla="*/ 2525649 w 4926099"/>
              <a:gd name="connsiteY754" fmla="*/ 795770 h 968306"/>
              <a:gd name="connsiteX755" fmla="*/ 2458593 w 4926099"/>
              <a:gd name="connsiteY755" fmla="*/ 845014 h 968306"/>
              <a:gd name="connsiteX756" fmla="*/ 2455926 w 4926099"/>
              <a:gd name="connsiteY756" fmla="*/ 851872 h 968306"/>
              <a:gd name="connsiteX757" fmla="*/ 2454402 w 4926099"/>
              <a:gd name="connsiteY757" fmla="*/ 856539 h 968306"/>
              <a:gd name="connsiteX758" fmla="*/ 2452307 w 4926099"/>
              <a:gd name="connsiteY758" fmla="*/ 868636 h 968306"/>
              <a:gd name="connsiteX759" fmla="*/ 2452783 w 4926099"/>
              <a:gd name="connsiteY759" fmla="*/ 897401 h 968306"/>
              <a:gd name="connsiteX760" fmla="*/ 2463260 w 4926099"/>
              <a:gd name="connsiteY760" fmla="*/ 925691 h 968306"/>
              <a:gd name="connsiteX761" fmla="*/ 2466880 w 4926099"/>
              <a:gd name="connsiteY761" fmla="*/ 932453 h 968306"/>
              <a:gd name="connsiteX762" fmla="*/ 2470023 w 4926099"/>
              <a:gd name="connsiteY762" fmla="*/ 937692 h 968306"/>
              <a:gd name="connsiteX763" fmla="*/ 2472595 w 4926099"/>
              <a:gd name="connsiteY763" fmla="*/ 941883 h 968306"/>
              <a:gd name="connsiteX764" fmla="*/ 2476786 w 4926099"/>
              <a:gd name="connsiteY764" fmla="*/ 945026 h 968306"/>
              <a:gd name="connsiteX765" fmla="*/ 2482596 w 4926099"/>
              <a:gd name="connsiteY765" fmla="*/ 949217 h 968306"/>
              <a:gd name="connsiteX766" fmla="*/ 2488311 w 4926099"/>
              <a:gd name="connsiteY766" fmla="*/ 952932 h 968306"/>
              <a:gd name="connsiteX767" fmla="*/ 2492502 w 4926099"/>
              <a:gd name="connsiteY767" fmla="*/ 955504 h 968306"/>
              <a:gd name="connsiteX768" fmla="*/ 2546985 w 4926099"/>
              <a:gd name="connsiteY768" fmla="*/ 968077 h 968306"/>
              <a:gd name="connsiteX769" fmla="*/ 2563749 w 4926099"/>
              <a:gd name="connsiteY769" fmla="*/ 966553 h 968306"/>
              <a:gd name="connsiteX770" fmla="*/ 2597753 w 4926099"/>
              <a:gd name="connsiteY770" fmla="*/ 961314 h 968306"/>
              <a:gd name="connsiteX771" fmla="*/ 2622899 w 4926099"/>
              <a:gd name="connsiteY771" fmla="*/ 950837 h 968306"/>
              <a:gd name="connsiteX772" fmla="*/ 2625471 w 4926099"/>
              <a:gd name="connsiteY772" fmla="*/ 948170 h 968306"/>
              <a:gd name="connsiteX773" fmla="*/ 2627090 w 4926099"/>
              <a:gd name="connsiteY773" fmla="*/ 947122 h 968306"/>
              <a:gd name="connsiteX774" fmla="*/ 2225326 w 4926099"/>
              <a:gd name="connsiteY774" fmla="*/ 870922 h 968306"/>
              <a:gd name="connsiteX775" fmla="*/ 2233708 w 4926099"/>
              <a:gd name="connsiteY775" fmla="*/ 887686 h 968306"/>
              <a:gd name="connsiteX776" fmla="*/ 2335340 w 4926099"/>
              <a:gd name="connsiteY776" fmla="*/ 898640 h 968306"/>
              <a:gd name="connsiteX777" fmla="*/ 2340007 w 4926099"/>
              <a:gd name="connsiteY777" fmla="*/ 891305 h 968306"/>
              <a:gd name="connsiteX778" fmla="*/ 2344674 w 4926099"/>
              <a:gd name="connsiteY778" fmla="*/ 883971 h 968306"/>
              <a:gd name="connsiteX779" fmla="*/ 2323719 w 4926099"/>
              <a:gd name="connsiteY779" fmla="*/ 845204 h 968306"/>
              <a:gd name="connsiteX780" fmla="*/ 2265617 w 4926099"/>
              <a:gd name="connsiteY780" fmla="*/ 828917 h 968306"/>
              <a:gd name="connsiteX781" fmla="*/ 2262950 w 4926099"/>
              <a:gd name="connsiteY781" fmla="*/ 828440 h 968306"/>
              <a:gd name="connsiteX782" fmla="*/ 2249329 w 4926099"/>
              <a:gd name="connsiteY782" fmla="*/ 823202 h 968306"/>
              <a:gd name="connsiteX783" fmla="*/ 2195894 w 4926099"/>
              <a:gd name="connsiteY783" fmla="*/ 801199 h 968306"/>
              <a:gd name="connsiteX784" fmla="*/ 2192274 w 4926099"/>
              <a:gd name="connsiteY784" fmla="*/ 798056 h 968306"/>
              <a:gd name="connsiteX785" fmla="*/ 2190179 w 4926099"/>
              <a:gd name="connsiteY785" fmla="*/ 794341 h 968306"/>
              <a:gd name="connsiteX786" fmla="*/ 2188083 w 4926099"/>
              <a:gd name="connsiteY786" fmla="*/ 791198 h 968306"/>
              <a:gd name="connsiteX787" fmla="*/ 2184940 w 4926099"/>
              <a:gd name="connsiteY787" fmla="*/ 786435 h 968306"/>
              <a:gd name="connsiteX788" fmla="*/ 2177606 w 4926099"/>
              <a:gd name="connsiteY788" fmla="*/ 753955 h 968306"/>
              <a:gd name="connsiteX789" fmla="*/ 2179225 w 4926099"/>
              <a:gd name="connsiteY789" fmla="*/ 745097 h 968306"/>
              <a:gd name="connsiteX790" fmla="*/ 2180749 w 4926099"/>
              <a:gd name="connsiteY790" fmla="*/ 738810 h 968306"/>
              <a:gd name="connsiteX791" fmla="*/ 2183416 w 4926099"/>
              <a:gd name="connsiteY791" fmla="*/ 731952 h 968306"/>
              <a:gd name="connsiteX792" fmla="*/ 2185511 w 4926099"/>
              <a:gd name="connsiteY792" fmla="*/ 728237 h 968306"/>
              <a:gd name="connsiteX793" fmla="*/ 2187131 w 4926099"/>
              <a:gd name="connsiteY793" fmla="*/ 725666 h 968306"/>
              <a:gd name="connsiteX794" fmla="*/ 2191322 w 4926099"/>
              <a:gd name="connsiteY794" fmla="*/ 718808 h 968306"/>
              <a:gd name="connsiteX795" fmla="*/ 2195989 w 4926099"/>
              <a:gd name="connsiteY795" fmla="*/ 711950 h 968306"/>
              <a:gd name="connsiteX796" fmla="*/ 2206466 w 4926099"/>
              <a:gd name="connsiteY796" fmla="*/ 702520 h 968306"/>
              <a:gd name="connsiteX797" fmla="*/ 2215896 w 4926099"/>
              <a:gd name="connsiteY797" fmla="*/ 696233 h 968306"/>
              <a:gd name="connsiteX798" fmla="*/ 2222183 w 4926099"/>
              <a:gd name="connsiteY798" fmla="*/ 692519 h 968306"/>
              <a:gd name="connsiteX799" fmla="*/ 2228469 w 4926099"/>
              <a:gd name="connsiteY799" fmla="*/ 689375 h 968306"/>
              <a:gd name="connsiteX800" fmla="*/ 2234184 w 4926099"/>
              <a:gd name="connsiteY800" fmla="*/ 687280 h 968306"/>
              <a:gd name="connsiteX801" fmla="*/ 2250948 w 4926099"/>
              <a:gd name="connsiteY801" fmla="*/ 682613 h 968306"/>
              <a:gd name="connsiteX802" fmla="*/ 2339531 w 4926099"/>
              <a:gd name="connsiteY802" fmla="*/ 688899 h 968306"/>
              <a:gd name="connsiteX803" fmla="*/ 2344769 w 4926099"/>
              <a:gd name="connsiteY803" fmla="*/ 690995 h 968306"/>
              <a:gd name="connsiteX804" fmla="*/ 2348960 w 4926099"/>
              <a:gd name="connsiteY804" fmla="*/ 692042 h 968306"/>
              <a:gd name="connsiteX805" fmla="*/ 2352104 w 4926099"/>
              <a:gd name="connsiteY805" fmla="*/ 693566 h 968306"/>
              <a:gd name="connsiteX806" fmla="*/ 2358390 w 4926099"/>
              <a:gd name="connsiteY806" fmla="*/ 696233 h 968306"/>
              <a:gd name="connsiteX807" fmla="*/ 2366201 w 4926099"/>
              <a:gd name="connsiteY807" fmla="*/ 699853 h 968306"/>
              <a:gd name="connsiteX808" fmla="*/ 2368772 w 4926099"/>
              <a:gd name="connsiteY808" fmla="*/ 700901 h 968306"/>
              <a:gd name="connsiteX809" fmla="*/ 2399729 w 4926099"/>
              <a:gd name="connsiteY809" fmla="*/ 758527 h 968306"/>
              <a:gd name="connsiteX810" fmla="*/ 2347341 w 4926099"/>
              <a:gd name="connsiteY810" fmla="*/ 756431 h 968306"/>
              <a:gd name="connsiteX811" fmla="*/ 2332101 w 4926099"/>
              <a:gd name="connsiteY811" fmla="*/ 734429 h 968306"/>
              <a:gd name="connsiteX812" fmla="*/ 2327910 w 4926099"/>
              <a:gd name="connsiteY812" fmla="*/ 729761 h 968306"/>
              <a:gd name="connsiteX813" fmla="*/ 2321624 w 4926099"/>
              <a:gd name="connsiteY813" fmla="*/ 724999 h 968306"/>
              <a:gd name="connsiteX814" fmla="*/ 2318480 w 4926099"/>
              <a:gd name="connsiteY814" fmla="*/ 723475 h 968306"/>
              <a:gd name="connsiteX815" fmla="*/ 2310670 w 4926099"/>
              <a:gd name="connsiteY815" fmla="*/ 720808 h 968306"/>
              <a:gd name="connsiteX816" fmla="*/ 2303336 w 4926099"/>
              <a:gd name="connsiteY816" fmla="*/ 719284 h 968306"/>
              <a:gd name="connsiteX817" fmla="*/ 2299145 w 4926099"/>
              <a:gd name="connsiteY817" fmla="*/ 718236 h 968306"/>
              <a:gd name="connsiteX818" fmla="*/ 2289143 w 4926099"/>
              <a:gd name="connsiteY818" fmla="*/ 717665 h 968306"/>
              <a:gd name="connsiteX819" fmla="*/ 2279237 w 4926099"/>
              <a:gd name="connsiteY819" fmla="*/ 718236 h 968306"/>
              <a:gd name="connsiteX820" fmla="*/ 2271903 w 4926099"/>
              <a:gd name="connsiteY820" fmla="*/ 720332 h 968306"/>
              <a:gd name="connsiteX821" fmla="*/ 2267712 w 4926099"/>
              <a:gd name="connsiteY821" fmla="*/ 721379 h 968306"/>
              <a:gd name="connsiteX822" fmla="*/ 2259330 w 4926099"/>
              <a:gd name="connsiteY822" fmla="*/ 725094 h 968306"/>
              <a:gd name="connsiteX823" fmla="*/ 2246186 w 4926099"/>
              <a:gd name="connsiteY823" fmla="*/ 746049 h 968306"/>
              <a:gd name="connsiteX824" fmla="*/ 2277618 w 4926099"/>
              <a:gd name="connsiteY824" fmla="*/ 780625 h 968306"/>
              <a:gd name="connsiteX825" fmla="*/ 2281238 w 4926099"/>
              <a:gd name="connsiteY825" fmla="*/ 782244 h 968306"/>
              <a:gd name="connsiteX826" fmla="*/ 2288096 w 4926099"/>
              <a:gd name="connsiteY826" fmla="*/ 784816 h 968306"/>
              <a:gd name="connsiteX827" fmla="*/ 2302764 w 4926099"/>
              <a:gd name="connsiteY827" fmla="*/ 790055 h 968306"/>
              <a:gd name="connsiteX828" fmla="*/ 2308479 w 4926099"/>
              <a:gd name="connsiteY828" fmla="*/ 792150 h 968306"/>
              <a:gd name="connsiteX829" fmla="*/ 2314289 w 4926099"/>
              <a:gd name="connsiteY829" fmla="*/ 794246 h 968306"/>
              <a:gd name="connsiteX830" fmla="*/ 2318957 w 4926099"/>
              <a:gd name="connsiteY830" fmla="*/ 795293 h 968306"/>
              <a:gd name="connsiteX831" fmla="*/ 2379726 w 4926099"/>
              <a:gd name="connsiteY831" fmla="*/ 816725 h 968306"/>
              <a:gd name="connsiteX832" fmla="*/ 2396490 w 4926099"/>
              <a:gd name="connsiteY832" fmla="*/ 834536 h 968306"/>
              <a:gd name="connsiteX833" fmla="*/ 2402205 w 4926099"/>
              <a:gd name="connsiteY833" fmla="*/ 884352 h 968306"/>
              <a:gd name="connsiteX834" fmla="*/ 2401729 w 4926099"/>
              <a:gd name="connsiteY834" fmla="*/ 894258 h 968306"/>
              <a:gd name="connsiteX835" fmla="*/ 2388584 w 4926099"/>
              <a:gd name="connsiteY835" fmla="*/ 921976 h 968306"/>
              <a:gd name="connsiteX836" fmla="*/ 2349818 w 4926099"/>
              <a:gd name="connsiteY836" fmla="*/ 939216 h 968306"/>
              <a:gd name="connsiteX837" fmla="*/ 2346198 w 4926099"/>
              <a:gd name="connsiteY837" fmla="*/ 940835 h 968306"/>
              <a:gd name="connsiteX838" fmla="*/ 2343055 w 4926099"/>
              <a:gd name="connsiteY838" fmla="*/ 942359 h 968306"/>
              <a:gd name="connsiteX839" fmla="*/ 2333149 w 4926099"/>
              <a:gd name="connsiteY839" fmla="*/ 945503 h 968306"/>
              <a:gd name="connsiteX840" fmla="*/ 2310575 w 4926099"/>
              <a:gd name="connsiteY840" fmla="*/ 952361 h 968306"/>
              <a:gd name="connsiteX841" fmla="*/ 2298573 w 4926099"/>
              <a:gd name="connsiteY841" fmla="*/ 953408 h 968306"/>
              <a:gd name="connsiteX842" fmla="*/ 2235232 w 4926099"/>
              <a:gd name="connsiteY842" fmla="*/ 946550 h 968306"/>
              <a:gd name="connsiteX843" fmla="*/ 2202275 w 4926099"/>
              <a:gd name="connsiteY843" fmla="*/ 932930 h 968306"/>
              <a:gd name="connsiteX844" fmla="*/ 2199132 w 4926099"/>
              <a:gd name="connsiteY844" fmla="*/ 929310 h 968306"/>
              <a:gd name="connsiteX845" fmla="*/ 2193893 w 4926099"/>
              <a:gd name="connsiteY845" fmla="*/ 923500 h 968306"/>
              <a:gd name="connsiteX846" fmla="*/ 2186559 w 4926099"/>
              <a:gd name="connsiteY846" fmla="*/ 910927 h 968306"/>
              <a:gd name="connsiteX847" fmla="*/ 2178749 w 4926099"/>
              <a:gd name="connsiteY847" fmla="*/ 895782 h 968306"/>
              <a:gd name="connsiteX848" fmla="*/ 2178272 w 4926099"/>
              <a:gd name="connsiteY848" fmla="*/ 892067 h 968306"/>
              <a:gd name="connsiteX849" fmla="*/ 2174558 w 4926099"/>
              <a:gd name="connsiteY849" fmla="*/ 879494 h 968306"/>
              <a:gd name="connsiteX850" fmla="*/ 2174081 w 4926099"/>
              <a:gd name="connsiteY850" fmla="*/ 871589 h 968306"/>
              <a:gd name="connsiteX851" fmla="*/ 2209705 w 4926099"/>
              <a:gd name="connsiteY851" fmla="*/ 870065 h 968306"/>
              <a:gd name="connsiteX852" fmla="*/ 2221706 w 4926099"/>
              <a:gd name="connsiteY852" fmla="*/ 870636 h 968306"/>
              <a:gd name="connsiteX853" fmla="*/ 2225326 w 4926099"/>
              <a:gd name="connsiteY853" fmla="*/ 870636 h 968306"/>
              <a:gd name="connsiteX854" fmla="*/ 2301335 w 4926099"/>
              <a:gd name="connsiteY854" fmla="*/ 728999 h 968306"/>
              <a:gd name="connsiteX855" fmla="*/ 2308098 w 4926099"/>
              <a:gd name="connsiteY855" fmla="*/ 731095 h 968306"/>
              <a:gd name="connsiteX856" fmla="*/ 2314861 w 4926099"/>
              <a:gd name="connsiteY856" fmla="*/ 733190 h 968306"/>
              <a:gd name="connsiteX857" fmla="*/ 2318004 w 4926099"/>
              <a:gd name="connsiteY857" fmla="*/ 734238 h 968306"/>
              <a:gd name="connsiteX858" fmla="*/ 2320576 w 4926099"/>
              <a:gd name="connsiteY858" fmla="*/ 737381 h 968306"/>
              <a:gd name="connsiteX859" fmla="*/ 2323719 w 4926099"/>
              <a:gd name="connsiteY859" fmla="*/ 741096 h 968306"/>
              <a:gd name="connsiteX860" fmla="*/ 2337340 w 4926099"/>
              <a:gd name="connsiteY860" fmla="*/ 759479 h 968306"/>
              <a:gd name="connsiteX861" fmla="*/ 2349913 w 4926099"/>
              <a:gd name="connsiteY861" fmla="*/ 766337 h 968306"/>
              <a:gd name="connsiteX862" fmla="*/ 2404967 w 4926099"/>
              <a:gd name="connsiteY862" fmla="*/ 769481 h 968306"/>
              <a:gd name="connsiteX863" fmla="*/ 2410682 w 4926099"/>
              <a:gd name="connsiteY863" fmla="*/ 763670 h 968306"/>
              <a:gd name="connsiteX864" fmla="*/ 2373535 w 4926099"/>
              <a:gd name="connsiteY864" fmla="*/ 692423 h 968306"/>
              <a:gd name="connsiteX865" fmla="*/ 2370868 w 4926099"/>
              <a:gd name="connsiteY865" fmla="*/ 690804 h 968306"/>
              <a:gd name="connsiteX866" fmla="*/ 2362010 w 4926099"/>
              <a:gd name="connsiteY866" fmla="*/ 687089 h 968306"/>
              <a:gd name="connsiteX867" fmla="*/ 2355723 w 4926099"/>
              <a:gd name="connsiteY867" fmla="*/ 684518 h 968306"/>
              <a:gd name="connsiteX868" fmla="*/ 2351056 w 4926099"/>
              <a:gd name="connsiteY868" fmla="*/ 682994 h 968306"/>
              <a:gd name="connsiteX869" fmla="*/ 2348484 w 4926099"/>
              <a:gd name="connsiteY869" fmla="*/ 681946 h 968306"/>
              <a:gd name="connsiteX870" fmla="*/ 2343722 w 4926099"/>
              <a:gd name="connsiteY870" fmla="*/ 679850 h 968306"/>
              <a:gd name="connsiteX871" fmla="*/ 2273046 w 4926099"/>
              <a:gd name="connsiteY871" fmla="*/ 669373 h 968306"/>
              <a:gd name="connsiteX872" fmla="*/ 2229041 w 4926099"/>
              <a:gd name="connsiteY872" fmla="*/ 679374 h 968306"/>
              <a:gd name="connsiteX873" fmla="*/ 2226469 w 4926099"/>
              <a:gd name="connsiteY873" fmla="*/ 679946 h 968306"/>
              <a:gd name="connsiteX874" fmla="*/ 2223326 w 4926099"/>
              <a:gd name="connsiteY874" fmla="*/ 680993 h 968306"/>
              <a:gd name="connsiteX875" fmla="*/ 2210181 w 4926099"/>
              <a:gd name="connsiteY875" fmla="*/ 688328 h 968306"/>
              <a:gd name="connsiteX876" fmla="*/ 2200275 w 4926099"/>
              <a:gd name="connsiteY876" fmla="*/ 695662 h 968306"/>
              <a:gd name="connsiteX877" fmla="*/ 2188274 w 4926099"/>
              <a:gd name="connsiteY877" fmla="*/ 706139 h 968306"/>
              <a:gd name="connsiteX878" fmla="*/ 2186178 w 4926099"/>
              <a:gd name="connsiteY878" fmla="*/ 709283 h 968306"/>
              <a:gd name="connsiteX879" fmla="*/ 2183035 w 4926099"/>
              <a:gd name="connsiteY879" fmla="*/ 713474 h 968306"/>
              <a:gd name="connsiteX880" fmla="*/ 2177796 w 4926099"/>
              <a:gd name="connsiteY880" fmla="*/ 721856 h 968306"/>
              <a:gd name="connsiteX881" fmla="*/ 2176748 w 4926099"/>
              <a:gd name="connsiteY881" fmla="*/ 723951 h 968306"/>
              <a:gd name="connsiteX882" fmla="*/ 2174653 w 4926099"/>
              <a:gd name="connsiteY882" fmla="*/ 727094 h 968306"/>
              <a:gd name="connsiteX883" fmla="*/ 2171510 w 4926099"/>
              <a:gd name="connsiteY883" fmla="*/ 735953 h 968306"/>
              <a:gd name="connsiteX884" fmla="*/ 2169414 w 4926099"/>
              <a:gd name="connsiteY884" fmla="*/ 743763 h 968306"/>
              <a:gd name="connsiteX885" fmla="*/ 2169414 w 4926099"/>
              <a:gd name="connsiteY885" fmla="*/ 746430 h 968306"/>
              <a:gd name="connsiteX886" fmla="*/ 2168366 w 4926099"/>
              <a:gd name="connsiteY886" fmla="*/ 751097 h 968306"/>
              <a:gd name="connsiteX887" fmla="*/ 2175701 w 4926099"/>
              <a:gd name="connsiteY887" fmla="*/ 790340 h 968306"/>
              <a:gd name="connsiteX888" fmla="*/ 2177796 w 4926099"/>
              <a:gd name="connsiteY888" fmla="*/ 794055 h 968306"/>
              <a:gd name="connsiteX889" fmla="*/ 2179892 w 4926099"/>
              <a:gd name="connsiteY889" fmla="*/ 797198 h 968306"/>
              <a:gd name="connsiteX890" fmla="*/ 2182559 w 4926099"/>
              <a:gd name="connsiteY890" fmla="*/ 800913 h 968306"/>
              <a:gd name="connsiteX891" fmla="*/ 2187226 w 4926099"/>
              <a:gd name="connsiteY891" fmla="*/ 807200 h 968306"/>
              <a:gd name="connsiteX892" fmla="*/ 2189798 w 4926099"/>
              <a:gd name="connsiteY892" fmla="*/ 809295 h 968306"/>
              <a:gd name="connsiteX893" fmla="*/ 2246376 w 4926099"/>
              <a:gd name="connsiteY893" fmla="*/ 833393 h 968306"/>
              <a:gd name="connsiteX894" fmla="*/ 2258378 w 4926099"/>
              <a:gd name="connsiteY894" fmla="*/ 837584 h 968306"/>
              <a:gd name="connsiteX895" fmla="*/ 2262569 w 4926099"/>
              <a:gd name="connsiteY895" fmla="*/ 838632 h 968306"/>
              <a:gd name="connsiteX896" fmla="*/ 2320195 w 4926099"/>
              <a:gd name="connsiteY896" fmla="*/ 855396 h 968306"/>
              <a:gd name="connsiteX897" fmla="*/ 2334863 w 4926099"/>
              <a:gd name="connsiteY897" fmla="*/ 881590 h 968306"/>
              <a:gd name="connsiteX898" fmla="*/ 2329625 w 4926099"/>
              <a:gd name="connsiteY898" fmla="*/ 890448 h 968306"/>
              <a:gd name="connsiteX899" fmla="*/ 2326481 w 4926099"/>
              <a:gd name="connsiteY899" fmla="*/ 894068 h 968306"/>
              <a:gd name="connsiteX900" fmla="*/ 2242090 w 4926099"/>
              <a:gd name="connsiteY900" fmla="*/ 882066 h 968306"/>
              <a:gd name="connsiteX901" fmla="*/ 2235327 w 4926099"/>
              <a:gd name="connsiteY901" fmla="*/ 867969 h 968306"/>
              <a:gd name="connsiteX902" fmla="*/ 2221706 w 4926099"/>
              <a:gd name="connsiteY902" fmla="*/ 861111 h 968306"/>
              <a:gd name="connsiteX903" fmla="*/ 2210657 w 4926099"/>
              <a:gd name="connsiteY903" fmla="*/ 860540 h 968306"/>
              <a:gd name="connsiteX904" fmla="*/ 2168271 w 4926099"/>
              <a:gd name="connsiteY904" fmla="*/ 862159 h 968306"/>
              <a:gd name="connsiteX905" fmla="*/ 2168747 w 4926099"/>
              <a:gd name="connsiteY905" fmla="*/ 895687 h 968306"/>
              <a:gd name="connsiteX906" fmla="*/ 2172367 w 4926099"/>
              <a:gd name="connsiteY906" fmla="*/ 903593 h 968306"/>
              <a:gd name="connsiteX907" fmla="*/ 2184940 w 4926099"/>
              <a:gd name="connsiteY907" fmla="*/ 928739 h 968306"/>
              <a:gd name="connsiteX908" fmla="*/ 2188559 w 4926099"/>
              <a:gd name="connsiteY908" fmla="*/ 932930 h 968306"/>
              <a:gd name="connsiteX909" fmla="*/ 2191226 w 4926099"/>
              <a:gd name="connsiteY909" fmla="*/ 936073 h 968306"/>
              <a:gd name="connsiteX910" fmla="*/ 2194846 w 4926099"/>
              <a:gd name="connsiteY910" fmla="*/ 940264 h 968306"/>
              <a:gd name="connsiteX911" fmla="*/ 2232565 w 4926099"/>
              <a:gd name="connsiteY911" fmla="*/ 957028 h 968306"/>
              <a:gd name="connsiteX912" fmla="*/ 2297525 w 4926099"/>
              <a:gd name="connsiteY912" fmla="*/ 963886 h 968306"/>
              <a:gd name="connsiteX913" fmla="*/ 2311146 w 4926099"/>
              <a:gd name="connsiteY913" fmla="*/ 962838 h 968306"/>
              <a:gd name="connsiteX914" fmla="*/ 2338388 w 4926099"/>
              <a:gd name="connsiteY914" fmla="*/ 954456 h 968306"/>
              <a:gd name="connsiteX915" fmla="*/ 2349913 w 4926099"/>
              <a:gd name="connsiteY915" fmla="*/ 950741 h 968306"/>
              <a:gd name="connsiteX916" fmla="*/ 2353628 w 4926099"/>
              <a:gd name="connsiteY916" fmla="*/ 949217 h 968306"/>
              <a:gd name="connsiteX917" fmla="*/ 2397633 w 4926099"/>
              <a:gd name="connsiteY917" fmla="*/ 927215 h 968306"/>
              <a:gd name="connsiteX918" fmla="*/ 2411825 w 4926099"/>
              <a:gd name="connsiteY918" fmla="*/ 896354 h 968306"/>
              <a:gd name="connsiteX919" fmla="*/ 2412302 w 4926099"/>
              <a:gd name="connsiteY919" fmla="*/ 885876 h 968306"/>
              <a:gd name="connsiteX920" fmla="*/ 2403443 w 4926099"/>
              <a:gd name="connsiteY920" fmla="*/ 827678 h 968306"/>
              <a:gd name="connsiteX921" fmla="*/ 2385632 w 4926099"/>
              <a:gd name="connsiteY921" fmla="*/ 809390 h 968306"/>
              <a:gd name="connsiteX922" fmla="*/ 2319623 w 4926099"/>
              <a:gd name="connsiteY922" fmla="*/ 785292 h 968306"/>
              <a:gd name="connsiteX923" fmla="*/ 2303336 w 4926099"/>
              <a:gd name="connsiteY923" fmla="*/ 781101 h 968306"/>
              <a:gd name="connsiteX924" fmla="*/ 2292382 w 4926099"/>
              <a:gd name="connsiteY924" fmla="*/ 776434 h 968306"/>
              <a:gd name="connsiteX925" fmla="*/ 2285048 w 4926099"/>
              <a:gd name="connsiteY925" fmla="*/ 773291 h 968306"/>
              <a:gd name="connsiteX926" fmla="*/ 2280285 w 4926099"/>
              <a:gd name="connsiteY926" fmla="*/ 771767 h 968306"/>
              <a:gd name="connsiteX927" fmla="*/ 2256187 w 4926099"/>
              <a:gd name="connsiteY927" fmla="*/ 746621 h 968306"/>
              <a:gd name="connsiteX928" fmla="*/ 2265045 w 4926099"/>
              <a:gd name="connsiteY928" fmla="*/ 733476 h 968306"/>
              <a:gd name="connsiteX929" fmla="*/ 2275999 w 4926099"/>
              <a:gd name="connsiteY929" fmla="*/ 730333 h 968306"/>
              <a:gd name="connsiteX930" fmla="*/ 2278094 w 4926099"/>
              <a:gd name="connsiteY930" fmla="*/ 729285 h 968306"/>
              <a:gd name="connsiteX931" fmla="*/ 2280761 w 4926099"/>
              <a:gd name="connsiteY931" fmla="*/ 728714 h 968306"/>
              <a:gd name="connsiteX932" fmla="*/ 2288572 w 4926099"/>
              <a:gd name="connsiteY932" fmla="*/ 728142 h 968306"/>
              <a:gd name="connsiteX933" fmla="*/ 2299526 w 4926099"/>
              <a:gd name="connsiteY933" fmla="*/ 728714 h 968306"/>
              <a:gd name="connsiteX934" fmla="*/ 2301145 w 4926099"/>
              <a:gd name="connsiteY934" fmla="*/ 729285 h 968306"/>
              <a:gd name="connsiteX935" fmla="*/ 1926717 w 4926099"/>
              <a:gd name="connsiteY935" fmla="*/ 940073 h 968306"/>
              <a:gd name="connsiteX936" fmla="*/ 1904714 w 4926099"/>
              <a:gd name="connsiteY936" fmla="*/ 940550 h 968306"/>
              <a:gd name="connsiteX937" fmla="*/ 1899476 w 4926099"/>
              <a:gd name="connsiteY937" fmla="*/ 940550 h 968306"/>
              <a:gd name="connsiteX938" fmla="*/ 1900047 w 4926099"/>
              <a:gd name="connsiteY938" fmla="*/ 931691 h 968306"/>
              <a:gd name="connsiteX939" fmla="*/ 1894808 w 4926099"/>
              <a:gd name="connsiteY939" fmla="*/ 682327 h 968306"/>
              <a:gd name="connsiteX940" fmla="*/ 1895856 w 4926099"/>
              <a:gd name="connsiteY940" fmla="*/ 595364 h 968306"/>
              <a:gd name="connsiteX941" fmla="*/ 1895856 w 4926099"/>
              <a:gd name="connsiteY941" fmla="*/ 587553 h 968306"/>
              <a:gd name="connsiteX942" fmla="*/ 1901095 w 4926099"/>
              <a:gd name="connsiteY942" fmla="*/ 587553 h 968306"/>
              <a:gd name="connsiteX943" fmla="*/ 1951387 w 4926099"/>
              <a:gd name="connsiteY943" fmla="*/ 585934 h 968306"/>
              <a:gd name="connsiteX944" fmla="*/ 1951863 w 4926099"/>
              <a:gd name="connsiteY944" fmla="*/ 616795 h 968306"/>
              <a:gd name="connsiteX945" fmla="*/ 1955578 w 4926099"/>
              <a:gd name="connsiteY945" fmla="*/ 712140 h 968306"/>
              <a:gd name="connsiteX946" fmla="*/ 1957673 w 4926099"/>
              <a:gd name="connsiteY946" fmla="*/ 757193 h 968306"/>
              <a:gd name="connsiteX947" fmla="*/ 1958150 w 4926099"/>
              <a:gd name="connsiteY947" fmla="*/ 761384 h 968306"/>
              <a:gd name="connsiteX948" fmla="*/ 1959769 w 4926099"/>
              <a:gd name="connsiteY948" fmla="*/ 764528 h 968306"/>
              <a:gd name="connsiteX949" fmla="*/ 1973389 w 4926099"/>
              <a:gd name="connsiteY949" fmla="*/ 773957 h 968306"/>
              <a:gd name="connsiteX950" fmla="*/ 1987010 w 4926099"/>
              <a:gd name="connsiteY950" fmla="*/ 763004 h 968306"/>
              <a:gd name="connsiteX951" fmla="*/ 2062925 w 4926099"/>
              <a:gd name="connsiteY951" fmla="*/ 688613 h 968306"/>
              <a:gd name="connsiteX952" fmla="*/ 2068639 w 4926099"/>
              <a:gd name="connsiteY952" fmla="*/ 688613 h 968306"/>
              <a:gd name="connsiteX953" fmla="*/ 2085404 w 4926099"/>
              <a:gd name="connsiteY953" fmla="*/ 687566 h 968306"/>
              <a:gd name="connsiteX954" fmla="*/ 2095881 w 4926099"/>
              <a:gd name="connsiteY954" fmla="*/ 686994 h 968306"/>
              <a:gd name="connsiteX955" fmla="*/ 2100644 w 4926099"/>
              <a:gd name="connsiteY955" fmla="*/ 686994 h 968306"/>
              <a:gd name="connsiteX956" fmla="*/ 2123123 w 4926099"/>
              <a:gd name="connsiteY956" fmla="*/ 688042 h 968306"/>
              <a:gd name="connsiteX957" fmla="*/ 2104835 w 4926099"/>
              <a:gd name="connsiteY957" fmla="*/ 704234 h 968306"/>
              <a:gd name="connsiteX958" fmla="*/ 2080165 w 4926099"/>
              <a:gd name="connsiteY958" fmla="*/ 730428 h 968306"/>
              <a:gd name="connsiteX959" fmla="*/ 2077593 w 4926099"/>
              <a:gd name="connsiteY959" fmla="*/ 732047 h 968306"/>
              <a:gd name="connsiteX960" fmla="*/ 2073878 w 4926099"/>
              <a:gd name="connsiteY960" fmla="*/ 734619 h 968306"/>
              <a:gd name="connsiteX961" fmla="*/ 2038826 w 4926099"/>
              <a:gd name="connsiteY961" fmla="*/ 776529 h 968306"/>
              <a:gd name="connsiteX962" fmla="*/ 2043493 w 4926099"/>
              <a:gd name="connsiteY962" fmla="*/ 794341 h 968306"/>
              <a:gd name="connsiteX963" fmla="*/ 2046161 w 4926099"/>
              <a:gd name="connsiteY963" fmla="*/ 796436 h 968306"/>
              <a:gd name="connsiteX964" fmla="*/ 2048732 w 4926099"/>
              <a:gd name="connsiteY964" fmla="*/ 799580 h 968306"/>
              <a:gd name="connsiteX965" fmla="*/ 2051876 w 4926099"/>
              <a:gd name="connsiteY965" fmla="*/ 804818 h 968306"/>
              <a:gd name="connsiteX966" fmla="*/ 2054447 w 4926099"/>
              <a:gd name="connsiteY966" fmla="*/ 807962 h 968306"/>
              <a:gd name="connsiteX967" fmla="*/ 2075974 w 4926099"/>
              <a:gd name="connsiteY967" fmla="*/ 837299 h 968306"/>
              <a:gd name="connsiteX968" fmla="*/ 2121599 w 4926099"/>
              <a:gd name="connsiteY968" fmla="*/ 909117 h 968306"/>
              <a:gd name="connsiteX969" fmla="*/ 2133600 w 4926099"/>
              <a:gd name="connsiteY969" fmla="*/ 930072 h 968306"/>
              <a:gd name="connsiteX970" fmla="*/ 2141411 w 4926099"/>
              <a:gd name="connsiteY970" fmla="*/ 943693 h 968306"/>
              <a:gd name="connsiteX971" fmla="*/ 2143506 w 4926099"/>
              <a:gd name="connsiteY971" fmla="*/ 946836 h 968306"/>
              <a:gd name="connsiteX972" fmla="*/ 2136743 w 4926099"/>
              <a:gd name="connsiteY972" fmla="*/ 945788 h 968306"/>
              <a:gd name="connsiteX973" fmla="*/ 2130457 w 4926099"/>
              <a:gd name="connsiteY973" fmla="*/ 945788 h 968306"/>
              <a:gd name="connsiteX974" fmla="*/ 2096453 w 4926099"/>
              <a:gd name="connsiteY974" fmla="*/ 944264 h 968306"/>
              <a:gd name="connsiteX975" fmla="*/ 2075974 w 4926099"/>
              <a:gd name="connsiteY975" fmla="*/ 942740 h 968306"/>
              <a:gd name="connsiteX976" fmla="*/ 2067592 w 4926099"/>
              <a:gd name="connsiteY976" fmla="*/ 943217 h 968306"/>
              <a:gd name="connsiteX977" fmla="*/ 2065020 w 4926099"/>
              <a:gd name="connsiteY977" fmla="*/ 937406 h 968306"/>
              <a:gd name="connsiteX978" fmla="*/ 2061877 w 4926099"/>
              <a:gd name="connsiteY978" fmla="*/ 932168 h 968306"/>
              <a:gd name="connsiteX979" fmla="*/ 2058734 w 4926099"/>
              <a:gd name="connsiteY979" fmla="*/ 925405 h 968306"/>
              <a:gd name="connsiteX980" fmla="*/ 2055590 w 4926099"/>
              <a:gd name="connsiteY980" fmla="*/ 919118 h 968306"/>
              <a:gd name="connsiteX981" fmla="*/ 2046161 w 4926099"/>
              <a:gd name="connsiteY981" fmla="*/ 903402 h 968306"/>
              <a:gd name="connsiteX982" fmla="*/ 2043017 w 4926099"/>
              <a:gd name="connsiteY982" fmla="*/ 897116 h 968306"/>
              <a:gd name="connsiteX983" fmla="*/ 2038350 w 4926099"/>
              <a:gd name="connsiteY983" fmla="*/ 888734 h 968306"/>
              <a:gd name="connsiteX984" fmla="*/ 2017395 w 4926099"/>
              <a:gd name="connsiteY984" fmla="*/ 855206 h 968306"/>
              <a:gd name="connsiteX985" fmla="*/ 2014823 w 4926099"/>
              <a:gd name="connsiteY985" fmla="*/ 851491 h 968306"/>
              <a:gd name="connsiteX986" fmla="*/ 2007489 w 4926099"/>
              <a:gd name="connsiteY986" fmla="*/ 841490 h 968306"/>
              <a:gd name="connsiteX987" fmla="*/ 1981867 w 4926099"/>
              <a:gd name="connsiteY987" fmla="*/ 834632 h 968306"/>
              <a:gd name="connsiteX988" fmla="*/ 1964531 w 4926099"/>
              <a:gd name="connsiteY988" fmla="*/ 847205 h 968306"/>
              <a:gd name="connsiteX989" fmla="*/ 1957768 w 4926099"/>
              <a:gd name="connsiteY989" fmla="*/ 857206 h 968306"/>
              <a:gd name="connsiteX990" fmla="*/ 1957768 w 4926099"/>
              <a:gd name="connsiteY990" fmla="*/ 918452 h 968306"/>
              <a:gd name="connsiteX991" fmla="*/ 1957197 w 4926099"/>
              <a:gd name="connsiteY991" fmla="*/ 922166 h 968306"/>
              <a:gd name="connsiteX992" fmla="*/ 1957197 w 4926099"/>
              <a:gd name="connsiteY992" fmla="*/ 925310 h 968306"/>
              <a:gd name="connsiteX993" fmla="*/ 1956721 w 4926099"/>
              <a:gd name="connsiteY993" fmla="*/ 939978 h 968306"/>
              <a:gd name="connsiteX994" fmla="*/ 1926812 w 4926099"/>
              <a:gd name="connsiteY994" fmla="*/ 939978 h 968306"/>
              <a:gd name="connsiteX995" fmla="*/ 1888998 w 4926099"/>
              <a:gd name="connsiteY995" fmla="*/ 943217 h 968306"/>
              <a:gd name="connsiteX996" fmla="*/ 1896332 w 4926099"/>
              <a:gd name="connsiteY996" fmla="*/ 950551 h 968306"/>
              <a:gd name="connsiteX997" fmla="*/ 1957673 w 4926099"/>
              <a:gd name="connsiteY997" fmla="*/ 949979 h 968306"/>
              <a:gd name="connsiteX998" fmla="*/ 1967103 w 4926099"/>
              <a:gd name="connsiteY998" fmla="*/ 944264 h 968306"/>
              <a:gd name="connsiteX999" fmla="*/ 1967103 w 4926099"/>
              <a:gd name="connsiteY999" fmla="*/ 926453 h 968306"/>
              <a:gd name="connsiteX1000" fmla="*/ 1967103 w 4926099"/>
              <a:gd name="connsiteY1000" fmla="*/ 923881 h 968306"/>
              <a:gd name="connsiteX1001" fmla="*/ 1967675 w 4926099"/>
              <a:gd name="connsiteY1001" fmla="*/ 917594 h 968306"/>
              <a:gd name="connsiteX1002" fmla="*/ 1969199 w 4926099"/>
              <a:gd name="connsiteY1002" fmla="*/ 856349 h 968306"/>
              <a:gd name="connsiteX1003" fmla="*/ 1972342 w 4926099"/>
              <a:gd name="connsiteY1003" fmla="*/ 854825 h 968306"/>
              <a:gd name="connsiteX1004" fmla="*/ 1987582 w 4926099"/>
              <a:gd name="connsiteY1004" fmla="*/ 843299 h 968306"/>
              <a:gd name="connsiteX1005" fmla="*/ 1991201 w 4926099"/>
              <a:gd name="connsiteY1005" fmla="*/ 840728 h 968306"/>
              <a:gd name="connsiteX1006" fmla="*/ 2006918 w 4926099"/>
              <a:gd name="connsiteY1006" fmla="*/ 857492 h 968306"/>
              <a:gd name="connsiteX1007" fmla="*/ 2010061 w 4926099"/>
              <a:gd name="connsiteY1007" fmla="*/ 862254 h 968306"/>
              <a:gd name="connsiteX1008" fmla="*/ 2031016 w 4926099"/>
              <a:gd name="connsiteY1008" fmla="*/ 895782 h 968306"/>
              <a:gd name="connsiteX1009" fmla="*/ 2035207 w 4926099"/>
              <a:gd name="connsiteY1009" fmla="*/ 903688 h 968306"/>
              <a:gd name="connsiteX1010" fmla="*/ 2036255 w 4926099"/>
              <a:gd name="connsiteY1010" fmla="*/ 906355 h 968306"/>
              <a:gd name="connsiteX1011" fmla="*/ 2037302 w 4926099"/>
              <a:gd name="connsiteY1011" fmla="*/ 908927 h 968306"/>
              <a:gd name="connsiteX1012" fmla="*/ 2048828 w 4926099"/>
              <a:gd name="connsiteY1012" fmla="*/ 926738 h 968306"/>
              <a:gd name="connsiteX1013" fmla="*/ 2053495 w 4926099"/>
              <a:gd name="connsiteY1013" fmla="*/ 937787 h 968306"/>
              <a:gd name="connsiteX1014" fmla="*/ 2056162 w 4926099"/>
              <a:gd name="connsiteY1014" fmla="*/ 943026 h 968306"/>
              <a:gd name="connsiteX1015" fmla="*/ 2066639 w 4926099"/>
              <a:gd name="connsiteY1015" fmla="*/ 953504 h 968306"/>
              <a:gd name="connsiteX1016" fmla="*/ 2076069 w 4926099"/>
              <a:gd name="connsiteY1016" fmla="*/ 953027 h 968306"/>
              <a:gd name="connsiteX1017" fmla="*/ 2095976 w 4926099"/>
              <a:gd name="connsiteY1017" fmla="*/ 954551 h 968306"/>
              <a:gd name="connsiteX1018" fmla="*/ 2132648 w 4926099"/>
              <a:gd name="connsiteY1018" fmla="*/ 956647 h 968306"/>
              <a:gd name="connsiteX1019" fmla="*/ 2136267 w 4926099"/>
              <a:gd name="connsiteY1019" fmla="*/ 956171 h 968306"/>
              <a:gd name="connsiteX1020" fmla="*/ 2150936 w 4926099"/>
              <a:gd name="connsiteY1020" fmla="*/ 956171 h 968306"/>
              <a:gd name="connsiteX1021" fmla="*/ 2156174 w 4926099"/>
              <a:gd name="connsiteY1021" fmla="*/ 946741 h 968306"/>
              <a:gd name="connsiteX1022" fmla="*/ 2140934 w 4926099"/>
              <a:gd name="connsiteY1022" fmla="*/ 923690 h 968306"/>
              <a:gd name="connsiteX1023" fmla="*/ 2129981 w 4926099"/>
              <a:gd name="connsiteY1023" fmla="*/ 903783 h 968306"/>
              <a:gd name="connsiteX1024" fmla="*/ 2084356 w 4926099"/>
              <a:gd name="connsiteY1024" fmla="*/ 832536 h 968306"/>
              <a:gd name="connsiteX1025" fmla="*/ 2063401 w 4926099"/>
              <a:gd name="connsiteY1025" fmla="*/ 803199 h 968306"/>
              <a:gd name="connsiteX1026" fmla="*/ 2061305 w 4926099"/>
              <a:gd name="connsiteY1026" fmla="*/ 800056 h 968306"/>
              <a:gd name="connsiteX1027" fmla="*/ 2058638 w 4926099"/>
              <a:gd name="connsiteY1027" fmla="*/ 797960 h 968306"/>
              <a:gd name="connsiteX1028" fmla="*/ 2053400 w 4926099"/>
              <a:gd name="connsiteY1028" fmla="*/ 790055 h 968306"/>
              <a:gd name="connsiteX1029" fmla="*/ 2050828 w 4926099"/>
              <a:gd name="connsiteY1029" fmla="*/ 787483 h 968306"/>
              <a:gd name="connsiteX1030" fmla="*/ 2047208 w 4926099"/>
              <a:gd name="connsiteY1030" fmla="*/ 782244 h 968306"/>
              <a:gd name="connsiteX1031" fmla="*/ 2080736 w 4926099"/>
              <a:gd name="connsiteY1031" fmla="*/ 742430 h 968306"/>
              <a:gd name="connsiteX1032" fmla="*/ 2084451 w 4926099"/>
              <a:gd name="connsiteY1032" fmla="*/ 739858 h 968306"/>
              <a:gd name="connsiteX1033" fmla="*/ 2087594 w 4926099"/>
              <a:gd name="connsiteY1033" fmla="*/ 737762 h 968306"/>
              <a:gd name="connsiteX1034" fmla="*/ 2112169 w 4926099"/>
              <a:gd name="connsiteY1034" fmla="*/ 711569 h 968306"/>
              <a:gd name="connsiteX1035" fmla="*/ 2137886 w 4926099"/>
              <a:gd name="connsiteY1035" fmla="*/ 686994 h 968306"/>
              <a:gd name="connsiteX1036" fmla="*/ 2137886 w 4926099"/>
              <a:gd name="connsiteY1036" fmla="*/ 680136 h 968306"/>
              <a:gd name="connsiteX1037" fmla="*/ 2133124 w 4926099"/>
              <a:gd name="connsiteY1037" fmla="*/ 679088 h 968306"/>
              <a:gd name="connsiteX1038" fmla="*/ 2126361 w 4926099"/>
              <a:gd name="connsiteY1038" fmla="*/ 679088 h 968306"/>
              <a:gd name="connsiteX1039" fmla="*/ 2099691 w 4926099"/>
              <a:gd name="connsiteY1039" fmla="*/ 676993 h 968306"/>
              <a:gd name="connsiteX1040" fmla="*/ 2095500 w 4926099"/>
              <a:gd name="connsiteY1040" fmla="*/ 676993 h 968306"/>
              <a:gd name="connsiteX1041" fmla="*/ 2085023 w 4926099"/>
              <a:gd name="connsiteY1041" fmla="*/ 678041 h 968306"/>
              <a:gd name="connsiteX1042" fmla="*/ 2068735 w 4926099"/>
              <a:gd name="connsiteY1042" fmla="*/ 679088 h 968306"/>
              <a:gd name="connsiteX1043" fmla="*/ 2054066 w 4926099"/>
              <a:gd name="connsiteY1043" fmla="*/ 684327 h 968306"/>
              <a:gd name="connsiteX1044" fmla="*/ 1980152 w 4926099"/>
              <a:gd name="connsiteY1044" fmla="*/ 756146 h 968306"/>
              <a:gd name="connsiteX1045" fmla="*/ 1969675 w 4926099"/>
              <a:gd name="connsiteY1045" fmla="*/ 763480 h 968306"/>
              <a:gd name="connsiteX1046" fmla="*/ 1967579 w 4926099"/>
              <a:gd name="connsiteY1046" fmla="*/ 758717 h 968306"/>
              <a:gd name="connsiteX1047" fmla="*/ 1965484 w 4926099"/>
              <a:gd name="connsiteY1047" fmla="*/ 711569 h 968306"/>
              <a:gd name="connsiteX1048" fmla="*/ 1961769 w 4926099"/>
              <a:gd name="connsiteY1048" fmla="*/ 617271 h 968306"/>
              <a:gd name="connsiteX1049" fmla="*/ 1961293 w 4926099"/>
              <a:gd name="connsiteY1049" fmla="*/ 580600 h 968306"/>
              <a:gd name="connsiteX1050" fmla="*/ 1955578 w 4926099"/>
              <a:gd name="connsiteY1050" fmla="*/ 575933 h 968306"/>
              <a:gd name="connsiteX1051" fmla="*/ 1893761 w 4926099"/>
              <a:gd name="connsiteY1051" fmla="*/ 578028 h 968306"/>
              <a:gd name="connsiteX1052" fmla="*/ 1885950 w 4926099"/>
              <a:gd name="connsiteY1052" fmla="*/ 587458 h 968306"/>
              <a:gd name="connsiteX1053" fmla="*/ 1885950 w 4926099"/>
              <a:gd name="connsiteY1053" fmla="*/ 595364 h 968306"/>
              <a:gd name="connsiteX1054" fmla="*/ 1884902 w 4926099"/>
              <a:gd name="connsiteY1054" fmla="*/ 682803 h 968306"/>
              <a:gd name="connsiteX1055" fmla="*/ 1889570 w 4926099"/>
              <a:gd name="connsiteY1055" fmla="*/ 931596 h 968306"/>
              <a:gd name="connsiteX1056" fmla="*/ 1889570 w 4926099"/>
              <a:gd name="connsiteY1056" fmla="*/ 940454 h 968306"/>
              <a:gd name="connsiteX1057" fmla="*/ 1889093 w 4926099"/>
              <a:gd name="connsiteY1057" fmla="*/ 943598 h 968306"/>
              <a:gd name="connsiteX1058" fmla="*/ 1678400 w 4926099"/>
              <a:gd name="connsiteY1058" fmla="*/ 944741 h 968306"/>
              <a:gd name="connsiteX1059" fmla="*/ 1677924 w 4926099"/>
              <a:gd name="connsiteY1059" fmla="*/ 944741 h 968306"/>
              <a:gd name="connsiteX1060" fmla="*/ 1678972 w 4926099"/>
              <a:gd name="connsiteY1060" fmla="*/ 940073 h 968306"/>
              <a:gd name="connsiteX1061" fmla="*/ 1678972 w 4926099"/>
              <a:gd name="connsiteY1061" fmla="*/ 932168 h 968306"/>
              <a:gd name="connsiteX1062" fmla="*/ 1678400 w 4926099"/>
              <a:gd name="connsiteY1062" fmla="*/ 876161 h 968306"/>
              <a:gd name="connsiteX1063" fmla="*/ 1678972 w 4926099"/>
              <a:gd name="connsiteY1063" fmla="*/ 810629 h 968306"/>
              <a:gd name="connsiteX1064" fmla="*/ 1678972 w 4926099"/>
              <a:gd name="connsiteY1064" fmla="*/ 779672 h 968306"/>
              <a:gd name="connsiteX1065" fmla="*/ 1679448 w 4926099"/>
              <a:gd name="connsiteY1065" fmla="*/ 776053 h 968306"/>
              <a:gd name="connsiteX1066" fmla="*/ 1680020 w 4926099"/>
              <a:gd name="connsiteY1066" fmla="*/ 765004 h 968306"/>
              <a:gd name="connsiteX1067" fmla="*/ 1680020 w 4926099"/>
              <a:gd name="connsiteY1067" fmla="*/ 687470 h 968306"/>
              <a:gd name="connsiteX1068" fmla="*/ 1702499 w 4926099"/>
              <a:gd name="connsiteY1068" fmla="*/ 689090 h 968306"/>
              <a:gd name="connsiteX1069" fmla="*/ 1704594 w 4926099"/>
              <a:gd name="connsiteY1069" fmla="*/ 689661 h 968306"/>
              <a:gd name="connsiteX1070" fmla="*/ 1737074 w 4926099"/>
              <a:gd name="connsiteY1070" fmla="*/ 689661 h 968306"/>
              <a:gd name="connsiteX1071" fmla="*/ 1738122 w 4926099"/>
              <a:gd name="connsiteY1071" fmla="*/ 714807 h 968306"/>
              <a:gd name="connsiteX1072" fmla="*/ 1751267 w 4926099"/>
              <a:gd name="connsiteY1072" fmla="*/ 723761 h 968306"/>
              <a:gd name="connsiteX1073" fmla="*/ 1762792 w 4926099"/>
              <a:gd name="connsiteY1073" fmla="*/ 715379 h 968306"/>
              <a:gd name="connsiteX1074" fmla="*/ 1766411 w 4926099"/>
              <a:gd name="connsiteY1074" fmla="*/ 712235 h 968306"/>
              <a:gd name="connsiteX1075" fmla="*/ 1776889 w 4926099"/>
              <a:gd name="connsiteY1075" fmla="*/ 703377 h 968306"/>
              <a:gd name="connsiteX1076" fmla="*/ 1784223 w 4926099"/>
              <a:gd name="connsiteY1076" fmla="*/ 695471 h 968306"/>
              <a:gd name="connsiteX1077" fmla="*/ 1790033 w 4926099"/>
              <a:gd name="connsiteY1077" fmla="*/ 691280 h 968306"/>
              <a:gd name="connsiteX1078" fmla="*/ 1796320 w 4926099"/>
              <a:gd name="connsiteY1078" fmla="*/ 688137 h 968306"/>
              <a:gd name="connsiteX1079" fmla="*/ 1808893 w 4926099"/>
              <a:gd name="connsiteY1079" fmla="*/ 684422 h 968306"/>
              <a:gd name="connsiteX1080" fmla="*/ 1819847 w 4926099"/>
              <a:gd name="connsiteY1080" fmla="*/ 682898 h 968306"/>
              <a:gd name="connsiteX1081" fmla="*/ 1825085 w 4926099"/>
              <a:gd name="connsiteY1081" fmla="*/ 681851 h 968306"/>
              <a:gd name="connsiteX1082" fmla="*/ 1828229 w 4926099"/>
              <a:gd name="connsiteY1082" fmla="*/ 682422 h 968306"/>
              <a:gd name="connsiteX1083" fmla="*/ 1831372 w 4926099"/>
              <a:gd name="connsiteY1083" fmla="*/ 684518 h 968306"/>
              <a:gd name="connsiteX1084" fmla="*/ 1829276 w 4926099"/>
              <a:gd name="connsiteY1084" fmla="*/ 710140 h 968306"/>
              <a:gd name="connsiteX1085" fmla="*/ 1830324 w 4926099"/>
              <a:gd name="connsiteY1085" fmla="*/ 717474 h 968306"/>
              <a:gd name="connsiteX1086" fmla="*/ 1832896 w 4926099"/>
              <a:gd name="connsiteY1086" fmla="*/ 739477 h 968306"/>
              <a:gd name="connsiteX1087" fmla="*/ 1822990 w 4926099"/>
              <a:gd name="connsiteY1087" fmla="*/ 740048 h 968306"/>
              <a:gd name="connsiteX1088" fmla="*/ 1815656 w 4926099"/>
              <a:gd name="connsiteY1088" fmla="*/ 741096 h 968306"/>
              <a:gd name="connsiteX1089" fmla="*/ 1813084 w 4926099"/>
              <a:gd name="connsiteY1089" fmla="*/ 740525 h 968306"/>
              <a:gd name="connsiteX1090" fmla="*/ 1763268 w 4926099"/>
              <a:gd name="connsiteY1090" fmla="*/ 758336 h 968306"/>
              <a:gd name="connsiteX1091" fmla="*/ 1759077 w 4926099"/>
              <a:gd name="connsiteY1091" fmla="*/ 764051 h 968306"/>
              <a:gd name="connsiteX1092" fmla="*/ 1756982 w 4926099"/>
              <a:gd name="connsiteY1092" fmla="*/ 767766 h 968306"/>
              <a:gd name="connsiteX1093" fmla="*/ 1755458 w 4926099"/>
              <a:gd name="connsiteY1093" fmla="*/ 769862 h 968306"/>
              <a:gd name="connsiteX1094" fmla="*/ 1750790 w 4926099"/>
              <a:gd name="connsiteY1094" fmla="*/ 775100 h 968306"/>
              <a:gd name="connsiteX1095" fmla="*/ 1748123 w 4926099"/>
              <a:gd name="connsiteY1095" fmla="*/ 782435 h 968306"/>
              <a:gd name="connsiteX1096" fmla="*/ 1746599 w 4926099"/>
              <a:gd name="connsiteY1096" fmla="*/ 785006 h 968306"/>
              <a:gd name="connsiteX1097" fmla="*/ 1744980 w 4926099"/>
              <a:gd name="connsiteY1097" fmla="*/ 791293 h 968306"/>
              <a:gd name="connsiteX1098" fmla="*/ 1744504 w 4926099"/>
              <a:gd name="connsiteY1098" fmla="*/ 795484 h 968306"/>
              <a:gd name="connsiteX1099" fmla="*/ 1742885 w 4926099"/>
              <a:gd name="connsiteY1099" fmla="*/ 800723 h 968306"/>
              <a:gd name="connsiteX1100" fmla="*/ 1742408 w 4926099"/>
              <a:gd name="connsiteY1100" fmla="*/ 802818 h 968306"/>
              <a:gd name="connsiteX1101" fmla="*/ 1738789 w 4926099"/>
              <a:gd name="connsiteY1101" fmla="*/ 821678 h 968306"/>
              <a:gd name="connsiteX1102" fmla="*/ 1737741 w 4926099"/>
              <a:gd name="connsiteY1102" fmla="*/ 835298 h 968306"/>
              <a:gd name="connsiteX1103" fmla="*/ 1736693 w 4926099"/>
              <a:gd name="connsiteY1103" fmla="*/ 861492 h 968306"/>
              <a:gd name="connsiteX1104" fmla="*/ 1736122 w 4926099"/>
              <a:gd name="connsiteY1104" fmla="*/ 896544 h 968306"/>
              <a:gd name="connsiteX1105" fmla="*/ 1736122 w 4926099"/>
              <a:gd name="connsiteY1105" fmla="*/ 919023 h 968306"/>
              <a:gd name="connsiteX1106" fmla="*/ 1737741 w 4926099"/>
              <a:gd name="connsiteY1106" fmla="*/ 927977 h 968306"/>
              <a:gd name="connsiteX1107" fmla="*/ 1737741 w 4926099"/>
              <a:gd name="connsiteY1107" fmla="*/ 937883 h 968306"/>
              <a:gd name="connsiteX1108" fmla="*/ 1737170 w 4926099"/>
              <a:gd name="connsiteY1108" fmla="*/ 944169 h 968306"/>
              <a:gd name="connsiteX1109" fmla="*/ 1678496 w 4926099"/>
              <a:gd name="connsiteY1109" fmla="*/ 944645 h 968306"/>
              <a:gd name="connsiteX1110" fmla="*/ 1669066 w 4926099"/>
              <a:gd name="connsiteY1110" fmla="*/ 937787 h 968306"/>
              <a:gd name="connsiteX1111" fmla="*/ 1667447 w 4926099"/>
              <a:gd name="connsiteY1111" fmla="*/ 947217 h 968306"/>
              <a:gd name="connsiteX1112" fmla="*/ 1668494 w 4926099"/>
              <a:gd name="connsiteY1112" fmla="*/ 950360 h 968306"/>
              <a:gd name="connsiteX1113" fmla="*/ 1672209 w 4926099"/>
              <a:gd name="connsiteY1113" fmla="*/ 954075 h 968306"/>
              <a:gd name="connsiteX1114" fmla="*/ 1721453 w 4926099"/>
              <a:gd name="connsiteY1114" fmla="*/ 954075 h 968306"/>
              <a:gd name="connsiteX1115" fmla="*/ 1746599 w 4926099"/>
              <a:gd name="connsiteY1115" fmla="*/ 946169 h 968306"/>
              <a:gd name="connsiteX1116" fmla="*/ 1747647 w 4926099"/>
              <a:gd name="connsiteY1116" fmla="*/ 938359 h 968306"/>
              <a:gd name="connsiteX1117" fmla="*/ 1747647 w 4926099"/>
              <a:gd name="connsiteY1117" fmla="*/ 926834 h 968306"/>
              <a:gd name="connsiteX1118" fmla="*/ 1746028 w 4926099"/>
              <a:gd name="connsiteY1118" fmla="*/ 917975 h 968306"/>
              <a:gd name="connsiteX1119" fmla="*/ 1746028 w 4926099"/>
              <a:gd name="connsiteY1119" fmla="*/ 897020 h 968306"/>
              <a:gd name="connsiteX1120" fmla="*/ 1747076 w 4926099"/>
              <a:gd name="connsiteY1120" fmla="*/ 861397 h 968306"/>
              <a:gd name="connsiteX1121" fmla="*/ 1747647 w 4926099"/>
              <a:gd name="connsiteY1121" fmla="*/ 835679 h 968306"/>
              <a:gd name="connsiteX1122" fmla="*/ 1748695 w 4926099"/>
              <a:gd name="connsiteY1122" fmla="*/ 823106 h 968306"/>
              <a:gd name="connsiteX1123" fmla="*/ 1751267 w 4926099"/>
              <a:gd name="connsiteY1123" fmla="*/ 811105 h 968306"/>
              <a:gd name="connsiteX1124" fmla="*/ 1751838 w 4926099"/>
              <a:gd name="connsiteY1124" fmla="*/ 804247 h 968306"/>
              <a:gd name="connsiteX1125" fmla="*/ 1752886 w 4926099"/>
              <a:gd name="connsiteY1125" fmla="*/ 802628 h 968306"/>
              <a:gd name="connsiteX1126" fmla="*/ 1754981 w 4926099"/>
              <a:gd name="connsiteY1126" fmla="*/ 796913 h 968306"/>
              <a:gd name="connsiteX1127" fmla="*/ 1754981 w 4926099"/>
              <a:gd name="connsiteY1127" fmla="*/ 792245 h 968306"/>
              <a:gd name="connsiteX1128" fmla="*/ 1757648 w 4926099"/>
              <a:gd name="connsiteY1128" fmla="*/ 787007 h 968306"/>
              <a:gd name="connsiteX1129" fmla="*/ 1758696 w 4926099"/>
              <a:gd name="connsiteY1129" fmla="*/ 784911 h 968306"/>
              <a:gd name="connsiteX1130" fmla="*/ 1759172 w 4926099"/>
              <a:gd name="connsiteY1130" fmla="*/ 781768 h 968306"/>
              <a:gd name="connsiteX1131" fmla="*/ 1759744 w 4926099"/>
              <a:gd name="connsiteY1131" fmla="*/ 779672 h 968306"/>
              <a:gd name="connsiteX1132" fmla="*/ 1762316 w 4926099"/>
              <a:gd name="connsiteY1132" fmla="*/ 776529 h 968306"/>
              <a:gd name="connsiteX1133" fmla="*/ 1765459 w 4926099"/>
              <a:gd name="connsiteY1133" fmla="*/ 773386 h 968306"/>
              <a:gd name="connsiteX1134" fmla="*/ 1766983 w 4926099"/>
              <a:gd name="connsiteY1134" fmla="*/ 771290 h 968306"/>
              <a:gd name="connsiteX1135" fmla="*/ 1768031 w 4926099"/>
              <a:gd name="connsiteY1135" fmla="*/ 769195 h 968306"/>
              <a:gd name="connsiteX1136" fmla="*/ 1770698 w 4926099"/>
              <a:gd name="connsiteY1136" fmla="*/ 765480 h 968306"/>
              <a:gd name="connsiteX1137" fmla="*/ 1814703 w 4926099"/>
              <a:gd name="connsiteY1137" fmla="*/ 750812 h 968306"/>
              <a:gd name="connsiteX1138" fmla="*/ 1819370 w 4926099"/>
              <a:gd name="connsiteY1138" fmla="*/ 750812 h 968306"/>
              <a:gd name="connsiteX1139" fmla="*/ 1825181 w 4926099"/>
              <a:gd name="connsiteY1139" fmla="*/ 749288 h 968306"/>
              <a:gd name="connsiteX1140" fmla="*/ 1833563 w 4926099"/>
              <a:gd name="connsiteY1140" fmla="*/ 749288 h 968306"/>
              <a:gd name="connsiteX1141" fmla="*/ 1836230 w 4926099"/>
              <a:gd name="connsiteY1141" fmla="*/ 749859 h 968306"/>
              <a:gd name="connsiteX1142" fmla="*/ 1843564 w 4926099"/>
              <a:gd name="connsiteY1142" fmla="*/ 738810 h 968306"/>
              <a:gd name="connsiteX1143" fmla="*/ 1840897 w 4926099"/>
              <a:gd name="connsiteY1143" fmla="*/ 717284 h 968306"/>
              <a:gd name="connsiteX1144" fmla="*/ 1839373 w 4926099"/>
              <a:gd name="connsiteY1144" fmla="*/ 708902 h 968306"/>
              <a:gd name="connsiteX1145" fmla="*/ 1833563 w 4926099"/>
              <a:gd name="connsiteY1145" fmla="*/ 672707 h 968306"/>
              <a:gd name="connsiteX1146" fmla="*/ 1829943 w 4926099"/>
              <a:gd name="connsiteY1146" fmla="*/ 672135 h 968306"/>
              <a:gd name="connsiteX1147" fmla="*/ 1826800 w 4926099"/>
              <a:gd name="connsiteY1147" fmla="*/ 671564 h 968306"/>
              <a:gd name="connsiteX1148" fmla="*/ 1822609 w 4926099"/>
              <a:gd name="connsiteY1148" fmla="*/ 672135 h 968306"/>
              <a:gd name="connsiteX1149" fmla="*/ 1818418 w 4926099"/>
              <a:gd name="connsiteY1149" fmla="*/ 672707 h 968306"/>
              <a:gd name="connsiteX1150" fmla="*/ 1808988 w 4926099"/>
              <a:gd name="connsiteY1150" fmla="*/ 673754 h 968306"/>
              <a:gd name="connsiteX1151" fmla="*/ 1793748 w 4926099"/>
              <a:gd name="connsiteY1151" fmla="*/ 677945 h 968306"/>
              <a:gd name="connsiteX1152" fmla="*/ 1791653 w 4926099"/>
              <a:gd name="connsiteY1152" fmla="*/ 677945 h 968306"/>
              <a:gd name="connsiteX1153" fmla="*/ 1784318 w 4926099"/>
              <a:gd name="connsiteY1153" fmla="*/ 682708 h 968306"/>
              <a:gd name="connsiteX1154" fmla="*/ 1777556 w 4926099"/>
              <a:gd name="connsiteY1154" fmla="*/ 687947 h 968306"/>
              <a:gd name="connsiteX1155" fmla="*/ 1770221 w 4926099"/>
              <a:gd name="connsiteY1155" fmla="*/ 695852 h 968306"/>
              <a:gd name="connsiteX1156" fmla="*/ 1759268 w 4926099"/>
              <a:gd name="connsiteY1156" fmla="*/ 705282 h 968306"/>
              <a:gd name="connsiteX1157" fmla="*/ 1756696 w 4926099"/>
              <a:gd name="connsiteY1157" fmla="*/ 707378 h 968306"/>
              <a:gd name="connsiteX1158" fmla="*/ 1748885 w 4926099"/>
              <a:gd name="connsiteY1158" fmla="*/ 713664 h 968306"/>
              <a:gd name="connsiteX1159" fmla="*/ 1746790 w 4926099"/>
              <a:gd name="connsiteY1159" fmla="*/ 683756 h 968306"/>
              <a:gd name="connsiteX1160" fmla="*/ 1704308 w 4926099"/>
              <a:gd name="connsiteY1160" fmla="*/ 679088 h 968306"/>
              <a:gd name="connsiteX1161" fmla="*/ 1701641 w 4926099"/>
              <a:gd name="connsiteY1161" fmla="*/ 679088 h 968306"/>
              <a:gd name="connsiteX1162" fmla="*/ 1669733 w 4926099"/>
              <a:gd name="connsiteY1162" fmla="*/ 683279 h 968306"/>
              <a:gd name="connsiteX1163" fmla="*/ 1670780 w 4926099"/>
              <a:gd name="connsiteY1163" fmla="*/ 733571 h 968306"/>
              <a:gd name="connsiteX1164" fmla="*/ 1669733 w 4926099"/>
              <a:gd name="connsiteY1164" fmla="*/ 774434 h 968306"/>
              <a:gd name="connsiteX1165" fmla="*/ 1668685 w 4926099"/>
              <a:gd name="connsiteY1165" fmla="*/ 779672 h 968306"/>
              <a:gd name="connsiteX1166" fmla="*/ 1669256 w 4926099"/>
              <a:gd name="connsiteY1166" fmla="*/ 810629 h 968306"/>
              <a:gd name="connsiteX1167" fmla="*/ 1669256 w 4926099"/>
              <a:gd name="connsiteY1167" fmla="*/ 932644 h 968306"/>
              <a:gd name="connsiteX1168" fmla="*/ 1669256 w 4926099"/>
              <a:gd name="connsiteY1168" fmla="*/ 937883 h 968306"/>
              <a:gd name="connsiteX1169" fmla="*/ 1507331 w 4926099"/>
              <a:gd name="connsiteY1169" fmla="*/ 730428 h 968306"/>
              <a:gd name="connsiteX1170" fmla="*/ 1470660 w 4926099"/>
              <a:gd name="connsiteY1170" fmla="*/ 730428 h 968306"/>
              <a:gd name="connsiteX1171" fmla="*/ 1457516 w 4926099"/>
              <a:gd name="connsiteY1171" fmla="*/ 734619 h 968306"/>
              <a:gd name="connsiteX1172" fmla="*/ 1454849 w 4926099"/>
              <a:gd name="connsiteY1172" fmla="*/ 736715 h 968306"/>
              <a:gd name="connsiteX1173" fmla="*/ 1448086 w 4926099"/>
              <a:gd name="connsiteY1173" fmla="*/ 740906 h 968306"/>
              <a:gd name="connsiteX1174" fmla="*/ 1434941 w 4926099"/>
              <a:gd name="connsiteY1174" fmla="*/ 754050 h 968306"/>
              <a:gd name="connsiteX1175" fmla="*/ 1424464 w 4926099"/>
              <a:gd name="connsiteY1175" fmla="*/ 779672 h 968306"/>
              <a:gd name="connsiteX1176" fmla="*/ 1440180 w 4926099"/>
              <a:gd name="connsiteY1176" fmla="*/ 791198 h 968306"/>
              <a:gd name="connsiteX1177" fmla="*/ 1443323 w 4926099"/>
              <a:gd name="connsiteY1177" fmla="*/ 790626 h 968306"/>
              <a:gd name="connsiteX1178" fmla="*/ 1533906 w 4926099"/>
              <a:gd name="connsiteY1178" fmla="*/ 793198 h 968306"/>
              <a:gd name="connsiteX1179" fmla="*/ 1550670 w 4926099"/>
              <a:gd name="connsiteY1179" fmla="*/ 787483 h 968306"/>
              <a:gd name="connsiteX1180" fmla="*/ 1543907 w 4926099"/>
              <a:gd name="connsiteY1180" fmla="*/ 751288 h 968306"/>
              <a:gd name="connsiteX1181" fmla="*/ 1526096 w 4926099"/>
              <a:gd name="connsiteY1181" fmla="*/ 737667 h 968306"/>
              <a:gd name="connsiteX1182" fmla="*/ 1507236 w 4926099"/>
              <a:gd name="connsiteY1182" fmla="*/ 730333 h 968306"/>
              <a:gd name="connsiteX1183" fmla="*/ 1544384 w 4926099"/>
              <a:gd name="connsiteY1183" fmla="*/ 779577 h 968306"/>
              <a:gd name="connsiteX1184" fmla="*/ 1533430 w 4926099"/>
              <a:gd name="connsiteY1184" fmla="*/ 783292 h 968306"/>
              <a:gd name="connsiteX1185" fmla="*/ 1441228 w 4926099"/>
              <a:gd name="connsiteY1185" fmla="*/ 780720 h 968306"/>
              <a:gd name="connsiteX1186" fmla="*/ 1438085 w 4926099"/>
              <a:gd name="connsiteY1186" fmla="*/ 781292 h 968306"/>
              <a:gd name="connsiteX1187" fmla="*/ 1434370 w 4926099"/>
              <a:gd name="connsiteY1187" fmla="*/ 781863 h 968306"/>
              <a:gd name="connsiteX1188" fmla="*/ 1442752 w 4926099"/>
              <a:gd name="connsiteY1188" fmla="*/ 759860 h 968306"/>
              <a:gd name="connsiteX1189" fmla="*/ 1452658 w 4926099"/>
              <a:gd name="connsiteY1189" fmla="*/ 749954 h 968306"/>
              <a:gd name="connsiteX1190" fmla="*/ 1461040 w 4926099"/>
              <a:gd name="connsiteY1190" fmla="*/ 745192 h 968306"/>
              <a:gd name="connsiteX1191" fmla="*/ 1463135 w 4926099"/>
              <a:gd name="connsiteY1191" fmla="*/ 743096 h 968306"/>
              <a:gd name="connsiteX1192" fmla="*/ 1473041 w 4926099"/>
              <a:gd name="connsiteY1192" fmla="*/ 740429 h 968306"/>
              <a:gd name="connsiteX1193" fmla="*/ 1504950 w 4926099"/>
              <a:gd name="connsiteY1193" fmla="*/ 740429 h 968306"/>
              <a:gd name="connsiteX1194" fmla="*/ 1521238 w 4926099"/>
              <a:gd name="connsiteY1194" fmla="*/ 746716 h 968306"/>
              <a:gd name="connsiteX1195" fmla="*/ 1535430 w 4926099"/>
              <a:gd name="connsiteY1195" fmla="*/ 757193 h 968306"/>
              <a:gd name="connsiteX1196" fmla="*/ 1544288 w 4926099"/>
              <a:gd name="connsiteY1196" fmla="*/ 779672 h 968306"/>
              <a:gd name="connsiteX1197" fmla="*/ 1558481 w 4926099"/>
              <a:gd name="connsiteY1197" fmla="*/ 876065 h 968306"/>
              <a:gd name="connsiteX1198" fmla="*/ 1607249 w 4926099"/>
              <a:gd name="connsiteY1198" fmla="*/ 875018 h 968306"/>
              <a:gd name="connsiteX1199" fmla="*/ 1596771 w 4926099"/>
              <a:gd name="connsiteY1199" fmla="*/ 900164 h 968306"/>
              <a:gd name="connsiteX1200" fmla="*/ 1590008 w 4926099"/>
              <a:gd name="connsiteY1200" fmla="*/ 909022 h 968306"/>
              <a:gd name="connsiteX1201" fmla="*/ 1578483 w 4926099"/>
              <a:gd name="connsiteY1201" fmla="*/ 920547 h 968306"/>
              <a:gd name="connsiteX1202" fmla="*/ 1556957 w 4926099"/>
              <a:gd name="connsiteY1202" fmla="*/ 932072 h 968306"/>
              <a:gd name="connsiteX1203" fmla="*/ 1554385 w 4926099"/>
              <a:gd name="connsiteY1203" fmla="*/ 934739 h 968306"/>
              <a:gd name="connsiteX1204" fmla="*/ 1551718 w 4926099"/>
              <a:gd name="connsiteY1204" fmla="*/ 936263 h 968306"/>
              <a:gd name="connsiteX1205" fmla="*/ 1540193 w 4926099"/>
              <a:gd name="connsiteY1205" fmla="*/ 942074 h 968306"/>
              <a:gd name="connsiteX1206" fmla="*/ 1534954 w 4926099"/>
              <a:gd name="connsiteY1206" fmla="*/ 943598 h 968306"/>
              <a:gd name="connsiteX1207" fmla="*/ 1530287 w 4926099"/>
              <a:gd name="connsiteY1207" fmla="*/ 945122 h 968306"/>
              <a:gd name="connsiteX1208" fmla="*/ 1450658 w 4926099"/>
              <a:gd name="connsiteY1208" fmla="*/ 943598 h 968306"/>
              <a:gd name="connsiteX1209" fmla="*/ 1424464 w 4926099"/>
              <a:gd name="connsiteY1209" fmla="*/ 935787 h 968306"/>
              <a:gd name="connsiteX1210" fmla="*/ 1395127 w 4926099"/>
              <a:gd name="connsiteY1210" fmla="*/ 913213 h 968306"/>
              <a:gd name="connsiteX1211" fmla="*/ 1366838 w 4926099"/>
              <a:gd name="connsiteY1211" fmla="*/ 862921 h 968306"/>
              <a:gd name="connsiteX1212" fmla="*/ 1364266 w 4926099"/>
              <a:gd name="connsiteY1212" fmla="*/ 852443 h 968306"/>
              <a:gd name="connsiteX1213" fmla="*/ 1362742 w 4926099"/>
              <a:gd name="connsiteY1213" fmla="*/ 848252 h 968306"/>
              <a:gd name="connsiteX1214" fmla="*/ 1361694 w 4926099"/>
              <a:gd name="connsiteY1214" fmla="*/ 841966 h 968306"/>
              <a:gd name="connsiteX1215" fmla="*/ 1359599 w 4926099"/>
              <a:gd name="connsiteY1215" fmla="*/ 828345 h 968306"/>
              <a:gd name="connsiteX1216" fmla="*/ 1360075 w 4926099"/>
              <a:gd name="connsiteY1216" fmla="*/ 824630 h 968306"/>
              <a:gd name="connsiteX1217" fmla="*/ 1360646 w 4926099"/>
              <a:gd name="connsiteY1217" fmla="*/ 820916 h 968306"/>
              <a:gd name="connsiteX1218" fmla="*/ 1360646 w 4926099"/>
              <a:gd name="connsiteY1218" fmla="*/ 817296 h 968306"/>
              <a:gd name="connsiteX1219" fmla="*/ 1361123 w 4926099"/>
              <a:gd name="connsiteY1219" fmla="*/ 810438 h 968306"/>
              <a:gd name="connsiteX1220" fmla="*/ 1386268 w 4926099"/>
              <a:gd name="connsiteY1220" fmla="*/ 741858 h 968306"/>
              <a:gd name="connsiteX1221" fmla="*/ 1398270 w 4926099"/>
              <a:gd name="connsiteY1221" fmla="*/ 724046 h 968306"/>
              <a:gd name="connsiteX1222" fmla="*/ 1436465 w 4926099"/>
              <a:gd name="connsiteY1222" fmla="*/ 694709 h 968306"/>
              <a:gd name="connsiteX1223" fmla="*/ 1467422 w 4926099"/>
              <a:gd name="connsiteY1223" fmla="*/ 685851 h 968306"/>
              <a:gd name="connsiteX1224" fmla="*/ 1525048 w 4926099"/>
              <a:gd name="connsiteY1224" fmla="*/ 686423 h 968306"/>
              <a:gd name="connsiteX1225" fmla="*/ 1528667 w 4926099"/>
              <a:gd name="connsiteY1225" fmla="*/ 687470 h 968306"/>
              <a:gd name="connsiteX1226" fmla="*/ 1558004 w 4926099"/>
              <a:gd name="connsiteY1226" fmla="*/ 699567 h 968306"/>
              <a:gd name="connsiteX1227" fmla="*/ 1576864 w 4926099"/>
              <a:gd name="connsiteY1227" fmla="*/ 721570 h 968306"/>
              <a:gd name="connsiteX1228" fmla="*/ 1608868 w 4926099"/>
              <a:gd name="connsiteY1228" fmla="*/ 799103 h 968306"/>
              <a:gd name="connsiteX1229" fmla="*/ 1609344 w 4926099"/>
              <a:gd name="connsiteY1229" fmla="*/ 803771 h 968306"/>
              <a:gd name="connsiteX1230" fmla="*/ 1609344 w 4926099"/>
              <a:gd name="connsiteY1230" fmla="*/ 807485 h 968306"/>
              <a:gd name="connsiteX1231" fmla="*/ 1609820 w 4926099"/>
              <a:gd name="connsiteY1231" fmla="*/ 813772 h 968306"/>
              <a:gd name="connsiteX1232" fmla="*/ 1611439 w 4926099"/>
              <a:gd name="connsiteY1232" fmla="*/ 821582 h 968306"/>
              <a:gd name="connsiteX1233" fmla="*/ 1612487 w 4926099"/>
              <a:gd name="connsiteY1233" fmla="*/ 826250 h 968306"/>
              <a:gd name="connsiteX1234" fmla="*/ 1580007 w 4926099"/>
              <a:gd name="connsiteY1234" fmla="*/ 824726 h 968306"/>
              <a:gd name="connsiteX1235" fmla="*/ 1507712 w 4926099"/>
              <a:gd name="connsiteY1235" fmla="*/ 827869 h 968306"/>
              <a:gd name="connsiteX1236" fmla="*/ 1484662 w 4926099"/>
              <a:gd name="connsiteY1236" fmla="*/ 828917 h 968306"/>
              <a:gd name="connsiteX1237" fmla="*/ 1433322 w 4926099"/>
              <a:gd name="connsiteY1237" fmla="*/ 829964 h 968306"/>
              <a:gd name="connsiteX1238" fmla="*/ 1424940 w 4926099"/>
              <a:gd name="connsiteY1238" fmla="*/ 864540 h 968306"/>
              <a:gd name="connsiteX1239" fmla="*/ 1427036 w 4926099"/>
              <a:gd name="connsiteY1239" fmla="*/ 869779 h 968306"/>
              <a:gd name="connsiteX1240" fmla="*/ 1428560 w 4926099"/>
              <a:gd name="connsiteY1240" fmla="*/ 873970 h 968306"/>
              <a:gd name="connsiteX1241" fmla="*/ 1430179 w 4926099"/>
              <a:gd name="connsiteY1241" fmla="*/ 877113 h 968306"/>
              <a:gd name="connsiteX1242" fmla="*/ 1432274 w 4926099"/>
              <a:gd name="connsiteY1242" fmla="*/ 879780 h 968306"/>
              <a:gd name="connsiteX1243" fmla="*/ 1435418 w 4926099"/>
              <a:gd name="connsiteY1243" fmla="*/ 883971 h 968306"/>
              <a:gd name="connsiteX1244" fmla="*/ 1440656 w 4926099"/>
              <a:gd name="connsiteY1244" fmla="*/ 889210 h 968306"/>
              <a:gd name="connsiteX1245" fmla="*/ 1445895 w 4926099"/>
              <a:gd name="connsiteY1245" fmla="*/ 895496 h 968306"/>
              <a:gd name="connsiteX1246" fmla="*/ 1475232 w 4926099"/>
              <a:gd name="connsiteY1246" fmla="*/ 908641 h 968306"/>
              <a:gd name="connsiteX1247" fmla="*/ 1478852 w 4926099"/>
              <a:gd name="connsiteY1247" fmla="*/ 909212 h 968306"/>
              <a:gd name="connsiteX1248" fmla="*/ 1512380 w 4926099"/>
              <a:gd name="connsiteY1248" fmla="*/ 905498 h 968306"/>
              <a:gd name="connsiteX1249" fmla="*/ 1558004 w 4926099"/>
              <a:gd name="connsiteY1249" fmla="*/ 876161 h 968306"/>
              <a:gd name="connsiteX1250" fmla="*/ 1558481 w 4926099"/>
              <a:gd name="connsiteY1250" fmla="*/ 876161 h 968306"/>
              <a:gd name="connsiteX1251" fmla="*/ 1433798 w 4926099"/>
              <a:gd name="connsiteY1251" fmla="*/ 839870 h 968306"/>
              <a:gd name="connsiteX1252" fmla="*/ 1486186 w 4926099"/>
              <a:gd name="connsiteY1252" fmla="*/ 838823 h 968306"/>
              <a:gd name="connsiteX1253" fmla="*/ 1507712 w 4926099"/>
              <a:gd name="connsiteY1253" fmla="*/ 837775 h 968306"/>
              <a:gd name="connsiteX1254" fmla="*/ 1580007 w 4926099"/>
              <a:gd name="connsiteY1254" fmla="*/ 834632 h 968306"/>
              <a:gd name="connsiteX1255" fmla="*/ 1600962 w 4926099"/>
              <a:gd name="connsiteY1255" fmla="*/ 836156 h 968306"/>
              <a:gd name="connsiteX1256" fmla="*/ 1619822 w 4926099"/>
              <a:gd name="connsiteY1256" fmla="*/ 812057 h 968306"/>
              <a:gd name="connsiteX1257" fmla="*/ 1619250 w 4926099"/>
              <a:gd name="connsiteY1257" fmla="*/ 806819 h 968306"/>
              <a:gd name="connsiteX1258" fmla="*/ 1619250 w 4926099"/>
              <a:gd name="connsiteY1258" fmla="*/ 802628 h 968306"/>
              <a:gd name="connsiteX1259" fmla="*/ 1618774 w 4926099"/>
              <a:gd name="connsiteY1259" fmla="*/ 797389 h 968306"/>
              <a:gd name="connsiteX1260" fmla="*/ 1584198 w 4926099"/>
              <a:gd name="connsiteY1260" fmla="*/ 714045 h 968306"/>
              <a:gd name="connsiteX1261" fmla="*/ 1563243 w 4926099"/>
              <a:gd name="connsiteY1261" fmla="*/ 690995 h 968306"/>
              <a:gd name="connsiteX1262" fmla="*/ 1534954 w 4926099"/>
              <a:gd name="connsiteY1262" fmla="*/ 678993 h 968306"/>
              <a:gd name="connsiteX1263" fmla="*/ 1530763 w 4926099"/>
              <a:gd name="connsiteY1263" fmla="*/ 677374 h 968306"/>
              <a:gd name="connsiteX1264" fmla="*/ 1527143 w 4926099"/>
              <a:gd name="connsiteY1264" fmla="*/ 676898 h 968306"/>
              <a:gd name="connsiteX1265" fmla="*/ 1465802 w 4926099"/>
              <a:gd name="connsiteY1265" fmla="*/ 675850 h 968306"/>
              <a:gd name="connsiteX1266" fmla="*/ 1433322 w 4926099"/>
              <a:gd name="connsiteY1266" fmla="*/ 684708 h 968306"/>
              <a:gd name="connsiteX1267" fmla="*/ 1389317 w 4926099"/>
              <a:gd name="connsiteY1267" fmla="*/ 719284 h 968306"/>
              <a:gd name="connsiteX1268" fmla="*/ 1376743 w 4926099"/>
              <a:gd name="connsiteY1268" fmla="*/ 737572 h 968306"/>
              <a:gd name="connsiteX1269" fmla="*/ 1351598 w 4926099"/>
              <a:gd name="connsiteY1269" fmla="*/ 802056 h 968306"/>
              <a:gd name="connsiteX1270" fmla="*/ 1350550 w 4926099"/>
              <a:gd name="connsiteY1270" fmla="*/ 816153 h 968306"/>
              <a:gd name="connsiteX1271" fmla="*/ 1350550 w 4926099"/>
              <a:gd name="connsiteY1271" fmla="*/ 819868 h 968306"/>
              <a:gd name="connsiteX1272" fmla="*/ 1349978 w 4926099"/>
              <a:gd name="connsiteY1272" fmla="*/ 823011 h 968306"/>
              <a:gd name="connsiteX1273" fmla="*/ 1349502 w 4926099"/>
              <a:gd name="connsiteY1273" fmla="*/ 827202 h 968306"/>
              <a:gd name="connsiteX1274" fmla="*/ 1351598 w 4926099"/>
              <a:gd name="connsiteY1274" fmla="*/ 843966 h 968306"/>
              <a:gd name="connsiteX1275" fmla="*/ 1353122 w 4926099"/>
              <a:gd name="connsiteY1275" fmla="*/ 851872 h 968306"/>
              <a:gd name="connsiteX1276" fmla="*/ 1354646 w 4926099"/>
              <a:gd name="connsiteY1276" fmla="*/ 856063 h 968306"/>
              <a:gd name="connsiteX1277" fmla="*/ 1356741 w 4926099"/>
              <a:gd name="connsiteY1277" fmla="*/ 864445 h 968306"/>
              <a:gd name="connsiteX1278" fmla="*/ 1357313 w 4926099"/>
              <a:gd name="connsiteY1278" fmla="*/ 867017 h 968306"/>
              <a:gd name="connsiteX1279" fmla="*/ 1388174 w 4926099"/>
              <a:gd name="connsiteY1279" fmla="*/ 920928 h 968306"/>
              <a:gd name="connsiteX1280" fmla="*/ 1421702 w 4926099"/>
              <a:gd name="connsiteY1280" fmla="*/ 945598 h 968306"/>
              <a:gd name="connsiteX1281" fmla="*/ 1447895 w 4926099"/>
              <a:gd name="connsiteY1281" fmla="*/ 953408 h 968306"/>
              <a:gd name="connsiteX1282" fmla="*/ 1533239 w 4926099"/>
              <a:gd name="connsiteY1282" fmla="*/ 954456 h 968306"/>
              <a:gd name="connsiteX1283" fmla="*/ 1537430 w 4926099"/>
              <a:gd name="connsiteY1283" fmla="*/ 952932 h 968306"/>
              <a:gd name="connsiteX1284" fmla="*/ 1543241 w 4926099"/>
              <a:gd name="connsiteY1284" fmla="*/ 951408 h 968306"/>
              <a:gd name="connsiteX1285" fmla="*/ 1552670 w 4926099"/>
              <a:gd name="connsiteY1285" fmla="*/ 946169 h 968306"/>
              <a:gd name="connsiteX1286" fmla="*/ 1557909 w 4926099"/>
              <a:gd name="connsiteY1286" fmla="*/ 944074 h 968306"/>
              <a:gd name="connsiteX1287" fmla="*/ 1560481 w 4926099"/>
              <a:gd name="connsiteY1287" fmla="*/ 941978 h 968306"/>
              <a:gd name="connsiteX1288" fmla="*/ 1563148 w 4926099"/>
              <a:gd name="connsiteY1288" fmla="*/ 939883 h 968306"/>
              <a:gd name="connsiteX1289" fmla="*/ 1584103 w 4926099"/>
              <a:gd name="connsiteY1289" fmla="*/ 928834 h 968306"/>
              <a:gd name="connsiteX1290" fmla="*/ 1599343 w 4926099"/>
              <a:gd name="connsiteY1290" fmla="*/ 912641 h 968306"/>
              <a:gd name="connsiteX1291" fmla="*/ 1605629 w 4926099"/>
              <a:gd name="connsiteY1291" fmla="*/ 905307 h 968306"/>
              <a:gd name="connsiteX1292" fmla="*/ 1614011 w 4926099"/>
              <a:gd name="connsiteY1292" fmla="*/ 865016 h 968306"/>
              <a:gd name="connsiteX1293" fmla="*/ 1597247 w 4926099"/>
              <a:gd name="connsiteY1293" fmla="*/ 863969 h 968306"/>
              <a:gd name="connsiteX1294" fmla="*/ 1556385 w 4926099"/>
              <a:gd name="connsiteY1294" fmla="*/ 866064 h 968306"/>
              <a:gd name="connsiteX1295" fmla="*/ 1552194 w 4926099"/>
              <a:gd name="connsiteY1295" fmla="*/ 867112 h 968306"/>
              <a:gd name="connsiteX1296" fmla="*/ 1548479 w 4926099"/>
              <a:gd name="connsiteY1296" fmla="*/ 872922 h 968306"/>
              <a:gd name="connsiteX1297" fmla="*/ 1509713 w 4926099"/>
              <a:gd name="connsiteY1297" fmla="*/ 895973 h 968306"/>
              <a:gd name="connsiteX1298" fmla="*/ 1478756 w 4926099"/>
              <a:gd name="connsiteY1298" fmla="*/ 899116 h 968306"/>
              <a:gd name="connsiteX1299" fmla="*/ 1474089 w 4926099"/>
              <a:gd name="connsiteY1299" fmla="*/ 898068 h 968306"/>
              <a:gd name="connsiteX1300" fmla="*/ 1453134 w 4926099"/>
              <a:gd name="connsiteY1300" fmla="*/ 888638 h 968306"/>
              <a:gd name="connsiteX1301" fmla="*/ 1446276 w 4926099"/>
              <a:gd name="connsiteY1301" fmla="*/ 880828 h 968306"/>
              <a:gd name="connsiteX1302" fmla="*/ 1443133 w 4926099"/>
              <a:gd name="connsiteY1302" fmla="*/ 877113 h 968306"/>
              <a:gd name="connsiteX1303" fmla="*/ 1439989 w 4926099"/>
              <a:gd name="connsiteY1303" fmla="*/ 873494 h 968306"/>
              <a:gd name="connsiteX1304" fmla="*/ 1437894 w 4926099"/>
              <a:gd name="connsiteY1304" fmla="*/ 869779 h 968306"/>
              <a:gd name="connsiteX1305" fmla="*/ 1436275 w 4926099"/>
              <a:gd name="connsiteY1305" fmla="*/ 866636 h 968306"/>
              <a:gd name="connsiteX1306" fmla="*/ 1434179 w 4926099"/>
              <a:gd name="connsiteY1306" fmla="*/ 860825 h 968306"/>
              <a:gd name="connsiteX1307" fmla="*/ 1433703 w 4926099"/>
              <a:gd name="connsiteY1307" fmla="*/ 839870 h 968306"/>
              <a:gd name="connsiteX1308" fmla="*/ 963263 w 4926099"/>
              <a:gd name="connsiteY1308" fmla="*/ 943026 h 968306"/>
              <a:gd name="connsiteX1309" fmla="*/ 903542 w 4926099"/>
              <a:gd name="connsiteY1309" fmla="*/ 944550 h 968306"/>
              <a:gd name="connsiteX1310" fmla="*/ 905161 w 4926099"/>
              <a:gd name="connsiteY1310" fmla="*/ 914165 h 968306"/>
              <a:gd name="connsiteX1311" fmla="*/ 906209 w 4926099"/>
              <a:gd name="connsiteY1311" fmla="*/ 769576 h 968306"/>
              <a:gd name="connsiteX1312" fmla="*/ 903065 w 4926099"/>
              <a:gd name="connsiteY1312" fmla="*/ 687851 h 968306"/>
              <a:gd name="connsiteX1313" fmla="*/ 908780 w 4926099"/>
              <a:gd name="connsiteY1313" fmla="*/ 687851 h 968306"/>
              <a:gd name="connsiteX1314" fmla="*/ 915638 w 4926099"/>
              <a:gd name="connsiteY1314" fmla="*/ 687280 h 968306"/>
              <a:gd name="connsiteX1315" fmla="*/ 928211 w 4926099"/>
              <a:gd name="connsiteY1315" fmla="*/ 686708 h 968306"/>
              <a:gd name="connsiteX1316" fmla="*/ 960692 w 4926099"/>
              <a:gd name="connsiteY1316" fmla="*/ 683565 h 968306"/>
              <a:gd name="connsiteX1317" fmla="*/ 960215 w 4926099"/>
              <a:gd name="connsiteY1317" fmla="*/ 709759 h 968306"/>
              <a:gd name="connsiteX1318" fmla="*/ 969074 w 4926099"/>
              <a:gd name="connsiteY1318" fmla="*/ 715569 h 968306"/>
              <a:gd name="connsiteX1319" fmla="*/ 974788 w 4926099"/>
              <a:gd name="connsiteY1319" fmla="*/ 715569 h 968306"/>
              <a:gd name="connsiteX1320" fmla="*/ 985266 w 4926099"/>
              <a:gd name="connsiteY1320" fmla="*/ 707187 h 968306"/>
              <a:gd name="connsiteX1321" fmla="*/ 988409 w 4926099"/>
              <a:gd name="connsiteY1321" fmla="*/ 702996 h 968306"/>
              <a:gd name="connsiteX1322" fmla="*/ 994220 w 4926099"/>
              <a:gd name="connsiteY1322" fmla="*/ 698805 h 968306"/>
              <a:gd name="connsiteX1323" fmla="*/ 999935 w 4926099"/>
              <a:gd name="connsiteY1323" fmla="*/ 695662 h 968306"/>
              <a:gd name="connsiteX1324" fmla="*/ 1003078 w 4926099"/>
              <a:gd name="connsiteY1324" fmla="*/ 693566 h 968306"/>
              <a:gd name="connsiteX1325" fmla="*/ 1010984 w 4926099"/>
              <a:gd name="connsiteY1325" fmla="*/ 689375 h 968306"/>
              <a:gd name="connsiteX1326" fmla="*/ 1018794 w 4926099"/>
              <a:gd name="connsiteY1326" fmla="*/ 686232 h 968306"/>
              <a:gd name="connsiteX1327" fmla="*/ 1022985 w 4926099"/>
              <a:gd name="connsiteY1327" fmla="*/ 684613 h 968306"/>
              <a:gd name="connsiteX1328" fmla="*/ 1027652 w 4926099"/>
              <a:gd name="connsiteY1328" fmla="*/ 682517 h 968306"/>
              <a:gd name="connsiteX1329" fmla="*/ 1031843 w 4926099"/>
              <a:gd name="connsiteY1329" fmla="*/ 680422 h 968306"/>
              <a:gd name="connsiteX1330" fmla="*/ 1112520 w 4926099"/>
              <a:gd name="connsiteY1330" fmla="*/ 704520 h 968306"/>
              <a:gd name="connsiteX1331" fmla="*/ 1117283 w 4926099"/>
              <a:gd name="connsiteY1331" fmla="*/ 712902 h 968306"/>
              <a:gd name="connsiteX1332" fmla="*/ 1128236 w 4926099"/>
              <a:gd name="connsiteY1332" fmla="*/ 721856 h 968306"/>
              <a:gd name="connsiteX1333" fmla="*/ 1150715 w 4926099"/>
              <a:gd name="connsiteY1333" fmla="*/ 708711 h 968306"/>
              <a:gd name="connsiteX1334" fmla="*/ 1160621 w 4926099"/>
              <a:gd name="connsiteY1334" fmla="*/ 700805 h 968306"/>
              <a:gd name="connsiteX1335" fmla="*/ 1163288 w 4926099"/>
              <a:gd name="connsiteY1335" fmla="*/ 699758 h 968306"/>
              <a:gd name="connsiteX1336" fmla="*/ 1171099 w 4926099"/>
              <a:gd name="connsiteY1336" fmla="*/ 696138 h 968306"/>
              <a:gd name="connsiteX1337" fmla="*/ 1182624 w 4926099"/>
              <a:gd name="connsiteY1337" fmla="*/ 690899 h 968306"/>
              <a:gd name="connsiteX1338" fmla="*/ 1247013 w 4926099"/>
              <a:gd name="connsiteY1338" fmla="*/ 688804 h 968306"/>
              <a:gd name="connsiteX1339" fmla="*/ 1282637 w 4926099"/>
              <a:gd name="connsiteY1339" fmla="*/ 726999 h 968306"/>
              <a:gd name="connsiteX1340" fmla="*/ 1284161 w 4926099"/>
              <a:gd name="connsiteY1340" fmla="*/ 730714 h 968306"/>
              <a:gd name="connsiteX1341" fmla="*/ 1287780 w 4926099"/>
              <a:gd name="connsiteY1341" fmla="*/ 737572 h 968306"/>
              <a:gd name="connsiteX1342" fmla="*/ 1293019 w 4926099"/>
              <a:gd name="connsiteY1342" fmla="*/ 766337 h 968306"/>
              <a:gd name="connsiteX1343" fmla="*/ 1293019 w 4926099"/>
              <a:gd name="connsiteY1343" fmla="*/ 770052 h 968306"/>
              <a:gd name="connsiteX1344" fmla="*/ 1293019 w 4926099"/>
              <a:gd name="connsiteY1344" fmla="*/ 776910 h 968306"/>
              <a:gd name="connsiteX1345" fmla="*/ 1294638 w 4926099"/>
              <a:gd name="connsiteY1345" fmla="*/ 783768 h 968306"/>
              <a:gd name="connsiteX1346" fmla="*/ 1296162 w 4926099"/>
              <a:gd name="connsiteY1346" fmla="*/ 798437 h 968306"/>
              <a:gd name="connsiteX1347" fmla="*/ 1297210 w 4926099"/>
              <a:gd name="connsiteY1347" fmla="*/ 814629 h 968306"/>
              <a:gd name="connsiteX1348" fmla="*/ 1298258 w 4926099"/>
              <a:gd name="connsiteY1348" fmla="*/ 837680 h 968306"/>
              <a:gd name="connsiteX1349" fmla="*/ 1298258 w 4926099"/>
              <a:gd name="connsiteY1349" fmla="*/ 882257 h 968306"/>
              <a:gd name="connsiteX1350" fmla="*/ 1299305 w 4926099"/>
              <a:gd name="connsiteY1350" fmla="*/ 908450 h 968306"/>
              <a:gd name="connsiteX1351" fmla="*/ 1300353 w 4926099"/>
              <a:gd name="connsiteY1351" fmla="*/ 933596 h 968306"/>
              <a:gd name="connsiteX1352" fmla="*/ 1301401 w 4926099"/>
              <a:gd name="connsiteY1352" fmla="*/ 940931 h 968306"/>
              <a:gd name="connsiteX1353" fmla="*/ 1298258 w 4926099"/>
              <a:gd name="connsiteY1353" fmla="*/ 940359 h 968306"/>
              <a:gd name="connsiteX1354" fmla="*/ 1240631 w 4926099"/>
              <a:gd name="connsiteY1354" fmla="*/ 941407 h 968306"/>
              <a:gd name="connsiteX1355" fmla="*/ 1237488 w 4926099"/>
              <a:gd name="connsiteY1355" fmla="*/ 941407 h 968306"/>
              <a:gd name="connsiteX1356" fmla="*/ 1238060 w 4926099"/>
              <a:gd name="connsiteY1356" fmla="*/ 937216 h 968306"/>
              <a:gd name="connsiteX1357" fmla="*/ 1238536 w 4926099"/>
              <a:gd name="connsiteY1357" fmla="*/ 857587 h 968306"/>
              <a:gd name="connsiteX1358" fmla="*/ 1212342 w 4926099"/>
              <a:gd name="connsiteY1358" fmla="*/ 738143 h 968306"/>
              <a:gd name="connsiteX1359" fmla="*/ 1169861 w 4926099"/>
              <a:gd name="connsiteY1359" fmla="*/ 736048 h 968306"/>
              <a:gd name="connsiteX1360" fmla="*/ 1125855 w 4926099"/>
              <a:gd name="connsiteY1360" fmla="*/ 807295 h 968306"/>
              <a:gd name="connsiteX1361" fmla="*/ 1125284 w 4926099"/>
              <a:gd name="connsiteY1361" fmla="*/ 918356 h 968306"/>
              <a:gd name="connsiteX1362" fmla="*/ 1125284 w 4926099"/>
              <a:gd name="connsiteY1362" fmla="*/ 923024 h 968306"/>
              <a:gd name="connsiteX1363" fmla="*/ 1127379 w 4926099"/>
              <a:gd name="connsiteY1363" fmla="*/ 945598 h 968306"/>
              <a:gd name="connsiteX1364" fmla="*/ 1124236 w 4926099"/>
              <a:gd name="connsiteY1364" fmla="*/ 947693 h 968306"/>
              <a:gd name="connsiteX1365" fmla="*/ 1121569 w 4926099"/>
              <a:gd name="connsiteY1365" fmla="*/ 947693 h 968306"/>
              <a:gd name="connsiteX1366" fmla="*/ 1115854 w 4926099"/>
              <a:gd name="connsiteY1366" fmla="*/ 947217 h 968306"/>
              <a:gd name="connsiteX1367" fmla="*/ 1077087 w 4926099"/>
              <a:gd name="connsiteY1367" fmla="*/ 947693 h 968306"/>
              <a:gd name="connsiteX1368" fmla="*/ 1071848 w 4926099"/>
              <a:gd name="connsiteY1368" fmla="*/ 948170 h 968306"/>
              <a:gd name="connsiteX1369" fmla="*/ 1070229 w 4926099"/>
              <a:gd name="connsiteY1369" fmla="*/ 926738 h 968306"/>
              <a:gd name="connsiteX1370" fmla="*/ 1070801 w 4926099"/>
              <a:gd name="connsiteY1370" fmla="*/ 923024 h 968306"/>
              <a:gd name="connsiteX1371" fmla="*/ 1072420 w 4926099"/>
              <a:gd name="connsiteY1371" fmla="*/ 851300 h 968306"/>
              <a:gd name="connsiteX1372" fmla="*/ 1073468 w 4926099"/>
              <a:gd name="connsiteY1372" fmla="*/ 781673 h 968306"/>
              <a:gd name="connsiteX1373" fmla="*/ 1071372 w 4926099"/>
              <a:gd name="connsiteY1373" fmla="*/ 764909 h 968306"/>
              <a:gd name="connsiteX1374" fmla="*/ 1060895 w 4926099"/>
              <a:gd name="connsiteY1374" fmla="*/ 745001 h 968306"/>
              <a:gd name="connsiteX1375" fmla="*/ 1014794 w 4926099"/>
              <a:gd name="connsiteY1375" fmla="*/ 732428 h 968306"/>
              <a:gd name="connsiteX1376" fmla="*/ 969740 w 4926099"/>
              <a:gd name="connsiteY1376" fmla="*/ 763861 h 968306"/>
              <a:gd name="connsiteX1377" fmla="*/ 961835 w 4926099"/>
              <a:gd name="connsiteY1377" fmla="*/ 806247 h 968306"/>
              <a:gd name="connsiteX1378" fmla="*/ 961835 w 4926099"/>
              <a:gd name="connsiteY1378" fmla="*/ 918833 h 968306"/>
              <a:gd name="connsiteX1379" fmla="*/ 962882 w 4926099"/>
              <a:gd name="connsiteY1379" fmla="*/ 942931 h 968306"/>
              <a:gd name="connsiteX1380" fmla="*/ 1128998 w 4926099"/>
              <a:gd name="connsiteY1380" fmla="*/ 956552 h 968306"/>
              <a:gd name="connsiteX1381" fmla="*/ 1137857 w 4926099"/>
              <a:gd name="connsiteY1381" fmla="*/ 952361 h 968306"/>
              <a:gd name="connsiteX1382" fmla="*/ 1135190 w 4926099"/>
              <a:gd name="connsiteY1382" fmla="*/ 922452 h 968306"/>
              <a:gd name="connsiteX1383" fmla="*/ 1135190 w 4926099"/>
              <a:gd name="connsiteY1383" fmla="*/ 918737 h 968306"/>
              <a:gd name="connsiteX1384" fmla="*/ 1134618 w 4926099"/>
              <a:gd name="connsiteY1384" fmla="*/ 914070 h 968306"/>
              <a:gd name="connsiteX1385" fmla="*/ 1135666 w 4926099"/>
              <a:gd name="connsiteY1385" fmla="*/ 809295 h 968306"/>
              <a:gd name="connsiteX1386" fmla="*/ 1164527 w 4926099"/>
              <a:gd name="connsiteY1386" fmla="*/ 749573 h 968306"/>
              <a:gd name="connsiteX1387" fmla="*/ 1204913 w 4926099"/>
              <a:gd name="connsiteY1387" fmla="*/ 744811 h 968306"/>
              <a:gd name="connsiteX1388" fmla="*/ 1208627 w 4926099"/>
              <a:gd name="connsiteY1388" fmla="*/ 748526 h 968306"/>
              <a:gd name="connsiteX1389" fmla="*/ 1228535 w 4926099"/>
              <a:gd name="connsiteY1389" fmla="*/ 856920 h 968306"/>
              <a:gd name="connsiteX1390" fmla="*/ 1228058 w 4926099"/>
              <a:gd name="connsiteY1390" fmla="*/ 933406 h 968306"/>
              <a:gd name="connsiteX1391" fmla="*/ 1227487 w 4926099"/>
              <a:gd name="connsiteY1391" fmla="*/ 939216 h 968306"/>
              <a:gd name="connsiteX1392" fmla="*/ 1225391 w 4926099"/>
              <a:gd name="connsiteY1392" fmla="*/ 943407 h 968306"/>
              <a:gd name="connsiteX1393" fmla="*/ 1241679 w 4926099"/>
              <a:gd name="connsiteY1393" fmla="*/ 951218 h 968306"/>
              <a:gd name="connsiteX1394" fmla="*/ 1297210 w 4926099"/>
              <a:gd name="connsiteY1394" fmla="*/ 950170 h 968306"/>
              <a:gd name="connsiteX1395" fmla="*/ 1311402 w 4926099"/>
              <a:gd name="connsiteY1395" fmla="*/ 947027 h 968306"/>
              <a:gd name="connsiteX1396" fmla="*/ 1311974 w 4926099"/>
              <a:gd name="connsiteY1396" fmla="*/ 942836 h 968306"/>
              <a:gd name="connsiteX1397" fmla="*/ 1311402 w 4926099"/>
              <a:gd name="connsiteY1397" fmla="*/ 937597 h 968306"/>
              <a:gd name="connsiteX1398" fmla="*/ 1310354 w 4926099"/>
              <a:gd name="connsiteY1398" fmla="*/ 932358 h 968306"/>
              <a:gd name="connsiteX1399" fmla="*/ 1309307 w 4926099"/>
              <a:gd name="connsiteY1399" fmla="*/ 908260 h 968306"/>
              <a:gd name="connsiteX1400" fmla="*/ 1308259 w 4926099"/>
              <a:gd name="connsiteY1400" fmla="*/ 881590 h 968306"/>
              <a:gd name="connsiteX1401" fmla="*/ 1308259 w 4926099"/>
              <a:gd name="connsiteY1401" fmla="*/ 836060 h 968306"/>
              <a:gd name="connsiteX1402" fmla="*/ 1307211 w 4926099"/>
              <a:gd name="connsiteY1402" fmla="*/ 814058 h 968306"/>
              <a:gd name="connsiteX1403" fmla="*/ 1306163 w 4926099"/>
              <a:gd name="connsiteY1403" fmla="*/ 797294 h 968306"/>
              <a:gd name="connsiteX1404" fmla="*/ 1304639 w 4926099"/>
              <a:gd name="connsiteY1404" fmla="*/ 781577 h 968306"/>
              <a:gd name="connsiteX1405" fmla="*/ 1304068 w 4926099"/>
              <a:gd name="connsiteY1405" fmla="*/ 778434 h 968306"/>
              <a:gd name="connsiteX1406" fmla="*/ 1303020 w 4926099"/>
              <a:gd name="connsiteY1406" fmla="*/ 774719 h 968306"/>
              <a:gd name="connsiteX1407" fmla="*/ 1303020 w 4926099"/>
              <a:gd name="connsiteY1407" fmla="*/ 765861 h 968306"/>
              <a:gd name="connsiteX1408" fmla="*/ 1297781 w 4926099"/>
              <a:gd name="connsiteY1408" fmla="*/ 734429 h 968306"/>
              <a:gd name="connsiteX1409" fmla="*/ 1293590 w 4926099"/>
              <a:gd name="connsiteY1409" fmla="*/ 726618 h 968306"/>
              <a:gd name="connsiteX1410" fmla="*/ 1290923 w 4926099"/>
              <a:gd name="connsiteY1410" fmla="*/ 720808 h 968306"/>
              <a:gd name="connsiteX1411" fmla="*/ 1250061 w 4926099"/>
              <a:gd name="connsiteY1411" fmla="*/ 678898 h 968306"/>
              <a:gd name="connsiteX1412" fmla="*/ 1178338 w 4926099"/>
              <a:gd name="connsiteY1412" fmla="*/ 681470 h 968306"/>
              <a:gd name="connsiteX1413" fmla="*/ 1166813 w 4926099"/>
              <a:gd name="connsiteY1413" fmla="*/ 686708 h 968306"/>
              <a:gd name="connsiteX1414" fmla="*/ 1158431 w 4926099"/>
              <a:gd name="connsiteY1414" fmla="*/ 690899 h 968306"/>
              <a:gd name="connsiteX1415" fmla="*/ 1155287 w 4926099"/>
              <a:gd name="connsiteY1415" fmla="*/ 692519 h 968306"/>
              <a:gd name="connsiteX1416" fmla="*/ 1145286 w 4926099"/>
              <a:gd name="connsiteY1416" fmla="*/ 699853 h 968306"/>
              <a:gd name="connsiteX1417" fmla="*/ 1125950 w 4926099"/>
              <a:gd name="connsiteY1417" fmla="*/ 708806 h 968306"/>
              <a:gd name="connsiteX1418" fmla="*/ 1124903 w 4926099"/>
              <a:gd name="connsiteY1418" fmla="*/ 706235 h 968306"/>
              <a:gd name="connsiteX1419" fmla="*/ 1120712 w 4926099"/>
              <a:gd name="connsiteY1419" fmla="*/ 698329 h 968306"/>
              <a:gd name="connsiteX1420" fmla="*/ 1026890 w 4926099"/>
              <a:gd name="connsiteY1420" fmla="*/ 671564 h 968306"/>
              <a:gd name="connsiteX1421" fmla="*/ 1023747 w 4926099"/>
              <a:gd name="connsiteY1421" fmla="*/ 673183 h 968306"/>
              <a:gd name="connsiteX1422" fmla="*/ 1018508 w 4926099"/>
              <a:gd name="connsiteY1422" fmla="*/ 675278 h 968306"/>
              <a:gd name="connsiteX1423" fmla="*/ 1014317 w 4926099"/>
              <a:gd name="connsiteY1423" fmla="*/ 677374 h 968306"/>
              <a:gd name="connsiteX1424" fmla="*/ 1006983 w 4926099"/>
              <a:gd name="connsiteY1424" fmla="*/ 680517 h 968306"/>
              <a:gd name="connsiteX1425" fmla="*/ 993838 w 4926099"/>
              <a:gd name="connsiteY1425" fmla="*/ 686804 h 968306"/>
              <a:gd name="connsiteX1426" fmla="*/ 988028 w 4926099"/>
              <a:gd name="connsiteY1426" fmla="*/ 690518 h 968306"/>
              <a:gd name="connsiteX1427" fmla="*/ 982313 w 4926099"/>
              <a:gd name="connsiteY1427" fmla="*/ 694709 h 968306"/>
              <a:gd name="connsiteX1428" fmla="*/ 979646 w 4926099"/>
              <a:gd name="connsiteY1428" fmla="*/ 696805 h 968306"/>
              <a:gd name="connsiteX1429" fmla="*/ 977551 w 4926099"/>
              <a:gd name="connsiteY1429" fmla="*/ 699472 h 968306"/>
              <a:gd name="connsiteX1430" fmla="*/ 975932 w 4926099"/>
              <a:gd name="connsiteY1430" fmla="*/ 702615 h 968306"/>
              <a:gd name="connsiteX1431" fmla="*/ 972312 w 4926099"/>
              <a:gd name="connsiteY1431" fmla="*/ 705758 h 968306"/>
              <a:gd name="connsiteX1432" fmla="*/ 969645 w 4926099"/>
              <a:gd name="connsiteY1432" fmla="*/ 705758 h 968306"/>
              <a:gd name="connsiteX1433" fmla="*/ 969645 w 4926099"/>
              <a:gd name="connsiteY1433" fmla="*/ 678517 h 968306"/>
              <a:gd name="connsiteX1434" fmla="*/ 926687 w 4926099"/>
              <a:gd name="connsiteY1434" fmla="*/ 676993 h 968306"/>
              <a:gd name="connsiteX1435" fmla="*/ 913543 w 4926099"/>
              <a:gd name="connsiteY1435" fmla="*/ 677469 h 968306"/>
              <a:gd name="connsiteX1436" fmla="*/ 902589 w 4926099"/>
              <a:gd name="connsiteY1436" fmla="*/ 677469 h 968306"/>
              <a:gd name="connsiteX1437" fmla="*/ 892112 w 4926099"/>
              <a:gd name="connsiteY1437" fmla="*/ 681660 h 968306"/>
              <a:gd name="connsiteX1438" fmla="*/ 895731 w 4926099"/>
              <a:gd name="connsiteY1438" fmla="*/ 771290 h 968306"/>
              <a:gd name="connsiteX1439" fmla="*/ 894683 w 4926099"/>
              <a:gd name="connsiteY1439" fmla="*/ 914832 h 968306"/>
              <a:gd name="connsiteX1440" fmla="*/ 892112 w 4926099"/>
              <a:gd name="connsiteY1440" fmla="*/ 947789 h 968306"/>
              <a:gd name="connsiteX1441" fmla="*/ 904113 w 4926099"/>
              <a:gd name="connsiteY1441" fmla="*/ 954551 h 968306"/>
              <a:gd name="connsiteX1442" fmla="*/ 967454 w 4926099"/>
              <a:gd name="connsiteY1442" fmla="*/ 953504 h 968306"/>
              <a:gd name="connsiteX1443" fmla="*/ 973169 w 4926099"/>
              <a:gd name="connsiteY1443" fmla="*/ 944645 h 968306"/>
              <a:gd name="connsiteX1444" fmla="*/ 971645 w 4926099"/>
              <a:gd name="connsiteY1444" fmla="*/ 918452 h 968306"/>
              <a:gd name="connsiteX1445" fmla="*/ 972217 w 4926099"/>
              <a:gd name="connsiteY1445" fmla="*/ 806342 h 968306"/>
              <a:gd name="connsiteX1446" fmla="*/ 978503 w 4926099"/>
              <a:gd name="connsiteY1446" fmla="*/ 768147 h 968306"/>
              <a:gd name="connsiteX1447" fmla="*/ 1015175 w 4926099"/>
              <a:gd name="connsiteY1447" fmla="*/ 742525 h 968306"/>
              <a:gd name="connsiteX1448" fmla="*/ 1053370 w 4926099"/>
              <a:gd name="connsiteY1448" fmla="*/ 751383 h 968306"/>
              <a:gd name="connsiteX1449" fmla="*/ 1061752 w 4926099"/>
              <a:gd name="connsiteY1449" fmla="*/ 767576 h 968306"/>
              <a:gd name="connsiteX1450" fmla="*/ 1063371 w 4926099"/>
              <a:gd name="connsiteY1450" fmla="*/ 783292 h 968306"/>
              <a:gd name="connsiteX1451" fmla="*/ 1062323 w 4926099"/>
              <a:gd name="connsiteY1451" fmla="*/ 850919 h 968306"/>
              <a:gd name="connsiteX1452" fmla="*/ 1060228 w 4926099"/>
              <a:gd name="connsiteY1452" fmla="*/ 923690 h 968306"/>
              <a:gd name="connsiteX1453" fmla="*/ 1061847 w 4926099"/>
              <a:gd name="connsiteY1453" fmla="*/ 953027 h 968306"/>
              <a:gd name="connsiteX1454" fmla="*/ 1071753 w 4926099"/>
              <a:gd name="connsiteY1454" fmla="*/ 958266 h 968306"/>
              <a:gd name="connsiteX1455" fmla="*/ 1077563 w 4926099"/>
              <a:gd name="connsiteY1455" fmla="*/ 957790 h 968306"/>
              <a:gd name="connsiteX1456" fmla="*/ 1115282 w 4926099"/>
              <a:gd name="connsiteY1456" fmla="*/ 957218 h 968306"/>
              <a:gd name="connsiteX1457" fmla="*/ 1122045 w 4926099"/>
              <a:gd name="connsiteY1457" fmla="*/ 957790 h 968306"/>
              <a:gd name="connsiteX1458" fmla="*/ 1125188 w 4926099"/>
              <a:gd name="connsiteY1458" fmla="*/ 957790 h 968306"/>
              <a:gd name="connsiteX1459" fmla="*/ 1128903 w 4926099"/>
              <a:gd name="connsiteY1459" fmla="*/ 956742 h 968306"/>
              <a:gd name="connsiteX1460" fmla="*/ 688277 w 4926099"/>
              <a:gd name="connsiteY1460" fmla="*/ 719474 h 968306"/>
              <a:gd name="connsiteX1461" fmla="*/ 689324 w 4926099"/>
              <a:gd name="connsiteY1461" fmla="*/ 686994 h 968306"/>
              <a:gd name="connsiteX1462" fmla="*/ 691420 w 4926099"/>
              <a:gd name="connsiteY1462" fmla="*/ 687566 h 968306"/>
              <a:gd name="connsiteX1463" fmla="*/ 703993 w 4926099"/>
              <a:gd name="connsiteY1463" fmla="*/ 687566 h 968306"/>
              <a:gd name="connsiteX1464" fmla="*/ 712375 w 4926099"/>
              <a:gd name="connsiteY1464" fmla="*/ 687566 h 968306"/>
              <a:gd name="connsiteX1465" fmla="*/ 730187 w 4926099"/>
              <a:gd name="connsiteY1465" fmla="*/ 658800 h 968306"/>
              <a:gd name="connsiteX1466" fmla="*/ 730187 w 4926099"/>
              <a:gd name="connsiteY1466" fmla="*/ 653561 h 968306"/>
              <a:gd name="connsiteX1467" fmla="*/ 730758 w 4926099"/>
              <a:gd name="connsiteY1467" fmla="*/ 649847 h 968306"/>
              <a:gd name="connsiteX1468" fmla="*/ 737045 w 4926099"/>
              <a:gd name="connsiteY1468" fmla="*/ 627844 h 968306"/>
              <a:gd name="connsiteX1469" fmla="*/ 755904 w 4926099"/>
              <a:gd name="connsiteY1469" fmla="*/ 604793 h 968306"/>
              <a:gd name="connsiteX1470" fmla="*/ 770096 w 4926099"/>
              <a:gd name="connsiteY1470" fmla="*/ 593840 h 968306"/>
              <a:gd name="connsiteX1471" fmla="*/ 778478 w 4926099"/>
              <a:gd name="connsiteY1471" fmla="*/ 588601 h 968306"/>
              <a:gd name="connsiteX1472" fmla="*/ 795242 w 4926099"/>
              <a:gd name="connsiteY1472" fmla="*/ 583838 h 968306"/>
              <a:gd name="connsiteX1473" fmla="*/ 842391 w 4926099"/>
              <a:gd name="connsiteY1473" fmla="*/ 585934 h 968306"/>
              <a:gd name="connsiteX1474" fmla="*/ 845058 w 4926099"/>
              <a:gd name="connsiteY1474" fmla="*/ 586982 h 968306"/>
              <a:gd name="connsiteX1475" fmla="*/ 847725 w 4926099"/>
              <a:gd name="connsiteY1475" fmla="*/ 587553 h 968306"/>
              <a:gd name="connsiteX1476" fmla="*/ 846677 w 4926099"/>
              <a:gd name="connsiteY1476" fmla="*/ 610032 h 968306"/>
              <a:gd name="connsiteX1477" fmla="*/ 847249 w 4926099"/>
              <a:gd name="connsiteY1477" fmla="*/ 626796 h 968306"/>
              <a:gd name="connsiteX1478" fmla="*/ 829437 w 4926099"/>
              <a:gd name="connsiteY1478" fmla="*/ 624701 h 968306"/>
              <a:gd name="connsiteX1479" fmla="*/ 791242 w 4926099"/>
              <a:gd name="connsiteY1479" fmla="*/ 677088 h 968306"/>
              <a:gd name="connsiteX1480" fmla="*/ 795433 w 4926099"/>
              <a:gd name="connsiteY1480" fmla="*/ 682803 h 968306"/>
              <a:gd name="connsiteX1481" fmla="*/ 797528 w 4926099"/>
              <a:gd name="connsiteY1481" fmla="*/ 683851 h 968306"/>
              <a:gd name="connsiteX1482" fmla="*/ 822103 w 4926099"/>
              <a:gd name="connsiteY1482" fmla="*/ 688042 h 968306"/>
              <a:gd name="connsiteX1483" fmla="*/ 842486 w 4926099"/>
              <a:gd name="connsiteY1483" fmla="*/ 689661 h 968306"/>
              <a:gd name="connsiteX1484" fmla="*/ 841915 w 4926099"/>
              <a:gd name="connsiteY1484" fmla="*/ 695948 h 968306"/>
              <a:gd name="connsiteX1485" fmla="*/ 841343 w 4926099"/>
              <a:gd name="connsiteY1485" fmla="*/ 726332 h 968306"/>
              <a:gd name="connsiteX1486" fmla="*/ 827151 w 4926099"/>
              <a:gd name="connsiteY1486" fmla="*/ 724237 h 968306"/>
              <a:gd name="connsiteX1487" fmla="*/ 802577 w 4926099"/>
              <a:gd name="connsiteY1487" fmla="*/ 725856 h 968306"/>
              <a:gd name="connsiteX1488" fmla="*/ 796862 w 4926099"/>
              <a:gd name="connsiteY1488" fmla="*/ 728999 h 968306"/>
              <a:gd name="connsiteX1489" fmla="*/ 795242 w 4926099"/>
              <a:gd name="connsiteY1489" fmla="*/ 730523 h 968306"/>
              <a:gd name="connsiteX1490" fmla="*/ 793623 w 4926099"/>
              <a:gd name="connsiteY1490" fmla="*/ 733190 h 968306"/>
              <a:gd name="connsiteX1491" fmla="*/ 790956 w 4926099"/>
              <a:gd name="connsiteY1491" fmla="*/ 777672 h 968306"/>
              <a:gd name="connsiteX1492" fmla="*/ 793052 w 4926099"/>
              <a:gd name="connsiteY1492" fmla="*/ 812248 h 968306"/>
              <a:gd name="connsiteX1493" fmla="*/ 792480 w 4926099"/>
              <a:gd name="connsiteY1493" fmla="*/ 819582 h 968306"/>
              <a:gd name="connsiteX1494" fmla="*/ 793052 w 4926099"/>
              <a:gd name="connsiteY1494" fmla="*/ 822725 h 968306"/>
              <a:gd name="connsiteX1495" fmla="*/ 793052 w 4926099"/>
              <a:gd name="connsiteY1495" fmla="*/ 839013 h 968306"/>
              <a:gd name="connsiteX1496" fmla="*/ 792004 w 4926099"/>
              <a:gd name="connsiteY1496" fmla="*/ 902354 h 968306"/>
              <a:gd name="connsiteX1497" fmla="*/ 792004 w 4926099"/>
              <a:gd name="connsiteY1497" fmla="*/ 922738 h 968306"/>
              <a:gd name="connsiteX1498" fmla="*/ 794099 w 4926099"/>
              <a:gd name="connsiteY1498" fmla="*/ 936359 h 968306"/>
              <a:gd name="connsiteX1499" fmla="*/ 794099 w 4926099"/>
              <a:gd name="connsiteY1499" fmla="*/ 944264 h 968306"/>
              <a:gd name="connsiteX1500" fmla="*/ 747998 w 4926099"/>
              <a:gd name="connsiteY1500" fmla="*/ 945788 h 968306"/>
              <a:gd name="connsiteX1501" fmla="*/ 738092 w 4926099"/>
              <a:gd name="connsiteY1501" fmla="*/ 945217 h 968306"/>
              <a:gd name="connsiteX1502" fmla="*/ 732854 w 4926099"/>
              <a:gd name="connsiteY1502" fmla="*/ 945788 h 968306"/>
              <a:gd name="connsiteX1503" fmla="*/ 733425 w 4926099"/>
              <a:gd name="connsiteY1503" fmla="*/ 942645 h 968306"/>
              <a:gd name="connsiteX1504" fmla="*/ 732377 w 4926099"/>
              <a:gd name="connsiteY1504" fmla="*/ 933215 h 968306"/>
              <a:gd name="connsiteX1505" fmla="*/ 732377 w 4926099"/>
              <a:gd name="connsiteY1505" fmla="*/ 900735 h 968306"/>
              <a:gd name="connsiteX1506" fmla="*/ 731330 w 4926099"/>
              <a:gd name="connsiteY1506" fmla="*/ 884543 h 968306"/>
              <a:gd name="connsiteX1507" fmla="*/ 730758 w 4926099"/>
              <a:gd name="connsiteY1507" fmla="*/ 834727 h 968306"/>
              <a:gd name="connsiteX1508" fmla="*/ 730187 w 4926099"/>
              <a:gd name="connsiteY1508" fmla="*/ 785483 h 968306"/>
              <a:gd name="connsiteX1509" fmla="*/ 731806 w 4926099"/>
              <a:gd name="connsiteY1509" fmla="*/ 768147 h 968306"/>
              <a:gd name="connsiteX1510" fmla="*/ 731234 w 4926099"/>
              <a:gd name="connsiteY1510" fmla="*/ 744049 h 968306"/>
              <a:gd name="connsiteX1511" fmla="*/ 730663 w 4926099"/>
              <a:gd name="connsiteY1511" fmla="*/ 740334 h 968306"/>
              <a:gd name="connsiteX1512" fmla="*/ 729615 w 4926099"/>
              <a:gd name="connsiteY1512" fmla="*/ 735667 h 968306"/>
              <a:gd name="connsiteX1513" fmla="*/ 727996 w 4926099"/>
              <a:gd name="connsiteY1513" fmla="*/ 730428 h 968306"/>
              <a:gd name="connsiteX1514" fmla="*/ 702374 w 4926099"/>
              <a:gd name="connsiteY1514" fmla="*/ 724713 h 968306"/>
              <a:gd name="connsiteX1515" fmla="*/ 691420 w 4926099"/>
              <a:gd name="connsiteY1515" fmla="*/ 724713 h 968306"/>
              <a:gd name="connsiteX1516" fmla="*/ 688277 w 4926099"/>
              <a:gd name="connsiteY1516" fmla="*/ 725285 h 968306"/>
              <a:gd name="connsiteX1517" fmla="*/ 688277 w 4926099"/>
              <a:gd name="connsiteY1517" fmla="*/ 719570 h 968306"/>
              <a:gd name="connsiteX1518" fmla="*/ 718185 w 4926099"/>
              <a:gd name="connsiteY1518" fmla="*/ 676517 h 968306"/>
              <a:gd name="connsiteX1519" fmla="*/ 705040 w 4926099"/>
              <a:gd name="connsiteY1519" fmla="*/ 677564 h 968306"/>
              <a:gd name="connsiteX1520" fmla="*/ 691420 w 4926099"/>
              <a:gd name="connsiteY1520" fmla="*/ 677088 h 968306"/>
              <a:gd name="connsiteX1521" fmla="*/ 678275 w 4926099"/>
              <a:gd name="connsiteY1521" fmla="*/ 682803 h 968306"/>
              <a:gd name="connsiteX1522" fmla="*/ 678275 w 4926099"/>
              <a:gd name="connsiteY1522" fmla="*/ 719474 h 968306"/>
              <a:gd name="connsiteX1523" fmla="*/ 685038 w 4926099"/>
              <a:gd name="connsiteY1523" fmla="*/ 735191 h 968306"/>
              <a:gd name="connsiteX1524" fmla="*/ 719138 w 4926099"/>
              <a:gd name="connsiteY1524" fmla="*/ 736238 h 968306"/>
              <a:gd name="connsiteX1525" fmla="*/ 721233 w 4926099"/>
              <a:gd name="connsiteY1525" fmla="*/ 744620 h 968306"/>
              <a:gd name="connsiteX1526" fmla="*/ 721805 w 4926099"/>
              <a:gd name="connsiteY1526" fmla="*/ 768719 h 968306"/>
              <a:gd name="connsiteX1527" fmla="*/ 720281 w 4926099"/>
              <a:gd name="connsiteY1527" fmla="*/ 785959 h 968306"/>
              <a:gd name="connsiteX1528" fmla="*/ 720852 w 4926099"/>
              <a:gd name="connsiteY1528" fmla="*/ 835775 h 968306"/>
              <a:gd name="connsiteX1529" fmla="*/ 721328 w 4926099"/>
              <a:gd name="connsiteY1529" fmla="*/ 885019 h 968306"/>
              <a:gd name="connsiteX1530" fmla="*/ 722376 w 4926099"/>
              <a:gd name="connsiteY1530" fmla="*/ 899687 h 968306"/>
              <a:gd name="connsiteX1531" fmla="*/ 721805 w 4926099"/>
              <a:gd name="connsiteY1531" fmla="*/ 932739 h 968306"/>
              <a:gd name="connsiteX1532" fmla="*/ 722376 w 4926099"/>
              <a:gd name="connsiteY1532" fmla="*/ 945312 h 968306"/>
              <a:gd name="connsiteX1533" fmla="*/ 721805 w 4926099"/>
              <a:gd name="connsiteY1533" fmla="*/ 947408 h 968306"/>
              <a:gd name="connsiteX1534" fmla="*/ 721805 w 4926099"/>
              <a:gd name="connsiteY1534" fmla="*/ 949979 h 968306"/>
              <a:gd name="connsiteX1535" fmla="*/ 739140 w 4926099"/>
              <a:gd name="connsiteY1535" fmla="*/ 955218 h 968306"/>
              <a:gd name="connsiteX1536" fmla="*/ 747522 w 4926099"/>
              <a:gd name="connsiteY1536" fmla="*/ 955790 h 968306"/>
              <a:gd name="connsiteX1537" fmla="*/ 783717 w 4926099"/>
              <a:gd name="connsiteY1537" fmla="*/ 954742 h 968306"/>
              <a:gd name="connsiteX1538" fmla="*/ 804101 w 4926099"/>
              <a:gd name="connsiteY1538" fmla="*/ 935406 h 968306"/>
              <a:gd name="connsiteX1539" fmla="*/ 802005 w 4926099"/>
              <a:gd name="connsiteY1539" fmla="*/ 922262 h 968306"/>
              <a:gd name="connsiteX1540" fmla="*/ 802005 w 4926099"/>
              <a:gd name="connsiteY1540" fmla="*/ 902831 h 968306"/>
              <a:gd name="connsiteX1541" fmla="*/ 803053 w 4926099"/>
              <a:gd name="connsiteY1541" fmla="*/ 838918 h 968306"/>
              <a:gd name="connsiteX1542" fmla="*/ 803053 w 4926099"/>
              <a:gd name="connsiteY1542" fmla="*/ 821106 h 968306"/>
              <a:gd name="connsiteX1543" fmla="*/ 802481 w 4926099"/>
              <a:gd name="connsiteY1543" fmla="*/ 818534 h 968306"/>
              <a:gd name="connsiteX1544" fmla="*/ 803053 w 4926099"/>
              <a:gd name="connsiteY1544" fmla="*/ 812724 h 968306"/>
              <a:gd name="connsiteX1545" fmla="*/ 800957 w 4926099"/>
              <a:gd name="connsiteY1545" fmla="*/ 777672 h 968306"/>
              <a:gd name="connsiteX1546" fmla="*/ 804101 w 4926099"/>
              <a:gd name="connsiteY1546" fmla="*/ 736334 h 968306"/>
              <a:gd name="connsiteX1547" fmla="*/ 810387 w 4926099"/>
              <a:gd name="connsiteY1547" fmla="*/ 735286 h 968306"/>
              <a:gd name="connsiteX1548" fmla="*/ 841820 w 4926099"/>
              <a:gd name="connsiteY1548" fmla="*/ 736334 h 968306"/>
              <a:gd name="connsiteX1549" fmla="*/ 851249 w 4926099"/>
              <a:gd name="connsiteY1549" fmla="*/ 724808 h 968306"/>
              <a:gd name="connsiteX1550" fmla="*/ 851821 w 4926099"/>
              <a:gd name="connsiteY1550" fmla="*/ 696043 h 968306"/>
              <a:gd name="connsiteX1551" fmla="*/ 852297 w 4926099"/>
              <a:gd name="connsiteY1551" fmla="*/ 686613 h 968306"/>
              <a:gd name="connsiteX1552" fmla="*/ 843915 w 4926099"/>
              <a:gd name="connsiteY1552" fmla="*/ 679755 h 968306"/>
              <a:gd name="connsiteX1553" fmla="*/ 822484 w 4926099"/>
              <a:gd name="connsiteY1553" fmla="*/ 678136 h 968306"/>
              <a:gd name="connsiteX1554" fmla="*/ 800957 w 4926099"/>
              <a:gd name="connsiteY1554" fmla="*/ 674993 h 968306"/>
              <a:gd name="connsiteX1555" fmla="*/ 829247 w 4926099"/>
              <a:gd name="connsiteY1555" fmla="*/ 635178 h 968306"/>
              <a:gd name="connsiteX1556" fmla="*/ 851249 w 4926099"/>
              <a:gd name="connsiteY1556" fmla="*/ 637274 h 968306"/>
              <a:gd name="connsiteX1557" fmla="*/ 856964 w 4926099"/>
              <a:gd name="connsiteY1557" fmla="*/ 632606 h 968306"/>
              <a:gd name="connsiteX1558" fmla="*/ 858012 w 4926099"/>
              <a:gd name="connsiteY1558" fmla="*/ 584886 h 968306"/>
              <a:gd name="connsiteX1559" fmla="*/ 846487 w 4926099"/>
              <a:gd name="connsiteY1559" fmla="*/ 576980 h 968306"/>
              <a:gd name="connsiteX1560" fmla="*/ 794099 w 4926099"/>
              <a:gd name="connsiteY1560" fmla="*/ 573361 h 968306"/>
              <a:gd name="connsiteX1561" fmla="*/ 791432 w 4926099"/>
              <a:gd name="connsiteY1561" fmla="*/ 574409 h 968306"/>
              <a:gd name="connsiteX1562" fmla="*/ 774097 w 4926099"/>
              <a:gd name="connsiteY1562" fmla="*/ 579076 h 968306"/>
              <a:gd name="connsiteX1563" fmla="*/ 764667 w 4926099"/>
              <a:gd name="connsiteY1563" fmla="*/ 584791 h 968306"/>
              <a:gd name="connsiteX1564" fmla="*/ 748379 w 4926099"/>
              <a:gd name="connsiteY1564" fmla="*/ 597364 h 968306"/>
              <a:gd name="connsiteX1565" fmla="*/ 728472 w 4926099"/>
              <a:gd name="connsiteY1565" fmla="*/ 622510 h 968306"/>
              <a:gd name="connsiteX1566" fmla="*/ 720090 w 4926099"/>
              <a:gd name="connsiteY1566" fmla="*/ 649751 h 968306"/>
              <a:gd name="connsiteX1567" fmla="*/ 720090 w 4926099"/>
              <a:gd name="connsiteY1567" fmla="*/ 658705 h 968306"/>
              <a:gd name="connsiteX1568" fmla="*/ 717995 w 4926099"/>
              <a:gd name="connsiteY1568" fmla="*/ 676517 h 968306"/>
              <a:gd name="connsiteX1569" fmla="*/ 583883 w 4926099"/>
              <a:gd name="connsiteY1569" fmla="*/ 944741 h 968306"/>
              <a:gd name="connsiteX1570" fmla="*/ 584359 w 4926099"/>
              <a:gd name="connsiteY1570" fmla="*/ 926929 h 968306"/>
              <a:gd name="connsiteX1571" fmla="*/ 575501 w 4926099"/>
              <a:gd name="connsiteY1571" fmla="*/ 920642 h 968306"/>
              <a:gd name="connsiteX1572" fmla="*/ 500063 w 4926099"/>
              <a:gd name="connsiteY1572" fmla="*/ 951503 h 968306"/>
              <a:gd name="connsiteX1573" fmla="*/ 492728 w 4926099"/>
              <a:gd name="connsiteY1573" fmla="*/ 950456 h 968306"/>
              <a:gd name="connsiteX1574" fmla="*/ 472821 w 4926099"/>
              <a:gd name="connsiteY1574" fmla="*/ 947312 h 968306"/>
              <a:gd name="connsiteX1575" fmla="*/ 450342 w 4926099"/>
              <a:gd name="connsiteY1575" fmla="*/ 945217 h 968306"/>
              <a:gd name="connsiteX1576" fmla="*/ 435102 w 4926099"/>
              <a:gd name="connsiteY1576" fmla="*/ 936359 h 968306"/>
              <a:gd name="connsiteX1577" fmla="*/ 431483 w 4926099"/>
              <a:gd name="connsiteY1577" fmla="*/ 933215 h 968306"/>
              <a:gd name="connsiteX1578" fmla="*/ 422529 w 4926099"/>
              <a:gd name="connsiteY1578" fmla="*/ 925405 h 968306"/>
              <a:gd name="connsiteX1579" fmla="*/ 415671 w 4926099"/>
              <a:gd name="connsiteY1579" fmla="*/ 917023 h 968306"/>
              <a:gd name="connsiteX1580" fmla="*/ 413004 w 4926099"/>
              <a:gd name="connsiteY1580" fmla="*/ 910165 h 968306"/>
              <a:gd name="connsiteX1581" fmla="*/ 409385 w 4926099"/>
              <a:gd name="connsiteY1581" fmla="*/ 903878 h 968306"/>
              <a:gd name="connsiteX1582" fmla="*/ 405194 w 4926099"/>
              <a:gd name="connsiteY1582" fmla="*/ 893877 h 968306"/>
              <a:gd name="connsiteX1583" fmla="*/ 405194 w 4926099"/>
              <a:gd name="connsiteY1583" fmla="*/ 888162 h 968306"/>
              <a:gd name="connsiteX1584" fmla="*/ 403098 w 4926099"/>
              <a:gd name="connsiteY1584" fmla="*/ 881304 h 968306"/>
              <a:gd name="connsiteX1585" fmla="*/ 402050 w 4926099"/>
              <a:gd name="connsiteY1585" fmla="*/ 867683 h 968306"/>
              <a:gd name="connsiteX1586" fmla="*/ 403670 w 4926099"/>
              <a:gd name="connsiteY1586" fmla="*/ 738810 h 968306"/>
              <a:gd name="connsiteX1587" fmla="*/ 406241 w 4926099"/>
              <a:gd name="connsiteY1587" fmla="*/ 695281 h 968306"/>
              <a:gd name="connsiteX1588" fmla="*/ 406241 w 4926099"/>
              <a:gd name="connsiteY1588" fmla="*/ 691090 h 968306"/>
              <a:gd name="connsiteX1589" fmla="*/ 414147 w 4926099"/>
              <a:gd name="connsiteY1589" fmla="*/ 691090 h 968306"/>
              <a:gd name="connsiteX1590" fmla="*/ 460248 w 4926099"/>
              <a:gd name="connsiteY1590" fmla="*/ 690042 h 968306"/>
              <a:gd name="connsiteX1591" fmla="*/ 463963 w 4926099"/>
              <a:gd name="connsiteY1591" fmla="*/ 692614 h 968306"/>
              <a:gd name="connsiteX1592" fmla="*/ 463391 w 4926099"/>
              <a:gd name="connsiteY1592" fmla="*/ 720903 h 968306"/>
              <a:gd name="connsiteX1593" fmla="*/ 462344 w 4926099"/>
              <a:gd name="connsiteY1593" fmla="*/ 765956 h 968306"/>
              <a:gd name="connsiteX1594" fmla="*/ 461772 w 4926099"/>
              <a:gd name="connsiteY1594" fmla="*/ 795293 h 968306"/>
              <a:gd name="connsiteX1595" fmla="*/ 461772 w 4926099"/>
              <a:gd name="connsiteY1595" fmla="*/ 807866 h 968306"/>
              <a:gd name="connsiteX1596" fmla="*/ 462344 w 4926099"/>
              <a:gd name="connsiteY1596" fmla="*/ 811581 h 968306"/>
              <a:gd name="connsiteX1597" fmla="*/ 462915 w 4926099"/>
              <a:gd name="connsiteY1597" fmla="*/ 812629 h 968306"/>
              <a:gd name="connsiteX1598" fmla="*/ 462915 w 4926099"/>
              <a:gd name="connsiteY1598" fmla="*/ 821582 h 968306"/>
              <a:gd name="connsiteX1599" fmla="*/ 462915 w 4926099"/>
              <a:gd name="connsiteY1599" fmla="*/ 835679 h 968306"/>
              <a:gd name="connsiteX1600" fmla="*/ 487013 w 4926099"/>
              <a:gd name="connsiteY1600" fmla="*/ 896449 h 968306"/>
              <a:gd name="connsiteX1601" fmla="*/ 536258 w 4926099"/>
              <a:gd name="connsiteY1601" fmla="*/ 908450 h 968306"/>
              <a:gd name="connsiteX1602" fmla="*/ 575501 w 4926099"/>
              <a:gd name="connsiteY1602" fmla="*/ 879113 h 968306"/>
              <a:gd name="connsiteX1603" fmla="*/ 577120 w 4926099"/>
              <a:gd name="connsiteY1603" fmla="*/ 875970 h 968306"/>
              <a:gd name="connsiteX1604" fmla="*/ 578644 w 4926099"/>
              <a:gd name="connsiteY1604" fmla="*/ 871303 h 968306"/>
              <a:gd name="connsiteX1605" fmla="*/ 580739 w 4926099"/>
              <a:gd name="connsiteY1605" fmla="*/ 866064 h 968306"/>
              <a:gd name="connsiteX1606" fmla="*/ 582835 w 4926099"/>
              <a:gd name="connsiteY1606" fmla="*/ 858730 h 968306"/>
              <a:gd name="connsiteX1607" fmla="*/ 584359 w 4926099"/>
              <a:gd name="connsiteY1607" fmla="*/ 853015 h 968306"/>
              <a:gd name="connsiteX1608" fmla="*/ 585978 w 4926099"/>
              <a:gd name="connsiteY1608" fmla="*/ 849872 h 968306"/>
              <a:gd name="connsiteX1609" fmla="*/ 587026 w 4926099"/>
              <a:gd name="connsiteY1609" fmla="*/ 845681 h 968306"/>
              <a:gd name="connsiteX1610" fmla="*/ 588645 w 4926099"/>
              <a:gd name="connsiteY1610" fmla="*/ 834155 h 968306"/>
              <a:gd name="connsiteX1611" fmla="*/ 587026 w 4926099"/>
              <a:gd name="connsiteY1611" fmla="*/ 730428 h 968306"/>
              <a:gd name="connsiteX1612" fmla="*/ 585978 w 4926099"/>
              <a:gd name="connsiteY1612" fmla="*/ 698996 h 968306"/>
              <a:gd name="connsiteX1613" fmla="*/ 585407 w 4926099"/>
              <a:gd name="connsiteY1613" fmla="*/ 693757 h 968306"/>
              <a:gd name="connsiteX1614" fmla="*/ 585407 w 4926099"/>
              <a:gd name="connsiteY1614" fmla="*/ 690137 h 968306"/>
              <a:gd name="connsiteX1615" fmla="*/ 609505 w 4926099"/>
              <a:gd name="connsiteY1615" fmla="*/ 689566 h 968306"/>
              <a:gd name="connsiteX1616" fmla="*/ 641509 w 4926099"/>
              <a:gd name="connsiteY1616" fmla="*/ 688518 h 968306"/>
              <a:gd name="connsiteX1617" fmla="*/ 641509 w 4926099"/>
              <a:gd name="connsiteY1617" fmla="*/ 694233 h 968306"/>
              <a:gd name="connsiteX1618" fmla="*/ 640937 w 4926099"/>
              <a:gd name="connsiteY1618" fmla="*/ 739286 h 968306"/>
              <a:gd name="connsiteX1619" fmla="*/ 642557 w 4926099"/>
              <a:gd name="connsiteY1619" fmla="*/ 901116 h 968306"/>
              <a:gd name="connsiteX1620" fmla="*/ 640937 w 4926099"/>
              <a:gd name="connsiteY1620" fmla="*/ 945693 h 968306"/>
              <a:gd name="connsiteX1621" fmla="*/ 636175 w 4926099"/>
              <a:gd name="connsiteY1621" fmla="*/ 945693 h 968306"/>
              <a:gd name="connsiteX1622" fmla="*/ 613124 w 4926099"/>
              <a:gd name="connsiteY1622" fmla="*/ 945693 h 968306"/>
              <a:gd name="connsiteX1623" fmla="*/ 599980 w 4926099"/>
              <a:gd name="connsiteY1623" fmla="*/ 944645 h 968306"/>
              <a:gd name="connsiteX1624" fmla="*/ 583787 w 4926099"/>
              <a:gd name="connsiteY1624" fmla="*/ 944645 h 968306"/>
              <a:gd name="connsiteX1625" fmla="*/ 409861 w 4926099"/>
              <a:gd name="connsiteY1625" fmla="*/ 925310 h 968306"/>
              <a:gd name="connsiteX1626" fmla="*/ 424529 w 4926099"/>
              <a:gd name="connsiteY1626" fmla="*/ 939978 h 968306"/>
              <a:gd name="connsiteX1627" fmla="*/ 428149 w 4926099"/>
              <a:gd name="connsiteY1627" fmla="*/ 943598 h 968306"/>
              <a:gd name="connsiteX1628" fmla="*/ 447008 w 4926099"/>
              <a:gd name="connsiteY1628" fmla="*/ 954551 h 968306"/>
              <a:gd name="connsiteX1629" fmla="*/ 471583 w 4926099"/>
              <a:gd name="connsiteY1629" fmla="*/ 957218 h 968306"/>
              <a:gd name="connsiteX1630" fmla="*/ 492538 w 4926099"/>
              <a:gd name="connsiteY1630" fmla="*/ 960362 h 968306"/>
              <a:gd name="connsiteX1631" fmla="*/ 499396 w 4926099"/>
              <a:gd name="connsiteY1631" fmla="*/ 961409 h 968306"/>
              <a:gd name="connsiteX1632" fmla="*/ 574358 w 4926099"/>
              <a:gd name="connsiteY1632" fmla="*/ 927881 h 968306"/>
              <a:gd name="connsiteX1633" fmla="*/ 573786 w 4926099"/>
              <a:gd name="connsiteY1633" fmla="*/ 947217 h 968306"/>
              <a:gd name="connsiteX1634" fmla="*/ 573215 w 4926099"/>
              <a:gd name="connsiteY1634" fmla="*/ 949789 h 968306"/>
              <a:gd name="connsiteX1635" fmla="*/ 582168 w 4926099"/>
              <a:gd name="connsiteY1635" fmla="*/ 955028 h 968306"/>
              <a:gd name="connsiteX1636" fmla="*/ 599408 w 4926099"/>
              <a:gd name="connsiteY1636" fmla="*/ 954456 h 968306"/>
              <a:gd name="connsiteX1637" fmla="*/ 612553 w 4926099"/>
              <a:gd name="connsiteY1637" fmla="*/ 955504 h 968306"/>
              <a:gd name="connsiteX1638" fmla="*/ 636080 w 4926099"/>
              <a:gd name="connsiteY1638" fmla="*/ 955504 h 968306"/>
              <a:gd name="connsiteX1639" fmla="*/ 651320 w 4926099"/>
              <a:gd name="connsiteY1639" fmla="*/ 951789 h 968306"/>
              <a:gd name="connsiteX1640" fmla="*/ 652367 w 4926099"/>
              <a:gd name="connsiteY1640" fmla="*/ 898354 h 968306"/>
              <a:gd name="connsiteX1641" fmla="*/ 650748 w 4926099"/>
              <a:gd name="connsiteY1641" fmla="*/ 737477 h 968306"/>
              <a:gd name="connsiteX1642" fmla="*/ 651796 w 4926099"/>
              <a:gd name="connsiteY1642" fmla="*/ 694519 h 968306"/>
              <a:gd name="connsiteX1643" fmla="*/ 639794 w 4926099"/>
              <a:gd name="connsiteY1643" fmla="*/ 678326 h 968306"/>
              <a:gd name="connsiteX1644" fmla="*/ 608838 w 4926099"/>
              <a:gd name="connsiteY1644" fmla="*/ 679374 h 968306"/>
              <a:gd name="connsiteX1645" fmla="*/ 586835 w 4926099"/>
              <a:gd name="connsiteY1645" fmla="*/ 679946 h 968306"/>
              <a:gd name="connsiteX1646" fmla="*/ 574262 w 4926099"/>
              <a:gd name="connsiteY1646" fmla="*/ 684613 h 968306"/>
              <a:gd name="connsiteX1647" fmla="*/ 575310 w 4926099"/>
              <a:gd name="connsiteY1647" fmla="*/ 691947 h 968306"/>
              <a:gd name="connsiteX1648" fmla="*/ 575882 w 4926099"/>
              <a:gd name="connsiteY1648" fmla="*/ 699281 h 968306"/>
              <a:gd name="connsiteX1649" fmla="*/ 576929 w 4926099"/>
              <a:gd name="connsiteY1649" fmla="*/ 731190 h 968306"/>
              <a:gd name="connsiteX1650" fmla="*/ 578453 w 4926099"/>
              <a:gd name="connsiteY1650" fmla="*/ 832250 h 968306"/>
              <a:gd name="connsiteX1651" fmla="*/ 576358 w 4926099"/>
              <a:gd name="connsiteY1651" fmla="*/ 845395 h 968306"/>
              <a:gd name="connsiteX1652" fmla="*/ 574262 w 4926099"/>
              <a:gd name="connsiteY1652" fmla="*/ 849586 h 968306"/>
              <a:gd name="connsiteX1653" fmla="*/ 573215 w 4926099"/>
              <a:gd name="connsiteY1653" fmla="*/ 855872 h 968306"/>
              <a:gd name="connsiteX1654" fmla="*/ 571119 w 4926099"/>
              <a:gd name="connsiteY1654" fmla="*/ 861683 h 968306"/>
              <a:gd name="connsiteX1655" fmla="*/ 569024 w 4926099"/>
              <a:gd name="connsiteY1655" fmla="*/ 867398 h 968306"/>
              <a:gd name="connsiteX1656" fmla="*/ 567976 w 4926099"/>
              <a:gd name="connsiteY1656" fmla="*/ 871112 h 968306"/>
              <a:gd name="connsiteX1657" fmla="*/ 566928 w 4926099"/>
              <a:gd name="connsiteY1657" fmla="*/ 873684 h 968306"/>
              <a:gd name="connsiteX1658" fmla="*/ 535496 w 4926099"/>
              <a:gd name="connsiteY1658" fmla="*/ 898354 h 968306"/>
              <a:gd name="connsiteX1659" fmla="*/ 493014 w 4926099"/>
              <a:gd name="connsiteY1659" fmla="*/ 888353 h 968306"/>
              <a:gd name="connsiteX1660" fmla="*/ 472535 w 4926099"/>
              <a:gd name="connsiteY1660" fmla="*/ 834441 h 968306"/>
              <a:gd name="connsiteX1661" fmla="*/ 472535 w 4926099"/>
              <a:gd name="connsiteY1661" fmla="*/ 821868 h 968306"/>
              <a:gd name="connsiteX1662" fmla="*/ 472535 w 4926099"/>
              <a:gd name="connsiteY1662" fmla="*/ 816058 h 968306"/>
              <a:gd name="connsiteX1663" fmla="*/ 471964 w 4926099"/>
              <a:gd name="connsiteY1663" fmla="*/ 810343 h 968306"/>
              <a:gd name="connsiteX1664" fmla="*/ 471392 w 4926099"/>
              <a:gd name="connsiteY1664" fmla="*/ 807771 h 968306"/>
              <a:gd name="connsiteX1665" fmla="*/ 471392 w 4926099"/>
              <a:gd name="connsiteY1665" fmla="*/ 795198 h 968306"/>
              <a:gd name="connsiteX1666" fmla="*/ 471964 w 4926099"/>
              <a:gd name="connsiteY1666" fmla="*/ 765861 h 968306"/>
              <a:gd name="connsiteX1667" fmla="*/ 473012 w 4926099"/>
              <a:gd name="connsiteY1667" fmla="*/ 721284 h 968306"/>
              <a:gd name="connsiteX1668" fmla="*/ 473583 w 4926099"/>
              <a:gd name="connsiteY1668" fmla="*/ 692995 h 968306"/>
              <a:gd name="connsiteX1669" fmla="*/ 474155 w 4926099"/>
              <a:gd name="connsiteY1669" fmla="*/ 689280 h 968306"/>
              <a:gd name="connsiteX1670" fmla="*/ 461010 w 4926099"/>
              <a:gd name="connsiteY1670" fmla="*/ 679850 h 968306"/>
              <a:gd name="connsiteX1671" fmla="*/ 413290 w 4926099"/>
              <a:gd name="connsiteY1671" fmla="*/ 680898 h 968306"/>
              <a:gd name="connsiteX1672" fmla="*/ 396050 w 4926099"/>
              <a:gd name="connsiteY1672" fmla="*/ 695090 h 968306"/>
              <a:gd name="connsiteX1673" fmla="*/ 393383 w 4926099"/>
              <a:gd name="connsiteY1673" fmla="*/ 737477 h 968306"/>
              <a:gd name="connsiteX1674" fmla="*/ 391763 w 4926099"/>
              <a:gd name="connsiteY1674" fmla="*/ 867398 h 968306"/>
              <a:gd name="connsiteX1675" fmla="*/ 393383 w 4926099"/>
              <a:gd name="connsiteY1675" fmla="*/ 883590 h 968306"/>
              <a:gd name="connsiteX1676" fmla="*/ 393954 w 4926099"/>
              <a:gd name="connsiteY1676" fmla="*/ 886162 h 968306"/>
              <a:gd name="connsiteX1677" fmla="*/ 395002 w 4926099"/>
              <a:gd name="connsiteY1677" fmla="*/ 889877 h 968306"/>
              <a:gd name="connsiteX1678" fmla="*/ 395002 w 4926099"/>
              <a:gd name="connsiteY1678" fmla="*/ 895115 h 968306"/>
              <a:gd name="connsiteX1679" fmla="*/ 400241 w 4926099"/>
              <a:gd name="connsiteY1679" fmla="*/ 907688 h 968306"/>
              <a:gd name="connsiteX1680" fmla="*/ 403384 w 4926099"/>
              <a:gd name="connsiteY1680" fmla="*/ 913975 h 968306"/>
              <a:gd name="connsiteX1681" fmla="*/ 410242 w 4926099"/>
              <a:gd name="connsiteY1681" fmla="*/ 925500 h 968306"/>
              <a:gd name="connsiteX1682" fmla="*/ 409670 w 4926099"/>
              <a:gd name="connsiteY1682" fmla="*/ 925024 h 968306"/>
              <a:gd name="connsiteX1683" fmla="*/ 186690 w 4926099"/>
              <a:gd name="connsiteY1683" fmla="*/ 676517 h 968306"/>
              <a:gd name="connsiteX1684" fmla="*/ 181928 w 4926099"/>
              <a:gd name="connsiteY1684" fmla="*/ 675469 h 968306"/>
              <a:gd name="connsiteX1685" fmla="*/ 176689 w 4926099"/>
              <a:gd name="connsiteY1685" fmla="*/ 677088 h 968306"/>
              <a:gd name="connsiteX1686" fmla="*/ 154686 w 4926099"/>
              <a:gd name="connsiteY1686" fmla="*/ 735191 h 968306"/>
              <a:gd name="connsiteX1687" fmla="*/ 137446 w 4926099"/>
              <a:gd name="connsiteY1687" fmla="*/ 788626 h 968306"/>
              <a:gd name="connsiteX1688" fmla="*/ 135922 w 4926099"/>
              <a:gd name="connsiteY1688" fmla="*/ 792341 h 968306"/>
              <a:gd name="connsiteX1689" fmla="*/ 133826 w 4926099"/>
              <a:gd name="connsiteY1689" fmla="*/ 795484 h 968306"/>
              <a:gd name="connsiteX1690" fmla="*/ 165830 w 4926099"/>
              <a:gd name="connsiteY1690" fmla="*/ 812724 h 968306"/>
              <a:gd name="connsiteX1691" fmla="*/ 224504 w 4926099"/>
              <a:gd name="connsiteY1691" fmla="*/ 812724 h 968306"/>
              <a:gd name="connsiteX1692" fmla="*/ 228219 w 4926099"/>
              <a:gd name="connsiteY1692" fmla="*/ 812248 h 968306"/>
              <a:gd name="connsiteX1693" fmla="*/ 233458 w 4926099"/>
              <a:gd name="connsiteY1693" fmla="*/ 794912 h 968306"/>
              <a:gd name="connsiteX1694" fmla="*/ 217265 w 4926099"/>
              <a:gd name="connsiteY1694" fmla="*/ 756622 h 968306"/>
              <a:gd name="connsiteX1695" fmla="*/ 212503 w 4926099"/>
              <a:gd name="connsiteY1695" fmla="*/ 743477 h 968306"/>
              <a:gd name="connsiteX1696" fmla="*/ 205169 w 4926099"/>
              <a:gd name="connsiteY1696" fmla="*/ 720998 h 968306"/>
              <a:gd name="connsiteX1697" fmla="*/ 200501 w 4926099"/>
              <a:gd name="connsiteY1697" fmla="*/ 702710 h 968306"/>
              <a:gd name="connsiteX1698" fmla="*/ 190024 w 4926099"/>
              <a:gd name="connsiteY1698" fmla="*/ 679088 h 968306"/>
              <a:gd name="connsiteX1699" fmla="*/ 186881 w 4926099"/>
              <a:gd name="connsiteY1699" fmla="*/ 676517 h 968306"/>
              <a:gd name="connsiteX1700" fmla="*/ 223076 w 4926099"/>
              <a:gd name="connsiteY1700" fmla="*/ 802723 h 968306"/>
              <a:gd name="connsiteX1701" fmla="*/ 220504 w 4926099"/>
              <a:gd name="connsiteY1701" fmla="*/ 803294 h 968306"/>
              <a:gd name="connsiteX1702" fmla="*/ 167069 w 4926099"/>
              <a:gd name="connsiteY1702" fmla="*/ 802723 h 968306"/>
              <a:gd name="connsiteX1703" fmla="*/ 142970 w 4926099"/>
              <a:gd name="connsiteY1703" fmla="*/ 800627 h 968306"/>
              <a:gd name="connsiteX1704" fmla="*/ 145066 w 4926099"/>
              <a:gd name="connsiteY1704" fmla="*/ 797484 h 968306"/>
              <a:gd name="connsiteX1705" fmla="*/ 146114 w 4926099"/>
              <a:gd name="connsiteY1705" fmla="*/ 793769 h 968306"/>
              <a:gd name="connsiteX1706" fmla="*/ 164973 w 4926099"/>
              <a:gd name="connsiteY1706" fmla="*/ 736143 h 968306"/>
              <a:gd name="connsiteX1707" fmla="*/ 183261 w 4926099"/>
              <a:gd name="connsiteY1707" fmla="*/ 686327 h 968306"/>
              <a:gd name="connsiteX1708" fmla="*/ 191167 w 4926099"/>
              <a:gd name="connsiteY1708" fmla="*/ 705663 h 968306"/>
              <a:gd name="connsiteX1709" fmla="*/ 195358 w 4926099"/>
              <a:gd name="connsiteY1709" fmla="*/ 722427 h 968306"/>
              <a:gd name="connsiteX1710" fmla="*/ 203264 w 4926099"/>
              <a:gd name="connsiteY1710" fmla="*/ 747573 h 968306"/>
              <a:gd name="connsiteX1711" fmla="*/ 205835 w 4926099"/>
              <a:gd name="connsiteY1711" fmla="*/ 753860 h 968306"/>
              <a:gd name="connsiteX1712" fmla="*/ 207931 w 4926099"/>
              <a:gd name="connsiteY1712" fmla="*/ 760146 h 968306"/>
              <a:gd name="connsiteX1713" fmla="*/ 224123 w 4926099"/>
              <a:gd name="connsiteY1713" fmla="*/ 797865 h 968306"/>
              <a:gd name="connsiteX1714" fmla="*/ 226219 w 4926099"/>
              <a:gd name="connsiteY1714" fmla="*/ 802056 h 968306"/>
              <a:gd name="connsiteX1715" fmla="*/ 223076 w 4926099"/>
              <a:gd name="connsiteY1715" fmla="*/ 802532 h 968306"/>
              <a:gd name="connsiteX1716" fmla="*/ 11525 w 4926099"/>
              <a:gd name="connsiteY1716" fmla="*/ 943883 h 968306"/>
              <a:gd name="connsiteX1717" fmla="*/ 24098 w 4926099"/>
              <a:gd name="connsiteY1717" fmla="*/ 919785 h 968306"/>
              <a:gd name="connsiteX1718" fmla="*/ 65532 w 4926099"/>
              <a:gd name="connsiteY1718" fmla="*/ 802437 h 968306"/>
              <a:gd name="connsiteX1719" fmla="*/ 66104 w 4926099"/>
              <a:gd name="connsiteY1719" fmla="*/ 798818 h 968306"/>
              <a:gd name="connsiteX1720" fmla="*/ 78677 w 4926099"/>
              <a:gd name="connsiteY1720" fmla="*/ 769957 h 968306"/>
              <a:gd name="connsiteX1721" fmla="*/ 81820 w 4926099"/>
              <a:gd name="connsiteY1721" fmla="*/ 759956 h 968306"/>
              <a:gd name="connsiteX1722" fmla="*/ 86487 w 4926099"/>
              <a:gd name="connsiteY1722" fmla="*/ 750526 h 968306"/>
              <a:gd name="connsiteX1723" fmla="*/ 93345 w 4926099"/>
              <a:gd name="connsiteY1723" fmla="*/ 731190 h 968306"/>
              <a:gd name="connsiteX1724" fmla="*/ 108014 w 4926099"/>
              <a:gd name="connsiteY1724" fmla="*/ 689852 h 968306"/>
              <a:gd name="connsiteX1725" fmla="*/ 131636 w 4926099"/>
              <a:gd name="connsiteY1725" fmla="*/ 625463 h 968306"/>
              <a:gd name="connsiteX1726" fmla="*/ 142113 w 4926099"/>
              <a:gd name="connsiteY1726" fmla="*/ 607175 h 968306"/>
              <a:gd name="connsiteX1727" fmla="*/ 144209 w 4926099"/>
              <a:gd name="connsiteY1727" fmla="*/ 600317 h 968306"/>
              <a:gd name="connsiteX1728" fmla="*/ 145256 w 4926099"/>
              <a:gd name="connsiteY1728" fmla="*/ 597173 h 968306"/>
              <a:gd name="connsiteX1729" fmla="*/ 147828 w 4926099"/>
              <a:gd name="connsiteY1729" fmla="*/ 591935 h 968306"/>
              <a:gd name="connsiteX1730" fmla="*/ 151543 w 4926099"/>
              <a:gd name="connsiteY1730" fmla="*/ 586696 h 968306"/>
              <a:gd name="connsiteX1731" fmla="*/ 158306 w 4926099"/>
              <a:gd name="connsiteY1731" fmla="*/ 587267 h 968306"/>
              <a:gd name="connsiteX1732" fmla="*/ 164592 w 4926099"/>
              <a:gd name="connsiteY1732" fmla="*/ 586696 h 968306"/>
              <a:gd name="connsiteX1733" fmla="*/ 208121 w 4926099"/>
              <a:gd name="connsiteY1733" fmla="*/ 585077 h 968306"/>
              <a:gd name="connsiteX1734" fmla="*/ 218599 w 4926099"/>
              <a:gd name="connsiteY1734" fmla="*/ 584029 h 968306"/>
              <a:gd name="connsiteX1735" fmla="*/ 236411 w 4926099"/>
              <a:gd name="connsiteY1735" fmla="*/ 623272 h 968306"/>
              <a:gd name="connsiteX1736" fmla="*/ 250031 w 4926099"/>
              <a:gd name="connsiteY1736" fmla="*/ 667277 h 968306"/>
              <a:gd name="connsiteX1737" fmla="*/ 252127 w 4926099"/>
              <a:gd name="connsiteY1737" fmla="*/ 674135 h 968306"/>
              <a:gd name="connsiteX1738" fmla="*/ 275749 w 4926099"/>
              <a:gd name="connsiteY1738" fmla="*/ 736524 h 968306"/>
              <a:gd name="connsiteX1739" fmla="*/ 282607 w 4926099"/>
              <a:gd name="connsiteY1739" fmla="*/ 757479 h 968306"/>
              <a:gd name="connsiteX1740" fmla="*/ 290989 w 4926099"/>
              <a:gd name="connsiteY1740" fmla="*/ 776815 h 968306"/>
              <a:gd name="connsiteX1741" fmla="*/ 292513 w 4926099"/>
              <a:gd name="connsiteY1741" fmla="*/ 782054 h 968306"/>
              <a:gd name="connsiteX1742" fmla="*/ 294132 w 4926099"/>
              <a:gd name="connsiteY1742" fmla="*/ 785673 h 968306"/>
              <a:gd name="connsiteX1743" fmla="*/ 296228 w 4926099"/>
              <a:gd name="connsiteY1743" fmla="*/ 790912 h 968306"/>
              <a:gd name="connsiteX1744" fmla="*/ 298799 w 4926099"/>
              <a:gd name="connsiteY1744" fmla="*/ 796627 h 968306"/>
              <a:gd name="connsiteX1745" fmla="*/ 310801 w 4926099"/>
              <a:gd name="connsiteY1745" fmla="*/ 832822 h 968306"/>
              <a:gd name="connsiteX1746" fmla="*/ 320231 w 4926099"/>
              <a:gd name="connsiteY1746" fmla="*/ 852158 h 968306"/>
              <a:gd name="connsiteX1747" fmla="*/ 322326 w 4926099"/>
              <a:gd name="connsiteY1747" fmla="*/ 857396 h 968306"/>
              <a:gd name="connsiteX1748" fmla="*/ 354806 w 4926099"/>
              <a:gd name="connsiteY1748" fmla="*/ 937502 h 968306"/>
              <a:gd name="connsiteX1749" fmla="*/ 356902 w 4926099"/>
              <a:gd name="connsiteY1749" fmla="*/ 945407 h 968306"/>
              <a:gd name="connsiteX1750" fmla="*/ 347472 w 4926099"/>
              <a:gd name="connsiteY1750" fmla="*/ 943883 h 968306"/>
              <a:gd name="connsiteX1751" fmla="*/ 321278 w 4926099"/>
              <a:gd name="connsiteY1751" fmla="*/ 941788 h 968306"/>
              <a:gd name="connsiteX1752" fmla="*/ 284131 w 4926099"/>
              <a:gd name="connsiteY1752" fmla="*/ 941788 h 968306"/>
              <a:gd name="connsiteX1753" fmla="*/ 270986 w 4926099"/>
              <a:gd name="connsiteY1753" fmla="*/ 900449 h 968306"/>
              <a:gd name="connsiteX1754" fmla="*/ 268891 w 4926099"/>
              <a:gd name="connsiteY1754" fmla="*/ 895782 h 968306"/>
              <a:gd name="connsiteX1755" fmla="*/ 267367 w 4926099"/>
              <a:gd name="connsiteY1755" fmla="*/ 892067 h 968306"/>
              <a:gd name="connsiteX1756" fmla="*/ 265271 w 4926099"/>
              <a:gd name="connsiteY1756" fmla="*/ 887400 h 968306"/>
              <a:gd name="connsiteX1757" fmla="*/ 261080 w 4926099"/>
              <a:gd name="connsiteY1757" fmla="*/ 879018 h 968306"/>
              <a:gd name="connsiteX1758" fmla="*/ 242221 w 4926099"/>
              <a:gd name="connsiteY1758" fmla="*/ 862254 h 968306"/>
              <a:gd name="connsiteX1759" fmla="*/ 223361 w 4926099"/>
              <a:gd name="connsiteY1759" fmla="*/ 861778 h 968306"/>
              <a:gd name="connsiteX1760" fmla="*/ 189833 w 4926099"/>
              <a:gd name="connsiteY1760" fmla="*/ 863302 h 968306"/>
              <a:gd name="connsiteX1761" fmla="*/ 117539 w 4926099"/>
              <a:gd name="connsiteY1761" fmla="*/ 862254 h 968306"/>
              <a:gd name="connsiteX1762" fmla="*/ 109633 w 4926099"/>
              <a:gd name="connsiteY1762" fmla="*/ 869112 h 968306"/>
              <a:gd name="connsiteX1763" fmla="*/ 106490 w 4926099"/>
              <a:gd name="connsiteY1763" fmla="*/ 871684 h 968306"/>
              <a:gd name="connsiteX1764" fmla="*/ 86011 w 4926099"/>
              <a:gd name="connsiteY1764" fmla="*/ 929310 h 968306"/>
              <a:gd name="connsiteX1765" fmla="*/ 80296 w 4926099"/>
              <a:gd name="connsiteY1765" fmla="*/ 948646 h 968306"/>
              <a:gd name="connsiteX1766" fmla="*/ 43148 w 4926099"/>
              <a:gd name="connsiteY1766" fmla="*/ 949217 h 968306"/>
              <a:gd name="connsiteX1767" fmla="*/ 33719 w 4926099"/>
              <a:gd name="connsiteY1767" fmla="*/ 947122 h 968306"/>
              <a:gd name="connsiteX1768" fmla="*/ 26384 w 4926099"/>
              <a:gd name="connsiteY1768" fmla="*/ 945598 h 968306"/>
              <a:gd name="connsiteX1769" fmla="*/ 21622 w 4926099"/>
              <a:gd name="connsiteY1769" fmla="*/ 944550 h 968306"/>
              <a:gd name="connsiteX1770" fmla="*/ 16955 w 4926099"/>
              <a:gd name="connsiteY1770" fmla="*/ 944074 h 968306"/>
              <a:gd name="connsiteX1771" fmla="*/ 11716 w 4926099"/>
              <a:gd name="connsiteY1771" fmla="*/ 944074 h 968306"/>
              <a:gd name="connsiteX1772" fmla="*/ 247841 w 4926099"/>
              <a:gd name="connsiteY1772" fmla="*/ 871589 h 968306"/>
              <a:gd name="connsiteX1773" fmla="*/ 249936 w 4926099"/>
              <a:gd name="connsiteY1773" fmla="*/ 875780 h 968306"/>
              <a:gd name="connsiteX1774" fmla="*/ 252031 w 4926099"/>
              <a:gd name="connsiteY1774" fmla="*/ 883114 h 968306"/>
              <a:gd name="connsiteX1775" fmla="*/ 256223 w 4926099"/>
              <a:gd name="connsiteY1775" fmla="*/ 891020 h 968306"/>
              <a:gd name="connsiteX1776" fmla="*/ 257747 w 4926099"/>
              <a:gd name="connsiteY1776" fmla="*/ 895687 h 968306"/>
              <a:gd name="connsiteX1777" fmla="*/ 260414 w 4926099"/>
              <a:gd name="connsiteY1777" fmla="*/ 900354 h 968306"/>
              <a:gd name="connsiteX1778" fmla="*/ 261938 w 4926099"/>
              <a:gd name="connsiteY1778" fmla="*/ 904069 h 968306"/>
              <a:gd name="connsiteX1779" fmla="*/ 275082 w 4926099"/>
              <a:gd name="connsiteY1779" fmla="*/ 945979 h 968306"/>
              <a:gd name="connsiteX1780" fmla="*/ 285083 w 4926099"/>
              <a:gd name="connsiteY1780" fmla="*/ 952742 h 968306"/>
              <a:gd name="connsiteX1781" fmla="*/ 321183 w 4926099"/>
              <a:gd name="connsiteY1781" fmla="*/ 952265 h 968306"/>
              <a:gd name="connsiteX1782" fmla="*/ 345853 w 4926099"/>
              <a:gd name="connsiteY1782" fmla="*/ 953789 h 968306"/>
              <a:gd name="connsiteX1783" fmla="*/ 363665 w 4926099"/>
              <a:gd name="connsiteY1783" fmla="*/ 955885 h 968306"/>
              <a:gd name="connsiteX1784" fmla="*/ 364236 w 4926099"/>
              <a:gd name="connsiteY1784" fmla="*/ 934930 h 968306"/>
              <a:gd name="connsiteX1785" fmla="*/ 331184 w 4926099"/>
              <a:gd name="connsiteY1785" fmla="*/ 852729 h 968306"/>
              <a:gd name="connsiteX1786" fmla="*/ 329089 w 4926099"/>
              <a:gd name="connsiteY1786" fmla="*/ 848062 h 968306"/>
              <a:gd name="connsiteX1787" fmla="*/ 320231 w 4926099"/>
              <a:gd name="connsiteY1787" fmla="*/ 829202 h 968306"/>
              <a:gd name="connsiteX1788" fmla="*/ 308134 w 4926099"/>
              <a:gd name="connsiteY1788" fmla="*/ 793007 h 968306"/>
              <a:gd name="connsiteX1789" fmla="*/ 300323 w 4926099"/>
              <a:gd name="connsiteY1789" fmla="*/ 773672 h 968306"/>
              <a:gd name="connsiteX1790" fmla="*/ 291941 w 4926099"/>
              <a:gd name="connsiteY1790" fmla="*/ 754336 h 968306"/>
              <a:gd name="connsiteX1791" fmla="*/ 285083 w 4926099"/>
              <a:gd name="connsiteY1791" fmla="*/ 732905 h 968306"/>
              <a:gd name="connsiteX1792" fmla="*/ 261461 w 4926099"/>
              <a:gd name="connsiteY1792" fmla="*/ 670040 h 968306"/>
              <a:gd name="connsiteX1793" fmla="*/ 260414 w 4926099"/>
              <a:gd name="connsiteY1793" fmla="*/ 667373 h 968306"/>
              <a:gd name="connsiteX1794" fmla="*/ 258794 w 4926099"/>
              <a:gd name="connsiteY1794" fmla="*/ 662705 h 968306"/>
              <a:gd name="connsiteX1795" fmla="*/ 245174 w 4926099"/>
              <a:gd name="connsiteY1795" fmla="*/ 618700 h 968306"/>
              <a:gd name="connsiteX1796" fmla="*/ 235172 w 4926099"/>
              <a:gd name="connsiteY1796" fmla="*/ 597745 h 968306"/>
              <a:gd name="connsiteX1797" fmla="*/ 206407 w 4926099"/>
              <a:gd name="connsiteY1797" fmla="*/ 575266 h 968306"/>
              <a:gd name="connsiteX1798" fmla="*/ 163449 w 4926099"/>
              <a:gd name="connsiteY1798" fmla="*/ 576790 h 968306"/>
              <a:gd name="connsiteX1799" fmla="*/ 158210 w 4926099"/>
              <a:gd name="connsiteY1799" fmla="*/ 577361 h 968306"/>
              <a:gd name="connsiteX1800" fmla="*/ 140970 w 4926099"/>
              <a:gd name="connsiteY1800" fmla="*/ 581552 h 968306"/>
              <a:gd name="connsiteX1801" fmla="*/ 138875 w 4926099"/>
              <a:gd name="connsiteY1801" fmla="*/ 587267 h 968306"/>
              <a:gd name="connsiteX1802" fmla="*/ 135160 w 4926099"/>
              <a:gd name="connsiteY1802" fmla="*/ 594602 h 968306"/>
              <a:gd name="connsiteX1803" fmla="*/ 134112 w 4926099"/>
              <a:gd name="connsiteY1803" fmla="*/ 598221 h 968306"/>
              <a:gd name="connsiteX1804" fmla="*/ 133064 w 4926099"/>
              <a:gd name="connsiteY1804" fmla="*/ 602888 h 968306"/>
              <a:gd name="connsiteX1805" fmla="*/ 122587 w 4926099"/>
              <a:gd name="connsiteY1805" fmla="*/ 620700 h 968306"/>
              <a:gd name="connsiteX1806" fmla="*/ 98489 w 4926099"/>
              <a:gd name="connsiteY1806" fmla="*/ 686137 h 968306"/>
              <a:gd name="connsiteX1807" fmla="*/ 83820 w 4926099"/>
              <a:gd name="connsiteY1807" fmla="*/ 727475 h 968306"/>
              <a:gd name="connsiteX1808" fmla="*/ 76486 w 4926099"/>
              <a:gd name="connsiteY1808" fmla="*/ 748430 h 968306"/>
              <a:gd name="connsiteX1809" fmla="*/ 69152 w 4926099"/>
              <a:gd name="connsiteY1809" fmla="*/ 766242 h 968306"/>
              <a:gd name="connsiteX1810" fmla="*/ 55531 w 4926099"/>
              <a:gd name="connsiteY1810" fmla="*/ 799294 h 968306"/>
              <a:gd name="connsiteX1811" fmla="*/ 14669 w 4926099"/>
              <a:gd name="connsiteY1811" fmla="*/ 916166 h 968306"/>
              <a:gd name="connsiteX1812" fmla="*/ 1048 w 4926099"/>
              <a:gd name="connsiteY1812" fmla="*/ 941312 h 968306"/>
              <a:gd name="connsiteX1813" fmla="*/ 0 w 4926099"/>
              <a:gd name="connsiteY1813" fmla="*/ 944455 h 968306"/>
              <a:gd name="connsiteX1814" fmla="*/ 19336 w 4926099"/>
              <a:gd name="connsiteY1814" fmla="*/ 954361 h 968306"/>
              <a:gd name="connsiteX1815" fmla="*/ 24575 w 4926099"/>
              <a:gd name="connsiteY1815" fmla="*/ 955409 h 968306"/>
              <a:gd name="connsiteX1816" fmla="*/ 32957 w 4926099"/>
              <a:gd name="connsiteY1816" fmla="*/ 956933 h 968306"/>
              <a:gd name="connsiteX1817" fmla="*/ 41339 w 4926099"/>
              <a:gd name="connsiteY1817" fmla="*/ 959028 h 968306"/>
              <a:gd name="connsiteX1818" fmla="*/ 83725 w 4926099"/>
              <a:gd name="connsiteY1818" fmla="*/ 959028 h 968306"/>
              <a:gd name="connsiteX1819" fmla="*/ 90011 w 4926099"/>
              <a:gd name="connsiteY1819" fmla="*/ 950075 h 968306"/>
              <a:gd name="connsiteX1820" fmla="*/ 95822 w 4926099"/>
              <a:gd name="connsiteY1820" fmla="*/ 930167 h 968306"/>
              <a:gd name="connsiteX1821" fmla="*/ 108395 w 4926099"/>
              <a:gd name="connsiteY1821" fmla="*/ 888829 h 968306"/>
              <a:gd name="connsiteX1822" fmla="*/ 114205 w 4926099"/>
              <a:gd name="connsiteY1822" fmla="*/ 878351 h 968306"/>
              <a:gd name="connsiteX1823" fmla="*/ 116777 w 4926099"/>
              <a:gd name="connsiteY1823" fmla="*/ 875780 h 968306"/>
              <a:gd name="connsiteX1824" fmla="*/ 120491 w 4926099"/>
              <a:gd name="connsiteY1824" fmla="*/ 871589 h 968306"/>
              <a:gd name="connsiteX1825" fmla="*/ 189071 w 4926099"/>
              <a:gd name="connsiteY1825" fmla="*/ 873208 h 968306"/>
              <a:gd name="connsiteX1826" fmla="*/ 222599 w 4926099"/>
              <a:gd name="connsiteY1826" fmla="*/ 871589 h 968306"/>
              <a:gd name="connsiteX1827" fmla="*/ 246221 w 4926099"/>
              <a:gd name="connsiteY1827" fmla="*/ 871589 h 968306"/>
              <a:gd name="connsiteX1828" fmla="*/ 247841 w 4926099"/>
              <a:gd name="connsiteY1828" fmla="*/ 871589 h 968306"/>
              <a:gd name="connsiteX1829" fmla="*/ 4810697 w 4926099"/>
              <a:gd name="connsiteY1829" fmla="*/ 158642 h 968306"/>
              <a:gd name="connsiteX1830" fmla="*/ 4774025 w 4926099"/>
              <a:gd name="connsiteY1830" fmla="*/ 158642 h 968306"/>
              <a:gd name="connsiteX1831" fmla="*/ 4760881 w 4926099"/>
              <a:gd name="connsiteY1831" fmla="*/ 162833 h 968306"/>
              <a:gd name="connsiteX1832" fmla="*/ 4758309 w 4926099"/>
              <a:gd name="connsiteY1832" fmla="*/ 164929 h 968306"/>
              <a:gd name="connsiteX1833" fmla="*/ 4751547 w 4926099"/>
              <a:gd name="connsiteY1833" fmla="*/ 169120 h 968306"/>
              <a:gd name="connsiteX1834" fmla="*/ 4738402 w 4926099"/>
              <a:gd name="connsiteY1834" fmla="*/ 182264 h 968306"/>
              <a:gd name="connsiteX1835" fmla="*/ 4727924 w 4926099"/>
              <a:gd name="connsiteY1835" fmla="*/ 207887 h 968306"/>
              <a:gd name="connsiteX1836" fmla="*/ 4743641 w 4926099"/>
              <a:gd name="connsiteY1836" fmla="*/ 219412 h 968306"/>
              <a:gd name="connsiteX1837" fmla="*/ 4746784 w 4926099"/>
              <a:gd name="connsiteY1837" fmla="*/ 218840 h 968306"/>
              <a:gd name="connsiteX1838" fmla="*/ 4837462 w 4926099"/>
              <a:gd name="connsiteY1838" fmla="*/ 221507 h 968306"/>
              <a:gd name="connsiteX1839" fmla="*/ 4854226 w 4926099"/>
              <a:gd name="connsiteY1839" fmla="*/ 215697 h 968306"/>
              <a:gd name="connsiteX1840" fmla="*/ 4847368 w 4926099"/>
              <a:gd name="connsiteY1840" fmla="*/ 179597 h 968306"/>
              <a:gd name="connsiteX1841" fmla="*/ 4829556 w 4926099"/>
              <a:gd name="connsiteY1841" fmla="*/ 165977 h 968306"/>
              <a:gd name="connsiteX1842" fmla="*/ 4810697 w 4926099"/>
              <a:gd name="connsiteY1842" fmla="*/ 158642 h 968306"/>
              <a:gd name="connsiteX1843" fmla="*/ 4847844 w 4926099"/>
              <a:gd name="connsiteY1843" fmla="*/ 207887 h 968306"/>
              <a:gd name="connsiteX1844" fmla="*/ 4836890 w 4926099"/>
              <a:gd name="connsiteY1844" fmla="*/ 211601 h 968306"/>
              <a:gd name="connsiteX1845" fmla="*/ 4744689 w 4926099"/>
              <a:gd name="connsiteY1845" fmla="*/ 208934 h 968306"/>
              <a:gd name="connsiteX1846" fmla="*/ 4741545 w 4926099"/>
              <a:gd name="connsiteY1846" fmla="*/ 209506 h 968306"/>
              <a:gd name="connsiteX1847" fmla="*/ 4737831 w 4926099"/>
              <a:gd name="connsiteY1847" fmla="*/ 210077 h 968306"/>
              <a:gd name="connsiteX1848" fmla="*/ 4746213 w 4926099"/>
              <a:gd name="connsiteY1848" fmla="*/ 188075 h 968306"/>
              <a:gd name="connsiteX1849" fmla="*/ 4756214 w 4926099"/>
              <a:gd name="connsiteY1849" fmla="*/ 178169 h 968306"/>
              <a:gd name="connsiteX1850" fmla="*/ 4764596 w 4926099"/>
              <a:gd name="connsiteY1850" fmla="*/ 173501 h 968306"/>
              <a:gd name="connsiteX1851" fmla="*/ 4766691 w 4926099"/>
              <a:gd name="connsiteY1851" fmla="*/ 171406 h 968306"/>
              <a:gd name="connsiteX1852" fmla="*/ 4776692 w 4926099"/>
              <a:gd name="connsiteY1852" fmla="*/ 168739 h 968306"/>
              <a:gd name="connsiteX1853" fmla="*/ 4808697 w 4926099"/>
              <a:gd name="connsiteY1853" fmla="*/ 168739 h 968306"/>
              <a:gd name="connsiteX1854" fmla="*/ 4824889 w 4926099"/>
              <a:gd name="connsiteY1854" fmla="*/ 175025 h 968306"/>
              <a:gd name="connsiteX1855" fmla="*/ 4839081 w 4926099"/>
              <a:gd name="connsiteY1855" fmla="*/ 185503 h 968306"/>
              <a:gd name="connsiteX1856" fmla="*/ 4847940 w 4926099"/>
              <a:gd name="connsiteY1856" fmla="*/ 207982 h 968306"/>
              <a:gd name="connsiteX1857" fmla="*/ 4862037 w 4926099"/>
              <a:gd name="connsiteY1857" fmla="*/ 304375 h 968306"/>
              <a:gd name="connsiteX1858" fmla="*/ 4910709 w 4926099"/>
              <a:gd name="connsiteY1858" fmla="*/ 303327 h 968306"/>
              <a:gd name="connsiteX1859" fmla="*/ 4900232 w 4926099"/>
              <a:gd name="connsiteY1859" fmla="*/ 328473 h 968306"/>
              <a:gd name="connsiteX1860" fmla="*/ 4893374 w 4926099"/>
              <a:gd name="connsiteY1860" fmla="*/ 337331 h 968306"/>
              <a:gd name="connsiteX1861" fmla="*/ 4881849 w 4926099"/>
              <a:gd name="connsiteY1861" fmla="*/ 348857 h 968306"/>
              <a:gd name="connsiteX1862" fmla="*/ 4860417 w 4926099"/>
              <a:gd name="connsiteY1862" fmla="*/ 360382 h 968306"/>
              <a:gd name="connsiteX1863" fmla="*/ 4857846 w 4926099"/>
              <a:gd name="connsiteY1863" fmla="*/ 362954 h 968306"/>
              <a:gd name="connsiteX1864" fmla="*/ 4855274 w 4926099"/>
              <a:gd name="connsiteY1864" fmla="*/ 364573 h 968306"/>
              <a:gd name="connsiteX1865" fmla="*/ 4843748 w 4926099"/>
              <a:gd name="connsiteY1865" fmla="*/ 370288 h 968306"/>
              <a:gd name="connsiteX1866" fmla="*/ 4838510 w 4926099"/>
              <a:gd name="connsiteY1866" fmla="*/ 371907 h 968306"/>
              <a:gd name="connsiteX1867" fmla="*/ 4833842 w 4926099"/>
              <a:gd name="connsiteY1867" fmla="*/ 373526 h 968306"/>
              <a:gd name="connsiteX1868" fmla="*/ 4754214 w 4926099"/>
              <a:gd name="connsiteY1868" fmla="*/ 371907 h 968306"/>
              <a:gd name="connsiteX1869" fmla="*/ 4728020 w 4926099"/>
              <a:gd name="connsiteY1869" fmla="*/ 364001 h 968306"/>
              <a:gd name="connsiteX1870" fmla="*/ 4698683 w 4926099"/>
              <a:gd name="connsiteY1870" fmla="*/ 341522 h 968306"/>
              <a:gd name="connsiteX1871" fmla="*/ 4670393 w 4926099"/>
              <a:gd name="connsiteY1871" fmla="*/ 291230 h 968306"/>
              <a:gd name="connsiteX1872" fmla="*/ 4667822 w 4926099"/>
              <a:gd name="connsiteY1872" fmla="*/ 280753 h 968306"/>
              <a:gd name="connsiteX1873" fmla="*/ 4666203 w 4926099"/>
              <a:gd name="connsiteY1873" fmla="*/ 276562 h 968306"/>
              <a:gd name="connsiteX1874" fmla="*/ 4665155 w 4926099"/>
              <a:gd name="connsiteY1874" fmla="*/ 270275 h 968306"/>
              <a:gd name="connsiteX1875" fmla="*/ 4663059 w 4926099"/>
              <a:gd name="connsiteY1875" fmla="*/ 256655 h 968306"/>
              <a:gd name="connsiteX1876" fmla="*/ 4663535 w 4926099"/>
              <a:gd name="connsiteY1876" fmla="*/ 252940 h 968306"/>
              <a:gd name="connsiteX1877" fmla="*/ 4664012 w 4926099"/>
              <a:gd name="connsiteY1877" fmla="*/ 249320 h 968306"/>
              <a:gd name="connsiteX1878" fmla="*/ 4664012 w 4926099"/>
              <a:gd name="connsiteY1878" fmla="*/ 245606 h 968306"/>
              <a:gd name="connsiteX1879" fmla="*/ 4664583 w 4926099"/>
              <a:gd name="connsiteY1879" fmla="*/ 238843 h 968306"/>
              <a:gd name="connsiteX1880" fmla="*/ 4689729 w 4926099"/>
              <a:gd name="connsiteY1880" fmla="*/ 170168 h 968306"/>
              <a:gd name="connsiteX1881" fmla="*/ 4701826 w 4926099"/>
              <a:gd name="connsiteY1881" fmla="*/ 152356 h 968306"/>
              <a:gd name="connsiteX1882" fmla="*/ 4740021 w 4926099"/>
              <a:gd name="connsiteY1882" fmla="*/ 123019 h 968306"/>
              <a:gd name="connsiteX1883" fmla="*/ 4770882 w 4926099"/>
              <a:gd name="connsiteY1883" fmla="*/ 114161 h 968306"/>
              <a:gd name="connsiteX1884" fmla="*/ 4828508 w 4926099"/>
              <a:gd name="connsiteY1884" fmla="*/ 114732 h 968306"/>
              <a:gd name="connsiteX1885" fmla="*/ 4832128 w 4926099"/>
              <a:gd name="connsiteY1885" fmla="*/ 115780 h 968306"/>
              <a:gd name="connsiteX1886" fmla="*/ 4861465 w 4926099"/>
              <a:gd name="connsiteY1886" fmla="*/ 127781 h 968306"/>
              <a:gd name="connsiteX1887" fmla="*/ 4880324 w 4926099"/>
              <a:gd name="connsiteY1887" fmla="*/ 149784 h 968306"/>
              <a:gd name="connsiteX1888" fmla="*/ 4912233 w 4926099"/>
              <a:gd name="connsiteY1888" fmla="*/ 227318 h 968306"/>
              <a:gd name="connsiteX1889" fmla="*/ 4912710 w 4926099"/>
              <a:gd name="connsiteY1889" fmla="*/ 232080 h 968306"/>
              <a:gd name="connsiteX1890" fmla="*/ 4912710 w 4926099"/>
              <a:gd name="connsiteY1890" fmla="*/ 235795 h 968306"/>
              <a:gd name="connsiteX1891" fmla="*/ 4913281 w 4926099"/>
              <a:gd name="connsiteY1891" fmla="*/ 242081 h 968306"/>
              <a:gd name="connsiteX1892" fmla="*/ 4914805 w 4926099"/>
              <a:gd name="connsiteY1892" fmla="*/ 249987 h 968306"/>
              <a:gd name="connsiteX1893" fmla="*/ 4915853 w 4926099"/>
              <a:gd name="connsiteY1893" fmla="*/ 254654 h 968306"/>
              <a:gd name="connsiteX1894" fmla="*/ 4883373 w 4926099"/>
              <a:gd name="connsiteY1894" fmla="*/ 253035 h 968306"/>
              <a:gd name="connsiteX1895" fmla="*/ 4811078 w 4926099"/>
              <a:gd name="connsiteY1895" fmla="*/ 256178 h 968306"/>
              <a:gd name="connsiteX1896" fmla="*/ 4788027 w 4926099"/>
              <a:gd name="connsiteY1896" fmla="*/ 257226 h 968306"/>
              <a:gd name="connsiteX1897" fmla="*/ 4736688 w 4926099"/>
              <a:gd name="connsiteY1897" fmla="*/ 258274 h 968306"/>
              <a:gd name="connsiteX1898" fmla="*/ 4728306 w 4926099"/>
              <a:gd name="connsiteY1898" fmla="*/ 292850 h 968306"/>
              <a:gd name="connsiteX1899" fmla="*/ 4730401 w 4926099"/>
              <a:gd name="connsiteY1899" fmla="*/ 298088 h 968306"/>
              <a:gd name="connsiteX1900" fmla="*/ 4732020 w 4926099"/>
              <a:gd name="connsiteY1900" fmla="*/ 302279 h 968306"/>
              <a:gd name="connsiteX1901" fmla="*/ 4733544 w 4926099"/>
              <a:gd name="connsiteY1901" fmla="*/ 305423 h 968306"/>
              <a:gd name="connsiteX1902" fmla="*/ 4735640 w 4926099"/>
              <a:gd name="connsiteY1902" fmla="*/ 308090 h 968306"/>
              <a:gd name="connsiteX1903" fmla="*/ 4738783 w 4926099"/>
              <a:gd name="connsiteY1903" fmla="*/ 312281 h 968306"/>
              <a:gd name="connsiteX1904" fmla="*/ 4744022 w 4926099"/>
              <a:gd name="connsiteY1904" fmla="*/ 317519 h 968306"/>
              <a:gd name="connsiteX1905" fmla="*/ 4749260 w 4926099"/>
              <a:gd name="connsiteY1905" fmla="*/ 323806 h 968306"/>
              <a:gd name="connsiteX1906" fmla="*/ 4778598 w 4926099"/>
              <a:gd name="connsiteY1906" fmla="*/ 336950 h 968306"/>
              <a:gd name="connsiteX1907" fmla="*/ 4782312 w 4926099"/>
              <a:gd name="connsiteY1907" fmla="*/ 337522 h 968306"/>
              <a:gd name="connsiteX1908" fmla="*/ 4815840 w 4926099"/>
              <a:gd name="connsiteY1908" fmla="*/ 333807 h 968306"/>
              <a:gd name="connsiteX1909" fmla="*/ 4861465 w 4926099"/>
              <a:gd name="connsiteY1909" fmla="*/ 304470 h 968306"/>
              <a:gd name="connsiteX1910" fmla="*/ 4861941 w 4926099"/>
              <a:gd name="connsiteY1910" fmla="*/ 304470 h 968306"/>
              <a:gd name="connsiteX1911" fmla="*/ 4737354 w 4926099"/>
              <a:gd name="connsiteY1911" fmla="*/ 268275 h 968306"/>
              <a:gd name="connsiteX1912" fmla="*/ 4789742 w 4926099"/>
              <a:gd name="connsiteY1912" fmla="*/ 267227 h 968306"/>
              <a:gd name="connsiteX1913" fmla="*/ 4811268 w 4926099"/>
              <a:gd name="connsiteY1913" fmla="*/ 266180 h 968306"/>
              <a:gd name="connsiteX1914" fmla="*/ 4883563 w 4926099"/>
              <a:gd name="connsiteY1914" fmla="*/ 263036 h 968306"/>
              <a:gd name="connsiteX1915" fmla="*/ 4904518 w 4926099"/>
              <a:gd name="connsiteY1915" fmla="*/ 264656 h 968306"/>
              <a:gd name="connsiteX1916" fmla="*/ 4923378 w 4926099"/>
              <a:gd name="connsiteY1916" fmla="*/ 240557 h 968306"/>
              <a:gd name="connsiteX1917" fmla="*/ 4922902 w 4926099"/>
              <a:gd name="connsiteY1917" fmla="*/ 235319 h 968306"/>
              <a:gd name="connsiteX1918" fmla="*/ 4922902 w 4926099"/>
              <a:gd name="connsiteY1918" fmla="*/ 231128 h 968306"/>
              <a:gd name="connsiteX1919" fmla="*/ 4922425 w 4926099"/>
              <a:gd name="connsiteY1919" fmla="*/ 225889 h 968306"/>
              <a:gd name="connsiteX1920" fmla="*/ 4887849 w 4926099"/>
              <a:gd name="connsiteY1920" fmla="*/ 142545 h 968306"/>
              <a:gd name="connsiteX1921" fmla="*/ 4866894 w 4926099"/>
              <a:gd name="connsiteY1921" fmla="*/ 119495 h 968306"/>
              <a:gd name="connsiteX1922" fmla="*/ 4838605 w 4926099"/>
              <a:gd name="connsiteY1922" fmla="*/ 107493 h 968306"/>
              <a:gd name="connsiteX1923" fmla="*/ 4834414 w 4926099"/>
              <a:gd name="connsiteY1923" fmla="*/ 105874 h 968306"/>
              <a:gd name="connsiteX1924" fmla="*/ 4830795 w 4926099"/>
              <a:gd name="connsiteY1924" fmla="*/ 105302 h 968306"/>
              <a:gd name="connsiteX1925" fmla="*/ 4769549 w 4926099"/>
              <a:gd name="connsiteY1925" fmla="*/ 104255 h 968306"/>
              <a:gd name="connsiteX1926" fmla="*/ 4737068 w 4926099"/>
              <a:gd name="connsiteY1926" fmla="*/ 113113 h 968306"/>
              <a:gd name="connsiteX1927" fmla="*/ 4693063 w 4926099"/>
              <a:gd name="connsiteY1927" fmla="*/ 147689 h 968306"/>
              <a:gd name="connsiteX1928" fmla="*/ 4680490 w 4926099"/>
              <a:gd name="connsiteY1928" fmla="*/ 165977 h 968306"/>
              <a:gd name="connsiteX1929" fmla="*/ 4655344 w 4926099"/>
              <a:gd name="connsiteY1929" fmla="*/ 230366 h 968306"/>
              <a:gd name="connsiteX1930" fmla="*/ 4654296 w 4926099"/>
              <a:gd name="connsiteY1930" fmla="*/ 244558 h 968306"/>
              <a:gd name="connsiteX1931" fmla="*/ 4654296 w 4926099"/>
              <a:gd name="connsiteY1931" fmla="*/ 248273 h 968306"/>
              <a:gd name="connsiteX1932" fmla="*/ 4653820 w 4926099"/>
              <a:gd name="connsiteY1932" fmla="*/ 251416 h 968306"/>
              <a:gd name="connsiteX1933" fmla="*/ 4653248 w 4926099"/>
              <a:gd name="connsiteY1933" fmla="*/ 255607 h 968306"/>
              <a:gd name="connsiteX1934" fmla="*/ 4655344 w 4926099"/>
              <a:gd name="connsiteY1934" fmla="*/ 272371 h 968306"/>
              <a:gd name="connsiteX1935" fmla="*/ 4656963 w 4926099"/>
              <a:gd name="connsiteY1935" fmla="*/ 280181 h 968306"/>
              <a:gd name="connsiteX1936" fmla="*/ 4658582 w 4926099"/>
              <a:gd name="connsiteY1936" fmla="*/ 284372 h 968306"/>
              <a:gd name="connsiteX1937" fmla="*/ 4660678 w 4926099"/>
              <a:gd name="connsiteY1937" fmla="*/ 292754 h 968306"/>
              <a:gd name="connsiteX1938" fmla="*/ 4661154 w 4926099"/>
              <a:gd name="connsiteY1938" fmla="*/ 295421 h 968306"/>
              <a:gd name="connsiteX1939" fmla="*/ 4692015 w 4926099"/>
              <a:gd name="connsiteY1939" fmla="*/ 349428 h 968306"/>
              <a:gd name="connsiteX1940" fmla="*/ 4725543 w 4926099"/>
              <a:gd name="connsiteY1940" fmla="*/ 374003 h 968306"/>
              <a:gd name="connsiteX1941" fmla="*/ 4751737 w 4926099"/>
              <a:gd name="connsiteY1941" fmla="*/ 381908 h 968306"/>
              <a:gd name="connsiteX1942" fmla="*/ 4837081 w 4926099"/>
              <a:gd name="connsiteY1942" fmla="*/ 382956 h 968306"/>
              <a:gd name="connsiteX1943" fmla="*/ 4841272 w 4926099"/>
              <a:gd name="connsiteY1943" fmla="*/ 381432 h 968306"/>
              <a:gd name="connsiteX1944" fmla="*/ 4846987 w 4926099"/>
              <a:gd name="connsiteY1944" fmla="*/ 379813 h 968306"/>
              <a:gd name="connsiteX1945" fmla="*/ 4856417 w 4926099"/>
              <a:gd name="connsiteY1945" fmla="*/ 374574 h 968306"/>
              <a:gd name="connsiteX1946" fmla="*/ 4861656 w 4926099"/>
              <a:gd name="connsiteY1946" fmla="*/ 372479 h 968306"/>
              <a:gd name="connsiteX1947" fmla="*/ 4864227 w 4926099"/>
              <a:gd name="connsiteY1947" fmla="*/ 370383 h 968306"/>
              <a:gd name="connsiteX1948" fmla="*/ 4866799 w 4926099"/>
              <a:gd name="connsiteY1948" fmla="*/ 368288 h 968306"/>
              <a:gd name="connsiteX1949" fmla="*/ 4887754 w 4926099"/>
              <a:gd name="connsiteY1949" fmla="*/ 357239 h 968306"/>
              <a:gd name="connsiteX1950" fmla="*/ 4902899 w 4926099"/>
              <a:gd name="connsiteY1950" fmla="*/ 341046 h 968306"/>
              <a:gd name="connsiteX1951" fmla="*/ 4909185 w 4926099"/>
              <a:gd name="connsiteY1951" fmla="*/ 333712 h 968306"/>
              <a:gd name="connsiteX1952" fmla="*/ 4917568 w 4926099"/>
              <a:gd name="connsiteY1952" fmla="*/ 293326 h 968306"/>
              <a:gd name="connsiteX1953" fmla="*/ 4900803 w 4926099"/>
              <a:gd name="connsiteY1953" fmla="*/ 292278 h 968306"/>
              <a:gd name="connsiteX1954" fmla="*/ 4859941 w 4926099"/>
              <a:gd name="connsiteY1954" fmla="*/ 294374 h 968306"/>
              <a:gd name="connsiteX1955" fmla="*/ 4855750 w 4926099"/>
              <a:gd name="connsiteY1955" fmla="*/ 295421 h 968306"/>
              <a:gd name="connsiteX1956" fmla="*/ 4852131 w 4926099"/>
              <a:gd name="connsiteY1956" fmla="*/ 301232 h 968306"/>
              <a:gd name="connsiteX1957" fmla="*/ 4813364 w 4926099"/>
              <a:gd name="connsiteY1957" fmla="*/ 324282 h 968306"/>
              <a:gd name="connsiteX1958" fmla="*/ 4782503 w 4926099"/>
              <a:gd name="connsiteY1958" fmla="*/ 327425 h 968306"/>
              <a:gd name="connsiteX1959" fmla="*/ 4777835 w 4926099"/>
              <a:gd name="connsiteY1959" fmla="*/ 326378 h 968306"/>
              <a:gd name="connsiteX1960" fmla="*/ 4756881 w 4926099"/>
              <a:gd name="connsiteY1960" fmla="*/ 316948 h 968306"/>
              <a:gd name="connsiteX1961" fmla="*/ 4750118 w 4926099"/>
              <a:gd name="connsiteY1961" fmla="*/ 309137 h 968306"/>
              <a:gd name="connsiteX1962" fmla="*/ 4746974 w 4926099"/>
              <a:gd name="connsiteY1962" fmla="*/ 305423 h 968306"/>
              <a:gd name="connsiteX1963" fmla="*/ 4743831 w 4926099"/>
              <a:gd name="connsiteY1963" fmla="*/ 301803 h 968306"/>
              <a:gd name="connsiteX1964" fmla="*/ 4741736 w 4926099"/>
              <a:gd name="connsiteY1964" fmla="*/ 298088 h 968306"/>
              <a:gd name="connsiteX1965" fmla="*/ 4740116 w 4926099"/>
              <a:gd name="connsiteY1965" fmla="*/ 294945 h 968306"/>
              <a:gd name="connsiteX1966" fmla="*/ 4738021 w 4926099"/>
              <a:gd name="connsiteY1966" fmla="*/ 289230 h 968306"/>
              <a:gd name="connsiteX1967" fmla="*/ 4737545 w 4926099"/>
              <a:gd name="connsiteY1967" fmla="*/ 268275 h 968306"/>
              <a:gd name="connsiteX1968" fmla="*/ 4470368 w 4926099"/>
              <a:gd name="connsiteY1968" fmla="*/ 373050 h 968306"/>
              <a:gd name="connsiteX1969" fmla="*/ 4469892 w 4926099"/>
              <a:gd name="connsiteY1969" fmla="*/ 373050 h 968306"/>
              <a:gd name="connsiteX1970" fmla="*/ 4470940 w 4926099"/>
              <a:gd name="connsiteY1970" fmla="*/ 368383 h 968306"/>
              <a:gd name="connsiteX1971" fmla="*/ 4470940 w 4926099"/>
              <a:gd name="connsiteY1971" fmla="*/ 360477 h 968306"/>
              <a:gd name="connsiteX1972" fmla="*/ 4470368 w 4926099"/>
              <a:gd name="connsiteY1972" fmla="*/ 304375 h 968306"/>
              <a:gd name="connsiteX1973" fmla="*/ 4470940 w 4926099"/>
              <a:gd name="connsiteY1973" fmla="*/ 238938 h 968306"/>
              <a:gd name="connsiteX1974" fmla="*/ 4470940 w 4926099"/>
              <a:gd name="connsiteY1974" fmla="*/ 207982 h 968306"/>
              <a:gd name="connsiteX1975" fmla="*/ 4471416 w 4926099"/>
              <a:gd name="connsiteY1975" fmla="*/ 204267 h 968306"/>
              <a:gd name="connsiteX1976" fmla="*/ 4471892 w 4926099"/>
              <a:gd name="connsiteY1976" fmla="*/ 193313 h 968306"/>
              <a:gd name="connsiteX1977" fmla="*/ 4471892 w 4926099"/>
              <a:gd name="connsiteY1977" fmla="*/ 115780 h 968306"/>
              <a:gd name="connsiteX1978" fmla="*/ 4494372 w 4926099"/>
              <a:gd name="connsiteY1978" fmla="*/ 117399 h 968306"/>
              <a:gd name="connsiteX1979" fmla="*/ 4496467 w 4926099"/>
              <a:gd name="connsiteY1979" fmla="*/ 117971 h 968306"/>
              <a:gd name="connsiteX1980" fmla="*/ 4528947 w 4926099"/>
              <a:gd name="connsiteY1980" fmla="*/ 117971 h 968306"/>
              <a:gd name="connsiteX1981" fmla="*/ 4529995 w 4926099"/>
              <a:gd name="connsiteY1981" fmla="*/ 143117 h 968306"/>
              <a:gd name="connsiteX1982" fmla="*/ 4543140 w 4926099"/>
              <a:gd name="connsiteY1982" fmla="*/ 151975 h 968306"/>
              <a:gd name="connsiteX1983" fmla="*/ 4554665 w 4926099"/>
              <a:gd name="connsiteY1983" fmla="*/ 143593 h 968306"/>
              <a:gd name="connsiteX1984" fmla="*/ 4558380 w 4926099"/>
              <a:gd name="connsiteY1984" fmla="*/ 140450 h 968306"/>
              <a:gd name="connsiteX1985" fmla="*/ 4568857 w 4926099"/>
              <a:gd name="connsiteY1985" fmla="*/ 131591 h 968306"/>
              <a:gd name="connsiteX1986" fmla="*/ 4576191 w 4926099"/>
              <a:gd name="connsiteY1986" fmla="*/ 123686 h 968306"/>
              <a:gd name="connsiteX1987" fmla="*/ 4582001 w 4926099"/>
              <a:gd name="connsiteY1987" fmla="*/ 119495 h 968306"/>
              <a:gd name="connsiteX1988" fmla="*/ 4588288 w 4926099"/>
              <a:gd name="connsiteY1988" fmla="*/ 116351 h 968306"/>
              <a:gd name="connsiteX1989" fmla="*/ 4600861 w 4926099"/>
              <a:gd name="connsiteY1989" fmla="*/ 112637 h 968306"/>
              <a:gd name="connsiteX1990" fmla="*/ 4611815 w 4926099"/>
              <a:gd name="connsiteY1990" fmla="*/ 111017 h 968306"/>
              <a:gd name="connsiteX1991" fmla="*/ 4617054 w 4926099"/>
              <a:gd name="connsiteY1991" fmla="*/ 109970 h 968306"/>
              <a:gd name="connsiteX1992" fmla="*/ 4620197 w 4926099"/>
              <a:gd name="connsiteY1992" fmla="*/ 110541 h 968306"/>
              <a:gd name="connsiteX1993" fmla="*/ 4623340 w 4926099"/>
              <a:gd name="connsiteY1993" fmla="*/ 112637 h 968306"/>
              <a:gd name="connsiteX1994" fmla="*/ 4621245 w 4926099"/>
              <a:gd name="connsiteY1994" fmla="*/ 138259 h 968306"/>
              <a:gd name="connsiteX1995" fmla="*/ 4622292 w 4926099"/>
              <a:gd name="connsiteY1995" fmla="*/ 145593 h 968306"/>
              <a:gd name="connsiteX1996" fmla="*/ 4624864 w 4926099"/>
              <a:gd name="connsiteY1996" fmla="*/ 167596 h 968306"/>
              <a:gd name="connsiteX1997" fmla="*/ 4614958 w 4926099"/>
              <a:gd name="connsiteY1997" fmla="*/ 168167 h 968306"/>
              <a:gd name="connsiteX1998" fmla="*/ 4607624 w 4926099"/>
              <a:gd name="connsiteY1998" fmla="*/ 169215 h 968306"/>
              <a:gd name="connsiteX1999" fmla="*/ 4605052 w 4926099"/>
              <a:gd name="connsiteY1999" fmla="*/ 168644 h 968306"/>
              <a:gd name="connsiteX2000" fmla="*/ 4555236 w 4926099"/>
              <a:gd name="connsiteY2000" fmla="*/ 186455 h 968306"/>
              <a:gd name="connsiteX2001" fmla="*/ 4551045 w 4926099"/>
              <a:gd name="connsiteY2001" fmla="*/ 192170 h 968306"/>
              <a:gd name="connsiteX2002" fmla="*/ 4548950 w 4926099"/>
              <a:gd name="connsiteY2002" fmla="*/ 195885 h 968306"/>
              <a:gd name="connsiteX2003" fmla="*/ 4547426 w 4926099"/>
              <a:gd name="connsiteY2003" fmla="*/ 197981 h 968306"/>
              <a:gd name="connsiteX2004" fmla="*/ 4542758 w 4926099"/>
              <a:gd name="connsiteY2004" fmla="*/ 203219 h 968306"/>
              <a:gd name="connsiteX2005" fmla="*/ 4540091 w 4926099"/>
              <a:gd name="connsiteY2005" fmla="*/ 210554 h 968306"/>
              <a:gd name="connsiteX2006" fmla="*/ 4538567 w 4926099"/>
              <a:gd name="connsiteY2006" fmla="*/ 213125 h 968306"/>
              <a:gd name="connsiteX2007" fmla="*/ 4536948 w 4926099"/>
              <a:gd name="connsiteY2007" fmla="*/ 219412 h 968306"/>
              <a:gd name="connsiteX2008" fmla="*/ 4536472 w 4926099"/>
              <a:gd name="connsiteY2008" fmla="*/ 223603 h 968306"/>
              <a:gd name="connsiteX2009" fmla="*/ 4534853 w 4926099"/>
              <a:gd name="connsiteY2009" fmla="*/ 228842 h 968306"/>
              <a:gd name="connsiteX2010" fmla="*/ 4534376 w 4926099"/>
              <a:gd name="connsiteY2010" fmla="*/ 230937 h 968306"/>
              <a:gd name="connsiteX2011" fmla="*/ 4530662 w 4926099"/>
              <a:gd name="connsiteY2011" fmla="*/ 249797 h 968306"/>
              <a:gd name="connsiteX2012" fmla="*/ 4529614 w 4926099"/>
              <a:gd name="connsiteY2012" fmla="*/ 263417 h 968306"/>
              <a:gd name="connsiteX2013" fmla="*/ 4528566 w 4926099"/>
              <a:gd name="connsiteY2013" fmla="*/ 289611 h 968306"/>
              <a:gd name="connsiteX2014" fmla="*/ 4528090 w 4926099"/>
              <a:gd name="connsiteY2014" fmla="*/ 324663 h 968306"/>
              <a:gd name="connsiteX2015" fmla="*/ 4528090 w 4926099"/>
              <a:gd name="connsiteY2015" fmla="*/ 347142 h 968306"/>
              <a:gd name="connsiteX2016" fmla="*/ 4529709 w 4926099"/>
              <a:gd name="connsiteY2016" fmla="*/ 356000 h 968306"/>
              <a:gd name="connsiteX2017" fmla="*/ 4529709 w 4926099"/>
              <a:gd name="connsiteY2017" fmla="*/ 366002 h 968306"/>
              <a:gd name="connsiteX2018" fmla="*/ 4529138 w 4926099"/>
              <a:gd name="connsiteY2018" fmla="*/ 372288 h 968306"/>
              <a:gd name="connsiteX2019" fmla="*/ 4470464 w 4926099"/>
              <a:gd name="connsiteY2019" fmla="*/ 372860 h 968306"/>
              <a:gd name="connsiteX2020" fmla="*/ 4461034 w 4926099"/>
              <a:gd name="connsiteY2020" fmla="*/ 366002 h 968306"/>
              <a:gd name="connsiteX2021" fmla="*/ 4459415 w 4926099"/>
              <a:gd name="connsiteY2021" fmla="*/ 375431 h 968306"/>
              <a:gd name="connsiteX2022" fmla="*/ 4460463 w 4926099"/>
              <a:gd name="connsiteY2022" fmla="*/ 378575 h 968306"/>
              <a:gd name="connsiteX2023" fmla="*/ 4464177 w 4926099"/>
              <a:gd name="connsiteY2023" fmla="*/ 382194 h 968306"/>
              <a:gd name="connsiteX2024" fmla="*/ 4513422 w 4926099"/>
              <a:gd name="connsiteY2024" fmla="*/ 382194 h 968306"/>
              <a:gd name="connsiteX2025" fmla="*/ 4538567 w 4926099"/>
              <a:gd name="connsiteY2025" fmla="*/ 374384 h 968306"/>
              <a:gd name="connsiteX2026" fmla="*/ 4539615 w 4926099"/>
              <a:gd name="connsiteY2026" fmla="*/ 366478 h 968306"/>
              <a:gd name="connsiteX2027" fmla="*/ 4539615 w 4926099"/>
              <a:gd name="connsiteY2027" fmla="*/ 354953 h 968306"/>
              <a:gd name="connsiteX2028" fmla="*/ 4537996 w 4926099"/>
              <a:gd name="connsiteY2028" fmla="*/ 345999 h 968306"/>
              <a:gd name="connsiteX2029" fmla="*/ 4537996 w 4926099"/>
              <a:gd name="connsiteY2029" fmla="*/ 325044 h 968306"/>
              <a:gd name="connsiteX2030" fmla="*/ 4539044 w 4926099"/>
              <a:gd name="connsiteY2030" fmla="*/ 289421 h 968306"/>
              <a:gd name="connsiteX2031" fmla="*/ 4539520 w 4926099"/>
              <a:gd name="connsiteY2031" fmla="*/ 263798 h 968306"/>
              <a:gd name="connsiteX2032" fmla="*/ 4540568 w 4926099"/>
              <a:gd name="connsiteY2032" fmla="*/ 251225 h 968306"/>
              <a:gd name="connsiteX2033" fmla="*/ 4543140 w 4926099"/>
              <a:gd name="connsiteY2033" fmla="*/ 239129 h 968306"/>
              <a:gd name="connsiteX2034" fmla="*/ 4543616 w 4926099"/>
              <a:gd name="connsiteY2034" fmla="*/ 232366 h 968306"/>
              <a:gd name="connsiteX2035" fmla="*/ 4544664 w 4926099"/>
              <a:gd name="connsiteY2035" fmla="*/ 230747 h 968306"/>
              <a:gd name="connsiteX2036" fmla="*/ 4546759 w 4926099"/>
              <a:gd name="connsiteY2036" fmla="*/ 225032 h 968306"/>
              <a:gd name="connsiteX2037" fmla="*/ 4546759 w 4926099"/>
              <a:gd name="connsiteY2037" fmla="*/ 220269 h 968306"/>
              <a:gd name="connsiteX2038" fmla="*/ 4549426 w 4926099"/>
              <a:gd name="connsiteY2038" fmla="*/ 215030 h 968306"/>
              <a:gd name="connsiteX2039" fmla="*/ 4550474 w 4926099"/>
              <a:gd name="connsiteY2039" fmla="*/ 212935 h 968306"/>
              <a:gd name="connsiteX2040" fmla="*/ 4550950 w 4926099"/>
              <a:gd name="connsiteY2040" fmla="*/ 209792 h 968306"/>
              <a:gd name="connsiteX2041" fmla="*/ 4551522 w 4926099"/>
              <a:gd name="connsiteY2041" fmla="*/ 207696 h 968306"/>
              <a:gd name="connsiteX2042" fmla="*/ 4554093 w 4926099"/>
              <a:gd name="connsiteY2042" fmla="*/ 204553 h 968306"/>
              <a:gd name="connsiteX2043" fmla="*/ 4557237 w 4926099"/>
              <a:gd name="connsiteY2043" fmla="*/ 201410 h 968306"/>
              <a:gd name="connsiteX2044" fmla="*/ 4558856 w 4926099"/>
              <a:gd name="connsiteY2044" fmla="*/ 199314 h 968306"/>
              <a:gd name="connsiteX2045" fmla="*/ 4559904 w 4926099"/>
              <a:gd name="connsiteY2045" fmla="*/ 197219 h 968306"/>
              <a:gd name="connsiteX2046" fmla="*/ 4562571 w 4926099"/>
              <a:gd name="connsiteY2046" fmla="*/ 193504 h 968306"/>
              <a:gd name="connsiteX2047" fmla="*/ 4606576 w 4926099"/>
              <a:gd name="connsiteY2047" fmla="*/ 178835 h 968306"/>
              <a:gd name="connsiteX2048" fmla="*/ 4611243 w 4926099"/>
              <a:gd name="connsiteY2048" fmla="*/ 178835 h 968306"/>
              <a:gd name="connsiteX2049" fmla="*/ 4617054 w 4926099"/>
              <a:gd name="connsiteY2049" fmla="*/ 177216 h 968306"/>
              <a:gd name="connsiteX2050" fmla="*/ 4625435 w 4926099"/>
              <a:gd name="connsiteY2050" fmla="*/ 177216 h 968306"/>
              <a:gd name="connsiteX2051" fmla="*/ 4628103 w 4926099"/>
              <a:gd name="connsiteY2051" fmla="*/ 177788 h 968306"/>
              <a:gd name="connsiteX2052" fmla="*/ 4635437 w 4926099"/>
              <a:gd name="connsiteY2052" fmla="*/ 166834 h 968306"/>
              <a:gd name="connsiteX2053" fmla="*/ 4632865 w 4926099"/>
              <a:gd name="connsiteY2053" fmla="*/ 145403 h 968306"/>
              <a:gd name="connsiteX2054" fmla="*/ 4631246 w 4926099"/>
              <a:gd name="connsiteY2054" fmla="*/ 137021 h 968306"/>
              <a:gd name="connsiteX2055" fmla="*/ 4625435 w 4926099"/>
              <a:gd name="connsiteY2055" fmla="*/ 100921 h 968306"/>
              <a:gd name="connsiteX2056" fmla="*/ 4621816 w 4926099"/>
              <a:gd name="connsiteY2056" fmla="*/ 100349 h 968306"/>
              <a:gd name="connsiteX2057" fmla="*/ 4618673 w 4926099"/>
              <a:gd name="connsiteY2057" fmla="*/ 99778 h 968306"/>
              <a:gd name="connsiteX2058" fmla="*/ 4614482 w 4926099"/>
              <a:gd name="connsiteY2058" fmla="*/ 100349 h 968306"/>
              <a:gd name="connsiteX2059" fmla="*/ 4610291 w 4926099"/>
              <a:gd name="connsiteY2059" fmla="*/ 100921 h 968306"/>
              <a:gd name="connsiteX2060" fmla="*/ 4600861 w 4926099"/>
              <a:gd name="connsiteY2060" fmla="*/ 101969 h 968306"/>
              <a:gd name="connsiteX2061" fmla="*/ 4585621 w 4926099"/>
              <a:gd name="connsiteY2061" fmla="*/ 106160 h 968306"/>
              <a:gd name="connsiteX2062" fmla="*/ 4583525 w 4926099"/>
              <a:gd name="connsiteY2062" fmla="*/ 106160 h 968306"/>
              <a:gd name="connsiteX2063" fmla="*/ 4576191 w 4926099"/>
              <a:gd name="connsiteY2063" fmla="*/ 110827 h 968306"/>
              <a:gd name="connsiteX2064" fmla="*/ 4569429 w 4926099"/>
              <a:gd name="connsiteY2064" fmla="*/ 116066 h 968306"/>
              <a:gd name="connsiteX2065" fmla="*/ 4562094 w 4926099"/>
              <a:gd name="connsiteY2065" fmla="*/ 123876 h 968306"/>
              <a:gd name="connsiteX2066" fmla="*/ 4551140 w 4926099"/>
              <a:gd name="connsiteY2066" fmla="*/ 133306 h 968306"/>
              <a:gd name="connsiteX2067" fmla="*/ 4548569 w 4926099"/>
              <a:gd name="connsiteY2067" fmla="*/ 135401 h 968306"/>
              <a:gd name="connsiteX2068" fmla="*/ 4540758 w 4926099"/>
              <a:gd name="connsiteY2068" fmla="*/ 141688 h 968306"/>
              <a:gd name="connsiteX2069" fmla="*/ 4538663 w 4926099"/>
              <a:gd name="connsiteY2069" fmla="*/ 111779 h 968306"/>
              <a:gd name="connsiteX2070" fmla="*/ 4496181 w 4926099"/>
              <a:gd name="connsiteY2070" fmla="*/ 107112 h 968306"/>
              <a:gd name="connsiteX2071" fmla="*/ 4493609 w 4926099"/>
              <a:gd name="connsiteY2071" fmla="*/ 107112 h 968306"/>
              <a:gd name="connsiteX2072" fmla="*/ 4461606 w 4926099"/>
              <a:gd name="connsiteY2072" fmla="*/ 111303 h 968306"/>
              <a:gd name="connsiteX2073" fmla="*/ 4462653 w 4926099"/>
              <a:gd name="connsiteY2073" fmla="*/ 161595 h 968306"/>
              <a:gd name="connsiteX2074" fmla="*/ 4461606 w 4926099"/>
              <a:gd name="connsiteY2074" fmla="*/ 202457 h 968306"/>
              <a:gd name="connsiteX2075" fmla="*/ 4460558 w 4926099"/>
              <a:gd name="connsiteY2075" fmla="*/ 207696 h 968306"/>
              <a:gd name="connsiteX2076" fmla="*/ 4461034 w 4926099"/>
              <a:gd name="connsiteY2076" fmla="*/ 238652 h 968306"/>
              <a:gd name="connsiteX2077" fmla="*/ 4461034 w 4926099"/>
              <a:gd name="connsiteY2077" fmla="*/ 360668 h 968306"/>
              <a:gd name="connsiteX2078" fmla="*/ 4461034 w 4926099"/>
              <a:gd name="connsiteY2078" fmla="*/ 365906 h 968306"/>
              <a:gd name="connsiteX2079" fmla="*/ 4166330 w 4926099"/>
              <a:gd name="connsiteY2079" fmla="*/ 14624 h 968306"/>
              <a:gd name="connsiteX2080" fmla="*/ 4175189 w 4926099"/>
              <a:gd name="connsiteY2080" fmla="*/ 14624 h 968306"/>
              <a:gd name="connsiteX2081" fmla="*/ 4181475 w 4926099"/>
              <a:gd name="connsiteY2081" fmla="*/ 15196 h 968306"/>
              <a:gd name="connsiteX2082" fmla="*/ 4199858 w 4926099"/>
              <a:gd name="connsiteY2082" fmla="*/ 16244 h 968306"/>
              <a:gd name="connsiteX2083" fmla="*/ 4229196 w 4926099"/>
              <a:gd name="connsiteY2083" fmla="*/ 17291 h 968306"/>
              <a:gd name="connsiteX2084" fmla="*/ 4229672 w 4926099"/>
              <a:gd name="connsiteY2084" fmla="*/ 19958 h 968306"/>
              <a:gd name="connsiteX2085" fmla="*/ 4231291 w 4926099"/>
              <a:gd name="connsiteY2085" fmla="*/ 31484 h 968306"/>
              <a:gd name="connsiteX2086" fmla="*/ 4231767 w 4926099"/>
              <a:gd name="connsiteY2086" fmla="*/ 48248 h 968306"/>
              <a:gd name="connsiteX2087" fmla="*/ 4231767 w 4926099"/>
              <a:gd name="connsiteY2087" fmla="*/ 68155 h 968306"/>
              <a:gd name="connsiteX2088" fmla="*/ 4231291 w 4926099"/>
              <a:gd name="connsiteY2088" fmla="*/ 95396 h 968306"/>
              <a:gd name="connsiteX2089" fmla="*/ 4230815 w 4926099"/>
              <a:gd name="connsiteY2089" fmla="*/ 128924 h 968306"/>
              <a:gd name="connsiteX2090" fmla="*/ 4230243 w 4926099"/>
              <a:gd name="connsiteY2090" fmla="*/ 133687 h 968306"/>
              <a:gd name="connsiteX2091" fmla="*/ 4230243 w 4926099"/>
              <a:gd name="connsiteY2091" fmla="*/ 136259 h 968306"/>
              <a:gd name="connsiteX2092" fmla="*/ 4230815 w 4926099"/>
              <a:gd name="connsiteY2092" fmla="*/ 140450 h 968306"/>
              <a:gd name="connsiteX2093" fmla="*/ 4259104 w 4926099"/>
              <a:gd name="connsiteY2093" fmla="*/ 131020 h 968306"/>
              <a:gd name="connsiteX2094" fmla="*/ 4270058 w 4926099"/>
              <a:gd name="connsiteY2094" fmla="*/ 124733 h 968306"/>
              <a:gd name="connsiteX2095" fmla="*/ 4273677 w 4926099"/>
              <a:gd name="connsiteY2095" fmla="*/ 121590 h 968306"/>
              <a:gd name="connsiteX2096" fmla="*/ 4278440 w 4926099"/>
              <a:gd name="connsiteY2096" fmla="*/ 118923 h 968306"/>
              <a:gd name="connsiteX2097" fmla="*/ 4291584 w 4926099"/>
              <a:gd name="connsiteY2097" fmla="*/ 112065 h 968306"/>
              <a:gd name="connsiteX2098" fmla="*/ 4297871 w 4926099"/>
              <a:gd name="connsiteY2098" fmla="*/ 109970 h 968306"/>
              <a:gd name="connsiteX2099" fmla="*/ 4302062 w 4926099"/>
              <a:gd name="connsiteY2099" fmla="*/ 108922 h 968306"/>
              <a:gd name="connsiteX2100" fmla="*/ 4316730 w 4926099"/>
              <a:gd name="connsiteY2100" fmla="*/ 106826 h 968306"/>
              <a:gd name="connsiteX2101" fmla="*/ 4327684 w 4926099"/>
              <a:gd name="connsiteY2101" fmla="*/ 106255 h 968306"/>
              <a:gd name="connsiteX2102" fmla="*/ 4331399 w 4926099"/>
              <a:gd name="connsiteY2102" fmla="*/ 105683 h 968306"/>
              <a:gd name="connsiteX2103" fmla="*/ 4335018 w 4926099"/>
              <a:gd name="connsiteY2103" fmla="*/ 106255 h 968306"/>
              <a:gd name="connsiteX2104" fmla="*/ 4341305 w 4926099"/>
              <a:gd name="connsiteY2104" fmla="*/ 107303 h 968306"/>
              <a:gd name="connsiteX2105" fmla="*/ 4345496 w 4926099"/>
              <a:gd name="connsiteY2105" fmla="*/ 106731 h 968306"/>
              <a:gd name="connsiteX2106" fmla="*/ 4350163 w 4926099"/>
              <a:gd name="connsiteY2106" fmla="*/ 107303 h 968306"/>
              <a:gd name="connsiteX2107" fmla="*/ 4353306 w 4926099"/>
              <a:gd name="connsiteY2107" fmla="*/ 108350 h 968306"/>
              <a:gd name="connsiteX2108" fmla="*/ 4369023 w 4926099"/>
              <a:gd name="connsiteY2108" fmla="*/ 115685 h 968306"/>
              <a:gd name="connsiteX2109" fmla="*/ 4372166 w 4926099"/>
              <a:gd name="connsiteY2109" fmla="*/ 118352 h 968306"/>
              <a:gd name="connsiteX2110" fmla="*/ 4384167 w 4926099"/>
              <a:gd name="connsiteY2110" fmla="*/ 134068 h 968306"/>
              <a:gd name="connsiteX2111" fmla="*/ 4386739 w 4926099"/>
              <a:gd name="connsiteY2111" fmla="*/ 138259 h 968306"/>
              <a:gd name="connsiteX2112" fmla="*/ 4388834 w 4926099"/>
              <a:gd name="connsiteY2112" fmla="*/ 140926 h 968306"/>
              <a:gd name="connsiteX2113" fmla="*/ 4396169 w 4926099"/>
              <a:gd name="connsiteY2113" fmla="*/ 153499 h 968306"/>
              <a:gd name="connsiteX2114" fmla="*/ 4396645 w 4926099"/>
              <a:gd name="connsiteY2114" fmla="*/ 157690 h 968306"/>
              <a:gd name="connsiteX2115" fmla="*/ 4398264 w 4926099"/>
              <a:gd name="connsiteY2115" fmla="*/ 164453 h 968306"/>
              <a:gd name="connsiteX2116" fmla="*/ 4402931 w 4926099"/>
              <a:gd name="connsiteY2116" fmla="*/ 197504 h 968306"/>
              <a:gd name="connsiteX2117" fmla="*/ 4406075 w 4926099"/>
              <a:gd name="connsiteY2117" fmla="*/ 224270 h 968306"/>
              <a:gd name="connsiteX2118" fmla="*/ 4408647 w 4926099"/>
              <a:gd name="connsiteY2118" fmla="*/ 269799 h 968306"/>
              <a:gd name="connsiteX2119" fmla="*/ 4410266 w 4926099"/>
              <a:gd name="connsiteY2119" fmla="*/ 305899 h 968306"/>
              <a:gd name="connsiteX2120" fmla="*/ 4410266 w 4926099"/>
              <a:gd name="connsiteY2120" fmla="*/ 335807 h 968306"/>
              <a:gd name="connsiteX2121" fmla="*/ 4410266 w 4926099"/>
              <a:gd name="connsiteY2121" fmla="*/ 375050 h 968306"/>
              <a:gd name="connsiteX2122" fmla="*/ 4401884 w 4926099"/>
              <a:gd name="connsiteY2122" fmla="*/ 375050 h 968306"/>
              <a:gd name="connsiteX2123" fmla="*/ 4348448 w 4926099"/>
              <a:gd name="connsiteY2123" fmla="*/ 372383 h 968306"/>
              <a:gd name="connsiteX2124" fmla="*/ 4348448 w 4926099"/>
              <a:gd name="connsiteY2124" fmla="*/ 371336 h 968306"/>
              <a:gd name="connsiteX2125" fmla="*/ 4350544 w 4926099"/>
              <a:gd name="connsiteY2125" fmla="*/ 303232 h 968306"/>
              <a:gd name="connsiteX2126" fmla="*/ 4350544 w 4926099"/>
              <a:gd name="connsiteY2126" fmla="*/ 273895 h 968306"/>
              <a:gd name="connsiteX2127" fmla="*/ 4349496 w 4926099"/>
              <a:gd name="connsiteY2127" fmla="*/ 254464 h 968306"/>
              <a:gd name="connsiteX2128" fmla="*/ 4348448 w 4926099"/>
              <a:gd name="connsiteY2128" fmla="*/ 206839 h 968306"/>
              <a:gd name="connsiteX2129" fmla="*/ 4331113 w 4926099"/>
              <a:gd name="connsiteY2129" fmla="*/ 165405 h 968306"/>
              <a:gd name="connsiteX2130" fmla="*/ 4325303 w 4926099"/>
              <a:gd name="connsiteY2130" fmla="*/ 159119 h 968306"/>
              <a:gd name="connsiteX2131" fmla="*/ 4302824 w 4926099"/>
              <a:gd name="connsiteY2131" fmla="*/ 152832 h 968306"/>
              <a:gd name="connsiteX2132" fmla="*/ 4293394 w 4926099"/>
              <a:gd name="connsiteY2132" fmla="*/ 153404 h 968306"/>
              <a:gd name="connsiteX2133" fmla="*/ 4286060 w 4926099"/>
              <a:gd name="connsiteY2133" fmla="*/ 154451 h 968306"/>
              <a:gd name="connsiteX2134" fmla="*/ 4268724 w 4926099"/>
              <a:gd name="connsiteY2134" fmla="*/ 160738 h 968306"/>
              <a:gd name="connsiteX2135" fmla="*/ 4242054 w 4926099"/>
              <a:gd name="connsiteY2135" fmla="*/ 187979 h 968306"/>
              <a:gd name="connsiteX2136" fmla="*/ 4234720 w 4926099"/>
              <a:gd name="connsiteY2136" fmla="*/ 219983 h 968306"/>
              <a:gd name="connsiteX2137" fmla="*/ 4233101 w 4926099"/>
              <a:gd name="connsiteY2137" fmla="*/ 225222 h 968306"/>
              <a:gd name="connsiteX2138" fmla="*/ 4227290 w 4926099"/>
              <a:gd name="connsiteY2138" fmla="*/ 311138 h 968306"/>
              <a:gd name="connsiteX2139" fmla="*/ 4228338 w 4926099"/>
              <a:gd name="connsiteY2139" fmla="*/ 333140 h 968306"/>
              <a:gd name="connsiteX2140" fmla="*/ 4229386 w 4926099"/>
              <a:gd name="connsiteY2140" fmla="*/ 373526 h 968306"/>
              <a:gd name="connsiteX2141" fmla="*/ 4229386 w 4926099"/>
              <a:gd name="connsiteY2141" fmla="*/ 374098 h 968306"/>
              <a:gd name="connsiteX2142" fmla="*/ 4169664 w 4926099"/>
              <a:gd name="connsiteY2142" fmla="*/ 372002 h 968306"/>
              <a:gd name="connsiteX2143" fmla="*/ 4169188 w 4926099"/>
              <a:gd name="connsiteY2143" fmla="*/ 372002 h 968306"/>
              <a:gd name="connsiteX2144" fmla="*/ 4168616 w 4926099"/>
              <a:gd name="connsiteY2144" fmla="*/ 367335 h 968306"/>
              <a:gd name="connsiteX2145" fmla="*/ 4165473 w 4926099"/>
              <a:gd name="connsiteY2145" fmla="*/ 308661 h 968306"/>
              <a:gd name="connsiteX2146" fmla="*/ 4164997 w 4926099"/>
              <a:gd name="connsiteY2146" fmla="*/ 270942 h 968306"/>
              <a:gd name="connsiteX2147" fmla="*/ 4165473 w 4926099"/>
              <a:gd name="connsiteY2147" fmla="*/ 176645 h 968306"/>
              <a:gd name="connsiteX2148" fmla="*/ 4163854 w 4926099"/>
              <a:gd name="connsiteY2148" fmla="*/ 79775 h 968306"/>
              <a:gd name="connsiteX2149" fmla="*/ 4164902 w 4926099"/>
              <a:gd name="connsiteY2149" fmla="*/ 44152 h 968306"/>
              <a:gd name="connsiteX2150" fmla="*/ 4165378 w 4926099"/>
              <a:gd name="connsiteY2150" fmla="*/ 14815 h 968306"/>
              <a:gd name="connsiteX2151" fmla="*/ 4165854 w 4926099"/>
              <a:gd name="connsiteY2151" fmla="*/ 14815 h 968306"/>
              <a:gd name="connsiteX2152" fmla="*/ 4338162 w 4926099"/>
              <a:gd name="connsiteY2152" fmla="*/ 375527 h 968306"/>
              <a:gd name="connsiteX2153" fmla="*/ 4345496 w 4926099"/>
              <a:gd name="connsiteY2153" fmla="*/ 382289 h 968306"/>
              <a:gd name="connsiteX2154" fmla="*/ 4402074 w 4926099"/>
              <a:gd name="connsiteY2154" fmla="*/ 384956 h 968306"/>
              <a:gd name="connsiteX2155" fmla="*/ 4419886 w 4926099"/>
              <a:gd name="connsiteY2155" fmla="*/ 378670 h 968306"/>
              <a:gd name="connsiteX2156" fmla="*/ 4420457 w 4926099"/>
              <a:gd name="connsiteY2156" fmla="*/ 335712 h 968306"/>
              <a:gd name="connsiteX2157" fmla="*/ 4420457 w 4926099"/>
              <a:gd name="connsiteY2157" fmla="*/ 304280 h 968306"/>
              <a:gd name="connsiteX2158" fmla="*/ 4418838 w 4926099"/>
              <a:gd name="connsiteY2158" fmla="*/ 268180 h 968306"/>
              <a:gd name="connsiteX2159" fmla="*/ 4416266 w 4926099"/>
              <a:gd name="connsiteY2159" fmla="*/ 223698 h 968306"/>
              <a:gd name="connsiteX2160" fmla="*/ 4413123 w 4926099"/>
              <a:gd name="connsiteY2160" fmla="*/ 196933 h 968306"/>
              <a:gd name="connsiteX2161" fmla="*/ 4407884 w 4926099"/>
              <a:gd name="connsiteY2161" fmla="*/ 161786 h 968306"/>
              <a:gd name="connsiteX2162" fmla="*/ 4406837 w 4926099"/>
              <a:gd name="connsiteY2162" fmla="*/ 156071 h 968306"/>
              <a:gd name="connsiteX2163" fmla="*/ 4405789 w 4926099"/>
              <a:gd name="connsiteY2163" fmla="*/ 150260 h 968306"/>
              <a:gd name="connsiteX2164" fmla="*/ 4396931 w 4926099"/>
              <a:gd name="connsiteY2164" fmla="*/ 135020 h 968306"/>
              <a:gd name="connsiteX2165" fmla="*/ 4393216 w 4926099"/>
              <a:gd name="connsiteY2165" fmla="*/ 128258 h 968306"/>
              <a:gd name="connsiteX2166" fmla="*/ 4379119 w 4926099"/>
              <a:gd name="connsiteY2166" fmla="*/ 111494 h 968306"/>
              <a:gd name="connsiteX2167" fmla="*/ 4374356 w 4926099"/>
              <a:gd name="connsiteY2167" fmla="*/ 106826 h 968306"/>
              <a:gd name="connsiteX2168" fmla="*/ 4357116 w 4926099"/>
              <a:gd name="connsiteY2168" fmla="*/ 98921 h 968306"/>
              <a:gd name="connsiteX2169" fmla="*/ 4353401 w 4926099"/>
              <a:gd name="connsiteY2169" fmla="*/ 97873 h 968306"/>
              <a:gd name="connsiteX2170" fmla="*/ 4345020 w 4926099"/>
              <a:gd name="connsiteY2170" fmla="*/ 96825 h 968306"/>
              <a:gd name="connsiteX2171" fmla="*/ 4341305 w 4926099"/>
              <a:gd name="connsiteY2171" fmla="*/ 96825 h 968306"/>
              <a:gd name="connsiteX2172" fmla="*/ 4336638 w 4926099"/>
              <a:gd name="connsiteY2172" fmla="*/ 96254 h 968306"/>
              <a:gd name="connsiteX2173" fmla="*/ 4333494 w 4926099"/>
              <a:gd name="connsiteY2173" fmla="*/ 95682 h 968306"/>
              <a:gd name="connsiteX2174" fmla="*/ 4330351 w 4926099"/>
              <a:gd name="connsiteY2174" fmla="*/ 95682 h 968306"/>
              <a:gd name="connsiteX2175" fmla="*/ 4325684 w 4926099"/>
              <a:gd name="connsiteY2175" fmla="*/ 96254 h 968306"/>
              <a:gd name="connsiteX2176" fmla="*/ 4316825 w 4926099"/>
              <a:gd name="connsiteY2176" fmla="*/ 96825 h 968306"/>
              <a:gd name="connsiteX2177" fmla="*/ 4301109 w 4926099"/>
              <a:gd name="connsiteY2177" fmla="*/ 98921 h 968306"/>
              <a:gd name="connsiteX2178" fmla="*/ 4294823 w 4926099"/>
              <a:gd name="connsiteY2178" fmla="*/ 99968 h 968306"/>
              <a:gd name="connsiteX2179" fmla="*/ 4288060 w 4926099"/>
              <a:gd name="connsiteY2179" fmla="*/ 102635 h 968306"/>
              <a:gd name="connsiteX2180" fmla="*/ 4271772 w 4926099"/>
              <a:gd name="connsiteY2180" fmla="*/ 111494 h 968306"/>
              <a:gd name="connsiteX2181" fmla="*/ 4268153 w 4926099"/>
              <a:gd name="connsiteY2181" fmla="*/ 113589 h 968306"/>
              <a:gd name="connsiteX2182" fmla="*/ 4263962 w 4926099"/>
              <a:gd name="connsiteY2182" fmla="*/ 116732 h 968306"/>
              <a:gd name="connsiteX2183" fmla="*/ 4253008 w 4926099"/>
              <a:gd name="connsiteY2183" fmla="*/ 123495 h 968306"/>
              <a:gd name="connsiteX2184" fmla="*/ 4240435 w 4926099"/>
              <a:gd name="connsiteY2184" fmla="*/ 136640 h 968306"/>
              <a:gd name="connsiteX2185" fmla="*/ 4240435 w 4926099"/>
              <a:gd name="connsiteY2185" fmla="*/ 133496 h 968306"/>
              <a:gd name="connsiteX2186" fmla="*/ 4240911 w 4926099"/>
              <a:gd name="connsiteY2186" fmla="*/ 129305 h 968306"/>
              <a:gd name="connsiteX2187" fmla="*/ 4241483 w 4926099"/>
              <a:gd name="connsiteY2187" fmla="*/ 126162 h 968306"/>
              <a:gd name="connsiteX2188" fmla="*/ 4241483 w 4926099"/>
              <a:gd name="connsiteY2188" fmla="*/ 94253 h 968306"/>
              <a:gd name="connsiteX2189" fmla="*/ 4241959 w 4926099"/>
              <a:gd name="connsiteY2189" fmla="*/ 67488 h 968306"/>
              <a:gd name="connsiteX2190" fmla="*/ 4241959 w 4926099"/>
              <a:gd name="connsiteY2190" fmla="*/ 47581 h 968306"/>
              <a:gd name="connsiteX2191" fmla="*/ 4241483 w 4926099"/>
              <a:gd name="connsiteY2191" fmla="*/ 30245 h 968306"/>
              <a:gd name="connsiteX2192" fmla="*/ 4232529 w 4926099"/>
              <a:gd name="connsiteY2192" fmla="*/ 7195 h 968306"/>
              <a:gd name="connsiteX2193" fmla="*/ 4201097 w 4926099"/>
              <a:gd name="connsiteY2193" fmla="*/ 6147 h 968306"/>
              <a:gd name="connsiteX2194" fmla="*/ 4175951 w 4926099"/>
              <a:gd name="connsiteY2194" fmla="*/ 4528 h 968306"/>
              <a:gd name="connsiteX2195" fmla="*/ 4165949 w 4926099"/>
              <a:gd name="connsiteY2195" fmla="*/ 4528 h 968306"/>
              <a:gd name="connsiteX2196" fmla="*/ 4155948 w 4926099"/>
              <a:gd name="connsiteY2196" fmla="*/ 14529 h 968306"/>
              <a:gd name="connsiteX2197" fmla="*/ 4155472 w 4926099"/>
              <a:gd name="connsiteY2197" fmla="*/ 44342 h 968306"/>
              <a:gd name="connsiteX2198" fmla="*/ 4154424 w 4926099"/>
              <a:gd name="connsiteY2198" fmla="*/ 79966 h 968306"/>
              <a:gd name="connsiteX2199" fmla="*/ 4155948 w 4926099"/>
              <a:gd name="connsiteY2199" fmla="*/ 269609 h 968306"/>
              <a:gd name="connsiteX2200" fmla="*/ 4155472 w 4926099"/>
              <a:gd name="connsiteY2200" fmla="*/ 272276 h 968306"/>
              <a:gd name="connsiteX2201" fmla="*/ 4155948 w 4926099"/>
              <a:gd name="connsiteY2201" fmla="*/ 308375 h 968306"/>
              <a:gd name="connsiteX2202" fmla="*/ 4159091 w 4926099"/>
              <a:gd name="connsiteY2202" fmla="*/ 375908 h 968306"/>
              <a:gd name="connsiteX2203" fmla="*/ 4168521 w 4926099"/>
              <a:gd name="connsiteY2203" fmla="*/ 381718 h 968306"/>
              <a:gd name="connsiteX2204" fmla="*/ 4231863 w 4926099"/>
              <a:gd name="connsiteY2204" fmla="*/ 383813 h 968306"/>
              <a:gd name="connsiteX2205" fmla="*/ 4239768 w 4926099"/>
              <a:gd name="connsiteY2205" fmla="*/ 375431 h 968306"/>
              <a:gd name="connsiteX2206" fmla="*/ 4238721 w 4926099"/>
              <a:gd name="connsiteY2206" fmla="*/ 332950 h 968306"/>
              <a:gd name="connsiteX2207" fmla="*/ 4237673 w 4926099"/>
              <a:gd name="connsiteY2207" fmla="*/ 311519 h 968306"/>
              <a:gd name="connsiteX2208" fmla="*/ 4243388 w 4926099"/>
              <a:gd name="connsiteY2208" fmla="*/ 226651 h 968306"/>
              <a:gd name="connsiteX2209" fmla="*/ 4245007 w 4926099"/>
              <a:gd name="connsiteY2209" fmla="*/ 222460 h 968306"/>
              <a:gd name="connsiteX2210" fmla="*/ 4251770 w 4926099"/>
              <a:gd name="connsiteY2210" fmla="*/ 192551 h 968306"/>
              <a:gd name="connsiteX2211" fmla="*/ 4274820 w 4926099"/>
              <a:gd name="connsiteY2211" fmla="*/ 168453 h 968306"/>
              <a:gd name="connsiteX2212" fmla="*/ 4287393 w 4926099"/>
              <a:gd name="connsiteY2212" fmla="*/ 164262 h 968306"/>
              <a:gd name="connsiteX2213" fmla="*/ 4294156 w 4926099"/>
              <a:gd name="connsiteY2213" fmla="*/ 163214 h 968306"/>
              <a:gd name="connsiteX2214" fmla="*/ 4304633 w 4926099"/>
              <a:gd name="connsiteY2214" fmla="*/ 162643 h 968306"/>
              <a:gd name="connsiteX2215" fmla="*/ 4318731 w 4926099"/>
              <a:gd name="connsiteY2215" fmla="*/ 166358 h 968306"/>
              <a:gd name="connsiteX2216" fmla="*/ 4324541 w 4926099"/>
              <a:gd name="connsiteY2216" fmla="*/ 172168 h 968306"/>
              <a:gd name="connsiteX2217" fmla="*/ 4338638 w 4926099"/>
              <a:gd name="connsiteY2217" fmla="*/ 207220 h 968306"/>
              <a:gd name="connsiteX2218" fmla="*/ 4339685 w 4926099"/>
              <a:gd name="connsiteY2218" fmla="*/ 254845 h 968306"/>
              <a:gd name="connsiteX2219" fmla="*/ 4340733 w 4926099"/>
              <a:gd name="connsiteY2219" fmla="*/ 271609 h 968306"/>
              <a:gd name="connsiteX2220" fmla="*/ 4340733 w 4926099"/>
              <a:gd name="connsiteY2220" fmla="*/ 303518 h 968306"/>
              <a:gd name="connsiteX2221" fmla="*/ 4338638 w 4926099"/>
              <a:gd name="connsiteY2221" fmla="*/ 374288 h 968306"/>
              <a:gd name="connsiteX2222" fmla="*/ 4338162 w 4926099"/>
              <a:gd name="connsiteY2222" fmla="*/ 375336 h 968306"/>
              <a:gd name="connsiteX2223" fmla="*/ 4017074 w 4926099"/>
              <a:gd name="connsiteY2223" fmla="*/ 371336 h 968306"/>
              <a:gd name="connsiteX2224" fmla="*/ 4017550 w 4926099"/>
              <a:gd name="connsiteY2224" fmla="*/ 357715 h 968306"/>
              <a:gd name="connsiteX2225" fmla="*/ 4021741 w 4926099"/>
              <a:gd name="connsiteY2225" fmla="*/ 194266 h 968306"/>
              <a:gd name="connsiteX2226" fmla="*/ 4020122 w 4926099"/>
              <a:gd name="connsiteY2226" fmla="*/ 31865 h 968306"/>
              <a:gd name="connsiteX2227" fmla="*/ 4021170 w 4926099"/>
              <a:gd name="connsiteY2227" fmla="*/ 16148 h 968306"/>
              <a:gd name="connsiteX2228" fmla="*/ 4028980 w 4926099"/>
              <a:gd name="connsiteY2228" fmla="*/ 16148 h 968306"/>
              <a:gd name="connsiteX2229" fmla="*/ 4082415 w 4926099"/>
              <a:gd name="connsiteY2229" fmla="*/ 14529 h 968306"/>
              <a:gd name="connsiteX2230" fmla="*/ 4082891 w 4926099"/>
              <a:gd name="connsiteY2230" fmla="*/ 15101 h 968306"/>
              <a:gd name="connsiteX2231" fmla="*/ 4083368 w 4926099"/>
              <a:gd name="connsiteY2231" fmla="*/ 19768 h 968306"/>
              <a:gd name="connsiteX2232" fmla="*/ 4083844 w 4926099"/>
              <a:gd name="connsiteY2232" fmla="*/ 59582 h 968306"/>
              <a:gd name="connsiteX2233" fmla="*/ 4086987 w 4926099"/>
              <a:gd name="connsiteY2233" fmla="*/ 234080 h 968306"/>
              <a:gd name="connsiteX2234" fmla="*/ 4086987 w 4926099"/>
              <a:gd name="connsiteY2234" fmla="*/ 341999 h 968306"/>
              <a:gd name="connsiteX2235" fmla="*/ 4089559 w 4926099"/>
              <a:gd name="connsiteY2235" fmla="*/ 368192 h 968306"/>
              <a:gd name="connsiteX2236" fmla="*/ 4089559 w 4926099"/>
              <a:gd name="connsiteY2236" fmla="*/ 371812 h 968306"/>
              <a:gd name="connsiteX2237" fmla="*/ 4016788 w 4926099"/>
              <a:gd name="connsiteY2237" fmla="*/ 372383 h 968306"/>
              <a:gd name="connsiteX2238" fmla="*/ 4016788 w 4926099"/>
              <a:gd name="connsiteY2238" fmla="*/ 371336 h 968306"/>
              <a:gd name="connsiteX2239" fmla="*/ 4097179 w 4926099"/>
              <a:gd name="connsiteY2239" fmla="*/ 340951 h 968306"/>
              <a:gd name="connsiteX2240" fmla="*/ 4097179 w 4926099"/>
              <a:gd name="connsiteY2240" fmla="*/ 234080 h 968306"/>
              <a:gd name="connsiteX2241" fmla="*/ 4094036 w 4926099"/>
              <a:gd name="connsiteY2241" fmla="*/ 59106 h 968306"/>
              <a:gd name="connsiteX2242" fmla="*/ 4094036 w 4926099"/>
              <a:gd name="connsiteY2242" fmla="*/ 20339 h 968306"/>
              <a:gd name="connsiteX2243" fmla="*/ 4094512 w 4926099"/>
              <a:gd name="connsiteY2243" fmla="*/ 15101 h 968306"/>
              <a:gd name="connsiteX2244" fmla="*/ 4089845 w 4926099"/>
              <a:gd name="connsiteY2244" fmla="*/ 4623 h 968306"/>
              <a:gd name="connsiteX2245" fmla="*/ 4074128 w 4926099"/>
              <a:gd name="connsiteY2245" fmla="*/ 5195 h 968306"/>
              <a:gd name="connsiteX2246" fmla="*/ 4029075 w 4926099"/>
              <a:gd name="connsiteY2246" fmla="*/ 6242 h 968306"/>
              <a:gd name="connsiteX2247" fmla="*/ 4010787 w 4926099"/>
              <a:gd name="connsiteY2247" fmla="*/ 12529 h 968306"/>
              <a:gd name="connsiteX2248" fmla="*/ 4010216 w 4926099"/>
              <a:gd name="connsiteY2248" fmla="*/ 31388 h 968306"/>
              <a:gd name="connsiteX2249" fmla="*/ 4009739 w 4926099"/>
              <a:gd name="connsiteY2249" fmla="*/ 87491 h 968306"/>
              <a:gd name="connsiteX2250" fmla="*/ 4011835 w 4926099"/>
              <a:gd name="connsiteY2250" fmla="*/ 193313 h 968306"/>
              <a:gd name="connsiteX2251" fmla="*/ 4007644 w 4926099"/>
              <a:gd name="connsiteY2251" fmla="*/ 356762 h 968306"/>
              <a:gd name="connsiteX2252" fmla="*/ 4007168 w 4926099"/>
              <a:gd name="connsiteY2252" fmla="*/ 372479 h 968306"/>
              <a:gd name="connsiteX2253" fmla="*/ 4006691 w 4926099"/>
              <a:gd name="connsiteY2253" fmla="*/ 374574 h 968306"/>
              <a:gd name="connsiteX2254" fmla="*/ 4006215 w 4926099"/>
              <a:gd name="connsiteY2254" fmla="*/ 377717 h 968306"/>
              <a:gd name="connsiteX2255" fmla="*/ 4011930 w 4926099"/>
              <a:gd name="connsiteY2255" fmla="*/ 383432 h 968306"/>
              <a:gd name="connsiteX2256" fmla="*/ 4095179 w 4926099"/>
              <a:gd name="connsiteY2256" fmla="*/ 381908 h 968306"/>
              <a:gd name="connsiteX2257" fmla="*/ 4099941 w 4926099"/>
              <a:gd name="connsiteY2257" fmla="*/ 377146 h 968306"/>
              <a:gd name="connsiteX2258" fmla="*/ 4097274 w 4926099"/>
              <a:gd name="connsiteY2258" fmla="*/ 341046 h 968306"/>
              <a:gd name="connsiteX2259" fmla="*/ 3655695 w 4926099"/>
              <a:gd name="connsiteY2259" fmla="*/ 372955 h 968306"/>
              <a:gd name="connsiteX2260" fmla="*/ 3655219 w 4926099"/>
              <a:gd name="connsiteY2260" fmla="*/ 372955 h 968306"/>
              <a:gd name="connsiteX2261" fmla="*/ 3656266 w 4926099"/>
              <a:gd name="connsiteY2261" fmla="*/ 368288 h 968306"/>
              <a:gd name="connsiteX2262" fmla="*/ 3656266 w 4926099"/>
              <a:gd name="connsiteY2262" fmla="*/ 360382 h 968306"/>
              <a:gd name="connsiteX2263" fmla="*/ 3655790 w 4926099"/>
              <a:gd name="connsiteY2263" fmla="*/ 304280 h 968306"/>
              <a:gd name="connsiteX2264" fmla="*/ 3656266 w 4926099"/>
              <a:gd name="connsiteY2264" fmla="*/ 238843 h 968306"/>
              <a:gd name="connsiteX2265" fmla="*/ 3656266 w 4926099"/>
              <a:gd name="connsiteY2265" fmla="*/ 207887 h 968306"/>
              <a:gd name="connsiteX2266" fmla="*/ 3656743 w 4926099"/>
              <a:gd name="connsiteY2266" fmla="*/ 204172 h 968306"/>
              <a:gd name="connsiteX2267" fmla="*/ 3657219 w 4926099"/>
              <a:gd name="connsiteY2267" fmla="*/ 193218 h 968306"/>
              <a:gd name="connsiteX2268" fmla="*/ 3657219 w 4926099"/>
              <a:gd name="connsiteY2268" fmla="*/ 115685 h 968306"/>
              <a:gd name="connsiteX2269" fmla="*/ 3679793 w 4926099"/>
              <a:gd name="connsiteY2269" fmla="*/ 117304 h 968306"/>
              <a:gd name="connsiteX2270" fmla="*/ 3681889 w 4926099"/>
              <a:gd name="connsiteY2270" fmla="*/ 117875 h 968306"/>
              <a:gd name="connsiteX2271" fmla="*/ 3714369 w 4926099"/>
              <a:gd name="connsiteY2271" fmla="*/ 117875 h 968306"/>
              <a:gd name="connsiteX2272" fmla="*/ 3715417 w 4926099"/>
              <a:gd name="connsiteY2272" fmla="*/ 143021 h 968306"/>
              <a:gd name="connsiteX2273" fmla="*/ 3728561 w 4926099"/>
              <a:gd name="connsiteY2273" fmla="*/ 151880 h 968306"/>
              <a:gd name="connsiteX2274" fmla="*/ 3740087 w 4926099"/>
              <a:gd name="connsiteY2274" fmla="*/ 143498 h 968306"/>
              <a:gd name="connsiteX2275" fmla="*/ 3743801 w 4926099"/>
              <a:gd name="connsiteY2275" fmla="*/ 140354 h 968306"/>
              <a:gd name="connsiteX2276" fmla="*/ 3754279 w 4926099"/>
              <a:gd name="connsiteY2276" fmla="*/ 131496 h 968306"/>
              <a:gd name="connsiteX2277" fmla="*/ 3761613 w 4926099"/>
              <a:gd name="connsiteY2277" fmla="*/ 123590 h 968306"/>
              <a:gd name="connsiteX2278" fmla="*/ 3767423 w 4926099"/>
              <a:gd name="connsiteY2278" fmla="*/ 119399 h 968306"/>
              <a:gd name="connsiteX2279" fmla="*/ 3773710 w 4926099"/>
              <a:gd name="connsiteY2279" fmla="*/ 116256 h 968306"/>
              <a:gd name="connsiteX2280" fmla="*/ 3786283 w 4926099"/>
              <a:gd name="connsiteY2280" fmla="*/ 112541 h 968306"/>
              <a:gd name="connsiteX2281" fmla="*/ 3797237 w 4926099"/>
              <a:gd name="connsiteY2281" fmla="*/ 110922 h 968306"/>
              <a:gd name="connsiteX2282" fmla="*/ 3802475 w 4926099"/>
              <a:gd name="connsiteY2282" fmla="*/ 109874 h 968306"/>
              <a:gd name="connsiteX2283" fmla="*/ 3805619 w 4926099"/>
              <a:gd name="connsiteY2283" fmla="*/ 110446 h 968306"/>
              <a:gd name="connsiteX2284" fmla="*/ 3808762 w 4926099"/>
              <a:gd name="connsiteY2284" fmla="*/ 112541 h 968306"/>
              <a:gd name="connsiteX2285" fmla="*/ 3806666 w 4926099"/>
              <a:gd name="connsiteY2285" fmla="*/ 138164 h 968306"/>
              <a:gd name="connsiteX2286" fmla="*/ 3807714 w 4926099"/>
              <a:gd name="connsiteY2286" fmla="*/ 145498 h 968306"/>
              <a:gd name="connsiteX2287" fmla="*/ 3810381 w 4926099"/>
              <a:gd name="connsiteY2287" fmla="*/ 167501 h 968306"/>
              <a:gd name="connsiteX2288" fmla="*/ 3800380 w 4926099"/>
              <a:gd name="connsiteY2288" fmla="*/ 168072 h 968306"/>
              <a:gd name="connsiteX2289" fmla="*/ 3793046 w 4926099"/>
              <a:gd name="connsiteY2289" fmla="*/ 169120 h 968306"/>
              <a:gd name="connsiteX2290" fmla="*/ 3790379 w 4926099"/>
              <a:gd name="connsiteY2290" fmla="*/ 168548 h 968306"/>
              <a:gd name="connsiteX2291" fmla="*/ 3740658 w 4926099"/>
              <a:gd name="connsiteY2291" fmla="*/ 186360 h 968306"/>
              <a:gd name="connsiteX2292" fmla="*/ 3736467 w 4926099"/>
              <a:gd name="connsiteY2292" fmla="*/ 192075 h 968306"/>
              <a:gd name="connsiteX2293" fmla="*/ 3734372 w 4926099"/>
              <a:gd name="connsiteY2293" fmla="*/ 195790 h 968306"/>
              <a:gd name="connsiteX2294" fmla="*/ 3732753 w 4926099"/>
              <a:gd name="connsiteY2294" fmla="*/ 197885 h 968306"/>
              <a:gd name="connsiteX2295" fmla="*/ 3728085 w 4926099"/>
              <a:gd name="connsiteY2295" fmla="*/ 203124 h 968306"/>
              <a:gd name="connsiteX2296" fmla="*/ 3725513 w 4926099"/>
              <a:gd name="connsiteY2296" fmla="*/ 210458 h 968306"/>
              <a:gd name="connsiteX2297" fmla="*/ 3723894 w 4926099"/>
              <a:gd name="connsiteY2297" fmla="*/ 213030 h 968306"/>
              <a:gd name="connsiteX2298" fmla="*/ 3722275 w 4926099"/>
              <a:gd name="connsiteY2298" fmla="*/ 219317 h 968306"/>
              <a:gd name="connsiteX2299" fmla="*/ 3721799 w 4926099"/>
              <a:gd name="connsiteY2299" fmla="*/ 223508 h 968306"/>
              <a:gd name="connsiteX2300" fmla="*/ 3720179 w 4926099"/>
              <a:gd name="connsiteY2300" fmla="*/ 228746 h 968306"/>
              <a:gd name="connsiteX2301" fmla="*/ 3719703 w 4926099"/>
              <a:gd name="connsiteY2301" fmla="*/ 230842 h 968306"/>
              <a:gd name="connsiteX2302" fmla="*/ 3715988 w 4926099"/>
              <a:gd name="connsiteY2302" fmla="*/ 249701 h 968306"/>
              <a:gd name="connsiteX2303" fmla="*/ 3714941 w 4926099"/>
              <a:gd name="connsiteY2303" fmla="*/ 263322 h 968306"/>
              <a:gd name="connsiteX2304" fmla="*/ 3713893 w 4926099"/>
              <a:gd name="connsiteY2304" fmla="*/ 289516 h 968306"/>
              <a:gd name="connsiteX2305" fmla="*/ 3713416 w 4926099"/>
              <a:gd name="connsiteY2305" fmla="*/ 324568 h 968306"/>
              <a:gd name="connsiteX2306" fmla="*/ 3713416 w 4926099"/>
              <a:gd name="connsiteY2306" fmla="*/ 347047 h 968306"/>
              <a:gd name="connsiteX2307" fmla="*/ 3715036 w 4926099"/>
              <a:gd name="connsiteY2307" fmla="*/ 355905 h 968306"/>
              <a:gd name="connsiteX2308" fmla="*/ 3715036 w 4926099"/>
              <a:gd name="connsiteY2308" fmla="*/ 365906 h 968306"/>
              <a:gd name="connsiteX2309" fmla="*/ 3714560 w 4926099"/>
              <a:gd name="connsiteY2309" fmla="*/ 372193 h 968306"/>
              <a:gd name="connsiteX2310" fmla="*/ 3655886 w 4926099"/>
              <a:gd name="connsiteY2310" fmla="*/ 372764 h 968306"/>
              <a:gd name="connsiteX2311" fmla="*/ 3646456 w 4926099"/>
              <a:gd name="connsiteY2311" fmla="*/ 365906 h 968306"/>
              <a:gd name="connsiteX2312" fmla="*/ 3644932 w 4926099"/>
              <a:gd name="connsiteY2312" fmla="*/ 375336 h 968306"/>
              <a:gd name="connsiteX2313" fmla="*/ 3645980 w 4926099"/>
              <a:gd name="connsiteY2313" fmla="*/ 378479 h 968306"/>
              <a:gd name="connsiteX2314" fmla="*/ 3649695 w 4926099"/>
              <a:gd name="connsiteY2314" fmla="*/ 382099 h 968306"/>
              <a:gd name="connsiteX2315" fmla="*/ 3698939 w 4926099"/>
              <a:gd name="connsiteY2315" fmla="*/ 382099 h 968306"/>
              <a:gd name="connsiteX2316" fmla="*/ 3724085 w 4926099"/>
              <a:gd name="connsiteY2316" fmla="*/ 374288 h 968306"/>
              <a:gd name="connsiteX2317" fmla="*/ 3725132 w 4926099"/>
              <a:gd name="connsiteY2317" fmla="*/ 366383 h 968306"/>
              <a:gd name="connsiteX2318" fmla="*/ 3725132 w 4926099"/>
              <a:gd name="connsiteY2318" fmla="*/ 354857 h 968306"/>
              <a:gd name="connsiteX2319" fmla="*/ 3723608 w 4926099"/>
              <a:gd name="connsiteY2319" fmla="*/ 345904 h 968306"/>
              <a:gd name="connsiteX2320" fmla="*/ 3723608 w 4926099"/>
              <a:gd name="connsiteY2320" fmla="*/ 324949 h 968306"/>
              <a:gd name="connsiteX2321" fmla="*/ 3724656 w 4926099"/>
              <a:gd name="connsiteY2321" fmla="*/ 289325 h 968306"/>
              <a:gd name="connsiteX2322" fmla="*/ 3725132 w 4926099"/>
              <a:gd name="connsiteY2322" fmla="*/ 263703 h 968306"/>
              <a:gd name="connsiteX2323" fmla="*/ 3726180 w 4926099"/>
              <a:gd name="connsiteY2323" fmla="*/ 251130 h 968306"/>
              <a:gd name="connsiteX2324" fmla="*/ 3728752 w 4926099"/>
              <a:gd name="connsiteY2324" fmla="*/ 239033 h 968306"/>
              <a:gd name="connsiteX2325" fmla="*/ 3729228 w 4926099"/>
              <a:gd name="connsiteY2325" fmla="*/ 232271 h 968306"/>
              <a:gd name="connsiteX2326" fmla="*/ 3730276 w 4926099"/>
              <a:gd name="connsiteY2326" fmla="*/ 230651 h 968306"/>
              <a:gd name="connsiteX2327" fmla="*/ 3732371 w 4926099"/>
              <a:gd name="connsiteY2327" fmla="*/ 224936 h 968306"/>
              <a:gd name="connsiteX2328" fmla="*/ 3732371 w 4926099"/>
              <a:gd name="connsiteY2328" fmla="*/ 220174 h 968306"/>
              <a:gd name="connsiteX2329" fmla="*/ 3734943 w 4926099"/>
              <a:gd name="connsiteY2329" fmla="*/ 214935 h 968306"/>
              <a:gd name="connsiteX2330" fmla="*/ 3735991 w 4926099"/>
              <a:gd name="connsiteY2330" fmla="*/ 212840 h 968306"/>
              <a:gd name="connsiteX2331" fmla="*/ 3736562 w 4926099"/>
              <a:gd name="connsiteY2331" fmla="*/ 209696 h 968306"/>
              <a:gd name="connsiteX2332" fmla="*/ 3737039 w 4926099"/>
              <a:gd name="connsiteY2332" fmla="*/ 207601 h 968306"/>
              <a:gd name="connsiteX2333" fmla="*/ 3739610 w 4926099"/>
              <a:gd name="connsiteY2333" fmla="*/ 204458 h 968306"/>
              <a:gd name="connsiteX2334" fmla="*/ 3742754 w 4926099"/>
              <a:gd name="connsiteY2334" fmla="*/ 201314 h 968306"/>
              <a:gd name="connsiteX2335" fmla="*/ 3744278 w 4926099"/>
              <a:gd name="connsiteY2335" fmla="*/ 199219 h 968306"/>
              <a:gd name="connsiteX2336" fmla="*/ 3745325 w 4926099"/>
              <a:gd name="connsiteY2336" fmla="*/ 197123 h 968306"/>
              <a:gd name="connsiteX2337" fmla="*/ 3747897 w 4926099"/>
              <a:gd name="connsiteY2337" fmla="*/ 193409 h 968306"/>
              <a:gd name="connsiteX2338" fmla="*/ 3791903 w 4926099"/>
              <a:gd name="connsiteY2338" fmla="*/ 178740 h 968306"/>
              <a:gd name="connsiteX2339" fmla="*/ 3796570 w 4926099"/>
              <a:gd name="connsiteY2339" fmla="*/ 178740 h 968306"/>
              <a:gd name="connsiteX2340" fmla="*/ 3802380 w 4926099"/>
              <a:gd name="connsiteY2340" fmla="*/ 177121 h 968306"/>
              <a:gd name="connsiteX2341" fmla="*/ 3810762 w 4926099"/>
              <a:gd name="connsiteY2341" fmla="*/ 177121 h 968306"/>
              <a:gd name="connsiteX2342" fmla="*/ 3813334 w 4926099"/>
              <a:gd name="connsiteY2342" fmla="*/ 177692 h 968306"/>
              <a:gd name="connsiteX2343" fmla="*/ 3820668 w 4926099"/>
              <a:gd name="connsiteY2343" fmla="*/ 166739 h 968306"/>
              <a:gd name="connsiteX2344" fmla="*/ 3818096 w 4926099"/>
              <a:gd name="connsiteY2344" fmla="*/ 145307 h 968306"/>
              <a:gd name="connsiteX2345" fmla="*/ 3816477 w 4926099"/>
              <a:gd name="connsiteY2345" fmla="*/ 136925 h 968306"/>
              <a:gd name="connsiteX2346" fmla="*/ 3810762 w 4926099"/>
              <a:gd name="connsiteY2346" fmla="*/ 100826 h 968306"/>
              <a:gd name="connsiteX2347" fmla="*/ 3807047 w 4926099"/>
              <a:gd name="connsiteY2347" fmla="*/ 100254 h 968306"/>
              <a:gd name="connsiteX2348" fmla="*/ 3803904 w 4926099"/>
              <a:gd name="connsiteY2348" fmla="*/ 99683 h 968306"/>
              <a:gd name="connsiteX2349" fmla="*/ 3799713 w 4926099"/>
              <a:gd name="connsiteY2349" fmla="*/ 100254 h 968306"/>
              <a:gd name="connsiteX2350" fmla="*/ 3795522 w 4926099"/>
              <a:gd name="connsiteY2350" fmla="*/ 100826 h 968306"/>
              <a:gd name="connsiteX2351" fmla="*/ 3786092 w 4926099"/>
              <a:gd name="connsiteY2351" fmla="*/ 101873 h 968306"/>
              <a:gd name="connsiteX2352" fmla="*/ 3770853 w 4926099"/>
              <a:gd name="connsiteY2352" fmla="*/ 106064 h 968306"/>
              <a:gd name="connsiteX2353" fmla="*/ 3768757 w 4926099"/>
              <a:gd name="connsiteY2353" fmla="*/ 106064 h 968306"/>
              <a:gd name="connsiteX2354" fmla="*/ 3761423 w 4926099"/>
              <a:gd name="connsiteY2354" fmla="*/ 110732 h 968306"/>
              <a:gd name="connsiteX2355" fmla="*/ 3754660 w 4926099"/>
              <a:gd name="connsiteY2355" fmla="*/ 115970 h 968306"/>
              <a:gd name="connsiteX2356" fmla="*/ 3747326 w 4926099"/>
              <a:gd name="connsiteY2356" fmla="*/ 123781 h 968306"/>
              <a:gd name="connsiteX2357" fmla="*/ 3736372 w 4926099"/>
              <a:gd name="connsiteY2357" fmla="*/ 133211 h 968306"/>
              <a:gd name="connsiteX2358" fmla="*/ 3733800 w 4926099"/>
              <a:gd name="connsiteY2358" fmla="*/ 135306 h 968306"/>
              <a:gd name="connsiteX2359" fmla="*/ 3725895 w 4926099"/>
              <a:gd name="connsiteY2359" fmla="*/ 141593 h 968306"/>
              <a:gd name="connsiteX2360" fmla="*/ 3723799 w 4926099"/>
              <a:gd name="connsiteY2360" fmla="*/ 111684 h 968306"/>
              <a:gd name="connsiteX2361" fmla="*/ 3681413 w 4926099"/>
              <a:gd name="connsiteY2361" fmla="*/ 107017 h 968306"/>
              <a:gd name="connsiteX2362" fmla="*/ 3678746 w 4926099"/>
              <a:gd name="connsiteY2362" fmla="*/ 107017 h 968306"/>
              <a:gd name="connsiteX2363" fmla="*/ 3646837 w 4926099"/>
              <a:gd name="connsiteY2363" fmla="*/ 111208 h 968306"/>
              <a:gd name="connsiteX2364" fmla="*/ 3647885 w 4926099"/>
              <a:gd name="connsiteY2364" fmla="*/ 161500 h 968306"/>
              <a:gd name="connsiteX2365" fmla="*/ 3646837 w 4926099"/>
              <a:gd name="connsiteY2365" fmla="*/ 202362 h 968306"/>
              <a:gd name="connsiteX2366" fmla="*/ 3645789 w 4926099"/>
              <a:gd name="connsiteY2366" fmla="*/ 207601 h 968306"/>
              <a:gd name="connsiteX2367" fmla="*/ 3646265 w 4926099"/>
              <a:gd name="connsiteY2367" fmla="*/ 238557 h 968306"/>
              <a:gd name="connsiteX2368" fmla="*/ 3646265 w 4926099"/>
              <a:gd name="connsiteY2368" fmla="*/ 360572 h 968306"/>
              <a:gd name="connsiteX2369" fmla="*/ 3646265 w 4926099"/>
              <a:gd name="connsiteY2369" fmla="*/ 365811 h 968306"/>
              <a:gd name="connsiteX2370" fmla="*/ 3529489 w 4926099"/>
              <a:gd name="connsiteY2370" fmla="*/ 373717 h 968306"/>
              <a:gd name="connsiteX2371" fmla="*/ 3529965 w 4926099"/>
              <a:gd name="connsiteY2371" fmla="*/ 355429 h 968306"/>
              <a:gd name="connsiteX2372" fmla="*/ 3521107 w 4926099"/>
              <a:gd name="connsiteY2372" fmla="*/ 349142 h 968306"/>
              <a:gd name="connsiteX2373" fmla="*/ 3445669 w 4926099"/>
              <a:gd name="connsiteY2373" fmla="*/ 380575 h 968306"/>
              <a:gd name="connsiteX2374" fmla="*/ 3438335 w 4926099"/>
              <a:gd name="connsiteY2374" fmla="*/ 379527 h 968306"/>
              <a:gd name="connsiteX2375" fmla="*/ 3418428 w 4926099"/>
              <a:gd name="connsiteY2375" fmla="*/ 376384 h 968306"/>
              <a:gd name="connsiteX2376" fmla="*/ 3395948 w 4926099"/>
              <a:gd name="connsiteY2376" fmla="*/ 373812 h 968306"/>
              <a:gd name="connsiteX2377" fmla="*/ 3380708 w 4926099"/>
              <a:gd name="connsiteY2377" fmla="*/ 365430 h 968306"/>
              <a:gd name="connsiteX2378" fmla="*/ 3377565 w 4926099"/>
              <a:gd name="connsiteY2378" fmla="*/ 361811 h 968306"/>
              <a:gd name="connsiteX2379" fmla="*/ 3368135 w 4926099"/>
              <a:gd name="connsiteY2379" fmla="*/ 354000 h 968306"/>
              <a:gd name="connsiteX2380" fmla="*/ 3361373 w 4926099"/>
              <a:gd name="connsiteY2380" fmla="*/ 346094 h 968306"/>
              <a:gd name="connsiteX2381" fmla="*/ 3358801 w 4926099"/>
              <a:gd name="connsiteY2381" fmla="*/ 339332 h 968306"/>
              <a:gd name="connsiteX2382" fmla="*/ 3355658 w 4926099"/>
              <a:gd name="connsiteY2382" fmla="*/ 332474 h 968306"/>
              <a:gd name="connsiteX2383" fmla="*/ 3351466 w 4926099"/>
              <a:gd name="connsiteY2383" fmla="*/ 322568 h 968306"/>
              <a:gd name="connsiteX2384" fmla="*/ 3350990 w 4926099"/>
              <a:gd name="connsiteY2384" fmla="*/ 316757 h 968306"/>
              <a:gd name="connsiteX2385" fmla="*/ 3348895 w 4926099"/>
              <a:gd name="connsiteY2385" fmla="*/ 309995 h 968306"/>
              <a:gd name="connsiteX2386" fmla="*/ 3348419 w 4926099"/>
              <a:gd name="connsiteY2386" fmla="*/ 296374 h 968306"/>
              <a:gd name="connsiteX2387" fmla="*/ 3349466 w 4926099"/>
              <a:gd name="connsiteY2387" fmla="*/ 167501 h 968306"/>
              <a:gd name="connsiteX2388" fmla="*/ 3352610 w 4926099"/>
              <a:gd name="connsiteY2388" fmla="*/ 123971 h 968306"/>
              <a:gd name="connsiteX2389" fmla="*/ 3352133 w 4926099"/>
              <a:gd name="connsiteY2389" fmla="*/ 119780 h 968306"/>
              <a:gd name="connsiteX2390" fmla="*/ 3359944 w 4926099"/>
              <a:gd name="connsiteY2390" fmla="*/ 120352 h 968306"/>
              <a:gd name="connsiteX2391" fmla="*/ 3406045 w 4926099"/>
              <a:gd name="connsiteY2391" fmla="*/ 119304 h 968306"/>
              <a:gd name="connsiteX2392" fmla="*/ 3409760 w 4926099"/>
              <a:gd name="connsiteY2392" fmla="*/ 121400 h 968306"/>
              <a:gd name="connsiteX2393" fmla="*/ 3409283 w 4926099"/>
              <a:gd name="connsiteY2393" fmla="*/ 150165 h 968306"/>
              <a:gd name="connsiteX2394" fmla="*/ 3408712 w 4926099"/>
              <a:gd name="connsiteY2394" fmla="*/ 250749 h 968306"/>
              <a:gd name="connsiteX2395" fmla="*/ 3408712 w 4926099"/>
              <a:gd name="connsiteY2395" fmla="*/ 264941 h 968306"/>
              <a:gd name="connsiteX2396" fmla="*/ 3433382 w 4926099"/>
              <a:gd name="connsiteY2396" fmla="*/ 325711 h 968306"/>
              <a:gd name="connsiteX2397" fmla="*/ 3482626 w 4926099"/>
              <a:gd name="connsiteY2397" fmla="*/ 337712 h 968306"/>
              <a:gd name="connsiteX2398" fmla="*/ 3521869 w 4926099"/>
              <a:gd name="connsiteY2398" fmla="*/ 307804 h 968306"/>
              <a:gd name="connsiteX2399" fmla="*/ 3522916 w 4926099"/>
              <a:gd name="connsiteY2399" fmla="*/ 304661 h 968306"/>
              <a:gd name="connsiteX2400" fmla="*/ 3524536 w 4926099"/>
              <a:gd name="connsiteY2400" fmla="*/ 300470 h 968306"/>
              <a:gd name="connsiteX2401" fmla="*/ 3526631 w 4926099"/>
              <a:gd name="connsiteY2401" fmla="*/ 294659 h 968306"/>
              <a:gd name="connsiteX2402" fmla="*/ 3529298 w 4926099"/>
              <a:gd name="connsiteY2402" fmla="*/ 287325 h 968306"/>
              <a:gd name="connsiteX2403" fmla="*/ 3530346 w 4926099"/>
              <a:gd name="connsiteY2403" fmla="*/ 281515 h 968306"/>
              <a:gd name="connsiteX2404" fmla="*/ 3531965 w 4926099"/>
              <a:gd name="connsiteY2404" fmla="*/ 278372 h 968306"/>
              <a:gd name="connsiteX2405" fmla="*/ 3533585 w 4926099"/>
              <a:gd name="connsiteY2405" fmla="*/ 274181 h 968306"/>
              <a:gd name="connsiteX2406" fmla="*/ 3534632 w 4926099"/>
              <a:gd name="connsiteY2406" fmla="*/ 262655 h 968306"/>
              <a:gd name="connsiteX2407" fmla="*/ 3533013 w 4926099"/>
              <a:gd name="connsiteY2407" fmla="*/ 158928 h 968306"/>
              <a:gd name="connsiteX2408" fmla="*/ 3531965 w 4926099"/>
              <a:gd name="connsiteY2408" fmla="*/ 127972 h 968306"/>
              <a:gd name="connsiteX2409" fmla="*/ 3531489 w 4926099"/>
              <a:gd name="connsiteY2409" fmla="*/ 122162 h 968306"/>
              <a:gd name="connsiteX2410" fmla="*/ 3531965 w 4926099"/>
              <a:gd name="connsiteY2410" fmla="*/ 119018 h 968306"/>
              <a:gd name="connsiteX2411" fmla="*/ 3555587 w 4926099"/>
              <a:gd name="connsiteY2411" fmla="*/ 118447 h 968306"/>
              <a:gd name="connsiteX2412" fmla="*/ 3587496 w 4926099"/>
              <a:gd name="connsiteY2412" fmla="*/ 117399 h 968306"/>
              <a:gd name="connsiteX2413" fmla="*/ 3588068 w 4926099"/>
              <a:gd name="connsiteY2413" fmla="*/ 123114 h 968306"/>
              <a:gd name="connsiteX2414" fmla="*/ 3587020 w 4926099"/>
              <a:gd name="connsiteY2414" fmla="*/ 167691 h 968306"/>
              <a:gd name="connsiteX2415" fmla="*/ 3588639 w 4926099"/>
              <a:gd name="connsiteY2415" fmla="*/ 330092 h 968306"/>
              <a:gd name="connsiteX2416" fmla="*/ 3587591 w 4926099"/>
              <a:gd name="connsiteY2416" fmla="*/ 374669 h 968306"/>
              <a:gd name="connsiteX2417" fmla="*/ 3582353 w 4926099"/>
              <a:gd name="connsiteY2417" fmla="*/ 374098 h 968306"/>
              <a:gd name="connsiteX2418" fmla="*/ 3559302 w 4926099"/>
              <a:gd name="connsiteY2418" fmla="*/ 374098 h 968306"/>
              <a:gd name="connsiteX2419" fmla="*/ 3546158 w 4926099"/>
              <a:gd name="connsiteY2419" fmla="*/ 373526 h 968306"/>
              <a:gd name="connsiteX2420" fmla="*/ 3529965 w 4926099"/>
              <a:gd name="connsiteY2420" fmla="*/ 373526 h 968306"/>
              <a:gd name="connsiteX2421" fmla="*/ 3356039 w 4926099"/>
              <a:gd name="connsiteY2421" fmla="*/ 353619 h 968306"/>
              <a:gd name="connsiteX2422" fmla="*/ 3370707 w 4926099"/>
              <a:gd name="connsiteY2422" fmla="*/ 368764 h 968306"/>
              <a:gd name="connsiteX2423" fmla="*/ 3374422 w 4926099"/>
              <a:gd name="connsiteY2423" fmla="*/ 372479 h 968306"/>
              <a:gd name="connsiteX2424" fmla="*/ 3393853 w 4926099"/>
              <a:gd name="connsiteY2424" fmla="*/ 383432 h 968306"/>
              <a:gd name="connsiteX2425" fmla="*/ 3417951 w 4926099"/>
              <a:gd name="connsiteY2425" fmla="*/ 386099 h 968306"/>
              <a:gd name="connsiteX2426" fmla="*/ 3438906 w 4926099"/>
              <a:gd name="connsiteY2426" fmla="*/ 389243 h 968306"/>
              <a:gd name="connsiteX2427" fmla="*/ 3446240 w 4926099"/>
              <a:gd name="connsiteY2427" fmla="*/ 390290 h 968306"/>
              <a:gd name="connsiteX2428" fmla="*/ 3520631 w 4926099"/>
              <a:gd name="connsiteY2428" fmla="*/ 356762 h 968306"/>
              <a:gd name="connsiteX2429" fmla="*/ 3520059 w 4926099"/>
              <a:gd name="connsiteY2429" fmla="*/ 376098 h 968306"/>
              <a:gd name="connsiteX2430" fmla="*/ 3520059 w 4926099"/>
              <a:gd name="connsiteY2430" fmla="*/ 378194 h 968306"/>
              <a:gd name="connsiteX2431" fmla="*/ 3528441 w 4926099"/>
              <a:gd name="connsiteY2431" fmla="*/ 383909 h 968306"/>
              <a:gd name="connsiteX2432" fmla="*/ 3545777 w 4926099"/>
              <a:gd name="connsiteY2432" fmla="*/ 383337 h 968306"/>
              <a:gd name="connsiteX2433" fmla="*/ 3558921 w 4926099"/>
              <a:gd name="connsiteY2433" fmla="*/ 384385 h 968306"/>
              <a:gd name="connsiteX2434" fmla="*/ 3583020 w 4926099"/>
              <a:gd name="connsiteY2434" fmla="*/ 384385 h 968306"/>
              <a:gd name="connsiteX2435" fmla="*/ 3597688 w 4926099"/>
              <a:gd name="connsiteY2435" fmla="*/ 380194 h 968306"/>
              <a:gd name="connsiteX2436" fmla="*/ 3598736 w 4926099"/>
              <a:gd name="connsiteY2436" fmla="*/ 327330 h 968306"/>
              <a:gd name="connsiteX2437" fmla="*/ 3597212 w 4926099"/>
              <a:gd name="connsiteY2437" fmla="*/ 166453 h 968306"/>
              <a:gd name="connsiteX2438" fmla="*/ 3598259 w 4926099"/>
              <a:gd name="connsiteY2438" fmla="*/ 122924 h 968306"/>
              <a:gd name="connsiteX2439" fmla="*/ 3586734 w 4926099"/>
              <a:gd name="connsiteY2439" fmla="*/ 106731 h 968306"/>
              <a:gd name="connsiteX2440" fmla="*/ 3555302 w 4926099"/>
              <a:gd name="connsiteY2440" fmla="*/ 108255 h 968306"/>
              <a:gd name="connsiteX2441" fmla="*/ 3533299 w 4926099"/>
              <a:gd name="connsiteY2441" fmla="*/ 108827 h 968306"/>
              <a:gd name="connsiteX2442" fmla="*/ 3520726 w 4926099"/>
              <a:gd name="connsiteY2442" fmla="*/ 113018 h 968306"/>
              <a:gd name="connsiteX2443" fmla="*/ 3521774 w 4926099"/>
              <a:gd name="connsiteY2443" fmla="*/ 120352 h 968306"/>
              <a:gd name="connsiteX2444" fmla="*/ 3522250 w 4926099"/>
              <a:gd name="connsiteY2444" fmla="*/ 128162 h 968306"/>
              <a:gd name="connsiteX2445" fmla="*/ 3523298 w 4926099"/>
              <a:gd name="connsiteY2445" fmla="*/ 159595 h 968306"/>
              <a:gd name="connsiteX2446" fmla="*/ 3524917 w 4926099"/>
              <a:gd name="connsiteY2446" fmla="*/ 261227 h 968306"/>
              <a:gd name="connsiteX2447" fmla="*/ 3523298 w 4926099"/>
              <a:gd name="connsiteY2447" fmla="*/ 273800 h 968306"/>
              <a:gd name="connsiteX2448" fmla="*/ 3521202 w 4926099"/>
              <a:gd name="connsiteY2448" fmla="*/ 278467 h 968306"/>
              <a:gd name="connsiteX2449" fmla="*/ 3519583 w 4926099"/>
              <a:gd name="connsiteY2449" fmla="*/ 284753 h 968306"/>
              <a:gd name="connsiteX2450" fmla="*/ 3517487 w 4926099"/>
              <a:gd name="connsiteY2450" fmla="*/ 290468 h 968306"/>
              <a:gd name="connsiteX2451" fmla="*/ 3515392 w 4926099"/>
              <a:gd name="connsiteY2451" fmla="*/ 296279 h 968306"/>
              <a:gd name="connsiteX2452" fmla="*/ 3514344 w 4926099"/>
              <a:gd name="connsiteY2452" fmla="*/ 299993 h 968306"/>
              <a:gd name="connsiteX2453" fmla="*/ 3513296 w 4926099"/>
              <a:gd name="connsiteY2453" fmla="*/ 302089 h 968306"/>
              <a:gd name="connsiteX2454" fmla="*/ 3481864 w 4926099"/>
              <a:gd name="connsiteY2454" fmla="*/ 327235 h 968306"/>
              <a:gd name="connsiteX2455" fmla="*/ 3439382 w 4926099"/>
              <a:gd name="connsiteY2455" fmla="*/ 316757 h 968306"/>
              <a:gd name="connsiteX2456" fmla="*/ 3418999 w 4926099"/>
              <a:gd name="connsiteY2456" fmla="*/ 263322 h 968306"/>
              <a:gd name="connsiteX2457" fmla="*/ 3418999 w 4926099"/>
              <a:gd name="connsiteY2457" fmla="*/ 250178 h 968306"/>
              <a:gd name="connsiteX2458" fmla="*/ 3419475 w 4926099"/>
              <a:gd name="connsiteY2458" fmla="*/ 150070 h 968306"/>
              <a:gd name="connsiteX2459" fmla="*/ 3420047 w 4926099"/>
              <a:gd name="connsiteY2459" fmla="*/ 121781 h 968306"/>
              <a:gd name="connsiteX2460" fmla="*/ 3420523 w 4926099"/>
              <a:gd name="connsiteY2460" fmla="*/ 118161 h 968306"/>
              <a:gd name="connsiteX2461" fmla="*/ 3407378 w 4926099"/>
              <a:gd name="connsiteY2461" fmla="*/ 108731 h 968306"/>
              <a:gd name="connsiteX2462" fmla="*/ 3359658 w 4926099"/>
              <a:gd name="connsiteY2462" fmla="*/ 109303 h 968306"/>
              <a:gd name="connsiteX2463" fmla="*/ 3342323 w 4926099"/>
              <a:gd name="connsiteY2463" fmla="*/ 123495 h 968306"/>
              <a:gd name="connsiteX2464" fmla="*/ 3339751 w 4926099"/>
              <a:gd name="connsiteY2464" fmla="*/ 166453 h 968306"/>
              <a:gd name="connsiteX2465" fmla="*/ 3338132 w 4926099"/>
              <a:gd name="connsiteY2465" fmla="*/ 295802 h 968306"/>
              <a:gd name="connsiteX2466" fmla="*/ 3339751 w 4926099"/>
              <a:gd name="connsiteY2466" fmla="*/ 312566 h 968306"/>
              <a:gd name="connsiteX2467" fmla="*/ 3340227 w 4926099"/>
              <a:gd name="connsiteY2467" fmla="*/ 314662 h 968306"/>
              <a:gd name="connsiteX2468" fmla="*/ 3341846 w 4926099"/>
              <a:gd name="connsiteY2468" fmla="*/ 318853 h 968306"/>
              <a:gd name="connsiteX2469" fmla="*/ 3341846 w 4926099"/>
              <a:gd name="connsiteY2469" fmla="*/ 323615 h 968306"/>
              <a:gd name="connsiteX2470" fmla="*/ 3347085 w 4926099"/>
              <a:gd name="connsiteY2470" fmla="*/ 336760 h 968306"/>
              <a:gd name="connsiteX2471" fmla="*/ 3350228 w 4926099"/>
              <a:gd name="connsiteY2471" fmla="*/ 343046 h 968306"/>
              <a:gd name="connsiteX2472" fmla="*/ 3356515 w 4926099"/>
              <a:gd name="connsiteY2472" fmla="*/ 354095 h 968306"/>
              <a:gd name="connsiteX2473" fmla="*/ 3356039 w 4926099"/>
              <a:gd name="connsiteY2473" fmla="*/ 353524 h 968306"/>
              <a:gd name="connsiteX2474" fmla="*/ 3494723 w 4926099"/>
              <a:gd name="connsiteY2474" fmla="*/ 16720 h 968306"/>
              <a:gd name="connsiteX2475" fmla="*/ 3505200 w 4926099"/>
              <a:gd name="connsiteY2475" fmla="*/ 15672 h 968306"/>
              <a:gd name="connsiteX2476" fmla="*/ 3549682 w 4926099"/>
              <a:gd name="connsiteY2476" fmla="*/ 14624 h 968306"/>
              <a:gd name="connsiteX2477" fmla="*/ 3550253 w 4926099"/>
              <a:gd name="connsiteY2477" fmla="*/ 16244 h 968306"/>
              <a:gd name="connsiteX2478" fmla="*/ 3550730 w 4926099"/>
              <a:gd name="connsiteY2478" fmla="*/ 16720 h 968306"/>
              <a:gd name="connsiteX2479" fmla="*/ 3551778 w 4926099"/>
              <a:gd name="connsiteY2479" fmla="*/ 50248 h 968306"/>
              <a:gd name="connsiteX2480" fmla="*/ 3551301 w 4926099"/>
              <a:gd name="connsiteY2480" fmla="*/ 55487 h 968306"/>
              <a:gd name="connsiteX2481" fmla="*/ 3550825 w 4926099"/>
              <a:gd name="connsiteY2481" fmla="*/ 60725 h 968306"/>
              <a:gd name="connsiteX2482" fmla="*/ 3546634 w 4926099"/>
              <a:gd name="connsiteY2482" fmla="*/ 60725 h 968306"/>
              <a:gd name="connsiteX2483" fmla="*/ 3534537 w 4926099"/>
              <a:gd name="connsiteY2483" fmla="*/ 61297 h 968306"/>
              <a:gd name="connsiteX2484" fmla="*/ 3519869 w 4926099"/>
              <a:gd name="connsiteY2484" fmla="*/ 60249 h 968306"/>
              <a:gd name="connsiteX2485" fmla="*/ 3494723 w 4926099"/>
              <a:gd name="connsiteY2485" fmla="*/ 61297 h 968306"/>
              <a:gd name="connsiteX2486" fmla="*/ 3494723 w 4926099"/>
              <a:gd name="connsiteY2486" fmla="*/ 16720 h 968306"/>
              <a:gd name="connsiteX2487" fmla="*/ 3560255 w 4926099"/>
              <a:gd name="connsiteY2487" fmla="*/ 13100 h 968306"/>
              <a:gd name="connsiteX2488" fmla="*/ 3559778 w 4926099"/>
              <a:gd name="connsiteY2488" fmla="*/ 11481 h 968306"/>
              <a:gd name="connsiteX2489" fmla="*/ 3504819 w 4926099"/>
              <a:gd name="connsiteY2489" fmla="*/ 5671 h 968306"/>
              <a:gd name="connsiteX2490" fmla="*/ 3485388 w 4926099"/>
              <a:gd name="connsiteY2490" fmla="*/ 12529 h 968306"/>
              <a:gd name="connsiteX2491" fmla="*/ 3484340 w 4926099"/>
              <a:gd name="connsiteY2491" fmla="*/ 15672 h 968306"/>
              <a:gd name="connsiteX2492" fmla="*/ 3484340 w 4926099"/>
              <a:gd name="connsiteY2492" fmla="*/ 63869 h 968306"/>
              <a:gd name="connsiteX2493" fmla="*/ 3519964 w 4926099"/>
              <a:gd name="connsiteY2493" fmla="*/ 70155 h 968306"/>
              <a:gd name="connsiteX2494" fmla="*/ 3534632 w 4926099"/>
              <a:gd name="connsiteY2494" fmla="*/ 71203 h 968306"/>
              <a:gd name="connsiteX2495" fmla="*/ 3546729 w 4926099"/>
              <a:gd name="connsiteY2495" fmla="*/ 70631 h 968306"/>
              <a:gd name="connsiteX2496" fmla="*/ 3560826 w 4926099"/>
              <a:gd name="connsiteY2496" fmla="*/ 61773 h 968306"/>
              <a:gd name="connsiteX2497" fmla="*/ 3561398 w 4926099"/>
              <a:gd name="connsiteY2497" fmla="*/ 56058 h 968306"/>
              <a:gd name="connsiteX2498" fmla="*/ 3561874 w 4926099"/>
              <a:gd name="connsiteY2498" fmla="*/ 51867 h 968306"/>
              <a:gd name="connsiteX2499" fmla="*/ 3561874 w 4926099"/>
              <a:gd name="connsiteY2499" fmla="*/ 50248 h 968306"/>
              <a:gd name="connsiteX2500" fmla="*/ 3560826 w 4926099"/>
              <a:gd name="connsiteY2500" fmla="*/ 18815 h 968306"/>
              <a:gd name="connsiteX2501" fmla="*/ 3560350 w 4926099"/>
              <a:gd name="connsiteY2501" fmla="*/ 13100 h 968306"/>
              <a:gd name="connsiteX2502" fmla="*/ 3439859 w 4926099"/>
              <a:gd name="connsiteY2502" fmla="*/ 12529 h 968306"/>
              <a:gd name="connsiteX2503" fmla="*/ 3439859 w 4926099"/>
              <a:gd name="connsiteY2503" fmla="*/ 18815 h 968306"/>
              <a:gd name="connsiteX2504" fmla="*/ 3442430 w 4926099"/>
              <a:gd name="connsiteY2504" fmla="*/ 61297 h 968306"/>
              <a:gd name="connsiteX2505" fmla="*/ 3387947 w 4926099"/>
              <a:gd name="connsiteY2505" fmla="*/ 61868 h 968306"/>
              <a:gd name="connsiteX2506" fmla="*/ 3384233 w 4926099"/>
              <a:gd name="connsiteY2506" fmla="*/ 61297 h 968306"/>
              <a:gd name="connsiteX2507" fmla="*/ 3383756 w 4926099"/>
              <a:gd name="connsiteY2507" fmla="*/ 59678 h 968306"/>
              <a:gd name="connsiteX2508" fmla="*/ 3386328 w 4926099"/>
              <a:gd name="connsiteY2508" fmla="*/ 47105 h 968306"/>
              <a:gd name="connsiteX2509" fmla="*/ 3386328 w 4926099"/>
              <a:gd name="connsiteY2509" fmla="*/ 30817 h 968306"/>
              <a:gd name="connsiteX2510" fmla="*/ 3385852 w 4926099"/>
              <a:gd name="connsiteY2510" fmla="*/ 15101 h 968306"/>
              <a:gd name="connsiteX2511" fmla="*/ 3386328 w 4926099"/>
              <a:gd name="connsiteY2511" fmla="*/ 13481 h 968306"/>
              <a:gd name="connsiteX2512" fmla="*/ 3387947 w 4926099"/>
              <a:gd name="connsiteY2512" fmla="*/ 13481 h 968306"/>
              <a:gd name="connsiteX2513" fmla="*/ 3428333 w 4926099"/>
              <a:gd name="connsiteY2513" fmla="*/ 11386 h 968306"/>
              <a:gd name="connsiteX2514" fmla="*/ 3439859 w 4926099"/>
              <a:gd name="connsiteY2514" fmla="*/ 12434 h 968306"/>
              <a:gd name="connsiteX2515" fmla="*/ 3448241 w 4926099"/>
              <a:gd name="connsiteY2515" fmla="*/ 5671 h 968306"/>
              <a:gd name="connsiteX2516" fmla="*/ 3428333 w 4926099"/>
              <a:gd name="connsiteY2516" fmla="*/ 1480 h 968306"/>
              <a:gd name="connsiteX2517" fmla="*/ 3392710 w 4926099"/>
              <a:gd name="connsiteY2517" fmla="*/ 3099 h 968306"/>
              <a:gd name="connsiteX2518" fmla="*/ 3375946 w 4926099"/>
              <a:gd name="connsiteY2518" fmla="*/ 13577 h 968306"/>
              <a:gd name="connsiteX2519" fmla="*/ 3375946 w 4926099"/>
              <a:gd name="connsiteY2519" fmla="*/ 15196 h 968306"/>
              <a:gd name="connsiteX2520" fmla="*/ 3373850 w 4926099"/>
              <a:gd name="connsiteY2520" fmla="*/ 58630 h 968306"/>
              <a:gd name="connsiteX2521" fmla="*/ 3374327 w 4926099"/>
              <a:gd name="connsiteY2521" fmla="*/ 62821 h 968306"/>
              <a:gd name="connsiteX2522" fmla="*/ 3374803 w 4926099"/>
              <a:gd name="connsiteY2522" fmla="*/ 65964 h 968306"/>
              <a:gd name="connsiteX2523" fmla="*/ 3387947 w 4926099"/>
              <a:gd name="connsiteY2523" fmla="*/ 71679 h 968306"/>
              <a:gd name="connsiteX2524" fmla="*/ 3447669 w 4926099"/>
              <a:gd name="connsiteY2524" fmla="*/ 71108 h 968306"/>
              <a:gd name="connsiteX2525" fmla="*/ 3452908 w 4926099"/>
              <a:gd name="connsiteY2525" fmla="*/ 65869 h 968306"/>
              <a:gd name="connsiteX2526" fmla="*/ 3450336 w 4926099"/>
              <a:gd name="connsiteY2526" fmla="*/ 18720 h 968306"/>
              <a:gd name="connsiteX2527" fmla="*/ 3449765 w 4926099"/>
              <a:gd name="connsiteY2527" fmla="*/ 16625 h 968306"/>
              <a:gd name="connsiteX2528" fmla="*/ 3449765 w 4926099"/>
              <a:gd name="connsiteY2528" fmla="*/ 12434 h 968306"/>
              <a:gd name="connsiteX2529" fmla="*/ 3448241 w 4926099"/>
              <a:gd name="connsiteY2529" fmla="*/ 5576 h 968306"/>
              <a:gd name="connsiteX2530" fmla="*/ 3136487 w 4926099"/>
              <a:gd name="connsiteY2530" fmla="*/ 147593 h 968306"/>
              <a:gd name="connsiteX2531" fmla="*/ 3137535 w 4926099"/>
              <a:gd name="connsiteY2531" fmla="*/ 115113 h 968306"/>
              <a:gd name="connsiteX2532" fmla="*/ 3139631 w 4926099"/>
              <a:gd name="connsiteY2532" fmla="*/ 115685 h 968306"/>
              <a:gd name="connsiteX2533" fmla="*/ 3152204 w 4926099"/>
              <a:gd name="connsiteY2533" fmla="*/ 115685 h 968306"/>
              <a:gd name="connsiteX2534" fmla="*/ 3160586 w 4926099"/>
              <a:gd name="connsiteY2534" fmla="*/ 115685 h 968306"/>
              <a:gd name="connsiteX2535" fmla="*/ 3178397 w 4926099"/>
              <a:gd name="connsiteY2535" fmla="*/ 86824 h 968306"/>
              <a:gd name="connsiteX2536" fmla="*/ 3178397 w 4926099"/>
              <a:gd name="connsiteY2536" fmla="*/ 81585 h 968306"/>
              <a:gd name="connsiteX2537" fmla="*/ 3178874 w 4926099"/>
              <a:gd name="connsiteY2537" fmla="*/ 77870 h 968306"/>
              <a:gd name="connsiteX2538" fmla="*/ 3185160 w 4926099"/>
              <a:gd name="connsiteY2538" fmla="*/ 55868 h 968306"/>
              <a:gd name="connsiteX2539" fmla="*/ 3204020 w 4926099"/>
              <a:gd name="connsiteY2539" fmla="*/ 32817 h 968306"/>
              <a:gd name="connsiteX2540" fmla="*/ 3218116 w 4926099"/>
              <a:gd name="connsiteY2540" fmla="*/ 21863 h 968306"/>
              <a:gd name="connsiteX2541" fmla="*/ 3226499 w 4926099"/>
              <a:gd name="connsiteY2541" fmla="*/ 16625 h 968306"/>
              <a:gd name="connsiteX2542" fmla="*/ 3243263 w 4926099"/>
              <a:gd name="connsiteY2542" fmla="*/ 11957 h 968306"/>
              <a:gd name="connsiteX2543" fmla="*/ 3290411 w 4926099"/>
              <a:gd name="connsiteY2543" fmla="*/ 14053 h 968306"/>
              <a:gd name="connsiteX2544" fmla="*/ 3293078 w 4926099"/>
              <a:gd name="connsiteY2544" fmla="*/ 15101 h 968306"/>
              <a:gd name="connsiteX2545" fmla="*/ 3295650 w 4926099"/>
              <a:gd name="connsiteY2545" fmla="*/ 15672 h 968306"/>
              <a:gd name="connsiteX2546" fmla="*/ 3294603 w 4926099"/>
              <a:gd name="connsiteY2546" fmla="*/ 38151 h 968306"/>
              <a:gd name="connsiteX2547" fmla="*/ 3295174 w 4926099"/>
              <a:gd name="connsiteY2547" fmla="*/ 54915 h 968306"/>
              <a:gd name="connsiteX2548" fmla="*/ 3277362 w 4926099"/>
              <a:gd name="connsiteY2548" fmla="*/ 52820 h 968306"/>
              <a:gd name="connsiteX2549" fmla="*/ 3239167 w 4926099"/>
              <a:gd name="connsiteY2549" fmla="*/ 105207 h 968306"/>
              <a:gd name="connsiteX2550" fmla="*/ 3243358 w 4926099"/>
              <a:gd name="connsiteY2550" fmla="*/ 110922 h 968306"/>
              <a:gd name="connsiteX2551" fmla="*/ 3245453 w 4926099"/>
              <a:gd name="connsiteY2551" fmla="*/ 111970 h 968306"/>
              <a:gd name="connsiteX2552" fmla="*/ 3270028 w 4926099"/>
              <a:gd name="connsiteY2552" fmla="*/ 116161 h 968306"/>
              <a:gd name="connsiteX2553" fmla="*/ 3290411 w 4926099"/>
              <a:gd name="connsiteY2553" fmla="*/ 117780 h 968306"/>
              <a:gd name="connsiteX2554" fmla="*/ 3289935 w 4926099"/>
              <a:gd name="connsiteY2554" fmla="*/ 124067 h 968306"/>
              <a:gd name="connsiteX2555" fmla="*/ 3289459 w 4926099"/>
              <a:gd name="connsiteY2555" fmla="*/ 154451 h 968306"/>
              <a:gd name="connsiteX2556" fmla="*/ 3275362 w 4926099"/>
              <a:gd name="connsiteY2556" fmla="*/ 152356 h 968306"/>
              <a:gd name="connsiteX2557" fmla="*/ 3250692 w 4926099"/>
              <a:gd name="connsiteY2557" fmla="*/ 153975 h 968306"/>
              <a:gd name="connsiteX2558" fmla="*/ 3244977 w 4926099"/>
              <a:gd name="connsiteY2558" fmla="*/ 157118 h 968306"/>
              <a:gd name="connsiteX2559" fmla="*/ 3243358 w 4926099"/>
              <a:gd name="connsiteY2559" fmla="*/ 158738 h 968306"/>
              <a:gd name="connsiteX2560" fmla="*/ 3241739 w 4926099"/>
              <a:gd name="connsiteY2560" fmla="*/ 161309 h 968306"/>
              <a:gd name="connsiteX2561" fmla="*/ 3239167 w 4926099"/>
              <a:gd name="connsiteY2561" fmla="*/ 205886 h 968306"/>
              <a:gd name="connsiteX2562" fmla="*/ 3241262 w 4926099"/>
              <a:gd name="connsiteY2562" fmla="*/ 240462 h 968306"/>
              <a:gd name="connsiteX2563" fmla="*/ 3240786 w 4926099"/>
              <a:gd name="connsiteY2563" fmla="*/ 247796 h 968306"/>
              <a:gd name="connsiteX2564" fmla="*/ 3241262 w 4926099"/>
              <a:gd name="connsiteY2564" fmla="*/ 250940 h 968306"/>
              <a:gd name="connsiteX2565" fmla="*/ 3241262 w 4926099"/>
              <a:gd name="connsiteY2565" fmla="*/ 267132 h 968306"/>
              <a:gd name="connsiteX2566" fmla="*/ 3240215 w 4926099"/>
              <a:gd name="connsiteY2566" fmla="*/ 330473 h 968306"/>
              <a:gd name="connsiteX2567" fmla="*/ 3240215 w 4926099"/>
              <a:gd name="connsiteY2567" fmla="*/ 350952 h 968306"/>
              <a:gd name="connsiteX2568" fmla="*/ 3242310 w 4926099"/>
              <a:gd name="connsiteY2568" fmla="*/ 364573 h 968306"/>
              <a:gd name="connsiteX2569" fmla="*/ 3242310 w 4926099"/>
              <a:gd name="connsiteY2569" fmla="*/ 372479 h 968306"/>
              <a:gd name="connsiteX2570" fmla="*/ 3196209 w 4926099"/>
              <a:gd name="connsiteY2570" fmla="*/ 374098 h 968306"/>
              <a:gd name="connsiteX2571" fmla="*/ 3186303 w 4926099"/>
              <a:gd name="connsiteY2571" fmla="*/ 373526 h 968306"/>
              <a:gd name="connsiteX2572" fmla="*/ 3181064 w 4926099"/>
              <a:gd name="connsiteY2572" fmla="*/ 374098 h 968306"/>
              <a:gd name="connsiteX2573" fmla="*/ 3181636 w 4926099"/>
              <a:gd name="connsiteY2573" fmla="*/ 370955 h 968306"/>
              <a:gd name="connsiteX2574" fmla="*/ 3180588 w 4926099"/>
              <a:gd name="connsiteY2574" fmla="*/ 361525 h 968306"/>
              <a:gd name="connsiteX2575" fmla="*/ 3180588 w 4926099"/>
              <a:gd name="connsiteY2575" fmla="*/ 329045 h 968306"/>
              <a:gd name="connsiteX2576" fmla="*/ 3179540 w 4926099"/>
              <a:gd name="connsiteY2576" fmla="*/ 312757 h 968306"/>
              <a:gd name="connsiteX2577" fmla="*/ 3178969 w 4926099"/>
              <a:gd name="connsiteY2577" fmla="*/ 263036 h 968306"/>
              <a:gd name="connsiteX2578" fmla="*/ 3178493 w 4926099"/>
              <a:gd name="connsiteY2578" fmla="*/ 213792 h 968306"/>
              <a:gd name="connsiteX2579" fmla="*/ 3180112 w 4926099"/>
              <a:gd name="connsiteY2579" fmla="*/ 196552 h 968306"/>
              <a:gd name="connsiteX2580" fmla="*/ 3179636 w 4926099"/>
              <a:gd name="connsiteY2580" fmla="*/ 172454 h 968306"/>
              <a:gd name="connsiteX2581" fmla="*/ 3179064 w 4926099"/>
              <a:gd name="connsiteY2581" fmla="*/ 168739 h 968306"/>
              <a:gd name="connsiteX2582" fmla="*/ 3178016 w 4926099"/>
              <a:gd name="connsiteY2582" fmla="*/ 163976 h 968306"/>
              <a:gd name="connsiteX2583" fmla="*/ 3176397 w 4926099"/>
              <a:gd name="connsiteY2583" fmla="*/ 158738 h 968306"/>
              <a:gd name="connsiteX2584" fmla="*/ 3150680 w 4926099"/>
              <a:gd name="connsiteY2584" fmla="*/ 152927 h 968306"/>
              <a:gd name="connsiteX2585" fmla="*/ 3139726 w 4926099"/>
              <a:gd name="connsiteY2585" fmla="*/ 152927 h 968306"/>
              <a:gd name="connsiteX2586" fmla="*/ 3136583 w 4926099"/>
              <a:gd name="connsiteY2586" fmla="*/ 153499 h 968306"/>
              <a:gd name="connsiteX2587" fmla="*/ 3136583 w 4926099"/>
              <a:gd name="connsiteY2587" fmla="*/ 147784 h 968306"/>
              <a:gd name="connsiteX2588" fmla="*/ 3166396 w 4926099"/>
              <a:gd name="connsiteY2588" fmla="*/ 104636 h 968306"/>
              <a:gd name="connsiteX2589" fmla="*/ 3153251 w 4926099"/>
              <a:gd name="connsiteY2589" fmla="*/ 105683 h 968306"/>
              <a:gd name="connsiteX2590" fmla="*/ 3139631 w 4926099"/>
              <a:gd name="connsiteY2590" fmla="*/ 105112 h 968306"/>
              <a:gd name="connsiteX2591" fmla="*/ 3126486 w 4926099"/>
              <a:gd name="connsiteY2591" fmla="*/ 110827 h 968306"/>
              <a:gd name="connsiteX2592" fmla="*/ 3126486 w 4926099"/>
              <a:gd name="connsiteY2592" fmla="*/ 147498 h 968306"/>
              <a:gd name="connsiteX2593" fmla="*/ 3133249 w 4926099"/>
              <a:gd name="connsiteY2593" fmla="*/ 163214 h 968306"/>
              <a:gd name="connsiteX2594" fmla="*/ 3167348 w 4926099"/>
              <a:gd name="connsiteY2594" fmla="*/ 164262 h 968306"/>
              <a:gd name="connsiteX2595" fmla="*/ 3169444 w 4926099"/>
              <a:gd name="connsiteY2595" fmla="*/ 172644 h 968306"/>
              <a:gd name="connsiteX2596" fmla="*/ 3169920 w 4926099"/>
              <a:gd name="connsiteY2596" fmla="*/ 196742 h 968306"/>
              <a:gd name="connsiteX2597" fmla="*/ 3168396 w 4926099"/>
              <a:gd name="connsiteY2597" fmla="*/ 213983 h 968306"/>
              <a:gd name="connsiteX2598" fmla="*/ 3168872 w 4926099"/>
              <a:gd name="connsiteY2598" fmla="*/ 263798 h 968306"/>
              <a:gd name="connsiteX2599" fmla="*/ 3169349 w 4926099"/>
              <a:gd name="connsiteY2599" fmla="*/ 313043 h 968306"/>
              <a:gd name="connsiteX2600" fmla="*/ 3170396 w 4926099"/>
              <a:gd name="connsiteY2600" fmla="*/ 327711 h 968306"/>
              <a:gd name="connsiteX2601" fmla="*/ 3169825 w 4926099"/>
              <a:gd name="connsiteY2601" fmla="*/ 360668 h 968306"/>
              <a:gd name="connsiteX2602" fmla="*/ 3170396 w 4926099"/>
              <a:gd name="connsiteY2602" fmla="*/ 373241 h 968306"/>
              <a:gd name="connsiteX2603" fmla="*/ 3169825 w 4926099"/>
              <a:gd name="connsiteY2603" fmla="*/ 375336 h 968306"/>
              <a:gd name="connsiteX2604" fmla="*/ 3169825 w 4926099"/>
              <a:gd name="connsiteY2604" fmla="*/ 377908 h 968306"/>
              <a:gd name="connsiteX2605" fmla="*/ 3187160 w 4926099"/>
              <a:gd name="connsiteY2605" fmla="*/ 383147 h 968306"/>
              <a:gd name="connsiteX2606" fmla="*/ 3195542 w 4926099"/>
              <a:gd name="connsiteY2606" fmla="*/ 383718 h 968306"/>
              <a:gd name="connsiteX2607" fmla="*/ 3231737 w 4926099"/>
              <a:gd name="connsiteY2607" fmla="*/ 382670 h 968306"/>
              <a:gd name="connsiteX2608" fmla="*/ 3252121 w 4926099"/>
              <a:gd name="connsiteY2608" fmla="*/ 363335 h 968306"/>
              <a:gd name="connsiteX2609" fmla="*/ 3250025 w 4926099"/>
              <a:gd name="connsiteY2609" fmla="*/ 350285 h 968306"/>
              <a:gd name="connsiteX2610" fmla="*/ 3250025 w 4926099"/>
              <a:gd name="connsiteY2610" fmla="*/ 330854 h 968306"/>
              <a:gd name="connsiteX2611" fmla="*/ 3251073 w 4926099"/>
              <a:gd name="connsiteY2611" fmla="*/ 266942 h 968306"/>
              <a:gd name="connsiteX2612" fmla="*/ 3251073 w 4926099"/>
              <a:gd name="connsiteY2612" fmla="*/ 249130 h 968306"/>
              <a:gd name="connsiteX2613" fmla="*/ 3250597 w 4926099"/>
              <a:gd name="connsiteY2613" fmla="*/ 246463 h 968306"/>
              <a:gd name="connsiteX2614" fmla="*/ 3251073 w 4926099"/>
              <a:gd name="connsiteY2614" fmla="*/ 240653 h 968306"/>
              <a:gd name="connsiteX2615" fmla="*/ 3248978 w 4926099"/>
              <a:gd name="connsiteY2615" fmla="*/ 205601 h 968306"/>
              <a:gd name="connsiteX2616" fmla="*/ 3252121 w 4926099"/>
              <a:gd name="connsiteY2616" fmla="*/ 164167 h 968306"/>
              <a:gd name="connsiteX2617" fmla="*/ 3258407 w 4926099"/>
              <a:gd name="connsiteY2617" fmla="*/ 163119 h 968306"/>
              <a:gd name="connsiteX2618" fmla="*/ 3289840 w 4926099"/>
              <a:gd name="connsiteY2618" fmla="*/ 164167 h 968306"/>
              <a:gd name="connsiteX2619" fmla="*/ 3299270 w 4926099"/>
              <a:gd name="connsiteY2619" fmla="*/ 152642 h 968306"/>
              <a:gd name="connsiteX2620" fmla="*/ 3299746 w 4926099"/>
              <a:gd name="connsiteY2620" fmla="*/ 123781 h 968306"/>
              <a:gd name="connsiteX2621" fmla="*/ 3300222 w 4926099"/>
              <a:gd name="connsiteY2621" fmla="*/ 114351 h 968306"/>
              <a:gd name="connsiteX2622" fmla="*/ 3291840 w 4926099"/>
              <a:gd name="connsiteY2622" fmla="*/ 107588 h 968306"/>
              <a:gd name="connsiteX2623" fmla="*/ 3270314 w 4926099"/>
              <a:gd name="connsiteY2623" fmla="*/ 105969 h 968306"/>
              <a:gd name="connsiteX2624" fmla="*/ 3248882 w 4926099"/>
              <a:gd name="connsiteY2624" fmla="*/ 102826 h 968306"/>
              <a:gd name="connsiteX2625" fmla="*/ 3277172 w 4926099"/>
              <a:gd name="connsiteY2625" fmla="*/ 63011 h 968306"/>
              <a:gd name="connsiteX2626" fmla="*/ 3299174 w 4926099"/>
              <a:gd name="connsiteY2626" fmla="*/ 65107 h 968306"/>
              <a:gd name="connsiteX2627" fmla="*/ 3304889 w 4926099"/>
              <a:gd name="connsiteY2627" fmla="*/ 60344 h 968306"/>
              <a:gd name="connsiteX2628" fmla="*/ 3305937 w 4926099"/>
              <a:gd name="connsiteY2628" fmla="*/ 12719 h 968306"/>
              <a:gd name="connsiteX2629" fmla="*/ 3294412 w 4926099"/>
              <a:gd name="connsiteY2629" fmla="*/ 4814 h 968306"/>
              <a:gd name="connsiteX2630" fmla="*/ 3242024 w 4926099"/>
              <a:gd name="connsiteY2630" fmla="*/ 1194 h 968306"/>
              <a:gd name="connsiteX2631" fmla="*/ 3239453 w 4926099"/>
              <a:gd name="connsiteY2631" fmla="*/ 2242 h 968306"/>
              <a:gd name="connsiteX2632" fmla="*/ 3222117 w 4926099"/>
              <a:gd name="connsiteY2632" fmla="*/ 6909 h 968306"/>
              <a:gd name="connsiteX2633" fmla="*/ 3212687 w 4926099"/>
              <a:gd name="connsiteY2633" fmla="*/ 12719 h 968306"/>
              <a:gd name="connsiteX2634" fmla="*/ 3196495 w 4926099"/>
              <a:gd name="connsiteY2634" fmla="*/ 25292 h 968306"/>
              <a:gd name="connsiteX2635" fmla="*/ 3176588 w 4926099"/>
              <a:gd name="connsiteY2635" fmla="*/ 50438 h 968306"/>
              <a:gd name="connsiteX2636" fmla="*/ 3168206 w 4926099"/>
              <a:gd name="connsiteY2636" fmla="*/ 77680 h 968306"/>
              <a:gd name="connsiteX2637" fmla="*/ 3168206 w 4926099"/>
              <a:gd name="connsiteY2637" fmla="*/ 86538 h 968306"/>
              <a:gd name="connsiteX2638" fmla="*/ 3166110 w 4926099"/>
              <a:gd name="connsiteY2638" fmla="*/ 104350 h 968306"/>
              <a:gd name="connsiteX2639" fmla="*/ 2760155 w 4926099"/>
              <a:gd name="connsiteY2639" fmla="*/ 367811 h 968306"/>
              <a:gd name="connsiteX2640" fmla="*/ 2738152 w 4926099"/>
              <a:gd name="connsiteY2640" fmla="*/ 368383 h 968306"/>
              <a:gd name="connsiteX2641" fmla="*/ 2732913 w 4926099"/>
              <a:gd name="connsiteY2641" fmla="*/ 368383 h 968306"/>
              <a:gd name="connsiteX2642" fmla="*/ 2733389 w 4926099"/>
              <a:gd name="connsiteY2642" fmla="*/ 359429 h 968306"/>
              <a:gd name="connsiteX2643" fmla="*/ 2728151 w 4926099"/>
              <a:gd name="connsiteY2643" fmla="*/ 110065 h 968306"/>
              <a:gd name="connsiteX2644" fmla="*/ 2729198 w 4926099"/>
              <a:gd name="connsiteY2644" fmla="*/ 23102 h 968306"/>
              <a:gd name="connsiteX2645" fmla="*/ 2729198 w 4926099"/>
              <a:gd name="connsiteY2645" fmla="*/ 15291 h 968306"/>
              <a:gd name="connsiteX2646" fmla="*/ 2734437 w 4926099"/>
              <a:gd name="connsiteY2646" fmla="*/ 15291 h 968306"/>
              <a:gd name="connsiteX2647" fmla="*/ 2784729 w 4926099"/>
              <a:gd name="connsiteY2647" fmla="*/ 13672 h 968306"/>
              <a:gd name="connsiteX2648" fmla="*/ 2785205 w 4926099"/>
              <a:gd name="connsiteY2648" fmla="*/ 44533 h 968306"/>
              <a:gd name="connsiteX2649" fmla="*/ 2788920 w 4926099"/>
              <a:gd name="connsiteY2649" fmla="*/ 139878 h 968306"/>
              <a:gd name="connsiteX2650" fmla="*/ 2791016 w 4926099"/>
              <a:gd name="connsiteY2650" fmla="*/ 184931 h 968306"/>
              <a:gd name="connsiteX2651" fmla="*/ 2791492 w 4926099"/>
              <a:gd name="connsiteY2651" fmla="*/ 189122 h 968306"/>
              <a:gd name="connsiteX2652" fmla="*/ 2793016 w 4926099"/>
              <a:gd name="connsiteY2652" fmla="*/ 192266 h 968306"/>
              <a:gd name="connsiteX2653" fmla="*/ 2806637 w 4926099"/>
              <a:gd name="connsiteY2653" fmla="*/ 201695 h 968306"/>
              <a:gd name="connsiteX2654" fmla="*/ 2820257 w 4926099"/>
              <a:gd name="connsiteY2654" fmla="*/ 190742 h 968306"/>
              <a:gd name="connsiteX2655" fmla="*/ 2896267 w 4926099"/>
              <a:gd name="connsiteY2655" fmla="*/ 116351 h 968306"/>
              <a:gd name="connsiteX2656" fmla="*/ 2901982 w 4926099"/>
              <a:gd name="connsiteY2656" fmla="*/ 116351 h 968306"/>
              <a:gd name="connsiteX2657" fmla="*/ 2918746 w 4926099"/>
              <a:gd name="connsiteY2657" fmla="*/ 115304 h 968306"/>
              <a:gd name="connsiteX2658" fmla="*/ 2929223 w 4926099"/>
              <a:gd name="connsiteY2658" fmla="*/ 114732 h 968306"/>
              <a:gd name="connsiteX2659" fmla="*/ 2933891 w 4926099"/>
              <a:gd name="connsiteY2659" fmla="*/ 114732 h 968306"/>
              <a:gd name="connsiteX2660" fmla="*/ 2956370 w 4926099"/>
              <a:gd name="connsiteY2660" fmla="*/ 115780 h 968306"/>
              <a:gd name="connsiteX2661" fmla="*/ 2938082 w 4926099"/>
              <a:gd name="connsiteY2661" fmla="*/ 132068 h 968306"/>
              <a:gd name="connsiteX2662" fmla="*/ 2913507 w 4926099"/>
              <a:gd name="connsiteY2662" fmla="*/ 158261 h 968306"/>
              <a:gd name="connsiteX2663" fmla="*/ 2910840 w 4926099"/>
              <a:gd name="connsiteY2663" fmla="*/ 159881 h 968306"/>
              <a:gd name="connsiteX2664" fmla="*/ 2907221 w 4926099"/>
              <a:gd name="connsiteY2664" fmla="*/ 162452 h 968306"/>
              <a:gd name="connsiteX2665" fmla="*/ 2872169 w 4926099"/>
              <a:gd name="connsiteY2665" fmla="*/ 204362 h 968306"/>
              <a:gd name="connsiteX2666" fmla="*/ 2876836 w 4926099"/>
              <a:gd name="connsiteY2666" fmla="*/ 222174 h 968306"/>
              <a:gd name="connsiteX2667" fmla="*/ 2879408 w 4926099"/>
              <a:gd name="connsiteY2667" fmla="*/ 224270 h 968306"/>
              <a:gd name="connsiteX2668" fmla="*/ 2881979 w 4926099"/>
              <a:gd name="connsiteY2668" fmla="*/ 227413 h 968306"/>
              <a:gd name="connsiteX2669" fmla="*/ 2885123 w 4926099"/>
              <a:gd name="connsiteY2669" fmla="*/ 232652 h 968306"/>
              <a:gd name="connsiteX2670" fmla="*/ 2887695 w 4926099"/>
              <a:gd name="connsiteY2670" fmla="*/ 235795 h 968306"/>
              <a:gd name="connsiteX2671" fmla="*/ 2909221 w 4926099"/>
              <a:gd name="connsiteY2671" fmla="*/ 265132 h 968306"/>
              <a:gd name="connsiteX2672" fmla="*/ 2954846 w 4926099"/>
              <a:gd name="connsiteY2672" fmla="*/ 336950 h 968306"/>
              <a:gd name="connsiteX2673" fmla="*/ 2966847 w 4926099"/>
              <a:gd name="connsiteY2673" fmla="*/ 357905 h 968306"/>
              <a:gd name="connsiteX2674" fmla="*/ 2974753 w 4926099"/>
              <a:gd name="connsiteY2674" fmla="*/ 371526 h 968306"/>
              <a:gd name="connsiteX2675" fmla="*/ 2976848 w 4926099"/>
              <a:gd name="connsiteY2675" fmla="*/ 374669 h 968306"/>
              <a:gd name="connsiteX2676" fmla="*/ 2970086 w 4926099"/>
              <a:gd name="connsiteY2676" fmla="*/ 373622 h 968306"/>
              <a:gd name="connsiteX2677" fmla="*/ 2963799 w 4926099"/>
              <a:gd name="connsiteY2677" fmla="*/ 373622 h 968306"/>
              <a:gd name="connsiteX2678" fmla="*/ 2929699 w 4926099"/>
              <a:gd name="connsiteY2678" fmla="*/ 372002 h 968306"/>
              <a:gd name="connsiteX2679" fmla="*/ 2909316 w 4926099"/>
              <a:gd name="connsiteY2679" fmla="*/ 370383 h 968306"/>
              <a:gd name="connsiteX2680" fmla="*/ 2900934 w 4926099"/>
              <a:gd name="connsiteY2680" fmla="*/ 370955 h 968306"/>
              <a:gd name="connsiteX2681" fmla="*/ 2898362 w 4926099"/>
              <a:gd name="connsiteY2681" fmla="*/ 365240 h 968306"/>
              <a:gd name="connsiteX2682" fmla="*/ 2895219 w 4926099"/>
              <a:gd name="connsiteY2682" fmla="*/ 360001 h 968306"/>
              <a:gd name="connsiteX2683" fmla="*/ 2892076 w 4926099"/>
              <a:gd name="connsiteY2683" fmla="*/ 353238 h 968306"/>
              <a:gd name="connsiteX2684" fmla="*/ 2888933 w 4926099"/>
              <a:gd name="connsiteY2684" fmla="*/ 346952 h 968306"/>
              <a:gd name="connsiteX2685" fmla="*/ 2879503 w 4926099"/>
              <a:gd name="connsiteY2685" fmla="*/ 331235 h 968306"/>
              <a:gd name="connsiteX2686" fmla="*/ 2876360 w 4926099"/>
              <a:gd name="connsiteY2686" fmla="*/ 324949 h 968306"/>
              <a:gd name="connsiteX2687" fmla="*/ 2871597 w 4926099"/>
              <a:gd name="connsiteY2687" fmla="*/ 316567 h 968306"/>
              <a:gd name="connsiteX2688" fmla="*/ 2850642 w 4926099"/>
              <a:gd name="connsiteY2688" fmla="*/ 283039 h 968306"/>
              <a:gd name="connsiteX2689" fmla="*/ 2848070 w 4926099"/>
              <a:gd name="connsiteY2689" fmla="*/ 279324 h 968306"/>
              <a:gd name="connsiteX2690" fmla="*/ 2840736 w 4926099"/>
              <a:gd name="connsiteY2690" fmla="*/ 269418 h 968306"/>
              <a:gd name="connsiteX2691" fmla="*/ 2815114 w 4926099"/>
              <a:gd name="connsiteY2691" fmla="*/ 262655 h 968306"/>
              <a:gd name="connsiteX2692" fmla="*/ 2797778 w 4926099"/>
              <a:gd name="connsiteY2692" fmla="*/ 275228 h 968306"/>
              <a:gd name="connsiteX2693" fmla="*/ 2791016 w 4926099"/>
              <a:gd name="connsiteY2693" fmla="*/ 285134 h 968306"/>
              <a:gd name="connsiteX2694" fmla="*/ 2791016 w 4926099"/>
              <a:gd name="connsiteY2694" fmla="*/ 346380 h 968306"/>
              <a:gd name="connsiteX2695" fmla="*/ 2790444 w 4926099"/>
              <a:gd name="connsiteY2695" fmla="*/ 350095 h 968306"/>
              <a:gd name="connsiteX2696" fmla="*/ 2790444 w 4926099"/>
              <a:gd name="connsiteY2696" fmla="*/ 353238 h 968306"/>
              <a:gd name="connsiteX2697" fmla="*/ 2789968 w 4926099"/>
              <a:gd name="connsiteY2697" fmla="*/ 367907 h 968306"/>
              <a:gd name="connsiteX2698" fmla="*/ 2760059 w 4926099"/>
              <a:gd name="connsiteY2698" fmla="*/ 367907 h 968306"/>
              <a:gd name="connsiteX2699" fmla="*/ 2722436 w 4926099"/>
              <a:gd name="connsiteY2699" fmla="*/ 370955 h 968306"/>
              <a:gd name="connsiteX2700" fmla="*/ 2729770 w 4926099"/>
              <a:gd name="connsiteY2700" fmla="*/ 378289 h 968306"/>
              <a:gd name="connsiteX2701" fmla="*/ 2791111 w 4926099"/>
              <a:gd name="connsiteY2701" fmla="*/ 377717 h 968306"/>
              <a:gd name="connsiteX2702" fmla="*/ 2800541 w 4926099"/>
              <a:gd name="connsiteY2702" fmla="*/ 372002 h 968306"/>
              <a:gd name="connsiteX2703" fmla="*/ 2800541 w 4926099"/>
              <a:gd name="connsiteY2703" fmla="*/ 354191 h 968306"/>
              <a:gd name="connsiteX2704" fmla="*/ 2800541 w 4926099"/>
              <a:gd name="connsiteY2704" fmla="*/ 351524 h 968306"/>
              <a:gd name="connsiteX2705" fmla="*/ 2801017 w 4926099"/>
              <a:gd name="connsiteY2705" fmla="*/ 345237 h 968306"/>
              <a:gd name="connsiteX2706" fmla="*/ 2802636 w 4926099"/>
              <a:gd name="connsiteY2706" fmla="*/ 283991 h 968306"/>
              <a:gd name="connsiteX2707" fmla="*/ 2805779 w 4926099"/>
              <a:gd name="connsiteY2707" fmla="*/ 282372 h 968306"/>
              <a:gd name="connsiteX2708" fmla="*/ 2821020 w 4926099"/>
              <a:gd name="connsiteY2708" fmla="*/ 270847 h 968306"/>
              <a:gd name="connsiteX2709" fmla="*/ 2824734 w 4926099"/>
              <a:gd name="connsiteY2709" fmla="*/ 268180 h 968306"/>
              <a:gd name="connsiteX2710" fmla="*/ 2840450 w 4926099"/>
              <a:gd name="connsiteY2710" fmla="*/ 284944 h 968306"/>
              <a:gd name="connsiteX2711" fmla="*/ 2843594 w 4926099"/>
              <a:gd name="connsiteY2711" fmla="*/ 289706 h 968306"/>
              <a:gd name="connsiteX2712" fmla="*/ 2864549 w 4926099"/>
              <a:gd name="connsiteY2712" fmla="*/ 323234 h 968306"/>
              <a:gd name="connsiteX2713" fmla="*/ 2868740 w 4926099"/>
              <a:gd name="connsiteY2713" fmla="*/ 331045 h 968306"/>
              <a:gd name="connsiteX2714" fmla="*/ 2869787 w 4926099"/>
              <a:gd name="connsiteY2714" fmla="*/ 333712 h 968306"/>
              <a:gd name="connsiteX2715" fmla="*/ 2870835 w 4926099"/>
              <a:gd name="connsiteY2715" fmla="*/ 336379 h 968306"/>
              <a:gd name="connsiteX2716" fmla="*/ 2882360 w 4926099"/>
              <a:gd name="connsiteY2716" fmla="*/ 354191 h 968306"/>
              <a:gd name="connsiteX2717" fmla="*/ 2887028 w 4926099"/>
              <a:gd name="connsiteY2717" fmla="*/ 365144 h 968306"/>
              <a:gd name="connsiteX2718" fmla="*/ 2889695 w 4926099"/>
              <a:gd name="connsiteY2718" fmla="*/ 370383 h 968306"/>
              <a:gd name="connsiteX2719" fmla="*/ 2900172 w 4926099"/>
              <a:gd name="connsiteY2719" fmla="*/ 380861 h 968306"/>
              <a:gd name="connsiteX2720" fmla="*/ 2909602 w 4926099"/>
              <a:gd name="connsiteY2720" fmla="*/ 380289 h 968306"/>
              <a:gd name="connsiteX2721" fmla="*/ 2929509 w 4926099"/>
              <a:gd name="connsiteY2721" fmla="*/ 381813 h 968306"/>
              <a:gd name="connsiteX2722" fmla="*/ 2966180 w 4926099"/>
              <a:gd name="connsiteY2722" fmla="*/ 383909 h 968306"/>
              <a:gd name="connsiteX2723" fmla="*/ 2969800 w 4926099"/>
              <a:gd name="connsiteY2723" fmla="*/ 383337 h 968306"/>
              <a:gd name="connsiteX2724" fmla="*/ 2984468 w 4926099"/>
              <a:gd name="connsiteY2724" fmla="*/ 383337 h 968306"/>
              <a:gd name="connsiteX2725" fmla="*/ 2989707 w 4926099"/>
              <a:gd name="connsiteY2725" fmla="*/ 373907 h 968306"/>
              <a:gd name="connsiteX2726" fmla="*/ 2974562 w 4926099"/>
              <a:gd name="connsiteY2726" fmla="*/ 350857 h 968306"/>
              <a:gd name="connsiteX2727" fmla="*/ 2963513 w 4926099"/>
              <a:gd name="connsiteY2727" fmla="*/ 330950 h 968306"/>
              <a:gd name="connsiteX2728" fmla="*/ 2917984 w 4926099"/>
              <a:gd name="connsiteY2728" fmla="*/ 259703 h 968306"/>
              <a:gd name="connsiteX2729" fmla="*/ 2897029 w 4926099"/>
              <a:gd name="connsiteY2729" fmla="*/ 230366 h 968306"/>
              <a:gd name="connsiteX2730" fmla="*/ 2894933 w 4926099"/>
              <a:gd name="connsiteY2730" fmla="*/ 227222 h 968306"/>
              <a:gd name="connsiteX2731" fmla="*/ 2892362 w 4926099"/>
              <a:gd name="connsiteY2731" fmla="*/ 225127 h 968306"/>
              <a:gd name="connsiteX2732" fmla="*/ 2887123 w 4926099"/>
              <a:gd name="connsiteY2732" fmla="*/ 217221 h 968306"/>
              <a:gd name="connsiteX2733" fmla="*/ 2884551 w 4926099"/>
              <a:gd name="connsiteY2733" fmla="*/ 214554 h 968306"/>
              <a:gd name="connsiteX2734" fmla="*/ 2880932 w 4926099"/>
              <a:gd name="connsiteY2734" fmla="*/ 209315 h 968306"/>
              <a:gd name="connsiteX2735" fmla="*/ 2914460 w 4926099"/>
              <a:gd name="connsiteY2735" fmla="*/ 169501 h 968306"/>
              <a:gd name="connsiteX2736" fmla="*/ 2918174 w 4926099"/>
              <a:gd name="connsiteY2736" fmla="*/ 166834 h 968306"/>
              <a:gd name="connsiteX2737" fmla="*/ 2921318 w 4926099"/>
              <a:gd name="connsiteY2737" fmla="*/ 164738 h 968306"/>
              <a:gd name="connsiteX2738" fmla="*/ 2945892 w 4926099"/>
              <a:gd name="connsiteY2738" fmla="*/ 138545 h 968306"/>
              <a:gd name="connsiteX2739" fmla="*/ 2971610 w 4926099"/>
              <a:gd name="connsiteY2739" fmla="*/ 113970 h 968306"/>
              <a:gd name="connsiteX2740" fmla="*/ 2971610 w 4926099"/>
              <a:gd name="connsiteY2740" fmla="*/ 107207 h 968306"/>
              <a:gd name="connsiteX2741" fmla="*/ 2966942 w 4926099"/>
              <a:gd name="connsiteY2741" fmla="*/ 106160 h 968306"/>
              <a:gd name="connsiteX2742" fmla="*/ 2960180 w 4926099"/>
              <a:gd name="connsiteY2742" fmla="*/ 106160 h 968306"/>
              <a:gd name="connsiteX2743" fmla="*/ 2933510 w 4926099"/>
              <a:gd name="connsiteY2743" fmla="*/ 104064 h 968306"/>
              <a:gd name="connsiteX2744" fmla="*/ 2929319 w 4926099"/>
              <a:gd name="connsiteY2744" fmla="*/ 104064 h 968306"/>
              <a:gd name="connsiteX2745" fmla="*/ 2918841 w 4926099"/>
              <a:gd name="connsiteY2745" fmla="*/ 105112 h 968306"/>
              <a:gd name="connsiteX2746" fmla="*/ 2902553 w 4926099"/>
              <a:gd name="connsiteY2746" fmla="*/ 106160 h 968306"/>
              <a:gd name="connsiteX2747" fmla="*/ 2887885 w 4926099"/>
              <a:gd name="connsiteY2747" fmla="*/ 111398 h 968306"/>
              <a:gd name="connsiteX2748" fmla="*/ 2813971 w 4926099"/>
              <a:gd name="connsiteY2748" fmla="*/ 183217 h 968306"/>
              <a:gd name="connsiteX2749" fmla="*/ 2803493 w 4926099"/>
              <a:gd name="connsiteY2749" fmla="*/ 190551 h 968306"/>
              <a:gd name="connsiteX2750" fmla="*/ 2801398 w 4926099"/>
              <a:gd name="connsiteY2750" fmla="*/ 185884 h 968306"/>
              <a:gd name="connsiteX2751" fmla="*/ 2799303 w 4926099"/>
              <a:gd name="connsiteY2751" fmla="*/ 138735 h 968306"/>
              <a:gd name="connsiteX2752" fmla="*/ 2795588 w 4926099"/>
              <a:gd name="connsiteY2752" fmla="*/ 44438 h 968306"/>
              <a:gd name="connsiteX2753" fmla="*/ 2795111 w 4926099"/>
              <a:gd name="connsiteY2753" fmla="*/ 7766 h 968306"/>
              <a:gd name="connsiteX2754" fmla="*/ 2789396 w 4926099"/>
              <a:gd name="connsiteY2754" fmla="*/ 3004 h 968306"/>
              <a:gd name="connsiteX2755" fmla="*/ 2727579 w 4926099"/>
              <a:gd name="connsiteY2755" fmla="*/ 5099 h 968306"/>
              <a:gd name="connsiteX2756" fmla="*/ 2719769 w 4926099"/>
              <a:gd name="connsiteY2756" fmla="*/ 14529 h 968306"/>
              <a:gd name="connsiteX2757" fmla="*/ 2719769 w 4926099"/>
              <a:gd name="connsiteY2757" fmla="*/ 22340 h 968306"/>
              <a:gd name="connsiteX2758" fmla="*/ 2718721 w 4926099"/>
              <a:gd name="connsiteY2758" fmla="*/ 109779 h 968306"/>
              <a:gd name="connsiteX2759" fmla="*/ 2723388 w 4926099"/>
              <a:gd name="connsiteY2759" fmla="*/ 358572 h 968306"/>
              <a:gd name="connsiteX2760" fmla="*/ 2723388 w 4926099"/>
              <a:gd name="connsiteY2760" fmla="*/ 367526 h 968306"/>
              <a:gd name="connsiteX2761" fmla="*/ 2722912 w 4926099"/>
              <a:gd name="connsiteY2761" fmla="*/ 370669 h 968306"/>
              <a:gd name="connsiteX2762" fmla="*/ 2588895 w 4926099"/>
              <a:gd name="connsiteY2762" fmla="*/ 374098 h 968306"/>
              <a:gd name="connsiteX2763" fmla="*/ 2590514 w 4926099"/>
              <a:gd name="connsiteY2763" fmla="*/ 305994 h 968306"/>
              <a:gd name="connsiteX2764" fmla="*/ 2590991 w 4926099"/>
              <a:gd name="connsiteY2764" fmla="*/ 268275 h 968306"/>
              <a:gd name="connsiteX2765" fmla="*/ 2590991 w 4926099"/>
              <a:gd name="connsiteY2765" fmla="*/ 225317 h 968306"/>
              <a:gd name="connsiteX2766" fmla="*/ 2588895 w 4926099"/>
              <a:gd name="connsiteY2766" fmla="*/ 205410 h 968306"/>
              <a:gd name="connsiteX2767" fmla="*/ 2587371 w 4926099"/>
              <a:gd name="connsiteY2767" fmla="*/ 197028 h 968306"/>
              <a:gd name="connsiteX2768" fmla="*/ 2538127 w 4926099"/>
              <a:gd name="connsiteY2768" fmla="*/ 151975 h 968306"/>
              <a:gd name="connsiteX2769" fmla="*/ 2494121 w 4926099"/>
              <a:gd name="connsiteY2769" fmla="*/ 169787 h 968306"/>
              <a:gd name="connsiteX2770" fmla="*/ 2477357 w 4926099"/>
              <a:gd name="connsiteY2770" fmla="*/ 202743 h 968306"/>
              <a:gd name="connsiteX2771" fmla="*/ 2476310 w 4926099"/>
              <a:gd name="connsiteY2771" fmla="*/ 207982 h 968306"/>
              <a:gd name="connsiteX2772" fmla="*/ 2471642 w 4926099"/>
              <a:gd name="connsiteY2772" fmla="*/ 225794 h 968306"/>
              <a:gd name="connsiteX2773" fmla="*/ 2473166 w 4926099"/>
              <a:gd name="connsiteY2773" fmla="*/ 298660 h 968306"/>
              <a:gd name="connsiteX2774" fmla="*/ 2472690 w 4926099"/>
              <a:gd name="connsiteY2774" fmla="*/ 353143 h 968306"/>
              <a:gd name="connsiteX2775" fmla="*/ 2472214 w 4926099"/>
              <a:gd name="connsiteY2775" fmla="*/ 372002 h 968306"/>
              <a:gd name="connsiteX2776" fmla="*/ 2448592 w 4926099"/>
              <a:gd name="connsiteY2776" fmla="*/ 373622 h 968306"/>
              <a:gd name="connsiteX2777" fmla="*/ 2421350 w 4926099"/>
              <a:gd name="connsiteY2777" fmla="*/ 372574 h 968306"/>
              <a:gd name="connsiteX2778" fmla="*/ 2414016 w 4926099"/>
              <a:gd name="connsiteY2778" fmla="*/ 373145 h 968306"/>
              <a:gd name="connsiteX2779" fmla="*/ 2412968 w 4926099"/>
              <a:gd name="connsiteY2779" fmla="*/ 140545 h 968306"/>
              <a:gd name="connsiteX2780" fmla="*/ 2416588 w 4926099"/>
              <a:gd name="connsiteY2780" fmla="*/ 114351 h 968306"/>
              <a:gd name="connsiteX2781" fmla="*/ 2424494 w 4926099"/>
              <a:gd name="connsiteY2781" fmla="*/ 113780 h 968306"/>
              <a:gd name="connsiteX2782" fmla="*/ 2436495 w 4926099"/>
              <a:gd name="connsiteY2782" fmla="*/ 113208 h 968306"/>
              <a:gd name="connsiteX2783" fmla="*/ 2459546 w 4926099"/>
              <a:gd name="connsiteY2783" fmla="*/ 113780 h 968306"/>
              <a:gd name="connsiteX2784" fmla="*/ 2470499 w 4926099"/>
              <a:gd name="connsiteY2784" fmla="*/ 113780 h 968306"/>
              <a:gd name="connsiteX2785" fmla="*/ 2470499 w 4926099"/>
              <a:gd name="connsiteY2785" fmla="*/ 117494 h 968306"/>
              <a:gd name="connsiteX2786" fmla="*/ 2472595 w 4926099"/>
              <a:gd name="connsiteY2786" fmla="*/ 135306 h 968306"/>
              <a:gd name="connsiteX2787" fmla="*/ 2506123 w 4926099"/>
              <a:gd name="connsiteY2787" fmla="*/ 122733 h 968306"/>
              <a:gd name="connsiteX2788" fmla="*/ 2543366 w 4926099"/>
              <a:gd name="connsiteY2788" fmla="*/ 104921 h 968306"/>
              <a:gd name="connsiteX2789" fmla="*/ 2571083 w 4926099"/>
              <a:gd name="connsiteY2789" fmla="*/ 105969 h 968306"/>
              <a:gd name="connsiteX2790" fmla="*/ 2599373 w 4926099"/>
              <a:gd name="connsiteY2790" fmla="*/ 112256 h 968306"/>
              <a:gd name="connsiteX2791" fmla="*/ 2611470 w 4926099"/>
              <a:gd name="connsiteY2791" fmla="*/ 118066 h 968306"/>
              <a:gd name="connsiteX2792" fmla="*/ 2642902 w 4926099"/>
              <a:gd name="connsiteY2792" fmla="*/ 157309 h 968306"/>
              <a:gd name="connsiteX2793" fmla="*/ 2652332 w 4926099"/>
              <a:gd name="connsiteY2793" fmla="*/ 238557 h 968306"/>
              <a:gd name="connsiteX2794" fmla="*/ 2652332 w 4926099"/>
              <a:gd name="connsiteY2794" fmla="*/ 271037 h 968306"/>
              <a:gd name="connsiteX2795" fmla="*/ 2652332 w 4926099"/>
              <a:gd name="connsiteY2795" fmla="*/ 294564 h 968306"/>
              <a:gd name="connsiteX2796" fmla="*/ 2648712 w 4926099"/>
              <a:gd name="connsiteY2796" fmla="*/ 377813 h 968306"/>
              <a:gd name="connsiteX2797" fmla="*/ 2636139 w 4926099"/>
              <a:gd name="connsiteY2797" fmla="*/ 378384 h 968306"/>
              <a:gd name="connsiteX2798" fmla="*/ 2632996 w 4926099"/>
              <a:gd name="connsiteY2798" fmla="*/ 378956 h 968306"/>
              <a:gd name="connsiteX2799" fmla="*/ 2630900 w 4926099"/>
              <a:gd name="connsiteY2799" fmla="*/ 378956 h 968306"/>
              <a:gd name="connsiteX2800" fmla="*/ 2627186 w 4926099"/>
              <a:gd name="connsiteY2800" fmla="*/ 378384 h 968306"/>
              <a:gd name="connsiteX2801" fmla="*/ 2601468 w 4926099"/>
              <a:gd name="connsiteY2801" fmla="*/ 376289 h 968306"/>
              <a:gd name="connsiteX2802" fmla="*/ 2589466 w 4926099"/>
              <a:gd name="connsiteY2802" fmla="*/ 375717 h 968306"/>
              <a:gd name="connsiteX2803" fmla="*/ 2588895 w 4926099"/>
              <a:gd name="connsiteY2803" fmla="*/ 374193 h 968306"/>
              <a:gd name="connsiteX2804" fmla="*/ 2481548 w 4926099"/>
              <a:gd name="connsiteY2804" fmla="*/ 129972 h 968306"/>
              <a:gd name="connsiteX2805" fmla="*/ 2471642 w 4926099"/>
              <a:gd name="connsiteY2805" fmla="*/ 103778 h 968306"/>
              <a:gd name="connsiteX2806" fmla="*/ 2459546 w 4926099"/>
              <a:gd name="connsiteY2806" fmla="*/ 103778 h 968306"/>
              <a:gd name="connsiteX2807" fmla="*/ 2436495 w 4926099"/>
              <a:gd name="connsiteY2807" fmla="*/ 103207 h 968306"/>
              <a:gd name="connsiteX2808" fmla="*/ 2423922 w 4926099"/>
              <a:gd name="connsiteY2808" fmla="*/ 103778 h 968306"/>
              <a:gd name="connsiteX2809" fmla="*/ 2407158 w 4926099"/>
              <a:gd name="connsiteY2809" fmla="*/ 108446 h 968306"/>
              <a:gd name="connsiteX2810" fmla="*/ 2402967 w 4926099"/>
              <a:gd name="connsiteY2810" fmla="*/ 139402 h 968306"/>
              <a:gd name="connsiteX2811" fmla="*/ 2404015 w 4926099"/>
              <a:gd name="connsiteY2811" fmla="*/ 377717 h 968306"/>
              <a:gd name="connsiteX2812" fmla="*/ 2412397 w 4926099"/>
              <a:gd name="connsiteY2812" fmla="*/ 382956 h 968306"/>
              <a:gd name="connsiteX2813" fmla="*/ 2421255 w 4926099"/>
              <a:gd name="connsiteY2813" fmla="*/ 382385 h 968306"/>
              <a:gd name="connsiteX2814" fmla="*/ 2448497 w 4926099"/>
              <a:gd name="connsiteY2814" fmla="*/ 383432 h 968306"/>
              <a:gd name="connsiteX2815" fmla="*/ 2478405 w 4926099"/>
              <a:gd name="connsiteY2815" fmla="*/ 381337 h 968306"/>
              <a:gd name="connsiteX2816" fmla="*/ 2482596 w 4926099"/>
              <a:gd name="connsiteY2816" fmla="*/ 375050 h 968306"/>
              <a:gd name="connsiteX2817" fmla="*/ 2482596 w 4926099"/>
              <a:gd name="connsiteY2817" fmla="*/ 353619 h 968306"/>
              <a:gd name="connsiteX2818" fmla="*/ 2483072 w 4926099"/>
              <a:gd name="connsiteY2818" fmla="*/ 299136 h 968306"/>
              <a:gd name="connsiteX2819" fmla="*/ 2481453 w 4926099"/>
              <a:gd name="connsiteY2819" fmla="*/ 227889 h 968306"/>
              <a:gd name="connsiteX2820" fmla="*/ 2486120 w 4926099"/>
              <a:gd name="connsiteY2820" fmla="*/ 210077 h 968306"/>
              <a:gd name="connsiteX2821" fmla="*/ 2487168 w 4926099"/>
              <a:gd name="connsiteY2821" fmla="*/ 204267 h 968306"/>
              <a:gd name="connsiteX2822" fmla="*/ 2501837 w 4926099"/>
              <a:gd name="connsiteY2822" fmla="*/ 175978 h 968306"/>
              <a:gd name="connsiteX2823" fmla="*/ 2538984 w 4926099"/>
              <a:gd name="connsiteY2823" fmla="*/ 161786 h 968306"/>
              <a:gd name="connsiteX2824" fmla="*/ 2578799 w 4926099"/>
              <a:gd name="connsiteY2824" fmla="*/ 206363 h 968306"/>
              <a:gd name="connsiteX2825" fmla="*/ 2580894 w 4926099"/>
              <a:gd name="connsiteY2825" fmla="*/ 226746 h 968306"/>
              <a:gd name="connsiteX2826" fmla="*/ 2580418 w 4926099"/>
              <a:gd name="connsiteY2826" fmla="*/ 305899 h 968306"/>
              <a:gd name="connsiteX2827" fmla="*/ 2578799 w 4926099"/>
              <a:gd name="connsiteY2827" fmla="*/ 374003 h 968306"/>
              <a:gd name="connsiteX2828" fmla="*/ 2579275 w 4926099"/>
              <a:gd name="connsiteY2828" fmla="*/ 376574 h 968306"/>
              <a:gd name="connsiteX2829" fmla="*/ 2578799 w 4926099"/>
              <a:gd name="connsiteY2829" fmla="*/ 379241 h 968306"/>
              <a:gd name="connsiteX2830" fmla="*/ 2601278 w 4926099"/>
              <a:gd name="connsiteY2830" fmla="*/ 386099 h 968306"/>
              <a:gd name="connsiteX2831" fmla="*/ 2625376 w 4926099"/>
              <a:gd name="connsiteY2831" fmla="*/ 388195 h 968306"/>
              <a:gd name="connsiteX2832" fmla="*/ 2630043 w 4926099"/>
              <a:gd name="connsiteY2832" fmla="*/ 388671 h 968306"/>
              <a:gd name="connsiteX2833" fmla="*/ 2634234 w 4926099"/>
              <a:gd name="connsiteY2833" fmla="*/ 388671 h 968306"/>
              <a:gd name="connsiteX2834" fmla="*/ 2637378 w 4926099"/>
              <a:gd name="connsiteY2834" fmla="*/ 388195 h 968306"/>
              <a:gd name="connsiteX2835" fmla="*/ 2647855 w 4926099"/>
              <a:gd name="connsiteY2835" fmla="*/ 388195 h 968306"/>
              <a:gd name="connsiteX2836" fmla="*/ 2659380 w 4926099"/>
              <a:gd name="connsiteY2836" fmla="*/ 384004 h 968306"/>
              <a:gd name="connsiteX2837" fmla="*/ 2661952 w 4926099"/>
              <a:gd name="connsiteY2837" fmla="*/ 294469 h 968306"/>
              <a:gd name="connsiteX2838" fmla="*/ 2661952 w 4926099"/>
              <a:gd name="connsiteY2838" fmla="*/ 271418 h 968306"/>
              <a:gd name="connsiteX2839" fmla="*/ 2661952 w 4926099"/>
              <a:gd name="connsiteY2839" fmla="*/ 238938 h 968306"/>
              <a:gd name="connsiteX2840" fmla="*/ 2652522 w 4926099"/>
              <a:gd name="connsiteY2840" fmla="*/ 154070 h 968306"/>
              <a:gd name="connsiteX2841" fmla="*/ 2616899 w 4926099"/>
              <a:gd name="connsiteY2841" fmla="*/ 109493 h 968306"/>
              <a:gd name="connsiteX2842" fmla="*/ 2601182 w 4926099"/>
              <a:gd name="connsiteY2842" fmla="*/ 102731 h 968306"/>
              <a:gd name="connsiteX2843" fmla="*/ 2571274 w 4926099"/>
              <a:gd name="connsiteY2843" fmla="*/ 95873 h 968306"/>
              <a:gd name="connsiteX2844" fmla="*/ 2540889 w 4926099"/>
              <a:gd name="connsiteY2844" fmla="*/ 95301 h 968306"/>
              <a:gd name="connsiteX2845" fmla="*/ 2500503 w 4926099"/>
              <a:gd name="connsiteY2845" fmla="*/ 114161 h 968306"/>
              <a:gd name="connsiteX2846" fmla="*/ 2481072 w 4926099"/>
              <a:gd name="connsiteY2846" fmla="*/ 129877 h 968306"/>
              <a:gd name="connsiteX2847" fmla="*/ 2181987 w 4926099"/>
              <a:gd name="connsiteY2847" fmla="*/ 270752 h 968306"/>
              <a:gd name="connsiteX2848" fmla="*/ 2176748 w 4926099"/>
              <a:gd name="connsiteY2848" fmla="*/ 272847 h 968306"/>
              <a:gd name="connsiteX2849" fmla="*/ 2170462 w 4926099"/>
              <a:gd name="connsiteY2849" fmla="*/ 277038 h 968306"/>
              <a:gd name="connsiteX2850" fmla="*/ 2165795 w 4926099"/>
              <a:gd name="connsiteY2850" fmla="*/ 279705 h 968306"/>
              <a:gd name="connsiteX2851" fmla="*/ 2159508 w 4926099"/>
              <a:gd name="connsiteY2851" fmla="*/ 324282 h 968306"/>
              <a:gd name="connsiteX2852" fmla="*/ 2161604 w 4926099"/>
              <a:gd name="connsiteY2852" fmla="*/ 326949 h 968306"/>
              <a:gd name="connsiteX2853" fmla="*/ 2208752 w 4926099"/>
              <a:gd name="connsiteY2853" fmla="*/ 348952 h 968306"/>
              <a:gd name="connsiteX2854" fmla="*/ 2238089 w 4926099"/>
              <a:gd name="connsiteY2854" fmla="*/ 338474 h 968306"/>
              <a:gd name="connsiteX2855" fmla="*/ 2251234 w 4926099"/>
              <a:gd name="connsiteY2855" fmla="*/ 330569 h 968306"/>
              <a:gd name="connsiteX2856" fmla="*/ 2267998 w 4926099"/>
              <a:gd name="connsiteY2856" fmla="*/ 291802 h 968306"/>
              <a:gd name="connsiteX2857" fmla="*/ 2268474 w 4926099"/>
              <a:gd name="connsiteY2857" fmla="*/ 259322 h 968306"/>
              <a:gd name="connsiteX2858" fmla="*/ 2261711 w 4926099"/>
              <a:gd name="connsiteY2858" fmla="*/ 249416 h 968306"/>
              <a:gd name="connsiteX2859" fmla="*/ 2259044 w 4926099"/>
              <a:gd name="connsiteY2859" fmla="*/ 249987 h 968306"/>
              <a:gd name="connsiteX2860" fmla="*/ 2255425 w 4926099"/>
              <a:gd name="connsiteY2860" fmla="*/ 250559 h 968306"/>
              <a:gd name="connsiteX2861" fmla="*/ 2243423 w 4926099"/>
              <a:gd name="connsiteY2861" fmla="*/ 253130 h 968306"/>
              <a:gd name="connsiteX2862" fmla="*/ 2220849 w 4926099"/>
              <a:gd name="connsiteY2862" fmla="*/ 258369 h 968306"/>
              <a:gd name="connsiteX2863" fmla="*/ 2206657 w 4926099"/>
              <a:gd name="connsiteY2863" fmla="*/ 262084 h 968306"/>
              <a:gd name="connsiteX2864" fmla="*/ 2196751 w 4926099"/>
              <a:gd name="connsiteY2864" fmla="*/ 265227 h 968306"/>
              <a:gd name="connsiteX2865" fmla="*/ 2193131 w 4926099"/>
              <a:gd name="connsiteY2865" fmla="*/ 266275 h 968306"/>
              <a:gd name="connsiteX2866" fmla="*/ 2186369 w 4926099"/>
              <a:gd name="connsiteY2866" fmla="*/ 269990 h 968306"/>
              <a:gd name="connsiteX2867" fmla="*/ 2182178 w 4926099"/>
              <a:gd name="connsiteY2867" fmla="*/ 271037 h 968306"/>
              <a:gd name="connsiteX2868" fmla="*/ 2258473 w 4926099"/>
              <a:gd name="connsiteY2868" fmla="*/ 260274 h 968306"/>
              <a:gd name="connsiteX2869" fmla="*/ 2258473 w 4926099"/>
              <a:gd name="connsiteY2869" fmla="*/ 289611 h 968306"/>
              <a:gd name="connsiteX2870" fmla="*/ 2244281 w 4926099"/>
              <a:gd name="connsiteY2870" fmla="*/ 323139 h 968306"/>
              <a:gd name="connsiteX2871" fmla="*/ 2233327 w 4926099"/>
              <a:gd name="connsiteY2871" fmla="*/ 329426 h 968306"/>
              <a:gd name="connsiteX2872" fmla="*/ 2214467 w 4926099"/>
              <a:gd name="connsiteY2872" fmla="*/ 338379 h 968306"/>
              <a:gd name="connsiteX2873" fmla="*/ 2167795 w 4926099"/>
              <a:gd name="connsiteY2873" fmla="*/ 318472 h 968306"/>
              <a:gd name="connsiteX2874" fmla="*/ 2173034 w 4926099"/>
              <a:gd name="connsiteY2874" fmla="*/ 287039 h 968306"/>
              <a:gd name="connsiteX2875" fmla="*/ 2175605 w 4926099"/>
              <a:gd name="connsiteY2875" fmla="*/ 285420 h 968306"/>
              <a:gd name="connsiteX2876" fmla="*/ 2178749 w 4926099"/>
              <a:gd name="connsiteY2876" fmla="*/ 283801 h 968306"/>
              <a:gd name="connsiteX2877" fmla="*/ 2180844 w 4926099"/>
              <a:gd name="connsiteY2877" fmla="*/ 281705 h 968306"/>
              <a:gd name="connsiteX2878" fmla="*/ 2184464 w 4926099"/>
              <a:gd name="connsiteY2878" fmla="*/ 280086 h 968306"/>
              <a:gd name="connsiteX2879" fmla="*/ 2188655 w 4926099"/>
              <a:gd name="connsiteY2879" fmla="*/ 279038 h 968306"/>
              <a:gd name="connsiteX2880" fmla="*/ 2196465 w 4926099"/>
              <a:gd name="connsiteY2880" fmla="*/ 275419 h 968306"/>
              <a:gd name="connsiteX2881" fmla="*/ 2199608 w 4926099"/>
              <a:gd name="connsiteY2881" fmla="*/ 274371 h 968306"/>
              <a:gd name="connsiteX2882" fmla="*/ 2209038 w 4926099"/>
              <a:gd name="connsiteY2882" fmla="*/ 271704 h 968306"/>
              <a:gd name="connsiteX2883" fmla="*/ 2223230 w 4926099"/>
              <a:gd name="connsiteY2883" fmla="*/ 267513 h 968306"/>
              <a:gd name="connsiteX2884" fmla="*/ 2245233 w 4926099"/>
              <a:gd name="connsiteY2884" fmla="*/ 262846 h 968306"/>
              <a:gd name="connsiteX2885" fmla="*/ 2258378 w 4926099"/>
              <a:gd name="connsiteY2885" fmla="*/ 260179 h 968306"/>
              <a:gd name="connsiteX2886" fmla="*/ 2101787 w 4926099"/>
              <a:gd name="connsiteY2886" fmla="*/ 185408 h 968306"/>
              <a:gd name="connsiteX2887" fmla="*/ 2105978 w 4926099"/>
              <a:gd name="connsiteY2887" fmla="*/ 169120 h 968306"/>
              <a:gd name="connsiteX2888" fmla="*/ 2144744 w 4926099"/>
              <a:gd name="connsiteY2888" fmla="*/ 127210 h 968306"/>
              <a:gd name="connsiteX2889" fmla="*/ 2151507 w 4926099"/>
              <a:gd name="connsiteY2889" fmla="*/ 121400 h 968306"/>
              <a:gd name="connsiteX2890" fmla="*/ 2156746 w 4926099"/>
              <a:gd name="connsiteY2890" fmla="*/ 118828 h 968306"/>
              <a:gd name="connsiteX2891" fmla="*/ 2161413 w 4926099"/>
              <a:gd name="connsiteY2891" fmla="*/ 116161 h 968306"/>
              <a:gd name="connsiteX2892" fmla="*/ 2183416 w 4926099"/>
              <a:gd name="connsiteY2892" fmla="*/ 109303 h 968306"/>
              <a:gd name="connsiteX2893" fmla="*/ 2201228 w 4926099"/>
              <a:gd name="connsiteY2893" fmla="*/ 106731 h 968306"/>
              <a:gd name="connsiteX2894" fmla="*/ 2203799 w 4926099"/>
              <a:gd name="connsiteY2894" fmla="*/ 105683 h 968306"/>
              <a:gd name="connsiteX2895" fmla="*/ 2206371 w 4926099"/>
              <a:gd name="connsiteY2895" fmla="*/ 104636 h 968306"/>
              <a:gd name="connsiteX2896" fmla="*/ 2232089 w 4926099"/>
              <a:gd name="connsiteY2896" fmla="*/ 103588 h 968306"/>
              <a:gd name="connsiteX2897" fmla="*/ 2247805 w 4926099"/>
              <a:gd name="connsiteY2897" fmla="*/ 105207 h 968306"/>
              <a:gd name="connsiteX2898" fmla="*/ 2278190 w 4926099"/>
              <a:gd name="connsiteY2898" fmla="*/ 108350 h 968306"/>
              <a:gd name="connsiteX2899" fmla="*/ 2314289 w 4926099"/>
              <a:gd name="connsiteY2899" fmla="*/ 131401 h 968306"/>
              <a:gd name="connsiteX2900" fmla="*/ 2324195 w 4926099"/>
              <a:gd name="connsiteY2900" fmla="*/ 148165 h 968306"/>
              <a:gd name="connsiteX2901" fmla="*/ 2328386 w 4926099"/>
              <a:gd name="connsiteY2901" fmla="*/ 195885 h 968306"/>
              <a:gd name="connsiteX2902" fmla="*/ 2327339 w 4926099"/>
              <a:gd name="connsiteY2902" fmla="*/ 213125 h 968306"/>
              <a:gd name="connsiteX2903" fmla="*/ 2327910 w 4926099"/>
              <a:gd name="connsiteY2903" fmla="*/ 294850 h 968306"/>
              <a:gd name="connsiteX2904" fmla="*/ 2331053 w 4926099"/>
              <a:gd name="connsiteY2904" fmla="*/ 333617 h 968306"/>
              <a:gd name="connsiteX2905" fmla="*/ 2337816 w 4926099"/>
              <a:gd name="connsiteY2905" fmla="*/ 365049 h 968306"/>
              <a:gd name="connsiteX2906" fmla="*/ 2339340 w 4926099"/>
              <a:gd name="connsiteY2906" fmla="*/ 372383 h 968306"/>
              <a:gd name="connsiteX2907" fmla="*/ 2296382 w 4926099"/>
              <a:gd name="connsiteY2907" fmla="*/ 378670 h 968306"/>
              <a:gd name="connsiteX2908" fmla="*/ 2287524 w 4926099"/>
              <a:gd name="connsiteY2908" fmla="*/ 377051 h 968306"/>
              <a:gd name="connsiteX2909" fmla="*/ 2278666 w 4926099"/>
              <a:gd name="connsiteY2909" fmla="*/ 377622 h 968306"/>
              <a:gd name="connsiteX2910" fmla="*/ 2266664 w 4926099"/>
              <a:gd name="connsiteY2910" fmla="*/ 357715 h 968306"/>
              <a:gd name="connsiteX2911" fmla="*/ 2258759 w 4926099"/>
              <a:gd name="connsiteY2911" fmla="*/ 360858 h 968306"/>
              <a:gd name="connsiteX2912" fmla="*/ 2255615 w 4926099"/>
              <a:gd name="connsiteY2912" fmla="*/ 362954 h 968306"/>
              <a:gd name="connsiteX2913" fmla="*/ 2250377 w 4926099"/>
              <a:gd name="connsiteY2913" fmla="*/ 366668 h 968306"/>
              <a:gd name="connsiteX2914" fmla="*/ 2245614 w 4926099"/>
              <a:gd name="connsiteY2914" fmla="*/ 369812 h 968306"/>
              <a:gd name="connsiteX2915" fmla="*/ 2223611 w 4926099"/>
              <a:gd name="connsiteY2915" fmla="*/ 379241 h 968306"/>
              <a:gd name="connsiteX2916" fmla="*/ 2191703 w 4926099"/>
              <a:gd name="connsiteY2916" fmla="*/ 383909 h 968306"/>
              <a:gd name="connsiteX2917" fmla="*/ 2174367 w 4926099"/>
              <a:gd name="connsiteY2917" fmla="*/ 385528 h 968306"/>
              <a:gd name="connsiteX2918" fmla="*/ 2125123 w 4926099"/>
              <a:gd name="connsiteY2918" fmla="*/ 374003 h 968306"/>
              <a:gd name="connsiteX2919" fmla="*/ 2122551 w 4926099"/>
              <a:gd name="connsiteY2919" fmla="*/ 371907 h 968306"/>
              <a:gd name="connsiteX2920" fmla="*/ 2116741 w 4926099"/>
              <a:gd name="connsiteY2920" fmla="*/ 368288 h 968306"/>
              <a:gd name="connsiteX2921" fmla="*/ 2109407 w 4926099"/>
              <a:gd name="connsiteY2921" fmla="*/ 363049 h 968306"/>
              <a:gd name="connsiteX2922" fmla="*/ 2107311 w 4926099"/>
              <a:gd name="connsiteY2922" fmla="*/ 359906 h 968306"/>
              <a:gd name="connsiteX2923" fmla="*/ 2104168 w 4926099"/>
              <a:gd name="connsiteY2923" fmla="*/ 354667 h 968306"/>
              <a:gd name="connsiteX2924" fmla="*/ 2098929 w 4926099"/>
              <a:gd name="connsiteY2924" fmla="*/ 346285 h 968306"/>
              <a:gd name="connsiteX2925" fmla="*/ 2090547 w 4926099"/>
              <a:gd name="connsiteY2925" fmla="*/ 321710 h 968306"/>
              <a:gd name="connsiteX2926" fmla="*/ 2090547 w 4926099"/>
              <a:gd name="connsiteY2926" fmla="*/ 298184 h 968306"/>
              <a:gd name="connsiteX2927" fmla="*/ 2092643 w 4926099"/>
              <a:gd name="connsiteY2927" fmla="*/ 286658 h 968306"/>
              <a:gd name="connsiteX2928" fmla="*/ 2093690 w 4926099"/>
              <a:gd name="connsiteY2928" fmla="*/ 282944 h 968306"/>
              <a:gd name="connsiteX2929" fmla="*/ 2096357 w 4926099"/>
              <a:gd name="connsiteY2929" fmla="*/ 276657 h 968306"/>
              <a:gd name="connsiteX2930" fmla="*/ 2155031 w 4926099"/>
              <a:gd name="connsiteY2930" fmla="*/ 233128 h 968306"/>
              <a:gd name="connsiteX2931" fmla="*/ 2177606 w 4926099"/>
              <a:gd name="connsiteY2931" fmla="*/ 231032 h 968306"/>
              <a:gd name="connsiteX2932" fmla="*/ 2182273 w 4926099"/>
              <a:gd name="connsiteY2932" fmla="*/ 230461 h 968306"/>
              <a:gd name="connsiteX2933" fmla="*/ 2190655 w 4926099"/>
              <a:gd name="connsiteY2933" fmla="*/ 229889 h 968306"/>
              <a:gd name="connsiteX2934" fmla="*/ 2202656 w 4926099"/>
              <a:gd name="connsiteY2934" fmla="*/ 229318 h 968306"/>
              <a:gd name="connsiteX2935" fmla="*/ 2225231 w 4926099"/>
              <a:gd name="connsiteY2935" fmla="*/ 227222 h 968306"/>
              <a:gd name="connsiteX2936" fmla="*/ 2265617 w 4926099"/>
              <a:gd name="connsiteY2936" fmla="*/ 210458 h 968306"/>
              <a:gd name="connsiteX2937" fmla="*/ 2267712 w 4926099"/>
              <a:gd name="connsiteY2937" fmla="*/ 205696 h 968306"/>
              <a:gd name="connsiteX2938" fmla="*/ 2268760 w 4926099"/>
              <a:gd name="connsiteY2938" fmla="*/ 202553 h 968306"/>
              <a:gd name="connsiteX2939" fmla="*/ 2269331 w 4926099"/>
              <a:gd name="connsiteY2939" fmla="*/ 197314 h 968306"/>
              <a:gd name="connsiteX2940" fmla="*/ 2253044 w 4926099"/>
              <a:gd name="connsiteY2940" fmla="*/ 153308 h 968306"/>
              <a:gd name="connsiteX2941" fmla="*/ 2225802 w 4926099"/>
              <a:gd name="connsiteY2941" fmla="*/ 146546 h 968306"/>
              <a:gd name="connsiteX2942" fmla="*/ 2206943 w 4926099"/>
              <a:gd name="connsiteY2942" fmla="*/ 148641 h 968306"/>
              <a:gd name="connsiteX2943" fmla="*/ 2180749 w 4926099"/>
              <a:gd name="connsiteY2943" fmla="*/ 159690 h 968306"/>
              <a:gd name="connsiteX2944" fmla="*/ 2175034 w 4926099"/>
              <a:gd name="connsiteY2944" fmla="*/ 167024 h 968306"/>
              <a:gd name="connsiteX2945" fmla="*/ 2171319 w 4926099"/>
              <a:gd name="connsiteY2945" fmla="*/ 173311 h 968306"/>
              <a:gd name="connsiteX2946" fmla="*/ 2164556 w 4926099"/>
              <a:gd name="connsiteY2946" fmla="*/ 186932 h 968306"/>
              <a:gd name="connsiteX2947" fmla="*/ 2161413 w 4926099"/>
              <a:gd name="connsiteY2947" fmla="*/ 186932 h 968306"/>
              <a:gd name="connsiteX2948" fmla="*/ 2151507 w 4926099"/>
              <a:gd name="connsiteY2948" fmla="*/ 185884 h 968306"/>
              <a:gd name="connsiteX2949" fmla="*/ 2123789 w 4926099"/>
              <a:gd name="connsiteY2949" fmla="*/ 184836 h 968306"/>
              <a:gd name="connsiteX2950" fmla="*/ 2108073 w 4926099"/>
              <a:gd name="connsiteY2950" fmla="*/ 184836 h 968306"/>
              <a:gd name="connsiteX2951" fmla="*/ 2101787 w 4926099"/>
              <a:gd name="connsiteY2951" fmla="*/ 185408 h 968306"/>
              <a:gd name="connsiteX2952" fmla="*/ 2255806 w 4926099"/>
              <a:gd name="connsiteY2952" fmla="*/ 374479 h 968306"/>
              <a:gd name="connsiteX2953" fmla="*/ 2261045 w 4926099"/>
              <a:gd name="connsiteY2953" fmla="*/ 371336 h 968306"/>
              <a:gd name="connsiteX2954" fmla="*/ 2264188 w 4926099"/>
              <a:gd name="connsiteY2954" fmla="*/ 369716 h 968306"/>
              <a:gd name="connsiteX2955" fmla="*/ 2266283 w 4926099"/>
              <a:gd name="connsiteY2955" fmla="*/ 368192 h 968306"/>
              <a:gd name="connsiteX2956" fmla="*/ 2268379 w 4926099"/>
              <a:gd name="connsiteY2956" fmla="*/ 377622 h 968306"/>
              <a:gd name="connsiteX2957" fmla="*/ 2287238 w 4926099"/>
              <a:gd name="connsiteY2957" fmla="*/ 387623 h 968306"/>
              <a:gd name="connsiteX2958" fmla="*/ 2295620 w 4926099"/>
              <a:gd name="connsiteY2958" fmla="*/ 389147 h 968306"/>
              <a:gd name="connsiteX2959" fmla="*/ 2346484 w 4926099"/>
              <a:gd name="connsiteY2959" fmla="*/ 381337 h 968306"/>
              <a:gd name="connsiteX2960" fmla="*/ 2349627 w 4926099"/>
              <a:gd name="connsiteY2960" fmla="*/ 372383 h 968306"/>
              <a:gd name="connsiteX2961" fmla="*/ 2348579 w 4926099"/>
              <a:gd name="connsiteY2961" fmla="*/ 368192 h 968306"/>
              <a:gd name="connsiteX2962" fmla="*/ 2348103 w 4926099"/>
              <a:gd name="connsiteY2962" fmla="*/ 364001 h 968306"/>
              <a:gd name="connsiteX2963" fmla="*/ 2341340 w 4926099"/>
              <a:gd name="connsiteY2963" fmla="*/ 331521 h 968306"/>
              <a:gd name="connsiteX2964" fmla="*/ 2338197 w 4926099"/>
              <a:gd name="connsiteY2964" fmla="*/ 293802 h 968306"/>
              <a:gd name="connsiteX2965" fmla="*/ 2337626 w 4926099"/>
              <a:gd name="connsiteY2965" fmla="*/ 213602 h 968306"/>
              <a:gd name="connsiteX2966" fmla="*/ 2338673 w 4926099"/>
              <a:gd name="connsiteY2966" fmla="*/ 195790 h 968306"/>
              <a:gd name="connsiteX2967" fmla="*/ 2334482 w 4926099"/>
              <a:gd name="connsiteY2967" fmla="*/ 145498 h 968306"/>
              <a:gd name="connsiteX2968" fmla="*/ 2321338 w 4926099"/>
              <a:gd name="connsiteY2968" fmla="*/ 123971 h 968306"/>
              <a:gd name="connsiteX2969" fmla="*/ 2281047 w 4926099"/>
              <a:gd name="connsiteY2969" fmla="*/ 98349 h 968306"/>
              <a:gd name="connsiteX2970" fmla="*/ 2249043 w 4926099"/>
              <a:gd name="connsiteY2970" fmla="*/ 95206 h 968306"/>
              <a:gd name="connsiteX2971" fmla="*/ 2232279 w 4926099"/>
              <a:gd name="connsiteY2971" fmla="*/ 93682 h 968306"/>
              <a:gd name="connsiteX2972" fmla="*/ 2202942 w 4926099"/>
              <a:gd name="connsiteY2972" fmla="*/ 95206 h 968306"/>
              <a:gd name="connsiteX2973" fmla="*/ 2198751 w 4926099"/>
              <a:gd name="connsiteY2973" fmla="*/ 96825 h 968306"/>
              <a:gd name="connsiteX2974" fmla="*/ 2180939 w 4926099"/>
              <a:gd name="connsiteY2974" fmla="*/ 99492 h 968306"/>
              <a:gd name="connsiteX2975" fmla="*/ 2156270 w 4926099"/>
              <a:gd name="connsiteY2975" fmla="*/ 107398 h 968306"/>
              <a:gd name="connsiteX2976" fmla="*/ 2152079 w 4926099"/>
              <a:gd name="connsiteY2976" fmla="*/ 109970 h 968306"/>
              <a:gd name="connsiteX2977" fmla="*/ 2146840 w 4926099"/>
              <a:gd name="connsiteY2977" fmla="*/ 113113 h 968306"/>
              <a:gd name="connsiteX2978" fmla="*/ 2137410 w 4926099"/>
              <a:gd name="connsiteY2978" fmla="*/ 120447 h 968306"/>
              <a:gd name="connsiteX2979" fmla="*/ 2096548 w 4926099"/>
              <a:gd name="connsiteY2979" fmla="*/ 166548 h 968306"/>
              <a:gd name="connsiteX2980" fmla="*/ 2090261 w 4926099"/>
              <a:gd name="connsiteY2980" fmla="*/ 187979 h 968306"/>
              <a:gd name="connsiteX2981" fmla="*/ 2095976 w 4926099"/>
              <a:gd name="connsiteY2981" fmla="*/ 194837 h 968306"/>
              <a:gd name="connsiteX2982" fmla="*/ 2099120 w 4926099"/>
              <a:gd name="connsiteY2982" fmla="*/ 195409 h 968306"/>
              <a:gd name="connsiteX2983" fmla="*/ 2103311 w 4926099"/>
              <a:gd name="connsiteY2983" fmla="*/ 195409 h 968306"/>
              <a:gd name="connsiteX2984" fmla="*/ 2123789 w 4926099"/>
              <a:gd name="connsiteY2984" fmla="*/ 195409 h 968306"/>
              <a:gd name="connsiteX2985" fmla="*/ 2151031 w 4926099"/>
              <a:gd name="connsiteY2985" fmla="*/ 195980 h 968306"/>
              <a:gd name="connsiteX2986" fmla="*/ 2180368 w 4926099"/>
              <a:gd name="connsiteY2986" fmla="*/ 178645 h 968306"/>
              <a:gd name="connsiteX2987" fmla="*/ 2184083 w 4926099"/>
              <a:gd name="connsiteY2987" fmla="*/ 172358 h 968306"/>
              <a:gd name="connsiteX2988" fmla="*/ 2187702 w 4926099"/>
              <a:gd name="connsiteY2988" fmla="*/ 167120 h 968306"/>
              <a:gd name="connsiteX2989" fmla="*/ 2209229 w 4926099"/>
              <a:gd name="connsiteY2989" fmla="*/ 158261 h 968306"/>
              <a:gd name="connsiteX2990" fmla="*/ 2225993 w 4926099"/>
              <a:gd name="connsiteY2990" fmla="*/ 156642 h 968306"/>
              <a:gd name="connsiteX2991" fmla="*/ 2247519 w 4926099"/>
              <a:gd name="connsiteY2991" fmla="*/ 161881 h 968306"/>
              <a:gd name="connsiteX2992" fmla="*/ 2259521 w 4926099"/>
              <a:gd name="connsiteY2992" fmla="*/ 199124 h 968306"/>
              <a:gd name="connsiteX2993" fmla="*/ 2258473 w 4926099"/>
              <a:gd name="connsiteY2993" fmla="*/ 202267 h 968306"/>
              <a:gd name="connsiteX2994" fmla="*/ 2254282 w 4926099"/>
              <a:gd name="connsiteY2994" fmla="*/ 207506 h 968306"/>
              <a:gd name="connsiteX2995" fmla="*/ 2201894 w 4926099"/>
              <a:gd name="connsiteY2995" fmla="*/ 219507 h 968306"/>
              <a:gd name="connsiteX2996" fmla="*/ 2190369 w 4926099"/>
              <a:gd name="connsiteY2996" fmla="*/ 220079 h 968306"/>
              <a:gd name="connsiteX2997" fmla="*/ 2181511 w 4926099"/>
              <a:gd name="connsiteY2997" fmla="*/ 220650 h 968306"/>
              <a:gd name="connsiteX2998" fmla="*/ 2176272 w 4926099"/>
              <a:gd name="connsiteY2998" fmla="*/ 221222 h 968306"/>
              <a:gd name="connsiteX2999" fmla="*/ 2154269 w 4926099"/>
              <a:gd name="connsiteY2999" fmla="*/ 223317 h 968306"/>
              <a:gd name="connsiteX3000" fmla="*/ 2087213 w 4926099"/>
              <a:gd name="connsiteY3000" fmla="*/ 272561 h 968306"/>
              <a:gd name="connsiteX3001" fmla="*/ 2084642 w 4926099"/>
              <a:gd name="connsiteY3001" fmla="*/ 279324 h 968306"/>
              <a:gd name="connsiteX3002" fmla="*/ 2083022 w 4926099"/>
              <a:gd name="connsiteY3002" fmla="*/ 284087 h 968306"/>
              <a:gd name="connsiteX3003" fmla="*/ 2080927 w 4926099"/>
              <a:gd name="connsiteY3003" fmla="*/ 296088 h 968306"/>
              <a:gd name="connsiteX3004" fmla="*/ 2081498 w 4926099"/>
              <a:gd name="connsiteY3004" fmla="*/ 324949 h 968306"/>
              <a:gd name="connsiteX3005" fmla="*/ 2091976 w 4926099"/>
              <a:gd name="connsiteY3005" fmla="*/ 353238 h 968306"/>
              <a:gd name="connsiteX3006" fmla="*/ 2095691 w 4926099"/>
              <a:gd name="connsiteY3006" fmla="*/ 360001 h 968306"/>
              <a:gd name="connsiteX3007" fmla="*/ 2098834 w 4926099"/>
              <a:gd name="connsiteY3007" fmla="*/ 365240 h 968306"/>
              <a:gd name="connsiteX3008" fmla="*/ 2101501 w 4926099"/>
              <a:gd name="connsiteY3008" fmla="*/ 369431 h 968306"/>
              <a:gd name="connsiteX3009" fmla="*/ 2105692 w 4926099"/>
              <a:gd name="connsiteY3009" fmla="*/ 372574 h 968306"/>
              <a:gd name="connsiteX3010" fmla="*/ 2111407 w 4926099"/>
              <a:gd name="connsiteY3010" fmla="*/ 376765 h 968306"/>
              <a:gd name="connsiteX3011" fmla="*/ 2117122 w 4926099"/>
              <a:gd name="connsiteY3011" fmla="*/ 380480 h 968306"/>
              <a:gd name="connsiteX3012" fmla="*/ 2121313 w 4926099"/>
              <a:gd name="connsiteY3012" fmla="*/ 383051 h 968306"/>
              <a:gd name="connsiteX3013" fmla="*/ 2175796 w 4926099"/>
              <a:gd name="connsiteY3013" fmla="*/ 395624 h 968306"/>
              <a:gd name="connsiteX3014" fmla="*/ 2192560 w 4926099"/>
              <a:gd name="connsiteY3014" fmla="*/ 394100 h 968306"/>
              <a:gd name="connsiteX3015" fmla="*/ 2226659 w 4926099"/>
              <a:gd name="connsiteY3015" fmla="*/ 388862 h 968306"/>
              <a:gd name="connsiteX3016" fmla="*/ 2251805 w 4926099"/>
              <a:gd name="connsiteY3016" fmla="*/ 378384 h 968306"/>
              <a:gd name="connsiteX3017" fmla="*/ 2254377 w 4926099"/>
              <a:gd name="connsiteY3017" fmla="*/ 375717 h 968306"/>
              <a:gd name="connsiteX3018" fmla="*/ 2255901 w 4926099"/>
              <a:gd name="connsiteY3018" fmla="*/ 374669 h 968306"/>
              <a:gd name="connsiteX3019" fmla="*/ 1914811 w 4926099"/>
              <a:gd name="connsiteY3019" fmla="*/ 304756 h 968306"/>
              <a:gd name="connsiteX3020" fmla="*/ 1919002 w 4926099"/>
              <a:gd name="connsiteY3020" fmla="*/ 302184 h 968306"/>
              <a:gd name="connsiteX3021" fmla="*/ 1926336 w 4926099"/>
              <a:gd name="connsiteY3021" fmla="*/ 295898 h 968306"/>
              <a:gd name="connsiteX3022" fmla="*/ 1947291 w 4926099"/>
              <a:gd name="connsiteY3022" fmla="*/ 271323 h 968306"/>
              <a:gd name="connsiteX3023" fmla="*/ 1967198 w 4926099"/>
              <a:gd name="connsiteY3023" fmla="*/ 222650 h 968306"/>
              <a:gd name="connsiteX3024" fmla="*/ 1970818 w 4926099"/>
              <a:gd name="connsiteY3024" fmla="*/ 195885 h 968306"/>
              <a:gd name="connsiteX3025" fmla="*/ 1967198 w 4926099"/>
              <a:gd name="connsiteY3025" fmla="*/ 162833 h 968306"/>
              <a:gd name="connsiteX3026" fmla="*/ 1966627 w 4926099"/>
              <a:gd name="connsiteY3026" fmla="*/ 155499 h 968306"/>
              <a:gd name="connsiteX3027" fmla="*/ 1966151 w 4926099"/>
              <a:gd name="connsiteY3027" fmla="*/ 153404 h 968306"/>
              <a:gd name="connsiteX3028" fmla="*/ 1940433 w 4926099"/>
              <a:gd name="connsiteY3028" fmla="*/ 92634 h 968306"/>
              <a:gd name="connsiteX3029" fmla="*/ 1912144 w 4926099"/>
              <a:gd name="connsiteY3029" fmla="*/ 73203 h 968306"/>
              <a:gd name="connsiteX3030" fmla="*/ 1896904 w 4926099"/>
              <a:gd name="connsiteY3030" fmla="*/ 70536 h 968306"/>
              <a:gd name="connsiteX3031" fmla="*/ 1887474 w 4926099"/>
              <a:gd name="connsiteY3031" fmla="*/ 69488 h 968306"/>
              <a:gd name="connsiteX3032" fmla="*/ 1819847 w 4926099"/>
              <a:gd name="connsiteY3032" fmla="*/ 68441 h 968306"/>
              <a:gd name="connsiteX3033" fmla="*/ 1801463 w 4926099"/>
              <a:gd name="connsiteY3033" fmla="*/ 67869 h 968306"/>
              <a:gd name="connsiteX3034" fmla="*/ 1794129 w 4926099"/>
              <a:gd name="connsiteY3034" fmla="*/ 76251 h 968306"/>
              <a:gd name="connsiteX3035" fmla="*/ 1795177 w 4926099"/>
              <a:gd name="connsiteY3035" fmla="*/ 119209 h 968306"/>
              <a:gd name="connsiteX3036" fmla="*/ 1794701 w 4926099"/>
              <a:gd name="connsiteY3036" fmla="*/ 273704 h 968306"/>
              <a:gd name="connsiteX3037" fmla="*/ 1803559 w 4926099"/>
              <a:gd name="connsiteY3037" fmla="*/ 312947 h 968306"/>
              <a:gd name="connsiteX3038" fmla="*/ 1816132 w 4926099"/>
              <a:gd name="connsiteY3038" fmla="*/ 312947 h 968306"/>
              <a:gd name="connsiteX3039" fmla="*/ 1822418 w 4926099"/>
              <a:gd name="connsiteY3039" fmla="*/ 312376 h 968306"/>
              <a:gd name="connsiteX3040" fmla="*/ 1901000 w 4926099"/>
              <a:gd name="connsiteY3040" fmla="*/ 309233 h 968306"/>
              <a:gd name="connsiteX3041" fmla="*/ 1914620 w 4926099"/>
              <a:gd name="connsiteY3041" fmla="*/ 304470 h 968306"/>
              <a:gd name="connsiteX3042" fmla="*/ 1805654 w 4926099"/>
              <a:gd name="connsiteY3042" fmla="*/ 302851 h 968306"/>
              <a:gd name="connsiteX3043" fmla="*/ 1804607 w 4926099"/>
              <a:gd name="connsiteY3043" fmla="*/ 273514 h 968306"/>
              <a:gd name="connsiteX3044" fmla="*/ 1805083 w 4926099"/>
              <a:gd name="connsiteY3044" fmla="*/ 119018 h 968306"/>
              <a:gd name="connsiteX3045" fmla="*/ 1804607 w 4926099"/>
              <a:gd name="connsiteY3045" fmla="*/ 81776 h 968306"/>
              <a:gd name="connsiteX3046" fmla="*/ 1804607 w 4926099"/>
              <a:gd name="connsiteY3046" fmla="*/ 77585 h 968306"/>
              <a:gd name="connsiteX3047" fmla="*/ 1819847 w 4926099"/>
              <a:gd name="connsiteY3047" fmla="*/ 78156 h 968306"/>
              <a:gd name="connsiteX3048" fmla="*/ 1885855 w 4926099"/>
              <a:gd name="connsiteY3048" fmla="*/ 79204 h 968306"/>
              <a:gd name="connsiteX3049" fmla="*/ 1897856 w 4926099"/>
              <a:gd name="connsiteY3049" fmla="*/ 80252 h 968306"/>
              <a:gd name="connsiteX3050" fmla="*/ 1908810 w 4926099"/>
              <a:gd name="connsiteY3050" fmla="*/ 82347 h 968306"/>
              <a:gd name="connsiteX3051" fmla="*/ 1932908 w 4926099"/>
              <a:gd name="connsiteY3051" fmla="*/ 98635 h 968306"/>
              <a:gd name="connsiteX3052" fmla="*/ 1956530 w 4926099"/>
              <a:gd name="connsiteY3052" fmla="*/ 158357 h 968306"/>
              <a:gd name="connsiteX3053" fmla="*/ 1957007 w 4926099"/>
              <a:gd name="connsiteY3053" fmla="*/ 163595 h 968306"/>
              <a:gd name="connsiteX3054" fmla="*/ 1960721 w 4926099"/>
              <a:gd name="connsiteY3054" fmla="*/ 195599 h 968306"/>
              <a:gd name="connsiteX3055" fmla="*/ 1957007 w 4926099"/>
              <a:gd name="connsiteY3055" fmla="*/ 220174 h 968306"/>
              <a:gd name="connsiteX3056" fmla="*/ 1938718 w 4926099"/>
              <a:gd name="connsiteY3056" fmla="*/ 265227 h 968306"/>
              <a:gd name="connsiteX3057" fmla="*/ 1919288 w 4926099"/>
              <a:gd name="connsiteY3057" fmla="*/ 288278 h 968306"/>
              <a:gd name="connsiteX3058" fmla="*/ 1911477 w 4926099"/>
              <a:gd name="connsiteY3058" fmla="*/ 295040 h 968306"/>
              <a:gd name="connsiteX3059" fmla="*/ 1908810 w 4926099"/>
              <a:gd name="connsiteY3059" fmla="*/ 296088 h 968306"/>
              <a:gd name="connsiteX3060" fmla="*/ 1897856 w 4926099"/>
              <a:gd name="connsiteY3060" fmla="*/ 299803 h 968306"/>
              <a:gd name="connsiteX3061" fmla="*/ 1820323 w 4926099"/>
              <a:gd name="connsiteY3061" fmla="*/ 302946 h 968306"/>
              <a:gd name="connsiteX3062" fmla="*/ 1805654 w 4926099"/>
              <a:gd name="connsiteY3062" fmla="*/ 302946 h 968306"/>
              <a:gd name="connsiteX3063" fmla="*/ 1728788 w 4926099"/>
              <a:gd name="connsiteY3063" fmla="*/ 15672 h 968306"/>
              <a:gd name="connsiteX3064" fmla="*/ 1734503 w 4926099"/>
              <a:gd name="connsiteY3064" fmla="*/ 15672 h 968306"/>
              <a:gd name="connsiteX3065" fmla="*/ 1737074 w 4926099"/>
              <a:gd name="connsiteY3065" fmla="*/ 15101 h 968306"/>
              <a:gd name="connsiteX3066" fmla="*/ 1740789 w 4926099"/>
              <a:gd name="connsiteY3066" fmla="*/ 14529 h 968306"/>
              <a:gd name="connsiteX3067" fmla="*/ 1747076 w 4926099"/>
              <a:gd name="connsiteY3067" fmla="*/ 13481 h 968306"/>
              <a:gd name="connsiteX3068" fmla="*/ 1763363 w 4926099"/>
              <a:gd name="connsiteY3068" fmla="*/ 11862 h 968306"/>
              <a:gd name="connsiteX3069" fmla="*/ 1776984 w 4926099"/>
              <a:gd name="connsiteY3069" fmla="*/ 13481 h 968306"/>
              <a:gd name="connsiteX3070" fmla="*/ 1780127 w 4926099"/>
              <a:gd name="connsiteY3070" fmla="*/ 13481 h 968306"/>
              <a:gd name="connsiteX3071" fmla="*/ 1870234 w 4926099"/>
              <a:gd name="connsiteY3071" fmla="*/ 17101 h 968306"/>
              <a:gd name="connsiteX3072" fmla="*/ 1899571 w 4926099"/>
              <a:gd name="connsiteY3072" fmla="*/ 17101 h 968306"/>
              <a:gd name="connsiteX3073" fmla="*/ 1907953 w 4926099"/>
              <a:gd name="connsiteY3073" fmla="*/ 16529 h 968306"/>
              <a:gd name="connsiteX3074" fmla="*/ 1923669 w 4926099"/>
              <a:gd name="connsiteY3074" fmla="*/ 19673 h 968306"/>
              <a:gd name="connsiteX3075" fmla="*/ 1942052 w 4926099"/>
              <a:gd name="connsiteY3075" fmla="*/ 24435 h 968306"/>
              <a:gd name="connsiteX3076" fmla="*/ 1952530 w 4926099"/>
              <a:gd name="connsiteY3076" fmla="*/ 28150 h 968306"/>
              <a:gd name="connsiteX3077" fmla="*/ 1956149 w 4926099"/>
              <a:gd name="connsiteY3077" fmla="*/ 31293 h 968306"/>
              <a:gd name="connsiteX3078" fmla="*/ 1990725 w 4926099"/>
              <a:gd name="connsiteY3078" fmla="*/ 52248 h 968306"/>
              <a:gd name="connsiteX3079" fmla="*/ 1993868 w 4926099"/>
              <a:gd name="connsiteY3079" fmla="*/ 54344 h 968306"/>
              <a:gd name="connsiteX3080" fmla="*/ 2000155 w 4926099"/>
              <a:gd name="connsiteY3080" fmla="*/ 62154 h 968306"/>
              <a:gd name="connsiteX3081" fmla="*/ 2003870 w 4926099"/>
              <a:gd name="connsiteY3081" fmla="*/ 66917 h 968306"/>
              <a:gd name="connsiteX3082" fmla="*/ 2007013 w 4926099"/>
              <a:gd name="connsiteY3082" fmla="*/ 71108 h 968306"/>
              <a:gd name="connsiteX3083" fmla="*/ 2009585 w 4926099"/>
              <a:gd name="connsiteY3083" fmla="*/ 74822 h 968306"/>
              <a:gd name="connsiteX3084" fmla="*/ 2018443 w 4926099"/>
              <a:gd name="connsiteY3084" fmla="*/ 91586 h 968306"/>
              <a:gd name="connsiteX3085" fmla="*/ 2033111 w 4926099"/>
              <a:gd name="connsiteY3085" fmla="*/ 135020 h 968306"/>
              <a:gd name="connsiteX3086" fmla="*/ 2034159 w 4926099"/>
              <a:gd name="connsiteY3086" fmla="*/ 141307 h 968306"/>
              <a:gd name="connsiteX3087" fmla="*/ 2034635 w 4926099"/>
              <a:gd name="connsiteY3087" fmla="*/ 144450 h 968306"/>
              <a:gd name="connsiteX3088" fmla="*/ 2037779 w 4926099"/>
              <a:gd name="connsiteY3088" fmla="*/ 189503 h 968306"/>
              <a:gd name="connsiteX3089" fmla="*/ 2038255 w 4926099"/>
              <a:gd name="connsiteY3089" fmla="*/ 212554 h 968306"/>
              <a:gd name="connsiteX3090" fmla="*/ 2021491 w 4926099"/>
              <a:gd name="connsiteY3090" fmla="*/ 289516 h 968306"/>
              <a:gd name="connsiteX3091" fmla="*/ 2021491 w 4926099"/>
              <a:gd name="connsiteY3091" fmla="*/ 294755 h 968306"/>
              <a:gd name="connsiteX3092" fmla="*/ 2003679 w 4926099"/>
              <a:gd name="connsiteY3092" fmla="*/ 321996 h 968306"/>
              <a:gd name="connsiteX3093" fmla="*/ 1958054 w 4926099"/>
              <a:gd name="connsiteY3093" fmla="*/ 357048 h 968306"/>
              <a:gd name="connsiteX3094" fmla="*/ 1914525 w 4926099"/>
              <a:gd name="connsiteY3094" fmla="*/ 371240 h 968306"/>
              <a:gd name="connsiteX3095" fmla="*/ 1879949 w 4926099"/>
              <a:gd name="connsiteY3095" fmla="*/ 371812 h 968306"/>
              <a:gd name="connsiteX3096" fmla="*/ 1805559 w 4926099"/>
              <a:gd name="connsiteY3096" fmla="*/ 370193 h 968306"/>
              <a:gd name="connsiteX3097" fmla="*/ 1768888 w 4926099"/>
              <a:gd name="connsiteY3097" fmla="*/ 371812 h 968306"/>
              <a:gd name="connsiteX3098" fmla="*/ 1737455 w 4926099"/>
              <a:gd name="connsiteY3098" fmla="*/ 371812 h 968306"/>
              <a:gd name="connsiteX3099" fmla="*/ 1729645 w 4926099"/>
              <a:gd name="connsiteY3099" fmla="*/ 371812 h 968306"/>
              <a:gd name="connsiteX3100" fmla="*/ 1725930 w 4926099"/>
              <a:gd name="connsiteY3100" fmla="*/ 370764 h 968306"/>
              <a:gd name="connsiteX3101" fmla="*/ 1727549 w 4926099"/>
              <a:gd name="connsiteY3101" fmla="*/ 328378 h 968306"/>
              <a:gd name="connsiteX3102" fmla="*/ 1729073 w 4926099"/>
              <a:gd name="connsiteY3102" fmla="*/ 225698 h 968306"/>
              <a:gd name="connsiteX3103" fmla="*/ 1728597 w 4926099"/>
              <a:gd name="connsiteY3103" fmla="*/ 213125 h 968306"/>
              <a:gd name="connsiteX3104" fmla="*/ 1725930 w 4926099"/>
              <a:gd name="connsiteY3104" fmla="*/ 115208 h 968306"/>
              <a:gd name="connsiteX3105" fmla="*/ 1723835 w 4926099"/>
              <a:gd name="connsiteY3105" fmla="*/ 83776 h 968306"/>
              <a:gd name="connsiteX3106" fmla="*/ 1723835 w 4926099"/>
              <a:gd name="connsiteY3106" fmla="*/ 60249 h 968306"/>
              <a:gd name="connsiteX3107" fmla="*/ 1723835 w 4926099"/>
              <a:gd name="connsiteY3107" fmla="*/ 31960 h 968306"/>
              <a:gd name="connsiteX3108" fmla="*/ 1725454 w 4926099"/>
              <a:gd name="connsiteY3108" fmla="*/ 15767 h 968306"/>
              <a:gd name="connsiteX3109" fmla="*/ 1728597 w 4926099"/>
              <a:gd name="connsiteY3109" fmla="*/ 15767 h 968306"/>
              <a:gd name="connsiteX3110" fmla="*/ 1899571 w 4926099"/>
              <a:gd name="connsiteY3110" fmla="*/ 7290 h 968306"/>
              <a:gd name="connsiteX3111" fmla="*/ 1870805 w 4926099"/>
              <a:gd name="connsiteY3111" fmla="*/ 7290 h 968306"/>
              <a:gd name="connsiteX3112" fmla="*/ 1780699 w 4926099"/>
              <a:gd name="connsiteY3112" fmla="*/ 3575 h 968306"/>
              <a:gd name="connsiteX3113" fmla="*/ 1777079 w 4926099"/>
              <a:gd name="connsiteY3113" fmla="*/ 3575 h 968306"/>
              <a:gd name="connsiteX3114" fmla="*/ 1763459 w 4926099"/>
              <a:gd name="connsiteY3114" fmla="*/ 2051 h 968306"/>
              <a:gd name="connsiteX3115" fmla="*/ 1746218 w 4926099"/>
              <a:gd name="connsiteY3115" fmla="*/ 3575 h 968306"/>
              <a:gd name="connsiteX3116" fmla="*/ 1738884 w 4926099"/>
              <a:gd name="connsiteY3116" fmla="*/ 4623 h 968306"/>
              <a:gd name="connsiteX3117" fmla="*/ 1736217 w 4926099"/>
              <a:gd name="connsiteY3117" fmla="*/ 5195 h 968306"/>
              <a:gd name="connsiteX3118" fmla="*/ 1732026 w 4926099"/>
              <a:gd name="connsiteY3118" fmla="*/ 5766 h 968306"/>
              <a:gd name="connsiteX3119" fmla="*/ 1725739 w 4926099"/>
              <a:gd name="connsiteY3119" fmla="*/ 5766 h 968306"/>
              <a:gd name="connsiteX3120" fmla="*/ 1715834 w 4926099"/>
              <a:gd name="connsiteY3120" fmla="*/ 15767 h 968306"/>
              <a:gd name="connsiteX3121" fmla="*/ 1714214 w 4926099"/>
              <a:gd name="connsiteY3121" fmla="*/ 33008 h 968306"/>
              <a:gd name="connsiteX3122" fmla="*/ 1714214 w 4926099"/>
              <a:gd name="connsiteY3122" fmla="*/ 59773 h 968306"/>
              <a:gd name="connsiteX3123" fmla="*/ 1713738 w 4926099"/>
              <a:gd name="connsiteY3123" fmla="*/ 83871 h 968306"/>
              <a:gd name="connsiteX3124" fmla="*/ 1716310 w 4926099"/>
              <a:gd name="connsiteY3124" fmla="*/ 115875 h 968306"/>
              <a:gd name="connsiteX3125" fmla="*/ 1718977 w 4926099"/>
              <a:gd name="connsiteY3125" fmla="*/ 213792 h 968306"/>
              <a:gd name="connsiteX3126" fmla="*/ 1718977 w 4926099"/>
              <a:gd name="connsiteY3126" fmla="*/ 225889 h 968306"/>
              <a:gd name="connsiteX3127" fmla="*/ 1717929 w 4926099"/>
              <a:gd name="connsiteY3127" fmla="*/ 328568 h 968306"/>
              <a:gd name="connsiteX3128" fmla="*/ 1715834 w 4926099"/>
              <a:gd name="connsiteY3128" fmla="*/ 371526 h 968306"/>
              <a:gd name="connsiteX3129" fmla="*/ 1721072 w 4926099"/>
              <a:gd name="connsiteY3129" fmla="*/ 379908 h 968306"/>
              <a:gd name="connsiteX3130" fmla="*/ 1738408 w 4926099"/>
              <a:gd name="connsiteY3130" fmla="*/ 382004 h 968306"/>
              <a:gd name="connsiteX3131" fmla="*/ 1768793 w 4926099"/>
              <a:gd name="connsiteY3131" fmla="*/ 382004 h 968306"/>
              <a:gd name="connsiteX3132" fmla="*/ 1806512 w 4926099"/>
              <a:gd name="connsiteY3132" fmla="*/ 380956 h 968306"/>
              <a:gd name="connsiteX3133" fmla="*/ 1880902 w 4926099"/>
              <a:gd name="connsiteY3133" fmla="*/ 382004 h 968306"/>
              <a:gd name="connsiteX3134" fmla="*/ 1915478 w 4926099"/>
              <a:gd name="connsiteY3134" fmla="*/ 381432 h 968306"/>
              <a:gd name="connsiteX3135" fmla="*/ 1962626 w 4926099"/>
              <a:gd name="connsiteY3135" fmla="*/ 366192 h 968306"/>
              <a:gd name="connsiteX3136" fmla="*/ 2012347 w 4926099"/>
              <a:gd name="connsiteY3136" fmla="*/ 328473 h 968306"/>
              <a:gd name="connsiteX3137" fmla="*/ 2031778 w 4926099"/>
              <a:gd name="connsiteY3137" fmla="*/ 292278 h 968306"/>
              <a:gd name="connsiteX3138" fmla="*/ 2048542 w 4926099"/>
              <a:gd name="connsiteY3138" fmla="*/ 210554 h 968306"/>
              <a:gd name="connsiteX3139" fmla="*/ 2048066 w 4926099"/>
              <a:gd name="connsiteY3139" fmla="*/ 189599 h 968306"/>
              <a:gd name="connsiteX3140" fmla="*/ 2044922 w 4926099"/>
              <a:gd name="connsiteY3140" fmla="*/ 143498 h 968306"/>
              <a:gd name="connsiteX3141" fmla="*/ 2044446 w 4926099"/>
              <a:gd name="connsiteY3141" fmla="*/ 139307 h 968306"/>
              <a:gd name="connsiteX3142" fmla="*/ 2042827 w 4926099"/>
              <a:gd name="connsiteY3142" fmla="*/ 133020 h 968306"/>
              <a:gd name="connsiteX3143" fmla="*/ 2027587 w 4926099"/>
              <a:gd name="connsiteY3143" fmla="*/ 87395 h 968306"/>
              <a:gd name="connsiteX3144" fmla="*/ 2018157 w 4926099"/>
              <a:gd name="connsiteY3144" fmla="*/ 70060 h 968306"/>
              <a:gd name="connsiteX3145" fmla="*/ 2015490 w 4926099"/>
              <a:gd name="connsiteY3145" fmla="*/ 65869 h 968306"/>
              <a:gd name="connsiteX3146" fmla="*/ 2011871 w 4926099"/>
              <a:gd name="connsiteY3146" fmla="*/ 60630 h 968306"/>
              <a:gd name="connsiteX3147" fmla="*/ 2007680 w 4926099"/>
              <a:gd name="connsiteY3147" fmla="*/ 55963 h 968306"/>
              <a:gd name="connsiteX3148" fmla="*/ 1997202 w 4926099"/>
              <a:gd name="connsiteY3148" fmla="*/ 44438 h 968306"/>
              <a:gd name="connsiteX3149" fmla="*/ 1961102 w 4926099"/>
              <a:gd name="connsiteY3149" fmla="*/ 22435 h 968306"/>
              <a:gd name="connsiteX3150" fmla="*/ 1945862 w 4926099"/>
              <a:gd name="connsiteY3150" fmla="*/ 15101 h 968306"/>
              <a:gd name="connsiteX3151" fmla="*/ 1925479 w 4926099"/>
              <a:gd name="connsiteY3151" fmla="*/ 9862 h 968306"/>
              <a:gd name="connsiteX3152" fmla="*/ 1908143 w 4926099"/>
              <a:gd name="connsiteY3152" fmla="*/ 6719 h 968306"/>
              <a:gd name="connsiteX3153" fmla="*/ 1899761 w 4926099"/>
              <a:gd name="connsiteY3153" fmla="*/ 7290 h 968306"/>
              <a:gd name="connsiteX3154" fmla="*/ 1441895 w 4926099"/>
              <a:gd name="connsiteY3154" fmla="*/ 374574 h 968306"/>
              <a:gd name="connsiteX3155" fmla="*/ 1443514 w 4926099"/>
              <a:gd name="connsiteY3155" fmla="*/ 306470 h 968306"/>
              <a:gd name="connsiteX3156" fmla="*/ 1443990 w 4926099"/>
              <a:gd name="connsiteY3156" fmla="*/ 268751 h 968306"/>
              <a:gd name="connsiteX3157" fmla="*/ 1443990 w 4926099"/>
              <a:gd name="connsiteY3157" fmla="*/ 225794 h 968306"/>
              <a:gd name="connsiteX3158" fmla="*/ 1441895 w 4926099"/>
              <a:gd name="connsiteY3158" fmla="*/ 205886 h 968306"/>
              <a:gd name="connsiteX3159" fmla="*/ 1440371 w 4926099"/>
              <a:gd name="connsiteY3159" fmla="*/ 197504 h 968306"/>
              <a:gd name="connsiteX3160" fmla="*/ 1391126 w 4926099"/>
              <a:gd name="connsiteY3160" fmla="*/ 152451 h 968306"/>
              <a:gd name="connsiteX3161" fmla="*/ 1347121 w 4926099"/>
              <a:gd name="connsiteY3161" fmla="*/ 170263 h 968306"/>
              <a:gd name="connsiteX3162" fmla="*/ 1330357 w 4926099"/>
              <a:gd name="connsiteY3162" fmla="*/ 203219 h 968306"/>
              <a:gd name="connsiteX3163" fmla="*/ 1329309 w 4926099"/>
              <a:gd name="connsiteY3163" fmla="*/ 208458 h 968306"/>
              <a:gd name="connsiteX3164" fmla="*/ 1324642 w 4926099"/>
              <a:gd name="connsiteY3164" fmla="*/ 226270 h 968306"/>
              <a:gd name="connsiteX3165" fmla="*/ 1326166 w 4926099"/>
              <a:gd name="connsiteY3165" fmla="*/ 299136 h 968306"/>
              <a:gd name="connsiteX3166" fmla="*/ 1325689 w 4926099"/>
              <a:gd name="connsiteY3166" fmla="*/ 353619 h 968306"/>
              <a:gd name="connsiteX3167" fmla="*/ 1325118 w 4926099"/>
              <a:gd name="connsiteY3167" fmla="*/ 372479 h 968306"/>
              <a:gd name="connsiteX3168" fmla="*/ 1301591 w 4926099"/>
              <a:gd name="connsiteY3168" fmla="*/ 374098 h 968306"/>
              <a:gd name="connsiteX3169" fmla="*/ 1274350 w 4926099"/>
              <a:gd name="connsiteY3169" fmla="*/ 373050 h 968306"/>
              <a:gd name="connsiteX3170" fmla="*/ 1267016 w 4926099"/>
              <a:gd name="connsiteY3170" fmla="*/ 373622 h 968306"/>
              <a:gd name="connsiteX3171" fmla="*/ 1265968 w 4926099"/>
              <a:gd name="connsiteY3171" fmla="*/ 141021 h 968306"/>
              <a:gd name="connsiteX3172" fmla="*/ 1269587 w 4926099"/>
              <a:gd name="connsiteY3172" fmla="*/ 114827 h 968306"/>
              <a:gd name="connsiteX3173" fmla="*/ 1277493 w 4926099"/>
              <a:gd name="connsiteY3173" fmla="*/ 114256 h 968306"/>
              <a:gd name="connsiteX3174" fmla="*/ 1289495 w 4926099"/>
              <a:gd name="connsiteY3174" fmla="*/ 113684 h 968306"/>
              <a:gd name="connsiteX3175" fmla="*/ 1312545 w 4926099"/>
              <a:gd name="connsiteY3175" fmla="*/ 114256 h 968306"/>
              <a:gd name="connsiteX3176" fmla="*/ 1323499 w 4926099"/>
              <a:gd name="connsiteY3176" fmla="*/ 114256 h 968306"/>
              <a:gd name="connsiteX3177" fmla="*/ 1323499 w 4926099"/>
              <a:gd name="connsiteY3177" fmla="*/ 117971 h 968306"/>
              <a:gd name="connsiteX3178" fmla="*/ 1325594 w 4926099"/>
              <a:gd name="connsiteY3178" fmla="*/ 135782 h 968306"/>
              <a:gd name="connsiteX3179" fmla="*/ 1359122 w 4926099"/>
              <a:gd name="connsiteY3179" fmla="*/ 123209 h 968306"/>
              <a:gd name="connsiteX3180" fmla="*/ 1396270 w 4926099"/>
              <a:gd name="connsiteY3180" fmla="*/ 105398 h 968306"/>
              <a:gd name="connsiteX3181" fmla="*/ 1423988 w 4926099"/>
              <a:gd name="connsiteY3181" fmla="*/ 106445 h 968306"/>
              <a:gd name="connsiteX3182" fmla="*/ 1452277 w 4926099"/>
              <a:gd name="connsiteY3182" fmla="*/ 112732 h 968306"/>
              <a:gd name="connsiteX3183" fmla="*/ 1464278 w 4926099"/>
              <a:gd name="connsiteY3183" fmla="*/ 118542 h 968306"/>
              <a:gd name="connsiteX3184" fmla="*/ 1495711 w 4926099"/>
              <a:gd name="connsiteY3184" fmla="*/ 157785 h 968306"/>
              <a:gd name="connsiteX3185" fmla="*/ 1505141 w 4926099"/>
              <a:gd name="connsiteY3185" fmla="*/ 239033 h 968306"/>
              <a:gd name="connsiteX3186" fmla="*/ 1505141 w 4926099"/>
              <a:gd name="connsiteY3186" fmla="*/ 271514 h 968306"/>
              <a:gd name="connsiteX3187" fmla="*/ 1505141 w 4926099"/>
              <a:gd name="connsiteY3187" fmla="*/ 295040 h 968306"/>
              <a:gd name="connsiteX3188" fmla="*/ 1501521 w 4926099"/>
              <a:gd name="connsiteY3188" fmla="*/ 378289 h 968306"/>
              <a:gd name="connsiteX3189" fmla="*/ 1488948 w 4926099"/>
              <a:gd name="connsiteY3189" fmla="*/ 378860 h 968306"/>
              <a:gd name="connsiteX3190" fmla="*/ 1485805 w 4926099"/>
              <a:gd name="connsiteY3190" fmla="*/ 379432 h 968306"/>
              <a:gd name="connsiteX3191" fmla="*/ 1483709 w 4926099"/>
              <a:gd name="connsiteY3191" fmla="*/ 379432 h 968306"/>
              <a:gd name="connsiteX3192" fmla="*/ 1479995 w 4926099"/>
              <a:gd name="connsiteY3192" fmla="*/ 378860 h 968306"/>
              <a:gd name="connsiteX3193" fmla="*/ 1454372 w 4926099"/>
              <a:gd name="connsiteY3193" fmla="*/ 376765 h 968306"/>
              <a:gd name="connsiteX3194" fmla="*/ 1442371 w 4926099"/>
              <a:gd name="connsiteY3194" fmla="*/ 376193 h 968306"/>
              <a:gd name="connsiteX3195" fmla="*/ 1441799 w 4926099"/>
              <a:gd name="connsiteY3195" fmla="*/ 374669 h 968306"/>
              <a:gd name="connsiteX3196" fmla="*/ 1334548 w 4926099"/>
              <a:gd name="connsiteY3196" fmla="*/ 130448 h 968306"/>
              <a:gd name="connsiteX3197" fmla="*/ 1324642 w 4926099"/>
              <a:gd name="connsiteY3197" fmla="*/ 104255 h 968306"/>
              <a:gd name="connsiteX3198" fmla="*/ 1312640 w 4926099"/>
              <a:gd name="connsiteY3198" fmla="*/ 104255 h 968306"/>
              <a:gd name="connsiteX3199" fmla="*/ 1289590 w 4926099"/>
              <a:gd name="connsiteY3199" fmla="*/ 103683 h 968306"/>
              <a:gd name="connsiteX3200" fmla="*/ 1277017 w 4926099"/>
              <a:gd name="connsiteY3200" fmla="*/ 104255 h 968306"/>
              <a:gd name="connsiteX3201" fmla="*/ 1260253 w 4926099"/>
              <a:gd name="connsiteY3201" fmla="*/ 108922 h 968306"/>
              <a:gd name="connsiteX3202" fmla="*/ 1256062 w 4926099"/>
              <a:gd name="connsiteY3202" fmla="*/ 139878 h 968306"/>
              <a:gd name="connsiteX3203" fmla="*/ 1257110 w 4926099"/>
              <a:gd name="connsiteY3203" fmla="*/ 378194 h 968306"/>
              <a:gd name="connsiteX3204" fmla="*/ 1265492 w 4926099"/>
              <a:gd name="connsiteY3204" fmla="*/ 383432 h 968306"/>
              <a:gd name="connsiteX3205" fmla="*/ 1274350 w 4926099"/>
              <a:gd name="connsiteY3205" fmla="*/ 382861 h 968306"/>
              <a:gd name="connsiteX3206" fmla="*/ 1301591 w 4926099"/>
              <a:gd name="connsiteY3206" fmla="*/ 383909 h 968306"/>
              <a:gd name="connsiteX3207" fmla="*/ 1331405 w 4926099"/>
              <a:gd name="connsiteY3207" fmla="*/ 381813 h 968306"/>
              <a:gd name="connsiteX3208" fmla="*/ 1335596 w 4926099"/>
              <a:gd name="connsiteY3208" fmla="*/ 375527 h 968306"/>
              <a:gd name="connsiteX3209" fmla="*/ 1335596 w 4926099"/>
              <a:gd name="connsiteY3209" fmla="*/ 354095 h 968306"/>
              <a:gd name="connsiteX3210" fmla="*/ 1336072 w 4926099"/>
              <a:gd name="connsiteY3210" fmla="*/ 299612 h 968306"/>
              <a:gd name="connsiteX3211" fmla="*/ 1334548 w 4926099"/>
              <a:gd name="connsiteY3211" fmla="*/ 228365 h 968306"/>
              <a:gd name="connsiteX3212" fmla="*/ 1339215 w 4926099"/>
              <a:gd name="connsiteY3212" fmla="*/ 210554 h 968306"/>
              <a:gd name="connsiteX3213" fmla="*/ 1340263 w 4926099"/>
              <a:gd name="connsiteY3213" fmla="*/ 204743 h 968306"/>
              <a:gd name="connsiteX3214" fmla="*/ 1354931 w 4926099"/>
              <a:gd name="connsiteY3214" fmla="*/ 176454 h 968306"/>
              <a:gd name="connsiteX3215" fmla="*/ 1392079 w 4926099"/>
              <a:gd name="connsiteY3215" fmla="*/ 162262 h 968306"/>
              <a:gd name="connsiteX3216" fmla="*/ 1431893 w 4926099"/>
              <a:gd name="connsiteY3216" fmla="*/ 206839 h 968306"/>
              <a:gd name="connsiteX3217" fmla="*/ 1433989 w 4926099"/>
              <a:gd name="connsiteY3217" fmla="*/ 227222 h 968306"/>
              <a:gd name="connsiteX3218" fmla="*/ 1433513 w 4926099"/>
              <a:gd name="connsiteY3218" fmla="*/ 306375 h 968306"/>
              <a:gd name="connsiteX3219" fmla="*/ 1431893 w 4926099"/>
              <a:gd name="connsiteY3219" fmla="*/ 374479 h 968306"/>
              <a:gd name="connsiteX3220" fmla="*/ 1432465 w 4926099"/>
              <a:gd name="connsiteY3220" fmla="*/ 377051 h 968306"/>
              <a:gd name="connsiteX3221" fmla="*/ 1431893 w 4926099"/>
              <a:gd name="connsiteY3221" fmla="*/ 379718 h 968306"/>
              <a:gd name="connsiteX3222" fmla="*/ 1454468 w 4926099"/>
              <a:gd name="connsiteY3222" fmla="*/ 386576 h 968306"/>
              <a:gd name="connsiteX3223" fmla="*/ 1478566 w 4926099"/>
              <a:gd name="connsiteY3223" fmla="*/ 388671 h 968306"/>
              <a:gd name="connsiteX3224" fmla="*/ 1483233 w 4926099"/>
              <a:gd name="connsiteY3224" fmla="*/ 389147 h 968306"/>
              <a:gd name="connsiteX3225" fmla="*/ 1487424 w 4926099"/>
              <a:gd name="connsiteY3225" fmla="*/ 389147 h 968306"/>
              <a:gd name="connsiteX3226" fmla="*/ 1490567 w 4926099"/>
              <a:gd name="connsiteY3226" fmla="*/ 388671 h 968306"/>
              <a:gd name="connsiteX3227" fmla="*/ 1501045 w 4926099"/>
              <a:gd name="connsiteY3227" fmla="*/ 388671 h 968306"/>
              <a:gd name="connsiteX3228" fmla="*/ 1512570 w 4926099"/>
              <a:gd name="connsiteY3228" fmla="*/ 384480 h 968306"/>
              <a:gd name="connsiteX3229" fmla="*/ 1515142 w 4926099"/>
              <a:gd name="connsiteY3229" fmla="*/ 294945 h 968306"/>
              <a:gd name="connsiteX3230" fmla="*/ 1515142 w 4926099"/>
              <a:gd name="connsiteY3230" fmla="*/ 271895 h 968306"/>
              <a:gd name="connsiteX3231" fmla="*/ 1515142 w 4926099"/>
              <a:gd name="connsiteY3231" fmla="*/ 239414 h 968306"/>
              <a:gd name="connsiteX3232" fmla="*/ 1505712 w 4926099"/>
              <a:gd name="connsiteY3232" fmla="*/ 154547 h 968306"/>
              <a:gd name="connsiteX3233" fmla="*/ 1470089 w 4926099"/>
              <a:gd name="connsiteY3233" fmla="*/ 109970 h 968306"/>
              <a:gd name="connsiteX3234" fmla="*/ 1454372 w 4926099"/>
              <a:gd name="connsiteY3234" fmla="*/ 103207 h 968306"/>
              <a:gd name="connsiteX3235" fmla="*/ 1424559 w 4926099"/>
              <a:gd name="connsiteY3235" fmla="*/ 96349 h 968306"/>
              <a:gd name="connsiteX3236" fmla="*/ 1394174 w 4926099"/>
              <a:gd name="connsiteY3236" fmla="*/ 95777 h 968306"/>
              <a:gd name="connsiteX3237" fmla="*/ 1353788 w 4926099"/>
              <a:gd name="connsiteY3237" fmla="*/ 114637 h 968306"/>
              <a:gd name="connsiteX3238" fmla="*/ 1334357 w 4926099"/>
              <a:gd name="connsiteY3238" fmla="*/ 130353 h 968306"/>
              <a:gd name="connsiteX3239" fmla="*/ 1089184 w 4926099"/>
              <a:gd name="connsiteY3239" fmla="*/ 158642 h 968306"/>
              <a:gd name="connsiteX3240" fmla="*/ 1052513 w 4926099"/>
              <a:gd name="connsiteY3240" fmla="*/ 158642 h 968306"/>
              <a:gd name="connsiteX3241" fmla="*/ 1039368 w 4926099"/>
              <a:gd name="connsiteY3241" fmla="*/ 162833 h 968306"/>
              <a:gd name="connsiteX3242" fmla="*/ 1036701 w 4926099"/>
              <a:gd name="connsiteY3242" fmla="*/ 164929 h 968306"/>
              <a:gd name="connsiteX3243" fmla="*/ 1029938 w 4926099"/>
              <a:gd name="connsiteY3243" fmla="*/ 169120 h 968306"/>
              <a:gd name="connsiteX3244" fmla="*/ 1016794 w 4926099"/>
              <a:gd name="connsiteY3244" fmla="*/ 182264 h 968306"/>
              <a:gd name="connsiteX3245" fmla="*/ 1006316 w 4926099"/>
              <a:gd name="connsiteY3245" fmla="*/ 207887 h 968306"/>
              <a:gd name="connsiteX3246" fmla="*/ 1022033 w 4926099"/>
              <a:gd name="connsiteY3246" fmla="*/ 219412 h 968306"/>
              <a:gd name="connsiteX3247" fmla="*/ 1025176 w 4926099"/>
              <a:gd name="connsiteY3247" fmla="*/ 218840 h 968306"/>
              <a:gd name="connsiteX3248" fmla="*/ 1115759 w 4926099"/>
              <a:gd name="connsiteY3248" fmla="*/ 221507 h 968306"/>
              <a:gd name="connsiteX3249" fmla="*/ 1132523 w 4926099"/>
              <a:gd name="connsiteY3249" fmla="*/ 215697 h 968306"/>
              <a:gd name="connsiteX3250" fmla="*/ 1125760 w 4926099"/>
              <a:gd name="connsiteY3250" fmla="*/ 179597 h 968306"/>
              <a:gd name="connsiteX3251" fmla="*/ 1107948 w 4926099"/>
              <a:gd name="connsiteY3251" fmla="*/ 165977 h 968306"/>
              <a:gd name="connsiteX3252" fmla="*/ 1089089 w 4926099"/>
              <a:gd name="connsiteY3252" fmla="*/ 158642 h 968306"/>
              <a:gd name="connsiteX3253" fmla="*/ 1126236 w 4926099"/>
              <a:gd name="connsiteY3253" fmla="*/ 207887 h 968306"/>
              <a:gd name="connsiteX3254" fmla="*/ 1115282 w 4926099"/>
              <a:gd name="connsiteY3254" fmla="*/ 211601 h 968306"/>
              <a:gd name="connsiteX3255" fmla="*/ 1023080 w 4926099"/>
              <a:gd name="connsiteY3255" fmla="*/ 208934 h 968306"/>
              <a:gd name="connsiteX3256" fmla="*/ 1019937 w 4926099"/>
              <a:gd name="connsiteY3256" fmla="*/ 209506 h 968306"/>
              <a:gd name="connsiteX3257" fmla="*/ 1016222 w 4926099"/>
              <a:gd name="connsiteY3257" fmla="*/ 210077 h 968306"/>
              <a:gd name="connsiteX3258" fmla="*/ 1024604 w 4926099"/>
              <a:gd name="connsiteY3258" fmla="*/ 188075 h 968306"/>
              <a:gd name="connsiteX3259" fmla="*/ 1034510 w 4926099"/>
              <a:gd name="connsiteY3259" fmla="*/ 178169 h 968306"/>
              <a:gd name="connsiteX3260" fmla="*/ 1042892 w 4926099"/>
              <a:gd name="connsiteY3260" fmla="*/ 173501 h 968306"/>
              <a:gd name="connsiteX3261" fmla="*/ 1044988 w 4926099"/>
              <a:gd name="connsiteY3261" fmla="*/ 171406 h 968306"/>
              <a:gd name="connsiteX3262" fmla="*/ 1054894 w 4926099"/>
              <a:gd name="connsiteY3262" fmla="*/ 168739 h 968306"/>
              <a:gd name="connsiteX3263" fmla="*/ 1086803 w 4926099"/>
              <a:gd name="connsiteY3263" fmla="*/ 168739 h 968306"/>
              <a:gd name="connsiteX3264" fmla="*/ 1103090 w 4926099"/>
              <a:gd name="connsiteY3264" fmla="*/ 175025 h 968306"/>
              <a:gd name="connsiteX3265" fmla="*/ 1117283 w 4926099"/>
              <a:gd name="connsiteY3265" fmla="*/ 185503 h 968306"/>
              <a:gd name="connsiteX3266" fmla="*/ 1126141 w 4926099"/>
              <a:gd name="connsiteY3266" fmla="*/ 207982 h 968306"/>
              <a:gd name="connsiteX3267" fmla="*/ 1140333 w 4926099"/>
              <a:gd name="connsiteY3267" fmla="*/ 304375 h 968306"/>
              <a:gd name="connsiteX3268" fmla="*/ 1189101 w 4926099"/>
              <a:gd name="connsiteY3268" fmla="*/ 303327 h 968306"/>
              <a:gd name="connsiteX3269" fmla="*/ 1178624 w 4926099"/>
              <a:gd name="connsiteY3269" fmla="*/ 328473 h 968306"/>
              <a:gd name="connsiteX3270" fmla="*/ 1171861 w 4926099"/>
              <a:gd name="connsiteY3270" fmla="*/ 337331 h 968306"/>
              <a:gd name="connsiteX3271" fmla="*/ 1160336 w 4926099"/>
              <a:gd name="connsiteY3271" fmla="*/ 348857 h 968306"/>
              <a:gd name="connsiteX3272" fmla="*/ 1138904 w 4926099"/>
              <a:gd name="connsiteY3272" fmla="*/ 360382 h 968306"/>
              <a:gd name="connsiteX3273" fmla="*/ 1136237 w 4926099"/>
              <a:gd name="connsiteY3273" fmla="*/ 362954 h 968306"/>
              <a:gd name="connsiteX3274" fmla="*/ 1133570 w 4926099"/>
              <a:gd name="connsiteY3274" fmla="*/ 364573 h 968306"/>
              <a:gd name="connsiteX3275" fmla="*/ 1122045 w 4926099"/>
              <a:gd name="connsiteY3275" fmla="*/ 370288 h 968306"/>
              <a:gd name="connsiteX3276" fmla="*/ 1116806 w 4926099"/>
              <a:gd name="connsiteY3276" fmla="*/ 371907 h 968306"/>
              <a:gd name="connsiteX3277" fmla="*/ 1112139 w 4926099"/>
              <a:gd name="connsiteY3277" fmla="*/ 373526 h 968306"/>
              <a:gd name="connsiteX3278" fmla="*/ 1032510 w 4926099"/>
              <a:gd name="connsiteY3278" fmla="*/ 371907 h 968306"/>
              <a:gd name="connsiteX3279" fmla="*/ 1006316 w 4926099"/>
              <a:gd name="connsiteY3279" fmla="*/ 364001 h 968306"/>
              <a:gd name="connsiteX3280" fmla="*/ 976979 w 4926099"/>
              <a:gd name="connsiteY3280" fmla="*/ 341522 h 968306"/>
              <a:gd name="connsiteX3281" fmla="*/ 948690 w 4926099"/>
              <a:gd name="connsiteY3281" fmla="*/ 291230 h 968306"/>
              <a:gd name="connsiteX3282" fmla="*/ 946023 w 4926099"/>
              <a:gd name="connsiteY3282" fmla="*/ 280753 h 968306"/>
              <a:gd name="connsiteX3283" fmla="*/ 944404 w 4926099"/>
              <a:gd name="connsiteY3283" fmla="*/ 276562 h 968306"/>
              <a:gd name="connsiteX3284" fmla="*/ 943356 w 4926099"/>
              <a:gd name="connsiteY3284" fmla="*/ 270275 h 968306"/>
              <a:gd name="connsiteX3285" fmla="*/ 941261 w 4926099"/>
              <a:gd name="connsiteY3285" fmla="*/ 256655 h 968306"/>
              <a:gd name="connsiteX3286" fmla="*/ 941832 w 4926099"/>
              <a:gd name="connsiteY3286" fmla="*/ 252940 h 968306"/>
              <a:gd name="connsiteX3287" fmla="*/ 942404 w 4926099"/>
              <a:gd name="connsiteY3287" fmla="*/ 249320 h 968306"/>
              <a:gd name="connsiteX3288" fmla="*/ 942404 w 4926099"/>
              <a:gd name="connsiteY3288" fmla="*/ 245606 h 968306"/>
              <a:gd name="connsiteX3289" fmla="*/ 942880 w 4926099"/>
              <a:gd name="connsiteY3289" fmla="*/ 238843 h 968306"/>
              <a:gd name="connsiteX3290" fmla="*/ 968026 w 4926099"/>
              <a:gd name="connsiteY3290" fmla="*/ 170168 h 968306"/>
              <a:gd name="connsiteX3291" fmla="*/ 980027 w 4926099"/>
              <a:gd name="connsiteY3291" fmla="*/ 152356 h 968306"/>
              <a:gd name="connsiteX3292" fmla="*/ 1018223 w 4926099"/>
              <a:gd name="connsiteY3292" fmla="*/ 123019 h 968306"/>
              <a:gd name="connsiteX3293" fmla="*/ 1049084 w 4926099"/>
              <a:gd name="connsiteY3293" fmla="*/ 114161 h 968306"/>
              <a:gd name="connsiteX3294" fmla="*/ 1106710 w 4926099"/>
              <a:gd name="connsiteY3294" fmla="*/ 114732 h 968306"/>
              <a:gd name="connsiteX3295" fmla="*/ 1110425 w 4926099"/>
              <a:gd name="connsiteY3295" fmla="*/ 115780 h 968306"/>
              <a:gd name="connsiteX3296" fmla="*/ 1139762 w 4926099"/>
              <a:gd name="connsiteY3296" fmla="*/ 127781 h 968306"/>
              <a:gd name="connsiteX3297" fmla="*/ 1158621 w 4926099"/>
              <a:gd name="connsiteY3297" fmla="*/ 149784 h 968306"/>
              <a:gd name="connsiteX3298" fmla="*/ 1190625 w 4926099"/>
              <a:gd name="connsiteY3298" fmla="*/ 227318 h 968306"/>
              <a:gd name="connsiteX3299" fmla="*/ 1191197 w 4926099"/>
              <a:gd name="connsiteY3299" fmla="*/ 232080 h 968306"/>
              <a:gd name="connsiteX3300" fmla="*/ 1191197 w 4926099"/>
              <a:gd name="connsiteY3300" fmla="*/ 235795 h 968306"/>
              <a:gd name="connsiteX3301" fmla="*/ 1191673 w 4926099"/>
              <a:gd name="connsiteY3301" fmla="*/ 242081 h 968306"/>
              <a:gd name="connsiteX3302" fmla="*/ 1193292 w 4926099"/>
              <a:gd name="connsiteY3302" fmla="*/ 249987 h 968306"/>
              <a:gd name="connsiteX3303" fmla="*/ 1194340 w 4926099"/>
              <a:gd name="connsiteY3303" fmla="*/ 254654 h 968306"/>
              <a:gd name="connsiteX3304" fmla="*/ 1161860 w 4926099"/>
              <a:gd name="connsiteY3304" fmla="*/ 253035 h 968306"/>
              <a:gd name="connsiteX3305" fmla="*/ 1089565 w 4926099"/>
              <a:gd name="connsiteY3305" fmla="*/ 256178 h 968306"/>
              <a:gd name="connsiteX3306" fmla="*/ 1066514 w 4926099"/>
              <a:gd name="connsiteY3306" fmla="*/ 257226 h 968306"/>
              <a:gd name="connsiteX3307" fmla="*/ 1015175 w 4926099"/>
              <a:gd name="connsiteY3307" fmla="*/ 258274 h 968306"/>
              <a:gd name="connsiteX3308" fmla="*/ 1006793 w 4926099"/>
              <a:gd name="connsiteY3308" fmla="*/ 292850 h 968306"/>
              <a:gd name="connsiteX3309" fmla="*/ 1008888 w 4926099"/>
              <a:gd name="connsiteY3309" fmla="*/ 298088 h 968306"/>
              <a:gd name="connsiteX3310" fmla="*/ 1010507 w 4926099"/>
              <a:gd name="connsiteY3310" fmla="*/ 302279 h 968306"/>
              <a:gd name="connsiteX3311" fmla="*/ 1012127 w 4926099"/>
              <a:gd name="connsiteY3311" fmla="*/ 305423 h 968306"/>
              <a:gd name="connsiteX3312" fmla="*/ 1014222 w 4926099"/>
              <a:gd name="connsiteY3312" fmla="*/ 308090 h 968306"/>
              <a:gd name="connsiteX3313" fmla="*/ 1017365 w 4926099"/>
              <a:gd name="connsiteY3313" fmla="*/ 312281 h 968306"/>
              <a:gd name="connsiteX3314" fmla="*/ 1022604 w 4926099"/>
              <a:gd name="connsiteY3314" fmla="*/ 317519 h 968306"/>
              <a:gd name="connsiteX3315" fmla="*/ 1027843 w 4926099"/>
              <a:gd name="connsiteY3315" fmla="*/ 323806 h 968306"/>
              <a:gd name="connsiteX3316" fmla="*/ 1057180 w 4926099"/>
              <a:gd name="connsiteY3316" fmla="*/ 336950 h 968306"/>
              <a:gd name="connsiteX3317" fmla="*/ 1060799 w 4926099"/>
              <a:gd name="connsiteY3317" fmla="*/ 337522 h 968306"/>
              <a:gd name="connsiteX3318" fmla="*/ 1094327 w 4926099"/>
              <a:gd name="connsiteY3318" fmla="*/ 333807 h 968306"/>
              <a:gd name="connsiteX3319" fmla="*/ 1139857 w 4926099"/>
              <a:gd name="connsiteY3319" fmla="*/ 304470 h 968306"/>
              <a:gd name="connsiteX3320" fmla="*/ 1140428 w 4926099"/>
              <a:gd name="connsiteY3320" fmla="*/ 304470 h 968306"/>
              <a:gd name="connsiteX3321" fmla="*/ 1015651 w 4926099"/>
              <a:gd name="connsiteY3321" fmla="*/ 268275 h 968306"/>
              <a:gd name="connsiteX3322" fmla="*/ 1068038 w 4926099"/>
              <a:gd name="connsiteY3322" fmla="*/ 267227 h 968306"/>
              <a:gd name="connsiteX3323" fmla="*/ 1089470 w 4926099"/>
              <a:gd name="connsiteY3323" fmla="*/ 266180 h 968306"/>
              <a:gd name="connsiteX3324" fmla="*/ 1161764 w 4926099"/>
              <a:gd name="connsiteY3324" fmla="*/ 263036 h 968306"/>
              <a:gd name="connsiteX3325" fmla="*/ 1182719 w 4926099"/>
              <a:gd name="connsiteY3325" fmla="*/ 264656 h 968306"/>
              <a:gd name="connsiteX3326" fmla="*/ 1201579 w 4926099"/>
              <a:gd name="connsiteY3326" fmla="*/ 240557 h 968306"/>
              <a:gd name="connsiteX3327" fmla="*/ 1201007 w 4926099"/>
              <a:gd name="connsiteY3327" fmla="*/ 235319 h 968306"/>
              <a:gd name="connsiteX3328" fmla="*/ 1201007 w 4926099"/>
              <a:gd name="connsiteY3328" fmla="*/ 231128 h 968306"/>
              <a:gd name="connsiteX3329" fmla="*/ 1200436 w 4926099"/>
              <a:gd name="connsiteY3329" fmla="*/ 225889 h 968306"/>
              <a:gd name="connsiteX3330" fmla="*/ 1165860 w 4926099"/>
              <a:gd name="connsiteY3330" fmla="*/ 142545 h 968306"/>
              <a:gd name="connsiteX3331" fmla="*/ 1144905 w 4926099"/>
              <a:gd name="connsiteY3331" fmla="*/ 119495 h 968306"/>
              <a:gd name="connsiteX3332" fmla="*/ 1116616 w 4926099"/>
              <a:gd name="connsiteY3332" fmla="*/ 107493 h 968306"/>
              <a:gd name="connsiteX3333" fmla="*/ 1112425 w 4926099"/>
              <a:gd name="connsiteY3333" fmla="*/ 105874 h 968306"/>
              <a:gd name="connsiteX3334" fmla="*/ 1108710 w 4926099"/>
              <a:gd name="connsiteY3334" fmla="*/ 105302 h 968306"/>
              <a:gd name="connsiteX3335" fmla="*/ 1047369 w 4926099"/>
              <a:gd name="connsiteY3335" fmla="*/ 104255 h 968306"/>
              <a:gd name="connsiteX3336" fmla="*/ 1014889 w 4926099"/>
              <a:gd name="connsiteY3336" fmla="*/ 113113 h 968306"/>
              <a:gd name="connsiteX3337" fmla="*/ 970883 w 4926099"/>
              <a:gd name="connsiteY3337" fmla="*/ 147689 h 968306"/>
              <a:gd name="connsiteX3338" fmla="*/ 958310 w 4926099"/>
              <a:gd name="connsiteY3338" fmla="*/ 165977 h 968306"/>
              <a:gd name="connsiteX3339" fmla="*/ 933164 w 4926099"/>
              <a:gd name="connsiteY3339" fmla="*/ 230366 h 968306"/>
              <a:gd name="connsiteX3340" fmla="*/ 932117 w 4926099"/>
              <a:gd name="connsiteY3340" fmla="*/ 244558 h 968306"/>
              <a:gd name="connsiteX3341" fmla="*/ 932117 w 4926099"/>
              <a:gd name="connsiteY3341" fmla="*/ 248273 h 968306"/>
              <a:gd name="connsiteX3342" fmla="*/ 931545 w 4926099"/>
              <a:gd name="connsiteY3342" fmla="*/ 251416 h 968306"/>
              <a:gd name="connsiteX3343" fmla="*/ 930974 w 4926099"/>
              <a:gd name="connsiteY3343" fmla="*/ 255607 h 968306"/>
              <a:gd name="connsiteX3344" fmla="*/ 933069 w 4926099"/>
              <a:gd name="connsiteY3344" fmla="*/ 272371 h 968306"/>
              <a:gd name="connsiteX3345" fmla="*/ 934688 w 4926099"/>
              <a:gd name="connsiteY3345" fmla="*/ 280181 h 968306"/>
              <a:gd name="connsiteX3346" fmla="*/ 936308 w 4926099"/>
              <a:gd name="connsiteY3346" fmla="*/ 284372 h 968306"/>
              <a:gd name="connsiteX3347" fmla="*/ 938403 w 4926099"/>
              <a:gd name="connsiteY3347" fmla="*/ 292754 h 968306"/>
              <a:gd name="connsiteX3348" fmla="*/ 938975 w 4926099"/>
              <a:gd name="connsiteY3348" fmla="*/ 295421 h 968306"/>
              <a:gd name="connsiteX3349" fmla="*/ 969836 w 4926099"/>
              <a:gd name="connsiteY3349" fmla="*/ 349428 h 968306"/>
              <a:gd name="connsiteX3350" fmla="*/ 1003363 w 4926099"/>
              <a:gd name="connsiteY3350" fmla="*/ 374003 h 968306"/>
              <a:gd name="connsiteX3351" fmla="*/ 1029557 w 4926099"/>
              <a:gd name="connsiteY3351" fmla="*/ 381908 h 968306"/>
              <a:gd name="connsiteX3352" fmla="*/ 1114901 w 4926099"/>
              <a:gd name="connsiteY3352" fmla="*/ 382956 h 968306"/>
              <a:gd name="connsiteX3353" fmla="*/ 1119092 w 4926099"/>
              <a:gd name="connsiteY3353" fmla="*/ 381432 h 968306"/>
              <a:gd name="connsiteX3354" fmla="*/ 1124903 w 4926099"/>
              <a:gd name="connsiteY3354" fmla="*/ 379813 h 968306"/>
              <a:gd name="connsiteX3355" fmla="*/ 1134332 w 4926099"/>
              <a:gd name="connsiteY3355" fmla="*/ 374574 h 968306"/>
              <a:gd name="connsiteX3356" fmla="*/ 1139571 w 4926099"/>
              <a:gd name="connsiteY3356" fmla="*/ 372479 h 968306"/>
              <a:gd name="connsiteX3357" fmla="*/ 1142238 w 4926099"/>
              <a:gd name="connsiteY3357" fmla="*/ 370383 h 968306"/>
              <a:gd name="connsiteX3358" fmla="*/ 1144905 w 4926099"/>
              <a:gd name="connsiteY3358" fmla="*/ 368288 h 968306"/>
              <a:gd name="connsiteX3359" fmla="*/ 1165860 w 4926099"/>
              <a:gd name="connsiteY3359" fmla="*/ 357239 h 968306"/>
              <a:gd name="connsiteX3360" fmla="*/ 1181100 w 4926099"/>
              <a:gd name="connsiteY3360" fmla="*/ 341046 h 968306"/>
              <a:gd name="connsiteX3361" fmla="*/ 1187387 w 4926099"/>
              <a:gd name="connsiteY3361" fmla="*/ 333712 h 968306"/>
              <a:gd name="connsiteX3362" fmla="*/ 1195769 w 4926099"/>
              <a:gd name="connsiteY3362" fmla="*/ 293326 h 968306"/>
              <a:gd name="connsiteX3363" fmla="*/ 1179005 w 4926099"/>
              <a:gd name="connsiteY3363" fmla="*/ 292278 h 968306"/>
              <a:gd name="connsiteX3364" fmla="*/ 1138142 w 4926099"/>
              <a:gd name="connsiteY3364" fmla="*/ 294374 h 968306"/>
              <a:gd name="connsiteX3365" fmla="*/ 1133951 w 4926099"/>
              <a:gd name="connsiteY3365" fmla="*/ 295421 h 968306"/>
              <a:gd name="connsiteX3366" fmla="*/ 1130237 w 4926099"/>
              <a:gd name="connsiteY3366" fmla="*/ 301232 h 968306"/>
              <a:gd name="connsiteX3367" fmla="*/ 1091470 w 4926099"/>
              <a:gd name="connsiteY3367" fmla="*/ 324282 h 968306"/>
              <a:gd name="connsiteX3368" fmla="*/ 1060514 w 4926099"/>
              <a:gd name="connsiteY3368" fmla="*/ 327425 h 968306"/>
              <a:gd name="connsiteX3369" fmla="*/ 1055846 w 4926099"/>
              <a:gd name="connsiteY3369" fmla="*/ 326378 h 968306"/>
              <a:gd name="connsiteX3370" fmla="*/ 1034891 w 4926099"/>
              <a:gd name="connsiteY3370" fmla="*/ 316948 h 968306"/>
              <a:gd name="connsiteX3371" fmla="*/ 1028129 w 4926099"/>
              <a:gd name="connsiteY3371" fmla="*/ 309137 h 968306"/>
              <a:gd name="connsiteX3372" fmla="*/ 1024985 w 4926099"/>
              <a:gd name="connsiteY3372" fmla="*/ 305423 h 968306"/>
              <a:gd name="connsiteX3373" fmla="*/ 1021842 w 4926099"/>
              <a:gd name="connsiteY3373" fmla="*/ 301803 h 968306"/>
              <a:gd name="connsiteX3374" fmla="*/ 1019747 w 4926099"/>
              <a:gd name="connsiteY3374" fmla="*/ 298088 h 968306"/>
              <a:gd name="connsiteX3375" fmla="*/ 1018127 w 4926099"/>
              <a:gd name="connsiteY3375" fmla="*/ 294945 h 968306"/>
              <a:gd name="connsiteX3376" fmla="*/ 1016032 w 4926099"/>
              <a:gd name="connsiteY3376" fmla="*/ 289230 h 968306"/>
              <a:gd name="connsiteX3377" fmla="*/ 1015460 w 4926099"/>
              <a:gd name="connsiteY3377" fmla="*/ 268275 h 968306"/>
              <a:gd name="connsiteX3378" fmla="*/ 826865 w 4926099"/>
              <a:gd name="connsiteY3378" fmla="*/ 368383 h 968306"/>
              <a:gd name="connsiteX3379" fmla="*/ 826865 w 4926099"/>
              <a:gd name="connsiteY3379" fmla="*/ 356286 h 968306"/>
              <a:gd name="connsiteX3380" fmla="*/ 827437 w 4926099"/>
              <a:gd name="connsiteY3380" fmla="*/ 331712 h 968306"/>
              <a:gd name="connsiteX3381" fmla="*/ 825341 w 4926099"/>
              <a:gd name="connsiteY3381" fmla="*/ 47771 h 968306"/>
              <a:gd name="connsiteX3382" fmla="*/ 826865 w 4926099"/>
              <a:gd name="connsiteY3382" fmla="*/ 17863 h 968306"/>
              <a:gd name="connsiteX3383" fmla="*/ 826865 w 4926099"/>
              <a:gd name="connsiteY3383" fmla="*/ 15291 h 968306"/>
              <a:gd name="connsiteX3384" fmla="*/ 846773 w 4926099"/>
              <a:gd name="connsiteY3384" fmla="*/ 17387 h 968306"/>
              <a:gd name="connsiteX3385" fmla="*/ 849916 w 4926099"/>
              <a:gd name="connsiteY3385" fmla="*/ 17387 h 968306"/>
              <a:gd name="connsiteX3386" fmla="*/ 850963 w 4926099"/>
              <a:gd name="connsiteY3386" fmla="*/ 16815 h 968306"/>
              <a:gd name="connsiteX3387" fmla="*/ 854107 w 4926099"/>
              <a:gd name="connsiteY3387" fmla="*/ 17387 h 968306"/>
              <a:gd name="connsiteX3388" fmla="*/ 863537 w 4926099"/>
              <a:gd name="connsiteY3388" fmla="*/ 17387 h 968306"/>
              <a:gd name="connsiteX3389" fmla="*/ 877157 w 4926099"/>
              <a:gd name="connsiteY3389" fmla="*/ 17958 h 968306"/>
              <a:gd name="connsiteX3390" fmla="*/ 887635 w 4926099"/>
              <a:gd name="connsiteY3390" fmla="*/ 17958 h 968306"/>
              <a:gd name="connsiteX3391" fmla="*/ 887635 w 4926099"/>
              <a:gd name="connsiteY3391" fmla="*/ 19006 h 968306"/>
              <a:gd name="connsiteX3392" fmla="*/ 888206 w 4926099"/>
              <a:gd name="connsiteY3392" fmla="*/ 22721 h 968306"/>
              <a:gd name="connsiteX3393" fmla="*/ 884492 w 4926099"/>
              <a:gd name="connsiteY3393" fmla="*/ 362192 h 968306"/>
              <a:gd name="connsiteX3394" fmla="*/ 884492 w 4926099"/>
              <a:gd name="connsiteY3394" fmla="*/ 370002 h 968306"/>
              <a:gd name="connsiteX3395" fmla="*/ 883920 w 4926099"/>
              <a:gd name="connsiteY3395" fmla="*/ 370002 h 968306"/>
              <a:gd name="connsiteX3396" fmla="*/ 843058 w 4926099"/>
              <a:gd name="connsiteY3396" fmla="*/ 371621 h 968306"/>
              <a:gd name="connsiteX3397" fmla="*/ 826770 w 4926099"/>
              <a:gd name="connsiteY3397" fmla="*/ 370002 h 968306"/>
              <a:gd name="connsiteX3398" fmla="*/ 826770 w 4926099"/>
              <a:gd name="connsiteY3398" fmla="*/ 368478 h 968306"/>
              <a:gd name="connsiteX3399" fmla="*/ 848106 w 4926099"/>
              <a:gd name="connsiteY3399" fmla="*/ 7290 h 968306"/>
              <a:gd name="connsiteX3400" fmla="*/ 821912 w 4926099"/>
              <a:gd name="connsiteY3400" fmla="*/ 5195 h 968306"/>
              <a:gd name="connsiteX3401" fmla="*/ 817150 w 4926099"/>
              <a:gd name="connsiteY3401" fmla="*/ 17196 h 968306"/>
              <a:gd name="connsiteX3402" fmla="*/ 815531 w 4926099"/>
              <a:gd name="connsiteY3402" fmla="*/ 47105 h 968306"/>
              <a:gd name="connsiteX3403" fmla="*/ 817626 w 4926099"/>
              <a:gd name="connsiteY3403" fmla="*/ 331045 h 968306"/>
              <a:gd name="connsiteX3404" fmla="*/ 817055 w 4926099"/>
              <a:gd name="connsiteY3404" fmla="*/ 355715 h 968306"/>
              <a:gd name="connsiteX3405" fmla="*/ 817055 w 4926099"/>
              <a:gd name="connsiteY3405" fmla="*/ 372479 h 968306"/>
              <a:gd name="connsiteX3406" fmla="*/ 823341 w 4926099"/>
              <a:gd name="connsiteY3406" fmla="*/ 380861 h 968306"/>
              <a:gd name="connsiteX3407" fmla="*/ 842677 w 4926099"/>
              <a:gd name="connsiteY3407" fmla="*/ 381432 h 968306"/>
              <a:gd name="connsiteX3408" fmla="*/ 885635 w 4926099"/>
              <a:gd name="connsiteY3408" fmla="*/ 380384 h 968306"/>
              <a:gd name="connsiteX3409" fmla="*/ 886682 w 4926099"/>
              <a:gd name="connsiteY3409" fmla="*/ 380384 h 968306"/>
              <a:gd name="connsiteX3410" fmla="*/ 895064 w 4926099"/>
              <a:gd name="connsiteY3410" fmla="*/ 372479 h 968306"/>
              <a:gd name="connsiteX3411" fmla="*/ 895064 w 4926099"/>
              <a:gd name="connsiteY3411" fmla="*/ 369812 h 968306"/>
              <a:gd name="connsiteX3412" fmla="*/ 894493 w 4926099"/>
              <a:gd name="connsiteY3412" fmla="*/ 367240 h 968306"/>
              <a:gd name="connsiteX3413" fmla="*/ 894493 w 4926099"/>
              <a:gd name="connsiteY3413" fmla="*/ 362001 h 968306"/>
              <a:gd name="connsiteX3414" fmla="*/ 898208 w 4926099"/>
              <a:gd name="connsiteY3414" fmla="*/ 22054 h 968306"/>
              <a:gd name="connsiteX3415" fmla="*/ 897636 w 4926099"/>
              <a:gd name="connsiteY3415" fmla="*/ 16339 h 968306"/>
              <a:gd name="connsiteX3416" fmla="*/ 897065 w 4926099"/>
              <a:gd name="connsiteY3416" fmla="*/ 13196 h 968306"/>
              <a:gd name="connsiteX3417" fmla="*/ 877634 w 4926099"/>
              <a:gd name="connsiteY3417" fmla="*/ 7957 h 968306"/>
              <a:gd name="connsiteX3418" fmla="*/ 864013 w 4926099"/>
              <a:gd name="connsiteY3418" fmla="*/ 7385 h 968306"/>
              <a:gd name="connsiteX3419" fmla="*/ 854583 w 4926099"/>
              <a:gd name="connsiteY3419" fmla="*/ 6814 h 968306"/>
              <a:gd name="connsiteX3420" fmla="*/ 849344 w 4926099"/>
              <a:gd name="connsiteY3420" fmla="*/ 6814 h 968306"/>
              <a:gd name="connsiteX3421" fmla="*/ 847725 w 4926099"/>
              <a:gd name="connsiteY3421" fmla="*/ 7385 h 968306"/>
              <a:gd name="connsiteX3422" fmla="*/ 649034 w 4926099"/>
              <a:gd name="connsiteY3422" fmla="*/ 158738 h 968306"/>
              <a:gd name="connsiteX3423" fmla="*/ 612362 w 4926099"/>
              <a:gd name="connsiteY3423" fmla="*/ 158738 h 968306"/>
              <a:gd name="connsiteX3424" fmla="*/ 599313 w 4926099"/>
              <a:gd name="connsiteY3424" fmla="*/ 162929 h 968306"/>
              <a:gd name="connsiteX3425" fmla="*/ 596646 w 4926099"/>
              <a:gd name="connsiteY3425" fmla="*/ 165024 h 968306"/>
              <a:gd name="connsiteX3426" fmla="*/ 589788 w 4926099"/>
              <a:gd name="connsiteY3426" fmla="*/ 169215 h 968306"/>
              <a:gd name="connsiteX3427" fmla="*/ 576644 w 4926099"/>
              <a:gd name="connsiteY3427" fmla="*/ 182360 h 968306"/>
              <a:gd name="connsiteX3428" fmla="*/ 566166 w 4926099"/>
              <a:gd name="connsiteY3428" fmla="*/ 207982 h 968306"/>
              <a:gd name="connsiteX3429" fmla="*/ 581882 w 4926099"/>
              <a:gd name="connsiteY3429" fmla="*/ 219507 h 968306"/>
              <a:gd name="connsiteX3430" fmla="*/ 585026 w 4926099"/>
              <a:gd name="connsiteY3430" fmla="*/ 218936 h 968306"/>
              <a:gd name="connsiteX3431" fmla="*/ 675608 w 4926099"/>
              <a:gd name="connsiteY3431" fmla="*/ 221603 h 968306"/>
              <a:gd name="connsiteX3432" fmla="*/ 692372 w 4926099"/>
              <a:gd name="connsiteY3432" fmla="*/ 215792 h 968306"/>
              <a:gd name="connsiteX3433" fmla="*/ 685514 w 4926099"/>
              <a:gd name="connsiteY3433" fmla="*/ 179693 h 968306"/>
              <a:gd name="connsiteX3434" fmla="*/ 667703 w 4926099"/>
              <a:gd name="connsiteY3434" fmla="*/ 166072 h 968306"/>
              <a:gd name="connsiteX3435" fmla="*/ 648843 w 4926099"/>
              <a:gd name="connsiteY3435" fmla="*/ 158738 h 968306"/>
              <a:gd name="connsiteX3436" fmla="*/ 685990 w 4926099"/>
              <a:gd name="connsiteY3436" fmla="*/ 207982 h 968306"/>
              <a:gd name="connsiteX3437" fmla="*/ 675037 w 4926099"/>
              <a:gd name="connsiteY3437" fmla="*/ 211697 h 968306"/>
              <a:gd name="connsiteX3438" fmla="*/ 582835 w 4926099"/>
              <a:gd name="connsiteY3438" fmla="*/ 209030 h 968306"/>
              <a:gd name="connsiteX3439" fmla="*/ 579692 w 4926099"/>
              <a:gd name="connsiteY3439" fmla="*/ 209601 h 968306"/>
              <a:gd name="connsiteX3440" fmla="*/ 575977 w 4926099"/>
              <a:gd name="connsiteY3440" fmla="*/ 210173 h 968306"/>
              <a:gd name="connsiteX3441" fmla="*/ 584359 w 4926099"/>
              <a:gd name="connsiteY3441" fmla="*/ 188170 h 968306"/>
              <a:gd name="connsiteX3442" fmla="*/ 594265 w 4926099"/>
              <a:gd name="connsiteY3442" fmla="*/ 178264 h 968306"/>
              <a:gd name="connsiteX3443" fmla="*/ 602647 w 4926099"/>
              <a:gd name="connsiteY3443" fmla="*/ 173597 h 968306"/>
              <a:gd name="connsiteX3444" fmla="*/ 604742 w 4926099"/>
              <a:gd name="connsiteY3444" fmla="*/ 171501 h 968306"/>
              <a:gd name="connsiteX3445" fmla="*/ 614648 w 4926099"/>
              <a:gd name="connsiteY3445" fmla="*/ 168834 h 968306"/>
              <a:gd name="connsiteX3446" fmla="*/ 646557 w 4926099"/>
              <a:gd name="connsiteY3446" fmla="*/ 168834 h 968306"/>
              <a:gd name="connsiteX3447" fmla="*/ 662845 w 4926099"/>
              <a:gd name="connsiteY3447" fmla="*/ 175121 h 968306"/>
              <a:gd name="connsiteX3448" fmla="*/ 677037 w 4926099"/>
              <a:gd name="connsiteY3448" fmla="*/ 185598 h 968306"/>
              <a:gd name="connsiteX3449" fmla="*/ 685895 w 4926099"/>
              <a:gd name="connsiteY3449" fmla="*/ 208077 h 968306"/>
              <a:gd name="connsiteX3450" fmla="*/ 700088 w 4926099"/>
              <a:gd name="connsiteY3450" fmla="*/ 304470 h 968306"/>
              <a:gd name="connsiteX3451" fmla="*/ 748856 w 4926099"/>
              <a:gd name="connsiteY3451" fmla="*/ 303422 h 968306"/>
              <a:gd name="connsiteX3452" fmla="*/ 738378 w 4926099"/>
              <a:gd name="connsiteY3452" fmla="*/ 328568 h 968306"/>
              <a:gd name="connsiteX3453" fmla="*/ 731615 w 4926099"/>
              <a:gd name="connsiteY3453" fmla="*/ 337427 h 968306"/>
              <a:gd name="connsiteX3454" fmla="*/ 720090 w 4926099"/>
              <a:gd name="connsiteY3454" fmla="*/ 348952 h 968306"/>
              <a:gd name="connsiteX3455" fmla="*/ 698563 w 4926099"/>
              <a:gd name="connsiteY3455" fmla="*/ 360477 h 968306"/>
              <a:gd name="connsiteX3456" fmla="*/ 695992 w 4926099"/>
              <a:gd name="connsiteY3456" fmla="*/ 363049 h 968306"/>
              <a:gd name="connsiteX3457" fmla="*/ 693325 w 4926099"/>
              <a:gd name="connsiteY3457" fmla="*/ 364668 h 968306"/>
              <a:gd name="connsiteX3458" fmla="*/ 681800 w 4926099"/>
              <a:gd name="connsiteY3458" fmla="*/ 370383 h 968306"/>
              <a:gd name="connsiteX3459" fmla="*/ 676561 w 4926099"/>
              <a:gd name="connsiteY3459" fmla="*/ 372002 h 968306"/>
              <a:gd name="connsiteX3460" fmla="*/ 671798 w 4926099"/>
              <a:gd name="connsiteY3460" fmla="*/ 373622 h 968306"/>
              <a:gd name="connsiteX3461" fmla="*/ 592169 w 4926099"/>
              <a:gd name="connsiteY3461" fmla="*/ 372002 h 968306"/>
              <a:gd name="connsiteX3462" fmla="*/ 565976 w 4926099"/>
              <a:gd name="connsiteY3462" fmla="*/ 364097 h 968306"/>
              <a:gd name="connsiteX3463" fmla="*/ 536639 w 4926099"/>
              <a:gd name="connsiteY3463" fmla="*/ 341618 h 968306"/>
              <a:gd name="connsiteX3464" fmla="*/ 508349 w 4926099"/>
              <a:gd name="connsiteY3464" fmla="*/ 291326 h 968306"/>
              <a:gd name="connsiteX3465" fmla="*/ 505778 w 4926099"/>
              <a:gd name="connsiteY3465" fmla="*/ 280848 h 968306"/>
              <a:gd name="connsiteX3466" fmla="*/ 504158 w 4926099"/>
              <a:gd name="connsiteY3466" fmla="*/ 276657 h 968306"/>
              <a:gd name="connsiteX3467" fmla="*/ 503111 w 4926099"/>
              <a:gd name="connsiteY3467" fmla="*/ 270371 h 968306"/>
              <a:gd name="connsiteX3468" fmla="*/ 501015 w 4926099"/>
              <a:gd name="connsiteY3468" fmla="*/ 256750 h 968306"/>
              <a:gd name="connsiteX3469" fmla="*/ 501587 w 4926099"/>
              <a:gd name="connsiteY3469" fmla="*/ 253035 h 968306"/>
              <a:gd name="connsiteX3470" fmla="*/ 502158 w 4926099"/>
              <a:gd name="connsiteY3470" fmla="*/ 249416 h 968306"/>
              <a:gd name="connsiteX3471" fmla="*/ 502158 w 4926099"/>
              <a:gd name="connsiteY3471" fmla="*/ 245701 h 968306"/>
              <a:gd name="connsiteX3472" fmla="*/ 502730 w 4926099"/>
              <a:gd name="connsiteY3472" fmla="*/ 238938 h 968306"/>
              <a:gd name="connsiteX3473" fmla="*/ 527876 w 4926099"/>
              <a:gd name="connsiteY3473" fmla="*/ 170263 h 968306"/>
              <a:gd name="connsiteX3474" fmla="*/ 539972 w 4926099"/>
              <a:gd name="connsiteY3474" fmla="*/ 152451 h 968306"/>
              <a:gd name="connsiteX3475" fmla="*/ 578168 w 4926099"/>
              <a:gd name="connsiteY3475" fmla="*/ 123114 h 968306"/>
              <a:gd name="connsiteX3476" fmla="*/ 609029 w 4926099"/>
              <a:gd name="connsiteY3476" fmla="*/ 114256 h 968306"/>
              <a:gd name="connsiteX3477" fmla="*/ 666655 w 4926099"/>
              <a:gd name="connsiteY3477" fmla="*/ 114827 h 968306"/>
              <a:gd name="connsiteX3478" fmla="*/ 670370 w 4926099"/>
              <a:gd name="connsiteY3478" fmla="*/ 115875 h 968306"/>
              <a:gd name="connsiteX3479" fmla="*/ 699707 w 4926099"/>
              <a:gd name="connsiteY3479" fmla="*/ 127877 h 968306"/>
              <a:gd name="connsiteX3480" fmla="*/ 718566 w 4926099"/>
              <a:gd name="connsiteY3480" fmla="*/ 149879 h 968306"/>
              <a:gd name="connsiteX3481" fmla="*/ 750475 w 4926099"/>
              <a:gd name="connsiteY3481" fmla="*/ 227413 h 968306"/>
              <a:gd name="connsiteX3482" fmla="*/ 751046 w 4926099"/>
              <a:gd name="connsiteY3482" fmla="*/ 232175 h 968306"/>
              <a:gd name="connsiteX3483" fmla="*/ 751046 w 4926099"/>
              <a:gd name="connsiteY3483" fmla="*/ 235890 h 968306"/>
              <a:gd name="connsiteX3484" fmla="*/ 751618 w 4926099"/>
              <a:gd name="connsiteY3484" fmla="*/ 242177 h 968306"/>
              <a:gd name="connsiteX3485" fmla="*/ 753237 w 4926099"/>
              <a:gd name="connsiteY3485" fmla="*/ 250082 h 968306"/>
              <a:gd name="connsiteX3486" fmla="*/ 754285 w 4926099"/>
              <a:gd name="connsiteY3486" fmla="*/ 254750 h 968306"/>
              <a:gd name="connsiteX3487" fmla="*/ 721805 w 4926099"/>
              <a:gd name="connsiteY3487" fmla="*/ 253130 h 968306"/>
              <a:gd name="connsiteX3488" fmla="*/ 649510 w 4926099"/>
              <a:gd name="connsiteY3488" fmla="*/ 256274 h 968306"/>
              <a:gd name="connsiteX3489" fmla="*/ 626459 w 4926099"/>
              <a:gd name="connsiteY3489" fmla="*/ 257321 h 968306"/>
              <a:gd name="connsiteX3490" fmla="*/ 575120 w 4926099"/>
              <a:gd name="connsiteY3490" fmla="*/ 258369 h 968306"/>
              <a:gd name="connsiteX3491" fmla="*/ 566738 w 4926099"/>
              <a:gd name="connsiteY3491" fmla="*/ 292945 h 968306"/>
              <a:gd name="connsiteX3492" fmla="*/ 568833 w 4926099"/>
              <a:gd name="connsiteY3492" fmla="*/ 298184 h 968306"/>
              <a:gd name="connsiteX3493" fmla="*/ 570452 w 4926099"/>
              <a:gd name="connsiteY3493" fmla="*/ 302375 h 968306"/>
              <a:gd name="connsiteX3494" fmla="*/ 572072 w 4926099"/>
              <a:gd name="connsiteY3494" fmla="*/ 305518 h 968306"/>
              <a:gd name="connsiteX3495" fmla="*/ 574167 w 4926099"/>
              <a:gd name="connsiteY3495" fmla="*/ 308185 h 968306"/>
              <a:gd name="connsiteX3496" fmla="*/ 577310 w 4926099"/>
              <a:gd name="connsiteY3496" fmla="*/ 312376 h 968306"/>
              <a:gd name="connsiteX3497" fmla="*/ 582549 w 4926099"/>
              <a:gd name="connsiteY3497" fmla="*/ 317615 h 968306"/>
              <a:gd name="connsiteX3498" fmla="*/ 587788 w 4926099"/>
              <a:gd name="connsiteY3498" fmla="*/ 323901 h 968306"/>
              <a:gd name="connsiteX3499" fmla="*/ 617125 w 4926099"/>
              <a:gd name="connsiteY3499" fmla="*/ 337046 h 968306"/>
              <a:gd name="connsiteX3500" fmla="*/ 620744 w 4926099"/>
              <a:gd name="connsiteY3500" fmla="*/ 337617 h 968306"/>
              <a:gd name="connsiteX3501" fmla="*/ 654272 w 4926099"/>
              <a:gd name="connsiteY3501" fmla="*/ 333902 h 968306"/>
              <a:gd name="connsiteX3502" fmla="*/ 699802 w 4926099"/>
              <a:gd name="connsiteY3502" fmla="*/ 304565 h 968306"/>
              <a:gd name="connsiteX3503" fmla="*/ 700373 w 4926099"/>
              <a:gd name="connsiteY3503" fmla="*/ 304565 h 968306"/>
              <a:gd name="connsiteX3504" fmla="*/ 575405 w 4926099"/>
              <a:gd name="connsiteY3504" fmla="*/ 268370 h 968306"/>
              <a:gd name="connsiteX3505" fmla="*/ 627793 w 4926099"/>
              <a:gd name="connsiteY3505" fmla="*/ 267323 h 968306"/>
              <a:gd name="connsiteX3506" fmla="*/ 649224 w 4926099"/>
              <a:gd name="connsiteY3506" fmla="*/ 266275 h 968306"/>
              <a:gd name="connsiteX3507" fmla="*/ 721519 w 4926099"/>
              <a:gd name="connsiteY3507" fmla="*/ 263132 h 968306"/>
              <a:gd name="connsiteX3508" fmla="*/ 742474 w 4926099"/>
              <a:gd name="connsiteY3508" fmla="*/ 264751 h 968306"/>
              <a:gd name="connsiteX3509" fmla="*/ 761333 w 4926099"/>
              <a:gd name="connsiteY3509" fmla="*/ 240653 h 968306"/>
              <a:gd name="connsiteX3510" fmla="*/ 760762 w 4926099"/>
              <a:gd name="connsiteY3510" fmla="*/ 235414 h 968306"/>
              <a:gd name="connsiteX3511" fmla="*/ 760762 w 4926099"/>
              <a:gd name="connsiteY3511" fmla="*/ 231223 h 968306"/>
              <a:gd name="connsiteX3512" fmla="*/ 760190 w 4926099"/>
              <a:gd name="connsiteY3512" fmla="*/ 225984 h 968306"/>
              <a:gd name="connsiteX3513" fmla="*/ 725615 w 4926099"/>
              <a:gd name="connsiteY3513" fmla="*/ 142640 h 968306"/>
              <a:gd name="connsiteX3514" fmla="*/ 704660 w 4926099"/>
              <a:gd name="connsiteY3514" fmla="*/ 119590 h 968306"/>
              <a:gd name="connsiteX3515" fmla="*/ 676370 w 4926099"/>
              <a:gd name="connsiteY3515" fmla="*/ 107588 h 968306"/>
              <a:gd name="connsiteX3516" fmla="*/ 672179 w 4926099"/>
              <a:gd name="connsiteY3516" fmla="*/ 105969 h 968306"/>
              <a:gd name="connsiteX3517" fmla="*/ 668560 w 4926099"/>
              <a:gd name="connsiteY3517" fmla="*/ 105398 h 968306"/>
              <a:gd name="connsiteX3518" fmla="*/ 607219 w 4926099"/>
              <a:gd name="connsiteY3518" fmla="*/ 104350 h 968306"/>
              <a:gd name="connsiteX3519" fmla="*/ 574739 w 4926099"/>
              <a:gd name="connsiteY3519" fmla="*/ 113208 h 968306"/>
              <a:gd name="connsiteX3520" fmla="*/ 530733 w 4926099"/>
              <a:gd name="connsiteY3520" fmla="*/ 147784 h 968306"/>
              <a:gd name="connsiteX3521" fmla="*/ 518160 w 4926099"/>
              <a:gd name="connsiteY3521" fmla="*/ 166072 h 968306"/>
              <a:gd name="connsiteX3522" fmla="*/ 493014 w 4926099"/>
              <a:gd name="connsiteY3522" fmla="*/ 230461 h 968306"/>
              <a:gd name="connsiteX3523" fmla="*/ 491966 w 4926099"/>
              <a:gd name="connsiteY3523" fmla="*/ 244653 h 968306"/>
              <a:gd name="connsiteX3524" fmla="*/ 491966 w 4926099"/>
              <a:gd name="connsiteY3524" fmla="*/ 248368 h 968306"/>
              <a:gd name="connsiteX3525" fmla="*/ 491395 w 4926099"/>
              <a:gd name="connsiteY3525" fmla="*/ 251511 h 968306"/>
              <a:gd name="connsiteX3526" fmla="*/ 490823 w 4926099"/>
              <a:gd name="connsiteY3526" fmla="*/ 255702 h 968306"/>
              <a:gd name="connsiteX3527" fmla="*/ 492919 w 4926099"/>
              <a:gd name="connsiteY3527" fmla="*/ 272466 h 968306"/>
              <a:gd name="connsiteX3528" fmla="*/ 494443 w 4926099"/>
              <a:gd name="connsiteY3528" fmla="*/ 280277 h 968306"/>
              <a:gd name="connsiteX3529" fmla="*/ 496062 w 4926099"/>
              <a:gd name="connsiteY3529" fmla="*/ 284468 h 968306"/>
              <a:gd name="connsiteX3530" fmla="*/ 498158 w 4926099"/>
              <a:gd name="connsiteY3530" fmla="*/ 292850 h 968306"/>
              <a:gd name="connsiteX3531" fmla="*/ 498729 w 4926099"/>
              <a:gd name="connsiteY3531" fmla="*/ 295517 h 968306"/>
              <a:gd name="connsiteX3532" fmla="*/ 529590 w 4926099"/>
              <a:gd name="connsiteY3532" fmla="*/ 349523 h 968306"/>
              <a:gd name="connsiteX3533" fmla="*/ 563118 w 4926099"/>
              <a:gd name="connsiteY3533" fmla="*/ 374098 h 968306"/>
              <a:gd name="connsiteX3534" fmla="*/ 589312 w 4926099"/>
              <a:gd name="connsiteY3534" fmla="*/ 382004 h 968306"/>
              <a:gd name="connsiteX3535" fmla="*/ 674656 w 4926099"/>
              <a:gd name="connsiteY3535" fmla="*/ 383051 h 968306"/>
              <a:gd name="connsiteX3536" fmla="*/ 678847 w 4926099"/>
              <a:gd name="connsiteY3536" fmla="*/ 381527 h 968306"/>
              <a:gd name="connsiteX3537" fmla="*/ 684562 w 4926099"/>
              <a:gd name="connsiteY3537" fmla="*/ 379908 h 968306"/>
              <a:gd name="connsiteX3538" fmla="*/ 693992 w 4926099"/>
              <a:gd name="connsiteY3538" fmla="*/ 374669 h 968306"/>
              <a:gd name="connsiteX3539" fmla="*/ 699230 w 4926099"/>
              <a:gd name="connsiteY3539" fmla="*/ 372574 h 968306"/>
              <a:gd name="connsiteX3540" fmla="*/ 701897 w 4926099"/>
              <a:gd name="connsiteY3540" fmla="*/ 370478 h 968306"/>
              <a:gd name="connsiteX3541" fmla="*/ 704564 w 4926099"/>
              <a:gd name="connsiteY3541" fmla="*/ 368383 h 968306"/>
              <a:gd name="connsiteX3542" fmla="*/ 725519 w 4926099"/>
              <a:gd name="connsiteY3542" fmla="*/ 357334 h 968306"/>
              <a:gd name="connsiteX3543" fmla="*/ 740759 w 4926099"/>
              <a:gd name="connsiteY3543" fmla="*/ 341141 h 968306"/>
              <a:gd name="connsiteX3544" fmla="*/ 747046 w 4926099"/>
              <a:gd name="connsiteY3544" fmla="*/ 333807 h 968306"/>
              <a:gd name="connsiteX3545" fmla="*/ 755428 w 4926099"/>
              <a:gd name="connsiteY3545" fmla="*/ 293421 h 968306"/>
              <a:gd name="connsiteX3546" fmla="*/ 738664 w 4926099"/>
              <a:gd name="connsiteY3546" fmla="*/ 292373 h 968306"/>
              <a:gd name="connsiteX3547" fmla="*/ 697802 w 4926099"/>
              <a:gd name="connsiteY3547" fmla="*/ 294469 h 968306"/>
              <a:gd name="connsiteX3548" fmla="*/ 693611 w 4926099"/>
              <a:gd name="connsiteY3548" fmla="*/ 295517 h 968306"/>
              <a:gd name="connsiteX3549" fmla="*/ 689896 w 4926099"/>
              <a:gd name="connsiteY3549" fmla="*/ 301327 h 968306"/>
              <a:gd name="connsiteX3550" fmla="*/ 651129 w 4926099"/>
              <a:gd name="connsiteY3550" fmla="*/ 324377 h 968306"/>
              <a:gd name="connsiteX3551" fmla="*/ 620173 w 4926099"/>
              <a:gd name="connsiteY3551" fmla="*/ 327521 h 968306"/>
              <a:gd name="connsiteX3552" fmla="*/ 615506 w 4926099"/>
              <a:gd name="connsiteY3552" fmla="*/ 326473 h 968306"/>
              <a:gd name="connsiteX3553" fmla="*/ 594551 w 4926099"/>
              <a:gd name="connsiteY3553" fmla="*/ 317043 h 968306"/>
              <a:gd name="connsiteX3554" fmla="*/ 587693 w 4926099"/>
              <a:gd name="connsiteY3554" fmla="*/ 309233 h 968306"/>
              <a:gd name="connsiteX3555" fmla="*/ 584549 w 4926099"/>
              <a:gd name="connsiteY3555" fmla="*/ 305518 h 968306"/>
              <a:gd name="connsiteX3556" fmla="*/ 581406 w 4926099"/>
              <a:gd name="connsiteY3556" fmla="*/ 301898 h 968306"/>
              <a:gd name="connsiteX3557" fmla="*/ 579311 w 4926099"/>
              <a:gd name="connsiteY3557" fmla="*/ 298184 h 968306"/>
              <a:gd name="connsiteX3558" fmla="*/ 577691 w 4926099"/>
              <a:gd name="connsiteY3558" fmla="*/ 295040 h 968306"/>
              <a:gd name="connsiteX3559" fmla="*/ 575596 w 4926099"/>
              <a:gd name="connsiteY3559" fmla="*/ 289325 h 968306"/>
              <a:gd name="connsiteX3560" fmla="*/ 575024 w 4926099"/>
              <a:gd name="connsiteY3560" fmla="*/ 268370 h 968306"/>
              <a:gd name="connsiteX3561" fmla="*/ 447866 w 4926099"/>
              <a:gd name="connsiteY3561" fmla="*/ 13005 h 968306"/>
              <a:gd name="connsiteX3562" fmla="*/ 448437 w 4926099"/>
              <a:gd name="connsiteY3562" fmla="*/ 37580 h 968306"/>
              <a:gd name="connsiteX3563" fmla="*/ 449009 w 4926099"/>
              <a:gd name="connsiteY3563" fmla="*/ 41294 h 968306"/>
              <a:gd name="connsiteX3564" fmla="*/ 449580 w 4926099"/>
              <a:gd name="connsiteY3564" fmla="*/ 43390 h 968306"/>
              <a:gd name="connsiteX3565" fmla="*/ 450628 w 4926099"/>
              <a:gd name="connsiteY3565" fmla="*/ 56534 h 968306"/>
              <a:gd name="connsiteX3566" fmla="*/ 451199 w 4926099"/>
              <a:gd name="connsiteY3566" fmla="*/ 62345 h 968306"/>
              <a:gd name="connsiteX3567" fmla="*/ 398240 w 4926099"/>
              <a:gd name="connsiteY3567" fmla="*/ 60725 h 968306"/>
              <a:gd name="connsiteX3568" fmla="*/ 395573 w 4926099"/>
              <a:gd name="connsiteY3568" fmla="*/ 60725 h 968306"/>
              <a:gd name="connsiteX3569" fmla="*/ 389858 w 4926099"/>
              <a:gd name="connsiteY3569" fmla="*/ 61297 h 968306"/>
              <a:gd name="connsiteX3570" fmla="*/ 388334 w 4926099"/>
              <a:gd name="connsiteY3570" fmla="*/ 61297 h 968306"/>
              <a:gd name="connsiteX3571" fmla="*/ 388334 w 4926099"/>
              <a:gd name="connsiteY3571" fmla="*/ 56058 h 968306"/>
              <a:gd name="connsiteX3572" fmla="*/ 388906 w 4926099"/>
              <a:gd name="connsiteY3572" fmla="*/ 41866 h 968306"/>
              <a:gd name="connsiteX3573" fmla="*/ 390430 w 4926099"/>
              <a:gd name="connsiteY3573" fmla="*/ 26150 h 968306"/>
              <a:gd name="connsiteX3574" fmla="*/ 391001 w 4926099"/>
              <a:gd name="connsiteY3574" fmla="*/ 18244 h 968306"/>
              <a:gd name="connsiteX3575" fmla="*/ 403003 w 4926099"/>
              <a:gd name="connsiteY3575" fmla="*/ 17196 h 968306"/>
              <a:gd name="connsiteX3576" fmla="*/ 405098 w 4926099"/>
              <a:gd name="connsiteY3576" fmla="*/ 17196 h 968306"/>
              <a:gd name="connsiteX3577" fmla="*/ 409289 w 4926099"/>
              <a:gd name="connsiteY3577" fmla="*/ 16625 h 968306"/>
              <a:gd name="connsiteX3578" fmla="*/ 422434 w 4926099"/>
              <a:gd name="connsiteY3578" fmla="*/ 15101 h 968306"/>
              <a:gd name="connsiteX3579" fmla="*/ 448056 w 4926099"/>
              <a:gd name="connsiteY3579" fmla="*/ 13005 h 968306"/>
              <a:gd name="connsiteX3580" fmla="*/ 460629 w 4926099"/>
              <a:gd name="connsiteY3580" fmla="*/ 54915 h 968306"/>
              <a:gd name="connsiteX3581" fmla="*/ 458534 w 4926099"/>
              <a:gd name="connsiteY3581" fmla="*/ 39199 h 968306"/>
              <a:gd name="connsiteX3582" fmla="*/ 458534 w 4926099"/>
              <a:gd name="connsiteY3582" fmla="*/ 36532 h 968306"/>
              <a:gd name="connsiteX3583" fmla="*/ 457962 w 4926099"/>
              <a:gd name="connsiteY3583" fmla="*/ 8719 h 968306"/>
              <a:gd name="connsiteX3584" fmla="*/ 421291 w 4926099"/>
              <a:gd name="connsiteY3584" fmla="*/ 5004 h 968306"/>
              <a:gd name="connsiteX3585" fmla="*/ 408146 w 4926099"/>
              <a:gd name="connsiteY3585" fmla="*/ 6052 h 968306"/>
              <a:gd name="connsiteX3586" fmla="*/ 403955 w 4926099"/>
              <a:gd name="connsiteY3586" fmla="*/ 7100 h 968306"/>
              <a:gd name="connsiteX3587" fmla="*/ 401860 w 4926099"/>
              <a:gd name="connsiteY3587" fmla="*/ 7100 h 968306"/>
              <a:gd name="connsiteX3588" fmla="*/ 387191 w 4926099"/>
              <a:gd name="connsiteY3588" fmla="*/ 8147 h 968306"/>
              <a:gd name="connsiteX3589" fmla="*/ 380905 w 4926099"/>
              <a:gd name="connsiteY3589" fmla="*/ 13386 h 968306"/>
              <a:gd name="connsiteX3590" fmla="*/ 378809 w 4926099"/>
              <a:gd name="connsiteY3590" fmla="*/ 40628 h 968306"/>
              <a:gd name="connsiteX3591" fmla="*/ 378809 w 4926099"/>
              <a:gd name="connsiteY3591" fmla="*/ 41675 h 968306"/>
              <a:gd name="connsiteX3592" fmla="*/ 378238 w 4926099"/>
              <a:gd name="connsiteY3592" fmla="*/ 55296 h 968306"/>
              <a:gd name="connsiteX3593" fmla="*/ 377666 w 4926099"/>
              <a:gd name="connsiteY3593" fmla="*/ 61583 h 968306"/>
              <a:gd name="connsiteX3594" fmla="*/ 377666 w 4926099"/>
              <a:gd name="connsiteY3594" fmla="*/ 64250 h 968306"/>
              <a:gd name="connsiteX3595" fmla="*/ 398145 w 4926099"/>
              <a:gd name="connsiteY3595" fmla="*/ 70536 h 968306"/>
              <a:gd name="connsiteX3596" fmla="*/ 457867 w 4926099"/>
              <a:gd name="connsiteY3596" fmla="*/ 71108 h 968306"/>
              <a:gd name="connsiteX3597" fmla="*/ 461486 w 4926099"/>
              <a:gd name="connsiteY3597" fmla="*/ 63773 h 968306"/>
              <a:gd name="connsiteX3598" fmla="*/ 460439 w 4926099"/>
              <a:gd name="connsiteY3598" fmla="*/ 54915 h 968306"/>
              <a:gd name="connsiteX3599" fmla="*/ 445770 w 4926099"/>
              <a:gd name="connsiteY3599" fmla="*/ 370288 h 968306"/>
              <a:gd name="connsiteX3600" fmla="*/ 387096 w 4926099"/>
              <a:gd name="connsiteY3600" fmla="*/ 370859 h 968306"/>
              <a:gd name="connsiteX3601" fmla="*/ 387096 w 4926099"/>
              <a:gd name="connsiteY3601" fmla="*/ 370859 h 968306"/>
              <a:gd name="connsiteX3602" fmla="*/ 387096 w 4926099"/>
              <a:gd name="connsiteY3602" fmla="*/ 368764 h 968306"/>
              <a:gd name="connsiteX3603" fmla="*/ 389668 w 4926099"/>
              <a:gd name="connsiteY3603" fmla="*/ 151880 h 968306"/>
              <a:gd name="connsiteX3604" fmla="*/ 388620 w 4926099"/>
              <a:gd name="connsiteY3604" fmla="*/ 126734 h 968306"/>
              <a:gd name="connsiteX3605" fmla="*/ 389096 w 4926099"/>
              <a:gd name="connsiteY3605" fmla="*/ 119399 h 968306"/>
              <a:gd name="connsiteX3606" fmla="*/ 397002 w 4926099"/>
              <a:gd name="connsiteY3606" fmla="*/ 119971 h 968306"/>
              <a:gd name="connsiteX3607" fmla="*/ 441484 w 4926099"/>
              <a:gd name="connsiteY3607" fmla="*/ 119399 h 968306"/>
              <a:gd name="connsiteX3608" fmla="*/ 443579 w 4926099"/>
              <a:gd name="connsiteY3608" fmla="*/ 118828 h 968306"/>
              <a:gd name="connsiteX3609" fmla="*/ 445199 w 4926099"/>
              <a:gd name="connsiteY3609" fmla="*/ 118828 h 968306"/>
              <a:gd name="connsiteX3610" fmla="*/ 447770 w 4926099"/>
              <a:gd name="connsiteY3610" fmla="*/ 162262 h 968306"/>
              <a:gd name="connsiteX3611" fmla="*/ 445675 w 4926099"/>
              <a:gd name="connsiteY3611" fmla="*/ 263417 h 968306"/>
              <a:gd name="connsiteX3612" fmla="*/ 445675 w 4926099"/>
              <a:gd name="connsiteY3612" fmla="*/ 370288 h 968306"/>
              <a:gd name="connsiteX3613" fmla="*/ 385382 w 4926099"/>
              <a:gd name="connsiteY3613" fmla="*/ 380289 h 968306"/>
              <a:gd name="connsiteX3614" fmla="*/ 446151 w 4926099"/>
              <a:gd name="connsiteY3614" fmla="*/ 380289 h 968306"/>
              <a:gd name="connsiteX3615" fmla="*/ 456057 w 4926099"/>
              <a:gd name="connsiteY3615" fmla="*/ 375622 h 968306"/>
              <a:gd name="connsiteX3616" fmla="*/ 455486 w 4926099"/>
              <a:gd name="connsiteY3616" fmla="*/ 263513 h 968306"/>
              <a:gd name="connsiteX3617" fmla="*/ 457581 w 4926099"/>
              <a:gd name="connsiteY3617" fmla="*/ 161881 h 968306"/>
              <a:gd name="connsiteX3618" fmla="*/ 454914 w 4926099"/>
              <a:gd name="connsiteY3618" fmla="*/ 113208 h 968306"/>
              <a:gd name="connsiteX3619" fmla="*/ 447580 w 4926099"/>
              <a:gd name="connsiteY3619" fmla="*/ 108541 h 968306"/>
              <a:gd name="connsiteX3620" fmla="*/ 440246 w 4926099"/>
              <a:gd name="connsiteY3620" fmla="*/ 109589 h 968306"/>
              <a:gd name="connsiteX3621" fmla="*/ 396716 w 4926099"/>
              <a:gd name="connsiteY3621" fmla="*/ 110160 h 968306"/>
              <a:gd name="connsiteX3622" fmla="*/ 378428 w 4926099"/>
              <a:gd name="connsiteY3622" fmla="*/ 126448 h 968306"/>
              <a:gd name="connsiteX3623" fmla="*/ 379476 w 4926099"/>
              <a:gd name="connsiteY3623" fmla="*/ 152070 h 968306"/>
              <a:gd name="connsiteX3624" fmla="*/ 376809 w 4926099"/>
              <a:gd name="connsiteY3624" fmla="*/ 368954 h 968306"/>
              <a:gd name="connsiteX3625" fmla="*/ 384715 w 4926099"/>
              <a:gd name="connsiteY3625" fmla="*/ 380956 h 968306"/>
              <a:gd name="connsiteX3626" fmla="*/ 385286 w 4926099"/>
              <a:gd name="connsiteY3626" fmla="*/ 380384 h 968306"/>
              <a:gd name="connsiteX3627" fmla="*/ 81725 w 4926099"/>
              <a:gd name="connsiteY3627" fmla="*/ 12529 h 968306"/>
              <a:gd name="connsiteX3628" fmla="*/ 83249 w 4926099"/>
              <a:gd name="connsiteY3628" fmla="*/ 16720 h 968306"/>
              <a:gd name="connsiteX3629" fmla="*/ 89535 w 4926099"/>
              <a:gd name="connsiteY3629" fmla="*/ 30341 h 968306"/>
              <a:gd name="connsiteX3630" fmla="*/ 110490 w 4926099"/>
              <a:gd name="connsiteY3630" fmla="*/ 93777 h 968306"/>
              <a:gd name="connsiteX3631" fmla="*/ 128873 w 4926099"/>
              <a:gd name="connsiteY3631" fmla="*/ 158166 h 968306"/>
              <a:gd name="connsiteX3632" fmla="*/ 134112 w 4926099"/>
              <a:gd name="connsiteY3632" fmla="*/ 172835 h 968306"/>
              <a:gd name="connsiteX3633" fmla="*/ 157639 w 4926099"/>
              <a:gd name="connsiteY3633" fmla="*/ 245606 h 968306"/>
              <a:gd name="connsiteX3634" fmla="*/ 158687 w 4926099"/>
              <a:gd name="connsiteY3634" fmla="*/ 248273 h 968306"/>
              <a:gd name="connsiteX3635" fmla="*/ 160306 w 4926099"/>
              <a:gd name="connsiteY3635" fmla="*/ 255035 h 968306"/>
              <a:gd name="connsiteX3636" fmla="*/ 180785 w 4926099"/>
              <a:gd name="connsiteY3636" fmla="*/ 259226 h 968306"/>
              <a:gd name="connsiteX3637" fmla="*/ 208026 w 4926099"/>
              <a:gd name="connsiteY3637" fmla="*/ 172835 h 968306"/>
              <a:gd name="connsiteX3638" fmla="*/ 214313 w 4926099"/>
              <a:gd name="connsiteY3638" fmla="*/ 155023 h 968306"/>
              <a:gd name="connsiteX3639" fmla="*/ 221171 w 4926099"/>
              <a:gd name="connsiteY3639" fmla="*/ 137687 h 968306"/>
              <a:gd name="connsiteX3640" fmla="*/ 224314 w 4926099"/>
              <a:gd name="connsiteY3640" fmla="*/ 129305 h 968306"/>
              <a:gd name="connsiteX3641" fmla="*/ 226409 w 4926099"/>
              <a:gd name="connsiteY3641" fmla="*/ 124067 h 968306"/>
              <a:gd name="connsiteX3642" fmla="*/ 227457 w 4926099"/>
              <a:gd name="connsiteY3642" fmla="*/ 121971 h 968306"/>
              <a:gd name="connsiteX3643" fmla="*/ 228505 w 4926099"/>
              <a:gd name="connsiteY3643" fmla="*/ 116732 h 968306"/>
              <a:gd name="connsiteX3644" fmla="*/ 230600 w 4926099"/>
              <a:gd name="connsiteY3644" fmla="*/ 113589 h 968306"/>
              <a:gd name="connsiteX3645" fmla="*/ 232696 w 4926099"/>
              <a:gd name="connsiteY3645" fmla="*/ 106826 h 968306"/>
              <a:gd name="connsiteX3646" fmla="*/ 240506 w 4926099"/>
              <a:gd name="connsiteY3646" fmla="*/ 80633 h 968306"/>
              <a:gd name="connsiteX3647" fmla="*/ 248412 w 4926099"/>
              <a:gd name="connsiteY3647" fmla="*/ 59106 h 968306"/>
              <a:gd name="connsiteX3648" fmla="*/ 261556 w 4926099"/>
              <a:gd name="connsiteY3648" fmla="*/ 19863 h 968306"/>
              <a:gd name="connsiteX3649" fmla="*/ 263176 w 4926099"/>
              <a:gd name="connsiteY3649" fmla="*/ 13100 h 968306"/>
              <a:gd name="connsiteX3650" fmla="*/ 275749 w 4926099"/>
              <a:gd name="connsiteY3650" fmla="*/ 12053 h 968306"/>
              <a:gd name="connsiteX3651" fmla="*/ 310801 w 4926099"/>
              <a:gd name="connsiteY3651" fmla="*/ 12624 h 968306"/>
              <a:gd name="connsiteX3652" fmla="*/ 322802 w 4926099"/>
              <a:gd name="connsiteY3652" fmla="*/ 12624 h 968306"/>
              <a:gd name="connsiteX3653" fmla="*/ 328613 w 4926099"/>
              <a:gd name="connsiteY3653" fmla="*/ 13196 h 968306"/>
              <a:gd name="connsiteX3654" fmla="*/ 320231 w 4926099"/>
              <a:gd name="connsiteY3654" fmla="*/ 37770 h 968306"/>
              <a:gd name="connsiteX3655" fmla="*/ 320231 w 4926099"/>
              <a:gd name="connsiteY3655" fmla="*/ 40913 h 968306"/>
              <a:gd name="connsiteX3656" fmla="*/ 319183 w 4926099"/>
              <a:gd name="connsiteY3656" fmla="*/ 43485 h 968306"/>
              <a:gd name="connsiteX3657" fmla="*/ 317564 w 4926099"/>
              <a:gd name="connsiteY3657" fmla="*/ 47676 h 968306"/>
              <a:gd name="connsiteX3658" fmla="*/ 313373 w 4926099"/>
              <a:gd name="connsiteY3658" fmla="*/ 64440 h 968306"/>
              <a:gd name="connsiteX3659" fmla="*/ 307086 w 4926099"/>
              <a:gd name="connsiteY3659" fmla="*/ 89586 h 968306"/>
              <a:gd name="connsiteX3660" fmla="*/ 306038 w 4926099"/>
              <a:gd name="connsiteY3660" fmla="*/ 93777 h 968306"/>
              <a:gd name="connsiteX3661" fmla="*/ 304991 w 4926099"/>
              <a:gd name="connsiteY3661" fmla="*/ 96920 h 968306"/>
              <a:gd name="connsiteX3662" fmla="*/ 303467 w 4926099"/>
              <a:gd name="connsiteY3662" fmla="*/ 101111 h 968306"/>
              <a:gd name="connsiteX3663" fmla="*/ 301943 w 4926099"/>
              <a:gd name="connsiteY3663" fmla="*/ 104255 h 968306"/>
              <a:gd name="connsiteX3664" fmla="*/ 300323 w 4926099"/>
              <a:gd name="connsiteY3664" fmla="*/ 107969 h 968306"/>
              <a:gd name="connsiteX3665" fmla="*/ 294608 w 4926099"/>
              <a:gd name="connsiteY3665" fmla="*/ 127305 h 968306"/>
              <a:gd name="connsiteX3666" fmla="*/ 287274 w 4926099"/>
              <a:gd name="connsiteY3666" fmla="*/ 146165 h 968306"/>
              <a:gd name="connsiteX3667" fmla="*/ 280988 w 4926099"/>
              <a:gd name="connsiteY3667" fmla="*/ 166548 h 968306"/>
              <a:gd name="connsiteX3668" fmla="*/ 273177 w 4926099"/>
              <a:gd name="connsiteY3668" fmla="*/ 192170 h 968306"/>
              <a:gd name="connsiteX3669" fmla="*/ 266319 w 4926099"/>
              <a:gd name="connsiteY3669" fmla="*/ 208934 h 968306"/>
              <a:gd name="connsiteX3670" fmla="*/ 256318 w 4926099"/>
              <a:gd name="connsiteY3670" fmla="*/ 246653 h 968306"/>
              <a:gd name="connsiteX3671" fmla="*/ 250031 w 4926099"/>
              <a:gd name="connsiteY3671" fmla="*/ 257131 h 968306"/>
              <a:gd name="connsiteX3672" fmla="*/ 245840 w 4926099"/>
              <a:gd name="connsiteY3672" fmla="*/ 269704 h 968306"/>
              <a:gd name="connsiteX3673" fmla="*/ 234791 w 4926099"/>
              <a:gd name="connsiteY3673" fmla="*/ 305327 h 968306"/>
              <a:gd name="connsiteX3674" fmla="*/ 226409 w 4926099"/>
              <a:gd name="connsiteY3674" fmla="*/ 329902 h 968306"/>
              <a:gd name="connsiteX3675" fmla="*/ 213265 w 4926099"/>
              <a:gd name="connsiteY3675" fmla="*/ 376003 h 968306"/>
              <a:gd name="connsiteX3676" fmla="*/ 201740 w 4926099"/>
              <a:gd name="connsiteY3676" fmla="*/ 376003 h 968306"/>
              <a:gd name="connsiteX3677" fmla="*/ 197549 w 4926099"/>
              <a:gd name="connsiteY3677" fmla="*/ 376574 h 968306"/>
              <a:gd name="connsiteX3678" fmla="*/ 139922 w 4926099"/>
              <a:gd name="connsiteY3678" fmla="*/ 378670 h 968306"/>
              <a:gd name="connsiteX3679" fmla="*/ 132112 w 4926099"/>
              <a:gd name="connsiteY3679" fmla="*/ 378670 h 968306"/>
              <a:gd name="connsiteX3680" fmla="*/ 128969 w 4926099"/>
              <a:gd name="connsiteY3680" fmla="*/ 373431 h 968306"/>
              <a:gd name="connsiteX3681" fmla="*/ 115824 w 4926099"/>
              <a:gd name="connsiteY3681" fmla="*/ 338379 h 968306"/>
              <a:gd name="connsiteX3682" fmla="*/ 113157 w 4926099"/>
              <a:gd name="connsiteY3682" fmla="*/ 329997 h 968306"/>
              <a:gd name="connsiteX3683" fmla="*/ 111062 w 4926099"/>
              <a:gd name="connsiteY3683" fmla="*/ 324282 h 968306"/>
              <a:gd name="connsiteX3684" fmla="*/ 96393 w 4926099"/>
              <a:gd name="connsiteY3684" fmla="*/ 266656 h 968306"/>
              <a:gd name="connsiteX3685" fmla="*/ 85344 w 4926099"/>
              <a:gd name="connsiteY3685" fmla="*/ 227413 h 968306"/>
              <a:gd name="connsiteX3686" fmla="*/ 83820 w 4926099"/>
              <a:gd name="connsiteY3686" fmla="*/ 223222 h 968306"/>
              <a:gd name="connsiteX3687" fmla="*/ 81248 w 4926099"/>
              <a:gd name="connsiteY3687" fmla="*/ 217412 h 968306"/>
              <a:gd name="connsiteX3688" fmla="*/ 78581 w 4926099"/>
              <a:gd name="connsiteY3688" fmla="*/ 206458 h 968306"/>
              <a:gd name="connsiteX3689" fmla="*/ 70771 w 4926099"/>
              <a:gd name="connsiteY3689" fmla="*/ 183979 h 968306"/>
              <a:gd name="connsiteX3690" fmla="*/ 68675 w 4926099"/>
              <a:gd name="connsiteY3690" fmla="*/ 179788 h 968306"/>
              <a:gd name="connsiteX3691" fmla="*/ 62865 w 4926099"/>
              <a:gd name="connsiteY3691" fmla="*/ 164072 h 968306"/>
              <a:gd name="connsiteX3692" fmla="*/ 57626 w 4926099"/>
              <a:gd name="connsiteY3692" fmla="*/ 149403 h 968306"/>
              <a:gd name="connsiteX3693" fmla="*/ 39815 w 4926099"/>
              <a:gd name="connsiteY3693" fmla="*/ 94920 h 968306"/>
              <a:gd name="connsiteX3694" fmla="*/ 38767 w 4926099"/>
              <a:gd name="connsiteY3694" fmla="*/ 92825 h 968306"/>
              <a:gd name="connsiteX3695" fmla="*/ 37719 w 4926099"/>
              <a:gd name="connsiteY3695" fmla="*/ 89110 h 968306"/>
              <a:gd name="connsiteX3696" fmla="*/ 31909 w 4926099"/>
              <a:gd name="connsiteY3696" fmla="*/ 73870 h 968306"/>
              <a:gd name="connsiteX3697" fmla="*/ 29813 w 4926099"/>
              <a:gd name="connsiteY3697" fmla="*/ 68155 h 968306"/>
              <a:gd name="connsiteX3698" fmla="*/ 27241 w 4926099"/>
              <a:gd name="connsiteY3698" fmla="*/ 62916 h 968306"/>
              <a:gd name="connsiteX3699" fmla="*/ 25146 w 4926099"/>
              <a:gd name="connsiteY3699" fmla="*/ 58725 h 968306"/>
              <a:gd name="connsiteX3700" fmla="*/ 23527 w 4926099"/>
              <a:gd name="connsiteY3700" fmla="*/ 54534 h 968306"/>
              <a:gd name="connsiteX3701" fmla="*/ 19812 w 4926099"/>
              <a:gd name="connsiteY3701" fmla="*/ 36722 h 968306"/>
              <a:gd name="connsiteX3702" fmla="*/ 14097 w 4926099"/>
              <a:gd name="connsiteY3702" fmla="*/ 21482 h 968306"/>
              <a:gd name="connsiteX3703" fmla="*/ 13526 w 4926099"/>
              <a:gd name="connsiteY3703" fmla="*/ 17768 h 968306"/>
              <a:gd name="connsiteX3704" fmla="*/ 12954 w 4926099"/>
              <a:gd name="connsiteY3704" fmla="*/ 16244 h 968306"/>
              <a:gd name="connsiteX3705" fmla="*/ 27146 w 4926099"/>
              <a:gd name="connsiteY3705" fmla="*/ 15196 h 968306"/>
              <a:gd name="connsiteX3706" fmla="*/ 72676 w 4926099"/>
              <a:gd name="connsiteY3706" fmla="*/ 13577 h 968306"/>
              <a:gd name="connsiteX3707" fmla="*/ 81629 w 4926099"/>
              <a:gd name="connsiteY3707" fmla="*/ 12529 h 968306"/>
              <a:gd name="connsiteX3708" fmla="*/ 216789 w 4926099"/>
              <a:gd name="connsiteY3708" fmla="*/ 121971 h 968306"/>
              <a:gd name="connsiteX3709" fmla="*/ 212027 w 4926099"/>
              <a:gd name="connsiteY3709" fmla="*/ 133496 h 968306"/>
              <a:gd name="connsiteX3710" fmla="*/ 204692 w 4926099"/>
              <a:gd name="connsiteY3710" fmla="*/ 152356 h 968306"/>
              <a:gd name="connsiteX3711" fmla="*/ 198406 w 4926099"/>
              <a:gd name="connsiteY3711" fmla="*/ 169691 h 968306"/>
              <a:gd name="connsiteX3712" fmla="*/ 171641 w 4926099"/>
              <a:gd name="connsiteY3712" fmla="*/ 255607 h 968306"/>
              <a:gd name="connsiteX3713" fmla="*/ 168021 w 4926099"/>
              <a:gd name="connsiteY3713" fmla="*/ 245701 h 968306"/>
              <a:gd name="connsiteX3714" fmla="*/ 167450 w 4926099"/>
              <a:gd name="connsiteY3714" fmla="*/ 242558 h 968306"/>
              <a:gd name="connsiteX3715" fmla="*/ 143351 w 4926099"/>
              <a:gd name="connsiteY3715" fmla="*/ 169215 h 968306"/>
              <a:gd name="connsiteX3716" fmla="*/ 138113 w 4926099"/>
              <a:gd name="connsiteY3716" fmla="*/ 154547 h 968306"/>
              <a:gd name="connsiteX3717" fmla="*/ 120301 w 4926099"/>
              <a:gd name="connsiteY3717" fmla="*/ 91205 h 968306"/>
              <a:gd name="connsiteX3718" fmla="*/ 98298 w 4926099"/>
              <a:gd name="connsiteY3718" fmla="*/ 25197 h 968306"/>
              <a:gd name="connsiteX3719" fmla="*/ 92012 w 4926099"/>
              <a:gd name="connsiteY3719" fmla="*/ 12053 h 968306"/>
              <a:gd name="connsiteX3720" fmla="*/ 82582 w 4926099"/>
              <a:gd name="connsiteY3720" fmla="*/ 2147 h 968306"/>
              <a:gd name="connsiteX3721" fmla="*/ 80010 w 4926099"/>
              <a:gd name="connsiteY3721" fmla="*/ 2718 h 968306"/>
              <a:gd name="connsiteX3722" fmla="*/ 72104 w 4926099"/>
              <a:gd name="connsiteY3722" fmla="*/ 3766 h 968306"/>
              <a:gd name="connsiteX3723" fmla="*/ 27051 w 4926099"/>
              <a:gd name="connsiteY3723" fmla="*/ 5385 h 968306"/>
              <a:gd name="connsiteX3724" fmla="*/ 8763 w 4926099"/>
              <a:gd name="connsiteY3724" fmla="*/ 6433 h 968306"/>
              <a:gd name="connsiteX3725" fmla="*/ 2572 w 4926099"/>
              <a:gd name="connsiteY3725" fmla="*/ 16148 h 968306"/>
              <a:gd name="connsiteX3726" fmla="*/ 3620 w 4926099"/>
              <a:gd name="connsiteY3726" fmla="*/ 19292 h 968306"/>
              <a:gd name="connsiteX3727" fmla="*/ 4667 w 4926099"/>
              <a:gd name="connsiteY3727" fmla="*/ 24054 h 968306"/>
              <a:gd name="connsiteX3728" fmla="*/ 10382 w 4926099"/>
              <a:gd name="connsiteY3728" fmla="*/ 40342 h 968306"/>
              <a:gd name="connsiteX3729" fmla="*/ 14097 w 4926099"/>
              <a:gd name="connsiteY3729" fmla="*/ 57582 h 968306"/>
              <a:gd name="connsiteX3730" fmla="*/ 16193 w 4926099"/>
              <a:gd name="connsiteY3730" fmla="*/ 62821 h 968306"/>
              <a:gd name="connsiteX3731" fmla="*/ 20955 w 4926099"/>
              <a:gd name="connsiteY3731" fmla="*/ 72251 h 968306"/>
              <a:gd name="connsiteX3732" fmla="*/ 22479 w 4926099"/>
              <a:gd name="connsiteY3732" fmla="*/ 77013 h 968306"/>
              <a:gd name="connsiteX3733" fmla="*/ 28289 w 4926099"/>
              <a:gd name="connsiteY3733" fmla="*/ 93301 h 968306"/>
              <a:gd name="connsiteX3734" fmla="*/ 30385 w 4926099"/>
              <a:gd name="connsiteY3734" fmla="*/ 98540 h 968306"/>
              <a:gd name="connsiteX3735" fmla="*/ 48197 w 4926099"/>
              <a:gd name="connsiteY3735" fmla="*/ 153023 h 968306"/>
              <a:gd name="connsiteX3736" fmla="*/ 53435 w 4926099"/>
              <a:gd name="connsiteY3736" fmla="*/ 167691 h 968306"/>
              <a:gd name="connsiteX3737" fmla="*/ 61341 w 4926099"/>
              <a:gd name="connsiteY3737" fmla="*/ 186551 h 968306"/>
              <a:gd name="connsiteX3738" fmla="*/ 69152 w 4926099"/>
              <a:gd name="connsiteY3738" fmla="*/ 209601 h 968306"/>
              <a:gd name="connsiteX3739" fmla="*/ 72295 w 4926099"/>
              <a:gd name="connsiteY3739" fmla="*/ 222174 h 968306"/>
              <a:gd name="connsiteX3740" fmla="*/ 73343 w 4926099"/>
              <a:gd name="connsiteY3740" fmla="*/ 224270 h 968306"/>
              <a:gd name="connsiteX3741" fmla="*/ 75914 w 4926099"/>
              <a:gd name="connsiteY3741" fmla="*/ 229985 h 968306"/>
              <a:gd name="connsiteX3742" fmla="*/ 86868 w 4926099"/>
              <a:gd name="connsiteY3742" fmla="*/ 269799 h 968306"/>
              <a:gd name="connsiteX3743" fmla="*/ 101537 w 4926099"/>
              <a:gd name="connsiteY3743" fmla="*/ 327425 h 968306"/>
              <a:gd name="connsiteX3744" fmla="*/ 103632 w 4926099"/>
              <a:gd name="connsiteY3744" fmla="*/ 333140 h 968306"/>
              <a:gd name="connsiteX3745" fmla="*/ 105728 w 4926099"/>
              <a:gd name="connsiteY3745" fmla="*/ 341046 h 968306"/>
              <a:gd name="connsiteX3746" fmla="*/ 119825 w 4926099"/>
              <a:gd name="connsiteY3746" fmla="*/ 378194 h 968306"/>
              <a:gd name="connsiteX3747" fmla="*/ 126111 w 4926099"/>
              <a:gd name="connsiteY3747" fmla="*/ 387623 h 968306"/>
              <a:gd name="connsiteX3748" fmla="*/ 129254 w 4926099"/>
              <a:gd name="connsiteY3748" fmla="*/ 388671 h 968306"/>
              <a:gd name="connsiteX3749" fmla="*/ 139732 w 4926099"/>
              <a:gd name="connsiteY3749" fmla="*/ 388671 h 968306"/>
              <a:gd name="connsiteX3750" fmla="*/ 198882 w 4926099"/>
              <a:gd name="connsiteY3750" fmla="*/ 386576 h 968306"/>
              <a:gd name="connsiteX3751" fmla="*/ 202025 w 4926099"/>
              <a:gd name="connsiteY3751" fmla="*/ 386004 h 968306"/>
              <a:gd name="connsiteX3752" fmla="*/ 213551 w 4926099"/>
              <a:gd name="connsiteY3752" fmla="*/ 386004 h 968306"/>
              <a:gd name="connsiteX3753" fmla="*/ 222504 w 4926099"/>
              <a:gd name="connsiteY3753" fmla="*/ 381813 h 968306"/>
              <a:gd name="connsiteX3754" fmla="*/ 236125 w 4926099"/>
              <a:gd name="connsiteY3754" fmla="*/ 332569 h 968306"/>
              <a:gd name="connsiteX3755" fmla="*/ 243935 w 4926099"/>
              <a:gd name="connsiteY3755" fmla="*/ 309042 h 968306"/>
              <a:gd name="connsiteX3756" fmla="*/ 254984 w 4926099"/>
              <a:gd name="connsiteY3756" fmla="*/ 273419 h 968306"/>
              <a:gd name="connsiteX3757" fmla="*/ 259175 w 4926099"/>
              <a:gd name="connsiteY3757" fmla="*/ 261417 h 968306"/>
              <a:gd name="connsiteX3758" fmla="*/ 265462 w 4926099"/>
              <a:gd name="connsiteY3758" fmla="*/ 250463 h 968306"/>
              <a:gd name="connsiteX3759" fmla="*/ 275939 w 4926099"/>
              <a:gd name="connsiteY3759" fmla="*/ 212268 h 968306"/>
              <a:gd name="connsiteX3760" fmla="*/ 282702 w 4926099"/>
              <a:gd name="connsiteY3760" fmla="*/ 194456 h 968306"/>
              <a:gd name="connsiteX3761" fmla="*/ 290608 w 4926099"/>
              <a:gd name="connsiteY3761" fmla="*/ 169310 h 968306"/>
              <a:gd name="connsiteX3762" fmla="*/ 296323 w 4926099"/>
              <a:gd name="connsiteY3762" fmla="*/ 148832 h 968306"/>
              <a:gd name="connsiteX3763" fmla="*/ 303657 w 4926099"/>
              <a:gd name="connsiteY3763" fmla="*/ 131020 h 968306"/>
              <a:gd name="connsiteX3764" fmla="*/ 309372 w 4926099"/>
              <a:gd name="connsiteY3764" fmla="*/ 111113 h 968306"/>
              <a:gd name="connsiteX3765" fmla="*/ 310420 w 4926099"/>
              <a:gd name="connsiteY3765" fmla="*/ 108541 h 968306"/>
              <a:gd name="connsiteX3766" fmla="*/ 312039 w 4926099"/>
              <a:gd name="connsiteY3766" fmla="*/ 105874 h 968306"/>
              <a:gd name="connsiteX3767" fmla="*/ 314706 w 4926099"/>
              <a:gd name="connsiteY3767" fmla="*/ 99587 h 968306"/>
              <a:gd name="connsiteX3768" fmla="*/ 315278 w 4926099"/>
              <a:gd name="connsiteY3768" fmla="*/ 95873 h 968306"/>
              <a:gd name="connsiteX3769" fmla="*/ 316325 w 4926099"/>
              <a:gd name="connsiteY3769" fmla="*/ 91205 h 968306"/>
              <a:gd name="connsiteX3770" fmla="*/ 322612 w 4926099"/>
              <a:gd name="connsiteY3770" fmla="*/ 67107 h 968306"/>
              <a:gd name="connsiteX3771" fmla="*/ 326326 w 4926099"/>
              <a:gd name="connsiteY3771" fmla="*/ 51867 h 968306"/>
              <a:gd name="connsiteX3772" fmla="*/ 329946 w 4926099"/>
              <a:gd name="connsiteY3772" fmla="*/ 42437 h 968306"/>
              <a:gd name="connsiteX3773" fmla="*/ 329946 w 4926099"/>
              <a:gd name="connsiteY3773" fmla="*/ 39294 h 968306"/>
              <a:gd name="connsiteX3774" fmla="*/ 338328 w 4926099"/>
              <a:gd name="connsiteY3774" fmla="*/ 7862 h 968306"/>
              <a:gd name="connsiteX3775" fmla="*/ 322612 w 4926099"/>
              <a:gd name="connsiteY3775" fmla="*/ 2623 h 968306"/>
              <a:gd name="connsiteX3776" fmla="*/ 316325 w 4926099"/>
              <a:gd name="connsiteY3776" fmla="*/ 3194 h 968306"/>
              <a:gd name="connsiteX3777" fmla="*/ 310039 w 4926099"/>
              <a:gd name="connsiteY3777" fmla="*/ 2623 h 968306"/>
              <a:gd name="connsiteX3778" fmla="*/ 276035 w 4926099"/>
              <a:gd name="connsiteY3778" fmla="*/ 2051 h 968306"/>
              <a:gd name="connsiteX3779" fmla="*/ 266033 w 4926099"/>
              <a:gd name="connsiteY3779" fmla="*/ 2623 h 968306"/>
              <a:gd name="connsiteX3780" fmla="*/ 251365 w 4926099"/>
              <a:gd name="connsiteY3780" fmla="*/ 17291 h 968306"/>
              <a:gd name="connsiteX3781" fmla="*/ 238792 w 4926099"/>
              <a:gd name="connsiteY3781" fmla="*/ 56534 h 968306"/>
              <a:gd name="connsiteX3782" fmla="*/ 230886 w 4926099"/>
              <a:gd name="connsiteY3782" fmla="*/ 77013 h 968306"/>
              <a:gd name="connsiteX3783" fmla="*/ 222504 w 4926099"/>
              <a:gd name="connsiteY3783" fmla="*/ 104255 h 968306"/>
              <a:gd name="connsiteX3784" fmla="*/ 220885 w 4926099"/>
              <a:gd name="connsiteY3784" fmla="*/ 109493 h 968306"/>
              <a:gd name="connsiteX3785" fmla="*/ 217742 w 4926099"/>
              <a:gd name="connsiteY3785" fmla="*/ 118447 h 968306"/>
              <a:gd name="connsiteX3786" fmla="*/ 216694 w 4926099"/>
              <a:gd name="connsiteY3786" fmla="*/ 122066 h 968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</a:cxnLst>
            <a:rect l="l" t="t" r="r" b="b"/>
            <a:pathLst>
              <a:path w="4926099" h="968306">
                <a:moveTo>
                  <a:pt x="4196239" y="945503"/>
                </a:moveTo>
                <a:cubicBezTo>
                  <a:pt x="4195763" y="943407"/>
                  <a:pt x="4195763" y="941312"/>
                  <a:pt x="4195191" y="939216"/>
                </a:cubicBezTo>
                <a:cubicBezTo>
                  <a:pt x="4194715" y="936073"/>
                  <a:pt x="4192048" y="891591"/>
                  <a:pt x="4192048" y="891591"/>
                </a:cubicBezTo>
                <a:lnTo>
                  <a:pt x="4192048" y="886924"/>
                </a:lnTo>
                <a:cubicBezTo>
                  <a:pt x="4192524" y="884828"/>
                  <a:pt x="4193096" y="882257"/>
                  <a:pt x="4193667" y="880066"/>
                </a:cubicBezTo>
                <a:lnTo>
                  <a:pt x="4198906" y="880066"/>
                </a:lnTo>
                <a:lnTo>
                  <a:pt x="4216718" y="880637"/>
                </a:lnTo>
                <a:cubicBezTo>
                  <a:pt x="4220432" y="881209"/>
                  <a:pt x="4253389" y="881209"/>
                  <a:pt x="4258151" y="883209"/>
                </a:cubicBezTo>
                <a:cubicBezTo>
                  <a:pt x="4257104" y="902545"/>
                  <a:pt x="4256532" y="925595"/>
                  <a:pt x="4259771" y="943407"/>
                </a:cubicBezTo>
                <a:lnTo>
                  <a:pt x="4259771" y="945503"/>
                </a:lnTo>
                <a:cubicBezTo>
                  <a:pt x="4258723" y="945979"/>
                  <a:pt x="4257675" y="945979"/>
                  <a:pt x="4256056" y="945979"/>
                </a:cubicBezTo>
                <a:cubicBezTo>
                  <a:pt x="4253960" y="945979"/>
                  <a:pt x="4252341" y="945979"/>
                  <a:pt x="4250341" y="945503"/>
                </a:cubicBezTo>
                <a:lnTo>
                  <a:pt x="4244055" y="944455"/>
                </a:lnTo>
                <a:lnTo>
                  <a:pt x="4235196" y="944455"/>
                </a:lnTo>
                <a:lnTo>
                  <a:pt x="4232529" y="943979"/>
                </a:lnTo>
                <a:cubicBezTo>
                  <a:pt x="4223099" y="942931"/>
                  <a:pt x="4215765" y="942931"/>
                  <a:pt x="4209003" y="943407"/>
                </a:cubicBezTo>
                <a:cubicBezTo>
                  <a:pt x="4204240" y="944455"/>
                  <a:pt x="4199573" y="944931"/>
                  <a:pt x="4196430" y="945503"/>
                </a:cubicBezTo>
                <a:moveTo>
                  <a:pt x="4190619" y="955504"/>
                </a:moveTo>
                <a:cubicBezTo>
                  <a:pt x="4191667" y="955980"/>
                  <a:pt x="4193191" y="955504"/>
                  <a:pt x="4194810" y="955504"/>
                </a:cubicBezTo>
                <a:cubicBezTo>
                  <a:pt x="4199001" y="955504"/>
                  <a:pt x="4204812" y="954456"/>
                  <a:pt x="4210526" y="953408"/>
                </a:cubicBezTo>
                <a:cubicBezTo>
                  <a:pt x="4215765" y="952837"/>
                  <a:pt x="4222052" y="952837"/>
                  <a:pt x="4231005" y="953980"/>
                </a:cubicBezTo>
                <a:cubicBezTo>
                  <a:pt x="4234625" y="954456"/>
                  <a:pt x="4238340" y="953980"/>
                  <a:pt x="4242531" y="954456"/>
                </a:cubicBezTo>
                <a:lnTo>
                  <a:pt x="4248817" y="955504"/>
                </a:lnTo>
                <a:cubicBezTo>
                  <a:pt x="4251389" y="955980"/>
                  <a:pt x="4254056" y="955980"/>
                  <a:pt x="4256151" y="955980"/>
                </a:cubicBezTo>
                <a:cubicBezTo>
                  <a:pt x="4262914" y="955980"/>
                  <a:pt x="4268724" y="954932"/>
                  <a:pt x="4269296" y="947598"/>
                </a:cubicBezTo>
                <a:cubicBezTo>
                  <a:pt x="4269772" y="947122"/>
                  <a:pt x="4269772" y="946074"/>
                  <a:pt x="4269772" y="944931"/>
                </a:cubicBezTo>
                <a:lnTo>
                  <a:pt x="4270343" y="942359"/>
                </a:lnTo>
                <a:cubicBezTo>
                  <a:pt x="4266629" y="925024"/>
                  <a:pt x="4267200" y="901497"/>
                  <a:pt x="4268724" y="881114"/>
                </a:cubicBezTo>
                <a:cubicBezTo>
                  <a:pt x="4269200" y="872160"/>
                  <a:pt x="4249865" y="871684"/>
                  <a:pt x="4245102" y="871684"/>
                </a:cubicBezTo>
                <a:cubicBezTo>
                  <a:pt x="4243007" y="871684"/>
                  <a:pt x="4229862" y="871208"/>
                  <a:pt x="4217289" y="870636"/>
                </a:cubicBezTo>
                <a:lnTo>
                  <a:pt x="4199001" y="870065"/>
                </a:lnTo>
                <a:lnTo>
                  <a:pt x="4190143" y="870065"/>
                </a:lnTo>
                <a:cubicBezTo>
                  <a:pt x="4183380" y="870636"/>
                  <a:pt x="4182809" y="880542"/>
                  <a:pt x="4182237" y="885781"/>
                </a:cubicBezTo>
                <a:lnTo>
                  <a:pt x="4182237" y="892067"/>
                </a:lnTo>
                <a:cubicBezTo>
                  <a:pt x="4183285" y="910451"/>
                  <a:pt x="4184333" y="928739"/>
                  <a:pt x="4186428" y="947122"/>
                </a:cubicBezTo>
                <a:lnTo>
                  <a:pt x="4186428" y="949217"/>
                </a:lnTo>
                <a:cubicBezTo>
                  <a:pt x="4187476" y="949694"/>
                  <a:pt x="4185952" y="957028"/>
                  <a:pt x="4186904" y="954932"/>
                </a:cubicBezTo>
                <a:lnTo>
                  <a:pt x="4190619" y="955504"/>
                </a:lnTo>
                <a:close/>
                <a:moveTo>
                  <a:pt x="4136612" y="902069"/>
                </a:moveTo>
                <a:cubicBezTo>
                  <a:pt x="4135088" y="915689"/>
                  <a:pt x="4138232" y="931882"/>
                  <a:pt x="4136612" y="944455"/>
                </a:cubicBezTo>
                <a:cubicBezTo>
                  <a:pt x="4133469" y="943407"/>
                  <a:pt x="4129278" y="942931"/>
                  <a:pt x="4125087" y="942931"/>
                </a:cubicBezTo>
                <a:cubicBezTo>
                  <a:pt x="4119372" y="942455"/>
                  <a:pt x="4114133" y="944455"/>
                  <a:pt x="4108323" y="945026"/>
                </a:cubicBezTo>
                <a:cubicBezTo>
                  <a:pt x="4102037" y="945598"/>
                  <a:pt x="4096322" y="945026"/>
                  <a:pt x="4089464" y="945026"/>
                </a:cubicBezTo>
                <a:lnTo>
                  <a:pt x="4075843" y="945026"/>
                </a:lnTo>
                <a:cubicBezTo>
                  <a:pt x="4068985" y="944550"/>
                  <a:pt x="4063270" y="941883"/>
                  <a:pt x="4055936" y="940835"/>
                </a:cubicBezTo>
                <a:lnTo>
                  <a:pt x="4052792" y="939216"/>
                </a:lnTo>
                <a:lnTo>
                  <a:pt x="4048601" y="938168"/>
                </a:lnTo>
                <a:cubicBezTo>
                  <a:pt x="4042791" y="936644"/>
                  <a:pt x="4041267" y="936073"/>
                  <a:pt x="4036600" y="932358"/>
                </a:cubicBezTo>
                <a:lnTo>
                  <a:pt x="4033933" y="930263"/>
                </a:lnTo>
                <a:lnTo>
                  <a:pt x="4030790" y="927691"/>
                </a:lnTo>
                <a:cubicBezTo>
                  <a:pt x="4030790" y="926643"/>
                  <a:pt x="4030790" y="926072"/>
                  <a:pt x="4030313" y="924548"/>
                </a:cubicBezTo>
                <a:lnTo>
                  <a:pt x="4029266" y="921404"/>
                </a:lnTo>
                <a:lnTo>
                  <a:pt x="4024027" y="905212"/>
                </a:lnTo>
                <a:lnTo>
                  <a:pt x="4023551" y="902545"/>
                </a:lnTo>
                <a:lnTo>
                  <a:pt x="4019836" y="864350"/>
                </a:lnTo>
                <a:cubicBezTo>
                  <a:pt x="4018788" y="855968"/>
                  <a:pt x="4016693" y="847014"/>
                  <a:pt x="4017264" y="838156"/>
                </a:cubicBezTo>
                <a:lnTo>
                  <a:pt x="4017740" y="815105"/>
                </a:lnTo>
                <a:lnTo>
                  <a:pt x="4019836" y="784149"/>
                </a:lnTo>
                <a:cubicBezTo>
                  <a:pt x="4020312" y="772624"/>
                  <a:pt x="4020884" y="761670"/>
                  <a:pt x="4021455" y="752717"/>
                </a:cubicBezTo>
                <a:cubicBezTo>
                  <a:pt x="4021455" y="745382"/>
                  <a:pt x="4022503" y="731762"/>
                  <a:pt x="4014121" y="727571"/>
                </a:cubicBezTo>
                <a:cubicBezTo>
                  <a:pt x="4003167" y="722903"/>
                  <a:pt x="3990023" y="726523"/>
                  <a:pt x="3978497" y="726047"/>
                </a:cubicBezTo>
                <a:cubicBezTo>
                  <a:pt x="3978021" y="712902"/>
                  <a:pt x="3976878" y="699853"/>
                  <a:pt x="3978021" y="687280"/>
                </a:cubicBezTo>
                <a:cubicBezTo>
                  <a:pt x="3990594" y="687851"/>
                  <a:pt x="4006310" y="688899"/>
                  <a:pt x="4017264" y="681565"/>
                </a:cubicBezTo>
                <a:cubicBezTo>
                  <a:pt x="4026694" y="674707"/>
                  <a:pt x="4025646" y="620319"/>
                  <a:pt x="4025646" y="611937"/>
                </a:cubicBezTo>
                <a:lnTo>
                  <a:pt x="4028789" y="611937"/>
                </a:lnTo>
                <a:cubicBezTo>
                  <a:pt x="4047649" y="610889"/>
                  <a:pt x="4067556" y="612985"/>
                  <a:pt x="4086416" y="614033"/>
                </a:cubicBezTo>
                <a:cubicBezTo>
                  <a:pt x="4088035" y="635464"/>
                  <a:pt x="4084891" y="657467"/>
                  <a:pt x="4085368" y="678993"/>
                </a:cubicBezTo>
                <a:cubicBezTo>
                  <a:pt x="4085844" y="690042"/>
                  <a:pt x="4100608" y="687851"/>
                  <a:pt x="4107847" y="687851"/>
                </a:cubicBezTo>
                <a:cubicBezTo>
                  <a:pt x="4117848" y="688899"/>
                  <a:pt x="4127754" y="692042"/>
                  <a:pt x="4138232" y="694138"/>
                </a:cubicBezTo>
                <a:cubicBezTo>
                  <a:pt x="4138232" y="697853"/>
                  <a:pt x="4136612" y="726618"/>
                  <a:pt x="4136136" y="731857"/>
                </a:cubicBezTo>
                <a:cubicBezTo>
                  <a:pt x="4132516" y="731285"/>
                  <a:pt x="4127754" y="731285"/>
                  <a:pt x="4122515" y="731285"/>
                </a:cubicBezTo>
                <a:cubicBezTo>
                  <a:pt x="4112038" y="731857"/>
                  <a:pt x="4101560" y="730714"/>
                  <a:pt x="4092607" y="731857"/>
                </a:cubicBezTo>
                <a:cubicBezTo>
                  <a:pt x="4078986" y="733381"/>
                  <a:pt x="4081653" y="765956"/>
                  <a:pt x="4081653" y="773767"/>
                </a:cubicBezTo>
                <a:cubicBezTo>
                  <a:pt x="4081653" y="784816"/>
                  <a:pt x="4080129" y="852348"/>
                  <a:pt x="4080605" y="860159"/>
                </a:cubicBezTo>
                <a:cubicBezTo>
                  <a:pt x="4080605" y="868541"/>
                  <a:pt x="4081653" y="876923"/>
                  <a:pt x="4086320" y="886924"/>
                </a:cubicBezTo>
                <a:cubicBezTo>
                  <a:pt x="4103084" y="902069"/>
                  <a:pt x="4116705" y="901592"/>
                  <a:pt x="4136612" y="900068"/>
                </a:cubicBezTo>
                <a:lnTo>
                  <a:pt x="4136612" y="902164"/>
                </a:lnTo>
                <a:close/>
                <a:moveTo>
                  <a:pt x="4094226" y="741763"/>
                </a:moveTo>
                <a:cubicBezTo>
                  <a:pt x="4103084" y="740715"/>
                  <a:pt x="4112514" y="741763"/>
                  <a:pt x="4122991" y="741191"/>
                </a:cubicBezTo>
                <a:cubicBezTo>
                  <a:pt x="4127659" y="741191"/>
                  <a:pt x="4131850" y="741191"/>
                  <a:pt x="4136136" y="741763"/>
                </a:cubicBezTo>
                <a:cubicBezTo>
                  <a:pt x="4144518" y="741763"/>
                  <a:pt x="4146614" y="741191"/>
                  <a:pt x="4146614" y="731762"/>
                </a:cubicBezTo>
                <a:cubicBezTo>
                  <a:pt x="4146614" y="729190"/>
                  <a:pt x="4148233" y="697186"/>
                  <a:pt x="4148233" y="693471"/>
                </a:cubicBezTo>
                <a:cubicBezTo>
                  <a:pt x="4147661" y="685661"/>
                  <a:pt x="4146137" y="683470"/>
                  <a:pt x="4138803" y="682517"/>
                </a:cubicBezTo>
                <a:cubicBezTo>
                  <a:pt x="4128897" y="681470"/>
                  <a:pt x="4118896" y="678803"/>
                  <a:pt x="4107942" y="677279"/>
                </a:cubicBezTo>
                <a:cubicBezTo>
                  <a:pt x="4103751" y="677279"/>
                  <a:pt x="4099560" y="678326"/>
                  <a:pt x="4095369" y="677279"/>
                </a:cubicBezTo>
                <a:cubicBezTo>
                  <a:pt x="4094893" y="665277"/>
                  <a:pt x="4095941" y="653180"/>
                  <a:pt x="4096417" y="641084"/>
                </a:cubicBezTo>
                <a:cubicBezTo>
                  <a:pt x="4096417" y="635845"/>
                  <a:pt x="4099560" y="606508"/>
                  <a:pt x="4092226" y="604412"/>
                </a:cubicBezTo>
                <a:cubicBezTo>
                  <a:pt x="4082796" y="602317"/>
                  <a:pt x="4051935" y="601745"/>
                  <a:pt x="4040315" y="601745"/>
                </a:cubicBezTo>
                <a:cubicBezTo>
                  <a:pt x="4035647" y="601745"/>
                  <a:pt x="4015169" y="599650"/>
                  <a:pt x="4015740" y="607556"/>
                </a:cubicBezTo>
                <a:cubicBezTo>
                  <a:pt x="4016216" y="624320"/>
                  <a:pt x="4014692" y="659943"/>
                  <a:pt x="4011549" y="672992"/>
                </a:cubicBezTo>
                <a:cubicBezTo>
                  <a:pt x="4006882" y="676136"/>
                  <a:pt x="3999548" y="677183"/>
                  <a:pt x="3991642" y="677183"/>
                </a:cubicBezTo>
                <a:cubicBezTo>
                  <a:pt x="3964400" y="677755"/>
                  <a:pt x="3967067" y="670325"/>
                  <a:pt x="3967544" y="707092"/>
                </a:cubicBezTo>
                <a:cubicBezTo>
                  <a:pt x="3968020" y="717569"/>
                  <a:pt x="3968591" y="727571"/>
                  <a:pt x="3968591" y="727571"/>
                </a:cubicBezTo>
                <a:lnTo>
                  <a:pt x="3968591" y="730714"/>
                </a:lnTo>
                <a:cubicBezTo>
                  <a:pt x="3968115" y="740715"/>
                  <a:pt x="3998976" y="736524"/>
                  <a:pt x="4010501" y="738048"/>
                </a:cubicBezTo>
                <a:cubicBezTo>
                  <a:pt x="4012597" y="746906"/>
                  <a:pt x="4010501" y="775291"/>
                  <a:pt x="4009930" y="783578"/>
                </a:cubicBezTo>
                <a:lnTo>
                  <a:pt x="4007358" y="814534"/>
                </a:lnTo>
                <a:lnTo>
                  <a:pt x="4006882" y="837584"/>
                </a:lnTo>
                <a:cubicBezTo>
                  <a:pt x="4006882" y="847014"/>
                  <a:pt x="4008978" y="856444"/>
                  <a:pt x="4009454" y="865302"/>
                </a:cubicBezTo>
                <a:lnTo>
                  <a:pt x="4013645" y="905117"/>
                </a:lnTo>
                <a:lnTo>
                  <a:pt x="4014692" y="907784"/>
                </a:lnTo>
                <a:cubicBezTo>
                  <a:pt x="4016216" y="912451"/>
                  <a:pt x="4018312" y="919785"/>
                  <a:pt x="4019931" y="924548"/>
                </a:cubicBezTo>
                <a:lnTo>
                  <a:pt x="4020979" y="928739"/>
                </a:lnTo>
                <a:cubicBezTo>
                  <a:pt x="4021550" y="932930"/>
                  <a:pt x="4024694" y="935597"/>
                  <a:pt x="4027837" y="938168"/>
                </a:cubicBezTo>
                <a:lnTo>
                  <a:pt x="4030980" y="940835"/>
                </a:lnTo>
                <a:cubicBezTo>
                  <a:pt x="4036790" y="945026"/>
                  <a:pt x="4038314" y="945503"/>
                  <a:pt x="4045649" y="947598"/>
                </a:cubicBezTo>
                <a:cubicBezTo>
                  <a:pt x="4047173" y="948074"/>
                  <a:pt x="4048220" y="948646"/>
                  <a:pt x="4049840" y="948646"/>
                </a:cubicBezTo>
                <a:lnTo>
                  <a:pt x="4052411" y="950170"/>
                </a:lnTo>
                <a:lnTo>
                  <a:pt x="4054983" y="950741"/>
                </a:lnTo>
                <a:cubicBezTo>
                  <a:pt x="4062317" y="951789"/>
                  <a:pt x="4068604" y="954361"/>
                  <a:pt x="4075366" y="954932"/>
                </a:cubicBezTo>
                <a:lnTo>
                  <a:pt x="4090035" y="954932"/>
                </a:lnTo>
                <a:cubicBezTo>
                  <a:pt x="4096322" y="954932"/>
                  <a:pt x="4102608" y="955504"/>
                  <a:pt x="4109466" y="954932"/>
                </a:cubicBezTo>
                <a:cubicBezTo>
                  <a:pt x="4114705" y="954361"/>
                  <a:pt x="4119944" y="952361"/>
                  <a:pt x="4125182" y="952837"/>
                </a:cubicBezTo>
                <a:cubicBezTo>
                  <a:pt x="4127754" y="952837"/>
                  <a:pt x="4130993" y="953885"/>
                  <a:pt x="4135184" y="954932"/>
                </a:cubicBezTo>
                <a:cubicBezTo>
                  <a:pt x="4146137" y="956456"/>
                  <a:pt x="4145090" y="955504"/>
                  <a:pt x="4146709" y="946074"/>
                </a:cubicBezTo>
                <a:cubicBezTo>
                  <a:pt x="4148328" y="932930"/>
                  <a:pt x="4145090" y="916737"/>
                  <a:pt x="4146709" y="902069"/>
                </a:cubicBezTo>
                <a:cubicBezTo>
                  <a:pt x="4146709" y="901021"/>
                  <a:pt x="4146709" y="900545"/>
                  <a:pt x="4147185" y="898925"/>
                </a:cubicBezTo>
                <a:cubicBezTo>
                  <a:pt x="4147661" y="893115"/>
                  <a:pt x="4146709" y="890067"/>
                  <a:pt x="4139851" y="890067"/>
                </a:cubicBezTo>
                <a:cubicBezTo>
                  <a:pt x="4121468" y="890067"/>
                  <a:pt x="4110514" y="894734"/>
                  <a:pt x="4094226" y="880637"/>
                </a:cubicBezTo>
                <a:cubicBezTo>
                  <a:pt x="4091654" y="873779"/>
                  <a:pt x="4090511" y="867017"/>
                  <a:pt x="4090511" y="859682"/>
                </a:cubicBezTo>
                <a:cubicBezTo>
                  <a:pt x="4090035" y="851872"/>
                  <a:pt x="4092131" y="784816"/>
                  <a:pt x="4091559" y="773767"/>
                </a:cubicBezTo>
                <a:cubicBezTo>
                  <a:pt x="4091559" y="762813"/>
                  <a:pt x="4092035" y="751764"/>
                  <a:pt x="4094131" y="741858"/>
                </a:cubicBezTo>
                <a:moveTo>
                  <a:pt x="3933254" y="584696"/>
                </a:moveTo>
                <a:cubicBezTo>
                  <a:pt x="3932778" y="592601"/>
                  <a:pt x="3932778" y="602507"/>
                  <a:pt x="3933825" y="609270"/>
                </a:cubicBezTo>
                <a:cubicBezTo>
                  <a:pt x="3933825" y="610889"/>
                  <a:pt x="3933825" y="611937"/>
                  <a:pt x="3934301" y="612985"/>
                </a:cubicBezTo>
                <a:lnTo>
                  <a:pt x="3934778" y="615080"/>
                </a:lnTo>
                <a:cubicBezTo>
                  <a:pt x="3934301" y="619843"/>
                  <a:pt x="3935254" y="624510"/>
                  <a:pt x="3935825" y="628225"/>
                </a:cubicBezTo>
                <a:lnTo>
                  <a:pt x="3936302" y="634035"/>
                </a:lnTo>
                <a:cubicBezTo>
                  <a:pt x="3917442" y="636131"/>
                  <a:pt x="3901726" y="632987"/>
                  <a:pt x="3883438" y="632416"/>
                </a:cubicBezTo>
                <a:lnTo>
                  <a:pt x="3880771" y="632416"/>
                </a:lnTo>
                <a:lnTo>
                  <a:pt x="3875056" y="632987"/>
                </a:lnTo>
                <a:lnTo>
                  <a:pt x="3873437" y="632987"/>
                </a:lnTo>
                <a:lnTo>
                  <a:pt x="3873437" y="627749"/>
                </a:lnTo>
                <a:cubicBezTo>
                  <a:pt x="3873913" y="621938"/>
                  <a:pt x="3873913" y="616700"/>
                  <a:pt x="3873913" y="613556"/>
                </a:cubicBezTo>
                <a:cubicBezTo>
                  <a:pt x="3874961" y="608318"/>
                  <a:pt x="3875532" y="603079"/>
                  <a:pt x="3875532" y="597840"/>
                </a:cubicBezTo>
                <a:lnTo>
                  <a:pt x="3876008" y="589934"/>
                </a:lnTo>
                <a:lnTo>
                  <a:pt x="3888105" y="588887"/>
                </a:lnTo>
                <a:lnTo>
                  <a:pt x="3890201" y="588887"/>
                </a:lnTo>
                <a:lnTo>
                  <a:pt x="3894391" y="588410"/>
                </a:lnTo>
                <a:lnTo>
                  <a:pt x="3907536" y="586791"/>
                </a:lnTo>
                <a:cubicBezTo>
                  <a:pt x="3915918" y="585743"/>
                  <a:pt x="3924300" y="584696"/>
                  <a:pt x="3933158" y="584696"/>
                </a:cubicBezTo>
                <a:moveTo>
                  <a:pt x="3945731" y="626606"/>
                </a:moveTo>
                <a:cubicBezTo>
                  <a:pt x="3944684" y="622415"/>
                  <a:pt x="3944112" y="618224"/>
                  <a:pt x="3943636" y="610889"/>
                </a:cubicBezTo>
                <a:lnTo>
                  <a:pt x="3943636" y="608222"/>
                </a:lnTo>
                <a:cubicBezTo>
                  <a:pt x="3942588" y="600412"/>
                  <a:pt x="3943160" y="587839"/>
                  <a:pt x="3943160" y="580505"/>
                </a:cubicBezTo>
                <a:cubicBezTo>
                  <a:pt x="3943160" y="570027"/>
                  <a:pt x="3909632" y="576314"/>
                  <a:pt x="3906488" y="576790"/>
                </a:cubicBezTo>
                <a:lnTo>
                  <a:pt x="3893344" y="577838"/>
                </a:lnTo>
                <a:lnTo>
                  <a:pt x="3889153" y="578885"/>
                </a:lnTo>
                <a:lnTo>
                  <a:pt x="3887057" y="578885"/>
                </a:lnTo>
                <a:lnTo>
                  <a:pt x="3872389" y="579933"/>
                </a:lnTo>
                <a:cubicBezTo>
                  <a:pt x="3869246" y="579362"/>
                  <a:pt x="3866103" y="580981"/>
                  <a:pt x="3866103" y="585172"/>
                </a:cubicBezTo>
                <a:cubicBezTo>
                  <a:pt x="3866103" y="594125"/>
                  <a:pt x="3865531" y="602984"/>
                  <a:pt x="3864007" y="612413"/>
                </a:cubicBezTo>
                <a:lnTo>
                  <a:pt x="3864007" y="613461"/>
                </a:lnTo>
                <a:cubicBezTo>
                  <a:pt x="3864007" y="616033"/>
                  <a:pt x="3864007" y="621272"/>
                  <a:pt x="3863435" y="627082"/>
                </a:cubicBezTo>
                <a:lnTo>
                  <a:pt x="3862959" y="633368"/>
                </a:lnTo>
                <a:lnTo>
                  <a:pt x="3862959" y="635940"/>
                </a:lnTo>
                <a:cubicBezTo>
                  <a:pt x="3856196" y="647465"/>
                  <a:pt x="3879723" y="641655"/>
                  <a:pt x="3883438" y="642227"/>
                </a:cubicBezTo>
                <a:cubicBezTo>
                  <a:pt x="3886010" y="642798"/>
                  <a:pt x="3932111" y="645941"/>
                  <a:pt x="3943160" y="642798"/>
                </a:cubicBezTo>
                <a:cubicBezTo>
                  <a:pt x="3946874" y="641750"/>
                  <a:pt x="3946874" y="638131"/>
                  <a:pt x="3946874" y="635464"/>
                </a:cubicBezTo>
                <a:cubicBezTo>
                  <a:pt x="3946303" y="632892"/>
                  <a:pt x="3945827" y="629749"/>
                  <a:pt x="3945827" y="626606"/>
                </a:cubicBezTo>
                <a:moveTo>
                  <a:pt x="3931158" y="941978"/>
                </a:moveTo>
                <a:cubicBezTo>
                  <a:pt x="3920204" y="940931"/>
                  <a:pt x="3876675" y="941502"/>
                  <a:pt x="3872484" y="942550"/>
                </a:cubicBezTo>
                <a:cubicBezTo>
                  <a:pt x="3870960" y="942550"/>
                  <a:pt x="3872484" y="942550"/>
                  <a:pt x="3872484" y="942550"/>
                </a:cubicBezTo>
                <a:lnTo>
                  <a:pt x="3872484" y="940454"/>
                </a:lnTo>
                <a:cubicBezTo>
                  <a:pt x="3872484" y="935216"/>
                  <a:pt x="3875151" y="724618"/>
                  <a:pt x="3875151" y="723570"/>
                </a:cubicBezTo>
                <a:cubicBezTo>
                  <a:pt x="3875151" y="715664"/>
                  <a:pt x="3873532" y="706806"/>
                  <a:pt x="3874103" y="698424"/>
                </a:cubicBezTo>
                <a:cubicBezTo>
                  <a:pt x="3874103" y="695852"/>
                  <a:pt x="3874580" y="693185"/>
                  <a:pt x="3874580" y="691090"/>
                </a:cubicBezTo>
                <a:cubicBezTo>
                  <a:pt x="3877247" y="691090"/>
                  <a:pt x="3879818" y="691661"/>
                  <a:pt x="3882485" y="691661"/>
                </a:cubicBezTo>
                <a:lnTo>
                  <a:pt x="3926967" y="691090"/>
                </a:lnTo>
                <a:lnTo>
                  <a:pt x="3929063" y="690518"/>
                </a:lnTo>
                <a:lnTo>
                  <a:pt x="3930682" y="690518"/>
                </a:lnTo>
                <a:cubicBezTo>
                  <a:pt x="3931158" y="704139"/>
                  <a:pt x="3931730" y="719379"/>
                  <a:pt x="3933254" y="734048"/>
                </a:cubicBezTo>
                <a:cubicBezTo>
                  <a:pt x="3933254" y="735667"/>
                  <a:pt x="3932206" y="784340"/>
                  <a:pt x="3931158" y="835203"/>
                </a:cubicBezTo>
                <a:cubicBezTo>
                  <a:pt x="3930682" y="878161"/>
                  <a:pt x="3930110" y="923690"/>
                  <a:pt x="3931158" y="942074"/>
                </a:cubicBezTo>
                <a:moveTo>
                  <a:pt x="3870960" y="952075"/>
                </a:moveTo>
                <a:cubicBezTo>
                  <a:pt x="3874103" y="951503"/>
                  <a:pt x="3925443" y="951503"/>
                  <a:pt x="3931730" y="952075"/>
                </a:cubicBezTo>
                <a:cubicBezTo>
                  <a:pt x="3935921" y="952646"/>
                  <a:pt x="3943255" y="955218"/>
                  <a:pt x="3941636" y="947408"/>
                </a:cubicBezTo>
                <a:cubicBezTo>
                  <a:pt x="3940016" y="938549"/>
                  <a:pt x="3940588" y="886638"/>
                  <a:pt x="3941159" y="835298"/>
                </a:cubicBezTo>
                <a:cubicBezTo>
                  <a:pt x="3942207" y="783959"/>
                  <a:pt x="3943255" y="735191"/>
                  <a:pt x="3943255" y="733667"/>
                </a:cubicBezTo>
                <a:cubicBezTo>
                  <a:pt x="3941636" y="716903"/>
                  <a:pt x="3940683" y="700139"/>
                  <a:pt x="3940683" y="684994"/>
                </a:cubicBezTo>
                <a:cubicBezTo>
                  <a:pt x="3940683" y="680327"/>
                  <a:pt x="3936492" y="679755"/>
                  <a:pt x="3933349" y="680327"/>
                </a:cubicBezTo>
                <a:cubicBezTo>
                  <a:pt x="3930777" y="680327"/>
                  <a:pt x="3928110" y="680803"/>
                  <a:pt x="3926015" y="681374"/>
                </a:cubicBezTo>
                <a:lnTo>
                  <a:pt x="3882485" y="681946"/>
                </a:lnTo>
                <a:cubicBezTo>
                  <a:pt x="3865721" y="681946"/>
                  <a:pt x="3864197" y="678231"/>
                  <a:pt x="3864197" y="698138"/>
                </a:cubicBezTo>
                <a:cubicBezTo>
                  <a:pt x="3863626" y="706997"/>
                  <a:pt x="3865245" y="715950"/>
                  <a:pt x="3865245" y="723856"/>
                </a:cubicBezTo>
                <a:cubicBezTo>
                  <a:pt x="3865245" y="724904"/>
                  <a:pt x="3862673" y="935501"/>
                  <a:pt x="3862673" y="940740"/>
                </a:cubicBezTo>
                <a:cubicBezTo>
                  <a:pt x="3862673" y="944931"/>
                  <a:pt x="3862197" y="957504"/>
                  <a:pt x="3870579" y="952837"/>
                </a:cubicBezTo>
                <a:lnTo>
                  <a:pt x="3871055" y="952265"/>
                </a:lnTo>
                <a:close/>
                <a:moveTo>
                  <a:pt x="3691319" y="730428"/>
                </a:moveTo>
                <a:cubicBezTo>
                  <a:pt x="3679793" y="724142"/>
                  <a:pt x="3666173" y="727285"/>
                  <a:pt x="3654647" y="730428"/>
                </a:cubicBezTo>
                <a:cubicBezTo>
                  <a:pt x="3650456" y="732047"/>
                  <a:pt x="3646265" y="732524"/>
                  <a:pt x="3641503" y="734619"/>
                </a:cubicBezTo>
                <a:lnTo>
                  <a:pt x="3638931" y="736715"/>
                </a:lnTo>
                <a:lnTo>
                  <a:pt x="3632168" y="740906"/>
                </a:lnTo>
                <a:cubicBezTo>
                  <a:pt x="3626358" y="743001"/>
                  <a:pt x="3622739" y="749288"/>
                  <a:pt x="3619024" y="754050"/>
                </a:cubicBezTo>
                <a:cubicBezTo>
                  <a:pt x="3613785" y="761384"/>
                  <a:pt x="3611118" y="770814"/>
                  <a:pt x="3608546" y="779672"/>
                </a:cubicBezTo>
                <a:cubicBezTo>
                  <a:pt x="3605403" y="789674"/>
                  <a:pt x="3616452" y="793293"/>
                  <a:pt x="3624263" y="791198"/>
                </a:cubicBezTo>
                <a:lnTo>
                  <a:pt x="3627406" y="790626"/>
                </a:lnTo>
                <a:cubicBezTo>
                  <a:pt x="3627882" y="790626"/>
                  <a:pt x="3715417" y="793198"/>
                  <a:pt x="3717989" y="793198"/>
                </a:cubicBezTo>
                <a:cubicBezTo>
                  <a:pt x="3723799" y="793198"/>
                  <a:pt x="3729514" y="791674"/>
                  <a:pt x="3734753" y="787483"/>
                </a:cubicBezTo>
                <a:cubicBezTo>
                  <a:pt x="3743135" y="780625"/>
                  <a:pt x="3732181" y="757574"/>
                  <a:pt x="3727990" y="751288"/>
                </a:cubicBezTo>
                <a:cubicBezTo>
                  <a:pt x="3723323" y="743954"/>
                  <a:pt x="3717512" y="741858"/>
                  <a:pt x="3710178" y="737667"/>
                </a:cubicBezTo>
                <a:cubicBezTo>
                  <a:pt x="3703415" y="734524"/>
                  <a:pt x="3699224" y="731381"/>
                  <a:pt x="3691319" y="730333"/>
                </a:cubicBezTo>
                <a:moveTo>
                  <a:pt x="3728466" y="779577"/>
                </a:moveTo>
                <a:cubicBezTo>
                  <a:pt x="3725323" y="782244"/>
                  <a:pt x="3721703" y="783292"/>
                  <a:pt x="3717512" y="783292"/>
                </a:cubicBezTo>
                <a:cubicBezTo>
                  <a:pt x="3715417" y="783292"/>
                  <a:pt x="3628454" y="780720"/>
                  <a:pt x="3625310" y="780720"/>
                </a:cubicBezTo>
                <a:lnTo>
                  <a:pt x="3622167" y="781292"/>
                </a:lnTo>
                <a:cubicBezTo>
                  <a:pt x="3620548" y="781863"/>
                  <a:pt x="3619500" y="782339"/>
                  <a:pt x="3618453" y="781863"/>
                </a:cubicBezTo>
                <a:cubicBezTo>
                  <a:pt x="3620548" y="774529"/>
                  <a:pt x="3622643" y="766147"/>
                  <a:pt x="3626834" y="759860"/>
                </a:cubicBezTo>
                <a:cubicBezTo>
                  <a:pt x="3628358" y="757765"/>
                  <a:pt x="3633121" y="751002"/>
                  <a:pt x="3636740" y="749954"/>
                </a:cubicBezTo>
                <a:lnTo>
                  <a:pt x="3645122" y="745192"/>
                </a:lnTo>
                <a:lnTo>
                  <a:pt x="3647218" y="743096"/>
                </a:lnTo>
                <a:cubicBezTo>
                  <a:pt x="3650361" y="741477"/>
                  <a:pt x="3653981" y="741477"/>
                  <a:pt x="3657219" y="740429"/>
                </a:cubicBezTo>
                <a:cubicBezTo>
                  <a:pt x="3666078" y="737858"/>
                  <a:pt x="3678650" y="734714"/>
                  <a:pt x="3689128" y="740429"/>
                </a:cubicBezTo>
                <a:cubicBezTo>
                  <a:pt x="3695414" y="741001"/>
                  <a:pt x="3700082" y="744144"/>
                  <a:pt x="3705416" y="746716"/>
                </a:cubicBezTo>
                <a:cubicBezTo>
                  <a:pt x="3710654" y="749859"/>
                  <a:pt x="3715893" y="751478"/>
                  <a:pt x="3719513" y="757193"/>
                </a:cubicBezTo>
                <a:cubicBezTo>
                  <a:pt x="3723704" y="763004"/>
                  <a:pt x="3726275" y="771862"/>
                  <a:pt x="3728371" y="779672"/>
                </a:cubicBezTo>
                <a:moveTo>
                  <a:pt x="3742563" y="876065"/>
                </a:moveTo>
                <a:cubicBezTo>
                  <a:pt x="3758279" y="873494"/>
                  <a:pt x="3775520" y="874541"/>
                  <a:pt x="3791236" y="875018"/>
                </a:cubicBezTo>
                <a:cubicBezTo>
                  <a:pt x="3788093" y="885495"/>
                  <a:pt x="3784949" y="892829"/>
                  <a:pt x="3780758" y="900164"/>
                </a:cubicBezTo>
                <a:cubicBezTo>
                  <a:pt x="3778187" y="902735"/>
                  <a:pt x="3775520" y="905402"/>
                  <a:pt x="3773996" y="909022"/>
                </a:cubicBezTo>
                <a:cubicBezTo>
                  <a:pt x="3771424" y="913213"/>
                  <a:pt x="3765614" y="918452"/>
                  <a:pt x="3762470" y="920547"/>
                </a:cubicBezTo>
                <a:cubicBezTo>
                  <a:pt x="3756660" y="925786"/>
                  <a:pt x="3748849" y="927881"/>
                  <a:pt x="3740944" y="932072"/>
                </a:cubicBezTo>
                <a:lnTo>
                  <a:pt x="3738372" y="934739"/>
                </a:lnTo>
                <a:lnTo>
                  <a:pt x="3735800" y="936263"/>
                </a:lnTo>
                <a:cubicBezTo>
                  <a:pt x="3731609" y="936835"/>
                  <a:pt x="3728466" y="940454"/>
                  <a:pt x="3724275" y="942074"/>
                </a:cubicBezTo>
                <a:lnTo>
                  <a:pt x="3719036" y="943598"/>
                </a:lnTo>
                <a:cubicBezTo>
                  <a:pt x="3717417" y="944169"/>
                  <a:pt x="3715893" y="944645"/>
                  <a:pt x="3714369" y="945122"/>
                </a:cubicBezTo>
                <a:cubicBezTo>
                  <a:pt x="3690747" y="947789"/>
                  <a:pt x="3658267" y="953504"/>
                  <a:pt x="3634740" y="943598"/>
                </a:cubicBezTo>
                <a:cubicBezTo>
                  <a:pt x="3625882" y="942074"/>
                  <a:pt x="3617405" y="937311"/>
                  <a:pt x="3608546" y="935787"/>
                </a:cubicBezTo>
                <a:cubicBezTo>
                  <a:pt x="3596545" y="929501"/>
                  <a:pt x="3587020" y="923214"/>
                  <a:pt x="3579209" y="913213"/>
                </a:cubicBezTo>
                <a:cubicBezTo>
                  <a:pt x="3563970" y="902259"/>
                  <a:pt x="3559778" y="879209"/>
                  <a:pt x="3550920" y="862921"/>
                </a:cubicBezTo>
                <a:cubicBezTo>
                  <a:pt x="3550444" y="858730"/>
                  <a:pt x="3549301" y="855110"/>
                  <a:pt x="3548348" y="852443"/>
                </a:cubicBezTo>
                <a:lnTo>
                  <a:pt x="3546729" y="848252"/>
                </a:lnTo>
                <a:cubicBezTo>
                  <a:pt x="3546729" y="847681"/>
                  <a:pt x="3545681" y="843585"/>
                  <a:pt x="3545681" y="841966"/>
                </a:cubicBezTo>
                <a:cubicBezTo>
                  <a:pt x="3544634" y="837775"/>
                  <a:pt x="3543110" y="833012"/>
                  <a:pt x="3543586" y="828345"/>
                </a:cubicBezTo>
                <a:lnTo>
                  <a:pt x="3544062" y="824630"/>
                </a:lnTo>
                <a:lnTo>
                  <a:pt x="3544538" y="820916"/>
                </a:lnTo>
                <a:lnTo>
                  <a:pt x="3544538" y="817296"/>
                </a:lnTo>
                <a:cubicBezTo>
                  <a:pt x="3545015" y="815201"/>
                  <a:pt x="3545015" y="812534"/>
                  <a:pt x="3545015" y="810438"/>
                </a:cubicBezTo>
                <a:cubicBezTo>
                  <a:pt x="3545491" y="794246"/>
                  <a:pt x="3559683" y="754336"/>
                  <a:pt x="3570161" y="741858"/>
                </a:cubicBezTo>
                <a:cubicBezTo>
                  <a:pt x="3572256" y="734524"/>
                  <a:pt x="3579019" y="730809"/>
                  <a:pt x="3582162" y="724046"/>
                </a:cubicBezTo>
                <a:cubicBezTo>
                  <a:pt x="3593687" y="713569"/>
                  <a:pt x="3604736" y="699948"/>
                  <a:pt x="3620453" y="694709"/>
                </a:cubicBezTo>
                <a:cubicBezTo>
                  <a:pt x="3629882" y="691566"/>
                  <a:pt x="3640360" y="686327"/>
                  <a:pt x="3651314" y="685851"/>
                </a:cubicBezTo>
                <a:cubicBezTo>
                  <a:pt x="3670173" y="683279"/>
                  <a:pt x="3690080" y="682136"/>
                  <a:pt x="3708940" y="686423"/>
                </a:cubicBezTo>
                <a:lnTo>
                  <a:pt x="3712655" y="687470"/>
                </a:lnTo>
                <a:cubicBezTo>
                  <a:pt x="3723608" y="690614"/>
                  <a:pt x="3733038" y="694805"/>
                  <a:pt x="3741991" y="699567"/>
                </a:cubicBezTo>
                <a:cubicBezTo>
                  <a:pt x="3748278" y="705854"/>
                  <a:pt x="3755612" y="712140"/>
                  <a:pt x="3760851" y="721570"/>
                </a:cubicBezTo>
                <a:cubicBezTo>
                  <a:pt x="3779711" y="738334"/>
                  <a:pt x="3787521" y="767099"/>
                  <a:pt x="3792855" y="799103"/>
                </a:cubicBezTo>
                <a:lnTo>
                  <a:pt x="3793331" y="803771"/>
                </a:lnTo>
                <a:lnTo>
                  <a:pt x="3793331" y="807485"/>
                </a:lnTo>
                <a:lnTo>
                  <a:pt x="3793808" y="813772"/>
                </a:lnTo>
                <a:cubicBezTo>
                  <a:pt x="3794284" y="816344"/>
                  <a:pt x="3794855" y="819011"/>
                  <a:pt x="3795427" y="821582"/>
                </a:cubicBezTo>
                <a:lnTo>
                  <a:pt x="3796474" y="826250"/>
                </a:lnTo>
                <a:cubicBezTo>
                  <a:pt x="3785997" y="827774"/>
                  <a:pt x="3775043" y="824726"/>
                  <a:pt x="3763995" y="824726"/>
                </a:cubicBezTo>
                <a:cubicBezTo>
                  <a:pt x="3756660" y="824154"/>
                  <a:pt x="3697986" y="827869"/>
                  <a:pt x="3691699" y="827869"/>
                </a:cubicBezTo>
                <a:cubicBezTo>
                  <a:pt x="3684365" y="827869"/>
                  <a:pt x="3676460" y="827869"/>
                  <a:pt x="3668649" y="828917"/>
                </a:cubicBezTo>
                <a:cubicBezTo>
                  <a:pt x="3651885" y="830536"/>
                  <a:pt x="3634549" y="829964"/>
                  <a:pt x="3617309" y="829964"/>
                </a:cubicBezTo>
                <a:cubicBezTo>
                  <a:pt x="3603212" y="829964"/>
                  <a:pt x="3606832" y="855587"/>
                  <a:pt x="3608928" y="864540"/>
                </a:cubicBezTo>
                <a:lnTo>
                  <a:pt x="3611023" y="869779"/>
                </a:lnTo>
                <a:lnTo>
                  <a:pt x="3612642" y="873970"/>
                </a:lnTo>
                <a:cubicBezTo>
                  <a:pt x="3613118" y="875018"/>
                  <a:pt x="3613690" y="876065"/>
                  <a:pt x="3614261" y="877113"/>
                </a:cubicBezTo>
                <a:lnTo>
                  <a:pt x="3616357" y="879780"/>
                </a:lnTo>
                <a:lnTo>
                  <a:pt x="3619500" y="883971"/>
                </a:lnTo>
                <a:lnTo>
                  <a:pt x="3624739" y="889210"/>
                </a:lnTo>
                <a:lnTo>
                  <a:pt x="3629978" y="895496"/>
                </a:lnTo>
                <a:cubicBezTo>
                  <a:pt x="3636264" y="902831"/>
                  <a:pt x="3649409" y="908069"/>
                  <a:pt x="3659315" y="908641"/>
                </a:cubicBezTo>
                <a:cubicBezTo>
                  <a:pt x="3660362" y="908641"/>
                  <a:pt x="3661886" y="909212"/>
                  <a:pt x="3662934" y="909212"/>
                </a:cubicBezTo>
                <a:cubicBezTo>
                  <a:pt x="3673888" y="909212"/>
                  <a:pt x="3685985" y="908641"/>
                  <a:pt x="3696462" y="905498"/>
                </a:cubicBezTo>
                <a:cubicBezTo>
                  <a:pt x="3707416" y="902831"/>
                  <a:pt x="3738372" y="890829"/>
                  <a:pt x="3741991" y="876161"/>
                </a:cubicBezTo>
                <a:lnTo>
                  <a:pt x="3742563" y="876161"/>
                </a:lnTo>
                <a:close/>
                <a:moveTo>
                  <a:pt x="3617881" y="839870"/>
                </a:moveTo>
                <a:cubicBezTo>
                  <a:pt x="3635693" y="839870"/>
                  <a:pt x="3652933" y="840442"/>
                  <a:pt x="3670268" y="838823"/>
                </a:cubicBezTo>
                <a:cubicBezTo>
                  <a:pt x="3677603" y="837775"/>
                  <a:pt x="3684937" y="837775"/>
                  <a:pt x="3691699" y="837775"/>
                </a:cubicBezTo>
                <a:cubicBezTo>
                  <a:pt x="3697986" y="837775"/>
                  <a:pt x="3758279" y="834060"/>
                  <a:pt x="3763995" y="834632"/>
                </a:cubicBezTo>
                <a:cubicBezTo>
                  <a:pt x="3770757" y="834632"/>
                  <a:pt x="3778091" y="835679"/>
                  <a:pt x="3784949" y="836156"/>
                </a:cubicBezTo>
                <a:cubicBezTo>
                  <a:pt x="3812762" y="838823"/>
                  <a:pt x="3806952" y="831965"/>
                  <a:pt x="3803809" y="812057"/>
                </a:cubicBezTo>
                <a:lnTo>
                  <a:pt x="3803333" y="806819"/>
                </a:lnTo>
                <a:lnTo>
                  <a:pt x="3803333" y="802628"/>
                </a:lnTo>
                <a:lnTo>
                  <a:pt x="3802761" y="797389"/>
                </a:lnTo>
                <a:cubicBezTo>
                  <a:pt x="3797522" y="765956"/>
                  <a:pt x="3789140" y="733952"/>
                  <a:pt x="3768185" y="714045"/>
                </a:cubicBezTo>
                <a:cubicBezTo>
                  <a:pt x="3763518" y="705187"/>
                  <a:pt x="3755612" y="698329"/>
                  <a:pt x="3747230" y="690995"/>
                </a:cubicBezTo>
                <a:cubicBezTo>
                  <a:pt x="3738372" y="685756"/>
                  <a:pt x="3729419" y="682136"/>
                  <a:pt x="3718941" y="678993"/>
                </a:cubicBezTo>
                <a:lnTo>
                  <a:pt x="3714750" y="677374"/>
                </a:lnTo>
                <a:lnTo>
                  <a:pt x="3711035" y="676898"/>
                </a:lnTo>
                <a:cubicBezTo>
                  <a:pt x="3691128" y="671659"/>
                  <a:pt x="3670173" y="672707"/>
                  <a:pt x="3649790" y="675850"/>
                </a:cubicBezTo>
                <a:cubicBezTo>
                  <a:pt x="3638264" y="676898"/>
                  <a:pt x="3627787" y="681565"/>
                  <a:pt x="3617309" y="684708"/>
                </a:cubicBezTo>
                <a:cubicBezTo>
                  <a:pt x="3599498" y="690995"/>
                  <a:pt x="3587972" y="705187"/>
                  <a:pt x="3573304" y="719284"/>
                </a:cubicBezTo>
                <a:cubicBezTo>
                  <a:pt x="3570161" y="726142"/>
                  <a:pt x="3564446" y="727666"/>
                  <a:pt x="3560731" y="737572"/>
                </a:cubicBezTo>
                <a:cubicBezTo>
                  <a:pt x="3551873" y="748621"/>
                  <a:pt x="3537680" y="785768"/>
                  <a:pt x="3535585" y="802056"/>
                </a:cubicBezTo>
                <a:cubicBezTo>
                  <a:pt x="3535109" y="806723"/>
                  <a:pt x="3535585" y="811486"/>
                  <a:pt x="3534537" y="816153"/>
                </a:cubicBezTo>
                <a:lnTo>
                  <a:pt x="3534537" y="819868"/>
                </a:lnTo>
                <a:lnTo>
                  <a:pt x="3534061" y="823011"/>
                </a:lnTo>
                <a:lnTo>
                  <a:pt x="3533585" y="827202"/>
                </a:lnTo>
                <a:cubicBezTo>
                  <a:pt x="3533108" y="833012"/>
                  <a:pt x="3534632" y="838727"/>
                  <a:pt x="3535680" y="843966"/>
                </a:cubicBezTo>
                <a:cubicBezTo>
                  <a:pt x="3535680" y="846062"/>
                  <a:pt x="3536728" y="850253"/>
                  <a:pt x="3537299" y="851872"/>
                </a:cubicBezTo>
                <a:lnTo>
                  <a:pt x="3538823" y="856063"/>
                </a:lnTo>
                <a:cubicBezTo>
                  <a:pt x="3539871" y="858635"/>
                  <a:pt x="3540919" y="861302"/>
                  <a:pt x="3540919" y="864445"/>
                </a:cubicBezTo>
                <a:lnTo>
                  <a:pt x="3541490" y="867017"/>
                </a:lnTo>
                <a:cubicBezTo>
                  <a:pt x="3552444" y="884828"/>
                  <a:pt x="3554635" y="907403"/>
                  <a:pt x="3572351" y="920928"/>
                </a:cubicBezTo>
                <a:cubicBezTo>
                  <a:pt x="3580733" y="931406"/>
                  <a:pt x="3591782" y="938740"/>
                  <a:pt x="3605879" y="945598"/>
                </a:cubicBezTo>
                <a:cubicBezTo>
                  <a:pt x="3615309" y="947122"/>
                  <a:pt x="3623215" y="951313"/>
                  <a:pt x="3632073" y="953408"/>
                </a:cubicBezTo>
                <a:cubicBezTo>
                  <a:pt x="3657219" y="963886"/>
                  <a:pt x="3689699" y="957599"/>
                  <a:pt x="3717417" y="954456"/>
                </a:cubicBezTo>
                <a:cubicBezTo>
                  <a:pt x="3719036" y="953980"/>
                  <a:pt x="3720560" y="953408"/>
                  <a:pt x="3721608" y="952932"/>
                </a:cubicBezTo>
                <a:lnTo>
                  <a:pt x="3727418" y="951408"/>
                </a:lnTo>
                <a:cubicBezTo>
                  <a:pt x="3730562" y="950360"/>
                  <a:pt x="3734181" y="948836"/>
                  <a:pt x="3736848" y="946169"/>
                </a:cubicBezTo>
                <a:cubicBezTo>
                  <a:pt x="3738944" y="946169"/>
                  <a:pt x="3740563" y="945122"/>
                  <a:pt x="3742087" y="944074"/>
                </a:cubicBezTo>
                <a:lnTo>
                  <a:pt x="3744754" y="941978"/>
                </a:lnTo>
                <a:lnTo>
                  <a:pt x="3747326" y="939883"/>
                </a:lnTo>
                <a:cubicBezTo>
                  <a:pt x="3754660" y="936740"/>
                  <a:pt x="3761994" y="934073"/>
                  <a:pt x="3768281" y="928834"/>
                </a:cubicBezTo>
                <a:cubicBezTo>
                  <a:pt x="3773043" y="925691"/>
                  <a:pt x="3779330" y="918833"/>
                  <a:pt x="3783521" y="912641"/>
                </a:cubicBezTo>
                <a:cubicBezTo>
                  <a:pt x="3784568" y="909974"/>
                  <a:pt x="3787235" y="907974"/>
                  <a:pt x="3789807" y="905307"/>
                </a:cubicBezTo>
                <a:cubicBezTo>
                  <a:pt x="3792950" y="899021"/>
                  <a:pt x="3811810" y="864445"/>
                  <a:pt x="3798189" y="865016"/>
                </a:cubicBezTo>
                <a:cubicBezTo>
                  <a:pt x="3792474" y="865493"/>
                  <a:pt x="3786664" y="865016"/>
                  <a:pt x="3781425" y="863969"/>
                </a:cubicBezTo>
                <a:cubicBezTo>
                  <a:pt x="3775139" y="863492"/>
                  <a:pt x="3743706" y="865493"/>
                  <a:pt x="3740563" y="866064"/>
                </a:cubicBezTo>
                <a:lnTo>
                  <a:pt x="3736372" y="867112"/>
                </a:lnTo>
                <a:lnTo>
                  <a:pt x="3732657" y="872922"/>
                </a:lnTo>
                <a:cubicBezTo>
                  <a:pt x="3727990" y="881304"/>
                  <a:pt x="3712274" y="890734"/>
                  <a:pt x="3693890" y="895973"/>
                </a:cubicBezTo>
                <a:cubicBezTo>
                  <a:pt x="3684461" y="898640"/>
                  <a:pt x="3672935" y="899116"/>
                  <a:pt x="3663029" y="899116"/>
                </a:cubicBezTo>
                <a:lnTo>
                  <a:pt x="3658362" y="898068"/>
                </a:lnTo>
                <a:cubicBezTo>
                  <a:pt x="3654171" y="899116"/>
                  <a:pt x="3641027" y="892829"/>
                  <a:pt x="3637407" y="888638"/>
                </a:cubicBezTo>
                <a:lnTo>
                  <a:pt x="3630645" y="880828"/>
                </a:lnTo>
                <a:lnTo>
                  <a:pt x="3627501" y="877113"/>
                </a:lnTo>
                <a:lnTo>
                  <a:pt x="3624358" y="873494"/>
                </a:lnTo>
                <a:lnTo>
                  <a:pt x="3622262" y="869779"/>
                </a:lnTo>
                <a:lnTo>
                  <a:pt x="3620643" y="866636"/>
                </a:lnTo>
                <a:lnTo>
                  <a:pt x="3618548" y="860825"/>
                </a:lnTo>
                <a:cubicBezTo>
                  <a:pt x="3617500" y="855110"/>
                  <a:pt x="3615976" y="845585"/>
                  <a:pt x="3618071" y="839870"/>
                </a:cubicBezTo>
                <a:moveTo>
                  <a:pt x="3296888" y="939883"/>
                </a:moveTo>
                <a:lnTo>
                  <a:pt x="3274886" y="940359"/>
                </a:lnTo>
                <a:lnTo>
                  <a:pt x="3269647" y="940359"/>
                </a:lnTo>
                <a:lnTo>
                  <a:pt x="3270123" y="931501"/>
                </a:lnTo>
                <a:cubicBezTo>
                  <a:pt x="3274790" y="848252"/>
                  <a:pt x="3266504" y="764909"/>
                  <a:pt x="3264884" y="682136"/>
                </a:cubicBezTo>
                <a:cubicBezTo>
                  <a:pt x="3264408" y="662229"/>
                  <a:pt x="3265361" y="599936"/>
                  <a:pt x="3265932" y="595173"/>
                </a:cubicBezTo>
                <a:lnTo>
                  <a:pt x="3265932" y="587363"/>
                </a:lnTo>
                <a:lnTo>
                  <a:pt x="3271171" y="587363"/>
                </a:lnTo>
                <a:cubicBezTo>
                  <a:pt x="3287935" y="587934"/>
                  <a:pt x="3304699" y="587934"/>
                  <a:pt x="3321463" y="585743"/>
                </a:cubicBezTo>
                <a:cubicBezTo>
                  <a:pt x="3321463" y="595649"/>
                  <a:pt x="3321463" y="606222"/>
                  <a:pt x="3321939" y="616604"/>
                </a:cubicBezTo>
                <a:cubicBezTo>
                  <a:pt x="3321939" y="630225"/>
                  <a:pt x="3324035" y="696233"/>
                  <a:pt x="3325654" y="711950"/>
                </a:cubicBezTo>
                <a:cubicBezTo>
                  <a:pt x="3327178" y="727094"/>
                  <a:pt x="3328797" y="741858"/>
                  <a:pt x="3327749" y="757003"/>
                </a:cubicBezTo>
                <a:cubicBezTo>
                  <a:pt x="3327749" y="757574"/>
                  <a:pt x="3327749" y="759575"/>
                  <a:pt x="3328226" y="761194"/>
                </a:cubicBezTo>
                <a:lnTo>
                  <a:pt x="3329845" y="764337"/>
                </a:lnTo>
                <a:cubicBezTo>
                  <a:pt x="3328226" y="772243"/>
                  <a:pt x="3335560" y="777958"/>
                  <a:pt x="3343466" y="773767"/>
                </a:cubicBezTo>
                <a:cubicBezTo>
                  <a:pt x="3349752" y="770624"/>
                  <a:pt x="3353943" y="765956"/>
                  <a:pt x="3357086" y="762813"/>
                </a:cubicBezTo>
                <a:cubicBezTo>
                  <a:pt x="3381661" y="737667"/>
                  <a:pt x="3409950" y="716141"/>
                  <a:pt x="3433096" y="688423"/>
                </a:cubicBezTo>
                <a:lnTo>
                  <a:pt x="3438906" y="688423"/>
                </a:lnTo>
                <a:cubicBezTo>
                  <a:pt x="3440430" y="688423"/>
                  <a:pt x="3448336" y="687851"/>
                  <a:pt x="3455670" y="687375"/>
                </a:cubicBezTo>
                <a:lnTo>
                  <a:pt x="3466148" y="686804"/>
                </a:lnTo>
                <a:lnTo>
                  <a:pt x="3470815" y="686804"/>
                </a:lnTo>
                <a:cubicBezTo>
                  <a:pt x="3483959" y="687375"/>
                  <a:pt x="3493294" y="687851"/>
                  <a:pt x="3493294" y="687851"/>
                </a:cubicBezTo>
                <a:cubicBezTo>
                  <a:pt x="3486531" y="696233"/>
                  <a:pt x="3485483" y="696710"/>
                  <a:pt x="3475006" y="704044"/>
                </a:cubicBezTo>
                <a:cubicBezTo>
                  <a:pt x="3467672" y="713474"/>
                  <a:pt x="3457670" y="720808"/>
                  <a:pt x="3450431" y="730238"/>
                </a:cubicBezTo>
                <a:lnTo>
                  <a:pt x="3447860" y="731857"/>
                </a:lnTo>
                <a:lnTo>
                  <a:pt x="3444145" y="734429"/>
                </a:lnTo>
                <a:cubicBezTo>
                  <a:pt x="3432048" y="748049"/>
                  <a:pt x="3420047" y="761670"/>
                  <a:pt x="3409093" y="776339"/>
                </a:cubicBezTo>
                <a:cubicBezTo>
                  <a:pt x="3404902" y="782149"/>
                  <a:pt x="3409569" y="789483"/>
                  <a:pt x="3413760" y="794150"/>
                </a:cubicBezTo>
                <a:lnTo>
                  <a:pt x="3416332" y="796246"/>
                </a:lnTo>
                <a:cubicBezTo>
                  <a:pt x="3417380" y="797865"/>
                  <a:pt x="3417951" y="798913"/>
                  <a:pt x="3418904" y="799389"/>
                </a:cubicBezTo>
                <a:cubicBezTo>
                  <a:pt x="3419475" y="801485"/>
                  <a:pt x="3420523" y="803104"/>
                  <a:pt x="3422047" y="804628"/>
                </a:cubicBezTo>
                <a:lnTo>
                  <a:pt x="3424619" y="807771"/>
                </a:lnTo>
                <a:cubicBezTo>
                  <a:pt x="3430429" y="818249"/>
                  <a:pt x="3439287" y="827107"/>
                  <a:pt x="3446145" y="837108"/>
                </a:cubicBezTo>
                <a:cubicBezTo>
                  <a:pt x="3459766" y="859682"/>
                  <a:pt x="3475482" y="887972"/>
                  <a:pt x="3491770" y="908927"/>
                </a:cubicBezTo>
                <a:cubicBezTo>
                  <a:pt x="3494913" y="916261"/>
                  <a:pt x="3498056" y="924071"/>
                  <a:pt x="3503771" y="929882"/>
                </a:cubicBezTo>
                <a:cubicBezTo>
                  <a:pt x="3506915" y="935692"/>
                  <a:pt x="3509010" y="939883"/>
                  <a:pt x="3511677" y="943502"/>
                </a:cubicBezTo>
                <a:lnTo>
                  <a:pt x="3513773" y="946646"/>
                </a:lnTo>
                <a:lnTo>
                  <a:pt x="3507010" y="945598"/>
                </a:lnTo>
                <a:lnTo>
                  <a:pt x="3500723" y="945598"/>
                </a:lnTo>
                <a:cubicBezTo>
                  <a:pt x="3489770" y="946074"/>
                  <a:pt x="3477673" y="944550"/>
                  <a:pt x="3466624" y="944074"/>
                </a:cubicBezTo>
                <a:cubicBezTo>
                  <a:pt x="3459861" y="944074"/>
                  <a:pt x="3452527" y="942550"/>
                  <a:pt x="3446240" y="942550"/>
                </a:cubicBezTo>
                <a:cubicBezTo>
                  <a:pt x="3443669" y="942550"/>
                  <a:pt x="3440430" y="942550"/>
                  <a:pt x="3437858" y="943026"/>
                </a:cubicBezTo>
                <a:cubicBezTo>
                  <a:pt x="3436811" y="940359"/>
                  <a:pt x="3435763" y="938835"/>
                  <a:pt x="3435287" y="937216"/>
                </a:cubicBezTo>
                <a:lnTo>
                  <a:pt x="3432143" y="931977"/>
                </a:lnTo>
                <a:cubicBezTo>
                  <a:pt x="3430620" y="929405"/>
                  <a:pt x="3429572" y="927310"/>
                  <a:pt x="3429000" y="925214"/>
                </a:cubicBezTo>
                <a:cubicBezTo>
                  <a:pt x="3429000" y="922547"/>
                  <a:pt x="3427953" y="920452"/>
                  <a:pt x="3425857" y="918928"/>
                </a:cubicBezTo>
                <a:cubicBezTo>
                  <a:pt x="3423761" y="913118"/>
                  <a:pt x="3420047" y="907974"/>
                  <a:pt x="3416427" y="903212"/>
                </a:cubicBezTo>
                <a:cubicBezTo>
                  <a:pt x="3415951" y="901116"/>
                  <a:pt x="3414808" y="898544"/>
                  <a:pt x="3413284" y="896925"/>
                </a:cubicBezTo>
                <a:cubicBezTo>
                  <a:pt x="3412236" y="893782"/>
                  <a:pt x="3410712" y="890639"/>
                  <a:pt x="3408616" y="888543"/>
                </a:cubicBezTo>
                <a:cubicBezTo>
                  <a:pt x="3402806" y="878542"/>
                  <a:pt x="3394996" y="862349"/>
                  <a:pt x="3387662" y="855015"/>
                </a:cubicBezTo>
                <a:lnTo>
                  <a:pt x="3385090" y="851300"/>
                </a:lnTo>
                <a:cubicBezTo>
                  <a:pt x="3382995" y="848157"/>
                  <a:pt x="3380423" y="844442"/>
                  <a:pt x="3377756" y="841299"/>
                </a:cubicBezTo>
                <a:cubicBezTo>
                  <a:pt x="3368326" y="830822"/>
                  <a:pt x="3363659" y="827107"/>
                  <a:pt x="3352133" y="834441"/>
                </a:cubicBezTo>
                <a:cubicBezTo>
                  <a:pt x="3346895" y="838156"/>
                  <a:pt x="3342132" y="842252"/>
                  <a:pt x="3334798" y="847014"/>
                </a:cubicBezTo>
                <a:cubicBezTo>
                  <a:pt x="3330607" y="848062"/>
                  <a:pt x="3327464" y="852253"/>
                  <a:pt x="3328035" y="857015"/>
                </a:cubicBezTo>
                <a:cubicBezTo>
                  <a:pt x="3329559" y="877970"/>
                  <a:pt x="3329559" y="897878"/>
                  <a:pt x="3328035" y="918261"/>
                </a:cubicBezTo>
                <a:cubicBezTo>
                  <a:pt x="3328035" y="918737"/>
                  <a:pt x="3328035" y="920357"/>
                  <a:pt x="3327464" y="921976"/>
                </a:cubicBezTo>
                <a:lnTo>
                  <a:pt x="3327464" y="925119"/>
                </a:lnTo>
                <a:cubicBezTo>
                  <a:pt x="3326416" y="931406"/>
                  <a:pt x="3326416" y="936073"/>
                  <a:pt x="3326987" y="939788"/>
                </a:cubicBezTo>
                <a:lnTo>
                  <a:pt x="3297079" y="939788"/>
                </a:lnTo>
                <a:close/>
                <a:moveTo>
                  <a:pt x="3259170" y="943026"/>
                </a:moveTo>
                <a:cubicBezTo>
                  <a:pt x="3259646" y="947217"/>
                  <a:pt x="3260217" y="952932"/>
                  <a:pt x="3266504" y="950360"/>
                </a:cubicBezTo>
                <a:cubicBezTo>
                  <a:pt x="3266980" y="949789"/>
                  <a:pt x="3326225" y="949789"/>
                  <a:pt x="3327749" y="949789"/>
                </a:cubicBezTo>
                <a:cubicBezTo>
                  <a:pt x="3331369" y="949789"/>
                  <a:pt x="3337655" y="949789"/>
                  <a:pt x="3337179" y="944074"/>
                </a:cubicBezTo>
                <a:cubicBezTo>
                  <a:pt x="3336703" y="939311"/>
                  <a:pt x="3336131" y="934644"/>
                  <a:pt x="3337179" y="926262"/>
                </a:cubicBezTo>
                <a:lnTo>
                  <a:pt x="3337179" y="923690"/>
                </a:lnTo>
                <a:cubicBezTo>
                  <a:pt x="3337655" y="922166"/>
                  <a:pt x="3337655" y="919499"/>
                  <a:pt x="3337655" y="917404"/>
                </a:cubicBezTo>
                <a:cubicBezTo>
                  <a:pt x="3339274" y="898068"/>
                  <a:pt x="3339274" y="878161"/>
                  <a:pt x="3339274" y="856158"/>
                </a:cubicBezTo>
                <a:lnTo>
                  <a:pt x="3342418" y="854634"/>
                </a:lnTo>
                <a:cubicBezTo>
                  <a:pt x="3347657" y="851491"/>
                  <a:pt x="3352419" y="846824"/>
                  <a:pt x="3357658" y="843109"/>
                </a:cubicBezTo>
                <a:lnTo>
                  <a:pt x="3361373" y="840537"/>
                </a:lnTo>
                <a:cubicBezTo>
                  <a:pt x="3368135" y="844728"/>
                  <a:pt x="3372326" y="851491"/>
                  <a:pt x="3377089" y="857301"/>
                </a:cubicBezTo>
                <a:lnTo>
                  <a:pt x="3380232" y="862064"/>
                </a:lnTo>
                <a:cubicBezTo>
                  <a:pt x="3386519" y="867779"/>
                  <a:pt x="3395472" y="885590"/>
                  <a:pt x="3401187" y="895592"/>
                </a:cubicBezTo>
                <a:cubicBezTo>
                  <a:pt x="3402806" y="897211"/>
                  <a:pt x="3403759" y="899306"/>
                  <a:pt x="3405378" y="903497"/>
                </a:cubicBezTo>
                <a:cubicBezTo>
                  <a:pt x="3405693" y="903815"/>
                  <a:pt x="3406045" y="904704"/>
                  <a:pt x="3406426" y="906164"/>
                </a:cubicBezTo>
                <a:lnTo>
                  <a:pt x="3407474" y="908736"/>
                </a:lnTo>
                <a:cubicBezTo>
                  <a:pt x="3412141" y="914546"/>
                  <a:pt x="3415379" y="920261"/>
                  <a:pt x="3418999" y="926548"/>
                </a:cubicBezTo>
                <a:cubicBezTo>
                  <a:pt x="3419570" y="930739"/>
                  <a:pt x="3421666" y="934454"/>
                  <a:pt x="3423761" y="937597"/>
                </a:cubicBezTo>
                <a:lnTo>
                  <a:pt x="3426333" y="942836"/>
                </a:lnTo>
                <a:cubicBezTo>
                  <a:pt x="3429953" y="948551"/>
                  <a:pt x="3427857" y="952837"/>
                  <a:pt x="3436811" y="953313"/>
                </a:cubicBezTo>
                <a:cubicBezTo>
                  <a:pt x="3439382" y="953313"/>
                  <a:pt x="3443097" y="952837"/>
                  <a:pt x="3446240" y="952837"/>
                </a:cubicBezTo>
                <a:cubicBezTo>
                  <a:pt x="3452527" y="952837"/>
                  <a:pt x="3459385" y="954361"/>
                  <a:pt x="3466148" y="954361"/>
                </a:cubicBezTo>
                <a:cubicBezTo>
                  <a:pt x="3477673" y="954837"/>
                  <a:pt x="3490246" y="956456"/>
                  <a:pt x="3502819" y="956456"/>
                </a:cubicBezTo>
                <a:lnTo>
                  <a:pt x="3506438" y="955980"/>
                </a:lnTo>
                <a:cubicBezTo>
                  <a:pt x="3507010" y="955980"/>
                  <a:pt x="3516916" y="958552"/>
                  <a:pt x="3521107" y="955980"/>
                </a:cubicBezTo>
                <a:cubicBezTo>
                  <a:pt x="3525298" y="954456"/>
                  <a:pt x="3531584" y="951789"/>
                  <a:pt x="3526346" y="946550"/>
                </a:cubicBezTo>
                <a:cubicBezTo>
                  <a:pt x="3520535" y="940740"/>
                  <a:pt x="3515868" y="931882"/>
                  <a:pt x="3511106" y="923500"/>
                </a:cubicBezTo>
                <a:cubicBezTo>
                  <a:pt x="3506343" y="918833"/>
                  <a:pt x="3503200" y="910927"/>
                  <a:pt x="3500152" y="903593"/>
                </a:cubicBezTo>
                <a:cubicBezTo>
                  <a:pt x="3484436" y="884257"/>
                  <a:pt x="3467672" y="852729"/>
                  <a:pt x="3454527" y="832346"/>
                </a:cubicBezTo>
                <a:cubicBezTo>
                  <a:pt x="3448241" y="822344"/>
                  <a:pt x="3439287" y="813486"/>
                  <a:pt x="3433572" y="803009"/>
                </a:cubicBezTo>
                <a:lnTo>
                  <a:pt x="3431477" y="799865"/>
                </a:lnTo>
                <a:lnTo>
                  <a:pt x="3428905" y="797770"/>
                </a:lnTo>
                <a:cubicBezTo>
                  <a:pt x="3428905" y="797770"/>
                  <a:pt x="3428905" y="797198"/>
                  <a:pt x="3423666" y="789864"/>
                </a:cubicBezTo>
                <a:lnTo>
                  <a:pt x="3420999" y="787292"/>
                </a:lnTo>
                <a:cubicBezTo>
                  <a:pt x="3419475" y="785768"/>
                  <a:pt x="3418428" y="784149"/>
                  <a:pt x="3417380" y="782054"/>
                </a:cubicBezTo>
                <a:cubicBezTo>
                  <a:pt x="3427857" y="767861"/>
                  <a:pt x="3439382" y="755288"/>
                  <a:pt x="3450908" y="742239"/>
                </a:cubicBezTo>
                <a:cubicBezTo>
                  <a:pt x="3450908" y="742239"/>
                  <a:pt x="3453003" y="741191"/>
                  <a:pt x="3454622" y="739667"/>
                </a:cubicBezTo>
                <a:lnTo>
                  <a:pt x="3457766" y="737572"/>
                </a:lnTo>
                <a:cubicBezTo>
                  <a:pt x="3465100" y="728142"/>
                  <a:pt x="3475101" y="720808"/>
                  <a:pt x="3482340" y="711378"/>
                </a:cubicBezTo>
                <a:cubicBezTo>
                  <a:pt x="3492818" y="704044"/>
                  <a:pt x="3500723" y="695662"/>
                  <a:pt x="3508058" y="686804"/>
                </a:cubicBezTo>
                <a:lnTo>
                  <a:pt x="3508058" y="679946"/>
                </a:lnTo>
                <a:cubicBezTo>
                  <a:pt x="3509677" y="679946"/>
                  <a:pt x="3502819" y="679374"/>
                  <a:pt x="3503390" y="678898"/>
                </a:cubicBezTo>
                <a:cubicBezTo>
                  <a:pt x="3501295" y="678326"/>
                  <a:pt x="3498723" y="678326"/>
                  <a:pt x="3496628" y="678898"/>
                </a:cubicBezTo>
                <a:cubicBezTo>
                  <a:pt x="3487770" y="678326"/>
                  <a:pt x="3478816" y="676802"/>
                  <a:pt x="3469958" y="676802"/>
                </a:cubicBezTo>
                <a:lnTo>
                  <a:pt x="3465766" y="676802"/>
                </a:lnTo>
                <a:lnTo>
                  <a:pt x="3455289" y="677850"/>
                </a:lnTo>
                <a:cubicBezTo>
                  <a:pt x="3447955" y="678422"/>
                  <a:pt x="3440621" y="678898"/>
                  <a:pt x="3439097" y="678898"/>
                </a:cubicBezTo>
                <a:cubicBezTo>
                  <a:pt x="3433286" y="678898"/>
                  <a:pt x="3426524" y="676326"/>
                  <a:pt x="3424428" y="684137"/>
                </a:cubicBezTo>
                <a:cubicBezTo>
                  <a:pt x="3401854" y="710330"/>
                  <a:pt x="3374136" y="731285"/>
                  <a:pt x="3350514" y="755955"/>
                </a:cubicBezTo>
                <a:cubicBezTo>
                  <a:pt x="3347371" y="759098"/>
                  <a:pt x="3344228" y="762242"/>
                  <a:pt x="3340037" y="763289"/>
                </a:cubicBezTo>
                <a:lnTo>
                  <a:pt x="3337941" y="758527"/>
                </a:lnTo>
                <a:cubicBezTo>
                  <a:pt x="3338989" y="742811"/>
                  <a:pt x="3337465" y="727094"/>
                  <a:pt x="3335846" y="711378"/>
                </a:cubicBezTo>
                <a:cubicBezTo>
                  <a:pt x="3334322" y="695662"/>
                  <a:pt x="3332226" y="630701"/>
                  <a:pt x="3332226" y="617081"/>
                </a:cubicBezTo>
                <a:cubicBezTo>
                  <a:pt x="3331655" y="604508"/>
                  <a:pt x="3331655" y="591935"/>
                  <a:pt x="3331655" y="580409"/>
                </a:cubicBezTo>
                <a:cubicBezTo>
                  <a:pt x="3331655" y="577266"/>
                  <a:pt x="3329083" y="575171"/>
                  <a:pt x="3325940" y="575742"/>
                </a:cubicBezTo>
                <a:cubicBezTo>
                  <a:pt x="3304985" y="578885"/>
                  <a:pt x="3284506" y="576790"/>
                  <a:pt x="3264122" y="577838"/>
                </a:cubicBezTo>
                <a:cubicBezTo>
                  <a:pt x="3256788" y="578885"/>
                  <a:pt x="3256788" y="580505"/>
                  <a:pt x="3256312" y="587267"/>
                </a:cubicBezTo>
                <a:lnTo>
                  <a:pt x="3256312" y="595173"/>
                </a:lnTo>
                <a:cubicBezTo>
                  <a:pt x="3255836" y="599840"/>
                  <a:pt x="3254693" y="662705"/>
                  <a:pt x="3255264" y="682613"/>
                </a:cubicBezTo>
                <a:cubicBezTo>
                  <a:pt x="3256883" y="765385"/>
                  <a:pt x="3262598" y="848729"/>
                  <a:pt x="3259931" y="931406"/>
                </a:cubicBezTo>
                <a:lnTo>
                  <a:pt x="3259931" y="940264"/>
                </a:lnTo>
                <a:lnTo>
                  <a:pt x="3259455" y="943407"/>
                </a:lnTo>
                <a:close/>
                <a:moveTo>
                  <a:pt x="2845308" y="943026"/>
                </a:moveTo>
                <a:cubicBezTo>
                  <a:pt x="2825401" y="941978"/>
                  <a:pt x="2804922" y="940359"/>
                  <a:pt x="2785586" y="944550"/>
                </a:cubicBezTo>
                <a:cubicBezTo>
                  <a:pt x="2786634" y="935692"/>
                  <a:pt x="2787682" y="921023"/>
                  <a:pt x="2787206" y="914165"/>
                </a:cubicBezTo>
                <a:cubicBezTo>
                  <a:pt x="2786729" y="905307"/>
                  <a:pt x="2788253" y="774338"/>
                  <a:pt x="2788253" y="769576"/>
                </a:cubicBezTo>
                <a:cubicBezTo>
                  <a:pt x="2785110" y="754907"/>
                  <a:pt x="2781491" y="701472"/>
                  <a:pt x="2785110" y="687851"/>
                </a:cubicBezTo>
                <a:lnTo>
                  <a:pt x="2790920" y="687851"/>
                </a:lnTo>
                <a:cubicBezTo>
                  <a:pt x="2793016" y="687851"/>
                  <a:pt x="2795588" y="687280"/>
                  <a:pt x="2797683" y="687280"/>
                </a:cubicBezTo>
                <a:cubicBezTo>
                  <a:pt x="2801303" y="686708"/>
                  <a:pt x="2805494" y="687280"/>
                  <a:pt x="2810256" y="686708"/>
                </a:cubicBezTo>
                <a:cubicBezTo>
                  <a:pt x="2820734" y="685184"/>
                  <a:pt x="2832259" y="683089"/>
                  <a:pt x="2842736" y="683565"/>
                </a:cubicBezTo>
                <a:cubicBezTo>
                  <a:pt x="2843308" y="692519"/>
                  <a:pt x="2841689" y="700901"/>
                  <a:pt x="2842260" y="709759"/>
                </a:cubicBezTo>
                <a:cubicBezTo>
                  <a:pt x="2843308" y="713950"/>
                  <a:pt x="2847499" y="715569"/>
                  <a:pt x="2851118" y="715569"/>
                </a:cubicBezTo>
                <a:cubicBezTo>
                  <a:pt x="2853690" y="716141"/>
                  <a:pt x="2855786" y="715569"/>
                  <a:pt x="2856929" y="715569"/>
                </a:cubicBezTo>
                <a:cubicBezTo>
                  <a:pt x="2862739" y="713950"/>
                  <a:pt x="2865787" y="709759"/>
                  <a:pt x="2867406" y="707187"/>
                </a:cubicBezTo>
                <a:lnTo>
                  <a:pt x="2870549" y="702996"/>
                </a:lnTo>
                <a:lnTo>
                  <a:pt x="2876360" y="698805"/>
                </a:lnTo>
                <a:lnTo>
                  <a:pt x="2882074" y="695662"/>
                </a:lnTo>
                <a:lnTo>
                  <a:pt x="2885218" y="693566"/>
                </a:lnTo>
                <a:cubicBezTo>
                  <a:pt x="2886266" y="692519"/>
                  <a:pt x="2889409" y="690995"/>
                  <a:pt x="2893028" y="689375"/>
                </a:cubicBezTo>
                <a:lnTo>
                  <a:pt x="2900934" y="686232"/>
                </a:lnTo>
                <a:lnTo>
                  <a:pt x="2905125" y="684613"/>
                </a:lnTo>
                <a:lnTo>
                  <a:pt x="2909792" y="682517"/>
                </a:lnTo>
                <a:cubicBezTo>
                  <a:pt x="2911412" y="681946"/>
                  <a:pt x="2912364" y="681470"/>
                  <a:pt x="2913983" y="680422"/>
                </a:cubicBezTo>
                <a:cubicBezTo>
                  <a:pt x="2944845" y="674707"/>
                  <a:pt x="2979515" y="684137"/>
                  <a:pt x="2994660" y="704520"/>
                </a:cubicBezTo>
                <a:cubicBezTo>
                  <a:pt x="2996756" y="707663"/>
                  <a:pt x="2997232" y="709283"/>
                  <a:pt x="2999328" y="712902"/>
                </a:cubicBezTo>
                <a:cubicBezTo>
                  <a:pt x="3000947" y="718141"/>
                  <a:pt x="3004566" y="722903"/>
                  <a:pt x="3010281" y="721856"/>
                </a:cubicBezTo>
                <a:cubicBezTo>
                  <a:pt x="3015520" y="720808"/>
                  <a:pt x="3024473" y="711854"/>
                  <a:pt x="3032855" y="708711"/>
                </a:cubicBezTo>
                <a:cubicBezTo>
                  <a:pt x="3036475" y="706139"/>
                  <a:pt x="3039142" y="703949"/>
                  <a:pt x="3042761" y="700805"/>
                </a:cubicBezTo>
                <a:lnTo>
                  <a:pt x="3045333" y="699758"/>
                </a:lnTo>
                <a:lnTo>
                  <a:pt x="3053239" y="696138"/>
                </a:lnTo>
                <a:lnTo>
                  <a:pt x="3064764" y="690899"/>
                </a:lnTo>
                <a:cubicBezTo>
                  <a:pt x="3081528" y="683565"/>
                  <a:pt x="3108293" y="683565"/>
                  <a:pt x="3129248" y="688804"/>
                </a:cubicBezTo>
                <a:cubicBezTo>
                  <a:pt x="3143917" y="698234"/>
                  <a:pt x="3155442" y="710807"/>
                  <a:pt x="3164872" y="726999"/>
                </a:cubicBezTo>
                <a:lnTo>
                  <a:pt x="3166491" y="730714"/>
                </a:lnTo>
                <a:cubicBezTo>
                  <a:pt x="3167539" y="732333"/>
                  <a:pt x="3168587" y="735476"/>
                  <a:pt x="3170111" y="737572"/>
                </a:cubicBezTo>
                <a:cubicBezTo>
                  <a:pt x="3171730" y="747002"/>
                  <a:pt x="3174302" y="756908"/>
                  <a:pt x="3175349" y="766337"/>
                </a:cubicBezTo>
                <a:lnTo>
                  <a:pt x="3175349" y="770052"/>
                </a:lnTo>
                <a:cubicBezTo>
                  <a:pt x="3175349" y="772148"/>
                  <a:pt x="3174873" y="774243"/>
                  <a:pt x="3175349" y="776910"/>
                </a:cubicBezTo>
                <a:cubicBezTo>
                  <a:pt x="3175826" y="778529"/>
                  <a:pt x="3176397" y="780053"/>
                  <a:pt x="3176969" y="783768"/>
                </a:cubicBezTo>
                <a:cubicBezTo>
                  <a:pt x="3178016" y="788531"/>
                  <a:pt x="3178016" y="793769"/>
                  <a:pt x="3178493" y="798437"/>
                </a:cubicBezTo>
                <a:cubicBezTo>
                  <a:pt x="3178493" y="803675"/>
                  <a:pt x="3178969" y="809390"/>
                  <a:pt x="3179540" y="814629"/>
                </a:cubicBezTo>
                <a:cubicBezTo>
                  <a:pt x="3180016" y="821963"/>
                  <a:pt x="3179540" y="830822"/>
                  <a:pt x="3180588" y="837680"/>
                </a:cubicBezTo>
                <a:cubicBezTo>
                  <a:pt x="3181064" y="844538"/>
                  <a:pt x="3180112" y="876446"/>
                  <a:pt x="3180588" y="882257"/>
                </a:cubicBezTo>
                <a:cubicBezTo>
                  <a:pt x="3180588" y="891210"/>
                  <a:pt x="3181636" y="900545"/>
                  <a:pt x="3181636" y="908450"/>
                </a:cubicBezTo>
                <a:cubicBezTo>
                  <a:pt x="3181636" y="909974"/>
                  <a:pt x="3182684" y="931501"/>
                  <a:pt x="3182684" y="933596"/>
                </a:cubicBezTo>
                <a:lnTo>
                  <a:pt x="3183731" y="940931"/>
                </a:lnTo>
                <a:lnTo>
                  <a:pt x="3180588" y="940359"/>
                </a:lnTo>
                <a:cubicBezTo>
                  <a:pt x="3178969" y="940359"/>
                  <a:pt x="3126105" y="940931"/>
                  <a:pt x="3122962" y="941407"/>
                </a:cubicBezTo>
                <a:lnTo>
                  <a:pt x="3119819" y="941407"/>
                </a:lnTo>
                <a:cubicBezTo>
                  <a:pt x="3119819" y="940931"/>
                  <a:pt x="3120390" y="939883"/>
                  <a:pt x="3120390" y="937216"/>
                </a:cubicBezTo>
                <a:cubicBezTo>
                  <a:pt x="3121438" y="908927"/>
                  <a:pt x="3121438" y="881209"/>
                  <a:pt x="3120866" y="857587"/>
                </a:cubicBezTo>
                <a:cubicBezTo>
                  <a:pt x="3125057" y="838727"/>
                  <a:pt x="3118295" y="753860"/>
                  <a:pt x="3094673" y="738143"/>
                </a:cubicBezTo>
                <a:cubicBezTo>
                  <a:pt x="3082099" y="726618"/>
                  <a:pt x="3065907" y="730238"/>
                  <a:pt x="3052191" y="736048"/>
                </a:cubicBezTo>
                <a:cubicBezTo>
                  <a:pt x="3017139" y="751193"/>
                  <a:pt x="3016568" y="773767"/>
                  <a:pt x="3008186" y="807295"/>
                </a:cubicBezTo>
                <a:cubicBezTo>
                  <a:pt x="3007138" y="811010"/>
                  <a:pt x="3007138" y="915213"/>
                  <a:pt x="3007709" y="918356"/>
                </a:cubicBezTo>
                <a:lnTo>
                  <a:pt x="3007709" y="923024"/>
                </a:lnTo>
                <a:cubicBezTo>
                  <a:pt x="3008186" y="930358"/>
                  <a:pt x="3009329" y="938264"/>
                  <a:pt x="3009805" y="945598"/>
                </a:cubicBezTo>
                <a:lnTo>
                  <a:pt x="3006662" y="947693"/>
                </a:lnTo>
                <a:lnTo>
                  <a:pt x="3003995" y="947693"/>
                </a:lnTo>
                <a:lnTo>
                  <a:pt x="2998280" y="947217"/>
                </a:lnTo>
                <a:cubicBezTo>
                  <a:pt x="2985135" y="947217"/>
                  <a:pt x="2972562" y="947693"/>
                  <a:pt x="2959513" y="947693"/>
                </a:cubicBezTo>
                <a:lnTo>
                  <a:pt x="2954274" y="948170"/>
                </a:lnTo>
                <a:cubicBezTo>
                  <a:pt x="2953226" y="940835"/>
                  <a:pt x="2952655" y="933501"/>
                  <a:pt x="2952655" y="926738"/>
                </a:cubicBezTo>
                <a:cubicBezTo>
                  <a:pt x="2952655" y="925691"/>
                  <a:pt x="2953131" y="924643"/>
                  <a:pt x="2953131" y="923024"/>
                </a:cubicBezTo>
                <a:cubicBezTo>
                  <a:pt x="2952655" y="917213"/>
                  <a:pt x="2953607" y="884257"/>
                  <a:pt x="2954750" y="851300"/>
                </a:cubicBezTo>
                <a:cubicBezTo>
                  <a:pt x="2955798" y="818820"/>
                  <a:pt x="2956274" y="785768"/>
                  <a:pt x="2955798" y="781673"/>
                </a:cubicBezTo>
                <a:cubicBezTo>
                  <a:pt x="2954750" y="775386"/>
                  <a:pt x="2954274" y="769576"/>
                  <a:pt x="2953703" y="764909"/>
                </a:cubicBezTo>
                <a:cubicBezTo>
                  <a:pt x="2950559" y="756050"/>
                  <a:pt x="2947988" y="751764"/>
                  <a:pt x="2943225" y="745001"/>
                </a:cubicBezTo>
                <a:cubicBezTo>
                  <a:pt x="2931700" y="731381"/>
                  <a:pt x="2909697" y="731381"/>
                  <a:pt x="2897124" y="732428"/>
                </a:cubicBezTo>
                <a:cubicBezTo>
                  <a:pt x="2875121" y="733476"/>
                  <a:pt x="2864168" y="747097"/>
                  <a:pt x="2852071" y="763861"/>
                </a:cubicBezTo>
                <a:cubicBezTo>
                  <a:pt x="2846261" y="777005"/>
                  <a:pt x="2844737" y="792150"/>
                  <a:pt x="2844165" y="806247"/>
                </a:cubicBezTo>
                <a:cubicBezTo>
                  <a:pt x="2844165" y="820439"/>
                  <a:pt x="2843689" y="908355"/>
                  <a:pt x="2844165" y="918833"/>
                </a:cubicBezTo>
                <a:cubicBezTo>
                  <a:pt x="2844641" y="925691"/>
                  <a:pt x="2844641" y="934549"/>
                  <a:pt x="2845213" y="942931"/>
                </a:cubicBezTo>
                <a:moveTo>
                  <a:pt x="3011234" y="956552"/>
                </a:moveTo>
                <a:cubicBezTo>
                  <a:pt x="3014853" y="958076"/>
                  <a:pt x="3020663" y="958647"/>
                  <a:pt x="3020092" y="952361"/>
                </a:cubicBezTo>
                <a:cubicBezTo>
                  <a:pt x="3020092" y="942931"/>
                  <a:pt x="3017996" y="932453"/>
                  <a:pt x="3017520" y="922452"/>
                </a:cubicBezTo>
                <a:lnTo>
                  <a:pt x="3017520" y="918737"/>
                </a:lnTo>
                <a:cubicBezTo>
                  <a:pt x="3017520" y="917213"/>
                  <a:pt x="3017520" y="916166"/>
                  <a:pt x="3016949" y="914070"/>
                </a:cubicBezTo>
                <a:cubicBezTo>
                  <a:pt x="3016949" y="914070"/>
                  <a:pt x="3016949" y="811962"/>
                  <a:pt x="3017996" y="809295"/>
                </a:cubicBezTo>
                <a:cubicBezTo>
                  <a:pt x="3022664" y="790436"/>
                  <a:pt x="3026378" y="759003"/>
                  <a:pt x="3046762" y="749573"/>
                </a:cubicBezTo>
                <a:cubicBezTo>
                  <a:pt x="3058287" y="743763"/>
                  <a:pt x="3075051" y="734905"/>
                  <a:pt x="3087053" y="744811"/>
                </a:cubicBezTo>
                <a:lnTo>
                  <a:pt x="3090767" y="748526"/>
                </a:lnTo>
                <a:cubicBezTo>
                  <a:pt x="3106007" y="756336"/>
                  <a:pt x="3115342" y="837584"/>
                  <a:pt x="3110674" y="856920"/>
                </a:cubicBezTo>
                <a:cubicBezTo>
                  <a:pt x="3111246" y="879971"/>
                  <a:pt x="3111246" y="907784"/>
                  <a:pt x="3110198" y="933406"/>
                </a:cubicBezTo>
                <a:cubicBezTo>
                  <a:pt x="3110198" y="935025"/>
                  <a:pt x="3109722" y="936549"/>
                  <a:pt x="3109722" y="939216"/>
                </a:cubicBezTo>
                <a:cubicBezTo>
                  <a:pt x="3109722" y="939788"/>
                  <a:pt x="3109246" y="941312"/>
                  <a:pt x="3107627" y="943407"/>
                </a:cubicBezTo>
                <a:cubicBezTo>
                  <a:pt x="3101340" y="953408"/>
                  <a:pt x="3120199" y="951218"/>
                  <a:pt x="3123819" y="951218"/>
                </a:cubicBezTo>
                <a:cubicBezTo>
                  <a:pt x="3126962" y="950741"/>
                  <a:pt x="3177826" y="950170"/>
                  <a:pt x="3179350" y="950170"/>
                </a:cubicBezTo>
                <a:cubicBezTo>
                  <a:pt x="3184589" y="950741"/>
                  <a:pt x="3190304" y="954361"/>
                  <a:pt x="3193447" y="947027"/>
                </a:cubicBezTo>
                <a:cubicBezTo>
                  <a:pt x="3193923" y="945979"/>
                  <a:pt x="3193923" y="944360"/>
                  <a:pt x="3193923" y="942836"/>
                </a:cubicBezTo>
                <a:lnTo>
                  <a:pt x="3193447" y="937597"/>
                </a:lnTo>
                <a:lnTo>
                  <a:pt x="3192399" y="932358"/>
                </a:lnTo>
                <a:cubicBezTo>
                  <a:pt x="3192399" y="930263"/>
                  <a:pt x="3191351" y="909784"/>
                  <a:pt x="3191351" y="908260"/>
                </a:cubicBezTo>
                <a:cubicBezTo>
                  <a:pt x="3191351" y="900449"/>
                  <a:pt x="3190304" y="890448"/>
                  <a:pt x="3190304" y="881590"/>
                </a:cubicBezTo>
                <a:cubicBezTo>
                  <a:pt x="3189828" y="875875"/>
                  <a:pt x="3190780" y="842347"/>
                  <a:pt x="3190304" y="836060"/>
                </a:cubicBezTo>
                <a:cubicBezTo>
                  <a:pt x="3189256" y="829774"/>
                  <a:pt x="3189828" y="820820"/>
                  <a:pt x="3189256" y="814058"/>
                </a:cubicBezTo>
                <a:cubicBezTo>
                  <a:pt x="3188780" y="808343"/>
                  <a:pt x="3188208" y="802532"/>
                  <a:pt x="3188208" y="797294"/>
                </a:cubicBezTo>
                <a:cubicBezTo>
                  <a:pt x="3187732" y="792055"/>
                  <a:pt x="3187732" y="786816"/>
                  <a:pt x="3186589" y="781577"/>
                </a:cubicBezTo>
                <a:lnTo>
                  <a:pt x="3186113" y="778434"/>
                </a:lnTo>
                <a:cubicBezTo>
                  <a:pt x="3185636" y="777386"/>
                  <a:pt x="3185636" y="776339"/>
                  <a:pt x="3185065" y="774719"/>
                </a:cubicBezTo>
                <a:lnTo>
                  <a:pt x="3185065" y="765861"/>
                </a:lnTo>
                <a:cubicBezTo>
                  <a:pt x="3184017" y="755384"/>
                  <a:pt x="3181445" y="744906"/>
                  <a:pt x="3179826" y="734429"/>
                </a:cubicBezTo>
                <a:cubicBezTo>
                  <a:pt x="3179350" y="732333"/>
                  <a:pt x="3176111" y="728714"/>
                  <a:pt x="3175635" y="726618"/>
                </a:cubicBezTo>
                <a:lnTo>
                  <a:pt x="3173063" y="720808"/>
                </a:lnTo>
                <a:cubicBezTo>
                  <a:pt x="3163062" y="704044"/>
                  <a:pt x="3150584" y="690423"/>
                  <a:pt x="3132201" y="678898"/>
                </a:cubicBezTo>
                <a:cubicBezTo>
                  <a:pt x="3110198" y="673659"/>
                  <a:pt x="3080290" y="673183"/>
                  <a:pt x="3060383" y="681470"/>
                </a:cubicBezTo>
                <a:lnTo>
                  <a:pt x="3048857" y="686708"/>
                </a:lnTo>
                <a:lnTo>
                  <a:pt x="3040475" y="690899"/>
                </a:lnTo>
                <a:lnTo>
                  <a:pt x="3037332" y="692519"/>
                </a:lnTo>
                <a:cubicBezTo>
                  <a:pt x="3033617" y="694043"/>
                  <a:pt x="3031046" y="697757"/>
                  <a:pt x="3027331" y="699853"/>
                </a:cubicBezTo>
                <a:cubicBezTo>
                  <a:pt x="3020568" y="702996"/>
                  <a:pt x="3014186" y="706711"/>
                  <a:pt x="3007900" y="708806"/>
                </a:cubicBezTo>
                <a:lnTo>
                  <a:pt x="3006852" y="706235"/>
                </a:lnTo>
                <a:cubicBezTo>
                  <a:pt x="3005804" y="704615"/>
                  <a:pt x="3005233" y="702520"/>
                  <a:pt x="3002661" y="698329"/>
                </a:cubicBezTo>
                <a:cubicBezTo>
                  <a:pt x="2984278" y="673659"/>
                  <a:pt x="2943987" y="664229"/>
                  <a:pt x="2908840" y="671564"/>
                </a:cubicBezTo>
                <a:cubicBezTo>
                  <a:pt x="2907792" y="672135"/>
                  <a:pt x="2906745" y="672611"/>
                  <a:pt x="2905697" y="673183"/>
                </a:cubicBezTo>
                <a:lnTo>
                  <a:pt x="2900458" y="675278"/>
                </a:lnTo>
                <a:lnTo>
                  <a:pt x="2896267" y="677374"/>
                </a:lnTo>
                <a:lnTo>
                  <a:pt x="2888933" y="680517"/>
                </a:lnTo>
                <a:cubicBezTo>
                  <a:pt x="2885218" y="681565"/>
                  <a:pt x="2880074" y="684232"/>
                  <a:pt x="2875788" y="686804"/>
                </a:cubicBezTo>
                <a:lnTo>
                  <a:pt x="2869978" y="690518"/>
                </a:lnTo>
                <a:cubicBezTo>
                  <a:pt x="2867882" y="692138"/>
                  <a:pt x="2865787" y="693662"/>
                  <a:pt x="2864168" y="694709"/>
                </a:cubicBezTo>
                <a:lnTo>
                  <a:pt x="2861596" y="696805"/>
                </a:lnTo>
                <a:cubicBezTo>
                  <a:pt x="2861120" y="697376"/>
                  <a:pt x="2860072" y="698424"/>
                  <a:pt x="2859500" y="699472"/>
                </a:cubicBezTo>
                <a:lnTo>
                  <a:pt x="2857976" y="702615"/>
                </a:lnTo>
                <a:cubicBezTo>
                  <a:pt x="2856929" y="704139"/>
                  <a:pt x="2855881" y="705187"/>
                  <a:pt x="2854262" y="705758"/>
                </a:cubicBezTo>
                <a:lnTo>
                  <a:pt x="2851690" y="705758"/>
                </a:lnTo>
                <a:cubicBezTo>
                  <a:pt x="2851690" y="696805"/>
                  <a:pt x="2853785" y="687375"/>
                  <a:pt x="2851690" y="678517"/>
                </a:cubicBezTo>
                <a:cubicBezTo>
                  <a:pt x="2849595" y="669087"/>
                  <a:pt x="2812923" y="676421"/>
                  <a:pt x="2808732" y="676993"/>
                </a:cubicBezTo>
                <a:cubicBezTo>
                  <a:pt x="2804065" y="677469"/>
                  <a:pt x="2799303" y="676993"/>
                  <a:pt x="2795588" y="677469"/>
                </a:cubicBezTo>
                <a:lnTo>
                  <a:pt x="2784634" y="677469"/>
                </a:lnTo>
                <a:cubicBezTo>
                  <a:pt x="2781491" y="678041"/>
                  <a:pt x="2775776" y="678041"/>
                  <a:pt x="2774156" y="681660"/>
                </a:cubicBezTo>
                <a:cubicBezTo>
                  <a:pt x="2769965" y="692138"/>
                  <a:pt x="2774633" y="755003"/>
                  <a:pt x="2777871" y="771290"/>
                </a:cubicBezTo>
                <a:cubicBezTo>
                  <a:pt x="2777871" y="780720"/>
                  <a:pt x="2775776" y="905879"/>
                  <a:pt x="2776823" y="914832"/>
                </a:cubicBezTo>
                <a:cubicBezTo>
                  <a:pt x="2777395" y="923690"/>
                  <a:pt x="2775299" y="944645"/>
                  <a:pt x="2774252" y="947789"/>
                </a:cubicBezTo>
                <a:cubicBezTo>
                  <a:pt x="2771680" y="955694"/>
                  <a:pt x="2781586" y="954551"/>
                  <a:pt x="2786348" y="954551"/>
                </a:cubicBezTo>
                <a:cubicBezTo>
                  <a:pt x="2806256" y="950360"/>
                  <a:pt x="2829878" y="951980"/>
                  <a:pt x="2849690" y="953504"/>
                </a:cubicBezTo>
                <a:cubicBezTo>
                  <a:pt x="2855405" y="954075"/>
                  <a:pt x="2855976" y="948265"/>
                  <a:pt x="2855405" y="944645"/>
                </a:cubicBezTo>
                <a:cubicBezTo>
                  <a:pt x="2854357" y="935787"/>
                  <a:pt x="2854357" y="925786"/>
                  <a:pt x="2853881" y="918452"/>
                </a:cubicBezTo>
                <a:cubicBezTo>
                  <a:pt x="2853309" y="907974"/>
                  <a:pt x="2853881" y="820535"/>
                  <a:pt x="2854357" y="806342"/>
                </a:cubicBezTo>
                <a:cubicBezTo>
                  <a:pt x="2854357" y="792722"/>
                  <a:pt x="2855976" y="779101"/>
                  <a:pt x="2860643" y="768147"/>
                </a:cubicBezTo>
                <a:cubicBezTo>
                  <a:pt x="2870549" y="755003"/>
                  <a:pt x="2878931" y="743477"/>
                  <a:pt x="2897315" y="742525"/>
                </a:cubicBezTo>
                <a:cubicBezTo>
                  <a:pt x="2910459" y="741477"/>
                  <a:pt x="2927128" y="742525"/>
                  <a:pt x="2935510" y="751383"/>
                </a:cubicBezTo>
                <a:cubicBezTo>
                  <a:pt x="2939224" y="757098"/>
                  <a:pt x="2940749" y="760813"/>
                  <a:pt x="2943892" y="767576"/>
                </a:cubicBezTo>
                <a:cubicBezTo>
                  <a:pt x="2943892" y="771290"/>
                  <a:pt x="2944368" y="776434"/>
                  <a:pt x="2945511" y="783292"/>
                </a:cubicBezTo>
                <a:cubicBezTo>
                  <a:pt x="2945987" y="785864"/>
                  <a:pt x="2944940" y="817868"/>
                  <a:pt x="2944463" y="850919"/>
                </a:cubicBezTo>
                <a:cubicBezTo>
                  <a:pt x="2943416" y="884447"/>
                  <a:pt x="2942368" y="917975"/>
                  <a:pt x="2942368" y="923690"/>
                </a:cubicBezTo>
                <a:cubicBezTo>
                  <a:pt x="2940272" y="926834"/>
                  <a:pt x="2943987" y="949408"/>
                  <a:pt x="2943987" y="953027"/>
                </a:cubicBezTo>
                <a:cubicBezTo>
                  <a:pt x="2944463" y="958266"/>
                  <a:pt x="2950750" y="958266"/>
                  <a:pt x="2953988" y="958266"/>
                </a:cubicBezTo>
                <a:lnTo>
                  <a:pt x="2959703" y="957790"/>
                </a:lnTo>
                <a:cubicBezTo>
                  <a:pt x="2972276" y="957790"/>
                  <a:pt x="2984849" y="957218"/>
                  <a:pt x="2997422" y="957218"/>
                </a:cubicBezTo>
                <a:lnTo>
                  <a:pt x="3004280" y="957790"/>
                </a:lnTo>
                <a:lnTo>
                  <a:pt x="3007424" y="957790"/>
                </a:lnTo>
                <a:cubicBezTo>
                  <a:pt x="3007900" y="957790"/>
                  <a:pt x="3009043" y="957790"/>
                  <a:pt x="3011138" y="956742"/>
                </a:cubicBezTo>
                <a:moveTo>
                  <a:pt x="2553272" y="843109"/>
                </a:moveTo>
                <a:cubicBezTo>
                  <a:pt x="2551653" y="843680"/>
                  <a:pt x="2549557" y="844157"/>
                  <a:pt x="2548033" y="845204"/>
                </a:cubicBezTo>
                <a:cubicBezTo>
                  <a:pt x="2545937" y="846252"/>
                  <a:pt x="2544890" y="847300"/>
                  <a:pt x="2541746" y="849395"/>
                </a:cubicBezTo>
                <a:lnTo>
                  <a:pt x="2537079" y="852062"/>
                </a:lnTo>
                <a:cubicBezTo>
                  <a:pt x="2524982" y="863016"/>
                  <a:pt x="2524982" y="881876"/>
                  <a:pt x="2530793" y="896544"/>
                </a:cubicBezTo>
                <a:lnTo>
                  <a:pt x="2532888" y="899211"/>
                </a:lnTo>
                <a:cubicBezTo>
                  <a:pt x="2545461" y="915975"/>
                  <a:pt x="2563273" y="919595"/>
                  <a:pt x="2580037" y="921214"/>
                </a:cubicBezTo>
                <a:cubicBezTo>
                  <a:pt x="2588895" y="922262"/>
                  <a:pt x="2601563" y="914927"/>
                  <a:pt x="2609374" y="910736"/>
                </a:cubicBezTo>
                <a:cubicBezTo>
                  <a:pt x="2614041" y="908069"/>
                  <a:pt x="2618804" y="906545"/>
                  <a:pt x="2622518" y="902831"/>
                </a:cubicBezTo>
                <a:cubicBezTo>
                  <a:pt x="2632996" y="893401"/>
                  <a:pt x="2636615" y="877208"/>
                  <a:pt x="2639282" y="864064"/>
                </a:cubicBezTo>
                <a:cubicBezTo>
                  <a:pt x="2642426" y="853586"/>
                  <a:pt x="2640902" y="842061"/>
                  <a:pt x="2639854" y="831584"/>
                </a:cubicBezTo>
                <a:cubicBezTo>
                  <a:pt x="2639282" y="827869"/>
                  <a:pt x="2637758" y="821582"/>
                  <a:pt x="2632996" y="821582"/>
                </a:cubicBezTo>
                <a:lnTo>
                  <a:pt x="2630424" y="822154"/>
                </a:lnTo>
                <a:lnTo>
                  <a:pt x="2626805" y="822630"/>
                </a:lnTo>
                <a:lnTo>
                  <a:pt x="2614708" y="825297"/>
                </a:lnTo>
                <a:cubicBezTo>
                  <a:pt x="2605849" y="827393"/>
                  <a:pt x="2595848" y="829488"/>
                  <a:pt x="2592229" y="830536"/>
                </a:cubicBezTo>
                <a:lnTo>
                  <a:pt x="2578037" y="834155"/>
                </a:lnTo>
                <a:lnTo>
                  <a:pt x="2568131" y="837299"/>
                </a:lnTo>
                <a:lnTo>
                  <a:pt x="2564416" y="838346"/>
                </a:lnTo>
                <a:cubicBezTo>
                  <a:pt x="2561844" y="839394"/>
                  <a:pt x="2560225" y="840918"/>
                  <a:pt x="2557653" y="842061"/>
                </a:cubicBezTo>
                <a:lnTo>
                  <a:pt x="2553462" y="843109"/>
                </a:lnTo>
                <a:close/>
                <a:moveTo>
                  <a:pt x="2629757" y="832631"/>
                </a:moveTo>
                <a:cubicBezTo>
                  <a:pt x="2630805" y="842061"/>
                  <a:pt x="2632329" y="852062"/>
                  <a:pt x="2629757" y="861968"/>
                </a:cubicBezTo>
                <a:cubicBezTo>
                  <a:pt x="2627186" y="872446"/>
                  <a:pt x="2623947" y="887591"/>
                  <a:pt x="2615660" y="895496"/>
                </a:cubicBezTo>
                <a:cubicBezTo>
                  <a:pt x="2612517" y="898640"/>
                  <a:pt x="2608326" y="899687"/>
                  <a:pt x="2604611" y="901783"/>
                </a:cubicBezTo>
                <a:cubicBezTo>
                  <a:pt x="2598325" y="904926"/>
                  <a:pt x="2592610" y="908546"/>
                  <a:pt x="2585752" y="910641"/>
                </a:cubicBezTo>
                <a:cubicBezTo>
                  <a:pt x="2571560" y="914832"/>
                  <a:pt x="2549081" y="904355"/>
                  <a:pt x="2539079" y="890734"/>
                </a:cubicBezTo>
                <a:cubicBezTo>
                  <a:pt x="2534888" y="879780"/>
                  <a:pt x="2536984" y="865588"/>
                  <a:pt x="2544318" y="859301"/>
                </a:cubicBezTo>
                <a:lnTo>
                  <a:pt x="2546890" y="857777"/>
                </a:lnTo>
                <a:lnTo>
                  <a:pt x="2550033" y="856253"/>
                </a:lnTo>
                <a:lnTo>
                  <a:pt x="2552129" y="854158"/>
                </a:lnTo>
                <a:cubicBezTo>
                  <a:pt x="2553176" y="853682"/>
                  <a:pt x="2554796" y="853110"/>
                  <a:pt x="2555843" y="852634"/>
                </a:cubicBezTo>
                <a:lnTo>
                  <a:pt x="2560034" y="851586"/>
                </a:lnTo>
                <a:cubicBezTo>
                  <a:pt x="2562606" y="850538"/>
                  <a:pt x="2565845" y="850062"/>
                  <a:pt x="2567940" y="847871"/>
                </a:cubicBezTo>
                <a:lnTo>
                  <a:pt x="2571083" y="846824"/>
                </a:lnTo>
                <a:lnTo>
                  <a:pt x="2580513" y="844157"/>
                </a:lnTo>
                <a:lnTo>
                  <a:pt x="2594705" y="839966"/>
                </a:lnTo>
                <a:cubicBezTo>
                  <a:pt x="2598420" y="838918"/>
                  <a:pt x="2608326" y="836822"/>
                  <a:pt x="2616708" y="835298"/>
                </a:cubicBezTo>
                <a:lnTo>
                  <a:pt x="2629853" y="832631"/>
                </a:lnTo>
                <a:close/>
                <a:moveTo>
                  <a:pt x="2473071" y="757765"/>
                </a:moveTo>
                <a:cubicBezTo>
                  <a:pt x="2474690" y="752526"/>
                  <a:pt x="2476214" y="747287"/>
                  <a:pt x="2477262" y="741572"/>
                </a:cubicBezTo>
                <a:cubicBezTo>
                  <a:pt x="2487740" y="724808"/>
                  <a:pt x="2500313" y="710140"/>
                  <a:pt x="2516029" y="699662"/>
                </a:cubicBezTo>
                <a:cubicBezTo>
                  <a:pt x="2518124" y="696995"/>
                  <a:pt x="2520220" y="695948"/>
                  <a:pt x="2522791" y="693852"/>
                </a:cubicBezTo>
                <a:lnTo>
                  <a:pt x="2528030" y="691280"/>
                </a:lnTo>
                <a:cubicBezTo>
                  <a:pt x="2529649" y="690709"/>
                  <a:pt x="2531174" y="689756"/>
                  <a:pt x="2532793" y="688709"/>
                </a:cubicBezTo>
                <a:cubicBezTo>
                  <a:pt x="2540127" y="686613"/>
                  <a:pt x="2547461" y="683470"/>
                  <a:pt x="2554796" y="681851"/>
                </a:cubicBezTo>
                <a:lnTo>
                  <a:pt x="2572607" y="679279"/>
                </a:lnTo>
                <a:lnTo>
                  <a:pt x="2575179" y="678231"/>
                </a:lnTo>
                <a:lnTo>
                  <a:pt x="2577751" y="677183"/>
                </a:lnTo>
                <a:cubicBezTo>
                  <a:pt x="2586133" y="676136"/>
                  <a:pt x="2595563" y="676136"/>
                  <a:pt x="2603468" y="676136"/>
                </a:cubicBezTo>
                <a:cubicBezTo>
                  <a:pt x="2609279" y="676136"/>
                  <a:pt x="2614422" y="677183"/>
                  <a:pt x="2619185" y="677660"/>
                </a:cubicBezTo>
                <a:cubicBezTo>
                  <a:pt x="2629186" y="678231"/>
                  <a:pt x="2639663" y="677660"/>
                  <a:pt x="2649570" y="680803"/>
                </a:cubicBezTo>
                <a:cubicBezTo>
                  <a:pt x="2663190" y="684518"/>
                  <a:pt x="2674715" y="694424"/>
                  <a:pt x="2685764" y="703853"/>
                </a:cubicBezTo>
                <a:cubicBezTo>
                  <a:pt x="2689384" y="708616"/>
                  <a:pt x="2694146" y="713855"/>
                  <a:pt x="2695670" y="720617"/>
                </a:cubicBezTo>
                <a:cubicBezTo>
                  <a:pt x="2699861" y="735857"/>
                  <a:pt x="2699385" y="752621"/>
                  <a:pt x="2699861" y="768338"/>
                </a:cubicBezTo>
                <a:cubicBezTo>
                  <a:pt x="2699861" y="774053"/>
                  <a:pt x="2699385" y="779863"/>
                  <a:pt x="2698814" y="785673"/>
                </a:cubicBezTo>
                <a:cubicBezTo>
                  <a:pt x="2698814" y="791388"/>
                  <a:pt x="2699861" y="852729"/>
                  <a:pt x="2699385" y="867398"/>
                </a:cubicBezTo>
                <a:cubicBezTo>
                  <a:pt x="2699385" y="869493"/>
                  <a:pt x="2700433" y="894639"/>
                  <a:pt x="2702528" y="906164"/>
                </a:cubicBezTo>
                <a:cubicBezTo>
                  <a:pt x="2705100" y="917690"/>
                  <a:pt x="2707767" y="928643"/>
                  <a:pt x="2709291" y="937597"/>
                </a:cubicBezTo>
                <a:cubicBezTo>
                  <a:pt x="2709291" y="939692"/>
                  <a:pt x="2709767" y="941312"/>
                  <a:pt x="2710910" y="944931"/>
                </a:cubicBezTo>
                <a:cubicBezTo>
                  <a:pt x="2696718" y="947598"/>
                  <a:pt x="2682621" y="952265"/>
                  <a:pt x="2667953" y="951218"/>
                </a:cubicBezTo>
                <a:lnTo>
                  <a:pt x="2658999" y="949694"/>
                </a:lnTo>
                <a:cubicBezTo>
                  <a:pt x="2655856" y="949694"/>
                  <a:pt x="2652713" y="950170"/>
                  <a:pt x="2650141" y="950170"/>
                </a:cubicBezTo>
                <a:cubicBezTo>
                  <a:pt x="2648617" y="942836"/>
                  <a:pt x="2648045" y="930263"/>
                  <a:pt x="2638139" y="930263"/>
                </a:cubicBezTo>
                <a:cubicBezTo>
                  <a:pt x="2634996" y="930263"/>
                  <a:pt x="2632329" y="932358"/>
                  <a:pt x="2630234" y="933406"/>
                </a:cubicBezTo>
                <a:lnTo>
                  <a:pt x="2627090" y="935501"/>
                </a:lnTo>
                <a:cubicBezTo>
                  <a:pt x="2626043" y="935978"/>
                  <a:pt x="2623376" y="937597"/>
                  <a:pt x="2621852" y="939121"/>
                </a:cubicBezTo>
                <a:lnTo>
                  <a:pt x="2617184" y="942264"/>
                </a:lnTo>
                <a:cubicBezTo>
                  <a:pt x="2609374" y="946455"/>
                  <a:pt x="2603087" y="949598"/>
                  <a:pt x="2595182" y="951694"/>
                </a:cubicBezTo>
                <a:cubicBezTo>
                  <a:pt x="2584228" y="954361"/>
                  <a:pt x="2574798" y="955885"/>
                  <a:pt x="2563273" y="956361"/>
                </a:cubicBezTo>
                <a:lnTo>
                  <a:pt x="2545937" y="957980"/>
                </a:lnTo>
                <a:cubicBezTo>
                  <a:pt x="2527078" y="959504"/>
                  <a:pt x="2513933" y="953218"/>
                  <a:pt x="2496693" y="946455"/>
                </a:cubicBezTo>
                <a:lnTo>
                  <a:pt x="2494121" y="944360"/>
                </a:lnTo>
                <a:lnTo>
                  <a:pt x="2488311" y="940645"/>
                </a:lnTo>
                <a:lnTo>
                  <a:pt x="2480977" y="935406"/>
                </a:lnTo>
                <a:lnTo>
                  <a:pt x="2478881" y="932263"/>
                </a:lnTo>
                <a:lnTo>
                  <a:pt x="2475738" y="927024"/>
                </a:lnTo>
                <a:cubicBezTo>
                  <a:pt x="2471547" y="920166"/>
                  <a:pt x="2473643" y="923881"/>
                  <a:pt x="2470499" y="918642"/>
                </a:cubicBezTo>
                <a:cubicBezTo>
                  <a:pt x="2466308" y="913403"/>
                  <a:pt x="2464689" y="900830"/>
                  <a:pt x="2462117" y="893972"/>
                </a:cubicBezTo>
                <a:cubicBezTo>
                  <a:pt x="2460022" y="887210"/>
                  <a:pt x="2460022" y="879875"/>
                  <a:pt x="2462117" y="870446"/>
                </a:cubicBezTo>
                <a:cubicBezTo>
                  <a:pt x="2462594" y="866255"/>
                  <a:pt x="2463165" y="862064"/>
                  <a:pt x="2464213" y="858920"/>
                </a:cubicBezTo>
                <a:lnTo>
                  <a:pt x="2465261" y="855301"/>
                </a:lnTo>
                <a:lnTo>
                  <a:pt x="2467832" y="849014"/>
                </a:lnTo>
                <a:cubicBezTo>
                  <a:pt x="2477262" y="825488"/>
                  <a:pt x="2501837" y="808724"/>
                  <a:pt x="2526506" y="805580"/>
                </a:cubicBezTo>
                <a:lnTo>
                  <a:pt x="2548985" y="803485"/>
                </a:lnTo>
                <a:cubicBezTo>
                  <a:pt x="2549462" y="803485"/>
                  <a:pt x="2551557" y="803485"/>
                  <a:pt x="2553653" y="802913"/>
                </a:cubicBezTo>
                <a:lnTo>
                  <a:pt x="2562035" y="802437"/>
                </a:lnTo>
                <a:lnTo>
                  <a:pt x="2574131" y="801866"/>
                </a:lnTo>
                <a:cubicBezTo>
                  <a:pt x="2577751" y="801866"/>
                  <a:pt x="2587276" y="800818"/>
                  <a:pt x="2596610" y="799770"/>
                </a:cubicBezTo>
                <a:cubicBezTo>
                  <a:pt x="2605469" y="798722"/>
                  <a:pt x="2631662" y="792436"/>
                  <a:pt x="2636901" y="783006"/>
                </a:cubicBezTo>
                <a:lnTo>
                  <a:pt x="2638997" y="778339"/>
                </a:lnTo>
                <a:lnTo>
                  <a:pt x="2640045" y="775196"/>
                </a:lnTo>
                <a:cubicBezTo>
                  <a:pt x="2640521" y="773576"/>
                  <a:pt x="2641092" y="771481"/>
                  <a:pt x="2640521" y="769957"/>
                </a:cubicBezTo>
                <a:cubicBezTo>
                  <a:pt x="2638425" y="755288"/>
                  <a:pt x="2639473" y="735953"/>
                  <a:pt x="2624328" y="725951"/>
                </a:cubicBezTo>
                <a:cubicBezTo>
                  <a:pt x="2616422" y="720713"/>
                  <a:pt x="2604897" y="719093"/>
                  <a:pt x="2597087" y="719093"/>
                </a:cubicBezTo>
                <a:cubicBezTo>
                  <a:pt x="2590324" y="718522"/>
                  <a:pt x="2583466" y="720141"/>
                  <a:pt x="2578227" y="721189"/>
                </a:cubicBezTo>
                <a:cubicBezTo>
                  <a:pt x="2570893" y="722808"/>
                  <a:pt x="2558320" y="726999"/>
                  <a:pt x="2552033" y="732238"/>
                </a:cubicBezTo>
                <a:cubicBezTo>
                  <a:pt x="2549938" y="734333"/>
                  <a:pt x="2547366" y="737477"/>
                  <a:pt x="2546318" y="739572"/>
                </a:cubicBezTo>
                <a:lnTo>
                  <a:pt x="2542604" y="745859"/>
                </a:lnTo>
                <a:cubicBezTo>
                  <a:pt x="2540032" y="751097"/>
                  <a:pt x="2537936" y="754717"/>
                  <a:pt x="2535841" y="759479"/>
                </a:cubicBezTo>
                <a:lnTo>
                  <a:pt x="2532698" y="759479"/>
                </a:lnTo>
                <a:cubicBezTo>
                  <a:pt x="2529554" y="759479"/>
                  <a:pt x="2526411" y="758432"/>
                  <a:pt x="2522696" y="758432"/>
                </a:cubicBezTo>
                <a:cubicBezTo>
                  <a:pt x="2518982" y="757860"/>
                  <a:pt x="2506980" y="757860"/>
                  <a:pt x="2494883" y="757384"/>
                </a:cubicBezTo>
                <a:lnTo>
                  <a:pt x="2479167" y="757384"/>
                </a:lnTo>
                <a:lnTo>
                  <a:pt x="2472881" y="757955"/>
                </a:lnTo>
                <a:close/>
                <a:moveTo>
                  <a:pt x="2627090" y="946836"/>
                </a:moveTo>
                <a:lnTo>
                  <a:pt x="2632329" y="943693"/>
                </a:lnTo>
                <a:lnTo>
                  <a:pt x="2635472" y="942169"/>
                </a:lnTo>
                <a:lnTo>
                  <a:pt x="2637568" y="940645"/>
                </a:lnTo>
                <a:cubicBezTo>
                  <a:pt x="2638616" y="943788"/>
                  <a:pt x="2639092" y="946931"/>
                  <a:pt x="2639663" y="950075"/>
                </a:cubicBezTo>
                <a:cubicBezTo>
                  <a:pt x="2642235" y="964267"/>
                  <a:pt x="2645378" y="959504"/>
                  <a:pt x="2658523" y="960076"/>
                </a:cubicBezTo>
                <a:lnTo>
                  <a:pt x="2666905" y="961600"/>
                </a:lnTo>
                <a:cubicBezTo>
                  <a:pt x="2684240" y="962171"/>
                  <a:pt x="2700433" y="956361"/>
                  <a:pt x="2717673" y="953789"/>
                </a:cubicBezTo>
                <a:cubicBezTo>
                  <a:pt x="2722912" y="953218"/>
                  <a:pt x="2721864" y="947979"/>
                  <a:pt x="2720816" y="944931"/>
                </a:cubicBezTo>
                <a:lnTo>
                  <a:pt x="2719769" y="940740"/>
                </a:lnTo>
                <a:cubicBezTo>
                  <a:pt x="2719292" y="939216"/>
                  <a:pt x="2719292" y="938073"/>
                  <a:pt x="2719292" y="936549"/>
                </a:cubicBezTo>
                <a:cubicBezTo>
                  <a:pt x="2717673" y="927691"/>
                  <a:pt x="2715101" y="915594"/>
                  <a:pt x="2712530" y="904069"/>
                </a:cubicBezTo>
                <a:cubicBezTo>
                  <a:pt x="2710434" y="893591"/>
                  <a:pt x="2709386" y="871112"/>
                  <a:pt x="2709386" y="866350"/>
                </a:cubicBezTo>
                <a:cubicBezTo>
                  <a:pt x="2709863" y="852729"/>
                  <a:pt x="2708910" y="791960"/>
                  <a:pt x="2708910" y="786149"/>
                </a:cubicBezTo>
                <a:cubicBezTo>
                  <a:pt x="2709386" y="780434"/>
                  <a:pt x="2709958" y="774148"/>
                  <a:pt x="2709958" y="768338"/>
                </a:cubicBezTo>
                <a:cubicBezTo>
                  <a:pt x="2709482" y="751574"/>
                  <a:pt x="2709958" y="733762"/>
                  <a:pt x="2705767" y="718046"/>
                </a:cubicBezTo>
                <a:cubicBezTo>
                  <a:pt x="2703671" y="709664"/>
                  <a:pt x="2698433" y="703377"/>
                  <a:pt x="2692622" y="696614"/>
                </a:cubicBezTo>
                <a:cubicBezTo>
                  <a:pt x="2680526" y="686137"/>
                  <a:pt x="2668048" y="675659"/>
                  <a:pt x="2652236" y="670897"/>
                </a:cubicBezTo>
                <a:cubicBezTo>
                  <a:pt x="2641759" y="667754"/>
                  <a:pt x="2630710" y="668325"/>
                  <a:pt x="2620328" y="667754"/>
                </a:cubicBezTo>
                <a:cubicBezTo>
                  <a:pt x="2615089" y="667277"/>
                  <a:pt x="2609374" y="666230"/>
                  <a:pt x="2603564" y="666230"/>
                </a:cubicBezTo>
                <a:cubicBezTo>
                  <a:pt x="2595182" y="666230"/>
                  <a:pt x="2584704" y="666230"/>
                  <a:pt x="2574227" y="667754"/>
                </a:cubicBezTo>
                <a:lnTo>
                  <a:pt x="2570036" y="669373"/>
                </a:lnTo>
                <a:lnTo>
                  <a:pt x="2552224" y="671945"/>
                </a:lnTo>
                <a:cubicBezTo>
                  <a:pt x="2544890" y="674040"/>
                  <a:pt x="2537079" y="677183"/>
                  <a:pt x="2527649" y="679850"/>
                </a:cubicBezTo>
                <a:cubicBezTo>
                  <a:pt x="2526030" y="680898"/>
                  <a:pt x="2525078" y="681946"/>
                  <a:pt x="2523458" y="682422"/>
                </a:cubicBezTo>
                <a:lnTo>
                  <a:pt x="2518220" y="685565"/>
                </a:lnTo>
                <a:cubicBezTo>
                  <a:pt x="2514505" y="687089"/>
                  <a:pt x="2511933" y="689280"/>
                  <a:pt x="2508790" y="692900"/>
                </a:cubicBezTo>
                <a:cubicBezTo>
                  <a:pt x="2492502" y="703377"/>
                  <a:pt x="2479453" y="719665"/>
                  <a:pt x="2467928" y="739001"/>
                </a:cubicBezTo>
                <a:cubicBezTo>
                  <a:pt x="2466308" y="746335"/>
                  <a:pt x="2463737" y="753669"/>
                  <a:pt x="2461641" y="760432"/>
                </a:cubicBezTo>
                <a:cubicBezTo>
                  <a:pt x="2460022" y="765194"/>
                  <a:pt x="2464213" y="766718"/>
                  <a:pt x="2467451" y="767290"/>
                </a:cubicBezTo>
                <a:lnTo>
                  <a:pt x="2470595" y="767861"/>
                </a:lnTo>
                <a:cubicBezTo>
                  <a:pt x="2474786" y="767290"/>
                  <a:pt x="2474309" y="767290"/>
                  <a:pt x="2474786" y="767861"/>
                </a:cubicBezTo>
                <a:lnTo>
                  <a:pt x="2495169" y="767861"/>
                </a:lnTo>
                <a:cubicBezTo>
                  <a:pt x="2506695" y="767861"/>
                  <a:pt x="2518791" y="768433"/>
                  <a:pt x="2522411" y="768433"/>
                </a:cubicBezTo>
                <a:cubicBezTo>
                  <a:pt x="2546985" y="770528"/>
                  <a:pt x="2539174" y="772624"/>
                  <a:pt x="2551748" y="751097"/>
                </a:cubicBezTo>
                <a:lnTo>
                  <a:pt x="2555462" y="744811"/>
                </a:lnTo>
                <a:cubicBezTo>
                  <a:pt x="2556510" y="742715"/>
                  <a:pt x="2557558" y="740620"/>
                  <a:pt x="2559177" y="739572"/>
                </a:cubicBezTo>
                <a:cubicBezTo>
                  <a:pt x="2563368" y="735857"/>
                  <a:pt x="2573274" y="732714"/>
                  <a:pt x="2580608" y="730619"/>
                </a:cubicBezTo>
                <a:cubicBezTo>
                  <a:pt x="2585847" y="730142"/>
                  <a:pt x="2591562" y="729095"/>
                  <a:pt x="2597372" y="729095"/>
                </a:cubicBezTo>
                <a:cubicBezTo>
                  <a:pt x="2604707" y="729095"/>
                  <a:pt x="2614136" y="730619"/>
                  <a:pt x="2618899" y="734333"/>
                </a:cubicBezTo>
                <a:cubicBezTo>
                  <a:pt x="2630424" y="741668"/>
                  <a:pt x="2629376" y="761099"/>
                  <a:pt x="2630900" y="771576"/>
                </a:cubicBezTo>
                <a:lnTo>
                  <a:pt x="2629853" y="774719"/>
                </a:lnTo>
                <a:lnTo>
                  <a:pt x="2625662" y="779958"/>
                </a:lnTo>
                <a:cubicBezTo>
                  <a:pt x="2606802" y="790436"/>
                  <a:pt x="2594229" y="789388"/>
                  <a:pt x="2573274" y="792055"/>
                </a:cubicBezTo>
                <a:lnTo>
                  <a:pt x="2561749" y="792626"/>
                </a:lnTo>
                <a:lnTo>
                  <a:pt x="2552891" y="793103"/>
                </a:lnTo>
                <a:lnTo>
                  <a:pt x="2547652" y="793674"/>
                </a:lnTo>
                <a:lnTo>
                  <a:pt x="2525649" y="795770"/>
                </a:lnTo>
                <a:cubicBezTo>
                  <a:pt x="2497360" y="799484"/>
                  <a:pt x="2469642" y="818249"/>
                  <a:pt x="2458593" y="845014"/>
                </a:cubicBezTo>
                <a:lnTo>
                  <a:pt x="2455926" y="851872"/>
                </a:lnTo>
                <a:lnTo>
                  <a:pt x="2454402" y="856539"/>
                </a:lnTo>
                <a:cubicBezTo>
                  <a:pt x="2453354" y="859682"/>
                  <a:pt x="2452783" y="863873"/>
                  <a:pt x="2452307" y="868636"/>
                </a:cubicBezTo>
                <a:cubicBezTo>
                  <a:pt x="2449640" y="879590"/>
                  <a:pt x="2450211" y="889019"/>
                  <a:pt x="2452783" y="897401"/>
                </a:cubicBezTo>
                <a:cubicBezTo>
                  <a:pt x="2455926" y="906260"/>
                  <a:pt x="2456974" y="917785"/>
                  <a:pt x="2463260" y="925691"/>
                </a:cubicBezTo>
                <a:cubicBezTo>
                  <a:pt x="2466404" y="931501"/>
                  <a:pt x="2463260" y="925691"/>
                  <a:pt x="2466880" y="932453"/>
                </a:cubicBezTo>
                <a:lnTo>
                  <a:pt x="2470023" y="937692"/>
                </a:lnTo>
                <a:lnTo>
                  <a:pt x="2472595" y="941883"/>
                </a:lnTo>
                <a:cubicBezTo>
                  <a:pt x="2473071" y="942359"/>
                  <a:pt x="2473643" y="942931"/>
                  <a:pt x="2476786" y="945026"/>
                </a:cubicBezTo>
                <a:lnTo>
                  <a:pt x="2482596" y="949217"/>
                </a:lnTo>
                <a:lnTo>
                  <a:pt x="2488311" y="952932"/>
                </a:lnTo>
                <a:lnTo>
                  <a:pt x="2492502" y="955504"/>
                </a:lnTo>
                <a:cubicBezTo>
                  <a:pt x="2511933" y="963314"/>
                  <a:pt x="2524982" y="969601"/>
                  <a:pt x="2546985" y="968077"/>
                </a:cubicBezTo>
                <a:lnTo>
                  <a:pt x="2563749" y="966553"/>
                </a:lnTo>
                <a:cubicBezTo>
                  <a:pt x="2575751" y="966077"/>
                  <a:pt x="2586228" y="963981"/>
                  <a:pt x="2597753" y="961314"/>
                </a:cubicBezTo>
                <a:cubicBezTo>
                  <a:pt x="2606612" y="959219"/>
                  <a:pt x="2614041" y="955504"/>
                  <a:pt x="2622899" y="950837"/>
                </a:cubicBezTo>
                <a:lnTo>
                  <a:pt x="2625471" y="948170"/>
                </a:lnTo>
                <a:lnTo>
                  <a:pt x="2627090" y="947122"/>
                </a:lnTo>
                <a:close/>
                <a:moveTo>
                  <a:pt x="2225326" y="870922"/>
                </a:moveTo>
                <a:cubicBezTo>
                  <a:pt x="2226374" y="876732"/>
                  <a:pt x="2228469" y="881876"/>
                  <a:pt x="2233708" y="887686"/>
                </a:cubicBezTo>
                <a:cubicBezTo>
                  <a:pt x="2243138" y="909117"/>
                  <a:pt x="2319052" y="934835"/>
                  <a:pt x="2335340" y="898640"/>
                </a:cubicBezTo>
                <a:cubicBezTo>
                  <a:pt x="2336864" y="897116"/>
                  <a:pt x="2338483" y="895496"/>
                  <a:pt x="2340007" y="891305"/>
                </a:cubicBezTo>
                <a:cubicBezTo>
                  <a:pt x="2341055" y="890258"/>
                  <a:pt x="2342102" y="888638"/>
                  <a:pt x="2344674" y="883971"/>
                </a:cubicBezTo>
                <a:cubicBezTo>
                  <a:pt x="2347341" y="864635"/>
                  <a:pt x="2339435" y="850443"/>
                  <a:pt x="2323719" y="845204"/>
                </a:cubicBezTo>
                <a:cubicBezTo>
                  <a:pt x="2305336" y="839394"/>
                  <a:pt x="2282857" y="835775"/>
                  <a:pt x="2265617" y="828917"/>
                </a:cubicBezTo>
                <a:lnTo>
                  <a:pt x="2262950" y="828440"/>
                </a:lnTo>
                <a:cubicBezTo>
                  <a:pt x="2258759" y="825773"/>
                  <a:pt x="2254091" y="824726"/>
                  <a:pt x="2249329" y="823202"/>
                </a:cubicBezTo>
                <a:cubicBezTo>
                  <a:pt x="2230469" y="817963"/>
                  <a:pt x="2211610" y="813200"/>
                  <a:pt x="2195894" y="801199"/>
                </a:cubicBezTo>
                <a:lnTo>
                  <a:pt x="2192274" y="798056"/>
                </a:lnTo>
                <a:lnTo>
                  <a:pt x="2190179" y="794341"/>
                </a:lnTo>
                <a:lnTo>
                  <a:pt x="2188083" y="791198"/>
                </a:lnTo>
                <a:cubicBezTo>
                  <a:pt x="2187512" y="790150"/>
                  <a:pt x="2186464" y="789102"/>
                  <a:pt x="2184940" y="786435"/>
                </a:cubicBezTo>
                <a:cubicBezTo>
                  <a:pt x="2183892" y="779101"/>
                  <a:pt x="2175034" y="759670"/>
                  <a:pt x="2177606" y="753955"/>
                </a:cubicBezTo>
                <a:cubicBezTo>
                  <a:pt x="2178653" y="751383"/>
                  <a:pt x="2179701" y="748240"/>
                  <a:pt x="2179225" y="745097"/>
                </a:cubicBezTo>
                <a:lnTo>
                  <a:pt x="2180749" y="738810"/>
                </a:lnTo>
                <a:cubicBezTo>
                  <a:pt x="2181797" y="736238"/>
                  <a:pt x="2182368" y="734048"/>
                  <a:pt x="2183416" y="731952"/>
                </a:cubicBezTo>
                <a:cubicBezTo>
                  <a:pt x="2184464" y="730333"/>
                  <a:pt x="2184940" y="729380"/>
                  <a:pt x="2185511" y="728237"/>
                </a:cubicBezTo>
                <a:lnTo>
                  <a:pt x="2187131" y="725666"/>
                </a:lnTo>
                <a:lnTo>
                  <a:pt x="2191322" y="718808"/>
                </a:lnTo>
                <a:cubicBezTo>
                  <a:pt x="2193417" y="716712"/>
                  <a:pt x="2194465" y="715093"/>
                  <a:pt x="2195989" y="711950"/>
                </a:cubicBezTo>
                <a:cubicBezTo>
                  <a:pt x="2199132" y="708806"/>
                  <a:pt x="2203799" y="705092"/>
                  <a:pt x="2206466" y="702520"/>
                </a:cubicBezTo>
                <a:cubicBezTo>
                  <a:pt x="2209610" y="699853"/>
                  <a:pt x="2212181" y="698329"/>
                  <a:pt x="2215896" y="696233"/>
                </a:cubicBezTo>
                <a:cubicBezTo>
                  <a:pt x="2217992" y="694614"/>
                  <a:pt x="2219611" y="693566"/>
                  <a:pt x="2222183" y="692519"/>
                </a:cubicBezTo>
                <a:lnTo>
                  <a:pt x="2228469" y="689375"/>
                </a:lnTo>
                <a:cubicBezTo>
                  <a:pt x="2230565" y="688804"/>
                  <a:pt x="2232660" y="688328"/>
                  <a:pt x="2234184" y="687280"/>
                </a:cubicBezTo>
                <a:cubicBezTo>
                  <a:pt x="2237327" y="685184"/>
                  <a:pt x="2242566" y="683565"/>
                  <a:pt x="2250948" y="682613"/>
                </a:cubicBezTo>
                <a:cubicBezTo>
                  <a:pt x="2283428" y="676898"/>
                  <a:pt x="2308098" y="675278"/>
                  <a:pt x="2339531" y="688899"/>
                </a:cubicBezTo>
                <a:lnTo>
                  <a:pt x="2344769" y="690995"/>
                </a:lnTo>
                <a:cubicBezTo>
                  <a:pt x="2346389" y="691566"/>
                  <a:pt x="2347913" y="692042"/>
                  <a:pt x="2348960" y="692042"/>
                </a:cubicBezTo>
                <a:lnTo>
                  <a:pt x="2352104" y="693566"/>
                </a:lnTo>
                <a:lnTo>
                  <a:pt x="2358390" y="696233"/>
                </a:lnTo>
                <a:lnTo>
                  <a:pt x="2366201" y="699853"/>
                </a:lnTo>
                <a:lnTo>
                  <a:pt x="2368772" y="700901"/>
                </a:lnTo>
                <a:cubicBezTo>
                  <a:pt x="2386108" y="712902"/>
                  <a:pt x="2394490" y="732905"/>
                  <a:pt x="2399729" y="758527"/>
                </a:cubicBezTo>
                <a:cubicBezTo>
                  <a:pt x="2380869" y="755384"/>
                  <a:pt x="2367725" y="753764"/>
                  <a:pt x="2347341" y="756431"/>
                </a:cubicBezTo>
                <a:cubicBezTo>
                  <a:pt x="2343626" y="745954"/>
                  <a:pt x="2335340" y="741763"/>
                  <a:pt x="2332101" y="734429"/>
                </a:cubicBezTo>
                <a:lnTo>
                  <a:pt x="2327910" y="729761"/>
                </a:lnTo>
                <a:cubicBezTo>
                  <a:pt x="2325815" y="728142"/>
                  <a:pt x="2324291" y="726047"/>
                  <a:pt x="2321624" y="724999"/>
                </a:cubicBezTo>
                <a:lnTo>
                  <a:pt x="2318480" y="723475"/>
                </a:lnTo>
                <a:cubicBezTo>
                  <a:pt x="2316385" y="722903"/>
                  <a:pt x="2313813" y="721856"/>
                  <a:pt x="2310670" y="720808"/>
                </a:cubicBezTo>
                <a:lnTo>
                  <a:pt x="2303336" y="719284"/>
                </a:lnTo>
                <a:lnTo>
                  <a:pt x="2299145" y="718236"/>
                </a:lnTo>
                <a:lnTo>
                  <a:pt x="2289143" y="717665"/>
                </a:lnTo>
                <a:cubicBezTo>
                  <a:pt x="2286000" y="717665"/>
                  <a:pt x="2282857" y="717093"/>
                  <a:pt x="2279237" y="718236"/>
                </a:cubicBezTo>
                <a:cubicBezTo>
                  <a:pt x="2277142" y="718236"/>
                  <a:pt x="2275046" y="719284"/>
                  <a:pt x="2271903" y="720332"/>
                </a:cubicBezTo>
                <a:lnTo>
                  <a:pt x="2267712" y="721379"/>
                </a:lnTo>
                <a:cubicBezTo>
                  <a:pt x="2265617" y="721951"/>
                  <a:pt x="2262473" y="722427"/>
                  <a:pt x="2259330" y="725094"/>
                </a:cubicBezTo>
                <a:cubicBezTo>
                  <a:pt x="2253615" y="728809"/>
                  <a:pt x="2246186" y="737096"/>
                  <a:pt x="2246186" y="746049"/>
                </a:cubicBezTo>
                <a:cubicBezTo>
                  <a:pt x="2245138" y="766433"/>
                  <a:pt x="2262473" y="771671"/>
                  <a:pt x="2277618" y="780625"/>
                </a:cubicBezTo>
                <a:cubicBezTo>
                  <a:pt x="2278094" y="780625"/>
                  <a:pt x="2279142" y="781196"/>
                  <a:pt x="2281238" y="782244"/>
                </a:cubicBezTo>
                <a:lnTo>
                  <a:pt x="2288096" y="784816"/>
                </a:lnTo>
                <a:cubicBezTo>
                  <a:pt x="2292287" y="786340"/>
                  <a:pt x="2297525" y="790055"/>
                  <a:pt x="2302764" y="790055"/>
                </a:cubicBezTo>
                <a:lnTo>
                  <a:pt x="2308479" y="792150"/>
                </a:lnTo>
                <a:lnTo>
                  <a:pt x="2314289" y="794246"/>
                </a:lnTo>
                <a:cubicBezTo>
                  <a:pt x="2315813" y="794246"/>
                  <a:pt x="2317433" y="794817"/>
                  <a:pt x="2318957" y="795293"/>
                </a:cubicBezTo>
                <a:cubicBezTo>
                  <a:pt x="2347246" y="797389"/>
                  <a:pt x="2355628" y="799484"/>
                  <a:pt x="2379726" y="816725"/>
                </a:cubicBezTo>
                <a:cubicBezTo>
                  <a:pt x="2386013" y="821392"/>
                  <a:pt x="2390680" y="827202"/>
                  <a:pt x="2396490" y="834536"/>
                </a:cubicBezTo>
                <a:cubicBezTo>
                  <a:pt x="2406968" y="842347"/>
                  <a:pt x="2403824" y="872255"/>
                  <a:pt x="2402205" y="884352"/>
                </a:cubicBezTo>
                <a:cubicBezTo>
                  <a:pt x="2402205" y="886924"/>
                  <a:pt x="2402777" y="890639"/>
                  <a:pt x="2401729" y="894258"/>
                </a:cubicBezTo>
                <a:cubicBezTo>
                  <a:pt x="2399633" y="904259"/>
                  <a:pt x="2393347" y="912546"/>
                  <a:pt x="2388584" y="921976"/>
                </a:cubicBezTo>
                <a:cubicBezTo>
                  <a:pt x="2381726" y="929310"/>
                  <a:pt x="2359247" y="935597"/>
                  <a:pt x="2349818" y="939216"/>
                </a:cubicBezTo>
                <a:lnTo>
                  <a:pt x="2346198" y="940835"/>
                </a:lnTo>
                <a:cubicBezTo>
                  <a:pt x="2345150" y="941312"/>
                  <a:pt x="2342007" y="942931"/>
                  <a:pt x="2343055" y="942359"/>
                </a:cubicBezTo>
                <a:cubicBezTo>
                  <a:pt x="2340483" y="943407"/>
                  <a:pt x="2337340" y="943883"/>
                  <a:pt x="2333149" y="945503"/>
                </a:cubicBezTo>
                <a:cubicBezTo>
                  <a:pt x="2327434" y="949694"/>
                  <a:pt x="2319528" y="951789"/>
                  <a:pt x="2310575" y="952361"/>
                </a:cubicBezTo>
                <a:cubicBezTo>
                  <a:pt x="2306384" y="952361"/>
                  <a:pt x="2302764" y="953408"/>
                  <a:pt x="2298573" y="953408"/>
                </a:cubicBezTo>
                <a:cubicBezTo>
                  <a:pt x="2277047" y="950837"/>
                  <a:pt x="2256092" y="951884"/>
                  <a:pt x="2235232" y="946550"/>
                </a:cubicBezTo>
                <a:cubicBezTo>
                  <a:pt x="2221611" y="943407"/>
                  <a:pt x="2212181" y="943979"/>
                  <a:pt x="2202275" y="932930"/>
                </a:cubicBezTo>
                <a:lnTo>
                  <a:pt x="2199132" y="929310"/>
                </a:lnTo>
                <a:lnTo>
                  <a:pt x="2193893" y="923500"/>
                </a:lnTo>
                <a:cubicBezTo>
                  <a:pt x="2192369" y="918737"/>
                  <a:pt x="2189226" y="914642"/>
                  <a:pt x="2186559" y="910927"/>
                </a:cubicBezTo>
                <a:cubicBezTo>
                  <a:pt x="2183987" y="906736"/>
                  <a:pt x="2181320" y="897782"/>
                  <a:pt x="2178749" y="895782"/>
                </a:cubicBezTo>
                <a:cubicBezTo>
                  <a:pt x="2178272" y="894734"/>
                  <a:pt x="2178749" y="894734"/>
                  <a:pt x="2178272" y="892067"/>
                </a:cubicBezTo>
                <a:cubicBezTo>
                  <a:pt x="2176177" y="887400"/>
                  <a:pt x="2175129" y="883685"/>
                  <a:pt x="2174558" y="879494"/>
                </a:cubicBezTo>
                <a:lnTo>
                  <a:pt x="2174081" y="871589"/>
                </a:lnTo>
                <a:cubicBezTo>
                  <a:pt x="2185607" y="871112"/>
                  <a:pt x="2197608" y="869017"/>
                  <a:pt x="2209705" y="870065"/>
                </a:cubicBezTo>
                <a:cubicBezTo>
                  <a:pt x="2214372" y="870636"/>
                  <a:pt x="2216468" y="870636"/>
                  <a:pt x="2221706" y="870636"/>
                </a:cubicBezTo>
                <a:lnTo>
                  <a:pt x="2225326" y="870636"/>
                </a:lnTo>
                <a:close/>
                <a:moveTo>
                  <a:pt x="2301335" y="728999"/>
                </a:moveTo>
                <a:lnTo>
                  <a:pt x="2308098" y="731095"/>
                </a:lnTo>
                <a:cubicBezTo>
                  <a:pt x="2310670" y="731666"/>
                  <a:pt x="2312765" y="732714"/>
                  <a:pt x="2314861" y="733190"/>
                </a:cubicBezTo>
                <a:lnTo>
                  <a:pt x="2318004" y="734238"/>
                </a:lnTo>
                <a:lnTo>
                  <a:pt x="2320576" y="737381"/>
                </a:lnTo>
                <a:lnTo>
                  <a:pt x="2323719" y="741096"/>
                </a:lnTo>
                <a:cubicBezTo>
                  <a:pt x="2326862" y="747954"/>
                  <a:pt x="2334673" y="752145"/>
                  <a:pt x="2337340" y="759479"/>
                </a:cubicBezTo>
                <a:cubicBezTo>
                  <a:pt x="2338388" y="769481"/>
                  <a:pt x="2342579" y="767861"/>
                  <a:pt x="2349913" y="766337"/>
                </a:cubicBezTo>
                <a:cubicBezTo>
                  <a:pt x="2371439" y="764242"/>
                  <a:pt x="2383917" y="766814"/>
                  <a:pt x="2404967" y="769481"/>
                </a:cubicBezTo>
                <a:cubicBezTo>
                  <a:pt x="2409158" y="769957"/>
                  <a:pt x="2411730" y="767861"/>
                  <a:pt x="2410682" y="763670"/>
                </a:cubicBezTo>
                <a:cubicBezTo>
                  <a:pt x="2405444" y="734333"/>
                  <a:pt x="2396490" y="708140"/>
                  <a:pt x="2373535" y="692423"/>
                </a:cubicBezTo>
                <a:lnTo>
                  <a:pt x="2370868" y="690804"/>
                </a:lnTo>
                <a:lnTo>
                  <a:pt x="2362010" y="687089"/>
                </a:lnTo>
                <a:lnTo>
                  <a:pt x="2355723" y="684518"/>
                </a:lnTo>
                <a:lnTo>
                  <a:pt x="2351056" y="682994"/>
                </a:lnTo>
                <a:lnTo>
                  <a:pt x="2348484" y="681946"/>
                </a:lnTo>
                <a:lnTo>
                  <a:pt x="2343722" y="679850"/>
                </a:lnTo>
                <a:cubicBezTo>
                  <a:pt x="2319623" y="669849"/>
                  <a:pt x="2299240" y="666706"/>
                  <a:pt x="2273046" y="669373"/>
                </a:cubicBezTo>
                <a:cubicBezTo>
                  <a:pt x="2263045" y="669944"/>
                  <a:pt x="2237423" y="674040"/>
                  <a:pt x="2229041" y="679374"/>
                </a:cubicBezTo>
                <a:lnTo>
                  <a:pt x="2226469" y="679946"/>
                </a:lnTo>
                <a:lnTo>
                  <a:pt x="2223326" y="680993"/>
                </a:lnTo>
                <a:cubicBezTo>
                  <a:pt x="2219135" y="683089"/>
                  <a:pt x="2214467" y="685184"/>
                  <a:pt x="2210181" y="688328"/>
                </a:cubicBezTo>
                <a:cubicBezTo>
                  <a:pt x="2206562" y="690423"/>
                  <a:pt x="2203418" y="693090"/>
                  <a:pt x="2200275" y="695662"/>
                </a:cubicBezTo>
                <a:cubicBezTo>
                  <a:pt x="2197132" y="698234"/>
                  <a:pt x="2191893" y="702520"/>
                  <a:pt x="2188274" y="706139"/>
                </a:cubicBezTo>
                <a:lnTo>
                  <a:pt x="2186178" y="709283"/>
                </a:lnTo>
                <a:lnTo>
                  <a:pt x="2183035" y="713474"/>
                </a:lnTo>
                <a:lnTo>
                  <a:pt x="2177796" y="721856"/>
                </a:lnTo>
                <a:lnTo>
                  <a:pt x="2176748" y="723951"/>
                </a:lnTo>
                <a:cubicBezTo>
                  <a:pt x="2176748" y="724999"/>
                  <a:pt x="2176272" y="725475"/>
                  <a:pt x="2174653" y="727094"/>
                </a:cubicBezTo>
                <a:cubicBezTo>
                  <a:pt x="2173605" y="730238"/>
                  <a:pt x="2172557" y="733381"/>
                  <a:pt x="2171510" y="735953"/>
                </a:cubicBezTo>
                <a:lnTo>
                  <a:pt x="2169414" y="743763"/>
                </a:lnTo>
                <a:lnTo>
                  <a:pt x="2169414" y="746430"/>
                </a:lnTo>
                <a:cubicBezTo>
                  <a:pt x="2169414" y="747954"/>
                  <a:pt x="2168843" y="749573"/>
                  <a:pt x="2168366" y="751097"/>
                </a:cubicBezTo>
                <a:cubicBezTo>
                  <a:pt x="2163128" y="763194"/>
                  <a:pt x="2174653" y="776720"/>
                  <a:pt x="2175701" y="790340"/>
                </a:cubicBezTo>
                <a:lnTo>
                  <a:pt x="2177796" y="794055"/>
                </a:lnTo>
                <a:cubicBezTo>
                  <a:pt x="2178844" y="795103"/>
                  <a:pt x="2179415" y="796151"/>
                  <a:pt x="2179892" y="797198"/>
                </a:cubicBezTo>
                <a:lnTo>
                  <a:pt x="2182559" y="800913"/>
                </a:lnTo>
                <a:cubicBezTo>
                  <a:pt x="2182559" y="800913"/>
                  <a:pt x="2183035" y="801485"/>
                  <a:pt x="2187226" y="807200"/>
                </a:cubicBezTo>
                <a:lnTo>
                  <a:pt x="2189798" y="809295"/>
                </a:lnTo>
                <a:cubicBezTo>
                  <a:pt x="2206562" y="822344"/>
                  <a:pt x="2226469" y="827583"/>
                  <a:pt x="2246376" y="833393"/>
                </a:cubicBezTo>
                <a:cubicBezTo>
                  <a:pt x="2249996" y="834441"/>
                  <a:pt x="2254758" y="834917"/>
                  <a:pt x="2258378" y="837584"/>
                </a:cubicBezTo>
                <a:lnTo>
                  <a:pt x="2262569" y="838632"/>
                </a:lnTo>
                <a:cubicBezTo>
                  <a:pt x="2279904" y="845490"/>
                  <a:pt x="2302383" y="849110"/>
                  <a:pt x="2320195" y="855396"/>
                </a:cubicBezTo>
                <a:cubicBezTo>
                  <a:pt x="2330672" y="858539"/>
                  <a:pt x="2336959" y="866921"/>
                  <a:pt x="2334863" y="881590"/>
                </a:cubicBezTo>
                <a:cubicBezTo>
                  <a:pt x="2332768" y="884733"/>
                  <a:pt x="2331244" y="886829"/>
                  <a:pt x="2329625" y="890448"/>
                </a:cubicBezTo>
                <a:lnTo>
                  <a:pt x="2326481" y="894068"/>
                </a:lnTo>
                <a:cubicBezTo>
                  <a:pt x="2317052" y="917594"/>
                  <a:pt x="2249424" y="902926"/>
                  <a:pt x="2242090" y="882066"/>
                </a:cubicBezTo>
                <a:cubicBezTo>
                  <a:pt x="2237423" y="876827"/>
                  <a:pt x="2236375" y="873208"/>
                  <a:pt x="2235327" y="867969"/>
                </a:cubicBezTo>
                <a:cubicBezTo>
                  <a:pt x="2234279" y="859587"/>
                  <a:pt x="2227993" y="861111"/>
                  <a:pt x="2221706" y="861111"/>
                </a:cubicBezTo>
                <a:cubicBezTo>
                  <a:pt x="2216944" y="861111"/>
                  <a:pt x="2214848" y="861111"/>
                  <a:pt x="2210657" y="860540"/>
                </a:cubicBezTo>
                <a:cubicBezTo>
                  <a:pt x="2196560" y="859016"/>
                  <a:pt x="2182368" y="863207"/>
                  <a:pt x="2168271" y="862159"/>
                </a:cubicBezTo>
                <a:cubicBezTo>
                  <a:pt x="2157794" y="861587"/>
                  <a:pt x="2166652" y="890924"/>
                  <a:pt x="2168747" y="895687"/>
                </a:cubicBezTo>
                <a:cubicBezTo>
                  <a:pt x="2168747" y="898830"/>
                  <a:pt x="2170367" y="901973"/>
                  <a:pt x="2172367" y="903593"/>
                </a:cubicBezTo>
                <a:cubicBezTo>
                  <a:pt x="2173415" y="913022"/>
                  <a:pt x="2181797" y="919785"/>
                  <a:pt x="2184940" y="928739"/>
                </a:cubicBezTo>
                <a:lnTo>
                  <a:pt x="2188559" y="932930"/>
                </a:lnTo>
                <a:lnTo>
                  <a:pt x="2191226" y="936073"/>
                </a:lnTo>
                <a:lnTo>
                  <a:pt x="2194846" y="940264"/>
                </a:lnTo>
                <a:cubicBezTo>
                  <a:pt x="2206847" y="953885"/>
                  <a:pt x="2216372" y="952837"/>
                  <a:pt x="2232565" y="957028"/>
                </a:cubicBezTo>
                <a:cubicBezTo>
                  <a:pt x="2253996" y="962267"/>
                  <a:pt x="2275523" y="961219"/>
                  <a:pt x="2297525" y="963886"/>
                </a:cubicBezTo>
                <a:cubicBezTo>
                  <a:pt x="2302193" y="964457"/>
                  <a:pt x="2306384" y="962838"/>
                  <a:pt x="2311146" y="962838"/>
                </a:cubicBezTo>
                <a:cubicBezTo>
                  <a:pt x="2320576" y="962267"/>
                  <a:pt x="2330482" y="960171"/>
                  <a:pt x="2338388" y="954456"/>
                </a:cubicBezTo>
                <a:cubicBezTo>
                  <a:pt x="2342007" y="953408"/>
                  <a:pt x="2346770" y="952932"/>
                  <a:pt x="2349913" y="950741"/>
                </a:cubicBezTo>
                <a:lnTo>
                  <a:pt x="2353628" y="949217"/>
                </a:lnTo>
                <a:cubicBezTo>
                  <a:pt x="2365629" y="944550"/>
                  <a:pt x="2388203" y="938740"/>
                  <a:pt x="2397633" y="927215"/>
                </a:cubicBezTo>
                <a:cubicBezTo>
                  <a:pt x="2402872" y="916737"/>
                  <a:pt x="2409158" y="908355"/>
                  <a:pt x="2411825" y="896354"/>
                </a:cubicBezTo>
                <a:cubicBezTo>
                  <a:pt x="2412302" y="893210"/>
                  <a:pt x="2412302" y="889591"/>
                  <a:pt x="2412302" y="885876"/>
                </a:cubicBezTo>
                <a:cubicBezTo>
                  <a:pt x="2414397" y="869684"/>
                  <a:pt x="2417540" y="839299"/>
                  <a:pt x="2403443" y="827678"/>
                </a:cubicBezTo>
                <a:cubicBezTo>
                  <a:pt x="2398205" y="820344"/>
                  <a:pt x="2392490" y="814629"/>
                  <a:pt x="2385632" y="809390"/>
                </a:cubicBezTo>
                <a:cubicBezTo>
                  <a:pt x="2359914" y="790531"/>
                  <a:pt x="2350580" y="787864"/>
                  <a:pt x="2319623" y="785292"/>
                </a:cubicBezTo>
                <a:cubicBezTo>
                  <a:pt x="2317052" y="785292"/>
                  <a:pt x="2306003" y="781101"/>
                  <a:pt x="2303336" y="781101"/>
                </a:cubicBezTo>
                <a:cubicBezTo>
                  <a:pt x="2301240" y="780053"/>
                  <a:pt x="2297049" y="777958"/>
                  <a:pt x="2292382" y="776434"/>
                </a:cubicBezTo>
                <a:lnTo>
                  <a:pt x="2285048" y="773291"/>
                </a:lnTo>
                <a:cubicBezTo>
                  <a:pt x="2283428" y="772814"/>
                  <a:pt x="2281904" y="772243"/>
                  <a:pt x="2280285" y="771767"/>
                </a:cubicBezTo>
                <a:cubicBezTo>
                  <a:pt x="2270855" y="766052"/>
                  <a:pt x="2255139" y="760718"/>
                  <a:pt x="2256187" y="746621"/>
                </a:cubicBezTo>
                <a:cubicBezTo>
                  <a:pt x="2256187" y="742906"/>
                  <a:pt x="2260378" y="736619"/>
                  <a:pt x="2265045" y="733476"/>
                </a:cubicBezTo>
                <a:cubicBezTo>
                  <a:pt x="2268188" y="731381"/>
                  <a:pt x="2271332" y="731381"/>
                  <a:pt x="2275999" y="730333"/>
                </a:cubicBezTo>
                <a:lnTo>
                  <a:pt x="2278094" y="729285"/>
                </a:lnTo>
                <a:cubicBezTo>
                  <a:pt x="2279142" y="728714"/>
                  <a:pt x="2279714" y="728714"/>
                  <a:pt x="2280761" y="728714"/>
                </a:cubicBezTo>
                <a:cubicBezTo>
                  <a:pt x="2283333" y="728142"/>
                  <a:pt x="2286000" y="728142"/>
                  <a:pt x="2288572" y="728142"/>
                </a:cubicBezTo>
                <a:lnTo>
                  <a:pt x="2299526" y="728714"/>
                </a:lnTo>
                <a:lnTo>
                  <a:pt x="2301145" y="729285"/>
                </a:lnTo>
                <a:close/>
                <a:moveTo>
                  <a:pt x="1926717" y="940073"/>
                </a:moveTo>
                <a:lnTo>
                  <a:pt x="1904714" y="940550"/>
                </a:lnTo>
                <a:lnTo>
                  <a:pt x="1899476" y="940550"/>
                </a:lnTo>
                <a:lnTo>
                  <a:pt x="1900047" y="931691"/>
                </a:lnTo>
                <a:cubicBezTo>
                  <a:pt x="1904714" y="848443"/>
                  <a:pt x="1896332" y="765099"/>
                  <a:pt x="1894808" y="682327"/>
                </a:cubicBezTo>
                <a:cubicBezTo>
                  <a:pt x="1894332" y="662420"/>
                  <a:pt x="1895380" y="600126"/>
                  <a:pt x="1895856" y="595364"/>
                </a:cubicBezTo>
                <a:lnTo>
                  <a:pt x="1895856" y="587553"/>
                </a:lnTo>
                <a:lnTo>
                  <a:pt x="1901095" y="587553"/>
                </a:lnTo>
                <a:cubicBezTo>
                  <a:pt x="1917859" y="588125"/>
                  <a:pt x="1934623" y="588125"/>
                  <a:pt x="1951387" y="585934"/>
                </a:cubicBezTo>
                <a:cubicBezTo>
                  <a:pt x="1951387" y="595840"/>
                  <a:pt x="1951387" y="606413"/>
                  <a:pt x="1951863" y="616795"/>
                </a:cubicBezTo>
                <a:cubicBezTo>
                  <a:pt x="1951863" y="630416"/>
                  <a:pt x="1953959" y="696424"/>
                  <a:pt x="1955578" y="712140"/>
                </a:cubicBezTo>
                <a:cubicBezTo>
                  <a:pt x="1957102" y="727285"/>
                  <a:pt x="1958721" y="742049"/>
                  <a:pt x="1957673" y="757193"/>
                </a:cubicBezTo>
                <a:cubicBezTo>
                  <a:pt x="1957673" y="757765"/>
                  <a:pt x="1957673" y="759765"/>
                  <a:pt x="1958150" y="761384"/>
                </a:cubicBezTo>
                <a:lnTo>
                  <a:pt x="1959769" y="764528"/>
                </a:lnTo>
                <a:cubicBezTo>
                  <a:pt x="1958150" y="772433"/>
                  <a:pt x="1965484" y="778148"/>
                  <a:pt x="1973389" y="773957"/>
                </a:cubicBezTo>
                <a:cubicBezTo>
                  <a:pt x="1979676" y="770814"/>
                  <a:pt x="1983867" y="766147"/>
                  <a:pt x="1987010" y="763004"/>
                </a:cubicBezTo>
                <a:cubicBezTo>
                  <a:pt x="2011585" y="737858"/>
                  <a:pt x="2039874" y="716331"/>
                  <a:pt x="2062925" y="688613"/>
                </a:cubicBezTo>
                <a:lnTo>
                  <a:pt x="2068639" y="688613"/>
                </a:lnTo>
                <a:cubicBezTo>
                  <a:pt x="2070259" y="688613"/>
                  <a:pt x="2078069" y="688042"/>
                  <a:pt x="2085404" y="687566"/>
                </a:cubicBezTo>
                <a:lnTo>
                  <a:pt x="2095881" y="686994"/>
                </a:lnTo>
                <a:lnTo>
                  <a:pt x="2100644" y="686994"/>
                </a:lnTo>
                <a:cubicBezTo>
                  <a:pt x="2113788" y="687566"/>
                  <a:pt x="2123123" y="688042"/>
                  <a:pt x="2123123" y="688042"/>
                </a:cubicBezTo>
                <a:cubicBezTo>
                  <a:pt x="2116360" y="696424"/>
                  <a:pt x="2115312" y="696900"/>
                  <a:pt x="2104835" y="704234"/>
                </a:cubicBezTo>
                <a:cubicBezTo>
                  <a:pt x="2097500" y="713664"/>
                  <a:pt x="2087499" y="720998"/>
                  <a:pt x="2080165" y="730428"/>
                </a:cubicBezTo>
                <a:lnTo>
                  <a:pt x="2077593" y="732047"/>
                </a:lnTo>
                <a:lnTo>
                  <a:pt x="2073878" y="734619"/>
                </a:lnTo>
                <a:cubicBezTo>
                  <a:pt x="2061877" y="748240"/>
                  <a:pt x="2049780" y="761861"/>
                  <a:pt x="2038826" y="776529"/>
                </a:cubicBezTo>
                <a:cubicBezTo>
                  <a:pt x="2034635" y="782339"/>
                  <a:pt x="2039398" y="789674"/>
                  <a:pt x="2043493" y="794341"/>
                </a:cubicBezTo>
                <a:lnTo>
                  <a:pt x="2046161" y="796436"/>
                </a:lnTo>
                <a:cubicBezTo>
                  <a:pt x="2047208" y="798056"/>
                  <a:pt x="2047685" y="799103"/>
                  <a:pt x="2048732" y="799580"/>
                </a:cubicBezTo>
                <a:cubicBezTo>
                  <a:pt x="2049304" y="801675"/>
                  <a:pt x="2050352" y="803294"/>
                  <a:pt x="2051876" y="804818"/>
                </a:cubicBezTo>
                <a:lnTo>
                  <a:pt x="2054447" y="807962"/>
                </a:lnTo>
                <a:cubicBezTo>
                  <a:pt x="2060258" y="818439"/>
                  <a:pt x="2069116" y="827297"/>
                  <a:pt x="2075974" y="837299"/>
                </a:cubicBezTo>
                <a:cubicBezTo>
                  <a:pt x="2089595" y="859873"/>
                  <a:pt x="2105311" y="888162"/>
                  <a:pt x="2121599" y="909117"/>
                </a:cubicBezTo>
                <a:cubicBezTo>
                  <a:pt x="2124742" y="916451"/>
                  <a:pt x="2127885" y="924262"/>
                  <a:pt x="2133600" y="930072"/>
                </a:cubicBezTo>
                <a:cubicBezTo>
                  <a:pt x="2136743" y="935882"/>
                  <a:pt x="2138839" y="940073"/>
                  <a:pt x="2141411" y="943693"/>
                </a:cubicBezTo>
                <a:lnTo>
                  <a:pt x="2143506" y="946836"/>
                </a:lnTo>
                <a:lnTo>
                  <a:pt x="2136743" y="945788"/>
                </a:lnTo>
                <a:lnTo>
                  <a:pt x="2130457" y="945788"/>
                </a:lnTo>
                <a:cubicBezTo>
                  <a:pt x="2119503" y="946265"/>
                  <a:pt x="2107406" y="944741"/>
                  <a:pt x="2096453" y="944264"/>
                </a:cubicBezTo>
                <a:cubicBezTo>
                  <a:pt x="2089690" y="944264"/>
                  <a:pt x="2082260" y="942740"/>
                  <a:pt x="2075974" y="942740"/>
                </a:cubicBezTo>
                <a:cubicBezTo>
                  <a:pt x="2073402" y="942740"/>
                  <a:pt x="2070259" y="942740"/>
                  <a:pt x="2067592" y="943217"/>
                </a:cubicBezTo>
                <a:cubicBezTo>
                  <a:pt x="2066544" y="940550"/>
                  <a:pt x="2065496" y="939026"/>
                  <a:pt x="2065020" y="937406"/>
                </a:cubicBezTo>
                <a:lnTo>
                  <a:pt x="2061877" y="932168"/>
                </a:lnTo>
                <a:cubicBezTo>
                  <a:pt x="2060353" y="929596"/>
                  <a:pt x="2059305" y="927500"/>
                  <a:pt x="2058734" y="925405"/>
                </a:cubicBezTo>
                <a:cubicBezTo>
                  <a:pt x="2058734" y="922738"/>
                  <a:pt x="2057686" y="920642"/>
                  <a:pt x="2055590" y="919118"/>
                </a:cubicBezTo>
                <a:cubicBezTo>
                  <a:pt x="2053495" y="913308"/>
                  <a:pt x="2049875" y="908165"/>
                  <a:pt x="2046161" y="903402"/>
                </a:cubicBezTo>
                <a:cubicBezTo>
                  <a:pt x="2045589" y="901307"/>
                  <a:pt x="2044541" y="898735"/>
                  <a:pt x="2043017" y="897116"/>
                </a:cubicBezTo>
                <a:cubicBezTo>
                  <a:pt x="2041970" y="893972"/>
                  <a:pt x="2040350" y="890829"/>
                  <a:pt x="2038350" y="888734"/>
                </a:cubicBezTo>
                <a:cubicBezTo>
                  <a:pt x="2032540" y="878732"/>
                  <a:pt x="2024729" y="862540"/>
                  <a:pt x="2017395" y="855206"/>
                </a:cubicBezTo>
                <a:lnTo>
                  <a:pt x="2014823" y="851491"/>
                </a:lnTo>
                <a:cubicBezTo>
                  <a:pt x="2012728" y="848348"/>
                  <a:pt x="2010156" y="844633"/>
                  <a:pt x="2007489" y="841490"/>
                </a:cubicBezTo>
                <a:cubicBezTo>
                  <a:pt x="1998059" y="831012"/>
                  <a:pt x="1993297" y="827297"/>
                  <a:pt x="1981867" y="834632"/>
                </a:cubicBezTo>
                <a:cubicBezTo>
                  <a:pt x="1976628" y="838346"/>
                  <a:pt x="1971961" y="842442"/>
                  <a:pt x="1964531" y="847205"/>
                </a:cubicBezTo>
                <a:cubicBezTo>
                  <a:pt x="1960340" y="848252"/>
                  <a:pt x="1957197" y="852443"/>
                  <a:pt x="1957768" y="857206"/>
                </a:cubicBezTo>
                <a:cubicBezTo>
                  <a:pt x="1959293" y="878161"/>
                  <a:pt x="1959293" y="898068"/>
                  <a:pt x="1957768" y="918452"/>
                </a:cubicBezTo>
                <a:cubicBezTo>
                  <a:pt x="1957768" y="918928"/>
                  <a:pt x="1957768" y="920547"/>
                  <a:pt x="1957197" y="922166"/>
                </a:cubicBezTo>
                <a:lnTo>
                  <a:pt x="1957197" y="925310"/>
                </a:lnTo>
                <a:cubicBezTo>
                  <a:pt x="1956149" y="931596"/>
                  <a:pt x="1956149" y="936263"/>
                  <a:pt x="1956721" y="939978"/>
                </a:cubicBezTo>
                <a:lnTo>
                  <a:pt x="1926812" y="939978"/>
                </a:lnTo>
                <a:close/>
                <a:moveTo>
                  <a:pt x="1888998" y="943217"/>
                </a:moveTo>
                <a:cubicBezTo>
                  <a:pt x="1889474" y="947408"/>
                  <a:pt x="1890046" y="953123"/>
                  <a:pt x="1896332" y="950551"/>
                </a:cubicBezTo>
                <a:cubicBezTo>
                  <a:pt x="1896904" y="949979"/>
                  <a:pt x="1956054" y="949979"/>
                  <a:pt x="1957673" y="949979"/>
                </a:cubicBezTo>
                <a:cubicBezTo>
                  <a:pt x="1961293" y="949979"/>
                  <a:pt x="1967579" y="949979"/>
                  <a:pt x="1967103" y="944264"/>
                </a:cubicBezTo>
                <a:cubicBezTo>
                  <a:pt x="1966627" y="939502"/>
                  <a:pt x="1966055" y="934835"/>
                  <a:pt x="1967103" y="926453"/>
                </a:cubicBezTo>
                <a:lnTo>
                  <a:pt x="1967103" y="923881"/>
                </a:lnTo>
                <a:cubicBezTo>
                  <a:pt x="1967675" y="922357"/>
                  <a:pt x="1967675" y="919690"/>
                  <a:pt x="1967675" y="917594"/>
                </a:cubicBezTo>
                <a:cubicBezTo>
                  <a:pt x="1969199" y="898259"/>
                  <a:pt x="1969199" y="878351"/>
                  <a:pt x="1969199" y="856349"/>
                </a:cubicBezTo>
                <a:lnTo>
                  <a:pt x="1972342" y="854825"/>
                </a:lnTo>
                <a:cubicBezTo>
                  <a:pt x="1977581" y="851681"/>
                  <a:pt x="1982248" y="847014"/>
                  <a:pt x="1987582" y="843299"/>
                </a:cubicBezTo>
                <a:lnTo>
                  <a:pt x="1991201" y="840728"/>
                </a:lnTo>
                <a:cubicBezTo>
                  <a:pt x="1998059" y="844919"/>
                  <a:pt x="2002155" y="851681"/>
                  <a:pt x="2006918" y="857492"/>
                </a:cubicBezTo>
                <a:lnTo>
                  <a:pt x="2010061" y="862254"/>
                </a:lnTo>
                <a:cubicBezTo>
                  <a:pt x="2016347" y="867969"/>
                  <a:pt x="2025301" y="885781"/>
                  <a:pt x="2031016" y="895782"/>
                </a:cubicBezTo>
                <a:cubicBezTo>
                  <a:pt x="2032540" y="897401"/>
                  <a:pt x="2033588" y="899497"/>
                  <a:pt x="2035207" y="903688"/>
                </a:cubicBezTo>
                <a:cubicBezTo>
                  <a:pt x="2035521" y="904005"/>
                  <a:pt x="2035874" y="904895"/>
                  <a:pt x="2036255" y="906355"/>
                </a:cubicBezTo>
                <a:lnTo>
                  <a:pt x="2037302" y="908927"/>
                </a:lnTo>
                <a:cubicBezTo>
                  <a:pt x="2041970" y="914737"/>
                  <a:pt x="2045113" y="920452"/>
                  <a:pt x="2048828" y="926738"/>
                </a:cubicBezTo>
                <a:cubicBezTo>
                  <a:pt x="2049399" y="930929"/>
                  <a:pt x="2051495" y="934644"/>
                  <a:pt x="2053495" y="937787"/>
                </a:cubicBezTo>
                <a:lnTo>
                  <a:pt x="2056162" y="943026"/>
                </a:lnTo>
                <a:cubicBezTo>
                  <a:pt x="2059781" y="948741"/>
                  <a:pt x="2057686" y="953027"/>
                  <a:pt x="2066639" y="953504"/>
                </a:cubicBezTo>
                <a:cubicBezTo>
                  <a:pt x="2069306" y="953504"/>
                  <a:pt x="2072926" y="953027"/>
                  <a:pt x="2076069" y="953027"/>
                </a:cubicBezTo>
                <a:cubicBezTo>
                  <a:pt x="2082356" y="953027"/>
                  <a:pt x="2089214" y="954551"/>
                  <a:pt x="2095976" y="954551"/>
                </a:cubicBezTo>
                <a:cubicBezTo>
                  <a:pt x="2107502" y="955028"/>
                  <a:pt x="2120075" y="956647"/>
                  <a:pt x="2132648" y="956647"/>
                </a:cubicBezTo>
                <a:lnTo>
                  <a:pt x="2136267" y="956171"/>
                </a:lnTo>
                <a:cubicBezTo>
                  <a:pt x="2136839" y="956171"/>
                  <a:pt x="2146745" y="958742"/>
                  <a:pt x="2150936" y="956171"/>
                </a:cubicBezTo>
                <a:cubicBezTo>
                  <a:pt x="2155127" y="954647"/>
                  <a:pt x="2161413" y="951980"/>
                  <a:pt x="2156174" y="946741"/>
                </a:cubicBezTo>
                <a:cubicBezTo>
                  <a:pt x="2150364" y="940931"/>
                  <a:pt x="2145697" y="932072"/>
                  <a:pt x="2140934" y="923690"/>
                </a:cubicBezTo>
                <a:cubicBezTo>
                  <a:pt x="2136172" y="919023"/>
                  <a:pt x="2133029" y="911117"/>
                  <a:pt x="2129981" y="903783"/>
                </a:cubicBezTo>
                <a:cubicBezTo>
                  <a:pt x="2114264" y="884447"/>
                  <a:pt x="2097500" y="852920"/>
                  <a:pt x="2084356" y="832536"/>
                </a:cubicBezTo>
                <a:cubicBezTo>
                  <a:pt x="2078069" y="822535"/>
                  <a:pt x="2069116" y="813677"/>
                  <a:pt x="2063401" y="803199"/>
                </a:cubicBezTo>
                <a:lnTo>
                  <a:pt x="2061305" y="800056"/>
                </a:lnTo>
                <a:lnTo>
                  <a:pt x="2058638" y="797960"/>
                </a:lnTo>
                <a:cubicBezTo>
                  <a:pt x="2058638" y="797960"/>
                  <a:pt x="2058638" y="797389"/>
                  <a:pt x="2053400" y="790055"/>
                </a:cubicBezTo>
                <a:lnTo>
                  <a:pt x="2050828" y="787483"/>
                </a:lnTo>
                <a:cubicBezTo>
                  <a:pt x="2049304" y="785959"/>
                  <a:pt x="2048256" y="784340"/>
                  <a:pt x="2047208" y="782244"/>
                </a:cubicBezTo>
                <a:cubicBezTo>
                  <a:pt x="2057686" y="768052"/>
                  <a:pt x="2069211" y="755479"/>
                  <a:pt x="2080736" y="742430"/>
                </a:cubicBezTo>
                <a:cubicBezTo>
                  <a:pt x="2080736" y="742430"/>
                  <a:pt x="2082832" y="741382"/>
                  <a:pt x="2084451" y="739858"/>
                </a:cubicBezTo>
                <a:lnTo>
                  <a:pt x="2087594" y="737762"/>
                </a:lnTo>
                <a:cubicBezTo>
                  <a:pt x="2094929" y="728333"/>
                  <a:pt x="2104930" y="720998"/>
                  <a:pt x="2112169" y="711569"/>
                </a:cubicBezTo>
                <a:cubicBezTo>
                  <a:pt x="2122646" y="704234"/>
                  <a:pt x="2130552" y="695852"/>
                  <a:pt x="2137886" y="686994"/>
                </a:cubicBezTo>
                <a:lnTo>
                  <a:pt x="2137886" y="680136"/>
                </a:lnTo>
                <a:cubicBezTo>
                  <a:pt x="2139410" y="680136"/>
                  <a:pt x="2132648" y="679565"/>
                  <a:pt x="2133124" y="679088"/>
                </a:cubicBezTo>
                <a:cubicBezTo>
                  <a:pt x="2131028" y="678517"/>
                  <a:pt x="2128457" y="678517"/>
                  <a:pt x="2126361" y="679088"/>
                </a:cubicBezTo>
                <a:cubicBezTo>
                  <a:pt x="2117503" y="678517"/>
                  <a:pt x="2108549" y="676993"/>
                  <a:pt x="2099691" y="676993"/>
                </a:cubicBezTo>
                <a:lnTo>
                  <a:pt x="2095500" y="676993"/>
                </a:lnTo>
                <a:lnTo>
                  <a:pt x="2085023" y="678041"/>
                </a:lnTo>
                <a:cubicBezTo>
                  <a:pt x="2077688" y="678612"/>
                  <a:pt x="2070354" y="679088"/>
                  <a:pt x="2068735" y="679088"/>
                </a:cubicBezTo>
                <a:cubicBezTo>
                  <a:pt x="2063020" y="679088"/>
                  <a:pt x="2056162" y="676517"/>
                  <a:pt x="2054066" y="684327"/>
                </a:cubicBezTo>
                <a:cubicBezTo>
                  <a:pt x="2031492" y="710521"/>
                  <a:pt x="2003774" y="731476"/>
                  <a:pt x="1980152" y="756146"/>
                </a:cubicBezTo>
                <a:cubicBezTo>
                  <a:pt x="1977009" y="759289"/>
                  <a:pt x="1973866" y="762432"/>
                  <a:pt x="1969675" y="763480"/>
                </a:cubicBezTo>
                <a:lnTo>
                  <a:pt x="1967579" y="758717"/>
                </a:lnTo>
                <a:cubicBezTo>
                  <a:pt x="1968627" y="743001"/>
                  <a:pt x="1967008" y="727285"/>
                  <a:pt x="1965484" y="711569"/>
                </a:cubicBezTo>
                <a:cubicBezTo>
                  <a:pt x="1963864" y="695852"/>
                  <a:pt x="1961769" y="630892"/>
                  <a:pt x="1961769" y="617271"/>
                </a:cubicBezTo>
                <a:cubicBezTo>
                  <a:pt x="1961293" y="604698"/>
                  <a:pt x="1961293" y="592125"/>
                  <a:pt x="1961293" y="580600"/>
                </a:cubicBezTo>
                <a:cubicBezTo>
                  <a:pt x="1961293" y="577457"/>
                  <a:pt x="1958721" y="575361"/>
                  <a:pt x="1955578" y="575933"/>
                </a:cubicBezTo>
                <a:cubicBezTo>
                  <a:pt x="1934623" y="579076"/>
                  <a:pt x="1914144" y="576980"/>
                  <a:pt x="1893761" y="578028"/>
                </a:cubicBezTo>
                <a:cubicBezTo>
                  <a:pt x="1886426" y="579076"/>
                  <a:pt x="1886426" y="580695"/>
                  <a:pt x="1885950" y="587458"/>
                </a:cubicBezTo>
                <a:lnTo>
                  <a:pt x="1885950" y="595364"/>
                </a:lnTo>
                <a:cubicBezTo>
                  <a:pt x="1885379" y="600031"/>
                  <a:pt x="1884331" y="662896"/>
                  <a:pt x="1884902" y="682803"/>
                </a:cubicBezTo>
                <a:cubicBezTo>
                  <a:pt x="1886426" y="765575"/>
                  <a:pt x="1892237" y="848919"/>
                  <a:pt x="1889570" y="931596"/>
                </a:cubicBezTo>
                <a:lnTo>
                  <a:pt x="1889570" y="940454"/>
                </a:lnTo>
                <a:lnTo>
                  <a:pt x="1889093" y="943598"/>
                </a:lnTo>
                <a:close/>
                <a:moveTo>
                  <a:pt x="1678400" y="944741"/>
                </a:moveTo>
                <a:cubicBezTo>
                  <a:pt x="1678400" y="944741"/>
                  <a:pt x="1677353" y="945217"/>
                  <a:pt x="1677924" y="944741"/>
                </a:cubicBezTo>
                <a:lnTo>
                  <a:pt x="1678972" y="940073"/>
                </a:lnTo>
                <a:cubicBezTo>
                  <a:pt x="1678972" y="937406"/>
                  <a:pt x="1679448" y="934835"/>
                  <a:pt x="1678972" y="932168"/>
                </a:cubicBezTo>
                <a:cubicBezTo>
                  <a:pt x="1678972" y="913880"/>
                  <a:pt x="1679448" y="894449"/>
                  <a:pt x="1678400" y="876161"/>
                </a:cubicBezTo>
                <a:cubicBezTo>
                  <a:pt x="1677924" y="867779"/>
                  <a:pt x="1678972" y="810629"/>
                  <a:pt x="1678972" y="810629"/>
                </a:cubicBezTo>
                <a:lnTo>
                  <a:pt x="1678972" y="779672"/>
                </a:lnTo>
                <a:lnTo>
                  <a:pt x="1679448" y="776053"/>
                </a:lnTo>
                <a:cubicBezTo>
                  <a:pt x="1679448" y="773386"/>
                  <a:pt x="1680020" y="769766"/>
                  <a:pt x="1680020" y="765004"/>
                </a:cubicBezTo>
                <a:cubicBezTo>
                  <a:pt x="1681067" y="737762"/>
                  <a:pt x="1682591" y="714712"/>
                  <a:pt x="1680020" y="687470"/>
                </a:cubicBezTo>
                <a:lnTo>
                  <a:pt x="1702499" y="689090"/>
                </a:lnTo>
                <a:lnTo>
                  <a:pt x="1704594" y="689661"/>
                </a:lnTo>
                <a:lnTo>
                  <a:pt x="1737074" y="689661"/>
                </a:lnTo>
                <a:cubicBezTo>
                  <a:pt x="1738122" y="697472"/>
                  <a:pt x="1738693" y="705377"/>
                  <a:pt x="1738122" y="714807"/>
                </a:cubicBezTo>
                <a:cubicBezTo>
                  <a:pt x="1738122" y="722141"/>
                  <a:pt x="1744409" y="726904"/>
                  <a:pt x="1751267" y="723761"/>
                </a:cubicBezTo>
                <a:cubicBezTo>
                  <a:pt x="1755934" y="721665"/>
                  <a:pt x="1759077" y="718522"/>
                  <a:pt x="1762792" y="715379"/>
                </a:cubicBezTo>
                <a:lnTo>
                  <a:pt x="1766411" y="712235"/>
                </a:lnTo>
                <a:cubicBezTo>
                  <a:pt x="1769555" y="708044"/>
                  <a:pt x="1771650" y="706997"/>
                  <a:pt x="1776889" y="703377"/>
                </a:cubicBezTo>
                <a:lnTo>
                  <a:pt x="1784223" y="695471"/>
                </a:lnTo>
                <a:lnTo>
                  <a:pt x="1790033" y="691280"/>
                </a:lnTo>
                <a:cubicBezTo>
                  <a:pt x="1791557" y="689756"/>
                  <a:pt x="1793177" y="688709"/>
                  <a:pt x="1796320" y="688137"/>
                </a:cubicBezTo>
                <a:cubicBezTo>
                  <a:pt x="1801082" y="687089"/>
                  <a:pt x="1802606" y="684422"/>
                  <a:pt x="1808893" y="684422"/>
                </a:cubicBezTo>
                <a:cubicBezTo>
                  <a:pt x="1812512" y="683851"/>
                  <a:pt x="1816227" y="683375"/>
                  <a:pt x="1819847" y="682898"/>
                </a:cubicBezTo>
                <a:lnTo>
                  <a:pt x="1825085" y="681851"/>
                </a:lnTo>
                <a:lnTo>
                  <a:pt x="1828229" y="682422"/>
                </a:lnTo>
                <a:lnTo>
                  <a:pt x="1831372" y="684518"/>
                </a:lnTo>
                <a:cubicBezTo>
                  <a:pt x="1830324" y="692900"/>
                  <a:pt x="1828229" y="700710"/>
                  <a:pt x="1829276" y="710140"/>
                </a:cubicBezTo>
                <a:cubicBezTo>
                  <a:pt x="1829276" y="712235"/>
                  <a:pt x="1830324" y="715379"/>
                  <a:pt x="1830324" y="717474"/>
                </a:cubicBezTo>
                <a:cubicBezTo>
                  <a:pt x="1830324" y="725380"/>
                  <a:pt x="1832896" y="732143"/>
                  <a:pt x="1832896" y="739477"/>
                </a:cubicBezTo>
                <a:cubicBezTo>
                  <a:pt x="1829753" y="738905"/>
                  <a:pt x="1826133" y="738905"/>
                  <a:pt x="1822990" y="740048"/>
                </a:cubicBezTo>
                <a:lnTo>
                  <a:pt x="1815656" y="741096"/>
                </a:lnTo>
                <a:lnTo>
                  <a:pt x="1813084" y="740525"/>
                </a:lnTo>
                <a:cubicBezTo>
                  <a:pt x="1795272" y="742144"/>
                  <a:pt x="1776413" y="746335"/>
                  <a:pt x="1763268" y="758336"/>
                </a:cubicBezTo>
                <a:cubicBezTo>
                  <a:pt x="1761744" y="760432"/>
                  <a:pt x="1760125" y="763099"/>
                  <a:pt x="1759077" y="764051"/>
                </a:cubicBezTo>
                <a:lnTo>
                  <a:pt x="1756982" y="767766"/>
                </a:lnTo>
                <a:lnTo>
                  <a:pt x="1755458" y="769862"/>
                </a:lnTo>
                <a:cubicBezTo>
                  <a:pt x="1753362" y="771481"/>
                  <a:pt x="1751838" y="773005"/>
                  <a:pt x="1750790" y="775100"/>
                </a:cubicBezTo>
                <a:cubicBezTo>
                  <a:pt x="1749743" y="777196"/>
                  <a:pt x="1749171" y="778815"/>
                  <a:pt x="1748123" y="782435"/>
                </a:cubicBezTo>
                <a:lnTo>
                  <a:pt x="1746599" y="785006"/>
                </a:lnTo>
                <a:lnTo>
                  <a:pt x="1744980" y="791293"/>
                </a:lnTo>
                <a:lnTo>
                  <a:pt x="1744504" y="795484"/>
                </a:lnTo>
                <a:lnTo>
                  <a:pt x="1742885" y="800723"/>
                </a:lnTo>
                <a:lnTo>
                  <a:pt x="1742408" y="802818"/>
                </a:lnTo>
                <a:cubicBezTo>
                  <a:pt x="1741361" y="808628"/>
                  <a:pt x="1740313" y="814915"/>
                  <a:pt x="1738789" y="821678"/>
                </a:cubicBezTo>
                <a:lnTo>
                  <a:pt x="1737741" y="835298"/>
                </a:lnTo>
                <a:lnTo>
                  <a:pt x="1736693" y="861492"/>
                </a:lnTo>
                <a:cubicBezTo>
                  <a:pt x="1736693" y="875113"/>
                  <a:pt x="1736122" y="883019"/>
                  <a:pt x="1736122" y="896544"/>
                </a:cubicBezTo>
                <a:cubicBezTo>
                  <a:pt x="1736122" y="905402"/>
                  <a:pt x="1735646" y="912260"/>
                  <a:pt x="1736122" y="919023"/>
                </a:cubicBezTo>
                <a:lnTo>
                  <a:pt x="1737741" y="927977"/>
                </a:lnTo>
                <a:cubicBezTo>
                  <a:pt x="1737741" y="931120"/>
                  <a:pt x="1738217" y="934739"/>
                  <a:pt x="1737741" y="937883"/>
                </a:cubicBezTo>
                <a:cubicBezTo>
                  <a:pt x="1737741" y="939978"/>
                  <a:pt x="1737170" y="942074"/>
                  <a:pt x="1737170" y="944169"/>
                </a:cubicBezTo>
                <a:cubicBezTo>
                  <a:pt x="1716691" y="943121"/>
                  <a:pt x="1698403" y="946741"/>
                  <a:pt x="1678496" y="944645"/>
                </a:cubicBezTo>
                <a:moveTo>
                  <a:pt x="1669066" y="937787"/>
                </a:moveTo>
                <a:cubicBezTo>
                  <a:pt x="1667447" y="938835"/>
                  <a:pt x="1666399" y="941978"/>
                  <a:pt x="1667447" y="947217"/>
                </a:cubicBezTo>
                <a:lnTo>
                  <a:pt x="1668494" y="950360"/>
                </a:lnTo>
                <a:cubicBezTo>
                  <a:pt x="1668494" y="951408"/>
                  <a:pt x="1671161" y="954075"/>
                  <a:pt x="1672209" y="954075"/>
                </a:cubicBezTo>
                <a:cubicBezTo>
                  <a:pt x="1687925" y="957218"/>
                  <a:pt x="1705737" y="955123"/>
                  <a:pt x="1721453" y="954075"/>
                </a:cubicBezTo>
                <a:cubicBezTo>
                  <a:pt x="1733455" y="953027"/>
                  <a:pt x="1749171" y="959314"/>
                  <a:pt x="1746599" y="946169"/>
                </a:cubicBezTo>
                <a:cubicBezTo>
                  <a:pt x="1747076" y="943502"/>
                  <a:pt x="1747647" y="940931"/>
                  <a:pt x="1747647" y="938359"/>
                </a:cubicBezTo>
                <a:cubicBezTo>
                  <a:pt x="1748123" y="934168"/>
                  <a:pt x="1747647" y="930453"/>
                  <a:pt x="1747647" y="926834"/>
                </a:cubicBezTo>
                <a:lnTo>
                  <a:pt x="1746028" y="917975"/>
                </a:lnTo>
                <a:cubicBezTo>
                  <a:pt x="1745552" y="911117"/>
                  <a:pt x="1746028" y="904831"/>
                  <a:pt x="1746028" y="897020"/>
                </a:cubicBezTo>
                <a:cubicBezTo>
                  <a:pt x="1746599" y="882923"/>
                  <a:pt x="1746599" y="875494"/>
                  <a:pt x="1747076" y="861397"/>
                </a:cubicBezTo>
                <a:lnTo>
                  <a:pt x="1747647" y="835679"/>
                </a:lnTo>
                <a:lnTo>
                  <a:pt x="1748695" y="823106"/>
                </a:lnTo>
                <a:cubicBezTo>
                  <a:pt x="1750219" y="818439"/>
                  <a:pt x="1750790" y="815772"/>
                  <a:pt x="1751267" y="811105"/>
                </a:cubicBezTo>
                <a:lnTo>
                  <a:pt x="1751838" y="804247"/>
                </a:lnTo>
                <a:lnTo>
                  <a:pt x="1752886" y="802628"/>
                </a:lnTo>
                <a:lnTo>
                  <a:pt x="1754981" y="796913"/>
                </a:lnTo>
                <a:lnTo>
                  <a:pt x="1754981" y="792245"/>
                </a:lnTo>
                <a:lnTo>
                  <a:pt x="1757648" y="787007"/>
                </a:lnTo>
                <a:lnTo>
                  <a:pt x="1758696" y="784911"/>
                </a:lnTo>
                <a:lnTo>
                  <a:pt x="1759172" y="781768"/>
                </a:lnTo>
                <a:lnTo>
                  <a:pt x="1759744" y="779672"/>
                </a:lnTo>
                <a:lnTo>
                  <a:pt x="1762316" y="776529"/>
                </a:lnTo>
                <a:lnTo>
                  <a:pt x="1765459" y="773386"/>
                </a:lnTo>
                <a:lnTo>
                  <a:pt x="1766983" y="771290"/>
                </a:lnTo>
                <a:lnTo>
                  <a:pt x="1768031" y="769195"/>
                </a:lnTo>
                <a:cubicBezTo>
                  <a:pt x="1769078" y="767576"/>
                  <a:pt x="1769650" y="766528"/>
                  <a:pt x="1770698" y="765480"/>
                </a:cubicBezTo>
                <a:cubicBezTo>
                  <a:pt x="1780604" y="756050"/>
                  <a:pt x="1795843" y="752336"/>
                  <a:pt x="1814703" y="750812"/>
                </a:cubicBezTo>
                <a:lnTo>
                  <a:pt x="1819370" y="750812"/>
                </a:lnTo>
                <a:lnTo>
                  <a:pt x="1825181" y="749288"/>
                </a:lnTo>
                <a:cubicBezTo>
                  <a:pt x="1828324" y="748716"/>
                  <a:pt x="1830896" y="748716"/>
                  <a:pt x="1833563" y="749288"/>
                </a:cubicBezTo>
                <a:lnTo>
                  <a:pt x="1836230" y="749859"/>
                </a:lnTo>
                <a:cubicBezTo>
                  <a:pt x="1845088" y="750335"/>
                  <a:pt x="1843564" y="745097"/>
                  <a:pt x="1843564" y="738810"/>
                </a:cubicBezTo>
                <a:cubicBezTo>
                  <a:pt x="1843564" y="731952"/>
                  <a:pt x="1840897" y="725189"/>
                  <a:pt x="1840897" y="717284"/>
                </a:cubicBezTo>
                <a:cubicBezTo>
                  <a:pt x="1840897" y="714712"/>
                  <a:pt x="1839849" y="711569"/>
                  <a:pt x="1839373" y="708902"/>
                </a:cubicBezTo>
                <a:cubicBezTo>
                  <a:pt x="1838325" y="696805"/>
                  <a:pt x="1848803" y="672707"/>
                  <a:pt x="1833563" y="672707"/>
                </a:cubicBezTo>
                <a:cubicBezTo>
                  <a:pt x="1832515" y="672707"/>
                  <a:pt x="1830991" y="672707"/>
                  <a:pt x="1829943" y="672135"/>
                </a:cubicBezTo>
                <a:lnTo>
                  <a:pt x="1826800" y="671564"/>
                </a:lnTo>
                <a:cubicBezTo>
                  <a:pt x="1825276" y="671564"/>
                  <a:pt x="1824228" y="671564"/>
                  <a:pt x="1822609" y="672135"/>
                </a:cubicBezTo>
                <a:lnTo>
                  <a:pt x="1818418" y="672707"/>
                </a:lnTo>
                <a:cubicBezTo>
                  <a:pt x="1815275" y="673278"/>
                  <a:pt x="1812131" y="673754"/>
                  <a:pt x="1808988" y="673754"/>
                </a:cubicBezTo>
                <a:cubicBezTo>
                  <a:pt x="1802702" y="673754"/>
                  <a:pt x="1799082" y="675850"/>
                  <a:pt x="1793748" y="677945"/>
                </a:cubicBezTo>
                <a:lnTo>
                  <a:pt x="1791653" y="677945"/>
                </a:lnTo>
                <a:cubicBezTo>
                  <a:pt x="1789081" y="679565"/>
                  <a:pt x="1786414" y="681089"/>
                  <a:pt x="1784318" y="682708"/>
                </a:cubicBezTo>
                <a:lnTo>
                  <a:pt x="1777556" y="687947"/>
                </a:lnTo>
                <a:lnTo>
                  <a:pt x="1770221" y="695852"/>
                </a:lnTo>
                <a:cubicBezTo>
                  <a:pt x="1764983" y="699567"/>
                  <a:pt x="1762887" y="700520"/>
                  <a:pt x="1759268" y="705282"/>
                </a:cubicBezTo>
                <a:lnTo>
                  <a:pt x="1756696" y="707378"/>
                </a:lnTo>
                <a:cubicBezTo>
                  <a:pt x="1754029" y="709949"/>
                  <a:pt x="1751457" y="712140"/>
                  <a:pt x="1748885" y="713664"/>
                </a:cubicBezTo>
                <a:cubicBezTo>
                  <a:pt x="1748885" y="702710"/>
                  <a:pt x="1748314" y="693281"/>
                  <a:pt x="1746790" y="683756"/>
                </a:cubicBezTo>
                <a:cubicBezTo>
                  <a:pt x="1745742" y="674326"/>
                  <a:pt x="1712214" y="682232"/>
                  <a:pt x="1704308" y="679088"/>
                </a:cubicBezTo>
                <a:lnTo>
                  <a:pt x="1701641" y="679088"/>
                </a:lnTo>
                <a:cubicBezTo>
                  <a:pt x="1695926" y="679660"/>
                  <a:pt x="1668685" y="672802"/>
                  <a:pt x="1669733" y="683279"/>
                </a:cubicBezTo>
                <a:cubicBezTo>
                  <a:pt x="1670780" y="693281"/>
                  <a:pt x="1670780" y="714140"/>
                  <a:pt x="1670780" y="733571"/>
                </a:cubicBezTo>
                <a:cubicBezTo>
                  <a:pt x="1670780" y="747192"/>
                  <a:pt x="1670780" y="760813"/>
                  <a:pt x="1669733" y="774434"/>
                </a:cubicBezTo>
                <a:lnTo>
                  <a:pt x="1668685" y="779672"/>
                </a:lnTo>
                <a:cubicBezTo>
                  <a:pt x="1669256" y="784435"/>
                  <a:pt x="1669256" y="798056"/>
                  <a:pt x="1669256" y="810629"/>
                </a:cubicBezTo>
                <a:cubicBezTo>
                  <a:pt x="1668209" y="851491"/>
                  <a:pt x="1669256" y="892353"/>
                  <a:pt x="1669256" y="932644"/>
                </a:cubicBezTo>
                <a:cubicBezTo>
                  <a:pt x="1669733" y="934739"/>
                  <a:pt x="1669256" y="936835"/>
                  <a:pt x="1669256" y="937883"/>
                </a:cubicBezTo>
                <a:moveTo>
                  <a:pt x="1507331" y="730428"/>
                </a:moveTo>
                <a:cubicBezTo>
                  <a:pt x="1495806" y="724142"/>
                  <a:pt x="1482185" y="727285"/>
                  <a:pt x="1470660" y="730428"/>
                </a:cubicBezTo>
                <a:cubicBezTo>
                  <a:pt x="1466469" y="732047"/>
                  <a:pt x="1462278" y="732524"/>
                  <a:pt x="1457516" y="734619"/>
                </a:cubicBezTo>
                <a:lnTo>
                  <a:pt x="1454849" y="736715"/>
                </a:lnTo>
                <a:lnTo>
                  <a:pt x="1448086" y="740906"/>
                </a:lnTo>
                <a:cubicBezTo>
                  <a:pt x="1442371" y="743001"/>
                  <a:pt x="1438656" y="749288"/>
                  <a:pt x="1434941" y="754050"/>
                </a:cubicBezTo>
                <a:cubicBezTo>
                  <a:pt x="1429703" y="761384"/>
                  <a:pt x="1427131" y="770814"/>
                  <a:pt x="1424464" y="779672"/>
                </a:cubicBezTo>
                <a:cubicBezTo>
                  <a:pt x="1421321" y="789674"/>
                  <a:pt x="1432274" y="793293"/>
                  <a:pt x="1440180" y="791198"/>
                </a:cubicBezTo>
                <a:lnTo>
                  <a:pt x="1443323" y="790626"/>
                </a:lnTo>
                <a:cubicBezTo>
                  <a:pt x="1443800" y="790626"/>
                  <a:pt x="1531334" y="793198"/>
                  <a:pt x="1533906" y="793198"/>
                </a:cubicBezTo>
                <a:cubicBezTo>
                  <a:pt x="1539621" y="793198"/>
                  <a:pt x="1545431" y="791674"/>
                  <a:pt x="1550670" y="787483"/>
                </a:cubicBezTo>
                <a:cubicBezTo>
                  <a:pt x="1559052" y="780625"/>
                  <a:pt x="1548098" y="757574"/>
                  <a:pt x="1543907" y="751288"/>
                </a:cubicBezTo>
                <a:cubicBezTo>
                  <a:pt x="1539240" y="743954"/>
                  <a:pt x="1533430" y="741858"/>
                  <a:pt x="1526096" y="737667"/>
                </a:cubicBezTo>
                <a:cubicBezTo>
                  <a:pt x="1519238" y="734524"/>
                  <a:pt x="1515142" y="731381"/>
                  <a:pt x="1507236" y="730333"/>
                </a:cubicBezTo>
                <a:moveTo>
                  <a:pt x="1544384" y="779577"/>
                </a:moveTo>
                <a:cubicBezTo>
                  <a:pt x="1541240" y="782244"/>
                  <a:pt x="1537621" y="783292"/>
                  <a:pt x="1533430" y="783292"/>
                </a:cubicBezTo>
                <a:cubicBezTo>
                  <a:pt x="1531334" y="783292"/>
                  <a:pt x="1444371" y="780720"/>
                  <a:pt x="1441228" y="780720"/>
                </a:cubicBezTo>
                <a:lnTo>
                  <a:pt x="1438085" y="781292"/>
                </a:lnTo>
                <a:cubicBezTo>
                  <a:pt x="1436465" y="781863"/>
                  <a:pt x="1435418" y="782339"/>
                  <a:pt x="1434370" y="781863"/>
                </a:cubicBezTo>
                <a:cubicBezTo>
                  <a:pt x="1436465" y="774529"/>
                  <a:pt x="1438561" y="766147"/>
                  <a:pt x="1442752" y="759860"/>
                </a:cubicBezTo>
                <a:cubicBezTo>
                  <a:pt x="1444371" y="757765"/>
                  <a:pt x="1449038" y="751002"/>
                  <a:pt x="1452658" y="749954"/>
                </a:cubicBezTo>
                <a:lnTo>
                  <a:pt x="1461040" y="745192"/>
                </a:lnTo>
                <a:lnTo>
                  <a:pt x="1463135" y="743096"/>
                </a:lnTo>
                <a:cubicBezTo>
                  <a:pt x="1466279" y="741477"/>
                  <a:pt x="1469898" y="741477"/>
                  <a:pt x="1473041" y="740429"/>
                </a:cubicBezTo>
                <a:cubicBezTo>
                  <a:pt x="1481900" y="737858"/>
                  <a:pt x="1494568" y="734714"/>
                  <a:pt x="1504950" y="740429"/>
                </a:cubicBezTo>
                <a:cubicBezTo>
                  <a:pt x="1511237" y="741001"/>
                  <a:pt x="1515999" y="744144"/>
                  <a:pt x="1521238" y="746716"/>
                </a:cubicBezTo>
                <a:cubicBezTo>
                  <a:pt x="1526477" y="749859"/>
                  <a:pt x="1531715" y="751478"/>
                  <a:pt x="1535430" y="757193"/>
                </a:cubicBezTo>
                <a:cubicBezTo>
                  <a:pt x="1539621" y="763004"/>
                  <a:pt x="1542288" y="771862"/>
                  <a:pt x="1544288" y="779672"/>
                </a:cubicBezTo>
                <a:moveTo>
                  <a:pt x="1558481" y="876065"/>
                </a:moveTo>
                <a:cubicBezTo>
                  <a:pt x="1574197" y="873494"/>
                  <a:pt x="1591532" y="874541"/>
                  <a:pt x="1607249" y="875018"/>
                </a:cubicBezTo>
                <a:cubicBezTo>
                  <a:pt x="1604105" y="885495"/>
                  <a:pt x="1600962" y="892829"/>
                  <a:pt x="1596771" y="900164"/>
                </a:cubicBezTo>
                <a:cubicBezTo>
                  <a:pt x="1594199" y="902735"/>
                  <a:pt x="1591532" y="905402"/>
                  <a:pt x="1590008" y="909022"/>
                </a:cubicBezTo>
                <a:cubicBezTo>
                  <a:pt x="1587437" y="913213"/>
                  <a:pt x="1581626" y="918452"/>
                  <a:pt x="1578483" y="920547"/>
                </a:cubicBezTo>
                <a:cubicBezTo>
                  <a:pt x="1572673" y="925786"/>
                  <a:pt x="1564862" y="927881"/>
                  <a:pt x="1556957" y="932072"/>
                </a:cubicBezTo>
                <a:lnTo>
                  <a:pt x="1554385" y="934739"/>
                </a:lnTo>
                <a:lnTo>
                  <a:pt x="1551718" y="936263"/>
                </a:lnTo>
                <a:cubicBezTo>
                  <a:pt x="1547527" y="936835"/>
                  <a:pt x="1544384" y="940454"/>
                  <a:pt x="1540193" y="942074"/>
                </a:cubicBezTo>
                <a:lnTo>
                  <a:pt x="1534954" y="943598"/>
                </a:lnTo>
                <a:cubicBezTo>
                  <a:pt x="1533335" y="944169"/>
                  <a:pt x="1531811" y="944645"/>
                  <a:pt x="1530287" y="945122"/>
                </a:cubicBezTo>
                <a:cubicBezTo>
                  <a:pt x="1506664" y="947789"/>
                  <a:pt x="1474184" y="953504"/>
                  <a:pt x="1450658" y="943598"/>
                </a:cubicBezTo>
                <a:cubicBezTo>
                  <a:pt x="1441799" y="942074"/>
                  <a:pt x="1433322" y="937311"/>
                  <a:pt x="1424464" y="935787"/>
                </a:cubicBezTo>
                <a:cubicBezTo>
                  <a:pt x="1412462" y="929501"/>
                  <a:pt x="1403033" y="923214"/>
                  <a:pt x="1395127" y="913213"/>
                </a:cubicBezTo>
                <a:cubicBezTo>
                  <a:pt x="1379887" y="902259"/>
                  <a:pt x="1375791" y="879209"/>
                  <a:pt x="1366838" y="862921"/>
                </a:cubicBezTo>
                <a:cubicBezTo>
                  <a:pt x="1366361" y="858730"/>
                  <a:pt x="1365314" y="855110"/>
                  <a:pt x="1364266" y="852443"/>
                </a:cubicBezTo>
                <a:lnTo>
                  <a:pt x="1362742" y="848252"/>
                </a:lnTo>
                <a:cubicBezTo>
                  <a:pt x="1362742" y="847681"/>
                  <a:pt x="1361694" y="843585"/>
                  <a:pt x="1361694" y="841966"/>
                </a:cubicBezTo>
                <a:cubicBezTo>
                  <a:pt x="1360646" y="837775"/>
                  <a:pt x="1359027" y="833012"/>
                  <a:pt x="1359599" y="828345"/>
                </a:cubicBezTo>
                <a:lnTo>
                  <a:pt x="1360075" y="824630"/>
                </a:lnTo>
                <a:lnTo>
                  <a:pt x="1360646" y="820916"/>
                </a:lnTo>
                <a:lnTo>
                  <a:pt x="1360646" y="817296"/>
                </a:lnTo>
                <a:cubicBezTo>
                  <a:pt x="1361123" y="815201"/>
                  <a:pt x="1361123" y="812534"/>
                  <a:pt x="1361123" y="810438"/>
                </a:cubicBezTo>
                <a:cubicBezTo>
                  <a:pt x="1361694" y="794246"/>
                  <a:pt x="1375791" y="754336"/>
                  <a:pt x="1386268" y="741858"/>
                </a:cubicBezTo>
                <a:cubicBezTo>
                  <a:pt x="1388364" y="734524"/>
                  <a:pt x="1395127" y="730809"/>
                  <a:pt x="1398270" y="724046"/>
                </a:cubicBezTo>
                <a:cubicBezTo>
                  <a:pt x="1409795" y="713569"/>
                  <a:pt x="1420844" y="699948"/>
                  <a:pt x="1436465" y="694709"/>
                </a:cubicBezTo>
                <a:cubicBezTo>
                  <a:pt x="1445895" y="691566"/>
                  <a:pt x="1456373" y="686327"/>
                  <a:pt x="1467422" y="685851"/>
                </a:cubicBezTo>
                <a:cubicBezTo>
                  <a:pt x="1486281" y="683279"/>
                  <a:pt x="1506188" y="682136"/>
                  <a:pt x="1525048" y="686423"/>
                </a:cubicBezTo>
                <a:lnTo>
                  <a:pt x="1528667" y="687470"/>
                </a:lnTo>
                <a:cubicBezTo>
                  <a:pt x="1539621" y="690614"/>
                  <a:pt x="1549146" y="694805"/>
                  <a:pt x="1558004" y="699567"/>
                </a:cubicBezTo>
                <a:cubicBezTo>
                  <a:pt x="1564291" y="705854"/>
                  <a:pt x="1571625" y="712140"/>
                  <a:pt x="1576864" y="721570"/>
                </a:cubicBezTo>
                <a:cubicBezTo>
                  <a:pt x="1595723" y="738334"/>
                  <a:pt x="1603629" y="767099"/>
                  <a:pt x="1608868" y="799103"/>
                </a:cubicBezTo>
                <a:lnTo>
                  <a:pt x="1609344" y="803771"/>
                </a:lnTo>
                <a:lnTo>
                  <a:pt x="1609344" y="807485"/>
                </a:lnTo>
                <a:lnTo>
                  <a:pt x="1609820" y="813772"/>
                </a:lnTo>
                <a:cubicBezTo>
                  <a:pt x="1610392" y="816344"/>
                  <a:pt x="1610868" y="819011"/>
                  <a:pt x="1611439" y="821582"/>
                </a:cubicBezTo>
                <a:lnTo>
                  <a:pt x="1612487" y="826250"/>
                </a:lnTo>
                <a:cubicBezTo>
                  <a:pt x="1602010" y="827774"/>
                  <a:pt x="1590961" y="824726"/>
                  <a:pt x="1580007" y="824726"/>
                </a:cubicBezTo>
                <a:cubicBezTo>
                  <a:pt x="1572673" y="824154"/>
                  <a:pt x="1513999" y="827869"/>
                  <a:pt x="1507712" y="827869"/>
                </a:cubicBezTo>
                <a:cubicBezTo>
                  <a:pt x="1500378" y="827869"/>
                  <a:pt x="1492472" y="827869"/>
                  <a:pt x="1484662" y="828917"/>
                </a:cubicBezTo>
                <a:cubicBezTo>
                  <a:pt x="1467898" y="830536"/>
                  <a:pt x="1450562" y="829964"/>
                  <a:pt x="1433322" y="829964"/>
                </a:cubicBezTo>
                <a:cubicBezTo>
                  <a:pt x="1419130" y="829964"/>
                  <a:pt x="1422845" y="855587"/>
                  <a:pt x="1424940" y="864540"/>
                </a:cubicBezTo>
                <a:lnTo>
                  <a:pt x="1427036" y="869779"/>
                </a:lnTo>
                <a:lnTo>
                  <a:pt x="1428560" y="873970"/>
                </a:lnTo>
                <a:cubicBezTo>
                  <a:pt x="1429131" y="875018"/>
                  <a:pt x="1429607" y="876065"/>
                  <a:pt x="1430179" y="877113"/>
                </a:cubicBezTo>
                <a:lnTo>
                  <a:pt x="1432274" y="879780"/>
                </a:lnTo>
                <a:lnTo>
                  <a:pt x="1435418" y="883971"/>
                </a:lnTo>
                <a:lnTo>
                  <a:pt x="1440656" y="889210"/>
                </a:lnTo>
                <a:lnTo>
                  <a:pt x="1445895" y="895496"/>
                </a:lnTo>
                <a:cubicBezTo>
                  <a:pt x="1452182" y="902831"/>
                  <a:pt x="1465326" y="908069"/>
                  <a:pt x="1475232" y="908641"/>
                </a:cubicBezTo>
                <a:cubicBezTo>
                  <a:pt x="1476280" y="908641"/>
                  <a:pt x="1477899" y="909212"/>
                  <a:pt x="1478852" y="909212"/>
                </a:cubicBezTo>
                <a:cubicBezTo>
                  <a:pt x="1489901" y="909212"/>
                  <a:pt x="1501902" y="908641"/>
                  <a:pt x="1512380" y="905498"/>
                </a:cubicBezTo>
                <a:cubicBezTo>
                  <a:pt x="1523333" y="902831"/>
                  <a:pt x="1554289" y="890829"/>
                  <a:pt x="1558004" y="876161"/>
                </a:cubicBezTo>
                <a:lnTo>
                  <a:pt x="1558481" y="876161"/>
                </a:lnTo>
                <a:close/>
                <a:moveTo>
                  <a:pt x="1433798" y="839870"/>
                </a:moveTo>
                <a:cubicBezTo>
                  <a:pt x="1451610" y="839870"/>
                  <a:pt x="1468850" y="840442"/>
                  <a:pt x="1486186" y="838823"/>
                </a:cubicBezTo>
                <a:cubicBezTo>
                  <a:pt x="1493520" y="837775"/>
                  <a:pt x="1500854" y="837775"/>
                  <a:pt x="1507712" y="837775"/>
                </a:cubicBezTo>
                <a:cubicBezTo>
                  <a:pt x="1513999" y="837775"/>
                  <a:pt x="1574292" y="834060"/>
                  <a:pt x="1580007" y="834632"/>
                </a:cubicBezTo>
                <a:cubicBezTo>
                  <a:pt x="1586770" y="834632"/>
                  <a:pt x="1594199" y="835679"/>
                  <a:pt x="1600962" y="836156"/>
                </a:cubicBezTo>
                <a:cubicBezTo>
                  <a:pt x="1628775" y="838823"/>
                  <a:pt x="1622965" y="831965"/>
                  <a:pt x="1619822" y="812057"/>
                </a:cubicBezTo>
                <a:lnTo>
                  <a:pt x="1619250" y="806819"/>
                </a:lnTo>
                <a:lnTo>
                  <a:pt x="1619250" y="802628"/>
                </a:lnTo>
                <a:lnTo>
                  <a:pt x="1618774" y="797389"/>
                </a:lnTo>
                <a:cubicBezTo>
                  <a:pt x="1613535" y="765956"/>
                  <a:pt x="1605153" y="733952"/>
                  <a:pt x="1584198" y="714045"/>
                </a:cubicBezTo>
                <a:cubicBezTo>
                  <a:pt x="1579531" y="705187"/>
                  <a:pt x="1571625" y="698329"/>
                  <a:pt x="1563243" y="690995"/>
                </a:cubicBezTo>
                <a:cubicBezTo>
                  <a:pt x="1554385" y="685756"/>
                  <a:pt x="1545431" y="682136"/>
                  <a:pt x="1534954" y="678993"/>
                </a:cubicBezTo>
                <a:lnTo>
                  <a:pt x="1530763" y="677374"/>
                </a:lnTo>
                <a:lnTo>
                  <a:pt x="1527143" y="676898"/>
                </a:lnTo>
                <a:cubicBezTo>
                  <a:pt x="1507236" y="671659"/>
                  <a:pt x="1486281" y="672707"/>
                  <a:pt x="1465802" y="675850"/>
                </a:cubicBezTo>
                <a:cubicBezTo>
                  <a:pt x="1454277" y="676898"/>
                  <a:pt x="1443800" y="681565"/>
                  <a:pt x="1433322" y="684708"/>
                </a:cubicBezTo>
                <a:cubicBezTo>
                  <a:pt x="1415510" y="690995"/>
                  <a:pt x="1403985" y="705187"/>
                  <a:pt x="1389317" y="719284"/>
                </a:cubicBezTo>
                <a:cubicBezTo>
                  <a:pt x="1386173" y="726142"/>
                  <a:pt x="1380458" y="727666"/>
                  <a:pt x="1376743" y="737572"/>
                </a:cubicBezTo>
                <a:cubicBezTo>
                  <a:pt x="1367790" y="748621"/>
                  <a:pt x="1353693" y="785768"/>
                  <a:pt x="1351598" y="802056"/>
                </a:cubicBezTo>
                <a:cubicBezTo>
                  <a:pt x="1351026" y="806723"/>
                  <a:pt x="1351598" y="811486"/>
                  <a:pt x="1350550" y="816153"/>
                </a:cubicBezTo>
                <a:lnTo>
                  <a:pt x="1350550" y="819868"/>
                </a:lnTo>
                <a:lnTo>
                  <a:pt x="1349978" y="823011"/>
                </a:lnTo>
                <a:lnTo>
                  <a:pt x="1349502" y="827202"/>
                </a:lnTo>
                <a:cubicBezTo>
                  <a:pt x="1348931" y="833012"/>
                  <a:pt x="1350550" y="838727"/>
                  <a:pt x="1351598" y="843966"/>
                </a:cubicBezTo>
                <a:cubicBezTo>
                  <a:pt x="1351598" y="846062"/>
                  <a:pt x="1352645" y="850253"/>
                  <a:pt x="1353122" y="851872"/>
                </a:cubicBezTo>
                <a:lnTo>
                  <a:pt x="1354646" y="856063"/>
                </a:lnTo>
                <a:cubicBezTo>
                  <a:pt x="1355693" y="858635"/>
                  <a:pt x="1356741" y="861302"/>
                  <a:pt x="1356741" y="864445"/>
                </a:cubicBezTo>
                <a:lnTo>
                  <a:pt x="1357313" y="867017"/>
                </a:lnTo>
                <a:cubicBezTo>
                  <a:pt x="1368266" y="884828"/>
                  <a:pt x="1370457" y="907403"/>
                  <a:pt x="1388174" y="920928"/>
                </a:cubicBezTo>
                <a:cubicBezTo>
                  <a:pt x="1396556" y="931406"/>
                  <a:pt x="1407605" y="938740"/>
                  <a:pt x="1421702" y="945598"/>
                </a:cubicBezTo>
                <a:cubicBezTo>
                  <a:pt x="1431131" y="947122"/>
                  <a:pt x="1439037" y="951313"/>
                  <a:pt x="1447895" y="953408"/>
                </a:cubicBezTo>
                <a:cubicBezTo>
                  <a:pt x="1473041" y="963886"/>
                  <a:pt x="1505522" y="957599"/>
                  <a:pt x="1533239" y="954456"/>
                </a:cubicBezTo>
                <a:cubicBezTo>
                  <a:pt x="1534859" y="953980"/>
                  <a:pt x="1536383" y="953408"/>
                  <a:pt x="1537430" y="952932"/>
                </a:cubicBezTo>
                <a:lnTo>
                  <a:pt x="1543241" y="951408"/>
                </a:lnTo>
                <a:cubicBezTo>
                  <a:pt x="1546384" y="950360"/>
                  <a:pt x="1550003" y="948836"/>
                  <a:pt x="1552670" y="946169"/>
                </a:cubicBezTo>
                <a:cubicBezTo>
                  <a:pt x="1554766" y="946169"/>
                  <a:pt x="1556385" y="945122"/>
                  <a:pt x="1557909" y="944074"/>
                </a:cubicBezTo>
                <a:lnTo>
                  <a:pt x="1560481" y="941978"/>
                </a:lnTo>
                <a:lnTo>
                  <a:pt x="1563148" y="939883"/>
                </a:lnTo>
                <a:cubicBezTo>
                  <a:pt x="1570482" y="936740"/>
                  <a:pt x="1577816" y="934073"/>
                  <a:pt x="1584103" y="928834"/>
                </a:cubicBezTo>
                <a:cubicBezTo>
                  <a:pt x="1588770" y="925691"/>
                  <a:pt x="1595057" y="918833"/>
                  <a:pt x="1599343" y="912641"/>
                </a:cubicBezTo>
                <a:cubicBezTo>
                  <a:pt x="1600391" y="909974"/>
                  <a:pt x="1602962" y="907974"/>
                  <a:pt x="1605629" y="905307"/>
                </a:cubicBezTo>
                <a:cubicBezTo>
                  <a:pt x="1608773" y="899021"/>
                  <a:pt x="1627632" y="864445"/>
                  <a:pt x="1614011" y="865016"/>
                </a:cubicBezTo>
                <a:cubicBezTo>
                  <a:pt x="1608296" y="865493"/>
                  <a:pt x="1602486" y="865016"/>
                  <a:pt x="1597247" y="863969"/>
                </a:cubicBezTo>
                <a:cubicBezTo>
                  <a:pt x="1590961" y="863492"/>
                  <a:pt x="1559528" y="865493"/>
                  <a:pt x="1556385" y="866064"/>
                </a:cubicBezTo>
                <a:lnTo>
                  <a:pt x="1552194" y="867112"/>
                </a:lnTo>
                <a:lnTo>
                  <a:pt x="1548479" y="872922"/>
                </a:lnTo>
                <a:cubicBezTo>
                  <a:pt x="1543812" y="881304"/>
                  <a:pt x="1528096" y="890734"/>
                  <a:pt x="1509713" y="895973"/>
                </a:cubicBezTo>
                <a:cubicBezTo>
                  <a:pt x="1500283" y="898640"/>
                  <a:pt x="1488758" y="899116"/>
                  <a:pt x="1478756" y="899116"/>
                </a:cubicBezTo>
                <a:lnTo>
                  <a:pt x="1474089" y="898068"/>
                </a:lnTo>
                <a:cubicBezTo>
                  <a:pt x="1469898" y="899116"/>
                  <a:pt x="1456754" y="892829"/>
                  <a:pt x="1453134" y="888638"/>
                </a:cubicBezTo>
                <a:lnTo>
                  <a:pt x="1446276" y="880828"/>
                </a:lnTo>
                <a:lnTo>
                  <a:pt x="1443133" y="877113"/>
                </a:lnTo>
                <a:lnTo>
                  <a:pt x="1439989" y="873494"/>
                </a:lnTo>
                <a:lnTo>
                  <a:pt x="1437894" y="869779"/>
                </a:lnTo>
                <a:lnTo>
                  <a:pt x="1436275" y="866636"/>
                </a:lnTo>
                <a:lnTo>
                  <a:pt x="1434179" y="860825"/>
                </a:lnTo>
                <a:cubicBezTo>
                  <a:pt x="1433132" y="855110"/>
                  <a:pt x="1431608" y="845585"/>
                  <a:pt x="1433703" y="839870"/>
                </a:cubicBezTo>
                <a:moveTo>
                  <a:pt x="963263" y="943026"/>
                </a:moveTo>
                <a:cubicBezTo>
                  <a:pt x="943356" y="941978"/>
                  <a:pt x="922877" y="940359"/>
                  <a:pt x="903542" y="944550"/>
                </a:cubicBezTo>
                <a:cubicBezTo>
                  <a:pt x="904589" y="935692"/>
                  <a:pt x="905637" y="921023"/>
                  <a:pt x="905161" y="914165"/>
                </a:cubicBezTo>
                <a:cubicBezTo>
                  <a:pt x="904589" y="905307"/>
                  <a:pt x="906209" y="774338"/>
                  <a:pt x="906209" y="769576"/>
                </a:cubicBezTo>
                <a:cubicBezTo>
                  <a:pt x="903065" y="754907"/>
                  <a:pt x="899351" y="701472"/>
                  <a:pt x="903065" y="687851"/>
                </a:cubicBezTo>
                <a:lnTo>
                  <a:pt x="908780" y="687851"/>
                </a:lnTo>
                <a:cubicBezTo>
                  <a:pt x="910876" y="687851"/>
                  <a:pt x="913543" y="687280"/>
                  <a:pt x="915638" y="687280"/>
                </a:cubicBezTo>
                <a:cubicBezTo>
                  <a:pt x="919353" y="686708"/>
                  <a:pt x="923449" y="687280"/>
                  <a:pt x="928211" y="686708"/>
                </a:cubicBezTo>
                <a:cubicBezTo>
                  <a:pt x="938689" y="685184"/>
                  <a:pt x="950214" y="683089"/>
                  <a:pt x="960692" y="683565"/>
                </a:cubicBezTo>
                <a:cubicBezTo>
                  <a:pt x="961263" y="692519"/>
                  <a:pt x="959644" y="700901"/>
                  <a:pt x="960215" y="709759"/>
                </a:cubicBezTo>
                <a:cubicBezTo>
                  <a:pt x="961263" y="713950"/>
                  <a:pt x="965454" y="715569"/>
                  <a:pt x="969074" y="715569"/>
                </a:cubicBezTo>
                <a:cubicBezTo>
                  <a:pt x="971740" y="716141"/>
                  <a:pt x="973741" y="715569"/>
                  <a:pt x="974788" y="715569"/>
                </a:cubicBezTo>
                <a:cubicBezTo>
                  <a:pt x="980599" y="713950"/>
                  <a:pt x="983742" y="709759"/>
                  <a:pt x="985266" y="707187"/>
                </a:cubicBezTo>
                <a:lnTo>
                  <a:pt x="988409" y="702996"/>
                </a:lnTo>
                <a:lnTo>
                  <a:pt x="994220" y="698805"/>
                </a:lnTo>
                <a:lnTo>
                  <a:pt x="999935" y="695662"/>
                </a:lnTo>
                <a:lnTo>
                  <a:pt x="1003078" y="693566"/>
                </a:lnTo>
                <a:cubicBezTo>
                  <a:pt x="1004126" y="692519"/>
                  <a:pt x="1007269" y="690995"/>
                  <a:pt x="1010984" y="689375"/>
                </a:cubicBezTo>
                <a:lnTo>
                  <a:pt x="1018794" y="686232"/>
                </a:lnTo>
                <a:lnTo>
                  <a:pt x="1022985" y="684613"/>
                </a:lnTo>
                <a:lnTo>
                  <a:pt x="1027652" y="682517"/>
                </a:lnTo>
                <a:cubicBezTo>
                  <a:pt x="1029272" y="681946"/>
                  <a:pt x="1030319" y="681470"/>
                  <a:pt x="1031843" y="680422"/>
                </a:cubicBezTo>
                <a:cubicBezTo>
                  <a:pt x="1062800" y="674707"/>
                  <a:pt x="1097375" y="684137"/>
                  <a:pt x="1112520" y="704520"/>
                </a:cubicBezTo>
                <a:cubicBezTo>
                  <a:pt x="1114616" y="707663"/>
                  <a:pt x="1115187" y="709283"/>
                  <a:pt x="1117283" y="712902"/>
                </a:cubicBezTo>
                <a:cubicBezTo>
                  <a:pt x="1118807" y="718141"/>
                  <a:pt x="1122521" y="722903"/>
                  <a:pt x="1128236" y="721856"/>
                </a:cubicBezTo>
                <a:cubicBezTo>
                  <a:pt x="1133475" y="720808"/>
                  <a:pt x="1142429" y="711854"/>
                  <a:pt x="1150715" y="708711"/>
                </a:cubicBezTo>
                <a:cubicBezTo>
                  <a:pt x="1154430" y="706139"/>
                  <a:pt x="1157002" y="703949"/>
                  <a:pt x="1160621" y="700805"/>
                </a:cubicBezTo>
                <a:lnTo>
                  <a:pt x="1163288" y="699758"/>
                </a:lnTo>
                <a:lnTo>
                  <a:pt x="1171099" y="696138"/>
                </a:lnTo>
                <a:lnTo>
                  <a:pt x="1182624" y="690899"/>
                </a:lnTo>
                <a:cubicBezTo>
                  <a:pt x="1199388" y="683565"/>
                  <a:pt x="1226058" y="683565"/>
                  <a:pt x="1247013" y="688804"/>
                </a:cubicBezTo>
                <a:cubicBezTo>
                  <a:pt x="1261682" y="698234"/>
                  <a:pt x="1273207" y="710807"/>
                  <a:pt x="1282637" y="726999"/>
                </a:cubicBezTo>
                <a:lnTo>
                  <a:pt x="1284161" y="730714"/>
                </a:lnTo>
                <a:cubicBezTo>
                  <a:pt x="1285208" y="732333"/>
                  <a:pt x="1286256" y="735476"/>
                  <a:pt x="1287780" y="737572"/>
                </a:cubicBezTo>
                <a:cubicBezTo>
                  <a:pt x="1289399" y="747002"/>
                  <a:pt x="1291971" y="756908"/>
                  <a:pt x="1293019" y="766337"/>
                </a:cubicBezTo>
                <a:lnTo>
                  <a:pt x="1293019" y="770052"/>
                </a:lnTo>
                <a:cubicBezTo>
                  <a:pt x="1293019" y="772148"/>
                  <a:pt x="1292543" y="774243"/>
                  <a:pt x="1293019" y="776910"/>
                </a:cubicBezTo>
                <a:cubicBezTo>
                  <a:pt x="1293590" y="778529"/>
                  <a:pt x="1294067" y="780053"/>
                  <a:pt x="1294638" y="783768"/>
                </a:cubicBezTo>
                <a:cubicBezTo>
                  <a:pt x="1295686" y="788531"/>
                  <a:pt x="1295686" y="793769"/>
                  <a:pt x="1296162" y="798437"/>
                </a:cubicBezTo>
                <a:cubicBezTo>
                  <a:pt x="1296162" y="803675"/>
                  <a:pt x="1296734" y="809390"/>
                  <a:pt x="1297210" y="814629"/>
                </a:cubicBezTo>
                <a:cubicBezTo>
                  <a:pt x="1297781" y="821963"/>
                  <a:pt x="1297210" y="830822"/>
                  <a:pt x="1298258" y="837680"/>
                </a:cubicBezTo>
                <a:cubicBezTo>
                  <a:pt x="1298829" y="844538"/>
                  <a:pt x="1297781" y="876446"/>
                  <a:pt x="1298258" y="882257"/>
                </a:cubicBezTo>
                <a:cubicBezTo>
                  <a:pt x="1298258" y="891210"/>
                  <a:pt x="1299305" y="900545"/>
                  <a:pt x="1299305" y="908450"/>
                </a:cubicBezTo>
                <a:cubicBezTo>
                  <a:pt x="1299305" y="909974"/>
                  <a:pt x="1300353" y="931501"/>
                  <a:pt x="1300353" y="933596"/>
                </a:cubicBezTo>
                <a:lnTo>
                  <a:pt x="1301401" y="940931"/>
                </a:lnTo>
                <a:lnTo>
                  <a:pt x="1298258" y="940359"/>
                </a:lnTo>
                <a:cubicBezTo>
                  <a:pt x="1296734" y="940359"/>
                  <a:pt x="1243775" y="940931"/>
                  <a:pt x="1240631" y="941407"/>
                </a:cubicBezTo>
                <a:lnTo>
                  <a:pt x="1237488" y="941407"/>
                </a:lnTo>
                <a:cubicBezTo>
                  <a:pt x="1237488" y="940931"/>
                  <a:pt x="1238060" y="939883"/>
                  <a:pt x="1238060" y="937216"/>
                </a:cubicBezTo>
                <a:cubicBezTo>
                  <a:pt x="1239107" y="908927"/>
                  <a:pt x="1239107" y="881209"/>
                  <a:pt x="1238536" y="857587"/>
                </a:cubicBezTo>
                <a:cubicBezTo>
                  <a:pt x="1242727" y="838727"/>
                  <a:pt x="1235964" y="753860"/>
                  <a:pt x="1212342" y="738143"/>
                </a:cubicBezTo>
                <a:cubicBezTo>
                  <a:pt x="1199769" y="726618"/>
                  <a:pt x="1183481" y="730238"/>
                  <a:pt x="1169861" y="736048"/>
                </a:cubicBezTo>
                <a:cubicBezTo>
                  <a:pt x="1134809" y="751193"/>
                  <a:pt x="1134237" y="773767"/>
                  <a:pt x="1125855" y="807295"/>
                </a:cubicBezTo>
                <a:cubicBezTo>
                  <a:pt x="1124807" y="811010"/>
                  <a:pt x="1124807" y="915213"/>
                  <a:pt x="1125284" y="918356"/>
                </a:cubicBezTo>
                <a:lnTo>
                  <a:pt x="1125284" y="923024"/>
                </a:lnTo>
                <a:cubicBezTo>
                  <a:pt x="1125855" y="930358"/>
                  <a:pt x="1126903" y="938264"/>
                  <a:pt x="1127379" y="945598"/>
                </a:cubicBezTo>
                <a:lnTo>
                  <a:pt x="1124236" y="947693"/>
                </a:lnTo>
                <a:lnTo>
                  <a:pt x="1121569" y="947693"/>
                </a:lnTo>
                <a:lnTo>
                  <a:pt x="1115854" y="947217"/>
                </a:lnTo>
                <a:cubicBezTo>
                  <a:pt x="1102709" y="947217"/>
                  <a:pt x="1090232" y="947693"/>
                  <a:pt x="1077087" y="947693"/>
                </a:cubicBezTo>
                <a:lnTo>
                  <a:pt x="1071848" y="948170"/>
                </a:lnTo>
                <a:cubicBezTo>
                  <a:pt x="1070801" y="940835"/>
                  <a:pt x="1070229" y="933501"/>
                  <a:pt x="1070229" y="926738"/>
                </a:cubicBezTo>
                <a:cubicBezTo>
                  <a:pt x="1070229" y="925691"/>
                  <a:pt x="1070801" y="924643"/>
                  <a:pt x="1070801" y="923024"/>
                </a:cubicBezTo>
                <a:cubicBezTo>
                  <a:pt x="1070229" y="917213"/>
                  <a:pt x="1071372" y="884257"/>
                  <a:pt x="1072420" y="851300"/>
                </a:cubicBezTo>
                <a:cubicBezTo>
                  <a:pt x="1073468" y="818820"/>
                  <a:pt x="1074039" y="785768"/>
                  <a:pt x="1073468" y="781673"/>
                </a:cubicBezTo>
                <a:cubicBezTo>
                  <a:pt x="1072420" y="775386"/>
                  <a:pt x="1071848" y="769576"/>
                  <a:pt x="1071372" y="764909"/>
                </a:cubicBezTo>
                <a:cubicBezTo>
                  <a:pt x="1068229" y="756050"/>
                  <a:pt x="1065562" y="751764"/>
                  <a:pt x="1060895" y="745001"/>
                </a:cubicBezTo>
                <a:cubicBezTo>
                  <a:pt x="1049369" y="731381"/>
                  <a:pt x="1027367" y="731381"/>
                  <a:pt x="1014794" y="732428"/>
                </a:cubicBezTo>
                <a:cubicBezTo>
                  <a:pt x="992791" y="733476"/>
                  <a:pt x="981837" y="747097"/>
                  <a:pt x="969740" y="763861"/>
                </a:cubicBezTo>
                <a:cubicBezTo>
                  <a:pt x="963930" y="777005"/>
                  <a:pt x="962406" y="792150"/>
                  <a:pt x="961835" y="806247"/>
                </a:cubicBezTo>
                <a:cubicBezTo>
                  <a:pt x="961835" y="820439"/>
                  <a:pt x="961263" y="908355"/>
                  <a:pt x="961835" y="918833"/>
                </a:cubicBezTo>
                <a:cubicBezTo>
                  <a:pt x="962406" y="925691"/>
                  <a:pt x="962406" y="934549"/>
                  <a:pt x="962882" y="942931"/>
                </a:cubicBezTo>
                <a:moveTo>
                  <a:pt x="1128998" y="956552"/>
                </a:moveTo>
                <a:cubicBezTo>
                  <a:pt x="1132618" y="958076"/>
                  <a:pt x="1138428" y="958647"/>
                  <a:pt x="1137857" y="952361"/>
                </a:cubicBezTo>
                <a:cubicBezTo>
                  <a:pt x="1137857" y="942931"/>
                  <a:pt x="1135761" y="932453"/>
                  <a:pt x="1135190" y="922452"/>
                </a:cubicBezTo>
                <a:lnTo>
                  <a:pt x="1135190" y="918737"/>
                </a:lnTo>
                <a:cubicBezTo>
                  <a:pt x="1135190" y="917213"/>
                  <a:pt x="1135190" y="916166"/>
                  <a:pt x="1134618" y="914070"/>
                </a:cubicBezTo>
                <a:cubicBezTo>
                  <a:pt x="1134618" y="914070"/>
                  <a:pt x="1134618" y="811962"/>
                  <a:pt x="1135666" y="809295"/>
                </a:cubicBezTo>
                <a:cubicBezTo>
                  <a:pt x="1140428" y="790436"/>
                  <a:pt x="1144048" y="759003"/>
                  <a:pt x="1164527" y="749573"/>
                </a:cubicBezTo>
                <a:cubicBezTo>
                  <a:pt x="1176052" y="743763"/>
                  <a:pt x="1192816" y="734905"/>
                  <a:pt x="1204913" y="744811"/>
                </a:cubicBezTo>
                <a:lnTo>
                  <a:pt x="1208627" y="748526"/>
                </a:lnTo>
                <a:cubicBezTo>
                  <a:pt x="1223772" y="756336"/>
                  <a:pt x="1233202" y="837584"/>
                  <a:pt x="1228535" y="856920"/>
                </a:cubicBezTo>
                <a:cubicBezTo>
                  <a:pt x="1229106" y="879971"/>
                  <a:pt x="1229106" y="907784"/>
                  <a:pt x="1228058" y="933406"/>
                </a:cubicBezTo>
                <a:cubicBezTo>
                  <a:pt x="1228058" y="935025"/>
                  <a:pt x="1227487" y="936549"/>
                  <a:pt x="1227487" y="939216"/>
                </a:cubicBezTo>
                <a:cubicBezTo>
                  <a:pt x="1227487" y="939788"/>
                  <a:pt x="1227011" y="941312"/>
                  <a:pt x="1225391" y="943407"/>
                </a:cubicBezTo>
                <a:cubicBezTo>
                  <a:pt x="1219105" y="953408"/>
                  <a:pt x="1237964" y="951218"/>
                  <a:pt x="1241679" y="951218"/>
                </a:cubicBezTo>
                <a:cubicBezTo>
                  <a:pt x="1244822" y="950741"/>
                  <a:pt x="1295686" y="950170"/>
                  <a:pt x="1297210" y="950170"/>
                </a:cubicBezTo>
                <a:cubicBezTo>
                  <a:pt x="1302449" y="950741"/>
                  <a:pt x="1308164" y="954361"/>
                  <a:pt x="1311402" y="947027"/>
                </a:cubicBezTo>
                <a:cubicBezTo>
                  <a:pt x="1311974" y="945979"/>
                  <a:pt x="1311974" y="944360"/>
                  <a:pt x="1311974" y="942836"/>
                </a:cubicBezTo>
                <a:lnTo>
                  <a:pt x="1311402" y="937597"/>
                </a:lnTo>
                <a:lnTo>
                  <a:pt x="1310354" y="932358"/>
                </a:lnTo>
                <a:cubicBezTo>
                  <a:pt x="1310354" y="930263"/>
                  <a:pt x="1309307" y="909784"/>
                  <a:pt x="1309307" y="908260"/>
                </a:cubicBezTo>
                <a:cubicBezTo>
                  <a:pt x="1309307" y="900449"/>
                  <a:pt x="1308259" y="890448"/>
                  <a:pt x="1308259" y="881590"/>
                </a:cubicBezTo>
                <a:cubicBezTo>
                  <a:pt x="1307783" y="875875"/>
                  <a:pt x="1308830" y="842347"/>
                  <a:pt x="1308259" y="836060"/>
                </a:cubicBezTo>
                <a:cubicBezTo>
                  <a:pt x="1307211" y="829774"/>
                  <a:pt x="1307783" y="820820"/>
                  <a:pt x="1307211" y="814058"/>
                </a:cubicBezTo>
                <a:cubicBezTo>
                  <a:pt x="1306735" y="808343"/>
                  <a:pt x="1306163" y="802532"/>
                  <a:pt x="1306163" y="797294"/>
                </a:cubicBezTo>
                <a:cubicBezTo>
                  <a:pt x="1305687" y="792055"/>
                  <a:pt x="1305687" y="786816"/>
                  <a:pt x="1304639" y="781577"/>
                </a:cubicBezTo>
                <a:lnTo>
                  <a:pt x="1304068" y="778434"/>
                </a:lnTo>
                <a:cubicBezTo>
                  <a:pt x="1303592" y="777386"/>
                  <a:pt x="1303592" y="776339"/>
                  <a:pt x="1303020" y="774719"/>
                </a:cubicBezTo>
                <a:lnTo>
                  <a:pt x="1303020" y="765861"/>
                </a:lnTo>
                <a:cubicBezTo>
                  <a:pt x="1301972" y="755384"/>
                  <a:pt x="1299401" y="744906"/>
                  <a:pt x="1297781" y="734429"/>
                </a:cubicBezTo>
                <a:cubicBezTo>
                  <a:pt x="1297210" y="732333"/>
                  <a:pt x="1294067" y="728714"/>
                  <a:pt x="1293590" y="726618"/>
                </a:cubicBezTo>
                <a:lnTo>
                  <a:pt x="1290923" y="720808"/>
                </a:lnTo>
                <a:cubicBezTo>
                  <a:pt x="1281017" y="704044"/>
                  <a:pt x="1268444" y="690423"/>
                  <a:pt x="1250061" y="678898"/>
                </a:cubicBezTo>
                <a:cubicBezTo>
                  <a:pt x="1228058" y="673659"/>
                  <a:pt x="1198245" y="673183"/>
                  <a:pt x="1178338" y="681470"/>
                </a:cubicBezTo>
                <a:lnTo>
                  <a:pt x="1166813" y="686708"/>
                </a:lnTo>
                <a:lnTo>
                  <a:pt x="1158431" y="690899"/>
                </a:lnTo>
                <a:lnTo>
                  <a:pt x="1155287" y="692519"/>
                </a:lnTo>
                <a:cubicBezTo>
                  <a:pt x="1151573" y="694043"/>
                  <a:pt x="1149001" y="697757"/>
                  <a:pt x="1145286" y="699853"/>
                </a:cubicBezTo>
                <a:cubicBezTo>
                  <a:pt x="1138523" y="702996"/>
                  <a:pt x="1132142" y="706711"/>
                  <a:pt x="1125950" y="708806"/>
                </a:cubicBezTo>
                <a:lnTo>
                  <a:pt x="1124903" y="706235"/>
                </a:lnTo>
                <a:cubicBezTo>
                  <a:pt x="1123855" y="704615"/>
                  <a:pt x="1123283" y="702520"/>
                  <a:pt x="1120712" y="698329"/>
                </a:cubicBezTo>
                <a:cubicBezTo>
                  <a:pt x="1102424" y="673659"/>
                  <a:pt x="1062038" y="664229"/>
                  <a:pt x="1026890" y="671564"/>
                </a:cubicBezTo>
                <a:lnTo>
                  <a:pt x="1023747" y="673183"/>
                </a:lnTo>
                <a:lnTo>
                  <a:pt x="1018508" y="675278"/>
                </a:lnTo>
                <a:lnTo>
                  <a:pt x="1014317" y="677374"/>
                </a:lnTo>
                <a:lnTo>
                  <a:pt x="1006983" y="680517"/>
                </a:lnTo>
                <a:cubicBezTo>
                  <a:pt x="1003268" y="681565"/>
                  <a:pt x="998125" y="684232"/>
                  <a:pt x="993838" y="686804"/>
                </a:cubicBezTo>
                <a:lnTo>
                  <a:pt x="988028" y="690518"/>
                </a:lnTo>
                <a:cubicBezTo>
                  <a:pt x="985933" y="692138"/>
                  <a:pt x="983837" y="693662"/>
                  <a:pt x="982313" y="694709"/>
                </a:cubicBezTo>
                <a:lnTo>
                  <a:pt x="979646" y="696805"/>
                </a:lnTo>
                <a:cubicBezTo>
                  <a:pt x="979075" y="697376"/>
                  <a:pt x="978027" y="698424"/>
                  <a:pt x="977551" y="699472"/>
                </a:cubicBezTo>
                <a:lnTo>
                  <a:pt x="975932" y="702615"/>
                </a:lnTo>
                <a:cubicBezTo>
                  <a:pt x="974884" y="704139"/>
                  <a:pt x="973836" y="705187"/>
                  <a:pt x="972312" y="705758"/>
                </a:cubicBezTo>
                <a:lnTo>
                  <a:pt x="969645" y="705758"/>
                </a:lnTo>
                <a:cubicBezTo>
                  <a:pt x="969645" y="696805"/>
                  <a:pt x="971740" y="687375"/>
                  <a:pt x="969645" y="678517"/>
                </a:cubicBezTo>
                <a:cubicBezTo>
                  <a:pt x="967550" y="669087"/>
                  <a:pt x="930878" y="676421"/>
                  <a:pt x="926687" y="676993"/>
                </a:cubicBezTo>
                <a:cubicBezTo>
                  <a:pt x="921925" y="677469"/>
                  <a:pt x="917258" y="676993"/>
                  <a:pt x="913543" y="677469"/>
                </a:cubicBezTo>
                <a:lnTo>
                  <a:pt x="902589" y="677469"/>
                </a:lnTo>
                <a:cubicBezTo>
                  <a:pt x="899446" y="678041"/>
                  <a:pt x="893731" y="678041"/>
                  <a:pt x="892112" y="681660"/>
                </a:cubicBezTo>
                <a:cubicBezTo>
                  <a:pt x="887921" y="692138"/>
                  <a:pt x="892683" y="755003"/>
                  <a:pt x="895731" y="771290"/>
                </a:cubicBezTo>
                <a:cubicBezTo>
                  <a:pt x="895731" y="780720"/>
                  <a:pt x="893636" y="905879"/>
                  <a:pt x="894683" y="914832"/>
                </a:cubicBezTo>
                <a:cubicBezTo>
                  <a:pt x="895255" y="923690"/>
                  <a:pt x="893159" y="944645"/>
                  <a:pt x="892112" y="947789"/>
                </a:cubicBezTo>
                <a:cubicBezTo>
                  <a:pt x="889445" y="955694"/>
                  <a:pt x="899446" y="954551"/>
                  <a:pt x="904113" y="954551"/>
                </a:cubicBezTo>
                <a:cubicBezTo>
                  <a:pt x="924020" y="950360"/>
                  <a:pt x="947547" y="951980"/>
                  <a:pt x="967454" y="953504"/>
                </a:cubicBezTo>
                <a:cubicBezTo>
                  <a:pt x="973169" y="954075"/>
                  <a:pt x="973741" y="948265"/>
                  <a:pt x="973169" y="944645"/>
                </a:cubicBezTo>
                <a:cubicBezTo>
                  <a:pt x="972122" y="935787"/>
                  <a:pt x="972122" y="925786"/>
                  <a:pt x="971645" y="918452"/>
                </a:cubicBezTo>
                <a:cubicBezTo>
                  <a:pt x="971074" y="907974"/>
                  <a:pt x="971645" y="820535"/>
                  <a:pt x="972217" y="806342"/>
                </a:cubicBezTo>
                <a:cubicBezTo>
                  <a:pt x="972217" y="792722"/>
                  <a:pt x="973741" y="779101"/>
                  <a:pt x="978503" y="768147"/>
                </a:cubicBezTo>
                <a:cubicBezTo>
                  <a:pt x="988409" y="755003"/>
                  <a:pt x="996887" y="743477"/>
                  <a:pt x="1015175" y="742525"/>
                </a:cubicBezTo>
                <a:cubicBezTo>
                  <a:pt x="1028319" y="741477"/>
                  <a:pt x="1045083" y="742525"/>
                  <a:pt x="1053370" y="751383"/>
                </a:cubicBezTo>
                <a:cubicBezTo>
                  <a:pt x="1057085" y="757098"/>
                  <a:pt x="1058609" y="760813"/>
                  <a:pt x="1061752" y="767576"/>
                </a:cubicBezTo>
                <a:cubicBezTo>
                  <a:pt x="1061752" y="771290"/>
                  <a:pt x="1062323" y="776434"/>
                  <a:pt x="1063371" y="783292"/>
                </a:cubicBezTo>
                <a:cubicBezTo>
                  <a:pt x="1063943" y="785864"/>
                  <a:pt x="1062800" y="817868"/>
                  <a:pt x="1062323" y="850919"/>
                </a:cubicBezTo>
                <a:cubicBezTo>
                  <a:pt x="1061276" y="884447"/>
                  <a:pt x="1060228" y="917975"/>
                  <a:pt x="1060228" y="923690"/>
                </a:cubicBezTo>
                <a:cubicBezTo>
                  <a:pt x="1058132" y="926834"/>
                  <a:pt x="1061847" y="949408"/>
                  <a:pt x="1061847" y="953027"/>
                </a:cubicBezTo>
                <a:cubicBezTo>
                  <a:pt x="1062419" y="958266"/>
                  <a:pt x="1068610" y="958266"/>
                  <a:pt x="1071753" y="958266"/>
                </a:cubicBezTo>
                <a:lnTo>
                  <a:pt x="1077563" y="957790"/>
                </a:lnTo>
                <a:cubicBezTo>
                  <a:pt x="1090136" y="957790"/>
                  <a:pt x="1102709" y="957218"/>
                  <a:pt x="1115282" y="957218"/>
                </a:cubicBezTo>
                <a:lnTo>
                  <a:pt x="1122045" y="957790"/>
                </a:lnTo>
                <a:lnTo>
                  <a:pt x="1125188" y="957790"/>
                </a:lnTo>
                <a:cubicBezTo>
                  <a:pt x="1125760" y="957790"/>
                  <a:pt x="1126808" y="957790"/>
                  <a:pt x="1128903" y="956742"/>
                </a:cubicBezTo>
                <a:moveTo>
                  <a:pt x="688277" y="719474"/>
                </a:moveTo>
                <a:cubicBezTo>
                  <a:pt x="688848" y="708997"/>
                  <a:pt x="690372" y="697948"/>
                  <a:pt x="689324" y="686994"/>
                </a:cubicBezTo>
                <a:lnTo>
                  <a:pt x="691420" y="687566"/>
                </a:lnTo>
                <a:cubicBezTo>
                  <a:pt x="694563" y="687566"/>
                  <a:pt x="699802" y="686518"/>
                  <a:pt x="703993" y="687566"/>
                </a:cubicBezTo>
                <a:lnTo>
                  <a:pt x="712375" y="687566"/>
                </a:lnTo>
                <a:cubicBezTo>
                  <a:pt x="732282" y="686518"/>
                  <a:pt x="727615" y="676040"/>
                  <a:pt x="730187" y="658800"/>
                </a:cubicBezTo>
                <a:lnTo>
                  <a:pt x="730187" y="653561"/>
                </a:lnTo>
                <a:lnTo>
                  <a:pt x="730758" y="649847"/>
                </a:lnTo>
                <a:cubicBezTo>
                  <a:pt x="731806" y="646227"/>
                  <a:pt x="734378" y="630987"/>
                  <a:pt x="737045" y="627844"/>
                </a:cubicBezTo>
                <a:cubicBezTo>
                  <a:pt x="741807" y="619462"/>
                  <a:pt x="747998" y="612604"/>
                  <a:pt x="755904" y="604793"/>
                </a:cubicBezTo>
                <a:cubicBezTo>
                  <a:pt x="760571" y="600126"/>
                  <a:pt x="763715" y="597459"/>
                  <a:pt x="770096" y="593840"/>
                </a:cubicBezTo>
                <a:cubicBezTo>
                  <a:pt x="772763" y="591744"/>
                  <a:pt x="775811" y="590125"/>
                  <a:pt x="778478" y="588601"/>
                </a:cubicBezTo>
                <a:cubicBezTo>
                  <a:pt x="784288" y="586505"/>
                  <a:pt x="789432" y="586505"/>
                  <a:pt x="795242" y="583838"/>
                </a:cubicBezTo>
                <a:cubicBezTo>
                  <a:pt x="807815" y="583838"/>
                  <a:pt x="830866" y="579171"/>
                  <a:pt x="842391" y="585934"/>
                </a:cubicBezTo>
                <a:lnTo>
                  <a:pt x="845058" y="586982"/>
                </a:lnTo>
                <a:lnTo>
                  <a:pt x="847725" y="587553"/>
                </a:lnTo>
                <a:cubicBezTo>
                  <a:pt x="846677" y="595364"/>
                  <a:pt x="846677" y="603269"/>
                  <a:pt x="846677" y="610032"/>
                </a:cubicBezTo>
                <a:lnTo>
                  <a:pt x="847249" y="626796"/>
                </a:lnTo>
                <a:cubicBezTo>
                  <a:pt x="841438" y="625748"/>
                  <a:pt x="835724" y="624701"/>
                  <a:pt x="829437" y="624701"/>
                </a:cubicBezTo>
                <a:cubicBezTo>
                  <a:pt x="801148" y="625748"/>
                  <a:pt x="784955" y="647751"/>
                  <a:pt x="791242" y="677088"/>
                </a:cubicBezTo>
                <a:cubicBezTo>
                  <a:pt x="791242" y="677564"/>
                  <a:pt x="792861" y="679660"/>
                  <a:pt x="795433" y="682803"/>
                </a:cubicBezTo>
                <a:lnTo>
                  <a:pt x="797528" y="683851"/>
                </a:lnTo>
                <a:cubicBezTo>
                  <a:pt x="797528" y="683851"/>
                  <a:pt x="814292" y="687566"/>
                  <a:pt x="822103" y="688042"/>
                </a:cubicBezTo>
                <a:cubicBezTo>
                  <a:pt x="828865" y="688613"/>
                  <a:pt x="835247" y="689661"/>
                  <a:pt x="842486" y="689661"/>
                </a:cubicBezTo>
                <a:lnTo>
                  <a:pt x="841915" y="695948"/>
                </a:lnTo>
                <a:cubicBezTo>
                  <a:pt x="841915" y="705377"/>
                  <a:pt x="841343" y="715283"/>
                  <a:pt x="841343" y="726332"/>
                </a:cubicBezTo>
                <a:cubicBezTo>
                  <a:pt x="836676" y="725761"/>
                  <a:pt x="831913" y="724713"/>
                  <a:pt x="827151" y="724237"/>
                </a:cubicBezTo>
                <a:cubicBezTo>
                  <a:pt x="818293" y="723189"/>
                  <a:pt x="810959" y="725856"/>
                  <a:pt x="802577" y="725856"/>
                </a:cubicBezTo>
                <a:cubicBezTo>
                  <a:pt x="800481" y="725856"/>
                  <a:pt x="798386" y="727380"/>
                  <a:pt x="796862" y="728999"/>
                </a:cubicBezTo>
                <a:cubicBezTo>
                  <a:pt x="795814" y="729571"/>
                  <a:pt x="795242" y="730523"/>
                  <a:pt x="795242" y="730523"/>
                </a:cubicBezTo>
                <a:lnTo>
                  <a:pt x="793623" y="733190"/>
                </a:lnTo>
                <a:cubicBezTo>
                  <a:pt x="790956" y="748335"/>
                  <a:pt x="790956" y="762527"/>
                  <a:pt x="790956" y="777672"/>
                </a:cubicBezTo>
                <a:cubicBezTo>
                  <a:pt x="790956" y="789197"/>
                  <a:pt x="793623" y="801294"/>
                  <a:pt x="793052" y="812248"/>
                </a:cubicBezTo>
                <a:cubicBezTo>
                  <a:pt x="793052" y="814343"/>
                  <a:pt x="792480" y="817487"/>
                  <a:pt x="792480" y="819582"/>
                </a:cubicBezTo>
                <a:lnTo>
                  <a:pt x="793052" y="822725"/>
                </a:lnTo>
                <a:cubicBezTo>
                  <a:pt x="793623" y="827964"/>
                  <a:pt x="793052" y="833774"/>
                  <a:pt x="793052" y="839013"/>
                </a:cubicBezTo>
                <a:cubicBezTo>
                  <a:pt x="793052" y="857873"/>
                  <a:pt x="793052" y="880923"/>
                  <a:pt x="792004" y="902354"/>
                </a:cubicBezTo>
                <a:cubicBezTo>
                  <a:pt x="791432" y="908641"/>
                  <a:pt x="791432" y="915975"/>
                  <a:pt x="792004" y="922738"/>
                </a:cubicBezTo>
                <a:cubicBezTo>
                  <a:pt x="792575" y="926929"/>
                  <a:pt x="794099" y="931596"/>
                  <a:pt x="794099" y="936359"/>
                </a:cubicBezTo>
                <a:lnTo>
                  <a:pt x="794099" y="944264"/>
                </a:lnTo>
                <a:cubicBezTo>
                  <a:pt x="778859" y="944741"/>
                  <a:pt x="763715" y="945312"/>
                  <a:pt x="747998" y="945788"/>
                </a:cubicBezTo>
                <a:cubicBezTo>
                  <a:pt x="745427" y="945217"/>
                  <a:pt x="741712" y="944741"/>
                  <a:pt x="738092" y="945217"/>
                </a:cubicBezTo>
                <a:cubicBezTo>
                  <a:pt x="736473" y="945217"/>
                  <a:pt x="734378" y="945788"/>
                  <a:pt x="732854" y="945788"/>
                </a:cubicBezTo>
                <a:lnTo>
                  <a:pt x="733425" y="942645"/>
                </a:lnTo>
                <a:cubicBezTo>
                  <a:pt x="733425" y="939978"/>
                  <a:pt x="733425" y="936835"/>
                  <a:pt x="732377" y="933215"/>
                </a:cubicBezTo>
                <a:cubicBezTo>
                  <a:pt x="733997" y="922262"/>
                  <a:pt x="731330" y="911213"/>
                  <a:pt x="732377" y="900735"/>
                </a:cubicBezTo>
                <a:cubicBezTo>
                  <a:pt x="732377" y="894925"/>
                  <a:pt x="731806" y="889781"/>
                  <a:pt x="731330" y="884543"/>
                </a:cubicBezTo>
                <a:cubicBezTo>
                  <a:pt x="730282" y="868826"/>
                  <a:pt x="732377" y="854158"/>
                  <a:pt x="730758" y="834727"/>
                </a:cubicBezTo>
                <a:cubicBezTo>
                  <a:pt x="730187" y="829488"/>
                  <a:pt x="730187" y="791293"/>
                  <a:pt x="730187" y="785483"/>
                </a:cubicBezTo>
                <a:cubicBezTo>
                  <a:pt x="730187" y="780244"/>
                  <a:pt x="731806" y="773957"/>
                  <a:pt x="731806" y="768147"/>
                </a:cubicBezTo>
                <a:cubicBezTo>
                  <a:pt x="731234" y="759765"/>
                  <a:pt x="731806" y="753479"/>
                  <a:pt x="731234" y="744049"/>
                </a:cubicBezTo>
                <a:cubicBezTo>
                  <a:pt x="731234" y="743001"/>
                  <a:pt x="730663" y="741477"/>
                  <a:pt x="730663" y="740334"/>
                </a:cubicBezTo>
                <a:lnTo>
                  <a:pt x="729615" y="735667"/>
                </a:lnTo>
                <a:lnTo>
                  <a:pt x="727996" y="730428"/>
                </a:lnTo>
                <a:cubicBezTo>
                  <a:pt x="726377" y="724713"/>
                  <a:pt x="707612" y="723665"/>
                  <a:pt x="702374" y="724713"/>
                </a:cubicBezTo>
                <a:cubicBezTo>
                  <a:pt x="698659" y="724142"/>
                  <a:pt x="695039" y="724713"/>
                  <a:pt x="691420" y="724713"/>
                </a:cubicBezTo>
                <a:lnTo>
                  <a:pt x="688277" y="725285"/>
                </a:lnTo>
                <a:lnTo>
                  <a:pt x="688277" y="719570"/>
                </a:lnTo>
                <a:close/>
                <a:moveTo>
                  <a:pt x="718185" y="676517"/>
                </a:moveTo>
                <a:cubicBezTo>
                  <a:pt x="714470" y="677564"/>
                  <a:pt x="710279" y="677088"/>
                  <a:pt x="705040" y="677564"/>
                </a:cubicBezTo>
                <a:cubicBezTo>
                  <a:pt x="700850" y="676517"/>
                  <a:pt x="696087" y="677088"/>
                  <a:pt x="691420" y="677088"/>
                </a:cubicBezTo>
                <a:cubicBezTo>
                  <a:pt x="687229" y="677088"/>
                  <a:pt x="676180" y="674421"/>
                  <a:pt x="678275" y="682803"/>
                </a:cubicBezTo>
                <a:cubicBezTo>
                  <a:pt x="681419" y="694805"/>
                  <a:pt x="678847" y="707378"/>
                  <a:pt x="678275" y="719474"/>
                </a:cubicBezTo>
                <a:cubicBezTo>
                  <a:pt x="677704" y="726332"/>
                  <a:pt x="676180" y="733571"/>
                  <a:pt x="685038" y="735191"/>
                </a:cubicBezTo>
                <a:cubicBezTo>
                  <a:pt x="696563" y="735762"/>
                  <a:pt x="707612" y="733571"/>
                  <a:pt x="719138" y="736238"/>
                </a:cubicBezTo>
                <a:cubicBezTo>
                  <a:pt x="720185" y="738810"/>
                  <a:pt x="721233" y="743096"/>
                  <a:pt x="721233" y="744620"/>
                </a:cubicBezTo>
                <a:cubicBezTo>
                  <a:pt x="721805" y="754050"/>
                  <a:pt x="721233" y="759765"/>
                  <a:pt x="721805" y="768719"/>
                </a:cubicBezTo>
                <a:cubicBezTo>
                  <a:pt x="721805" y="774434"/>
                  <a:pt x="720281" y="780244"/>
                  <a:pt x="720281" y="785959"/>
                </a:cubicBezTo>
                <a:cubicBezTo>
                  <a:pt x="720281" y="789674"/>
                  <a:pt x="720281" y="829964"/>
                  <a:pt x="720852" y="835775"/>
                </a:cubicBezTo>
                <a:cubicBezTo>
                  <a:pt x="722376" y="854634"/>
                  <a:pt x="720281" y="869303"/>
                  <a:pt x="721328" y="885019"/>
                </a:cubicBezTo>
                <a:cubicBezTo>
                  <a:pt x="721900" y="890258"/>
                  <a:pt x="722376" y="895020"/>
                  <a:pt x="722376" y="899687"/>
                </a:cubicBezTo>
                <a:cubicBezTo>
                  <a:pt x="721328" y="910736"/>
                  <a:pt x="723995" y="922262"/>
                  <a:pt x="721805" y="932739"/>
                </a:cubicBezTo>
                <a:cubicBezTo>
                  <a:pt x="721233" y="935882"/>
                  <a:pt x="723900" y="939026"/>
                  <a:pt x="722376" y="945312"/>
                </a:cubicBezTo>
                <a:lnTo>
                  <a:pt x="721805" y="947408"/>
                </a:lnTo>
                <a:lnTo>
                  <a:pt x="721805" y="949979"/>
                </a:lnTo>
                <a:cubicBezTo>
                  <a:pt x="723900" y="959409"/>
                  <a:pt x="731806" y="955790"/>
                  <a:pt x="739140" y="955218"/>
                </a:cubicBezTo>
                <a:cubicBezTo>
                  <a:pt x="741807" y="954647"/>
                  <a:pt x="744379" y="955218"/>
                  <a:pt x="747522" y="955790"/>
                </a:cubicBezTo>
                <a:cubicBezTo>
                  <a:pt x="747522" y="955790"/>
                  <a:pt x="780002" y="955218"/>
                  <a:pt x="783717" y="954742"/>
                </a:cubicBezTo>
                <a:cubicBezTo>
                  <a:pt x="803624" y="953218"/>
                  <a:pt x="806768" y="958457"/>
                  <a:pt x="804101" y="935406"/>
                </a:cubicBezTo>
                <a:cubicBezTo>
                  <a:pt x="804101" y="930644"/>
                  <a:pt x="802481" y="926453"/>
                  <a:pt x="802005" y="922262"/>
                </a:cubicBezTo>
                <a:cubicBezTo>
                  <a:pt x="801434" y="915975"/>
                  <a:pt x="801434" y="908641"/>
                  <a:pt x="802005" y="902831"/>
                </a:cubicBezTo>
                <a:cubicBezTo>
                  <a:pt x="803053" y="881399"/>
                  <a:pt x="803053" y="857777"/>
                  <a:pt x="803053" y="838918"/>
                </a:cubicBezTo>
                <a:cubicBezTo>
                  <a:pt x="803053" y="833108"/>
                  <a:pt x="803624" y="826821"/>
                  <a:pt x="803053" y="821106"/>
                </a:cubicBezTo>
                <a:lnTo>
                  <a:pt x="802481" y="818534"/>
                </a:lnTo>
                <a:cubicBezTo>
                  <a:pt x="802481" y="817010"/>
                  <a:pt x="803053" y="814343"/>
                  <a:pt x="803053" y="812724"/>
                </a:cubicBezTo>
                <a:cubicBezTo>
                  <a:pt x="803624" y="801199"/>
                  <a:pt x="800957" y="789197"/>
                  <a:pt x="800957" y="777672"/>
                </a:cubicBezTo>
                <a:cubicBezTo>
                  <a:pt x="800957" y="763480"/>
                  <a:pt x="800957" y="750431"/>
                  <a:pt x="804101" y="736334"/>
                </a:cubicBezTo>
                <a:cubicBezTo>
                  <a:pt x="805720" y="735762"/>
                  <a:pt x="808292" y="735762"/>
                  <a:pt x="810387" y="735286"/>
                </a:cubicBezTo>
                <a:cubicBezTo>
                  <a:pt x="823532" y="732714"/>
                  <a:pt x="829723" y="735857"/>
                  <a:pt x="841820" y="736334"/>
                </a:cubicBezTo>
                <a:cubicBezTo>
                  <a:pt x="853345" y="736905"/>
                  <a:pt x="851249" y="732143"/>
                  <a:pt x="851249" y="724808"/>
                </a:cubicBezTo>
                <a:cubicBezTo>
                  <a:pt x="851249" y="715379"/>
                  <a:pt x="851821" y="705473"/>
                  <a:pt x="851821" y="696043"/>
                </a:cubicBezTo>
                <a:cubicBezTo>
                  <a:pt x="851821" y="692900"/>
                  <a:pt x="852297" y="689185"/>
                  <a:pt x="852297" y="686613"/>
                </a:cubicBezTo>
                <a:cubicBezTo>
                  <a:pt x="852297" y="682422"/>
                  <a:pt x="851249" y="677660"/>
                  <a:pt x="843915" y="679755"/>
                </a:cubicBezTo>
                <a:cubicBezTo>
                  <a:pt x="837152" y="678707"/>
                  <a:pt x="829723" y="678707"/>
                  <a:pt x="822484" y="678136"/>
                </a:cubicBezTo>
                <a:cubicBezTo>
                  <a:pt x="816197" y="677564"/>
                  <a:pt x="804672" y="674993"/>
                  <a:pt x="800957" y="674993"/>
                </a:cubicBezTo>
                <a:cubicBezTo>
                  <a:pt x="795719" y="650894"/>
                  <a:pt x="807815" y="635178"/>
                  <a:pt x="829247" y="635178"/>
                </a:cubicBezTo>
                <a:cubicBezTo>
                  <a:pt x="837152" y="635178"/>
                  <a:pt x="844487" y="636226"/>
                  <a:pt x="851249" y="637274"/>
                </a:cubicBezTo>
                <a:cubicBezTo>
                  <a:pt x="854869" y="637845"/>
                  <a:pt x="856964" y="635654"/>
                  <a:pt x="856964" y="632606"/>
                </a:cubicBezTo>
                <a:cubicBezTo>
                  <a:pt x="856964" y="616319"/>
                  <a:pt x="855345" y="601174"/>
                  <a:pt x="858012" y="584886"/>
                </a:cubicBezTo>
                <a:cubicBezTo>
                  <a:pt x="859060" y="579647"/>
                  <a:pt x="850678" y="578028"/>
                  <a:pt x="846487" y="576980"/>
                </a:cubicBezTo>
                <a:cubicBezTo>
                  <a:pt x="831818" y="568122"/>
                  <a:pt x="810387" y="574409"/>
                  <a:pt x="794099" y="573361"/>
                </a:cubicBezTo>
                <a:lnTo>
                  <a:pt x="791432" y="574409"/>
                </a:lnTo>
                <a:cubicBezTo>
                  <a:pt x="786194" y="576980"/>
                  <a:pt x="780479" y="576980"/>
                  <a:pt x="774097" y="579076"/>
                </a:cubicBezTo>
                <a:cubicBezTo>
                  <a:pt x="770954" y="580695"/>
                  <a:pt x="767810" y="582695"/>
                  <a:pt x="764667" y="584791"/>
                </a:cubicBezTo>
                <a:cubicBezTo>
                  <a:pt x="757333" y="588982"/>
                  <a:pt x="753713" y="592125"/>
                  <a:pt x="748379" y="597364"/>
                </a:cubicBezTo>
                <a:cubicBezTo>
                  <a:pt x="741045" y="605270"/>
                  <a:pt x="733711" y="613080"/>
                  <a:pt x="728472" y="622510"/>
                </a:cubicBezTo>
                <a:cubicBezTo>
                  <a:pt x="725329" y="626701"/>
                  <a:pt x="720662" y="644513"/>
                  <a:pt x="720090" y="649751"/>
                </a:cubicBezTo>
                <a:lnTo>
                  <a:pt x="720090" y="658705"/>
                </a:lnTo>
                <a:cubicBezTo>
                  <a:pt x="719042" y="665468"/>
                  <a:pt x="719042" y="671278"/>
                  <a:pt x="717995" y="676517"/>
                </a:cubicBezTo>
                <a:moveTo>
                  <a:pt x="583883" y="944741"/>
                </a:moveTo>
                <a:cubicBezTo>
                  <a:pt x="584359" y="938930"/>
                  <a:pt x="584930" y="932739"/>
                  <a:pt x="584359" y="926929"/>
                </a:cubicBezTo>
                <a:cubicBezTo>
                  <a:pt x="583883" y="923214"/>
                  <a:pt x="579692" y="918071"/>
                  <a:pt x="575501" y="920642"/>
                </a:cubicBezTo>
                <a:cubicBezTo>
                  <a:pt x="551879" y="933787"/>
                  <a:pt x="528352" y="951027"/>
                  <a:pt x="500063" y="951503"/>
                </a:cubicBezTo>
                <a:lnTo>
                  <a:pt x="492728" y="950456"/>
                </a:lnTo>
                <a:cubicBezTo>
                  <a:pt x="485870" y="951027"/>
                  <a:pt x="479108" y="947789"/>
                  <a:pt x="472821" y="947312"/>
                </a:cubicBezTo>
                <a:cubicBezTo>
                  <a:pt x="465487" y="946741"/>
                  <a:pt x="457105" y="947312"/>
                  <a:pt x="450342" y="945217"/>
                </a:cubicBezTo>
                <a:cubicBezTo>
                  <a:pt x="445580" y="944169"/>
                  <a:pt x="438341" y="939407"/>
                  <a:pt x="435102" y="936359"/>
                </a:cubicBezTo>
                <a:lnTo>
                  <a:pt x="431483" y="933215"/>
                </a:lnTo>
                <a:cubicBezTo>
                  <a:pt x="427292" y="929024"/>
                  <a:pt x="424625" y="926929"/>
                  <a:pt x="422529" y="925405"/>
                </a:cubicBezTo>
                <a:cubicBezTo>
                  <a:pt x="419862" y="922738"/>
                  <a:pt x="418910" y="919595"/>
                  <a:pt x="415671" y="917023"/>
                </a:cubicBezTo>
                <a:cubicBezTo>
                  <a:pt x="414623" y="914356"/>
                  <a:pt x="413575" y="912356"/>
                  <a:pt x="413004" y="910165"/>
                </a:cubicBezTo>
                <a:lnTo>
                  <a:pt x="409385" y="903878"/>
                </a:lnTo>
                <a:cubicBezTo>
                  <a:pt x="407765" y="899687"/>
                  <a:pt x="406241" y="897116"/>
                  <a:pt x="405194" y="893877"/>
                </a:cubicBezTo>
                <a:cubicBezTo>
                  <a:pt x="405765" y="891782"/>
                  <a:pt x="405765" y="889686"/>
                  <a:pt x="405194" y="888162"/>
                </a:cubicBezTo>
                <a:lnTo>
                  <a:pt x="403098" y="881304"/>
                </a:lnTo>
                <a:cubicBezTo>
                  <a:pt x="402526" y="877113"/>
                  <a:pt x="402050" y="871303"/>
                  <a:pt x="402050" y="867683"/>
                </a:cubicBezTo>
                <a:cubicBezTo>
                  <a:pt x="402050" y="863492"/>
                  <a:pt x="402622" y="749288"/>
                  <a:pt x="403670" y="738810"/>
                </a:cubicBezTo>
                <a:cubicBezTo>
                  <a:pt x="405289" y="724142"/>
                  <a:pt x="406241" y="709473"/>
                  <a:pt x="406241" y="695281"/>
                </a:cubicBezTo>
                <a:lnTo>
                  <a:pt x="406241" y="691090"/>
                </a:lnTo>
                <a:lnTo>
                  <a:pt x="414147" y="691090"/>
                </a:lnTo>
                <a:cubicBezTo>
                  <a:pt x="414147" y="691090"/>
                  <a:pt x="457105" y="690042"/>
                  <a:pt x="460248" y="690042"/>
                </a:cubicBezTo>
                <a:lnTo>
                  <a:pt x="463963" y="692614"/>
                </a:lnTo>
                <a:cubicBezTo>
                  <a:pt x="463391" y="702615"/>
                  <a:pt x="463963" y="711950"/>
                  <a:pt x="463391" y="720903"/>
                </a:cubicBezTo>
                <a:lnTo>
                  <a:pt x="462344" y="765956"/>
                </a:lnTo>
                <a:lnTo>
                  <a:pt x="461772" y="795293"/>
                </a:lnTo>
                <a:lnTo>
                  <a:pt x="461772" y="807866"/>
                </a:lnTo>
                <a:cubicBezTo>
                  <a:pt x="461772" y="810438"/>
                  <a:pt x="462344" y="810438"/>
                  <a:pt x="462344" y="811581"/>
                </a:cubicBezTo>
                <a:lnTo>
                  <a:pt x="462915" y="812629"/>
                </a:lnTo>
                <a:lnTo>
                  <a:pt x="462915" y="821582"/>
                </a:lnTo>
                <a:cubicBezTo>
                  <a:pt x="462344" y="826250"/>
                  <a:pt x="462344" y="831012"/>
                  <a:pt x="462915" y="835679"/>
                </a:cubicBezTo>
                <a:cubicBezTo>
                  <a:pt x="464534" y="860349"/>
                  <a:pt x="467106" y="882828"/>
                  <a:pt x="487013" y="896449"/>
                </a:cubicBezTo>
                <a:cubicBezTo>
                  <a:pt x="497015" y="905307"/>
                  <a:pt x="522637" y="908450"/>
                  <a:pt x="536258" y="908450"/>
                </a:cubicBezTo>
                <a:cubicBezTo>
                  <a:pt x="558260" y="905879"/>
                  <a:pt x="567690" y="893306"/>
                  <a:pt x="575501" y="879113"/>
                </a:cubicBezTo>
                <a:cubicBezTo>
                  <a:pt x="576548" y="878066"/>
                  <a:pt x="576548" y="877018"/>
                  <a:pt x="577120" y="875970"/>
                </a:cubicBezTo>
                <a:lnTo>
                  <a:pt x="578644" y="871303"/>
                </a:lnTo>
                <a:lnTo>
                  <a:pt x="580739" y="866064"/>
                </a:lnTo>
                <a:cubicBezTo>
                  <a:pt x="581787" y="863969"/>
                  <a:pt x="582359" y="861397"/>
                  <a:pt x="582835" y="858730"/>
                </a:cubicBezTo>
                <a:lnTo>
                  <a:pt x="584359" y="853015"/>
                </a:lnTo>
                <a:lnTo>
                  <a:pt x="585978" y="849872"/>
                </a:lnTo>
                <a:cubicBezTo>
                  <a:pt x="586550" y="848348"/>
                  <a:pt x="587026" y="847205"/>
                  <a:pt x="587026" y="845681"/>
                </a:cubicBezTo>
                <a:lnTo>
                  <a:pt x="588645" y="834155"/>
                </a:lnTo>
                <a:cubicBezTo>
                  <a:pt x="591217" y="818439"/>
                  <a:pt x="587026" y="732524"/>
                  <a:pt x="587026" y="730428"/>
                </a:cubicBezTo>
                <a:cubicBezTo>
                  <a:pt x="585978" y="719951"/>
                  <a:pt x="586454" y="708997"/>
                  <a:pt x="585978" y="698996"/>
                </a:cubicBezTo>
                <a:cubicBezTo>
                  <a:pt x="585978" y="697948"/>
                  <a:pt x="585407" y="696900"/>
                  <a:pt x="585407" y="693757"/>
                </a:cubicBezTo>
                <a:lnTo>
                  <a:pt x="585407" y="690137"/>
                </a:lnTo>
                <a:cubicBezTo>
                  <a:pt x="587502" y="690614"/>
                  <a:pt x="598551" y="690137"/>
                  <a:pt x="609505" y="689566"/>
                </a:cubicBezTo>
                <a:lnTo>
                  <a:pt x="641509" y="688518"/>
                </a:lnTo>
                <a:lnTo>
                  <a:pt x="641509" y="694233"/>
                </a:lnTo>
                <a:cubicBezTo>
                  <a:pt x="641509" y="708902"/>
                  <a:pt x="638365" y="725189"/>
                  <a:pt x="640937" y="739286"/>
                </a:cubicBezTo>
                <a:cubicBezTo>
                  <a:pt x="641509" y="753955"/>
                  <a:pt x="640366" y="883304"/>
                  <a:pt x="642557" y="901116"/>
                </a:cubicBezTo>
                <a:cubicBezTo>
                  <a:pt x="644652" y="908450"/>
                  <a:pt x="641509" y="936168"/>
                  <a:pt x="640937" y="945693"/>
                </a:cubicBezTo>
                <a:lnTo>
                  <a:pt x="636175" y="945693"/>
                </a:lnTo>
                <a:cubicBezTo>
                  <a:pt x="628364" y="945693"/>
                  <a:pt x="620935" y="946169"/>
                  <a:pt x="613124" y="945693"/>
                </a:cubicBezTo>
                <a:lnTo>
                  <a:pt x="599980" y="944645"/>
                </a:lnTo>
                <a:cubicBezTo>
                  <a:pt x="595313" y="944645"/>
                  <a:pt x="589502" y="944169"/>
                  <a:pt x="583787" y="944645"/>
                </a:cubicBezTo>
                <a:moveTo>
                  <a:pt x="409861" y="925310"/>
                </a:moveTo>
                <a:cubicBezTo>
                  <a:pt x="412433" y="931120"/>
                  <a:pt x="419291" y="935787"/>
                  <a:pt x="424529" y="939978"/>
                </a:cubicBezTo>
                <a:lnTo>
                  <a:pt x="428149" y="943598"/>
                </a:lnTo>
                <a:cubicBezTo>
                  <a:pt x="432340" y="947312"/>
                  <a:pt x="440722" y="953027"/>
                  <a:pt x="447008" y="954551"/>
                </a:cubicBezTo>
                <a:cubicBezTo>
                  <a:pt x="454914" y="957218"/>
                  <a:pt x="463772" y="956075"/>
                  <a:pt x="471583" y="957218"/>
                </a:cubicBezTo>
                <a:cubicBezTo>
                  <a:pt x="478441" y="957790"/>
                  <a:pt x="485204" y="960933"/>
                  <a:pt x="492538" y="960362"/>
                </a:cubicBezTo>
                <a:lnTo>
                  <a:pt x="499396" y="961409"/>
                </a:lnTo>
                <a:cubicBezTo>
                  <a:pt x="523970" y="961409"/>
                  <a:pt x="558070" y="946741"/>
                  <a:pt x="574358" y="927881"/>
                </a:cubicBezTo>
                <a:cubicBezTo>
                  <a:pt x="574929" y="934168"/>
                  <a:pt x="573786" y="941026"/>
                  <a:pt x="573786" y="947217"/>
                </a:cubicBezTo>
                <a:lnTo>
                  <a:pt x="573215" y="949789"/>
                </a:lnTo>
                <a:cubicBezTo>
                  <a:pt x="573215" y="956075"/>
                  <a:pt x="577406" y="956075"/>
                  <a:pt x="582168" y="955028"/>
                </a:cubicBezTo>
                <a:cubicBezTo>
                  <a:pt x="587407" y="953980"/>
                  <a:pt x="593122" y="954456"/>
                  <a:pt x="599408" y="954456"/>
                </a:cubicBezTo>
                <a:lnTo>
                  <a:pt x="612553" y="955504"/>
                </a:lnTo>
                <a:cubicBezTo>
                  <a:pt x="620935" y="955980"/>
                  <a:pt x="628269" y="955504"/>
                  <a:pt x="636080" y="955504"/>
                </a:cubicBezTo>
                <a:cubicBezTo>
                  <a:pt x="640842" y="955504"/>
                  <a:pt x="651320" y="960171"/>
                  <a:pt x="651320" y="951789"/>
                </a:cubicBezTo>
                <a:cubicBezTo>
                  <a:pt x="650272" y="937597"/>
                  <a:pt x="655511" y="909403"/>
                  <a:pt x="652367" y="898354"/>
                </a:cubicBezTo>
                <a:cubicBezTo>
                  <a:pt x="650272" y="879971"/>
                  <a:pt x="651796" y="750050"/>
                  <a:pt x="650748" y="737477"/>
                </a:cubicBezTo>
                <a:cubicBezTo>
                  <a:pt x="648653" y="724332"/>
                  <a:pt x="651320" y="708140"/>
                  <a:pt x="651796" y="694519"/>
                </a:cubicBezTo>
                <a:cubicBezTo>
                  <a:pt x="651796" y="681946"/>
                  <a:pt x="652367" y="678326"/>
                  <a:pt x="639794" y="678326"/>
                </a:cubicBezTo>
                <a:lnTo>
                  <a:pt x="608838" y="679374"/>
                </a:lnTo>
                <a:cubicBezTo>
                  <a:pt x="596837" y="679946"/>
                  <a:pt x="587407" y="679946"/>
                  <a:pt x="586835" y="679946"/>
                </a:cubicBezTo>
                <a:cubicBezTo>
                  <a:pt x="579501" y="678898"/>
                  <a:pt x="577406" y="677850"/>
                  <a:pt x="574262" y="684613"/>
                </a:cubicBezTo>
                <a:lnTo>
                  <a:pt x="575310" y="691947"/>
                </a:lnTo>
                <a:cubicBezTo>
                  <a:pt x="574739" y="693471"/>
                  <a:pt x="575310" y="695662"/>
                  <a:pt x="575882" y="699281"/>
                </a:cubicBezTo>
                <a:cubicBezTo>
                  <a:pt x="576453" y="709283"/>
                  <a:pt x="575882" y="720713"/>
                  <a:pt x="576929" y="731190"/>
                </a:cubicBezTo>
                <a:cubicBezTo>
                  <a:pt x="576929" y="733762"/>
                  <a:pt x="580549" y="819773"/>
                  <a:pt x="578453" y="832250"/>
                </a:cubicBezTo>
                <a:lnTo>
                  <a:pt x="576358" y="845395"/>
                </a:lnTo>
                <a:lnTo>
                  <a:pt x="574262" y="849586"/>
                </a:lnTo>
                <a:lnTo>
                  <a:pt x="573215" y="855872"/>
                </a:lnTo>
                <a:cubicBezTo>
                  <a:pt x="572643" y="858444"/>
                  <a:pt x="571595" y="860063"/>
                  <a:pt x="571119" y="861683"/>
                </a:cubicBezTo>
                <a:lnTo>
                  <a:pt x="569024" y="867398"/>
                </a:lnTo>
                <a:cubicBezTo>
                  <a:pt x="568452" y="868445"/>
                  <a:pt x="567976" y="869969"/>
                  <a:pt x="567976" y="871112"/>
                </a:cubicBezTo>
                <a:lnTo>
                  <a:pt x="566928" y="873684"/>
                </a:lnTo>
                <a:cubicBezTo>
                  <a:pt x="559022" y="886829"/>
                  <a:pt x="552260" y="896163"/>
                  <a:pt x="535496" y="898354"/>
                </a:cubicBezTo>
                <a:cubicBezTo>
                  <a:pt x="525018" y="897782"/>
                  <a:pt x="500920" y="895687"/>
                  <a:pt x="493014" y="888353"/>
                </a:cubicBezTo>
                <a:cubicBezTo>
                  <a:pt x="476822" y="877399"/>
                  <a:pt x="474155" y="859587"/>
                  <a:pt x="472535" y="834441"/>
                </a:cubicBezTo>
                <a:cubicBezTo>
                  <a:pt x="471964" y="830250"/>
                  <a:pt x="471964" y="826059"/>
                  <a:pt x="472535" y="821868"/>
                </a:cubicBezTo>
                <a:lnTo>
                  <a:pt x="472535" y="816058"/>
                </a:lnTo>
                <a:cubicBezTo>
                  <a:pt x="472535" y="813962"/>
                  <a:pt x="472535" y="811867"/>
                  <a:pt x="471964" y="810343"/>
                </a:cubicBezTo>
                <a:lnTo>
                  <a:pt x="471392" y="807771"/>
                </a:lnTo>
                <a:lnTo>
                  <a:pt x="471392" y="795198"/>
                </a:lnTo>
                <a:lnTo>
                  <a:pt x="471964" y="765861"/>
                </a:lnTo>
                <a:lnTo>
                  <a:pt x="473012" y="721284"/>
                </a:lnTo>
                <a:cubicBezTo>
                  <a:pt x="473583" y="712426"/>
                  <a:pt x="473012" y="702996"/>
                  <a:pt x="473583" y="692995"/>
                </a:cubicBezTo>
                <a:lnTo>
                  <a:pt x="474155" y="689280"/>
                </a:lnTo>
                <a:cubicBezTo>
                  <a:pt x="474726" y="678803"/>
                  <a:pt x="468440" y="680898"/>
                  <a:pt x="461010" y="679850"/>
                </a:cubicBezTo>
                <a:cubicBezTo>
                  <a:pt x="457867" y="679850"/>
                  <a:pt x="413290" y="680898"/>
                  <a:pt x="413290" y="680898"/>
                </a:cubicBezTo>
                <a:cubicBezTo>
                  <a:pt x="392811" y="681470"/>
                  <a:pt x="396050" y="675659"/>
                  <a:pt x="396050" y="695090"/>
                </a:cubicBezTo>
                <a:cubicBezTo>
                  <a:pt x="396050" y="709283"/>
                  <a:pt x="394430" y="723380"/>
                  <a:pt x="393383" y="737477"/>
                </a:cubicBezTo>
                <a:cubicBezTo>
                  <a:pt x="392335" y="747954"/>
                  <a:pt x="391763" y="863207"/>
                  <a:pt x="391763" y="867398"/>
                </a:cubicBezTo>
                <a:cubicBezTo>
                  <a:pt x="391763" y="871589"/>
                  <a:pt x="392335" y="877875"/>
                  <a:pt x="393383" y="883590"/>
                </a:cubicBezTo>
                <a:lnTo>
                  <a:pt x="393954" y="886162"/>
                </a:lnTo>
                <a:lnTo>
                  <a:pt x="395002" y="889877"/>
                </a:lnTo>
                <a:cubicBezTo>
                  <a:pt x="395573" y="890448"/>
                  <a:pt x="395573" y="890924"/>
                  <a:pt x="395002" y="895115"/>
                </a:cubicBezTo>
                <a:cubicBezTo>
                  <a:pt x="396621" y="899306"/>
                  <a:pt x="398145" y="903497"/>
                  <a:pt x="400241" y="907688"/>
                </a:cubicBezTo>
                <a:lnTo>
                  <a:pt x="403384" y="913975"/>
                </a:lnTo>
                <a:cubicBezTo>
                  <a:pt x="404432" y="916070"/>
                  <a:pt x="405479" y="918166"/>
                  <a:pt x="410242" y="925500"/>
                </a:cubicBezTo>
                <a:lnTo>
                  <a:pt x="409670" y="925024"/>
                </a:lnTo>
                <a:close/>
                <a:moveTo>
                  <a:pt x="186690" y="676517"/>
                </a:moveTo>
                <a:cubicBezTo>
                  <a:pt x="185166" y="675469"/>
                  <a:pt x="183547" y="675469"/>
                  <a:pt x="181928" y="675469"/>
                </a:cubicBezTo>
                <a:cubicBezTo>
                  <a:pt x="179832" y="675469"/>
                  <a:pt x="177737" y="676517"/>
                  <a:pt x="176689" y="677088"/>
                </a:cubicBezTo>
                <a:cubicBezTo>
                  <a:pt x="168878" y="681755"/>
                  <a:pt x="157829" y="723761"/>
                  <a:pt x="154686" y="735191"/>
                </a:cubicBezTo>
                <a:cubicBezTo>
                  <a:pt x="154686" y="742525"/>
                  <a:pt x="141065" y="782816"/>
                  <a:pt x="137446" y="788626"/>
                </a:cubicBezTo>
                <a:cubicBezTo>
                  <a:pt x="136874" y="789674"/>
                  <a:pt x="135922" y="790721"/>
                  <a:pt x="135922" y="792341"/>
                </a:cubicBezTo>
                <a:cubicBezTo>
                  <a:pt x="134874" y="793388"/>
                  <a:pt x="134398" y="794436"/>
                  <a:pt x="133826" y="795484"/>
                </a:cubicBezTo>
                <a:cubicBezTo>
                  <a:pt x="124968" y="813772"/>
                  <a:pt x="157353" y="812248"/>
                  <a:pt x="165830" y="812724"/>
                </a:cubicBezTo>
                <a:cubicBezTo>
                  <a:pt x="184690" y="814343"/>
                  <a:pt x="204597" y="818534"/>
                  <a:pt x="224504" y="812724"/>
                </a:cubicBezTo>
                <a:lnTo>
                  <a:pt x="228219" y="812248"/>
                </a:lnTo>
                <a:cubicBezTo>
                  <a:pt x="242888" y="810629"/>
                  <a:pt x="236601" y="804342"/>
                  <a:pt x="233458" y="794912"/>
                </a:cubicBezTo>
                <a:cubicBezTo>
                  <a:pt x="229743" y="781292"/>
                  <a:pt x="222980" y="769290"/>
                  <a:pt x="217265" y="756622"/>
                </a:cubicBezTo>
                <a:cubicBezTo>
                  <a:pt x="215646" y="751955"/>
                  <a:pt x="214598" y="747764"/>
                  <a:pt x="212503" y="743477"/>
                </a:cubicBezTo>
                <a:cubicBezTo>
                  <a:pt x="209931" y="736143"/>
                  <a:pt x="206216" y="729380"/>
                  <a:pt x="205169" y="720998"/>
                </a:cubicBezTo>
                <a:cubicBezTo>
                  <a:pt x="203644" y="713664"/>
                  <a:pt x="202597" y="708425"/>
                  <a:pt x="200501" y="702710"/>
                </a:cubicBezTo>
                <a:cubicBezTo>
                  <a:pt x="197358" y="695376"/>
                  <a:pt x="195263" y="688042"/>
                  <a:pt x="190024" y="679088"/>
                </a:cubicBezTo>
                <a:cubicBezTo>
                  <a:pt x="188976" y="678041"/>
                  <a:pt x="187928" y="676993"/>
                  <a:pt x="186881" y="676517"/>
                </a:cubicBezTo>
                <a:moveTo>
                  <a:pt x="223076" y="802723"/>
                </a:moveTo>
                <a:lnTo>
                  <a:pt x="220504" y="803294"/>
                </a:lnTo>
                <a:cubicBezTo>
                  <a:pt x="203168" y="808533"/>
                  <a:pt x="184309" y="804342"/>
                  <a:pt x="167069" y="802723"/>
                </a:cubicBezTo>
                <a:cubicBezTo>
                  <a:pt x="160782" y="802247"/>
                  <a:pt x="148209" y="802723"/>
                  <a:pt x="142970" y="800627"/>
                </a:cubicBezTo>
                <a:cubicBezTo>
                  <a:pt x="142970" y="800246"/>
                  <a:pt x="143668" y="799199"/>
                  <a:pt x="145066" y="797484"/>
                </a:cubicBezTo>
                <a:lnTo>
                  <a:pt x="146114" y="793769"/>
                </a:lnTo>
                <a:cubicBezTo>
                  <a:pt x="150781" y="786435"/>
                  <a:pt x="164402" y="745573"/>
                  <a:pt x="164973" y="736143"/>
                </a:cubicBezTo>
                <a:cubicBezTo>
                  <a:pt x="170212" y="718808"/>
                  <a:pt x="174974" y="701567"/>
                  <a:pt x="183261" y="686327"/>
                </a:cubicBezTo>
                <a:cubicBezTo>
                  <a:pt x="185833" y="692614"/>
                  <a:pt x="188024" y="699472"/>
                  <a:pt x="191167" y="705663"/>
                </a:cubicBezTo>
                <a:cubicBezTo>
                  <a:pt x="193262" y="711378"/>
                  <a:pt x="193739" y="716141"/>
                  <a:pt x="195358" y="722427"/>
                </a:cubicBezTo>
                <a:cubicBezTo>
                  <a:pt x="196406" y="731285"/>
                  <a:pt x="200597" y="738620"/>
                  <a:pt x="203264" y="747573"/>
                </a:cubicBezTo>
                <a:cubicBezTo>
                  <a:pt x="204311" y="749669"/>
                  <a:pt x="205359" y="751764"/>
                  <a:pt x="205835" y="753860"/>
                </a:cubicBezTo>
                <a:lnTo>
                  <a:pt x="207931" y="760146"/>
                </a:lnTo>
                <a:cubicBezTo>
                  <a:pt x="213646" y="772719"/>
                  <a:pt x="220504" y="784816"/>
                  <a:pt x="224123" y="797865"/>
                </a:cubicBezTo>
                <a:lnTo>
                  <a:pt x="226219" y="802056"/>
                </a:lnTo>
                <a:lnTo>
                  <a:pt x="223076" y="802532"/>
                </a:lnTo>
                <a:close/>
                <a:moveTo>
                  <a:pt x="11525" y="943883"/>
                </a:moveTo>
                <a:cubicBezTo>
                  <a:pt x="16764" y="935501"/>
                  <a:pt x="20955" y="927691"/>
                  <a:pt x="24098" y="919785"/>
                </a:cubicBezTo>
                <a:cubicBezTo>
                  <a:pt x="27813" y="910927"/>
                  <a:pt x="61341" y="814534"/>
                  <a:pt x="65532" y="802437"/>
                </a:cubicBezTo>
                <a:cubicBezTo>
                  <a:pt x="65532" y="801389"/>
                  <a:pt x="66104" y="800342"/>
                  <a:pt x="66104" y="798818"/>
                </a:cubicBezTo>
                <a:cubicBezTo>
                  <a:pt x="70295" y="790912"/>
                  <a:pt x="72866" y="777291"/>
                  <a:pt x="78677" y="769957"/>
                </a:cubicBezTo>
                <a:cubicBezTo>
                  <a:pt x="79724" y="766242"/>
                  <a:pt x="80772" y="762623"/>
                  <a:pt x="81820" y="759956"/>
                </a:cubicBezTo>
                <a:cubicBezTo>
                  <a:pt x="82868" y="757384"/>
                  <a:pt x="84963" y="754717"/>
                  <a:pt x="86487" y="750526"/>
                </a:cubicBezTo>
                <a:cubicBezTo>
                  <a:pt x="87535" y="747954"/>
                  <a:pt x="90202" y="740525"/>
                  <a:pt x="93345" y="731190"/>
                </a:cubicBezTo>
                <a:lnTo>
                  <a:pt x="108014" y="689852"/>
                </a:lnTo>
                <a:cubicBezTo>
                  <a:pt x="119063" y="659467"/>
                  <a:pt x="130016" y="629082"/>
                  <a:pt x="131636" y="625463"/>
                </a:cubicBezTo>
                <a:cubicBezTo>
                  <a:pt x="135827" y="617557"/>
                  <a:pt x="140589" y="610223"/>
                  <a:pt x="142113" y="607175"/>
                </a:cubicBezTo>
                <a:cubicBezTo>
                  <a:pt x="143161" y="604508"/>
                  <a:pt x="143637" y="601936"/>
                  <a:pt x="144209" y="600317"/>
                </a:cubicBezTo>
                <a:lnTo>
                  <a:pt x="145256" y="597173"/>
                </a:lnTo>
                <a:cubicBezTo>
                  <a:pt x="145733" y="595554"/>
                  <a:pt x="147352" y="592982"/>
                  <a:pt x="147828" y="591935"/>
                </a:cubicBezTo>
                <a:cubicBezTo>
                  <a:pt x="148400" y="590315"/>
                  <a:pt x="148876" y="588791"/>
                  <a:pt x="151543" y="586696"/>
                </a:cubicBezTo>
                <a:cubicBezTo>
                  <a:pt x="154115" y="587267"/>
                  <a:pt x="156210" y="587267"/>
                  <a:pt x="158306" y="587267"/>
                </a:cubicBezTo>
                <a:cubicBezTo>
                  <a:pt x="160401" y="587267"/>
                  <a:pt x="162020" y="586696"/>
                  <a:pt x="164592" y="586696"/>
                </a:cubicBezTo>
                <a:cubicBezTo>
                  <a:pt x="179737" y="585077"/>
                  <a:pt x="194977" y="587267"/>
                  <a:pt x="208121" y="585077"/>
                </a:cubicBezTo>
                <a:cubicBezTo>
                  <a:pt x="212312" y="584029"/>
                  <a:pt x="215932" y="584029"/>
                  <a:pt x="218599" y="584029"/>
                </a:cubicBezTo>
                <a:cubicBezTo>
                  <a:pt x="224885" y="597173"/>
                  <a:pt x="229076" y="610794"/>
                  <a:pt x="236411" y="623272"/>
                </a:cubicBezTo>
                <a:cubicBezTo>
                  <a:pt x="241173" y="636893"/>
                  <a:pt x="245269" y="651561"/>
                  <a:pt x="250031" y="667277"/>
                </a:cubicBezTo>
                <a:cubicBezTo>
                  <a:pt x="251079" y="668897"/>
                  <a:pt x="251555" y="671468"/>
                  <a:pt x="252127" y="674135"/>
                </a:cubicBezTo>
                <a:cubicBezTo>
                  <a:pt x="253746" y="677279"/>
                  <a:pt x="273082" y="729666"/>
                  <a:pt x="275749" y="736524"/>
                </a:cubicBezTo>
                <a:cubicBezTo>
                  <a:pt x="278892" y="743287"/>
                  <a:pt x="280511" y="750145"/>
                  <a:pt x="282607" y="757479"/>
                </a:cubicBezTo>
                <a:cubicBezTo>
                  <a:pt x="285179" y="763766"/>
                  <a:pt x="288893" y="770624"/>
                  <a:pt x="290989" y="776815"/>
                </a:cubicBezTo>
                <a:cubicBezTo>
                  <a:pt x="291465" y="778910"/>
                  <a:pt x="292037" y="780530"/>
                  <a:pt x="292513" y="782054"/>
                </a:cubicBezTo>
                <a:lnTo>
                  <a:pt x="294132" y="785673"/>
                </a:lnTo>
                <a:lnTo>
                  <a:pt x="296228" y="790912"/>
                </a:lnTo>
                <a:lnTo>
                  <a:pt x="298799" y="796627"/>
                </a:lnTo>
                <a:cubicBezTo>
                  <a:pt x="299847" y="809771"/>
                  <a:pt x="306134" y="820725"/>
                  <a:pt x="310801" y="832822"/>
                </a:cubicBezTo>
                <a:cubicBezTo>
                  <a:pt x="313468" y="839680"/>
                  <a:pt x="317087" y="845966"/>
                  <a:pt x="320231" y="852158"/>
                </a:cubicBezTo>
                <a:lnTo>
                  <a:pt x="322326" y="857396"/>
                </a:lnTo>
                <a:cubicBezTo>
                  <a:pt x="323945" y="859492"/>
                  <a:pt x="352711" y="929691"/>
                  <a:pt x="354806" y="937502"/>
                </a:cubicBezTo>
                <a:cubicBezTo>
                  <a:pt x="355378" y="940169"/>
                  <a:pt x="356425" y="942740"/>
                  <a:pt x="356902" y="945407"/>
                </a:cubicBezTo>
                <a:cubicBezTo>
                  <a:pt x="354235" y="944836"/>
                  <a:pt x="351187" y="944360"/>
                  <a:pt x="347472" y="943883"/>
                </a:cubicBezTo>
                <a:cubicBezTo>
                  <a:pt x="339090" y="942836"/>
                  <a:pt x="330708" y="941788"/>
                  <a:pt x="321278" y="941788"/>
                </a:cubicBezTo>
                <a:cubicBezTo>
                  <a:pt x="309277" y="942359"/>
                  <a:pt x="297752" y="941312"/>
                  <a:pt x="284131" y="941788"/>
                </a:cubicBezTo>
                <a:cubicBezTo>
                  <a:pt x="277273" y="929215"/>
                  <a:pt x="276797" y="913499"/>
                  <a:pt x="270986" y="900449"/>
                </a:cubicBezTo>
                <a:lnTo>
                  <a:pt x="268891" y="895782"/>
                </a:lnTo>
                <a:cubicBezTo>
                  <a:pt x="268319" y="894734"/>
                  <a:pt x="267843" y="893115"/>
                  <a:pt x="267367" y="892067"/>
                </a:cubicBezTo>
                <a:lnTo>
                  <a:pt x="265271" y="887400"/>
                </a:lnTo>
                <a:cubicBezTo>
                  <a:pt x="264224" y="884733"/>
                  <a:pt x="263176" y="882161"/>
                  <a:pt x="261080" y="879018"/>
                </a:cubicBezTo>
                <a:cubicBezTo>
                  <a:pt x="259461" y="869017"/>
                  <a:pt x="254222" y="857492"/>
                  <a:pt x="242221" y="862254"/>
                </a:cubicBezTo>
                <a:cubicBezTo>
                  <a:pt x="239078" y="863302"/>
                  <a:pt x="226505" y="862254"/>
                  <a:pt x="223361" y="861778"/>
                </a:cubicBezTo>
                <a:cubicBezTo>
                  <a:pt x="212312" y="861778"/>
                  <a:pt x="200882" y="863873"/>
                  <a:pt x="189833" y="863302"/>
                </a:cubicBezTo>
                <a:cubicBezTo>
                  <a:pt x="165259" y="861778"/>
                  <a:pt x="141161" y="860159"/>
                  <a:pt x="117539" y="862254"/>
                </a:cubicBezTo>
                <a:cubicBezTo>
                  <a:pt x="114395" y="863302"/>
                  <a:pt x="111252" y="865397"/>
                  <a:pt x="109633" y="869112"/>
                </a:cubicBezTo>
                <a:lnTo>
                  <a:pt x="106490" y="871684"/>
                </a:lnTo>
                <a:cubicBezTo>
                  <a:pt x="99155" y="880066"/>
                  <a:pt x="87630" y="920928"/>
                  <a:pt x="86011" y="929310"/>
                </a:cubicBezTo>
                <a:lnTo>
                  <a:pt x="80296" y="948646"/>
                </a:lnTo>
                <a:cubicBezTo>
                  <a:pt x="68294" y="947598"/>
                  <a:pt x="55721" y="950741"/>
                  <a:pt x="43148" y="949217"/>
                </a:cubicBezTo>
                <a:cubicBezTo>
                  <a:pt x="40005" y="948646"/>
                  <a:pt x="36862" y="947122"/>
                  <a:pt x="33719" y="947122"/>
                </a:cubicBezTo>
                <a:cubicBezTo>
                  <a:pt x="29528" y="946074"/>
                  <a:pt x="28004" y="945598"/>
                  <a:pt x="26384" y="945598"/>
                </a:cubicBezTo>
                <a:lnTo>
                  <a:pt x="21622" y="944550"/>
                </a:lnTo>
                <a:cubicBezTo>
                  <a:pt x="20574" y="944550"/>
                  <a:pt x="19050" y="944074"/>
                  <a:pt x="16955" y="944074"/>
                </a:cubicBezTo>
                <a:lnTo>
                  <a:pt x="11716" y="944074"/>
                </a:lnTo>
                <a:close/>
                <a:moveTo>
                  <a:pt x="247841" y="871589"/>
                </a:moveTo>
                <a:lnTo>
                  <a:pt x="249936" y="875780"/>
                </a:lnTo>
                <a:cubicBezTo>
                  <a:pt x="250508" y="877875"/>
                  <a:pt x="250984" y="879494"/>
                  <a:pt x="252031" y="883114"/>
                </a:cubicBezTo>
                <a:cubicBezTo>
                  <a:pt x="253651" y="885781"/>
                  <a:pt x="254603" y="888353"/>
                  <a:pt x="256223" y="891020"/>
                </a:cubicBezTo>
                <a:lnTo>
                  <a:pt x="257747" y="895687"/>
                </a:lnTo>
                <a:cubicBezTo>
                  <a:pt x="258318" y="897211"/>
                  <a:pt x="259366" y="898830"/>
                  <a:pt x="260414" y="900354"/>
                </a:cubicBezTo>
                <a:cubicBezTo>
                  <a:pt x="260414" y="901402"/>
                  <a:pt x="260985" y="901878"/>
                  <a:pt x="261938" y="904069"/>
                </a:cubicBezTo>
                <a:cubicBezTo>
                  <a:pt x="267176" y="917690"/>
                  <a:pt x="268224" y="932834"/>
                  <a:pt x="275082" y="945979"/>
                </a:cubicBezTo>
                <a:cubicBezTo>
                  <a:pt x="276130" y="952265"/>
                  <a:pt x="278225" y="953885"/>
                  <a:pt x="285083" y="952742"/>
                </a:cubicBezTo>
                <a:cubicBezTo>
                  <a:pt x="297656" y="951218"/>
                  <a:pt x="309658" y="952742"/>
                  <a:pt x="321183" y="952265"/>
                </a:cubicBezTo>
                <a:cubicBezTo>
                  <a:pt x="330137" y="952265"/>
                  <a:pt x="337947" y="952742"/>
                  <a:pt x="345853" y="953789"/>
                </a:cubicBezTo>
                <a:cubicBezTo>
                  <a:pt x="352139" y="954837"/>
                  <a:pt x="358426" y="955885"/>
                  <a:pt x="363665" y="955885"/>
                </a:cubicBezTo>
                <a:cubicBezTo>
                  <a:pt x="373571" y="955885"/>
                  <a:pt x="365284" y="939121"/>
                  <a:pt x="364236" y="934930"/>
                </a:cubicBezTo>
                <a:cubicBezTo>
                  <a:pt x="362617" y="927024"/>
                  <a:pt x="335375" y="860540"/>
                  <a:pt x="331184" y="852729"/>
                </a:cubicBezTo>
                <a:lnTo>
                  <a:pt x="329089" y="848062"/>
                </a:lnTo>
                <a:cubicBezTo>
                  <a:pt x="325946" y="841775"/>
                  <a:pt x="322231" y="835489"/>
                  <a:pt x="320231" y="829202"/>
                </a:cubicBezTo>
                <a:cubicBezTo>
                  <a:pt x="315468" y="817677"/>
                  <a:pt x="309753" y="807200"/>
                  <a:pt x="308134" y="793007"/>
                </a:cubicBezTo>
                <a:cubicBezTo>
                  <a:pt x="304991" y="786721"/>
                  <a:pt x="302895" y="780434"/>
                  <a:pt x="300323" y="773672"/>
                </a:cubicBezTo>
                <a:cubicBezTo>
                  <a:pt x="298228" y="767385"/>
                  <a:pt x="294513" y="761099"/>
                  <a:pt x="291941" y="754336"/>
                </a:cubicBezTo>
                <a:cubicBezTo>
                  <a:pt x="289846" y="747002"/>
                  <a:pt x="288227" y="740144"/>
                  <a:pt x="285083" y="732905"/>
                </a:cubicBezTo>
                <a:cubicBezTo>
                  <a:pt x="281940" y="725570"/>
                  <a:pt x="263081" y="673659"/>
                  <a:pt x="261461" y="670040"/>
                </a:cubicBezTo>
                <a:lnTo>
                  <a:pt x="260414" y="667373"/>
                </a:lnTo>
                <a:cubicBezTo>
                  <a:pt x="260414" y="665849"/>
                  <a:pt x="259366" y="664229"/>
                  <a:pt x="258794" y="662705"/>
                </a:cubicBezTo>
                <a:cubicBezTo>
                  <a:pt x="254603" y="648037"/>
                  <a:pt x="250412" y="633368"/>
                  <a:pt x="245174" y="618700"/>
                </a:cubicBezTo>
                <a:cubicBezTo>
                  <a:pt x="241459" y="611842"/>
                  <a:pt x="238316" y="605079"/>
                  <a:pt x="235172" y="597745"/>
                </a:cubicBezTo>
                <a:cubicBezTo>
                  <a:pt x="226790" y="577266"/>
                  <a:pt x="229934" y="570980"/>
                  <a:pt x="206407" y="575266"/>
                </a:cubicBezTo>
                <a:cubicBezTo>
                  <a:pt x="193262" y="577361"/>
                  <a:pt x="178118" y="575266"/>
                  <a:pt x="163449" y="576790"/>
                </a:cubicBezTo>
                <a:cubicBezTo>
                  <a:pt x="161354" y="576790"/>
                  <a:pt x="159734" y="577361"/>
                  <a:pt x="158210" y="577361"/>
                </a:cubicBezTo>
                <a:cubicBezTo>
                  <a:pt x="151448" y="577361"/>
                  <a:pt x="149352" y="575742"/>
                  <a:pt x="140970" y="581552"/>
                </a:cubicBezTo>
                <a:cubicBezTo>
                  <a:pt x="140494" y="583076"/>
                  <a:pt x="139922" y="585172"/>
                  <a:pt x="138875" y="587267"/>
                </a:cubicBezTo>
                <a:cubicBezTo>
                  <a:pt x="137351" y="589839"/>
                  <a:pt x="136208" y="591935"/>
                  <a:pt x="135160" y="594602"/>
                </a:cubicBezTo>
                <a:lnTo>
                  <a:pt x="134112" y="598221"/>
                </a:lnTo>
                <a:cubicBezTo>
                  <a:pt x="134112" y="599840"/>
                  <a:pt x="133636" y="601364"/>
                  <a:pt x="133064" y="602888"/>
                </a:cubicBezTo>
                <a:cubicBezTo>
                  <a:pt x="131540" y="605555"/>
                  <a:pt x="126778" y="612890"/>
                  <a:pt x="122587" y="620700"/>
                </a:cubicBezTo>
                <a:cubicBezTo>
                  <a:pt x="120491" y="625367"/>
                  <a:pt x="108966" y="656324"/>
                  <a:pt x="98489" y="686137"/>
                </a:cubicBezTo>
                <a:lnTo>
                  <a:pt x="83820" y="727475"/>
                </a:lnTo>
                <a:cubicBezTo>
                  <a:pt x="79629" y="739572"/>
                  <a:pt x="76962" y="746335"/>
                  <a:pt x="76486" y="748430"/>
                </a:cubicBezTo>
                <a:cubicBezTo>
                  <a:pt x="72771" y="753669"/>
                  <a:pt x="71247" y="759956"/>
                  <a:pt x="69152" y="766242"/>
                </a:cubicBezTo>
                <a:cubicBezTo>
                  <a:pt x="62865" y="774148"/>
                  <a:pt x="59722" y="788816"/>
                  <a:pt x="55531" y="799294"/>
                </a:cubicBezTo>
                <a:cubicBezTo>
                  <a:pt x="51816" y="811391"/>
                  <a:pt x="18288" y="907212"/>
                  <a:pt x="14669" y="916166"/>
                </a:cubicBezTo>
                <a:cubicBezTo>
                  <a:pt x="10954" y="924548"/>
                  <a:pt x="7334" y="932930"/>
                  <a:pt x="1048" y="941312"/>
                </a:cubicBezTo>
                <a:cubicBezTo>
                  <a:pt x="1048" y="941788"/>
                  <a:pt x="0" y="944455"/>
                  <a:pt x="0" y="944455"/>
                </a:cubicBezTo>
                <a:cubicBezTo>
                  <a:pt x="572" y="959600"/>
                  <a:pt x="8858" y="952361"/>
                  <a:pt x="19336" y="954361"/>
                </a:cubicBezTo>
                <a:lnTo>
                  <a:pt x="24575" y="955409"/>
                </a:lnTo>
                <a:cubicBezTo>
                  <a:pt x="25622" y="955409"/>
                  <a:pt x="27146" y="955409"/>
                  <a:pt x="32957" y="956933"/>
                </a:cubicBezTo>
                <a:cubicBezTo>
                  <a:pt x="36100" y="956933"/>
                  <a:pt x="38672" y="958457"/>
                  <a:pt x="41339" y="959028"/>
                </a:cubicBezTo>
                <a:cubicBezTo>
                  <a:pt x="55531" y="961124"/>
                  <a:pt x="70104" y="956361"/>
                  <a:pt x="83725" y="959028"/>
                </a:cubicBezTo>
                <a:cubicBezTo>
                  <a:pt x="88964" y="960076"/>
                  <a:pt x="90583" y="953789"/>
                  <a:pt x="90011" y="950075"/>
                </a:cubicBezTo>
                <a:lnTo>
                  <a:pt x="95822" y="930167"/>
                </a:lnTo>
                <a:cubicBezTo>
                  <a:pt x="95822" y="929691"/>
                  <a:pt x="106775" y="893020"/>
                  <a:pt x="108395" y="888829"/>
                </a:cubicBezTo>
                <a:cubicBezTo>
                  <a:pt x="109919" y="885686"/>
                  <a:pt x="112109" y="881971"/>
                  <a:pt x="114205" y="878351"/>
                </a:cubicBezTo>
                <a:lnTo>
                  <a:pt x="116777" y="875780"/>
                </a:lnTo>
                <a:cubicBezTo>
                  <a:pt x="117824" y="874732"/>
                  <a:pt x="118301" y="873684"/>
                  <a:pt x="120491" y="871589"/>
                </a:cubicBezTo>
                <a:cubicBezTo>
                  <a:pt x="142018" y="870065"/>
                  <a:pt x="164973" y="871589"/>
                  <a:pt x="189071" y="873208"/>
                </a:cubicBezTo>
                <a:cubicBezTo>
                  <a:pt x="200025" y="873684"/>
                  <a:pt x="211550" y="871589"/>
                  <a:pt x="222599" y="871589"/>
                </a:cubicBezTo>
                <a:cubicBezTo>
                  <a:pt x="228314" y="872160"/>
                  <a:pt x="239935" y="873684"/>
                  <a:pt x="246221" y="871589"/>
                </a:cubicBezTo>
                <a:lnTo>
                  <a:pt x="247841" y="871589"/>
                </a:lnTo>
                <a:close/>
                <a:moveTo>
                  <a:pt x="4810697" y="158642"/>
                </a:moveTo>
                <a:cubicBezTo>
                  <a:pt x="4799172" y="152356"/>
                  <a:pt x="4785551" y="155499"/>
                  <a:pt x="4774025" y="158642"/>
                </a:cubicBezTo>
                <a:cubicBezTo>
                  <a:pt x="4769834" y="160262"/>
                  <a:pt x="4765643" y="160738"/>
                  <a:pt x="4760881" y="162833"/>
                </a:cubicBezTo>
                <a:lnTo>
                  <a:pt x="4758309" y="164929"/>
                </a:lnTo>
                <a:lnTo>
                  <a:pt x="4751547" y="169120"/>
                </a:lnTo>
                <a:cubicBezTo>
                  <a:pt x="4745736" y="171215"/>
                  <a:pt x="4742117" y="177502"/>
                  <a:pt x="4738402" y="182264"/>
                </a:cubicBezTo>
                <a:cubicBezTo>
                  <a:pt x="4733163" y="189599"/>
                  <a:pt x="4730496" y="199028"/>
                  <a:pt x="4727924" y="207887"/>
                </a:cubicBezTo>
                <a:cubicBezTo>
                  <a:pt x="4724781" y="217793"/>
                  <a:pt x="4735735" y="221507"/>
                  <a:pt x="4743641" y="219412"/>
                </a:cubicBezTo>
                <a:lnTo>
                  <a:pt x="4746784" y="218840"/>
                </a:lnTo>
                <a:cubicBezTo>
                  <a:pt x="4747356" y="218840"/>
                  <a:pt x="4834795" y="221507"/>
                  <a:pt x="4837462" y="221507"/>
                </a:cubicBezTo>
                <a:cubicBezTo>
                  <a:pt x="4843272" y="221507"/>
                  <a:pt x="4848987" y="219888"/>
                  <a:pt x="4854226" y="215697"/>
                </a:cubicBezTo>
                <a:cubicBezTo>
                  <a:pt x="4862608" y="208934"/>
                  <a:pt x="4851559" y="185884"/>
                  <a:pt x="4847368" y="179597"/>
                </a:cubicBezTo>
                <a:cubicBezTo>
                  <a:pt x="4842701" y="172263"/>
                  <a:pt x="4836890" y="170168"/>
                  <a:pt x="4829556" y="165977"/>
                </a:cubicBezTo>
                <a:cubicBezTo>
                  <a:pt x="4822793" y="162833"/>
                  <a:pt x="4818603" y="159690"/>
                  <a:pt x="4810697" y="158642"/>
                </a:cubicBezTo>
                <a:moveTo>
                  <a:pt x="4847844" y="207887"/>
                </a:moveTo>
                <a:cubicBezTo>
                  <a:pt x="4844701" y="210554"/>
                  <a:pt x="4841081" y="211601"/>
                  <a:pt x="4836890" y="211601"/>
                </a:cubicBezTo>
                <a:cubicBezTo>
                  <a:pt x="4834795" y="211601"/>
                  <a:pt x="4747832" y="208934"/>
                  <a:pt x="4744689" y="208934"/>
                </a:cubicBezTo>
                <a:lnTo>
                  <a:pt x="4741545" y="209506"/>
                </a:lnTo>
                <a:cubicBezTo>
                  <a:pt x="4739926" y="210077"/>
                  <a:pt x="4738973" y="210554"/>
                  <a:pt x="4737831" y="210077"/>
                </a:cubicBezTo>
                <a:cubicBezTo>
                  <a:pt x="4739926" y="202743"/>
                  <a:pt x="4742022" y="194361"/>
                  <a:pt x="4746213" y="188075"/>
                </a:cubicBezTo>
                <a:cubicBezTo>
                  <a:pt x="4747832" y="185979"/>
                  <a:pt x="4752499" y="179216"/>
                  <a:pt x="4756214" y="178169"/>
                </a:cubicBezTo>
                <a:lnTo>
                  <a:pt x="4764596" y="173501"/>
                </a:lnTo>
                <a:lnTo>
                  <a:pt x="4766691" y="171406"/>
                </a:lnTo>
                <a:cubicBezTo>
                  <a:pt x="4769834" y="169787"/>
                  <a:pt x="4773549" y="169787"/>
                  <a:pt x="4776692" y="168739"/>
                </a:cubicBezTo>
                <a:cubicBezTo>
                  <a:pt x="4785551" y="166072"/>
                  <a:pt x="4798219" y="162929"/>
                  <a:pt x="4808697" y="168739"/>
                </a:cubicBezTo>
                <a:cubicBezTo>
                  <a:pt x="4814983" y="169310"/>
                  <a:pt x="4819650" y="172454"/>
                  <a:pt x="4824889" y="175025"/>
                </a:cubicBezTo>
                <a:cubicBezTo>
                  <a:pt x="4830128" y="178169"/>
                  <a:pt x="4835366" y="179788"/>
                  <a:pt x="4839081" y="185503"/>
                </a:cubicBezTo>
                <a:cubicBezTo>
                  <a:pt x="4843272" y="191218"/>
                  <a:pt x="4845844" y="200171"/>
                  <a:pt x="4847940" y="207982"/>
                </a:cubicBezTo>
                <a:moveTo>
                  <a:pt x="4862037" y="304375"/>
                </a:moveTo>
                <a:cubicBezTo>
                  <a:pt x="4877753" y="301803"/>
                  <a:pt x="4894993" y="302851"/>
                  <a:pt x="4910709" y="303327"/>
                </a:cubicBezTo>
                <a:cubicBezTo>
                  <a:pt x="4907566" y="313805"/>
                  <a:pt x="4904423" y="321139"/>
                  <a:pt x="4900232" y="328473"/>
                </a:cubicBezTo>
                <a:cubicBezTo>
                  <a:pt x="4897565" y="331045"/>
                  <a:pt x="4894993" y="333712"/>
                  <a:pt x="4893374" y="337331"/>
                </a:cubicBezTo>
                <a:cubicBezTo>
                  <a:pt x="4890707" y="341522"/>
                  <a:pt x="4884992" y="346761"/>
                  <a:pt x="4881849" y="348857"/>
                </a:cubicBezTo>
                <a:cubicBezTo>
                  <a:pt x="4876133" y="354095"/>
                  <a:pt x="4868228" y="356191"/>
                  <a:pt x="4860417" y="360382"/>
                </a:cubicBezTo>
                <a:lnTo>
                  <a:pt x="4857846" y="362954"/>
                </a:lnTo>
                <a:lnTo>
                  <a:pt x="4855274" y="364573"/>
                </a:lnTo>
                <a:cubicBezTo>
                  <a:pt x="4851083" y="365144"/>
                  <a:pt x="4847940" y="368764"/>
                  <a:pt x="4843748" y="370288"/>
                </a:cubicBezTo>
                <a:lnTo>
                  <a:pt x="4838510" y="371907"/>
                </a:lnTo>
                <a:cubicBezTo>
                  <a:pt x="4836986" y="372479"/>
                  <a:pt x="4835366" y="372955"/>
                  <a:pt x="4833842" y="373526"/>
                </a:cubicBezTo>
                <a:cubicBezTo>
                  <a:pt x="4810221" y="376098"/>
                  <a:pt x="4777835" y="381908"/>
                  <a:pt x="4754214" y="371907"/>
                </a:cubicBezTo>
                <a:cubicBezTo>
                  <a:pt x="4745355" y="370288"/>
                  <a:pt x="4736878" y="365621"/>
                  <a:pt x="4728020" y="364001"/>
                </a:cubicBezTo>
                <a:cubicBezTo>
                  <a:pt x="4715923" y="357715"/>
                  <a:pt x="4706493" y="351428"/>
                  <a:pt x="4698683" y="341522"/>
                </a:cubicBezTo>
                <a:cubicBezTo>
                  <a:pt x="4683443" y="330473"/>
                  <a:pt x="4679252" y="307423"/>
                  <a:pt x="4670393" y="291230"/>
                </a:cubicBezTo>
                <a:cubicBezTo>
                  <a:pt x="4669917" y="287039"/>
                  <a:pt x="4668870" y="283420"/>
                  <a:pt x="4667822" y="280753"/>
                </a:cubicBezTo>
                <a:lnTo>
                  <a:pt x="4666203" y="276562"/>
                </a:lnTo>
                <a:cubicBezTo>
                  <a:pt x="4666203" y="275990"/>
                  <a:pt x="4665155" y="271799"/>
                  <a:pt x="4665155" y="270275"/>
                </a:cubicBezTo>
                <a:cubicBezTo>
                  <a:pt x="4664107" y="266084"/>
                  <a:pt x="4662583" y="261417"/>
                  <a:pt x="4663059" y="256655"/>
                </a:cubicBezTo>
                <a:lnTo>
                  <a:pt x="4663535" y="252940"/>
                </a:lnTo>
                <a:lnTo>
                  <a:pt x="4664012" y="249320"/>
                </a:lnTo>
                <a:lnTo>
                  <a:pt x="4664012" y="245606"/>
                </a:lnTo>
                <a:cubicBezTo>
                  <a:pt x="4664583" y="243510"/>
                  <a:pt x="4664583" y="240843"/>
                  <a:pt x="4664583" y="238843"/>
                </a:cubicBezTo>
                <a:cubicBezTo>
                  <a:pt x="4665059" y="222555"/>
                  <a:pt x="4679252" y="182741"/>
                  <a:pt x="4689729" y="170168"/>
                </a:cubicBezTo>
                <a:cubicBezTo>
                  <a:pt x="4691825" y="162833"/>
                  <a:pt x="4698588" y="159214"/>
                  <a:pt x="4701826" y="152356"/>
                </a:cubicBezTo>
                <a:cubicBezTo>
                  <a:pt x="4713351" y="141878"/>
                  <a:pt x="4724305" y="128258"/>
                  <a:pt x="4740021" y="123019"/>
                </a:cubicBezTo>
                <a:cubicBezTo>
                  <a:pt x="4749451" y="119876"/>
                  <a:pt x="4759929" y="114637"/>
                  <a:pt x="4770882" y="114161"/>
                </a:cubicBezTo>
                <a:cubicBezTo>
                  <a:pt x="4789742" y="111494"/>
                  <a:pt x="4809649" y="110446"/>
                  <a:pt x="4828508" y="114732"/>
                </a:cubicBezTo>
                <a:lnTo>
                  <a:pt x="4832128" y="115780"/>
                </a:lnTo>
                <a:cubicBezTo>
                  <a:pt x="4843177" y="118923"/>
                  <a:pt x="4852607" y="123114"/>
                  <a:pt x="4861465" y="127781"/>
                </a:cubicBezTo>
                <a:cubicBezTo>
                  <a:pt x="4867751" y="134068"/>
                  <a:pt x="4875086" y="140354"/>
                  <a:pt x="4880324" y="149784"/>
                </a:cubicBezTo>
                <a:cubicBezTo>
                  <a:pt x="4899184" y="166548"/>
                  <a:pt x="4906994" y="195409"/>
                  <a:pt x="4912233" y="227318"/>
                </a:cubicBezTo>
                <a:lnTo>
                  <a:pt x="4912710" y="232080"/>
                </a:lnTo>
                <a:lnTo>
                  <a:pt x="4912710" y="235795"/>
                </a:lnTo>
                <a:lnTo>
                  <a:pt x="4913281" y="242081"/>
                </a:lnTo>
                <a:lnTo>
                  <a:pt x="4914805" y="249987"/>
                </a:lnTo>
                <a:lnTo>
                  <a:pt x="4915853" y="254654"/>
                </a:lnTo>
                <a:cubicBezTo>
                  <a:pt x="4905375" y="256274"/>
                  <a:pt x="4894327" y="253035"/>
                  <a:pt x="4883373" y="253035"/>
                </a:cubicBezTo>
                <a:cubicBezTo>
                  <a:pt x="4876038" y="252464"/>
                  <a:pt x="4817364" y="256178"/>
                  <a:pt x="4811078" y="256178"/>
                </a:cubicBezTo>
                <a:cubicBezTo>
                  <a:pt x="4803743" y="256178"/>
                  <a:pt x="4795838" y="256178"/>
                  <a:pt x="4788027" y="257226"/>
                </a:cubicBezTo>
                <a:cubicBezTo>
                  <a:pt x="4771263" y="258845"/>
                  <a:pt x="4754023" y="258274"/>
                  <a:pt x="4736688" y="258274"/>
                </a:cubicBezTo>
                <a:cubicBezTo>
                  <a:pt x="4722495" y="258274"/>
                  <a:pt x="4726210" y="283896"/>
                  <a:pt x="4728306" y="292850"/>
                </a:cubicBezTo>
                <a:lnTo>
                  <a:pt x="4730401" y="298088"/>
                </a:lnTo>
                <a:lnTo>
                  <a:pt x="4732020" y="302279"/>
                </a:lnTo>
                <a:cubicBezTo>
                  <a:pt x="4732497" y="303327"/>
                  <a:pt x="4733068" y="304375"/>
                  <a:pt x="4733544" y="305423"/>
                </a:cubicBezTo>
                <a:lnTo>
                  <a:pt x="4735640" y="308090"/>
                </a:lnTo>
                <a:lnTo>
                  <a:pt x="4738783" y="312281"/>
                </a:lnTo>
                <a:lnTo>
                  <a:pt x="4744022" y="317519"/>
                </a:lnTo>
                <a:lnTo>
                  <a:pt x="4749260" y="323806"/>
                </a:lnTo>
                <a:cubicBezTo>
                  <a:pt x="4755547" y="331140"/>
                  <a:pt x="4768596" y="336379"/>
                  <a:pt x="4778598" y="336950"/>
                </a:cubicBezTo>
                <a:cubicBezTo>
                  <a:pt x="4779645" y="336950"/>
                  <a:pt x="4781169" y="337522"/>
                  <a:pt x="4782312" y="337522"/>
                </a:cubicBezTo>
                <a:cubicBezTo>
                  <a:pt x="4793266" y="337522"/>
                  <a:pt x="4805363" y="336950"/>
                  <a:pt x="4815840" y="333807"/>
                </a:cubicBezTo>
                <a:cubicBezTo>
                  <a:pt x="4826794" y="331140"/>
                  <a:pt x="4857750" y="319139"/>
                  <a:pt x="4861465" y="304470"/>
                </a:cubicBezTo>
                <a:lnTo>
                  <a:pt x="4861941" y="304470"/>
                </a:lnTo>
                <a:close/>
                <a:moveTo>
                  <a:pt x="4737354" y="268275"/>
                </a:moveTo>
                <a:cubicBezTo>
                  <a:pt x="4755166" y="268275"/>
                  <a:pt x="4772406" y="268847"/>
                  <a:pt x="4789742" y="267227"/>
                </a:cubicBezTo>
                <a:cubicBezTo>
                  <a:pt x="4797076" y="266180"/>
                  <a:pt x="4804410" y="266180"/>
                  <a:pt x="4811268" y="266180"/>
                </a:cubicBezTo>
                <a:cubicBezTo>
                  <a:pt x="4817555" y="266180"/>
                  <a:pt x="4877753" y="262560"/>
                  <a:pt x="4883563" y="263036"/>
                </a:cubicBezTo>
                <a:cubicBezTo>
                  <a:pt x="4890326" y="263036"/>
                  <a:pt x="4897660" y="264084"/>
                  <a:pt x="4904518" y="264656"/>
                </a:cubicBezTo>
                <a:cubicBezTo>
                  <a:pt x="4932236" y="267227"/>
                  <a:pt x="4926520" y="260465"/>
                  <a:pt x="4923378" y="240557"/>
                </a:cubicBezTo>
                <a:lnTo>
                  <a:pt x="4922902" y="235319"/>
                </a:lnTo>
                <a:lnTo>
                  <a:pt x="4922902" y="231128"/>
                </a:lnTo>
                <a:lnTo>
                  <a:pt x="4922425" y="225889"/>
                </a:lnTo>
                <a:cubicBezTo>
                  <a:pt x="4917186" y="194456"/>
                  <a:pt x="4908804" y="162452"/>
                  <a:pt x="4887849" y="142545"/>
                </a:cubicBezTo>
                <a:cubicBezTo>
                  <a:pt x="4883182" y="133687"/>
                  <a:pt x="4875276" y="126829"/>
                  <a:pt x="4866894" y="119495"/>
                </a:cubicBezTo>
                <a:cubicBezTo>
                  <a:pt x="4858036" y="114256"/>
                  <a:pt x="4849082" y="110541"/>
                  <a:pt x="4838605" y="107493"/>
                </a:cubicBezTo>
                <a:lnTo>
                  <a:pt x="4834414" y="105874"/>
                </a:lnTo>
                <a:lnTo>
                  <a:pt x="4830795" y="105302"/>
                </a:lnTo>
                <a:cubicBezTo>
                  <a:pt x="4810887" y="100064"/>
                  <a:pt x="4789932" y="101111"/>
                  <a:pt x="4769549" y="104255"/>
                </a:cubicBezTo>
                <a:cubicBezTo>
                  <a:pt x="4758023" y="105302"/>
                  <a:pt x="4747546" y="109970"/>
                  <a:pt x="4737068" y="113113"/>
                </a:cubicBezTo>
                <a:cubicBezTo>
                  <a:pt x="4719257" y="119399"/>
                  <a:pt x="4707731" y="133592"/>
                  <a:pt x="4693063" y="147689"/>
                </a:cubicBezTo>
                <a:cubicBezTo>
                  <a:pt x="4689920" y="154451"/>
                  <a:pt x="4684205" y="156071"/>
                  <a:pt x="4680490" y="165977"/>
                </a:cubicBezTo>
                <a:cubicBezTo>
                  <a:pt x="4671632" y="176930"/>
                  <a:pt x="4657440" y="214173"/>
                  <a:pt x="4655344" y="230366"/>
                </a:cubicBezTo>
                <a:cubicBezTo>
                  <a:pt x="4654868" y="235128"/>
                  <a:pt x="4655344" y="239795"/>
                  <a:pt x="4654296" y="244558"/>
                </a:cubicBezTo>
                <a:lnTo>
                  <a:pt x="4654296" y="248273"/>
                </a:lnTo>
                <a:lnTo>
                  <a:pt x="4653820" y="251416"/>
                </a:lnTo>
                <a:lnTo>
                  <a:pt x="4653248" y="255607"/>
                </a:lnTo>
                <a:cubicBezTo>
                  <a:pt x="4652772" y="261417"/>
                  <a:pt x="4654296" y="267132"/>
                  <a:pt x="4655344" y="272371"/>
                </a:cubicBezTo>
                <a:cubicBezTo>
                  <a:pt x="4655344" y="274466"/>
                  <a:pt x="4656392" y="278657"/>
                  <a:pt x="4656963" y="280181"/>
                </a:cubicBezTo>
                <a:lnTo>
                  <a:pt x="4658582" y="284372"/>
                </a:lnTo>
                <a:cubicBezTo>
                  <a:pt x="4659630" y="287039"/>
                  <a:pt x="4660678" y="289611"/>
                  <a:pt x="4660678" y="292754"/>
                </a:cubicBezTo>
                <a:lnTo>
                  <a:pt x="4661154" y="295421"/>
                </a:lnTo>
                <a:cubicBezTo>
                  <a:pt x="4672108" y="313233"/>
                  <a:pt x="4674299" y="335807"/>
                  <a:pt x="4692015" y="349428"/>
                </a:cubicBezTo>
                <a:cubicBezTo>
                  <a:pt x="4700397" y="359906"/>
                  <a:pt x="4711446" y="367240"/>
                  <a:pt x="4725543" y="374003"/>
                </a:cubicBezTo>
                <a:cubicBezTo>
                  <a:pt x="4734973" y="375622"/>
                  <a:pt x="4742783" y="379718"/>
                  <a:pt x="4751737" y="381908"/>
                </a:cubicBezTo>
                <a:cubicBezTo>
                  <a:pt x="4776883" y="392386"/>
                  <a:pt x="4809363" y="386099"/>
                  <a:pt x="4837081" y="382956"/>
                </a:cubicBezTo>
                <a:cubicBezTo>
                  <a:pt x="4838605" y="382385"/>
                  <a:pt x="4840224" y="381908"/>
                  <a:pt x="4841272" y="381432"/>
                </a:cubicBezTo>
                <a:lnTo>
                  <a:pt x="4846987" y="379813"/>
                </a:lnTo>
                <a:cubicBezTo>
                  <a:pt x="4850130" y="378765"/>
                  <a:pt x="4853750" y="377146"/>
                  <a:pt x="4856417" y="374574"/>
                </a:cubicBezTo>
                <a:cubicBezTo>
                  <a:pt x="4858512" y="374574"/>
                  <a:pt x="4860036" y="373526"/>
                  <a:pt x="4861656" y="372479"/>
                </a:cubicBezTo>
                <a:lnTo>
                  <a:pt x="4864227" y="370383"/>
                </a:lnTo>
                <a:lnTo>
                  <a:pt x="4866799" y="368288"/>
                </a:lnTo>
                <a:cubicBezTo>
                  <a:pt x="4874133" y="365144"/>
                  <a:pt x="4881467" y="362573"/>
                  <a:pt x="4887754" y="357239"/>
                </a:cubicBezTo>
                <a:cubicBezTo>
                  <a:pt x="4892421" y="354095"/>
                  <a:pt x="4898708" y="347333"/>
                  <a:pt x="4902899" y="341046"/>
                </a:cubicBezTo>
                <a:cubicBezTo>
                  <a:pt x="4903946" y="338379"/>
                  <a:pt x="4906614" y="336284"/>
                  <a:pt x="4909185" y="333712"/>
                </a:cubicBezTo>
                <a:cubicBezTo>
                  <a:pt x="4912328" y="327425"/>
                  <a:pt x="4931188" y="292850"/>
                  <a:pt x="4917568" y="293326"/>
                </a:cubicBezTo>
                <a:cubicBezTo>
                  <a:pt x="4911757" y="293897"/>
                  <a:pt x="4906042" y="293326"/>
                  <a:pt x="4900803" y="292278"/>
                </a:cubicBezTo>
                <a:cubicBezTo>
                  <a:pt x="4894517" y="291707"/>
                  <a:pt x="4863084" y="293897"/>
                  <a:pt x="4859941" y="294374"/>
                </a:cubicBezTo>
                <a:lnTo>
                  <a:pt x="4855750" y="295421"/>
                </a:lnTo>
                <a:lnTo>
                  <a:pt x="4852131" y="301232"/>
                </a:lnTo>
                <a:cubicBezTo>
                  <a:pt x="4847368" y="309614"/>
                  <a:pt x="4831652" y="319043"/>
                  <a:pt x="4813364" y="324282"/>
                </a:cubicBezTo>
                <a:cubicBezTo>
                  <a:pt x="4803934" y="326949"/>
                  <a:pt x="4792409" y="327425"/>
                  <a:pt x="4782503" y="327425"/>
                </a:cubicBezTo>
                <a:lnTo>
                  <a:pt x="4777835" y="326378"/>
                </a:lnTo>
                <a:cubicBezTo>
                  <a:pt x="4773645" y="327425"/>
                  <a:pt x="4760500" y="321139"/>
                  <a:pt x="4756881" y="316948"/>
                </a:cubicBezTo>
                <a:lnTo>
                  <a:pt x="4750118" y="309137"/>
                </a:lnTo>
                <a:lnTo>
                  <a:pt x="4746974" y="305423"/>
                </a:lnTo>
                <a:lnTo>
                  <a:pt x="4743831" y="301803"/>
                </a:lnTo>
                <a:lnTo>
                  <a:pt x="4741736" y="298088"/>
                </a:lnTo>
                <a:lnTo>
                  <a:pt x="4740116" y="294945"/>
                </a:lnTo>
                <a:lnTo>
                  <a:pt x="4738021" y="289230"/>
                </a:lnTo>
                <a:cubicBezTo>
                  <a:pt x="4736973" y="283420"/>
                  <a:pt x="4735449" y="273990"/>
                  <a:pt x="4737545" y="268275"/>
                </a:cubicBezTo>
                <a:moveTo>
                  <a:pt x="4470368" y="373050"/>
                </a:moveTo>
                <a:cubicBezTo>
                  <a:pt x="4470368" y="373050"/>
                  <a:pt x="4469321" y="373622"/>
                  <a:pt x="4469892" y="373050"/>
                </a:cubicBezTo>
                <a:lnTo>
                  <a:pt x="4470940" y="368383"/>
                </a:lnTo>
                <a:cubicBezTo>
                  <a:pt x="4470940" y="365716"/>
                  <a:pt x="4471416" y="363144"/>
                  <a:pt x="4470940" y="360477"/>
                </a:cubicBezTo>
                <a:cubicBezTo>
                  <a:pt x="4470940" y="342189"/>
                  <a:pt x="4471416" y="322758"/>
                  <a:pt x="4470368" y="304375"/>
                </a:cubicBezTo>
                <a:cubicBezTo>
                  <a:pt x="4469892" y="295993"/>
                  <a:pt x="4470940" y="238938"/>
                  <a:pt x="4470940" y="238938"/>
                </a:cubicBezTo>
                <a:lnTo>
                  <a:pt x="4470940" y="207982"/>
                </a:lnTo>
                <a:lnTo>
                  <a:pt x="4471416" y="204267"/>
                </a:lnTo>
                <a:cubicBezTo>
                  <a:pt x="4471416" y="201600"/>
                  <a:pt x="4471892" y="197981"/>
                  <a:pt x="4471892" y="193313"/>
                </a:cubicBezTo>
                <a:cubicBezTo>
                  <a:pt x="4472940" y="166072"/>
                  <a:pt x="4474464" y="143021"/>
                  <a:pt x="4471892" y="115780"/>
                </a:cubicBezTo>
                <a:lnTo>
                  <a:pt x="4494372" y="117399"/>
                </a:lnTo>
                <a:lnTo>
                  <a:pt x="4496467" y="117971"/>
                </a:lnTo>
                <a:lnTo>
                  <a:pt x="4528947" y="117971"/>
                </a:lnTo>
                <a:cubicBezTo>
                  <a:pt x="4529995" y="125781"/>
                  <a:pt x="4530566" y="133687"/>
                  <a:pt x="4529995" y="143117"/>
                </a:cubicBezTo>
                <a:cubicBezTo>
                  <a:pt x="4529995" y="150451"/>
                  <a:pt x="4536281" y="155118"/>
                  <a:pt x="4543140" y="151975"/>
                </a:cubicBezTo>
                <a:cubicBezTo>
                  <a:pt x="4547807" y="149879"/>
                  <a:pt x="4550950" y="146736"/>
                  <a:pt x="4554665" y="143593"/>
                </a:cubicBezTo>
                <a:lnTo>
                  <a:pt x="4558380" y="140450"/>
                </a:lnTo>
                <a:cubicBezTo>
                  <a:pt x="4561523" y="136259"/>
                  <a:pt x="4563618" y="135211"/>
                  <a:pt x="4568857" y="131591"/>
                </a:cubicBezTo>
                <a:lnTo>
                  <a:pt x="4576191" y="123686"/>
                </a:lnTo>
                <a:lnTo>
                  <a:pt x="4582001" y="119495"/>
                </a:lnTo>
                <a:cubicBezTo>
                  <a:pt x="4583525" y="117875"/>
                  <a:pt x="4585145" y="116828"/>
                  <a:pt x="4588288" y="116351"/>
                </a:cubicBezTo>
                <a:cubicBezTo>
                  <a:pt x="4593050" y="115304"/>
                  <a:pt x="4594574" y="112637"/>
                  <a:pt x="4600861" y="112637"/>
                </a:cubicBezTo>
                <a:cubicBezTo>
                  <a:pt x="4604576" y="112065"/>
                  <a:pt x="4608195" y="111589"/>
                  <a:pt x="4611815" y="111017"/>
                </a:cubicBezTo>
                <a:lnTo>
                  <a:pt x="4617054" y="109970"/>
                </a:lnTo>
                <a:lnTo>
                  <a:pt x="4620197" y="110541"/>
                </a:lnTo>
                <a:lnTo>
                  <a:pt x="4623340" y="112637"/>
                </a:lnTo>
                <a:cubicBezTo>
                  <a:pt x="4622292" y="121019"/>
                  <a:pt x="4620197" y="128924"/>
                  <a:pt x="4621245" y="138259"/>
                </a:cubicBezTo>
                <a:cubicBezTo>
                  <a:pt x="4621245" y="140354"/>
                  <a:pt x="4622292" y="143498"/>
                  <a:pt x="4622292" y="145593"/>
                </a:cubicBezTo>
                <a:cubicBezTo>
                  <a:pt x="4622292" y="153404"/>
                  <a:pt x="4624864" y="160262"/>
                  <a:pt x="4624864" y="167596"/>
                </a:cubicBezTo>
                <a:cubicBezTo>
                  <a:pt x="4621721" y="167024"/>
                  <a:pt x="4618101" y="167024"/>
                  <a:pt x="4614958" y="168167"/>
                </a:cubicBezTo>
                <a:lnTo>
                  <a:pt x="4607624" y="169215"/>
                </a:lnTo>
                <a:lnTo>
                  <a:pt x="4605052" y="168644"/>
                </a:lnTo>
                <a:cubicBezTo>
                  <a:pt x="4587240" y="170263"/>
                  <a:pt x="4568381" y="174359"/>
                  <a:pt x="4555236" y="186455"/>
                </a:cubicBezTo>
                <a:cubicBezTo>
                  <a:pt x="4553712" y="188551"/>
                  <a:pt x="4552093" y="191123"/>
                  <a:pt x="4551045" y="192170"/>
                </a:cubicBezTo>
                <a:lnTo>
                  <a:pt x="4548950" y="195885"/>
                </a:lnTo>
                <a:lnTo>
                  <a:pt x="4547426" y="197981"/>
                </a:lnTo>
                <a:cubicBezTo>
                  <a:pt x="4545330" y="199600"/>
                  <a:pt x="4543711" y="201124"/>
                  <a:pt x="4542758" y="203219"/>
                </a:cubicBezTo>
                <a:cubicBezTo>
                  <a:pt x="4541711" y="205315"/>
                  <a:pt x="4541139" y="206934"/>
                  <a:pt x="4540091" y="210554"/>
                </a:cubicBezTo>
                <a:lnTo>
                  <a:pt x="4538567" y="213125"/>
                </a:lnTo>
                <a:lnTo>
                  <a:pt x="4536948" y="219412"/>
                </a:lnTo>
                <a:lnTo>
                  <a:pt x="4536472" y="223603"/>
                </a:lnTo>
                <a:lnTo>
                  <a:pt x="4534853" y="228842"/>
                </a:lnTo>
                <a:lnTo>
                  <a:pt x="4534376" y="230937"/>
                </a:lnTo>
                <a:cubicBezTo>
                  <a:pt x="4533329" y="236747"/>
                  <a:pt x="4532281" y="242939"/>
                  <a:pt x="4530662" y="249797"/>
                </a:cubicBezTo>
                <a:lnTo>
                  <a:pt x="4529614" y="263417"/>
                </a:lnTo>
                <a:lnTo>
                  <a:pt x="4528566" y="289611"/>
                </a:lnTo>
                <a:cubicBezTo>
                  <a:pt x="4528566" y="303232"/>
                  <a:pt x="4528090" y="311042"/>
                  <a:pt x="4528090" y="324663"/>
                </a:cubicBezTo>
                <a:cubicBezTo>
                  <a:pt x="4528090" y="333521"/>
                  <a:pt x="4527614" y="340379"/>
                  <a:pt x="4528090" y="347142"/>
                </a:cubicBezTo>
                <a:lnTo>
                  <a:pt x="4529709" y="356000"/>
                </a:lnTo>
                <a:cubicBezTo>
                  <a:pt x="4529709" y="359144"/>
                  <a:pt x="4530185" y="362858"/>
                  <a:pt x="4529709" y="366002"/>
                </a:cubicBezTo>
                <a:cubicBezTo>
                  <a:pt x="4529709" y="368097"/>
                  <a:pt x="4529138" y="370193"/>
                  <a:pt x="4529138" y="372288"/>
                </a:cubicBezTo>
                <a:cubicBezTo>
                  <a:pt x="4508754" y="371240"/>
                  <a:pt x="4490371" y="374955"/>
                  <a:pt x="4470464" y="372860"/>
                </a:cubicBezTo>
                <a:moveTo>
                  <a:pt x="4461034" y="366002"/>
                </a:moveTo>
                <a:cubicBezTo>
                  <a:pt x="4459415" y="367049"/>
                  <a:pt x="4458462" y="370193"/>
                  <a:pt x="4459415" y="375431"/>
                </a:cubicBezTo>
                <a:lnTo>
                  <a:pt x="4460463" y="378575"/>
                </a:lnTo>
                <a:cubicBezTo>
                  <a:pt x="4460463" y="379622"/>
                  <a:pt x="4463034" y="382194"/>
                  <a:pt x="4464177" y="382194"/>
                </a:cubicBezTo>
                <a:cubicBezTo>
                  <a:pt x="4479893" y="385337"/>
                  <a:pt x="4497705" y="383242"/>
                  <a:pt x="4513422" y="382194"/>
                </a:cubicBezTo>
                <a:cubicBezTo>
                  <a:pt x="4525518" y="381146"/>
                  <a:pt x="4541234" y="387433"/>
                  <a:pt x="4538567" y="374384"/>
                </a:cubicBezTo>
                <a:cubicBezTo>
                  <a:pt x="4539044" y="371717"/>
                  <a:pt x="4539615" y="369145"/>
                  <a:pt x="4539615" y="366478"/>
                </a:cubicBezTo>
                <a:cubicBezTo>
                  <a:pt x="4540091" y="362287"/>
                  <a:pt x="4539615" y="358572"/>
                  <a:pt x="4539615" y="354953"/>
                </a:cubicBezTo>
                <a:lnTo>
                  <a:pt x="4537996" y="345999"/>
                </a:lnTo>
                <a:cubicBezTo>
                  <a:pt x="4537520" y="339236"/>
                  <a:pt x="4537996" y="332855"/>
                  <a:pt x="4537996" y="325044"/>
                </a:cubicBezTo>
                <a:cubicBezTo>
                  <a:pt x="4538567" y="310852"/>
                  <a:pt x="4538567" y="303518"/>
                  <a:pt x="4539044" y="289421"/>
                </a:cubicBezTo>
                <a:lnTo>
                  <a:pt x="4539520" y="263798"/>
                </a:lnTo>
                <a:lnTo>
                  <a:pt x="4540568" y="251225"/>
                </a:lnTo>
                <a:cubicBezTo>
                  <a:pt x="4542092" y="246463"/>
                  <a:pt x="4542663" y="243891"/>
                  <a:pt x="4543140" y="239129"/>
                </a:cubicBezTo>
                <a:lnTo>
                  <a:pt x="4543616" y="232366"/>
                </a:lnTo>
                <a:lnTo>
                  <a:pt x="4544664" y="230747"/>
                </a:lnTo>
                <a:lnTo>
                  <a:pt x="4546759" y="225032"/>
                </a:lnTo>
                <a:lnTo>
                  <a:pt x="4546759" y="220269"/>
                </a:lnTo>
                <a:lnTo>
                  <a:pt x="4549426" y="215030"/>
                </a:lnTo>
                <a:lnTo>
                  <a:pt x="4550474" y="212935"/>
                </a:lnTo>
                <a:lnTo>
                  <a:pt x="4550950" y="209792"/>
                </a:lnTo>
                <a:lnTo>
                  <a:pt x="4551522" y="207696"/>
                </a:lnTo>
                <a:lnTo>
                  <a:pt x="4554093" y="204553"/>
                </a:lnTo>
                <a:lnTo>
                  <a:pt x="4557237" y="201410"/>
                </a:lnTo>
                <a:lnTo>
                  <a:pt x="4558856" y="199314"/>
                </a:lnTo>
                <a:lnTo>
                  <a:pt x="4559904" y="197219"/>
                </a:lnTo>
                <a:cubicBezTo>
                  <a:pt x="4560951" y="195599"/>
                  <a:pt x="4561523" y="194552"/>
                  <a:pt x="4562571" y="193504"/>
                </a:cubicBezTo>
                <a:cubicBezTo>
                  <a:pt x="4572476" y="184074"/>
                  <a:pt x="4587716" y="180359"/>
                  <a:pt x="4606576" y="178835"/>
                </a:cubicBezTo>
                <a:lnTo>
                  <a:pt x="4611243" y="178835"/>
                </a:lnTo>
                <a:lnTo>
                  <a:pt x="4617054" y="177216"/>
                </a:lnTo>
                <a:cubicBezTo>
                  <a:pt x="4620197" y="176645"/>
                  <a:pt x="4622768" y="176645"/>
                  <a:pt x="4625435" y="177216"/>
                </a:cubicBezTo>
                <a:lnTo>
                  <a:pt x="4628103" y="177788"/>
                </a:lnTo>
                <a:cubicBezTo>
                  <a:pt x="4636961" y="178359"/>
                  <a:pt x="4635437" y="173120"/>
                  <a:pt x="4635437" y="166834"/>
                </a:cubicBezTo>
                <a:cubicBezTo>
                  <a:pt x="4635437" y="160071"/>
                  <a:pt x="4632865" y="153213"/>
                  <a:pt x="4632865" y="145403"/>
                </a:cubicBezTo>
                <a:cubicBezTo>
                  <a:pt x="4632865" y="142736"/>
                  <a:pt x="4631817" y="139592"/>
                  <a:pt x="4631246" y="137021"/>
                </a:cubicBezTo>
                <a:cubicBezTo>
                  <a:pt x="4630198" y="125019"/>
                  <a:pt x="4640675" y="100921"/>
                  <a:pt x="4625435" y="100921"/>
                </a:cubicBezTo>
                <a:cubicBezTo>
                  <a:pt x="4624388" y="100921"/>
                  <a:pt x="4622864" y="100921"/>
                  <a:pt x="4621816" y="100349"/>
                </a:cubicBezTo>
                <a:lnTo>
                  <a:pt x="4618673" y="99778"/>
                </a:lnTo>
                <a:cubicBezTo>
                  <a:pt x="4617149" y="99778"/>
                  <a:pt x="4616101" y="99778"/>
                  <a:pt x="4614482" y="100349"/>
                </a:cubicBezTo>
                <a:lnTo>
                  <a:pt x="4610291" y="100921"/>
                </a:lnTo>
                <a:cubicBezTo>
                  <a:pt x="4607148" y="101492"/>
                  <a:pt x="4604004" y="101969"/>
                  <a:pt x="4600861" y="101969"/>
                </a:cubicBezTo>
                <a:cubicBezTo>
                  <a:pt x="4594574" y="101969"/>
                  <a:pt x="4590955" y="104064"/>
                  <a:pt x="4585621" y="106160"/>
                </a:cubicBezTo>
                <a:lnTo>
                  <a:pt x="4583525" y="106160"/>
                </a:lnTo>
                <a:cubicBezTo>
                  <a:pt x="4580954" y="107779"/>
                  <a:pt x="4578287" y="109303"/>
                  <a:pt x="4576191" y="110827"/>
                </a:cubicBezTo>
                <a:lnTo>
                  <a:pt x="4569429" y="116066"/>
                </a:lnTo>
                <a:lnTo>
                  <a:pt x="4562094" y="123876"/>
                </a:lnTo>
                <a:cubicBezTo>
                  <a:pt x="4556856" y="127591"/>
                  <a:pt x="4554760" y="128639"/>
                  <a:pt x="4551140" y="133306"/>
                </a:cubicBezTo>
                <a:lnTo>
                  <a:pt x="4548569" y="135401"/>
                </a:lnTo>
                <a:cubicBezTo>
                  <a:pt x="4545997" y="138068"/>
                  <a:pt x="4543330" y="140164"/>
                  <a:pt x="4540758" y="141688"/>
                </a:cubicBezTo>
                <a:cubicBezTo>
                  <a:pt x="4540758" y="130734"/>
                  <a:pt x="4540187" y="121304"/>
                  <a:pt x="4538663" y="111779"/>
                </a:cubicBezTo>
                <a:cubicBezTo>
                  <a:pt x="4537615" y="102350"/>
                  <a:pt x="4504087" y="110160"/>
                  <a:pt x="4496181" y="107112"/>
                </a:cubicBezTo>
                <a:lnTo>
                  <a:pt x="4493609" y="107112"/>
                </a:lnTo>
                <a:cubicBezTo>
                  <a:pt x="4487799" y="107684"/>
                  <a:pt x="4460653" y="100826"/>
                  <a:pt x="4461606" y="111303"/>
                </a:cubicBezTo>
                <a:cubicBezTo>
                  <a:pt x="4462653" y="121304"/>
                  <a:pt x="4462653" y="142259"/>
                  <a:pt x="4462653" y="161595"/>
                </a:cubicBezTo>
                <a:cubicBezTo>
                  <a:pt x="4462653" y="175216"/>
                  <a:pt x="4462653" y="188837"/>
                  <a:pt x="4461606" y="202457"/>
                </a:cubicBezTo>
                <a:lnTo>
                  <a:pt x="4460558" y="207696"/>
                </a:lnTo>
                <a:cubicBezTo>
                  <a:pt x="4461034" y="212459"/>
                  <a:pt x="4461034" y="225984"/>
                  <a:pt x="4461034" y="238652"/>
                </a:cubicBezTo>
                <a:cubicBezTo>
                  <a:pt x="4459986" y="279515"/>
                  <a:pt x="4461034" y="320377"/>
                  <a:pt x="4461034" y="360668"/>
                </a:cubicBezTo>
                <a:cubicBezTo>
                  <a:pt x="4461510" y="362763"/>
                  <a:pt x="4461034" y="364859"/>
                  <a:pt x="4461034" y="365906"/>
                </a:cubicBezTo>
                <a:moveTo>
                  <a:pt x="4166330" y="14624"/>
                </a:moveTo>
                <a:lnTo>
                  <a:pt x="4175189" y="14624"/>
                </a:lnTo>
                <a:lnTo>
                  <a:pt x="4181475" y="15196"/>
                </a:lnTo>
                <a:lnTo>
                  <a:pt x="4199858" y="16244"/>
                </a:lnTo>
                <a:cubicBezTo>
                  <a:pt x="4210336" y="16720"/>
                  <a:pt x="4222338" y="17768"/>
                  <a:pt x="4229196" y="17291"/>
                </a:cubicBezTo>
                <a:lnTo>
                  <a:pt x="4229672" y="19958"/>
                </a:lnTo>
                <a:cubicBezTo>
                  <a:pt x="4230148" y="24149"/>
                  <a:pt x="4230720" y="28912"/>
                  <a:pt x="4231291" y="31484"/>
                </a:cubicBezTo>
                <a:cubicBezTo>
                  <a:pt x="4231767" y="36722"/>
                  <a:pt x="4231291" y="42533"/>
                  <a:pt x="4231767" y="48248"/>
                </a:cubicBezTo>
                <a:cubicBezTo>
                  <a:pt x="4231767" y="54534"/>
                  <a:pt x="4231291" y="61392"/>
                  <a:pt x="4231767" y="68155"/>
                </a:cubicBezTo>
                <a:cubicBezTo>
                  <a:pt x="4231767" y="76537"/>
                  <a:pt x="4231767" y="84919"/>
                  <a:pt x="4231291" y="95396"/>
                </a:cubicBezTo>
                <a:cubicBezTo>
                  <a:pt x="4233387" y="105874"/>
                  <a:pt x="4229672" y="116351"/>
                  <a:pt x="4230815" y="128924"/>
                </a:cubicBezTo>
                <a:cubicBezTo>
                  <a:pt x="4230243" y="131020"/>
                  <a:pt x="4230243" y="132639"/>
                  <a:pt x="4230243" y="133687"/>
                </a:cubicBezTo>
                <a:lnTo>
                  <a:pt x="4230243" y="136259"/>
                </a:lnTo>
                <a:cubicBezTo>
                  <a:pt x="4230243" y="137306"/>
                  <a:pt x="4230243" y="138926"/>
                  <a:pt x="4230815" y="140450"/>
                </a:cubicBezTo>
                <a:cubicBezTo>
                  <a:pt x="4237578" y="161405"/>
                  <a:pt x="4252817" y="138354"/>
                  <a:pt x="4259104" y="131020"/>
                </a:cubicBezTo>
                <a:cubicBezTo>
                  <a:pt x="4263771" y="129401"/>
                  <a:pt x="4267486" y="126829"/>
                  <a:pt x="4270058" y="124733"/>
                </a:cubicBezTo>
                <a:lnTo>
                  <a:pt x="4273677" y="121590"/>
                </a:lnTo>
                <a:cubicBezTo>
                  <a:pt x="4275297" y="121019"/>
                  <a:pt x="4275773" y="120542"/>
                  <a:pt x="4278440" y="118923"/>
                </a:cubicBezTo>
                <a:cubicBezTo>
                  <a:pt x="4283107" y="113113"/>
                  <a:pt x="4284155" y="114732"/>
                  <a:pt x="4291584" y="112065"/>
                </a:cubicBezTo>
                <a:lnTo>
                  <a:pt x="4297871" y="109970"/>
                </a:lnTo>
                <a:cubicBezTo>
                  <a:pt x="4299490" y="109398"/>
                  <a:pt x="4300538" y="108922"/>
                  <a:pt x="4302062" y="108922"/>
                </a:cubicBezTo>
                <a:cubicBezTo>
                  <a:pt x="4306824" y="108446"/>
                  <a:pt x="4312063" y="107398"/>
                  <a:pt x="4316730" y="106826"/>
                </a:cubicBezTo>
                <a:cubicBezTo>
                  <a:pt x="4320921" y="107398"/>
                  <a:pt x="4325112" y="106826"/>
                  <a:pt x="4327684" y="106255"/>
                </a:cubicBezTo>
                <a:lnTo>
                  <a:pt x="4331399" y="105683"/>
                </a:lnTo>
                <a:lnTo>
                  <a:pt x="4335018" y="106255"/>
                </a:lnTo>
                <a:cubicBezTo>
                  <a:pt x="4337685" y="106826"/>
                  <a:pt x="4340257" y="107303"/>
                  <a:pt x="4341305" y="107303"/>
                </a:cubicBezTo>
                <a:lnTo>
                  <a:pt x="4345496" y="106731"/>
                </a:lnTo>
                <a:cubicBezTo>
                  <a:pt x="4348067" y="106731"/>
                  <a:pt x="4349210" y="106731"/>
                  <a:pt x="4350163" y="107303"/>
                </a:cubicBezTo>
                <a:lnTo>
                  <a:pt x="4353306" y="108350"/>
                </a:lnTo>
                <a:cubicBezTo>
                  <a:pt x="4359593" y="110922"/>
                  <a:pt x="4364260" y="113018"/>
                  <a:pt x="4369023" y="115685"/>
                </a:cubicBezTo>
                <a:cubicBezTo>
                  <a:pt x="4370642" y="116732"/>
                  <a:pt x="4370070" y="116256"/>
                  <a:pt x="4372166" y="118352"/>
                </a:cubicBezTo>
                <a:cubicBezTo>
                  <a:pt x="4376833" y="123019"/>
                  <a:pt x="4380548" y="128258"/>
                  <a:pt x="4384167" y="134068"/>
                </a:cubicBezTo>
                <a:lnTo>
                  <a:pt x="4386739" y="138259"/>
                </a:lnTo>
                <a:lnTo>
                  <a:pt x="4388834" y="140926"/>
                </a:lnTo>
                <a:cubicBezTo>
                  <a:pt x="4391406" y="145117"/>
                  <a:pt x="4394645" y="149308"/>
                  <a:pt x="4396169" y="153499"/>
                </a:cubicBezTo>
                <a:lnTo>
                  <a:pt x="4396645" y="157690"/>
                </a:lnTo>
                <a:cubicBezTo>
                  <a:pt x="4397121" y="160357"/>
                  <a:pt x="4397693" y="162357"/>
                  <a:pt x="4398264" y="164453"/>
                </a:cubicBezTo>
                <a:cubicBezTo>
                  <a:pt x="4400836" y="175406"/>
                  <a:pt x="4401884" y="183312"/>
                  <a:pt x="4402931" y="197504"/>
                </a:cubicBezTo>
                <a:cubicBezTo>
                  <a:pt x="4403408" y="206363"/>
                  <a:pt x="4405503" y="215316"/>
                  <a:pt x="4406075" y="224270"/>
                </a:cubicBezTo>
                <a:cubicBezTo>
                  <a:pt x="4407694" y="239414"/>
                  <a:pt x="4406551" y="255131"/>
                  <a:pt x="4408647" y="269799"/>
                </a:cubicBezTo>
                <a:cubicBezTo>
                  <a:pt x="4410266" y="281801"/>
                  <a:pt x="4408647" y="295421"/>
                  <a:pt x="4410266" y="305899"/>
                </a:cubicBezTo>
                <a:cubicBezTo>
                  <a:pt x="4411314" y="314852"/>
                  <a:pt x="4410742" y="324758"/>
                  <a:pt x="4410266" y="335807"/>
                </a:cubicBezTo>
                <a:cubicBezTo>
                  <a:pt x="4410266" y="348952"/>
                  <a:pt x="4411314" y="363049"/>
                  <a:pt x="4410266" y="375050"/>
                </a:cubicBezTo>
                <a:lnTo>
                  <a:pt x="4401884" y="375050"/>
                </a:lnTo>
                <a:cubicBezTo>
                  <a:pt x="4396645" y="375050"/>
                  <a:pt x="4358926" y="372955"/>
                  <a:pt x="4348448" y="372383"/>
                </a:cubicBezTo>
                <a:cubicBezTo>
                  <a:pt x="4346353" y="372383"/>
                  <a:pt x="4348448" y="371812"/>
                  <a:pt x="4348448" y="371336"/>
                </a:cubicBezTo>
                <a:cubicBezTo>
                  <a:pt x="4348448" y="347809"/>
                  <a:pt x="4350544" y="327902"/>
                  <a:pt x="4350544" y="303232"/>
                </a:cubicBezTo>
                <a:cubicBezTo>
                  <a:pt x="4349496" y="295898"/>
                  <a:pt x="4349973" y="277038"/>
                  <a:pt x="4350544" y="273895"/>
                </a:cubicBezTo>
                <a:cubicBezTo>
                  <a:pt x="4351020" y="267608"/>
                  <a:pt x="4349496" y="261322"/>
                  <a:pt x="4349496" y="254464"/>
                </a:cubicBezTo>
                <a:cubicBezTo>
                  <a:pt x="4349020" y="240272"/>
                  <a:pt x="4349496" y="220936"/>
                  <a:pt x="4348448" y="206839"/>
                </a:cubicBezTo>
                <a:cubicBezTo>
                  <a:pt x="4346829" y="190075"/>
                  <a:pt x="4340543" y="174359"/>
                  <a:pt x="4331113" y="165405"/>
                </a:cubicBezTo>
                <a:cubicBezTo>
                  <a:pt x="4326922" y="160738"/>
                  <a:pt x="4329017" y="163310"/>
                  <a:pt x="4325303" y="159119"/>
                </a:cubicBezTo>
                <a:cubicBezTo>
                  <a:pt x="4320635" y="154928"/>
                  <a:pt x="4313301" y="150737"/>
                  <a:pt x="4302824" y="152832"/>
                </a:cubicBezTo>
                <a:lnTo>
                  <a:pt x="4293394" y="153404"/>
                </a:lnTo>
                <a:lnTo>
                  <a:pt x="4286060" y="154451"/>
                </a:lnTo>
                <a:cubicBezTo>
                  <a:pt x="4280345" y="155023"/>
                  <a:pt x="4275582" y="157595"/>
                  <a:pt x="4268724" y="160738"/>
                </a:cubicBezTo>
                <a:cubicBezTo>
                  <a:pt x="4258818" y="169120"/>
                  <a:pt x="4248341" y="176454"/>
                  <a:pt x="4242054" y="187979"/>
                </a:cubicBezTo>
                <a:cubicBezTo>
                  <a:pt x="4237387" y="197981"/>
                  <a:pt x="4236815" y="208934"/>
                  <a:pt x="4234720" y="219983"/>
                </a:cubicBezTo>
                <a:cubicBezTo>
                  <a:pt x="4234148" y="221603"/>
                  <a:pt x="4233101" y="223127"/>
                  <a:pt x="4233101" y="225222"/>
                </a:cubicBezTo>
                <a:cubicBezTo>
                  <a:pt x="4225766" y="252940"/>
                  <a:pt x="4227862" y="282848"/>
                  <a:pt x="4227290" y="311138"/>
                </a:cubicBezTo>
                <a:cubicBezTo>
                  <a:pt x="4226814" y="317900"/>
                  <a:pt x="4228338" y="325330"/>
                  <a:pt x="4228338" y="333140"/>
                </a:cubicBezTo>
                <a:cubicBezTo>
                  <a:pt x="4228338" y="347809"/>
                  <a:pt x="4228815" y="358286"/>
                  <a:pt x="4229386" y="373526"/>
                </a:cubicBezTo>
                <a:lnTo>
                  <a:pt x="4229386" y="374098"/>
                </a:lnTo>
                <a:cubicBezTo>
                  <a:pt x="4212622" y="373050"/>
                  <a:pt x="4185380" y="369335"/>
                  <a:pt x="4169664" y="372002"/>
                </a:cubicBezTo>
                <a:lnTo>
                  <a:pt x="4169188" y="372002"/>
                </a:lnTo>
                <a:cubicBezTo>
                  <a:pt x="4168616" y="370955"/>
                  <a:pt x="4169188" y="369335"/>
                  <a:pt x="4168616" y="367335"/>
                </a:cubicBezTo>
                <a:cubicBezTo>
                  <a:pt x="4168616" y="366287"/>
                  <a:pt x="4166045" y="321806"/>
                  <a:pt x="4165473" y="308661"/>
                </a:cubicBezTo>
                <a:cubicBezTo>
                  <a:pt x="4164997" y="296088"/>
                  <a:pt x="4167569" y="283515"/>
                  <a:pt x="4164997" y="270942"/>
                </a:cubicBezTo>
                <a:cubicBezTo>
                  <a:pt x="4166045" y="261036"/>
                  <a:pt x="4166045" y="217983"/>
                  <a:pt x="4165473" y="176645"/>
                </a:cubicBezTo>
                <a:cubicBezTo>
                  <a:pt x="4164997" y="130544"/>
                  <a:pt x="4164425" y="83871"/>
                  <a:pt x="4163854" y="79775"/>
                </a:cubicBezTo>
                <a:cubicBezTo>
                  <a:pt x="4163378" y="71393"/>
                  <a:pt x="4164902" y="44628"/>
                  <a:pt x="4164902" y="44152"/>
                </a:cubicBezTo>
                <a:cubicBezTo>
                  <a:pt x="4164330" y="35294"/>
                  <a:pt x="4165949" y="23197"/>
                  <a:pt x="4165378" y="14815"/>
                </a:cubicBezTo>
                <a:lnTo>
                  <a:pt x="4165854" y="14815"/>
                </a:lnTo>
                <a:close/>
                <a:moveTo>
                  <a:pt x="4338162" y="375527"/>
                </a:moveTo>
                <a:cubicBezTo>
                  <a:pt x="4332923" y="384385"/>
                  <a:pt x="4341876" y="382861"/>
                  <a:pt x="4345496" y="382289"/>
                </a:cubicBezTo>
                <a:cubicBezTo>
                  <a:pt x="4356449" y="382861"/>
                  <a:pt x="4396835" y="384956"/>
                  <a:pt x="4402074" y="384956"/>
                </a:cubicBezTo>
                <a:cubicBezTo>
                  <a:pt x="4409980" y="384956"/>
                  <a:pt x="4417314" y="388671"/>
                  <a:pt x="4419886" y="378670"/>
                </a:cubicBezTo>
                <a:cubicBezTo>
                  <a:pt x="4421505" y="365525"/>
                  <a:pt x="4420457" y="350381"/>
                  <a:pt x="4420457" y="335712"/>
                </a:cubicBezTo>
                <a:cubicBezTo>
                  <a:pt x="4420934" y="324187"/>
                  <a:pt x="4421505" y="313709"/>
                  <a:pt x="4420457" y="304280"/>
                </a:cubicBezTo>
                <a:cubicBezTo>
                  <a:pt x="4418838" y="293802"/>
                  <a:pt x="4420457" y="280181"/>
                  <a:pt x="4418838" y="268180"/>
                </a:cubicBezTo>
                <a:cubicBezTo>
                  <a:pt x="4416743" y="253988"/>
                  <a:pt x="4417790" y="238367"/>
                  <a:pt x="4416266" y="223698"/>
                </a:cubicBezTo>
                <a:cubicBezTo>
                  <a:pt x="4415695" y="214268"/>
                  <a:pt x="4413599" y="205886"/>
                  <a:pt x="4413123" y="196933"/>
                </a:cubicBezTo>
                <a:cubicBezTo>
                  <a:pt x="4412075" y="181693"/>
                  <a:pt x="4411028" y="173406"/>
                  <a:pt x="4407884" y="161786"/>
                </a:cubicBezTo>
                <a:cubicBezTo>
                  <a:pt x="4407408" y="160262"/>
                  <a:pt x="4407408" y="158166"/>
                  <a:pt x="4406837" y="156071"/>
                </a:cubicBezTo>
                <a:lnTo>
                  <a:pt x="4405789" y="150260"/>
                </a:lnTo>
                <a:cubicBezTo>
                  <a:pt x="4403693" y="144545"/>
                  <a:pt x="4399979" y="139307"/>
                  <a:pt x="4396931" y="135020"/>
                </a:cubicBezTo>
                <a:cubicBezTo>
                  <a:pt x="4394835" y="131877"/>
                  <a:pt x="4395883" y="132925"/>
                  <a:pt x="4393216" y="128258"/>
                </a:cubicBezTo>
                <a:cubicBezTo>
                  <a:pt x="4389025" y="121971"/>
                  <a:pt x="4384834" y="116732"/>
                  <a:pt x="4379119" y="111494"/>
                </a:cubicBezTo>
                <a:cubicBezTo>
                  <a:pt x="4376452" y="108827"/>
                  <a:pt x="4377500" y="109874"/>
                  <a:pt x="4374356" y="106826"/>
                </a:cubicBezTo>
                <a:cubicBezTo>
                  <a:pt x="4369118" y="104159"/>
                  <a:pt x="4364450" y="102064"/>
                  <a:pt x="4357116" y="98921"/>
                </a:cubicBezTo>
                <a:lnTo>
                  <a:pt x="4353401" y="97873"/>
                </a:lnTo>
                <a:cubicBezTo>
                  <a:pt x="4350830" y="96825"/>
                  <a:pt x="4348163" y="96825"/>
                  <a:pt x="4345020" y="96825"/>
                </a:cubicBezTo>
                <a:lnTo>
                  <a:pt x="4341305" y="96825"/>
                </a:lnTo>
                <a:cubicBezTo>
                  <a:pt x="4340257" y="96825"/>
                  <a:pt x="4338733" y="96825"/>
                  <a:pt x="4336638" y="96254"/>
                </a:cubicBezTo>
                <a:lnTo>
                  <a:pt x="4333494" y="95682"/>
                </a:lnTo>
                <a:lnTo>
                  <a:pt x="4330351" y="95682"/>
                </a:lnTo>
                <a:lnTo>
                  <a:pt x="4325684" y="96254"/>
                </a:lnTo>
                <a:cubicBezTo>
                  <a:pt x="4323112" y="96825"/>
                  <a:pt x="4320445" y="97301"/>
                  <a:pt x="4316825" y="96825"/>
                </a:cubicBezTo>
                <a:cubicBezTo>
                  <a:pt x="4311587" y="97397"/>
                  <a:pt x="4306348" y="98444"/>
                  <a:pt x="4301109" y="98921"/>
                </a:cubicBezTo>
                <a:cubicBezTo>
                  <a:pt x="4299014" y="98921"/>
                  <a:pt x="4296918" y="99492"/>
                  <a:pt x="4294823" y="99968"/>
                </a:cubicBezTo>
                <a:lnTo>
                  <a:pt x="4288060" y="102635"/>
                </a:lnTo>
                <a:cubicBezTo>
                  <a:pt x="4280726" y="105302"/>
                  <a:pt x="4277582" y="104731"/>
                  <a:pt x="4271772" y="111494"/>
                </a:cubicBezTo>
                <a:cubicBezTo>
                  <a:pt x="4270724" y="112065"/>
                  <a:pt x="4269200" y="112541"/>
                  <a:pt x="4268153" y="113589"/>
                </a:cubicBezTo>
                <a:lnTo>
                  <a:pt x="4263962" y="116732"/>
                </a:lnTo>
                <a:cubicBezTo>
                  <a:pt x="4261390" y="118828"/>
                  <a:pt x="4258723" y="120923"/>
                  <a:pt x="4253008" y="123495"/>
                </a:cubicBezTo>
                <a:cubicBezTo>
                  <a:pt x="4248341" y="128258"/>
                  <a:pt x="4244626" y="132925"/>
                  <a:pt x="4240435" y="136640"/>
                </a:cubicBezTo>
                <a:lnTo>
                  <a:pt x="4240435" y="133496"/>
                </a:lnTo>
                <a:cubicBezTo>
                  <a:pt x="4240435" y="132449"/>
                  <a:pt x="4240435" y="131401"/>
                  <a:pt x="4240911" y="129305"/>
                </a:cubicBezTo>
                <a:cubicBezTo>
                  <a:pt x="4240911" y="129305"/>
                  <a:pt x="4241483" y="126638"/>
                  <a:pt x="4241483" y="126162"/>
                </a:cubicBezTo>
                <a:cubicBezTo>
                  <a:pt x="4239864" y="115685"/>
                  <a:pt x="4243578" y="105207"/>
                  <a:pt x="4241483" y="94253"/>
                </a:cubicBezTo>
                <a:cubicBezTo>
                  <a:pt x="4242531" y="84824"/>
                  <a:pt x="4241959" y="75870"/>
                  <a:pt x="4241959" y="67488"/>
                </a:cubicBezTo>
                <a:cubicBezTo>
                  <a:pt x="4241483" y="60630"/>
                  <a:pt x="4241959" y="53296"/>
                  <a:pt x="4241959" y="47581"/>
                </a:cubicBezTo>
                <a:cubicBezTo>
                  <a:pt x="4241483" y="41866"/>
                  <a:pt x="4241959" y="35579"/>
                  <a:pt x="4241483" y="30245"/>
                </a:cubicBezTo>
                <a:cubicBezTo>
                  <a:pt x="4240911" y="26054"/>
                  <a:pt x="4240911" y="5671"/>
                  <a:pt x="4232529" y="7195"/>
                </a:cubicBezTo>
                <a:cubicBezTo>
                  <a:pt x="4228910" y="7766"/>
                  <a:pt x="4214717" y="7195"/>
                  <a:pt x="4201097" y="6147"/>
                </a:cubicBezTo>
                <a:cubicBezTo>
                  <a:pt x="4179570" y="4528"/>
                  <a:pt x="4188524" y="5099"/>
                  <a:pt x="4175951" y="4528"/>
                </a:cubicBezTo>
                <a:lnTo>
                  <a:pt x="4165949" y="4528"/>
                </a:lnTo>
                <a:cubicBezTo>
                  <a:pt x="4159187" y="5099"/>
                  <a:pt x="4154996" y="6623"/>
                  <a:pt x="4155948" y="14529"/>
                </a:cubicBezTo>
                <a:cubicBezTo>
                  <a:pt x="4156520" y="22340"/>
                  <a:pt x="4154900" y="34913"/>
                  <a:pt x="4155472" y="44342"/>
                </a:cubicBezTo>
                <a:cubicBezTo>
                  <a:pt x="4155472" y="44342"/>
                  <a:pt x="4153853" y="71584"/>
                  <a:pt x="4154424" y="79966"/>
                </a:cubicBezTo>
                <a:cubicBezTo>
                  <a:pt x="4155948" y="98254"/>
                  <a:pt x="4156996" y="265418"/>
                  <a:pt x="4155948" y="269609"/>
                </a:cubicBezTo>
                <a:lnTo>
                  <a:pt x="4155472" y="272276"/>
                </a:lnTo>
                <a:cubicBezTo>
                  <a:pt x="4158615" y="284277"/>
                  <a:pt x="4155472" y="296850"/>
                  <a:pt x="4155948" y="308375"/>
                </a:cubicBezTo>
                <a:cubicBezTo>
                  <a:pt x="4156520" y="329807"/>
                  <a:pt x="4157567" y="352381"/>
                  <a:pt x="4159091" y="375908"/>
                </a:cubicBezTo>
                <a:cubicBezTo>
                  <a:pt x="4159568" y="381146"/>
                  <a:pt x="4163282" y="383813"/>
                  <a:pt x="4168521" y="381718"/>
                </a:cubicBezTo>
                <a:cubicBezTo>
                  <a:pt x="4185857" y="380099"/>
                  <a:pt x="4214146" y="382766"/>
                  <a:pt x="4231863" y="383813"/>
                </a:cubicBezTo>
                <a:cubicBezTo>
                  <a:pt x="4239768" y="384861"/>
                  <a:pt x="4242340" y="383242"/>
                  <a:pt x="4239768" y="375431"/>
                </a:cubicBezTo>
                <a:cubicBezTo>
                  <a:pt x="4239292" y="362287"/>
                  <a:pt x="4238721" y="347142"/>
                  <a:pt x="4238721" y="332950"/>
                </a:cubicBezTo>
                <a:cubicBezTo>
                  <a:pt x="4238721" y="325139"/>
                  <a:pt x="4237197" y="317710"/>
                  <a:pt x="4237673" y="311519"/>
                </a:cubicBezTo>
                <a:cubicBezTo>
                  <a:pt x="4238149" y="283706"/>
                  <a:pt x="4236054" y="254369"/>
                  <a:pt x="4243388" y="226651"/>
                </a:cubicBezTo>
                <a:cubicBezTo>
                  <a:pt x="4243388" y="226079"/>
                  <a:pt x="4243388" y="225603"/>
                  <a:pt x="4245007" y="222460"/>
                </a:cubicBezTo>
                <a:cubicBezTo>
                  <a:pt x="4246626" y="212554"/>
                  <a:pt x="4247103" y="201505"/>
                  <a:pt x="4251770" y="192551"/>
                </a:cubicBezTo>
                <a:cubicBezTo>
                  <a:pt x="4256437" y="182645"/>
                  <a:pt x="4266438" y="175787"/>
                  <a:pt x="4274820" y="168453"/>
                </a:cubicBezTo>
                <a:cubicBezTo>
                  <a:pt x="4279011" y="166834"/>
                  <a:pt x="4282631" y="164738"/>
                  <a:pt x="4287393" y="164262"/>
                </a:cubicBezTo>
                <a:lnTo>
                  <a:pt x="4294156" y="163214"/>
                </a:lnTo>
                <a:lnTo>
                  <a:pt x="4304633" y="162643"/>
                </a:lnTo>
                <a:cubicBezTo>
                  <a:pt x="4310920" y="161024"/>
                  <a:pt x="4315587" y="163691"/>
                  <a:pt x="4318731" y="166358"/>
                </a:cubicBezTo>
                <a:cubicBezTo>
                  <a:pt x="4319778" y="167405"/>
                  <a:pt x="4323398" y="171596"/>
                  <a:pt x="4324541" y="172168"/>
                </a:cubicBezTo>
                <a:cubicBezTo>
                  <a:pt x="4331304" y="179502"/>
                  <a:pt x="4337114" y="192551"/>
                  <a:pt x="4338638" y="207220"/>
                </a:cubicBezTo>
                <a:cubicBezTo>
                  <a:pt x="4339685" y="221412"/>
                  <a:pt x="4339114" y="240748"/>
                  <a:pt x="4339685" y="254845"/>
                </a:cubicBezTo>
                <a:cubicBezTo>
                  <a:pt x="4339685" y="260655"/>
                  <a:pt x="4341209" y="266370"/>
                  <a:pt x="4340733" y="271609"/>
                </a:cubicBezTo>
                <a:cubicBezTo>
                  <a:pt x="4339685" y="276371"/>
                  <a:pt x="4339685" y="295136"/>
                  <a:pt x="4340733" y="303518"/>
                </a:cubicBezTo>
                <a:cubicBezTo>
                  <a:pt x="4340733" y="327140"/>
                  <a:pt x="4338638" y="350666"/>
                  <a:pt x="4338638" y="374288"/>
                </a:cubicBezTo>
                <a:lnTo>
                  <a:pt x="4338162" y="375336"/>
                </a:lnTo>
                <a:close/>
                <a:moveTo>
                  <a:pt x="4017074" y="371336"/>
                </a:moveTo>
                <a:cubicBezTo>
                  <a:pt x="4016502" y="367145"/>
                  <a:pt x="4017074" y="362477"/>
                  <a:pt x="4017550" y="357715"/>
                </a:cubicBezTo>
                <a:cubicBezTo>
                  <a:pt x="4018026" y="352476"/>
                  <a:pt x="4020693" y="209982"/>
                  <a:pt x="4021741" y="194266"/>
                </a:cubicBezTo>
                <a:cubicBezTo>
                  <a:pt x="4024313" y="140259"/>
                  <a:pt x="4016502" y="85776"/>
                  <a:pt x="4020122" y="31865"/>
                </a:cubicBezTo>
                <a:cubicBezTo>
                  <a:pt x="4020598" y="26626"/>
                  <a:pt x="4021741" y="21387"/>
                  <a:pt x="4021170" y="16148"/>
                </a:cubicBezTo>
                <a:lnTo>
                  <a:pt x="4028980" y="16148"/>
                </a:lnTo>
                <a:cubicBezTo>
                  <a:pt x="4040505" y="16148"/>
                  <a:pt x="4080320" y="15101"/>
                  <a:pt x="4082415" y="14529"/>
                </a:cubicBezTo>
                <a:lnTo>
                  <a:pt x="4082891" y="15101"/>
                </a:lnTo>
                <a:cubicBezTo>
                  <a:pt x="4083368" y="15672"/>
                  <a:pt x="4083368" y="18244"/>
                  <a:pt x="4083368" y="19768"/>
                </a:cubicBezTo>
                <a:cubicBezTo>
                  <a:pt x="4080796" y="32341"/>
                  <a:pt x="4083844" y="46533"/>
                  <a:pt x="4083844" y="59582"/>
                </a:cubicBezTo>
                <a:cubicBezTo>
                  <a:pt x="4083844" y="69488"/>
                  <a:pt x="4086987" y="225698"/>
                  <a:pt x="4086987" y="234080"/>
                </a:cubicBezTo>
                <a:cubicBezTo>
                  <a:pt x="4086511" y="241415"/>
                  <a:pt x="4085939" y="331997"/>
                  <a:pt x="4086987" y="341999"/>
                </a:cubicBezTo>
                <a:cubicBezTo>
                  <a:pt x="4088035" y="351428"/>
                  <a:pt x="4089083" y="360858"/>
                  <a:pt x="4089559" y="368192"/>
                </a:cubicBezTo>
                <a:lnTo>
                  <a:pt x="4089559" y="371812"/>
                </a:lnTo>
                <a:cubicBezTo>
                  <a:pt x="4065461" y="371812"/>
                  <a:pt x="4040886" y="369145"/>
                  <a:pt x="4016788" y="372383"/>
                </a:cubicBezTo>
                <a:lnTo>
                  <a:pt x="4016788" y="371336"/>
                </a:lnTo>
                <a:close/>
                <a:moveTo>
                  <a:pt x="4097179" y="340951"/>
                </a:moveTo>
                <a:cubicBezTo>
                  <a:pt x="4096131" y="330950"/>
                  <a:pt x="4096703" y="239795"/>
                  <a:pt x="4097179" y="234080"/>
                </a:cubicBezTo>
                <a:cubicBezTo>
                  <a:pt x="4097179" y="225698"/>
                  <a:pt x="4094036" y="69107"/>
                  <a:pt x="4094036" y="59106"/>
                </a:cubicBezTo>
                <a:cubicBezTo>
                  <a:pt x="4094036" y="47105"/>
                  <a:pt x="4091464" y="32912"/>
                  <a:pt x="4094036" y="20339"/>
                </a:cubicBezTo>
                <a:cubicBezTo>
                  <a:pt x="4094036" y="18720"/>
                  <a:pt x="4094512" y="17196"/>
                  <a:pt x="4094512" y="15101"/>
                </a:cubicBezTo>
                <a:cubicBezTo>
                  <a:pt x="4095560" y="10910"/>
                  <a:pt x="4098227" y="2528"/>
                  <a:pt x="4089845" y="4623"/>
                </a:cubicBezTo>
                <a:cubicBezTo>
                  <a:pt x="4083558" y="5671"/>
                  <a:pt x="4078891" y="5671"/>
                  <a:pt x="4074128" y="5195"/>
                </a:cubicBezTo>
                <a:cubicBezTo>
                  <a:pt x="4071557" y="5195"/>
                  <a:pt x="4034314" y="6242"/>
                  <a:pt x="4029075" y="6242"/>
                </a:cubicBezTo>
                <a:cubicBezTo>
                  <a:pt x="4024884" y="6242"/>
                  <a:pt x="4008691" y="3575"/>
                  <a:pt x="4010787" y="12529"/>
                </a:cubicBezTo>
                <a:cubicBezTo>
                  <a:pt x="4012311" y="18815"/>
                  <a:pt x="4010787" y="25102"/>
                  <a:pt x="4010216" y="31388"/>
                </a:cubicBezTo>
                <a:cubicBezTo>
                  <a:pt x="4009168" y="46628"/>
                  <a:pt x="4008691" y="73870"/>
                  <a:pt x="4009739" y="87491"/>
                </a:cubicBezTo>
                <a:cubicBezTo>
                  <a:pt x="4010216" y="95873"/>
                  <a:pt x="4012883" y="174454"/>
                  <a:pt x="4011835" y="193313"/>
                </a:cubicBezTo>
                <a:cubicBezTo>
                  <a:pt x="4010787" y="209601"/>
                  <a:pt x="4008215" y="351524"/>
                  <a:pt x="4007644" y="356762"/>
                </a:cubicBezTo>
                <a:cubicBezTo>
                  <a:pt x="4007168" y="362001"/>
                  <a:pt x="4006596" y="367811"/>
                  <a:pt x="4007168" y="372479"/>
                </a:cubicBezTo>
                <a:lnTo>
                  <a:pt x="4006691" y="374574"/>
                </a:lnTo>
                <a:lnTo>
                  <a:pt x="4006215" y="377717"/>
                </a:lnTo>
                <a:cubicBezTo>
                  <a:pt x="4005644" y="381908"/>
                  <a:pt x="4007739" y="384575"/>
                  <a:pt x="4011930" y="383432"/>
                </a:cubicBezTo>
                <a:cubicBezTo>
                  <a:pt x="4039172" y="378765"/>
                  <a:pt x="4067461" y="382385"/>
                  <a:pt x="4095179" y="381908"/>
                </a:cubicBezTo>
                <a:cubicBezTo>
                  <a:pt x="4097274" y="381908"/>
                  <a:pt x="4099941" y="379241"/>
                  <a:pt x="4099941" y="377146"/>
                </a:cubicBezTo>
                <a:cubicBezTo>
                  <a:pt x="4100989" y="365144"/>
                  <a:pt x="4098322" y="352571"/>
                  <a:pt x="4097274" y="341046"/>
                </a:cubicBezTo>
                <a:moveTo>
                  <a:pt x="3655695" y="372955"/>
                </a:moveTo>
                <a:cubicBezTo>
                  <a:pt x="3655695" y="372955"/>
                  <a:pt x="3654647" y="373526"/>
                  <a:pt x="3655219" y="372955"/>
                </a:cubicBezTo>
                <a:lnTo>
                  <a:pt x="3656266" y="368288"/>
                </a:lnTo>
                <a:cubicBezTo>
                  <a:pt x="3656266" y="365621"/>
                  <a:pt x="3656743" y="363049"/>
                  <a:pt x="3656266" y="360382"/>
                </a:cubicBezTo>
                <a:cubicBezTo>
                  <a:pt x="3656266" y="342094"/>
                  <a:pt x="3656743" y="322663"/>
                  <a:pt x="3655790" y="304280"/>
                </a:cubicBezTo>
                <a:cubicBezTo>
                  <a:pt x="3655314" y="295898"/>
                  <a:pt x="3656266" y="238843"/>
                  <a:pt x="3656266" y="238843"/>
                </a:cubicBezTo>
                <a:lnTo>
                  <a:pt x="3656266" y="207887"/>
                </a:lnTo>
                <a:lnTo>
                  <a:pt x="3656743" y="204172"/>
                </a:lnTo>
                <a:cubicBezTo>
                  <a:pt x="3656743" y="201505"/>
                  <a:pt x="3657219" y="197885"/>
                  <a:pt x="3657219" y="193218"/>
                </a:cubicBezTo>
                <a:cubicBezTo>
                  <a:pt x="3658267" y="165977"/>
                  <a:pt x="3659886" y="142926"/>
                  <a:pt x="3657219" y="115685"/>
                </a:cubicBezTo>
                <a:lnTo>
                  <a:pt x="3679793" y="117304"/>
                </a:lnTo>
                <a:lnTo>
                  <a:pt x="3681889" y="117875"/>
                </a:lnTo>
                <a:lnTo>
                  <a:pt x="3714369" y="117875"/>
                </a:lnTo>
                <a:cubicBezTo>
                  <a:pt x="3715417" y="125686"/>
                  <a:pt x="3715893" y="133592"/>
                  <a:pt x="3715417" y="143021"/>
                </a:cubicBezTo>
                <a:cubicBezTo>
                  <a:pt x="3715417" y="150356"/>
                  <a:pt x="3721703" y="155023"/>
                  <a:pt x="3728561" y="151880"/>
                </a:cubicBezTo>
                <a:cubicBezTo>
                  <a:pt x="3733229" y="149784"/>
                  <a:pt x="3736467" y="146641"/>
                  <a:pt x="3740087" y="143498"/>
                </a:cubicBezTo>
                <a:lnTo>
                  <a:pt x="3743801" y="140354"/>
                </a:lnTo>
                <a:cubicBezTo>
                  <a:pt x="3746945" y="136163"/>
                  <a:pt x="3749040" y="135116"/>
                  <a:pt x="3754279" y="131496"/>
                </a:cubicBezTo>
                <a:lnTo>
                  <a:pt x="3761613" y="123590"/>
                </a:lnTo>
                <a:lnTo>
                  <a:pt x="3767423" y="119399"/>
                </a:lnTo>
                <a:cubicBezTo>
                  <a:pt x="3769043" y="117780"/>
                  <a:pt x="3770566" y="116732"/>
                  <a:pt x="3773710" y="116256"/>
                </a:cubicBezTo>
                <a:cubicBezTo>
                  <a:pt x="3778377" y="115208"/>
                  <a:pt x="3779996" y="112541"/>
                  <a:pt x="3786283" y="112541"/>
                </a:cubicBezTo>
                <a:cubicBezTo>
                  <a:pt x="3789903" y="111970"/>
                  <a:pt x="3793617" y="111494"/>
                  <a:pt x="3797237" y="110922"/>
                </a:cubicBezTo>
                <a:lnTo>
                  <a:pt x="3802475" y="109874"/>
                </a:lnTo>
                <a:lnTo>
                  <a:pt x="3805619" y="110446"/>
                </a:lnTo>
                <a:lnTo>
                  <a:pt x="3808762" y="112541"/>
                </a:lnTo>
                <a:cubicBezTo>
                  <a:pt x="3807714" y="120923"/>
                  <a:pt x="3805619" y="128829"/>
                  <a:pt x="3806666" y="138164"/>
                </a:cubicBezTo>
                <a:cubicBezTo>
                  <a:pt x="3806666" y="140259"/>
                  <a:pt x="3807714" y="143402"/>
                  <a:pt x="3807714" y="145498"/>
                </a:cubicBezTo>
                <a:cubicBezTo>
                  <a:pt x="3807714" y="153308"/>
                  <a:pt x="3810381" y="160166"/>
                  <a:pt x="3810381" y="167501"/>
                </a:cubicBezTo>
                <a:cubicBezTo>
                  <a:pt x="3807238" y="166929"/>
                  <a:pt x="3803523" y="166929"/>
                  <a:pt x="3800380" y="168072"/>
                </a:cubicBezTo>
                <a:lnTo>
                  <a:pt x="3793046" y="169120"/>
                </a:lnTo>
                <a:lnTo>
                  <a:pt x="3790379" y="168548"/>
                </a:lnTo>
                <a:cubicBezTo>
                  <a:pt x="3772567" y="170168"/>
                  <a:pt x="3753707" y="174263"/>
                  <a:pt x="3740658" y="186360"/>
                </a:cubicBezTo>
                <a:cubicBezTo>
                  <a:pt x="3739039" y="188456"/>
                  <a:pt x="3737515" y="191027"/>
                  <a:pt x="3736467" y="192075"/>
                </a:cubicBezTo>
                <a:lnTo>
                  <a:pt x="3734372" y="195790"/>
                </a:lnTo>
                <a:lnTo>
                  <a:pt x="3732753" y="197885"/>
                </a:lnTo>
                <a:cubicBezTo>
                  <a:pt x="3730657" y="199505"/>
                  <a:pt x="3729038" y="201029"/>
                  <a:pt x="3728085" y="203124"/>
                </a:cubicBezTo>
                <a:cubicBezTo>
                  <a:pt x="3727037" y="205220"/>
                  <a:pt x="3726466" y="206839"/>
                  <a:pt x="3725513" y="210458"/>
                </a:cubicBezTo>
                <a:lnTo>
                  <a:pt x="3723894" y="213030"/>
                </a:lnTo>
                <a:lnTo>
                  <a:pt x="3722275" y="219317"/>
                </a:lnTo>
                <a:lnTo>
                  <a:pt x="3721799" y="223508"/>
                </a:lnTo>
                <a:lnTo>
                  <a:pt x="3720179" y="228746"/>
                </a:lnTo>
                <a:lnTo>
                  <a:pt x="3719703" y="230842"/>
                </a:lnTo>
                <a:cubicBezTo>
                  <a:pt x="3718655" y="236652"/>
                  <a:pt x="3717608" y="242843"/>
                  <a:pt x="3715988" y="249701"/>
                </a:cubicBezTo>
                <a:lnTo>
                  <a:pt x="3714941" y="263322"/>
                </a:lnTo>
                <a:lnTo>
                  <a:pt x="3713893" y="289516"/>
                </a:lnTo>
                <a:cubicBezTo>
                  <a:pt x="3713893" y="303137"/>
                  <a:pt x="3713416" y="310947"/>
                  <a:pt x="3713416" y="324568"/>
                </a:cubicBezTo>
                <a:cubicBezTo>
                  <a:pt x="3713416" y="333426"/>
                  <a:pt x="3712940" y="340284"/>
                  <a:pt x="3713416" y="347047"/>
                </a:cubicBezTo>
                <a:lnTo>
                  <a:pt x="3715036" y="355905"/>
                </a:lnTo>
                <a:cubicBezTo>
                  <a:pt x="3715036" y="359048"/>
                  <a:pt x="3715512" y="362763"/>
                  <a:pt x="3715036" y="365906"/>
                </a:cubicBezTo>
                <a:cubicBezTo>
                  <a:pt x="3715036" y="368002"/>
                  <a:pt x="3714560" y="370097"/>
                  <a:pt x="3714560" y="372193"/>
                </a:cubicBezTo>
                <a:cubicBezTo>
                  <a:pt x="3694081" y="371145"/>
                  <a:pt x="3675793" y="374860"/>
                  <a:pt x="3655886" y="372764"/>
                </a:cubicBezTo>
                <a:moveTo>
                  <a:pt x="3646456" y="365906"/>
                </a:moveTo>
                <a:cubicBezTo>
                  <a:pt x="3644932" y="366954"/>
                  <a:pt x="3643884" y="370097"/>
                  <a:pt x="3644932" y="375336"/>
                </a:cubicBezTo>
                <a:lnTo>
                  <a:pt x="3645980" y="378479"/>
                </a:lnTo>
                <a:cubicBezTo>
                  <a:pt x="3645980" y="379527"/>
                  <a:pt x="3648551" y="382099"/>
                  <a:pt x="3649695" y="382099"/>
                </a:cubicBezTo>
                <a:cubicBezTo>
                  <a:pt x="3665411" y="385242"/>
                  <a:pt x="3683222" y="383147"/>
                  <a:pt x="3698939" y="382099"/>
                </a:cubicBezTo>
                <a:cubicBezTo>
                  <a:pt x="3711035" y="381051"/>
                  <a:pt x="3726752" y="387338"/>
                  <a:pt x="3724085" y="374288"/>
                </a:cubicBezTo>
                <a:cubicBezTo>
                  <a:pt x="3724561" y="371621"/>
                  <a:pt x="3725132" y="369050"/>
                  <a:pt x="3725132" y="366383"/>
                </a:cubicBezTo>
                <a:cubicBezTo>
                  <a:pt x="3725704" y="362192"/>
                  <a:pt x="3725132" y="358477"/>
                  <a:pt x="3725132" y="354857"/>
                </a:cubicBezTo>
                <a:lnTo>
                  <a:pt x="3723608" y="345904"/>
                </a:lnTo>
                <a:cubicBezTo>
                  <a:pt x="3723037" y="339141"/>
                  <a:pt x="3723608" y="332759"/>
                  <a:pt x="3723608" y="324949"/>
                </a:cubicBezTo>
                <a:cubicBezTo>
                  <a:pt x="3724085" y="310757"/>
                  <a:pt x="3724085" y="303422"/>
                  <a:pt x="3724656" y="289325"/>
                </a:cubicBezTo>
                <a:lnTo>
                  <a:pt x="3725132" y="263703"/>
                </a:lnTo>
                <a:lnTo>
                  <a:pt x="3726180" y="251130"/>
                </a:lnTo>
                <a:cubicBezTo>
                  <a:pt x="3727799" y="246368"/>
                  <a:pt x="3728276" y="243796"/>
                  <a:pt x="3728752" y="239033"/>
                </a:cubicBezTo>
                <a:lnTo>
                  <a:pt x="3729228" y="232271"/>
                </a:lnTo>
                <a:lnTo>
                  <a:pt x="3730276" y="230651"/>
                </a:lnTo>
                <a:lnTo>
                  <a:pt x="3732371" y="224936"/>
                </a:lnTo>
                <a:lnTo>
                  <a:pt x="3732371" y="220174"/>
                </a:lnTo>
                <a:lnTo>
                  <a:pt x="3734943" y="214935"/>
                </a:lnTo>
                <a:lnTo>
                  <a:pt x="3735991" y="212840"/>
                </a:lnTo>
                <a:lnTo>
                  <a:pt x="3736562" y="209696"/>
                </a:lnTo>
                <a:lnTo>
                  <a:pt x="3737039" y="207601"/>
                </a:lnTo>
                <a:lnTo>
                  <a:pt x="3739610" y="204458"/>
                </a:lnTo>
                <a:lnTo>
                  <a:pt x="3742754" y="201314"/>
                </a:lnTo>
                <a:lnTo>
                  <a:pt x="3744278" y="199219"/>
                </a:lnTo>
                <a:lnTo>
                  <a:pt x="3745325" y="197123"/>
                </a:lnTo>
                <a:cubicBezTo>
                  <a:pt x="3746373" y="195504"/>
                  <a:pt x="3746945" y="194456"/>
                  <a:pt x="3747897" y="193409"/>
                </a:cubicBezTo>
                <a:cubicBezTo>
                  <a:pt x="3757898" y="183979"/>
                  <a:pt x="3773043" y="180264"/>
                  <a:pt x="3791903" y="178740"/>
                </a:cubicBezTo>
                <a:lnTo>
                  <a:pt x="3796570" y="178740"/>
                </a:lnTo>
                <a:lnTo>
                  <a:pt x="3802380" y="177121"/>
                </a:lnTo>
                <a:cubicBezTo>
                  <a:pt x="3805523" y="176549"/>
                  <a:pt x="3808190" y="176549"/>
                  <a:pt x="3810762" y="177121"/>
                </a:cubicBezTo>
                <a:lnTo>
                  <a:pt x="3813334" y="177692"/>
                </a:lnTo>
                <a:cubicBezTo>
                  <a:pt x="3822192" y="178264"/>
                  <a:pt x="3820668" y="173025"/>
                  <a:pt x="3820668" y="166739"/>
                </a:cubicBezTo>
                <a:cubicBezTo>
                  <a:pt x="3820668" y="159976"/>
                  <a:pt x="3818096" y="153118"/>
                  <a:pt x="3818096" y="145307"/>
                </a:cubicBezTo>
                <a:cubicBezTo>
                  <a:pt x="3818096" y="142640"/>
                  <a:pt x="3817049" y="139497"/>
                  <a:pt x="3816477" y="136925"/>
                </a:cubicBezTo>
                <a:cubicBezTo>
                  <a:pt x="3815429" y="124924"/>
                  <a:pt x="3825907" y="100826"/>
                  <a:pt x="3810762" y="100826"/>
                </a:cubicBezTo>
                <a:cubicBezTo>
                  <a:pt x="3809714" y="100826"/>
                  <a:pt x="3808190" y="100826"/>
                  <a:pt x="3807047" y="100254"/>
                </a:cubicBezTo>
                <a:lnTo>
                  <a:pt x="3803904" y="99683"/>
                </a:lnTo>
                <a:cubicBezTo>
                  <a:pt x="3802285" y="99683"/>
                  <a:pt x="3801237" y="99683"/>
                  <a:pt x="3799713" y="100254"/>
                </a:cubicBezTo>
                <a:lnTo>
                  <a:pt x="3795522" y="100826"/>
                </a:lnTo>
                <a:cubicBezTo>
                  <a:pt x="3792379" y="101397"/>
                  <a:pt x="3789236" y="101873"/>
                  <a:pt x="3786092" y="101873"/>
                </a:cubicBezTo>
                <a:cubicBezTo>
                  <a:pt x="3779806" y="101873"/>
                  <a:pt x="3776091" y="103969"/>
                  <a:pt x="3770853" y="106064"/>
                </a:cubicBezTo>
                <a:lnTo>
                  <a:pt x="3768757" y="106064"/>
                </a:lnTo>
                <a:cubicBezTo>
                  <a:pt x="3766090" y="107684"/>
                  <a:pt x="3763518" y="109208"/>
                  <a:pt x="3761423" y="110732"/>
                </a:cubicBezTo>
                <a:lnTo>
                  <a:pt x="3754660" y="115970"/>
                </a:lnTo>
                <a:lnTo>
                  <a:pt x="3747326" y="123781"/>
                </a:lnTo>
                <a:cubicBezTo>
                  <a:pt x="3742087" y="127496"/>
                  <a:pt x="3739991" y="128543"/>
                  <a:pt x="3736372" y="133211"/>
                </a:cubicBezTo>
                <a:lnTo>
                  <a:pt x="3733800" y="135306"/>
                </a:lnTo>
                <a:cubicBezTo>
                  <a:pt x="3731133" y="137973"/>
                  <a:pt x="3728561" y="140069"/>
                  <a:pt x="3725895" y="141593"/>
                </a:cubicBezTo>
                <a:cubicBezTo>
                  <a:pt x="3725895" y="130639"/>
                  <a:pt x="3725418" y="121209"/>
                  <a:pt x="3723799" y="111684"/>
                </a:cubicBezTo>
                <a:cubicBezTo>
                  <a:pt x="3722751" y="102254"/>
                  <a:pt x="3689223" y="110065"/>
                  <a:pt x="3681413" y="107017"/>
                </a:cubicBezTo>
                <a:lnTo>
                  <a:pt x="3678746" y="107017"/>
                </a:lnTo>
                <a:cubicBezTo>
                  <a:pt x="3673031" y="107588"/>
                  <a:pt x="3645789" y="100730"/>
                  <a:pt x="3646837" y="111208"/>
                </a:cubicBezTo>
                <a:cubicBezTo>
                  <a:pt x="3647885" y="121209"/>
                  <a:pt x="3647885" y="142164"/>
                  <a:pt x="3647885" y="161500"/>
                </a:cubicBezTo>
                <a:cubicBezTo>
                  <a:pt x="3647885" y="175121"/>
                  <a:pt x="3647885" y="188741"/>
                  <a:pt x="3646837" y="202362"/>
                </a:cubicBezTo>
                <a:lnTo>
                  <a:pt x="3645789" y="207601"/>
                </a:lnTo>
                <a:cubicBezTo>
                  <a:pt x="3646265" y="212363"/>
                  <a:pt x="3646265" y="225889"/>
                  <a:pt x="3646265" y="238557"/>
                </a:cubicBezTo>
                <a:cubicBezTo>
                  <a:pt x="3645218" y="279419"/>
                  <a:pt x="3646265" y="320282"/>
                  <a:pt x="3646265" y="360572"/>
                </a:cubicBezTo>
                <a:cubicBezTo>
                  <a:pt x="3646837" y="362668"/>
                  <a:pt x="3646265" y="364763"/>
                  <a:pt x="3646265" y="365811"/>
                </a:cubicBezTo>
                <a:moveTo>
                  <a:pt x="3529489" y="373717"/>
                </a:moveTo>
                <a:cubicBezTo>
                  <a:pt x="3529965" y="367430"/>
                  <a:pt x="3530537" y="361715"/>
                  <a:pt x="3529965" y="355429"/>
                </a:cubicBezTo>
                <a:cubicBezTo>
                  <a:pt x="3529489" y="351714"/>
                  <a:pt x="3525774" y="347047"/>
                  <a:pt x="3521107" y="349142"/>
                </a:cubicBezTo>
                <a:cubicBezTo>
                  <a:pt x="3497485" y="362287"/>
                  <a:pt x="3474530" y="380003"/>
                  <a:pt x="3445669" y="380575"/>
                </a:cubicBezTo>
                <a:lnTo>
                  <a:pt x="3438335" y="379527"/>
                </a:lnTo>
                <a:cubicBezTo>
                  <a:pt x="3431572" y="379527"/>
                  <a:pt x="3425190" y="376860"/>
                  <a:pt x="3418428" y="376384"/>
                </a:cubicBezTo>
                <a:cubicBezTo>
                  <a:pt x="3411093" y="375336"/>
                  <a:pt x="3402711" y="375812"/>
                  <a:pt x="3395948" y="373812"/>
                </a:cubicBezTo>
                <a:cubicBezTo>
                  <a:pt x="3391757" y="372764"/>
                  <a:pt x="3384423" y="368573"/>
                  <a:pt x="3380708" y="365430"/>
                </a:cubicBezTo>
                <a:lnTo>
                  <a:pt x="3377565" y="361811"/>
                </a:lnTo>
                <a:cubicBezTo>
                  <a:pt x="3372898" y="358096"/>
                  <a:pt x="3370231" y="356000"/>
                  <a:pt x="3368135" y="354000"/>
                </a:cubicBezTo>
                <a:cubicBezTo>
                  <a:pt x="3365564" y="351905"/>
                  <a:pt x="3364421" y="348190"/>
                  <a:pt x="3361373" y="346094"/>
                </a:cubicBezTo>
                <a:cubicBezTo>
                  <a:pt x="3360325" y="343427"/>
                  <a:pt x="3359753" y="341427"/>
                  <a:pt x="3358801" y="339332"/>
                </a:cubicBezTo>
                <a:lnTo>
                  <a:pt x="3355658" y="332474"/>
                </a:lnTo>
                <a:cubicBezTo>
                  <a:pt x="3353562" y="328854"/>
                  <a:pt x="3352038" y="325711"/>
                  <a:pt x="3351466" y="322568"/>
                </a:cubicBezTo>
                <a:cubicBezTo>
                  <a:pt x="3351466" y="320948"/>
                  <a:pt x="3351466" y="318853"/>
                  <a:pt x="3350990" y="316757"/>
                </a:cubicBezTo>
                <a:lnTo>
                  <a:pt x="3348895" y="309995"/>
                </a:lnTo>
                <a:cubicBezTo>
                  <a:pt x="3348419" y="305804"/>
                  <a:pt x="3348419" y="300565"/>
                  <a:pt x="3348419" y="296374"/>
                </a:cubicBezTo>
                <a:cubicBezTo>
                  <a:pt x="3348419" y="292183"/>
                  <a:pt x="3348895" y="177978"/>
                  <a:pt x="3349466" y="167501"/>
                </a:cubicBezTo>
                <a:cubicBezTo>
                  <a:pt x="3351086" y="153308"/>
                  <a:pt x="3352610" y="138640"/>
                  <a:pt x="3352610" y="123971"/>
                </a:cubicBezTo>
                <a:lnTo>
                  <a:pt x="3352133" y="119780"/>
                </a:lnTo>
                <a:cubicBezTo>
                  <a:pt x="3355277" y="120352"/>
                  <a:pt x="3358420" y="120352"/>
                  <a:pt x="3359944" y="120352"/>
                </a:cubicBezTo>
                <a:cubicBezTo>
                  <a:pt x="3359944" y="120352"/>
                  <a:pt x="3402902" y="118733"/>
                  <a:pt x="3406045" y="119304"/>
                </a:cubicBezTo>
                <a:lnTo>
                  <a:pt x="3409760" y="121400"/>
                </a:lnTo>
                <a:cubicBezTo>
                  <a:pt x="3409283" y="131306"/>
                  <a:pt x="3409760" y="141307"/>
                  <a:pt x="3409283" y="150165"/>
                </a:cubicBezTo>
                <a:cubicBezTo>
                  <a:pt x="3409283" y="153308"/>
                  <a:pt x="3408712" y="246558"/>
                  <a:pt x="3408712" y="250749"/>
                </a:cubicBezTo>
                <a:cubicBezTo>
                  <a:pt x="3408236" y="255416"/>
                  <a:pt x="3408236" y="260179"/>
                  <a:pt x="3408712" y="264941"/>
                </a:cubicBezTo>
                <a:cubicBezTo>
                  <a:pt x="3410331" y="289040"/>
                  <a:pt x="3412903" y="312090"/>
                  <a:pt x="3433382" y="325711"/>
                </a:cubicBezTo>
                <a:cubicBezTo>
                  <a:pt x="3442811" y="334569"/>
                  <a:pt x="3469005" y="337712"/>
                  <a:pt x="3482626" y="337712"/>
                </a:cubicBezTo>
                <a:cubicBezTo>
                  <a:pt x="3504153" y="335045"/>
                  <a:pt x="3513487" y="322472"/>
                  <a:pt x="3521869" y="307804"/>
                </a:cubicBezTo>
                <a:cubicBezTo>
                  <a:pt x="3522440" y="306756"/>
                  <a:pt x="3522916" y="305708"/>
                  <a:pt x="3522916" y="304661"/>
                </a:cubicBezTo>
                <a:lnTo>
                  <a:pt x="3524536" y="300470"/>
                </a:lnTo>
                <a:lnTo>
                  <a:pt x="3526631" y="294659"/>
                </a:lnTo>
                <a:cubicBezTo>
                  <a:pt x="3527679" y="292564"/>
                  <a:pt x="3528251" y="290468"/>
                  <a:pt x="3529298" y="287325"/>
                </a:cubicBezTo>
                <a:lnTo>
                  <a:pt x="3530346" y="281515"/>
                </a:lnTo>
                <a:lnTo>
                  <a:pt x="3531965" y="278372"/>
                </a:lnTo>
                <a:cubicBezTo>
                  <a:pt x="3532441" y="277324"/>
                  <a:pt x="3533013" y="276276"/>
                  <a:pt x="3533585" y="274181"/>
                </a:cubicBezTo>
                <a:lnTo>
                  <a:pt x="3534632" y="262655"/>
                </a:lnTo>
                <a:cubicBezTo>
                  <a:pt x="3537204" y="247415"/>
                  <a:pt x="3533013" y="161500"/>
                  <a:pt x="3533013" y="158928"/>
                </a:cubicBezTo>
                <a:cubicBezTo>
                  <a:pt x="3531965" y="148927"/>
                  <a:pt x="3532537" y="137973"/>
                  <a:pt x="3531965" y="127972"/>
                </a:cubicBezTo>
                <a:cubicBezTo>
                  <a:pt x="3531965" y="126924"/>
                  <a:pt x="3531965" y="125876"/>
                  <a:pt x="3531489" y="122162"/>
                </a:cubicBezTo>
                <a:cubicBezTo>
                  <a:pt x="3531489" y="121114"/>
                  <a:pt x="3531965" y="120066"/>
                  <a:pt x="3531965" y="119018"/>
                </a:cubicBezTo>
                <a:cubicBezTo>
                  <a:pt x="3533585" y="119018"/>
                  <a:pt x="3544538" y="119018"/>
                  <a:pt x="3555587" y="118447"/>
                </a:cubicBezTo>
                <a:lnTo>
                  <a:pt x="3587496" y="117399"/>
                </a:lnTo>
                <a:cubicBezTo>
                  <a:pt x="3587496" y="119018"/>
                  <a:pt x="3588068" y="121114"/>
                  <a:pt x="3588068" y="123114"/>
                </a:cubicBezTo>
                <a:cubicBezTo>
                  <a:pt x="3587496" y="137783"/>
                  <a:pt x="3584353" y="153499"/>
                  <a:pt x="3587020" y="167691"/>
                </a:cubicBezTo>
                <a:cubicBezTo>
                  <a:pt x="3588068" y="182931"/>
                  <a:pt x="3586544" y="311709"/>
                  <a:pt x="3588639" y="330092"/>
                </a:cubicBezTo>
                <a:cubicBezTo>
                  <a:pt x="3590735" y="337427"/>
                  <a:pt x="3587591" y="365240"/>
                  <a:pt x="3587591" y="374669"/>
                </a:cubicBezTo>
                <a:cubicBezTo>
                  <a:pt x="3585496" y="374098"/>
                  <a:pt x="3583972" y="374098"/>
                  <a:pt x="3582353" y="374098"/>
                </a:cubicBezTo>
                <a:cubicBezTo>
                  <a:pt x="3574447" y="374669"/>
                  <a:pt x="3567113" y="374669"/>
                  <a:pt x="3559302" y="374098"/>
                </a:cubicBezTo>
                <a:lnTo>
                  <a:pt x="3546158" y="373526"/>
                </a:lnTo>
                <a:cubicBezTo>
                  <a:pt x="3541490" y="372955"/>
                  <a:pt x="3535680" y="372955"/>
                  <a:pt x="3529965" y="373526"/>
                </a:cubicBezTo>
                <a:moveTo>
                  <a:pt x="3356039" y="353619"/>
                </a:moveTo>
                <a:cubicBezTo>
                  <a:pt x="3359182" y="359906"/>
                  <a:pt x="3366040" y="364573"/>
                  <a:pt x="3370707" y="368764"/>
                </a:cubicBezTo>
                <a:lnTo>
                  <a:pt x="3374422" y="372479"/>
                </a:lnTo>
                <a:cubicBezTo>
                  <a:pt x="3378613" y="376098"/>
                  <a:pt x="3386995" y="381908"/>
                  <a:pt x="3393853" y="383432"/>
                </a:cubicBezTo>
                <a:cubicBezTo>
                  <a:pt x="3401187" y="385528"/>
                  <a:pt x="3410045" y="385052"/>
                  <a:pt x="3417951" y="386099"/>
                </a:cubicBezTo>
                <a:cubicBezTo>
                  <a:pt x="3425285" y="386671"/>
                  <a:pt x="3431572" y="389243"/>
                  <a:pt x="3438906" y="389243"/>
                </a:cubicBezTo>
                <a:lnTo>
                  <a:pt x="3446240" y="390290"/>
                </a:lnTo>
                <a:cubicBezTo>
                  <a:pt x="3470339" y="390290"/>
                  <a:pt x="3504343" y="375622"/>
                  <a:pt x="3520631" y="356762"/>
                </a:cubicBezTo>
                <a:cubicBezTo>
                  <a:pt x="3521107" y="363049"/>
                  <a:pt x="3520631" y="369907"/>
                  <a:pt x="3520059" y="376098"/>
                </a:cubicBezTo>
                <a:lnTo>
                  <a:pt x="3520059" y="378194"/>
                </a:lnTo>
                <a:cubicBezTo>
                  <a:pt x="3519583" y="385052"/>
                  <a:pt x="3523774" y="384480"/>
                  <a:pt x="3528441" y="383909"/>
                </a:cubicBezTo>
                <a:cubicBezTo>
                  <a:pt x="3533680" y="382861"/>
                  <a:pt x="3539966" y="382861"/>
                  <a:pt x="3545777" y="383337"/>
                </a:cubicBezTo>
                <a:lnTo>
                  <a:pt x="3558921" y="384385"/>
                </a:lnTo>
                <a:lnTo>
                  <a:pt x="3583020" y="384385"/>
                </a:lnTo>
                <a:cubicBezTo>
                  <a:pt x="3587210" y="383813"/>
                  <a:pt x="3597688" y="389052"/>
                  <a:pt x="3597688" y="380194"/>
                </a:cubicBezTo>
                <a:cubicBezTo>
                  <a:pt x="3597212" y="366573"/>
                  <a:pt x="3601879" y="338284"/>
                  <a:pt x="3598736" y="327330"/>
                </a:cubicBezTo>
                <a:cubicBezTo>
                  <a:pt x="3596640" y="308471"/>
                  <a:pt x="3598259" y="179026"/>
                  <a:pt x="3597212" y="166453"/>
                </a:cubicBezTo>
                <a:cubicBezTo>
                  <a:pt x="3595116" y="153308"/>
                  <a:pt x="3598259" y="136544"/>
                  <a:pt x="3598259" y="122924"/>
                </a:cubicBezTo>
                <a:cubicBezTo>
                  <a:pt x="3598259" y="110922"/>
                  <a:pt x="3598736" y="106731"/>
                  <a:pt x="3586734" y="106731"/>
                </a:cubicBezTo>
                <a:lnTo>
                  <a:pt x="3555302" y="108255"/>
                </a:lnTo>
                <a:cubicBezTo>
                  <a:pt x="3543776" y="108255"/>
                  <a:pt x="3534347" y="108827"/>
                  <a:pt x="3533299" y="108827"/>
                </a:cubicBezTo>
                <a:cubicBezTo>
                  <a:pt x="3526536" y="107779"/>
                  <a:pt x="3524441" y="106255"/>
                  <a:pt x="3520726" y="113018"/>
                </a:cubicBezTo>
                <a:lnTo>
                  <a:pt x="3521774" y="120352"/>
                </a:lnTo>
                <a:cubicBezTo>
                  <a:pt x="3521297" y="122447"/>
                  <a:pt x="3521774" y="123971"/>
                  <a:pt x="3522250" y="128162"/>
                </a:cubicBezTo>
                <a:cubicBezTo>
                  <a:pt x="3522821" y="138068"/>
                  <a:pt x="3522250" y="149594"/>
                  <a:pt x="3523298" y="159595"/>
                </a:cubicBezTo>
                <a:cubicBezTo>
                  <a:pt x="3523298" y="162167"/>
                  <a:pt x="3527489" y="248654"/>
                  <a:pt x="3524917" y="261227"/>
                </a:cubicBezTo>
                <a:lnTo>
                  <a:pt x="3523298" y="273800"/>
                </a:lnTo>
                <a:lnTo>
                  <a:pt x="3521202" y="278467"/>
                </a:lnTo>
                <a:lnTo>
                  <a:pt x="3519583" y="284753"/>
                </a:lnTo>
                <a:cubicBezTo>
                  <a:pt x="3519107" y="286849"/>
                  <a:pt x="3518535" y="288944"/>
                  <a:pt x="3517487" y="290468"/>
                </a:cubicBezTo>
                <a:lnTo>
                  <a:pt x="3515392" y="296279"/>
                </a:lnTo>
                <a:cubicBezTo>
                  <a:pt x="3514916" y="297326"/>
                  <a:pt x="3514344" y="298946"/>
                  <a:pt x="3514344" y="299993"/>
                </a:cubicBezTo>
                <a:lnTo>
                  <a:pt x="3513296" y="302089"/>
                </a:lnTo>
                <a:cubicBezTo>
                  <a:pt x="3505486" y="315710"/>
                  <a:pt x="3498628" y="324568"/>
                  <a:pt x="3481864" y="327235"/>
                </a:cubicBezTo>
                <a:cubicBezTo>
                  <a:pt x="3471863" y="326663"/>
                  <a:pt x="3447288" y="324092"/>
                  <a:pt x="3439382" y="316757"/>
                </a:cubicBezTo>
                <a:cubicBezTo>
                  <a:pt x="3423190" y="306280"/>
                  <a:pt x="3420523" y="288468"/>
                  <a:pt x="3418999" y="263322"/>
                </a:cubicBezTo>
                <a:cubicBezTo>
                  <a:pt x="3418523" y="259131"/>
                  <a:pt x="3418999" y="254369"/>
                  <a:pt x="3418999" y="250178"/>
                </a:cubicBezTo>
                <a:cubicBezTo>
                  <a:pt x="3418999" y="246463"/>
                  <a:pt x="3419475" y="156356"/>
                  <a:pt x="3419475" y="150070"/>
                </a:cubicBezTo>
                <a:cubicBezTo>
                  <a:pt x="3420047" y="141212"/>
                  <a:pt x="3419475" y="131782"/>
                  <a:pt x="3420047" y="121781"/>
                </a:cubicBezTo>
                <a:lnTo>
                  <a:pt x="3420523" y="118161"/>
                </a:lnTo>
                <a:cubicBezTo>
                  <a:pt x="3420999" y="107684"/>
                  <a:pt x="3414713" y="109208"/>
                  <a:pt x="3407378" y="108731"/>
                </a:cubicBezTo>
                <a:cubicBezTo>
                  <a:pt x="3404235" y="108160"/>
                  <a:pt x="3359658" y="109303"/>
                  <a:pt x="3359658" y="109303"/>
                </a:cubicBezTo>
                <a:cubicBezTo>
                  <a:pt x="3339751" y="110351"/>
                  <a:pt x="3342894" y="104064"/>
                  <a:pt x="3342323" y="123495"/>
                </a:cubicBezTo>
                <a:cubicBezTo>
                  <a:pt x="3342323" y="137687"/>
                  <a:pt x="3341275" y="152356"/>
                  <a:pt x="3339751" y="166453"/>
                </a:cubicBezTo>
                <a:cubicBezTo>
                  <a:pt x="3339274" y="176930"/>
                  <a:pt x="3338132" y="291611"/>
                  <a:pt x="3338132" y="295802"/>
                </a:cubicBezTo>
                <a:cubicBezTo>
                  <a:pt x="3338132" y="300565"/>
                  <a:pt x="3338608" y="306756"/>
                  <a:pt x="3339751" y="312566"/>
                </a:cubicBezTo>
                <a:lnTo>
                  <a:pt x="3340227" y="314662"/>
                </a:lnTo>
                <a:lnTo>
                  <a:pt x="3341846" y="318853"/>
                </a:lnTo>
                <a:lnTo>
                  <a:pt x="3341846" y="323615"/>
                </a:lnTo>
                <a:cubicBezTo>
                  <a:pt x="3342894" y="328378"/>
                  <a:pt x="3344990" y="332474"/>
                  <a:pt x="3347085" y="336760"/>
                </a:cubicBezTo>
                <a:lnTo>
                  <a:pt x="3350228" y="343046"/>
                </a:lnTo>
                <a:cubicBezTo>
                  <a:pt x="3350705" y="345142"/>
                  <a:pt x="3351753" y="347237"/>
                  <a:pt x="3356515" y="354095"/>
                </a:cubicBezTo>
                <a:lnTo>
                  <a:pt x="3356039" y="353524"/>
                </a:lnTo>
                <a:close/>
                <a:moveTo>
                  <a:pt x="3494723" y="16720"/>
                </a:moveTo>
                <a:cubicBezTo>
                  <a:pt x="3498437" y="16244"/>
                  <a:pt x="3501485" y="16244"/>
                  <a:pt x="3505200" y="15672"/>
                </a:cubicBezTo>
                <a:cubicBezTo>
                  <a:pt x="3518345" y="15101"/>
                  <a:pt x="3538157" y="10910"/>
                  <a:pt x="3549682" y="14624"/>
                </a:cubicBezTo>
                <a:cubicBezTo>
                  <a:pt x="3550730" y="15672"/>
                  <a:pt x="3549682" y="15672"/>
                  <a:pt x="3550253" y="16244"/>
                </a:cubicBezTo>
                <a:lnTo>
                  <a:pt x="3550730" y="16720"/>
                </a:lnTo>
                <a:cubicBezTo>
                  <a:pt x="3547586" y="27769"/>
                  <a:pt x="3551206" y="39294"/>
                  <a:pt x="3551778" y="50248"/>
                </a:cubicBezTo>
                <a:cubicBezTo>
                  <a:pt x="3551301" y="51867"/>
                  <a:pt x="3551301" y="53391"/>
                  <a:pt x="3551301" y="55487"/>
                </a:cubicBezTo>
                <a:lnTo>
                  <a:pt x="3550825" y="60725"/>
                </a:lnTo>
                <a:lnTo>
                  <a:pt x="3546634" y="60725"/>
                </a:lnTo>
                <a:cubicBezTo>
                  <a:pt x="3542919" y="60725"/>
                  <a:pt x="3539299" y="61297"/>
                  <a:pt x="3534537" y="61297"/>
                </a:cubicBezTo>
                <a:cubicBezTo>
                  <a:pt x="3530346" y="61297"/>
                  <a:pt x="3524631" y="60249"/>
                  <a:pt x="3519869" y="60249"/>
                </a:cubicBezTo>
                <a:cubicBezTo>
                  <a:pt x="3512534" y="60249"/>
                  <a:pt x="3502057" y="62916"/>
                  <a:pt x="3494723" y="61297"/>
                </a:cubicBezTo>
                <a:cubicBezTo>
                  <a:pt x="3495770" y="47676"/>
                  <a:pt x="3496342" y="30912"/>
                  <a:pt x="3494723" y="16720"/>
                </a:cubicBezTo>
                <a:moveTo>
                  <a:pt x="3560255" y="13100"/>
                </a:moveTo>
                <a:cubicBezTo>
                  <a:pt x="3559940" y="12719"/>
                  <a:pt x="3559778" y="12180"/>
                  <a:pt x="3559778" y="11481"/>
                </a:cubicBezTo>
                <a:cubicBezTo>
                  <a:pt x="3559778" y="-2140"/>
                  <a:pt x="3514725" y="5195"/>
                  <a:pt x="3504819" y="5671"/>
                </a:cubicBezTo>
                <a:cubicBezTo>
                  <a:pt x="3500628" y="6242"/>
                  <a:pt x="3485388" y="4623"/>
                  <a:pt x="3485388" y="12529"/>
                </a:cubicBezTo>
                <a:cubicBezTo>
                  <a:pt x="3484912" y="13100"/>
                  <a:pt x="3484340" y="15672"/>
                  <a:pt x="3484340" y="15672"/>
                </a:cubicBezTo>
                <a:cubicBezTo>
                  <a:pt x="3486436" y="31388"/>
                  <a:pt x="3485388" y="50248"/>
                  <a:pt x="3484340" y="63869"/>
                </a:cubicBezTo>
                <a:cubicBezTo>
                  <a:pt x="3483864" y="75870"/>
                  <a:pt x="3514249" y="70155"/>
                  <a:pt x="3519964" y="70155"/>
                </a:cubicBezTo>
                <a:cubicBezTo>
                  <a:pt x="3524631" y="70155"/>
                  <a:pt x="3530441" y="71203"/>
                  <a:pt x="3534632" y="71203"/>
                </a:cubicBezTo>
                <a:cubicBezTo>
                  <a:pt x="3539299" y="71203"/>
                  <a:pt x="3543491" y="70631"/>
                  <a:pt x="3546729" y="70631"/>
                </a:cubicBezTo>
                <a:cubicBezTo>
                  <a:pt x="3556635" y="70631"/>
                  <a:pt x="3559874" y="73298"/>
                  <a:pt x="3560826" y="61773"/>
                </a:cubicBezTo>
                <a:lnTo>
                  <a:pt x="3561398" y="56058"/>
                </a:lnTo>
                <a:cubicBezTo>
                  <a:pt x="3561398" y="54439"/>
                  <a:pt x="3561398" y="52915"/>
                  <a:pt x="3561874" y="51867"/>
                </a:cubicBezTo>
                <a:lnTo>
                  <a:pt x="3561874" y="50248"/>
                </a:lnTo>
                <a:cubicBezTo>
                  <a:pt x="3561874" y="42437"/>
                  <a:pt x="3558159" y="25673"/>
                  <a:pt x="3560826" y="18815"/>
                </a:cubicBezTo>
                <a:cubicBezTo>
                  <a:pt x="3561398" y="16720"/>
                  <a:pt x="3560350" y="14624"/>
                  <a:pt x="3560350" y="13100"/>
                </a:cubicBezTo>
                <a:moveTo>
                  <a:pt x="3439859" y="12529"/>
                </a:moveTo>
                <a:lnTo>
                  <a:pt x="3439859" y="18815"/>
                </a:lnTo>
                <a:cubicBezTo>
                  <a:pt x="3437763" y="33008"/>
                  <a:pt x="3441478" y="47105"/>
                  <a:pt x="3442430" y="61297"/>
                </a:cubicBezTo>
                <a:cubicBezTo>
                  <a:pt x="3424619" y="61297"/>
                  <a:pt x="3405759" y="61868"/>
                  <a:pt x="3387947" y="61868"/>
                </a:cubicBezTo>
                <a:lnTo>
                  <a:pt x="3384233" y="61297"/>
                </a:lnTo>
                <a:lnTo>
                  <a:pt x="3383756" y="59678"/>
                </a:lnTo>
                <a:cubicBezTo>
                  <a:pt x="3384804" y="55487"/>
                  <a:pt x="3386328" y="51296"/>
                  <a:pt x="3386328" y="47105"/>
                </a:cubicBezTo>
                <a:lnTo>
                  <a:pt x="3386328" y="30817"/>
                </a:lnTo>
                <a:lnTo>
                  <a:pt x="3385852" y="15101"/>
                </a:lnTo>
                <a:lnTo>
                  <a:pt x="3386328" y="13481"/>
                </a:lnTo>
                <a:lnTo>
                  <a:pt x="3387947" y="13481"/>
                </a:lnTo>
                <a:cubicBezTo>
                  <a:pt x="3401568" y="12910"/>
                  <a:pt x="3414617" y="11862"/>
                  <a:pt x="3428333" y="11386"/>
                </a:cubicBezTo>
                <a:lnTo>
                  <a:pt x="3439859" y="12434"/>
                </a:lnTo>
                <a:close/>
                <a:moveTo>
                  <a:pt x="3448241" y="5671"/>
                </a:moveTo>
                <a:cubicBezTo>
                  <a:pt x="3442430" y="1480"/>
                  <a:pt x="3435096" y="1004"/>
                  <a:pt x="3428333" y="1480"/>
                </a:cubicBezTo>
                <a:cubicBezTo>
                  <a:pt x="3419951" y="1480"/>
                  <a:pt x="3394234" y="3099"/>
                  <a:pt x="3392710" y="3099"/>
                </a:cubicBezTo>
                <a:cubicBezTo>
                  <a:pt x="3382232" y="4623"/>
                  <a:pt x="3379089" y="1480"/>
                  <a:pt x="3375946" y="13577"/>
                </a:cubicBezTo>
                <a:lnTo>
                  <a:pt x="3375946" y="15196"/>
                </a:lnTo>
                <a:cubicBezTo>
                  <a:pt x="3376422" y="30341"/>
                  <a:pt x="3378041" y="43961"/>
                  <a:pt x="3373850" y="58630"/>
                </a:cubicBezTo>
                <a:cubicBezTo>
                  <a:pt x="3373279" y="59201"/>
                  <a:pt x="3374327" y="62821"/>
                  <a:pt x="3374327" y="62821"/>
                </a:cubicBezTo>
                <a:cubicBezTo>
                  <a:pt x="3374327" y="62821"/>
                  <a:pt x="3374803" y="63869"/>
                  <a:pt x="3374803" y="65964"/>
                </a:cubicBezTo>
                <a:cubicBezTo>
                  <a:pt x="3375279" y="71679"/>
                  <a:pt x="3384233" y="71679"/>
                  <a:pt x="3387947" y="71679"/>
                </a:cubicBezTo>
                <a:cubicBezTo>
                  <a:pt x="3407378" y="71679"/>
                  <a:pt x="3428333" y="71108"/>
                  <a:pt x="3447669" y="71108"/>
                </a:cubicBezTo>
                <a:cubicBezTo>
                  <a:pt x="3450812" y="71108"/>
                  <a:pt x="3452908" y="68536"/>
                  <a:pt x="3452908" y="65869"/>
                </a:cubicBezTo>
                <a:cubicBezTo>
                  <a:pt x="3452432" y="50629"/>
                  <a:pt x="3447669" y="34436"/>
                  <a:pt x="3450336" y="18720"/>
                </a:cubicBezTo>
                <a:lnTo>
                  <a:pt x="3449765" y="16625"/>
                </a:lnTo>
                <a:lnTo>
                  <a:pt x="3449765" y="12434"/>
                </a:lnTo>
                <a:cubicBezTo>
                  <a:pt x="3450336" y="10338"/>
                  <a:pt x="3450336" y="6623"/>
                  <a:pt x="3448241" y="5576"/>
                </a:cubicBezTo>
                <a:moveTo>
                  <a:pt x="3136487" y="147593"/>
                </a:moveTo>
                <a:cubicBezTo>
                  <a:pt x="3136964" y="137116"/>
                  <a:pt x="3138583" y="126067"/>
                  <a:pt x="3137535" y="115113"/>
                </a:cubicBezTo>
                <a:lnTo>
                  <a:pt x="3139631" y="115685"/>
                </a:lnTo>
                <a:cubicBezTo>
                  <a:pt x="3142774" y="115685"/>
                  <a:pt x="3148013" y="114637"/>
                  <a:pt x="3152204" y="115685"/>
                </a:cubicBezTo>
                <a:lnTo>
                  <a:pt x="3160586" y="115685"/>
                </a:lnTo>
                <a:cubicBezTo>
                  <a:pt x="3180493" y="114637"/>
                  <a:pt x="3175826" y="104159"/>
                  <a:pt x="3178397" y="86824"/>
                </a:cubicBezTo>
                <a:lnTo>
                  <a:pt x="3178397" y="81585"/>
                </a:lnTo>
                <a:lnTo>
                  <a:pt x="3178874" y="77870"/>
                </a:lnTo>
                <a:cubicBezTo>
                  <a:pt x="3179921" y="74156"/>
                  <a:pt x="3182588" y="59011"/>
                  <a:pt x="3185160" y="55868"/>
                </a:cubicBezTo>
                <a:cubicBezTo>
                  <a:pt x="3189828" y="47486"/>
                  <a:pt x="3196114" y="40628"/>
                  <a:pt x="3204020" y="32817"/>
                </a:cubicBezTo>
                <a:cubicBezTo>
                  <a:pt x="3208687" y="28150"/>
                  <a:pt x="3211830" y="25483"/>
                  <a:pt x="3218116" y="21863"/>
                </a:cubicBezTo>
                <a:cubicBezTo>
                  <a:pt x="3220784" y="19768"/>
                  <a:pt x="3223927" y="18149"/>
                  <a:pt x="3226499" y="16625"/>
                </a:cubicBezTo>
                <a:cubicBezTo>
                  <a:pt x="3232309" y="14529"/>
                  <a:pt x="3237453" y="14529"/>
                  <a:pt x="3243263" y="11957"/>
                </a:cubicBezTo>
                <a:cubicBezTo>
                  <a:pt x="3255836" y="11957"/>
                  <a:pt x="3278886" y="7195"/>
                  <a:pt x="3290411" y="14053"/>
                </a:cubicBezTo>
                <a:lnTo>
                  <a:pt x="3293078" y="15101"/>
                </a:lnTo>
                <a:lnTo>
                  <a:pt x="3295650" y="15672"/>
                </a:lnTo>
                <a:cubicBezTo>
                  <a:pt x="3294603" y="23483"/>
                  <a:pt x="3294603" y="31388"/>
                  <a:pt x="3294603" y="38151"/>
                </a:cubicBezTo>
                <a:lnTo>
                  <a:pt x="3295174" y="54915"/>
                </a:lnTo>
                <a:cubicBezTo>
                  <a:pt x="3289364" y="53867"/>
                  <a:pt x="3283649" y="52820"/>
                  <a:pt x="3277362" y="52820"/>
                </a:cubicBezTo>
                <a:cubicBezTo>
                  <a:pt x="3249073" y="53867"/>
                  <a:pt x="3232880" y="75870"/>
                  <a:pt x="3239167" y="105207"/>
                </a:cubicBezTo>
                <a:cubicBezTo>
                  <a:pt x="3239167" y="105779"/>
                  <a:pt x="3240786" y="107874"/>
                  <a:pt x="3243358" y="110922"/>
                </a:cubicBezTo>
                <a:lnTo>
                  <a:pt x="3245453" y="111970"/>
                </a:lnTo>
                <a:cubicBezTo>
                  <a:pt x="3245453" y="111970"/>
                  <a:pt x="3262217" y="115685"/>
                  <a:pt x="3270028" y="116161"/>
                </a:cubicBezTo>
                <a:cubicBezTo>
                  <a:pt x="3276791" y="116732"/>
                  <a:pt x="3283172" y="117780"/>
                  <a:pt x="3290411" y="117780"/>
                </a:cubicBezTo>
                <a:lnTo>
                  <a:pt x="3289935" y="124067"/>
                </a:lnTo>
                <a:cubicBezTo>
                  <a:pt x="3289935" y="133496"/>
                  <a:pt x="3289459" y="143498"/>
                  <a:pt x="3289459" y="154451"/>
                </a:cubicBezTo>
                <a:cubicBezTo>
                  <a:pt x="3284791" y="153880"/>
                  <a:pt x="3280029" y="152832"/>
                  <a:pt x="3275362" y="152356"/>
                </a:cubicBezTo>
                <a:cubicBezTo>
                  <a:pt x="3266408" y="151308"/>
                  <a:pt x="3259074" y="153975"/>
                  <a:pt x="3250692" y="153975"/>
                </a:cubicBezTo>
                <a:cubicBezTo>
                  <a:pt x="3248597" y="153975"/>
                  <a:pt x="3246501" y="155594"/>
                  <a:pt x="3244977" y="157118"/>
                </a:cubicBezTo>
                <a:cubicBezTo>
                  <a:pt x="3243929" y="157690"/>
                  <a:pt x="3243358" y="158738"/>
                  <a:pt x="3243358" y="158738"/>
                </a:cubicBezTo>
                <a:lnTo>
                  <a:pt x="3241739" y="161309"/>
                </a:lnTo>
                <a:cubicBezTo>
                  <a:pt x="3239167" y="176549"/>
                  <a:pt x="3239167" y="190646"/>
                  <a:pt x="3239167" y="205886"/>
                </a:cubicBezTo>
                <a:cubicBezTo>
                  <a:pt x="3239167" y="217412"/>
                  <a:pt x="3241739" y="229413"/>
                  <a:pt x="3241262" y="240462"/>
                </a:cubicBezTo>
                <a:cubicBezTo>
                  <a:pt x="3241262" y="242558"/>
                  <a:pt x="3240786" y="245701"/>
                  <a:pt x="3240786" y="247796"/>
                </a:cubicBezTo>
                <a:lnTo>
                  <a:pt x="3241262" y="250940"/>
                </a:lnTo>
                <a:cubicBezTo>
                  <a:pt x="3241739" y="256178"/>
                  <a:pt x="3241262" y="261893"/>
                  <a:pt x="3241262" y="267132"/>
                </a:cubicBezTo>
                <a:cubicBezTo>
                  <a:pt x="3241262" y="285992"/>
                  <a:pt x="3241262" y="309042"/>
                  <a:pt x="3240215" y="330473"/>
                </a:cubicBezTo>
                <a:cubicBezTo>
                  <a:pt x="3239738" y="336760"/>
                  <a:pt x="3239738" y="344094"/>
                  <a:pt x="3240215" y="350952"/>
                </a:cubicBezTo>
                <a:cubicBezTo>
                  <a:pt x="3240786" y="355143"/>
                  <a:pt x="3242310" y="359810"/>
                  <a:pt x="3242310" y="364573"/>
                </a:cubicBezTo>
                <a:lnTo>
                  <a:pt x="3242310" y="372479"/>
                </a:lnTo>
                <a:cubicBezTo>
                  <a:pt x="3227070" y="373050"/>
                  <a:pt x="3211925" y="373526"/>
                  <a:pt x="3196209" y="374098"/>
                </a:cubicBezTo>
                <a:cubicBezTo>
                  <a:pt x="3193637" y="373526"/>
                  <a:pt x="3189923" y="373050"/>
                  <a:pt x="3186303" y="373526"/>
                </a:cubicBezTo>
                <a:cubicBezTo>
                  <a:pt x="3184684" y="373526"/>
                  <a:pt x="3182588" y="374098"/>
                  <a:pt x="3181064" y="374098"/>
                </a:cubicBezTo>
                <a:lnTo>
                  <a:pt x="3181636" y="370955"/>
                </a:lnTo>
                <a:cubicBezTo>
                  <a:pt x="3181636" y="368383"/>
                  <a:pt x="3181636" y="365240"/>
                  <a:pt x="3180588" y="361525"/>
                </a:cubicBezTo>
                <a:cubicBezTo>
                  <a:pt x="3182207" y="350571"/>
                  <a:pt x="3179540" y="339522"/>
                  <a:pt x="3180588" y="329045"/>
                </a:cubicBezTo>
                <a:cubicBezTo>
                  <a:pt x="3180588" y="323234"/>
                  <a:pt x="3180112" y="317996"/>
                  <a:pt x="3179540" y="312757"/>
                </a:cubicBezTo>
                <a:cubicBezTo>
                  <a:pt x="3178493" y="297041"/>
                  <a:pt x="3180588" y="282372"/>
                  <a:pt x="3178969" y="263036"/>
                </a:cubicBezTo>
                <a:cubicBezTo>
                  <a:pt x="3178493" y="257798"/>
                  <a:pt x="3178493" y="219507"/>
                  <a:pt x="3178493" y="213792"/>
                </a:cubicBezTo>
                <a:cubicBezTo>
                  <a:pt x="3178493" y="208553"/>
                  <a:pt x="3180112" y="202267"/>
                  <a:pt x="3180112" y="196552"/>
                </a:cubicBezTo>
                <a:cubicBezTo>
                  <a:pt x="3179636" y="188170"/>
                  <a:pt x="3180112" y="181883"/>
                  <a:pt x="3179636" y="172454"/>
                </a:cubicBezTo>
                <a:cubicBezTo>
                  <a:pt x="3179636" y="171406"/>
                  <a:pt x="3179064" y="169787"/>
                  <a:pt x="3179064" y="168739"/>
                </a:cubicBezTo>
                <a:lnTo>
                  <a:pt x="3178016" y="163976"/>
                </a:lnTo>
                <a:lnTo>
                  <a:pt x="3176397" y="158738"/>
                </a:lnTo>
                <a:cubicBezTo>
                  <a:pt x="3174778" y="152927"/>
                  <a:pt x="3156014" y="151880"/>
                  <a:pt x="3150680" y="152927"/>
                </a:cubicBezTo>
                <a:cubicBezTo>
                  <a:pt x="3147060" y="152356"/>
                  <a:pt x="3143345" y="152927"/>
                  <a:pt x="3139726" y="152927"/>
                </a:cubicBezTo>
                <a:lnTo>
                  <a:pt x="3136583" y="153499"/>
                </a:lnTo>
                <a:lnTo>
                  <a:pt x="3136583" y="147784"/>
                </a:lnTo>
                <a:close/>
                <a:moveTo>
                  <a:pt x="3166396" y="104636"/>
                </a:moveTo>
                <a:cubicBezTo>
                  <a:pt x="3162681" y="105683"/>
                  <a:pt x="3158490" y="105207"/>
                  <a:pt x="3153251" y="105683"/>
                </a:cubicBezTo>
                <a:cubicBezTo>
                  <a:pt x="3149060" y="104636"/>
                  <a:pt x="3144393" y="105112"/>
                  <a:pt x="3139631" y="105112"/>
                </a:cubicBezTo>
                <a:cubicBezTo>
                  <a:pt x="3135440" y="105112"/>
                  <a:pt x="3124391" y="102445"/>
                  <a:pt x="3126486" y="110827"/>
                </a:cubicBezTo>
                <a:cubicBezTo>
                  <a:pt x="3129629" y="122828"/>
                  <a:pt x="3127058" y="135401"/>
                  <a:pt x="3126486" y="147498"/>
                </a:cubicBezTo>
                <a:cubicBezTo>
                  <a:pt x="3126010" y="154261"/>
                  <a:pt x="3124391" y="161595"/>
                  <a:pt x="3133249" y="163214"/>
                </a:cubicBezTo>
                <a:cubicBezTo>
                  <a:pt x="3144774" y="163786"/>
                  <a:pt x="3155823" y="161595"/>
                  <a:pt x="3167348" y="164262"/>
                </a:cubicBezTo>
                <a:cubicBezTo>
                  <a:pt x="3168396" y="166929"/>
                  <a:pt x="3169444" y="171120"/>
                  <a:pt x="3169444" y="172644"/>
                </a:cubicBezTo>
                <a:cubicBezTo>
                  <a:pt x="3169920" y="182074"/>
                  <a:pt x="3169444" y="187789"/>
                  <a:pt x="3169920" y="196742"/>
                </a:cubicBezTo>
                <a:cubicBezTo>
                  <a:pt x="3169920" y="202457"/>
                  <a:pt x="3168396" y="208268"/>
                  <a:pt x="3168396" y="213983"/>
                </a:cubicBezTo>
                <a:cubicBezTo>
                  <a:pt x="3168396" y="217697"/>
                  <a:pt x="3168396" y="257988"/>
                  <a:pt x="3168872" y="263798"/>
                </a:cubicBezTo>
                <a:cubicBezTo>
                  <a:pt x="3170491" y="282658"/>
                  <a:pt x="3168396" y="297326"/>
                  <a:pt x="3169349" y="313043"/>
                </a:cubicBezTo>
                <a:cubicBezTo>
                  <a:pt x="3169825" y="318281"/>
                  <a:pt x="3170396" y="322949"/>
                  <a:pt x="3170396" y="327711"/>
                </a:cubicBezTo>
                <a:cubicBezTo>
                  <a:pt x="3169349" y="338665"/>
                  <a:pt x="3171920" y="350190"/>
                  <a:pt x="3169825" y="360668"/>
                </a:cubicBezTo>
                <a:cubicBezTo>
                  <a:pt x="3169349" y="363811"/>
                  <a:pt x="3171920" y="366954"/>
                  <a:pt x="3170396" y="373241"/>
                </a:cubicBezTo>
                <a:lnTo>
                  <a:pt x="3169825" y="375336"/>
                </a:lnTo>
                <a:lnTo>
                  <a:pt x="3169825" y="377908"/>
                </a:lnTo>
                <a:cubicBezTo>
                  <a:pt x="3171920" y="387338"/>
                  <a:pt x="3179826" y="383623"/>
                  <a:pt x="3187160" y="383147"/>
                </a:cubicBezTo>
                <a:cubicBezTo>
                  <a:pt x="3189732" y="382575"/>
                  <a:pt x="3192399" y="383147"/>
                  <a:pt x="3195542" y="383718"/>
                </a:cubicBezTo>
                <a:cubicBezTo>
                  <a:pt x="3195542" y="383718"/>
                  <a:pt x="3228023" y="383147"/>
                  <a:pt x="3231737" y="382670"/>
                </a:cubicBezTo>
                <a:cubicBezTo>
                  <a:pt x="3251645" y="381146"/>
                  <a:pt x="3254788" y="386385"/>
                  <a:pt x="3252121" y="363335"/>
                </a:cubicBezTo>
                <a:cubicBezTo>
                  <a:pt x="3252121" y="358667"/>
                  <a:pt x="3250502" y="354476"/>
                  <a:pt x="3250025" y="350285"/>
                </a:cubicBezTo>
                <a:cubicBezTo>
                  <a:pt x="3249549" y="343999"/>
                  <a:pt x="3249549" y="336665"/>
                  <a:pt x="3250025" y="330854"/>
                </a:cubicBezTo>
                <a:cubicBezTo>
                  <a:pt x="3251073" y="309423"/>
                  <a:pt x="3251073" y="285801"/>
                  <a:pt x="3251073" y="266942"/>
                </a:cubicBezTo>
                <a:cubicBezTo>
                  <a:pt x="3251073" y="261227"/>
                  <a:pt x="3251645" y="254940"/>
                  <a:pt x="3251073" y="249130"/>
                </a:cubicBezTo>
                <a:lnTo>
                  <a:pt x="3250597" y="246463"/>
                </a:lnTo>
                <a:cubicBezTo>
                  <a:pt x="3250597" y="244844"/>
                  <a:pt x="3251073" y="242272"/>
                  <a:pt x="3251073" y="240653"/>
                </a:cubicBezTo>
                <a:cubicBezTo>
                  <a:pt x="3251645" y="229127"/>
                  <a:pt x="3248978" y="217126"/>
                  <a:pt x="3248978" y="205601"/>
                </a:cubicBezTo>
                <a:cubicBezTo>
                  <a:pt x="3248978" y="191408"/>
                  <a:pt x="3248978" y="178359"/>
                  <a:pt x="3252121" y="164167"/>
                </a:cubicBezTo>
                <a:cubicBezTo>
                  <a:pt x="3253740" y="163595"/>
                  <a:pt x="3256312" y="163595"/>
                  <a:pt x="3258407" y="163119"/>
                </a:cubicBezTo>
                <a:cubicBezTo>
                  <a:pt x="3271552" y="160547"/>
                  <a:pt x="3277838" y="163691"/>
                  <a:pt x="3289840" y="164167"/>
                </a:cubicBezTo>
                <a:cubicBezTo>
                  <a:pt x="3301365" y="164738"/>
                  <a:pt x="3299270" y="159976"/>
                  <a:pt x="3299270" y="152642"/>
                </a:cubicBezTo>
                <a:cubicBezTo>
                  <a:pt x="3299270" y="143212"/>
                  <a:pt x="3299746" y="133306"/>
                  <a:pt x="3299746" y="123781"/>
                </a:cubicBezTo>
                <a:cubicBezTo>
                  <a:pt x="3299746" y="120638"/>
                  <a:pt x="3300222" y="117018"/>
                  <a:pt x="3300222" y="114351"/>
                </a:cubicBezTo>
                <a:cubicBezTo>
                  <a:pt x="3300222" y="110160"/>
                  <a:pt x="3299174" y="105493"/>
                  <a:pt x="3291840" y="107588"/>
                </a:cubicBezTo>
                <a:cubicBezTo>
                  <a:pt x="3285078" y="106541"/>
                  <a:pt x="3277743" y="106541"/>
                  <a:pt x="3270314" y="105969"/>
                </a:cubicBezTo>
                <a:cubicBezTo>
                  <a:pt x="3264027" y="105398"/>
                  <a:pt x="3252502" y="102826"/>
                  <a:pt x="3248882" y="102826"/>
                </a:cubicBezTo>
                <a:cubicBezTo>
                  <a:pt x="3243644" y="78728"/>
                  <a:pt x="3255645" y="63011"/>
                  <a:pt x="3277172" y="63011"/>
                </a:cubicBezTo>
                <a:cubicBezTo>
                  <a:pt x="3285078" y="63011"/>
                  <a:pt x="3292412" y="64059"/>
                  <a:pt x="3299174" y="65107"/>
                </a:cubicBezTo>
                <a:cubicBezTo>
                  <a:pt x="3302794" y="65678"/>
                  <a:pt x="3304889" y="63488"/>
                  <a:pt x="3304889" y="60344"/>
                </a:cubicBezTo>
                <a:cubicBezTo>
                  <a:pt x="3304889" y="44057"/>
                  <a:pt x="3303270" y="28912"/>
                  <a:pt x="3305937" y="12719"/>
                </a:cubicBezTo>
                <a:cubicBezTo>
                  <a:pt x="3306985" y="7481"/>
                  <a:pt x="3298603" y="5861"/>
                  <a:pt x="3294412" y="4814"/>
                </a:cubicBezTo>
                <a:cubicBezTo>
                  <a:pt x="3279743" y="-4045"/>
                  <a:pt x="3258312" y="2242"/>
                  <a:pt x="3242024" y="1194"/>
                </a:cubicBezTo>
                <a:lnTo>
                  <a:pt x="3239453" y="2242"/>
                </a:lnTo>
                <a:cubicBezTo>
                  <a:pt x="3234214" y="4814"/>
                  <a:pt x="3228499" y="4814"/>
                  <a:pt x="3222117" y="6909"/>
                </a:cubicBezTo>
                <a:cubicBezTo>
                  <a:pt x="3218974" y="8528"/>
                  <a:pt x="3215831" y="10624"/>
                  <a:pt x="3212687" y="12719"/>
                </a:cubicBezTo>
                <a:cubicBezTo>
                  <a:pt x="3205353" y="16910"/>
                  <a:pt x="3201734" y="20054"/>
                  <a:pt x="3196495" y="25292"/>
                </a:cubicBezTo>
                <a:cubicBezTo>
                  <a:pt x="3189161" y="33103"/>
                  <a:pt x="3181826" y="41009"/>
                  <a:pt x="3176588" y="50438"/>
                </a:cubicBezTo>
                <a:cubicBezTo>
                  <a:pt x="3173445" y="54629"/>
                  <a:pt x="3168777" y="72441"/>
                  <a:pt x="3168206" y="77680"/>
                </a:cubicBezTo>
                <a:lnTo>
                  <a:pt x="3168206" y="86538"/>
                </a:lnTo>
                <a:cubicBezTo>
                  <a:pt x="3167158" y="93396"/>
                  <a:pt x="3167158" y="99111"/>
                  <a:pt x="3166110" y="104350"/>
                </a:cubicBezTo>
                <a:moveTo>
                  <a:pt x="2760155" y="367811"/>
                </a:moveTo>
                <a:lnTo>
                  <a:pt x="2738152" y="368383"/>
                </a:lnTo>
                <a:lnTo>
                  <a:pt x="2732913" y="368383"/>
                </a:lnTo>
                <a:lnTo>
                  <a:pt x="2733389" y="359429"/>
                </a:lnTo>
                <a:cubicBezTo>
                  <a:pt x="2738057" y="276181"/>
                  <a:pt x="2729674" y="192837"/>
                  <a:pt x="2728151" y="110065"/>
                </a:cubicBezTo>
                <a:cubicBezTo>
                  <a:pt x="2727579" y="90158"/>
                  <a:pt x="2728627" y="27864"/>
                  <a:pt x="2729198" y="23102"/>
                </a:cubicBezTo>
                <a:lnTo>
                  <a:pt x="2729198" y="15291"/>
                </a:lnTo>
                <a:lnTo>
                  <a:pt x="2734437" y="15291"/>
                </a:lnTo>
                <a:cubicBezTo>
                  <a:pt x="2751201" y="15863"/>
                  <a:pt x="2767965" y="15863"/>
                  <a:pt x="2784729" y="13672"/>
                </a:cubicBezTo>
                <a:cubicBezTo>
                  <a:pt x="2784729" y="23578"/>
                  <a:pt x="2784729" y="34055"/>
                  <a:pt x="2785205" y="44533"/>
                </a:cubicBezTo>
                <a:cubicBezTo>
                  <a:pt x="2785205" y="58154"/>
                  <a:pt x="2787301" y="124162"/>
                  <a:pt x="2788920" y="139878"/>
                </a:cubicBezTo>
                <a:cubicBezTo>
                  <a:pt x="2790444" y="155118"/>
                  <a:pt x="2792063" y="169787"/>
                  <a:pt x="2791016" y="184931"/>
                </a:cubicBezTo>
                <a:cubicBezTo>
                  <a:pt x="2791016" y="185503"/>
                  <a:pt x="2791016" y="187503"/>
                  <a:pt x="2791492" y="189122"/>
                </a:cubicBezTo>
                <a:lnTo>
                  <a:pt x="2793016" y="192266"/>
                </a:lnTo>
                <a:cubicBezTo>
                  <a:pt x="2791492" y="200076"/>
                  <a:pt x="2798826" y="205886"/>
                  <a:pt x="2806637" y="201695"/>
                </a:cubicBezTo>
                <a:cubicBezTo>
                  <a:pt x="2812923" y="198552"/>
                  <a:pt x="2817114" y="193885"/>
                  <a:pt x="2820257" y="190742"/>
                </a:cubicBezTo>
                <a:cubicBezTo>
                  <a:pt x="2844832" y="165596"/>
                  <a:pt x="2873121" y="144164"/>
                  <a:pt x="2896267" y="116351"/>
                </a:cubicBezTo>
                <a:lnTo>
                  <a:pt x="2901982" y="116351"/>
                </a:lnTo>
                <a:cubicBezTo>
                  <a:pt x="2903601" y="116351"/>
                  <a:pt x="2911412" y="115780"/>
                  <a:pt x="2918746" y="115304"/>
                </a:cubicBezTo>
                <a:lnTo>
                  <a:pt x="2929223" y="114732"/>
                </a:lnTo>
                <a:lnTo>
                  <a:pt x="2933891" y="114732"/>
                </a:lnTo>
                <a:cubicBezTo>
                  <a:pt x="2947035" y="115304"/>
                  <a:pt x="2956370" y="115780"/>
                  <a:pt x="2956370" y="115780"/>
                </a:cubicBezTo>
                <a:cubicBezTo>
                  <a:pt x="2949607" y="124162"/>
                  <a:pt x="2948559" y="124638"/>
                  <a:pt x="2938082" y="132068"/>
                </a:cubicBezTo>
                <a:cubicBezTo>
                  <a:pt x="2930747" y="141497"/>
                  <a:pt x="2920746" y="148832"/>
                  <a:pt x="2913507" y="158261"/>
                </a:cubicBezTo>
                <a:lnTo>
                  <a:pt x="2910840" y="159881"/>
                </a:lnTo>
                <a:lnTo>
                  <a:pt x="2907221" y="162452"/>
                </a:lnTo>
                <a:cubicBezTo>
                  <a:pt x="2895124" y="176073"/>
                  <a:pt x="2883122" y="189694"/>
                  <a:pt x="2872169" y="204362"/>
                </a:cubicBezTo>
                <a:cubicBezTo>
                  <a:pt x="2867978" y="210173"/>
                  <a:pt x="2872645" y="217507"/>
                  <a:pt x="2876836" y="222174"/>
                </a:cubicBezTo>
                <a:lnTo>
                  <a:pt x="2879408" y="224270"/>
                </a:lnTo>
                <a:cubicBezTo>
                  <a:pt x="2880455" y="225794"/>
                  <a:pt x="2881027" y="226841"/>
                  <a:pt x="2881979" y="227413"/>
                </a:cubicBezTo>
                <a:cubicBezTo>
                  <a:pt x="2882551" y="229508"/>
                  <a:pt x="2883599" y="231128"/>
                  <a:pt x="2885123" y="232652"/>
                </a:cubicBezTo>
                <a:lnTo>
                  <a:pt x="2887695" y="235795"/>
                </a:lnTo>
                <a:cubicBezTo>
                  <a:pt x="2893505" y="246272"/>
                  <a:pt x="2902363" y="255131"/>
                  <a:pt x="2909221" y="265132"/>
                </a:cubicBezTo>
                <a:cubicBezTo>
                  <a:pt x="2922841" y="287706"/>
                  <a:pt x="2938558" y="315995"/>
                  <a:pt x="2954846" y="336950"/>
                </a:cubicBezTo>
                <a:cubicBezTo>
                  <a:pt x="2957989" y="344285"/>
                  <a:pt x="2961132" y="352190"/>
                  <a:pt x="2966847" y="357905"/>
                </a:cubicBezTo>
                <a:cubicBezTo>
                  <a:pt x="2969990" y="363620"/>
                  <a:pt x="2972086" y="367907"/>
                  <a:pt x="2974753" y="371526"/>
                </a:cubicBezTo>
                <a:lnTo>
                  <a:pt x="2976848" y="374669"/>
                </a:lnTo>
                <a:lnTo>
                  <a:pt x="2970086" y="373622"/>
                </a:lnTo>
                <a:lnTo>
                  <a:pt x="2963799" y="373622"/>
                </a:lnTo>
                <a:cubicBezTo>
                  <a:pt x="2952845" y="374193"/>
                  <a:pt x="2940749" y="372574"/>
                  <a:pt x="2929699" y="372002"/>
                </a:cubicBezTo>
                <a:cubicBezTo>
                  <a:pt x="2922937" y="372002"/>
                  <a:pt x="2915603" y="370383"/>
                  <a:pt x="2909316" y="370383"/>
                </a:cubicBezTo>
                <a:cubicBezTo>
                  <a:pt x="2906745" y="370383"/>
                  <a:pt x="2903506" y="370383"/>
                  <a:pt x="2900934" y="370955"/>
                </a:cubicBezTo>
                <a:cubicBezTo>
                  <a:pt x="2899886" y="368383"/>
                  <a:pt x="2898839" y="366764"/>
                  <a:pt x="2898362" y="365240"/>
                </a:cubicBezTo>
                <a:lnTo>
                  <a:pt x="2895219" y="360001"/>
                </a:lnTo>
                <a:cubicBezTo>
                  <a:pt x="2893695" y="357334"/>
                  <a:pt x="2892647" y="355334"/>
                  <a:pt x="2892076" y="353238"/>
                </a:cubicBezTo>
                <a:cubicBezTo>
                  <a:pt x="2892076" y="350571"/>
                  <a:pt x="2891028" y="348476"/>
                  <a:pt x="2888933" y="346952"/>
                </a:cubicBezTo>
                <a:cubicBezTo>
                  <a:pt x="2886837" y="341237"/>
                  <a:pt x="2883218" y="335998"/>
                  <a:pt x="2879503" y="331235"/>
                </a:cubicBezTo>
                <a:cubicBezTo>
                  <a:pt x="2879027" y="329140"/>
                  <a:pt x="2877884" y="326568"/>
                  <a:pt x="2876360" y="324949"/>
                </a:cubicBezTo>
                <a:cubicBezTo>
                  <a:pt x="2875312" y="321806"/>
                  <a:pt x="2873693" y="318662"/>
                  <a:pt x="2871597" y="316567"/>
                </a:cubicBezTo>
                <a:cubicBezTo>
                  <a:pt x="2865882" y="306661"/>
                  <a:pt x="2857976" y="290373"/>
                  <a:pt x="2850642" y="283039"/>
                </a:cubicBezTo>
                <a:lnTo>
                  <a:pt x="2848070" y="279324"/>
                </a:lnTo>
                <a:cubicBezTo>
                  <a:pt x="2845975" y="276181"/>
                  <a:pt x="2843403" y="272561"/>
                  <a:pt x="2840736" y="269418"/>
                </a:cubicBezTo>
                <a:cubicBezTo>
                  <a:pt x="2831306" y="258941"/>
                  <a:pt x="2826639" y="255226"/>
                  <a:pt x="2815114" y="262655"/>
                </a:cubicBezTo>
                <a:cubicBezTo>
                  <a:pt x="2809875" y="266275"/>
                  <a:pt x="2805113" y="270466"/>
                  <a:pt x="2797778" y="275228"/>
                </a:cubicBezTo>
                <a:cubicBezTo>
                  <a:pt x="2793587" y="276276"/>
                  <a:pt x="2790444" y="280467"/>
                  <a:pt x="2791016" y="285134"/>
                </a:cubicBezTo>
                <a:cubicBezTo>
                  <a:pt x="2792540" y="306089"/>
                  <a:pt x="2792540" y="325997"/>
                  <a:pt x="2791016" y="346380"/>
                </a:cubicBezTo>
                <a:cubicBezTo>
                  <a:pt x="2791016" y="346952"/>
                  <a:pt x="2791016" y="348476"/>
                  <a:pt x="2790444" y="350095"/>
                </a:cubicBezTo>
                <a:lnTo>
                  <a:pt x="2790444" y="353238"/>
                </a:lnTo>
                <a:cubicBezTo>
                  <a:pt x="2789396" y="359525"/>
                  <a:pt x="2789396" y="364192"/>
                  <a:pt x="2789968" y="367907"/>
                </a:cubicBezTo>
                <a:lnTo>
                  <a:pt x="2760059" y="367907"/>
                </a:lnTo>
                <a:close/>
                <a:moveTo>
                  <a:pt x="2722436" y="370955"/>
                </a:moveTo>
                <a:cubicBezTo>
                  <a:pt x="2722912" y="375146"/>
                  <a:pt x="2723483" y="380956"/>
                  <a:pt x="2729770" y="378289"/>
                </a:cubicBezTo>
                <a:cubicBezTo>
                  <a:pt x="2730341" y="377717"/>
                  <a:pt x="2789491" y="377717"/>
                  <a:pt x="2791111" y="377717"/>
                </a:cubicBezTo>
                <a:cubicBezTo>
                  <a:pt x="2794730" y="377717"/>
                  <a:pt x="2801017" y="377717"/>
                  <a:pt x="2800541" y="372002"/>
                </a:cubicBezTo>
                <a:cubicBezTo>
                  <a:pt x="2800064" y="367335"/>
                  <a:pt x="2799493" y="362573"/>
                  <a:pt x="2800541" y="354191"/>
                </a:cubicBezTo>
                <a:lnTo>
                  <a:pt x="2800541" y="351524"/>
                </a:lnTo>
                <a:cubicBezTo>
                  <a:pt x="2801017" y="349904"/>
                  <a:pt x="2801017" y="347333"/>
                  <a:pt x="2801017" y="345237"/>
                </a:cubicBezTo>
                <a:cubicBezTo>
                  <a:pt x="2802636" y="325901"/>
                  <a:pt x="2802636" y="305994"/>
                  <a:pt x="2802636" y="283991"/>
                </a:cubicBezTo>
                <a:lnTo>
                  <a:pt x="2805779" y="282372"/>
                </a:lnTo>
                <a:cubicBezTo>
                  <a:pt x="2811018" y="279229"/>
                  <a:pt x="2815781" y="274562"/>
                  <a:pt x="2821020" y="270847"/>
                </a:cubicBezTo>
                <a:lnTo>
                  <a:pt x="2824734" y="268180"/>
                </a:lnTo>
                <a:cubicBezTo>
                  <a:pt x="2831497" y="272371"/>
                  <a:pt x="2835688" y="279134"/>
                  <a:pt x="2840450" y="284944"/>
                </a:cubicBezTo>
                <a:lnTo>
                  <a:pt x="2843594" y="289706"/>
                </a:lnTo>
                <a:cubicBezTo>
                  <a:pt x="2849880" y="295421"/>
                  <a:pt x="2858738" y="313233"/>
                  <a:pt x="2864549" y="323234"/>
                </a:cubicBezTo>
                <a:cubicBezTo>
                  <a:pt x="2866168" y="324854"/>
                  <a:pt x="2867120" y="326949"/>
                  <a:pt x="2868740" y="331045"/>
                </a:cubicBezTo>
                <a:cubicBezTo>
                  <a:pt x="2869054" y="331426"/>
                  <a:pt x="2869406" y="332315"/>
                  <a:pt x="2869787" y="333712"/>
                </a:cubicBezTo>
                <a:lnTo>
                  <a:pt x="2870835" y="336379"/>
                </a:lnTo>
                <a:cubicBezTo>
                  <a:pt x="2875503" y="342189"/>
                  <a:pt x="2878741" y="347904"/>
                  <a:pt x="2882360" y="354191"/>
                </a:cubicBezTo>
                <a:cubicBezTo>
                  <a:pt x="2882932" y="358382"/>
                  <a:pt x="2884932" y="362001"/>
                  <a:pt x="2887028" y="365144"/>
                </a:cubicBezTo>
                <a:lnTo>
                  <a:pt x="2889695" y="370383"/>
                </a:lnTo>
                <a:cubicBezTo>
                  <a:pt x="2893314" y="376098"/>
                  <a:pt x="2891219" y="380384"/>
                  <a:pt x="2900172" y="380861"/>
                </a:cubicBezTo>
                <a:cubicBezTo>
                  <a:pt x="2902839" y="380861"/>
                  <a:pt x="2906459" y="380289"/>
                  <a:pt x="2909602" y="380289"/>
                </a:cubicBezTo>
                <a:cubicBezTo>
                  <a:pt x="2915888" y="380289"/>
                  <a:pt x="2922746" y="381813"/>
                  <a:pt x="2929509" y="381813"/>
                </a:cubicBezTo>
                <a:cubicBezTo>
                  <a:pt x="2941034" y="382385"/>
                  <a:pt x="2953607" y="383909"/>
                  <a:pt x="2966180" y="383909"/>
                </a:cubicBezTo>
                <a:lnTo>
                  <a:pt x="2969800" y="383337"/>
                </a:lnTo>
                <a:cubicBezTo>
                  <a:pt x="2970371" y="383337"/>
                  <a:pt x="2980278" y="386004"/>
                  <a:pt x="2984468" y="383337"/>
                </a:cubicBezTo>
                <a:cubicBezTo>
                  <a:pt x="2988659" y="381718"/>
                  <a:pt x="2994946" y="379146"/>
                  <a:pt x="2989707" y="373907"/>
                </a:cubicBezTo>
                <a:cubicBezTo>
                  <a:pt x="2983992" y="368192"/>
                  <a:pt x="2979230" y="359239"/>
                  <a:pt x="2974562" y="350857"/>
                </a:cubicBezTo>
                <a:cubicBezTo>
                  <a:pt x="2969800" y="346094"/>
                  <a:pt x="2966657" y="338284"/>
                  <a:pt x="2963513" y="330950"/>
                </a:cubicBezTo>
                <a:cubicBezTo>
                  <a:pt x="2947797" y="311614"/>
                  <a:pt x="2931033" y="280181"/>
                  <a:pt x="2917984" y="259703"/>
                </a:cubicBezTo>
                <a:cubicBezTo>
                  <a:pt x="2911697" y="249797"/>
                  <a:pt x="2902744" y="240843"/>
                  <a:pt x="2897029" y="230366"/>
                </a:cubicBezTo>
                <a:lnTo>
                  <a:pt x="2894933" y="227222"/>
                </a:lnTo>
                <a:lnTo>
                  <a:pt x="2892362" y="225127"/>
                </a:lnTo>
                <a:cubicBezTo>
                  <a:pt x="2892362" y="225127"/>
                  <a:pt x="2892362" y="224555"/>
                  <a:pt x="2887123" y="217221"/>
                </a:cubicBezTo>
                <a:lnTo>
                  <a:pt x="2884551" y="214554"/>
                </a:lnTo>
                <a:cubicBezTo>
                  <a:pt x="2883027" y="212935"/>
                  <a:pt x="2881979" y="211411"/>
                  <a:pt x="2880932" y="209315"/>
                </a:cubicBezTo>
                <a:cubicBezTo>
                  <a:pt x="2891409" y="195123"/>
                  <a:pt x="2902934" y="182550"/>
                  <a:pt x="2914460" y="169501"/>
                </a:cubicBezTo>
                <a:cubicBezTo>
                  <a:pt x="2914460" y="169501"/>
                  <a:pt x="2916555" y="168453"/>
                  <a:pt x="2918174" y="166834"/>
                </a:cubicBezTo>
                <a:lnTo>
                  <a:pt x="2921318" y="164738"/>
                </a:lnTo>
                <a:cubicBezTo>
                  <a:pt x="2928652" y="155309"/>
                  <a:pt x="2938653" y="147974"/>
                  <a:pt x="2945892" y="138545"/>
                </a:cubicBezTo>
                <a:cubicBezTo>
                  <a:pt x="2956370" y="131210"/>
                  <a:pt x="2964275" y="122828"/>
                  <a:pt x="2971610" y="113970"/>
                </a:cubicBezTo>
                <a:lnTo>
                  <a:pt x="2971610" y="107207"/>
                </a:lnTo>
                <a:cubicBezTo>
                  <a:pt x="2973229" y="107207"/>
                  <a:pt x="2966371" y="106636"/>
                  <a:pt x="2966942" y="106160"/>
                </a:cubicBezTo>
                <a:cubicBezTo>
                  <a:pt x="2964847" y="105588"/>
                  <a:pt x="2962275" y="105588"/>
                  <a:pt x="2960180" y="106160"/>
                </a:cubicBezTo>
                <a:cubicBezTo>
                  <a:pt x="2951321" y="105588"/>
                  <a:pt x="2942368" y="104064"/>
                  <a:pt x="2933510" y="104064"/>
                </a:cubicBezTo>
                <a:lnTo>
                  <a:pt x="2929319" y="104064"/>
                </a:lnTo>
                <a:lnTo>
                  <a:pt x="2918841" y="105112"/>
                </a:lnTo>
                <a:cubicBezTo>
                  <a:pt x="2911507" y="105683"/>
                  <a:pt x="2904173" y="106160"/>
                  <a:pt x="2902553" y="106160"/>
                </a:cubicBezTo>
                <a:cubicBezTo>
                  <a:pt x="2896838" y="106160"/>
                  <a:pt x="2889980" y="103493"/>
                  <a:pt x="2887885" y="111398"/>
                </a:cubicBezTo>
                <a:cubicBezTo>
                  <a:pt x="2865311" y="137592"/>
                  <a:pt x="2837593" y="158547"/>
                  <a:pt x="2813971" y="183217"/>
                </a:cubicBezTo>
                <a:cubicBezTo>
                  <a:pt x="2810828" y="186360"/>
                  <a:pt x="2807684" y="189503"/>
                  <a:pt x="2803493" y="190551"/>
                </a:cubicBezTo>
                <a:lnTo>
                  <a:pt x="2801398" y="185884"/>
                </a:lnTo>
                <a:cubicBezTo>
                  <a:pt x="2802446" y="170168"/>
                  <a:pt x="2800922" y="154451"/>
                  <a:pt x="2799303" y="138735"/>
                </a:cubicBezTo>
                <a:cubicBezTo>
                  <a:pt x="2797683" y="123019"/>
                  <a:pt x="2795588" y="58058"/>
                  <a:pt x="2795588" y="44438"/>
                </a:cubicBezTo>
                <a:cubicBezTo>
                  <a:pt x="2795111" y="31865"/>
                  <a:pt x="2795111" y="19292"/>
                  <a:pt x="2795111" y="7766"/>
                </a:cubicBezTo>
                <a:cubicBezTo>
                  <a:pt x="2795111" y="4623"/>
                  <a:pt x="2792540" y="2528"/>
                  <a:pt x="2789396" y="3004"/>
                </a:cubicBezTo>
                <a:cubicBezTo>
                  <a:pt x="2768441" y="6147"/>
                  <a:pt x="2747963" y="4052"/>
                  <a:pt x="2727579" y="5099"/>
                </a:cubicBezTo>
                <a:cubicBezTo>
                  <a:pt x="2720245" y="6147"/>
                  <a:pt x="2720245" y="7766"/>
                  <a:pt x="2719769" y="14529"/>
                </a:cubicBezTo>
                <a:lnTo>
                  <a:pt x="2719769" y="22340"/>
                </a:lnTo>
                <a:cubicBezTo>
                  <a:pt x="2719197" y="27102"/>
                  <a:pt x="2718149" y="89967"/>
                  <a:pt x="2718721" y="109779"/>
                </a:cubicBezTo>
                <a:cubicBezTo>
                  <a:pt x="2720340" y="192551"/>
                  <a:pt x="2726055" y="275895"/>
                  <a:pt x="2723388" y="358572"/>
                </a:cubicBezTo>
                <a:lnTo>
                  <a:pt x="2723388" y="367526"/>
                </a:lnTo>
                <a:lnTo>
                  <a:pt x="2722912" y="370669"/>
                </a:lnTo>
                <a:close/>
                <a:moveTo>
                  <a:pt x="2588895" y="374098"/>
                </a:moveTo>
                <a:cubicBezTo>
                  <a:pt x="2592038" y="347333"/>
                  <a:pt x="2590514" y="330569"/>
                  <a:pt x="2590514" y="305994"/>
                </a:cubicBezTo>
                <a:lnTo>
                  <a:pt x="2590991" y="268275"/>
                </a:lnTo>
                <a:cubicBezTo>
                  <a:pt x="2591562" y="249416"/>
                  <a:pt x="2591562" y="228461"/>
                  <a:pt x="2590991" y="225317"/>
                </a:cubicBezTo>
                <a:cubicBezTo>
                  <a:pt x="2590514" y="219507"/>
                  <a:pt x="2588895" y="212744"/>
                  <a:pt x="2588895" y="205410"/>
                </a:cubicBezTo>
                <a:lnTo>
                  <a:pt x="2587371" y="197028"/>
                </a:lnTo>
                <a:cubicBezTo>
                  <a:pt x="2582704" y="170263"/>
                  <a:pt x="2570036" y="149308"/>
                  <a:pt x="2538127" y="151975"/>
                </a:cubicBezTo>
                <a:cubicBezTo>
                  <a:pt x="2520791" y="153023"/>
                  <a:pt x="2504123" y="157214"/>
                  <a:pt x="2494121" y="169787"/>
                </a:cubicBezTo>
                <a:cubicBezTo>
                  <a:pt x="2486216" y="178645"/>
                  <a:pt x="2480501" y="188646"/>
                  <a:pt x="2477357" y="202743"/>
                </a:cubicBezTo>
                <a:lnTo>
                  <a:pt x="2476310" y="207982"/>
                </a:lnTo>
                <a:cubicBezTo>
                  <a:pt x="2474690" y="213221"/>
                  <a:pt x="2472595" y="218936"/>
                  <a:pt x="2471642" y="225794"/>
                </a:cubicBezTo>
                <a:cubicBezTo>
                  <a:pt x="2467928" y="245225"/>
                  <a:pt x="2474214" y="278181"/>
                  <a:pt x="2473166" y="298660"/>
                </a:cubicBezTo>
                <a:cubicBezTo>
                  <a:pt x="2472119" y="315995"/>
                  <a:pt x="2473738" y="333236"/>
                  <a:pt x="2472690" y="353143"/>
                </a:cubicBezTo>
                <a:cubicBezTo>
                  <a:pt x="2472214" y="359429"/>
                  <a:pt x="2471642" y="365716"/>
                  <a:pt x="2472214" y="372002"/>
                </a:cubicBezTo>
                <a:cubicBezTo>
                  <a:pt x="2464880" y="373050"/>
                  <a:pt x="2456974" y="373622"/>
                  <a:pt x="2448592" y="373622"/>
                </a:cubicBezTo>
                <a:cubicBezTo>
                  <a:pt x="2439734" y="373050"/>
                  <a:pt x="2430304" y="372574"/>
                  <a:pt x="2421350" y="372574"/>
                </a:cubicBezTo>
                <a:cubicBezTo>
                  <a:pt x="2419255" y="372574"/>
                  <a:pt x="2416588" y="373145"/>
                  <a:pt x="2414016" y="373145"/>
                </a:cubicBezTo>
                <a:cubicBezTo>
                  <a:pt x="2413445" y="340665"/>
                  <a:pt x="2411921" y="151022"/>
                  <a:pt x="2412968" y="140545"/>
                </a:cubicBezTo>
                <a:cubicBezTo>
                  <a:pt x="2413445" y="131687"/>
                  <a:pt x="2415064" y="122733"/>
                  <a:pt x="2416588" y="114351"/>
                </a:cubicBezTo>
                <a:lnTo>
                  <a:pt x="2424494" y="113780"/>
                </a:lnTo>
                <a:lnTo>
                  <a:pt x="2436495" y="113208"/>
                </a:lnTo>
                <a:cubicBezTo>
                  <a:pt x="2444306" y="113208"/>
                  <a:pt x="2451735" y="113780"/>
                  <a:pt x="2459546" y="113780"/>
                </a:cubicBezTo>
                <a:lnTo>
                  <a:pt x="2470499" y="113780"/>
                </a:lnTo>
                <a:lnTo>
                  <a:pt x="2470499" y="117494"/>
                </a:lnTo>
                <a:cubicBezTo>
                  <a:pt x="2470499" y="123209"/>
                  <a:pt x="2470023" y="130067"/>
                  <a:pt x="2472595" y="135306"/>
                </a:cubicBezTo>
                <a:cubicBezTo>
                  <a:pt x="2480501" y="151594"/>
                  <a:pt x="2499836" y="125400"/>
                  <a:pt x="2506123" y="122733"/>
                </a:cubicBezTo>
                <a:cubicBezTo>
                  <a:pt x="2517172" y="114923"/>
                  <a:pt x="2529745" y="108065"/>
                  <a:pt x="2543366" y="104921"/>
                </a:cubicBezTo>
                <a:cubicBezTo>
                  <a:pt x="2552224" y="103302"/>
                  <a:pt x="2562225" y="105493"/>
                  <a:pt x="2571083" y="105969"/>
                </a:cubicBezTo>
                <a:cubicBezTo>
                  <a:pt x="2581085" y="106541"/>
                  <a:pt x="2589943" y="110160"/>
                  <a:pt x="2599373" y="112256"/>
                </a:cubicBezTo>
                <a:cubicBezTo>
                  <a:pt x="2605183" y="113875"/>
                  <a:pt x="2607278" y="114923"/>
                  <a:pt x="2611470" y="118066"/>
                </a:cubicBezTo>
                <a:cubicBezTo>
                  <a:pt x="2625090" y="127496"/>
                  <a:pt x="2637091" y="140545"/>
                  <a:pt x="2642902" y="157309"/>
                </a:cubicBezTo>
                <a:cubicBezTo>
                  <a:pt x="2646616" y="175597"/>
                  <a:pt x="2652903" y="211316"/>
                  <a:pt x="2652332" y="238557"/>
                </a:cubicBezTo>
                <a:cubicBezTo>
                  <a:pt x="2651855" y="249511"/>
                  <a:pt x="2652903" y="260560"/>
                  <a:pt x="2652332" y="271037"/>
                </a:cubicBezTo>
                <a:cubicBezTo>
                  <a:pt x="2651855" y="277800"/>
                  <a:pt x="2653951" y="286277"/>
                  <a:pt x="2652332" y="294564"/>
                </a:cubicBezTo>
                <a:cubicBezTo>
                  <a:pt x="2652903" y="300374"/>
                  <a:pt x="2652903" y="355334"/>
                  <a:pt x="2648712" y="377813"/>
                </a:cubicBezTo>
                <a:cubicBezTo>
                  <a:pt x="2644521" y="377813"/>
                  <a:pt x="2640330" y="377813"/>
                  <a:pt x="2636139" y="378384"/>
                </a:cubicBezTo>
                <a:lnTo>
                  <a:pt x="2632996" y="378956"/>
                </a:lnTo>
                <a:lnTo>
                  <a:pt x="2630900" y="378956"/>
                </a:lnTo>
                <a:lnTo>
                  <a:pt x="2627186" y="378384"/>
                </a:lnTo>
                <a:cubicBezTo>
                  <a:pt x="2617756" y="376765"/>
                  <a:pt x="2609850" y="376289"/>
                  <a:pt x="2601468" y="376289"/>
                </a:cubicBezTo>
                <a:cubicBezTo>
                  <a:pt x="2597753" y="375717"/>
                  <a:pt x="2594134" y="376289"/>
                  <a:pt x="2589466" y="375717"/>
                </a:cubicBezTo>
                <a:lnTo>
                  <a:pt x="2588895" y="374193"/>
                </a:lnTo>
                <a:close/>
                <a:moveTo>
                  <a:pt x="2481548" y="129972"/>
                </a:moveTo>
                <a:cubicBezTo>
                  <a:pt x="2478405" y="121114"/>
                  <a:pt x="2486216" y="104350"/>
                  <a:pt x="2471642" y="103778"/>
                </a:cubicBezTo>
                <a:lnTo>
                  <a:pt x="2459546" y="103778"/>
                </a:lnTo>
                <a:cubicBezTo>
                  <a:pt x="2451735" y="103778"/>
                  <a:pt x="2444306" y="103207"/>
                  <a:pt x="2436495" y="103207"/>
                </a:cubicBezTo>
                <a:lnTo>
                  <a:pt x="2423922" y="103778"/>
                </a:lnTo>
                <a:cubicBezTo>
                  <a:pt x="2419731" y="104350"/>
                  <a:pt x="2408206" y="102731"/>
                  <a:pt x="2407158" y="108446"/>
                </a:cubicBezTo>
                <a:cubicBezTo>
                  <a:pt x="2405539" y="118447"/>
                  <a:pt x="2404015" y="128924"/>
                  <a:pt x="2402967" y="139402"/>
                </a:cubicBezTo>
                <a:cubicBezTo>
                  <a:pt x="2401919" y="150927"/>
                  <a:pt x="2404015" y="377717"/>
                  <a:pt x="2404015" y="377717"/>
                </a:cubicBezTo>
                <a:cubicBezTo>
                  <a:pt x="2404015" y="381908"/>
                  <a:pt x="2409254" y="382956"/>
                  <a:pt x="2412397" y="382956"/>
                </a:cubicBezTo>
                <a:cubicBezTo>
                  <a:pt x="2415540" y="382956"/>
                  <a:pt x="2418683" y="382385"/>
                  <a:pt x="2421255" y="382385"/>
                </a:cubicBezTo>
                <a:cubicBezTo>
                  <a:pt x="2430113" y="382385"/>
                  <a:pt x="2439543" y="382956"/>
                  <a:pt x="2448497" y="383432"/>
                </a:cubicBezTo>
                <a:cubicBezTo>
                  <a:pt x="2458974" y="383432"/>
                  <a:pt x="2469452" y="382385"/>
                  <a:pt x="2478405" y="381337"/>
                </a:cubicBezTo>
                <a:cubicBezTo>
                  <a:pt x="2481548" y="381337"/>
                  <a:pt x="2483644" y="378194"/>
                  <a:pt x="2482596" y="375050"/>
                </a:cubicBezTo>
                <a:cubicBezTo>
                  <a:pt x="2480977" y="369812"/>
                  <a:pt x="2482024" y="359334"/>
                  <a:pt x="2482596" y="353619"/>
                </a:cubicBezTo>
                <a:cubicBezTo>
                  <a:pt x="2483644" y="333712"/>
                  <a:pt x="2482024" y="316376"/>
                  <a:pt x="2483072" y="299136"/>
                </a:cubicBezTo>
                <a:cubicBezTo>
                  <a:pt x="2484120" y="280753"/>
                  <a:pt x="2477834" y="243034"/>
                  <a:pt x="2481453" y="227889"/>
                </a:cubicBezTo>
                <a:cubicBezTo>
                  <a:pt x="2482501" y="221126"/>
                  <a:pt x="2484596" y="215316"/>
                  <a:pt x="2486120" y="210077"/>
                </a:cubicBezTo>
                <a:lnTo>
                  <a:pt x="2487168" y="204267"/>
                </a:lnTo>
                <a:cubicBezTo>
                  <a:pt x="2489740" y="192742"/>
                  <a:pt x="2494979" y="183884"/>
                  <a:pt x="2501837" y="175978"/>
                </a:cubicBezTo>
                <a:cubicBezTo>
                  <a:pt x="2508599" y="167120"/>
                  <a:pt x="2522220" y="162833"/>
                  <a:pt x="2538984" y="161786"/>
                </a:cubicBezTo>
                <a:cubicBezTo>
                  <a:pt x="2569369" y="159690"/>
                  <a:pt x="2575084" y="182741"/>
                  <a:pt x="2578799" y="206363"/>
                </a:cubicBezTo>
                <a:cubicBezTo>
                  <a:pt x="2578799" y="213125"/>
                  <a:pt x="2579846" y="219983"/>
                  <a:pt x="2580894" y="226746"/>
                </a:cubicBezTo>
                <a:cubicBezTo>
                  <a:pt x="2581942" y="231509"/>
                  <a:pt x="2580418" y="305327"/>
                  <a:pt x="2580418" y="305899"/>
                </a:cubicBezTo>
                <a:cubicBezTo>
                  <a:pt x="2580418" y="330473"/>
                  <a:pt x="2581942" y="347333"/>
                  <a:pt x="2578799" y="374003"/>
                </a:cubicBezTo>
                <a:lnTo>
                  <a:pt x="2579275" y="376574"/>
                </a:lnTo>
                <a:lnTo>
                  <a:pt x="2578799" y="379241"/>
                </a:lnTo>
                <a:cubicBezTo>
                  <a:pt x="2577179" y="388195"/>
                  <a:pt x="2596610" y="385528"/>
                  <a:pt x="2601278" y="386099"/>
                </a:cubicBezTo>
                <a:cubicBezTo>
                  <a:pt x="2608612" y="386099"/>
                  <a:pt x="2616518" y="386671"/>
                  <a:pt x="2625376" y="388195"/>
                </a:cubicBezTo>
                <a:lnTo>
                  <a:pt x="2630043" y="388671"/>
                </a:lnTo>
                <a:lnTo>
                  <a:pt x="2634234" y="388671"/>
                </a:lnTo>
                <a:lnTo>
                  <a:pt x="2637378" y="388195"/>
                </a:lnTo>
                <a:cubicBezTo>
                  <a:pt x="2640997" y="387623"/>
                  <a:pt x="2644712" y="387623"/>
                  <a:pt x="2647855" y="388195"/>
                </a:cubicBezTo>
                <a:cubicBezTo>
                  <a:pt x="2651474" y="388195"/>
                  <a:pt x="2658332" y="389719"/>
                  <a:pt x="2659380" y="384004"/>
                </a:cubicBezTo>
                <a:cubicBezTo>
                  <a:pt x="2662523" y="364668"/>
                  <a:pt x="2662523" y="303803"/>
                  <a:pt x="2661952" y="294469"/>
                </a:cubicBezTo>
                <a:cubicBezTo>
                  <a:pt x="2663571" y="287135"/>
                  <a:pt x="2661476" y="278753"/>
                  <a:pt x="2661952" y="271418"/>
                </a:cubicBezTo>
                <a:cubicBezTo>
                  <a:pt x="2662428" y="260941"/>
                  <a:pt x="2661476" y="249987"/>
                  <a:pt x="2661952" y="238938"/>
                </a:cubicBezTo>
                <a:cubicBezTo>
                  <a:pt x="2662999" y="210173"/>
                  <a:pt x="2656237" y="173501"/>
                  <a:pt x="2652522" y="154070"/>
                </a:cubicBezTo>
                <a:cubicBezTo>
                  <a:pt x="2645759" y="134639"/>
                  <a:pt x="2632043" y="120066"/>
                  <a:pt x="2616899" y="109493"/>
                </a:cubicBezTo>
                <a:cubicBezTo>
                  <a:pt x="2611660" y="106350"/>
                  <a:pt x="2608516" y="104255"/>
                  <a:pt x="2601182" y="102731"/>
                </a:cubicBezTo>
                <a:cubicBezTo>
                  <a:pt x="2591276" y="100064"/>
                  <a:pt x="2581751" y="96444"/>
                  <a:pt x="2571274" y="95873"/>
                </a:cubicBezTo>
                <a:cubicBezTo>
                  <a:pt x="2561368" y="95301"/>
                  <a:pt x="2551366" y="93301"/>
                  <a:pt x="2540889" y="95301"/>
                </a:cubicBezTo>
                <a:cubicBezTo>
                  <a:pt x="2525649" y="98444"/>
                  <a:pt x="2512028" y="105779"/>
                  <a:pt x="2500503" y="114161"/>
                </a:cubicBezTo>
                <a:cubicBezTo>
                  <a:pt x="2492597" y="117875"/>
                  <a:pt x="2488502" y="126162"/>
                  <a:pt x="2481072" y="129877"/>
                </a:cubicBezTo>
                <a:moveTo>
                  <a:pt x="2181987" y="270752"/>
                </a:moveTo>
                <a:cubicBezTo>
                  <a:pt x="2180368" y="271323"/>
                  <a:pt x="2178272" y="271799"/>
                  <a:pt x="2176748" y="272847"/>
                </a:cubicBezTo>
                <a:cubicBezTo>
                  <a:pt x="2174653" y="273895"/>
                  <a:pt x="2173605" y="274943"/>
                  <a:pt x="2170462" y="277038"/>
                </a:cubicBezTo>
                <a:lnTo>
                  <a:pt x="2165795" y="279705"/>
                </a:lnTo>
                <a:cubicBezTo>
                  <a:pt x="2153793" y="290659"/>
                  <a:pt x="2153793" y="309614"/>
                  <a:pt x="2159508" y="324282"/>
                </a:cubicBezTo>
                <a:lnTo>
                  <a:pt x="2161604" y="326949"/>
                </a:lnTo>
                <a:cubicBezTo>
                  <a:pt x="2174177" y="343713"/>
                  <a:pt x="2191988" y="347333"/>
                  <a:pt x="2208752" y="348952"/>
                </a:cubicBezTo>
                <a:cubicBezTo>
                  <a:pt x="2217611" y="350000"/>
                  <a:pt x="2230279" y="342665"/>
                  <a:pt x="2238089" y="338474"/>
                </a:cubicBezTo>
                <a:cubicBezTo>
                  <a:pt x="2242757" y="335807"/>
                  <a:pt x="2247519" y="334283"/>
                  <a:pt x="2251234" y="330569"/>
                </a:cubicBezTo>
                <a:cubicBezTo>
                  <a:pt x="2261711" y="321139"/>
                  <a:pt x="2265426" y="304946"/>
                  <a:pt x="2267998" y="291802"/>
                </a:cubicBezTo>
                <a:cubicBezTo>
                  <a:pt x="2271141" y="281324"/>
                  <a:pt x="2269522" y="269799"/>
                  <a:pt x="2268474" y="259322"/>
                </a:cubicBezTo>
                <a:cubicBezTo>
                  <a:pt x="2267998" y="255607"/>
                  <a:pt x="2266379" y="249416"/>
                  <a:pt x="2261711" y="249416"/>
                </a:cubicBezTo>
                <a:lnTo>
                  <a:pt x="2259044" y="249987"/>
                </a:lnTo>
                <a:lnTo>
                  <a:pt x="2255425" y="250559"/>
                </a:lnTo>
                <a:lnTo>
                  <a:pt x="2243423" y="253130"/>
                </a:lnTo>
                <a:cubicBezTo>
                  <a:pt x="2234565" y="255226"/>
                  <a:pt x="2224564" y="257321"/>
                  <a:pt x="2220849" y="258369"/>
                </a:cubicBezTo>
                <a:lnTo>
                  <a:pt x="2206657" y="262084"/>
                </a:lnTo>
                <a:lnTo>
                  <a:pt x="2196751" y="265227"/>
                </a:lnTo>
                <a:lnTo>
                  <a:pt x="2193131" y="266275"/>
                </a:lnTo>
                <a:cubicBezTo>
                  <a:pt x="2190464" y="267323"/>
                  <a:pt x="2188940" y="268942"/>
                  <a:pt x="2186369" y="269990"/>
                </a:cubicBezTo>
                <a:lnTo>
                  <a:pt x="2182178" y="271037"/>
                </a:lnTo>
                <a:close/>
                <a:moveTo>
                  <a:pt x="2258473" y="260274"/>
                </a:moveTo>
                <a:cubicBezTo>
                  <a:pt x="2259521" y="269704"/>
                  <a:pt x="2261045" y="279610"/>
                  <a:pt x="2258473" y="289611"/>
                </a:cubicBezTo>
                <a:cubicBezTo>
                  <a:pt x="2255806" y="300089"/>
                  <a:pt x="2252758" y="315233"/>
                  <a:pt x="2244281" y="323139"/>
                </a:cubicBezTo>
                <a:cubicBezTo>
                  <a:pt x="2241137" y="326282"/>
                  <a:pt x="2236946" y="327330"/>
                  <a:pt x="2233327" y="329426"/>
                </a:cubicBezTo>
                <a:cubicBezTo>
                  <a:pt x="2227040" y="332569"/>
                  <a:pt x="2221325" y="336284"/>
                  <a:pt x="2214467" y="338379"/>
                </a:cubicBezTo>
                <a:cubicBezTo>
                  <a:pt x="2200275" y="342570"/>
                  <a:pt x="2177796" y="332093"/>
                  <a:pt x="2167795" y="318472"/>
                </a:cubicBezTo>
                <a:cubicBezTo>
                  <a:pt x="2163604" y="307518"/>
                  <a:pt x="2165699" y="293326"/>
                  <a:pt x="2173034" y="287039"/>
                </a:cubicBezTo>
                <a:lnTo>
                  <a:pt x="2175605" y="285420"/>
                </a:lnTo>
                <a:lnTo>
                  <a:pt x="2178749" y="283801"/>
                </a:lnTo>
                <a:lnTo>
                  <a:pt x="2180844" y="281705"/>
                </a:lnTo>
                <a:cubicBezTo>
                  <a:pt x="2181892" y="281134"/>
                  <a:pt x="2183416" y="280658"/>
                  <a:pt x="2184464" y="280086"/>
                </a:cubicBezTo>
                <a:lnTo>
                  <a:pt x="2188655" y="279038"/>
                </a:lnTo>
                <a:cubicBezTo>
                  <a:pt x="2191226" y="277991"/>
                  <a:pt x="2194370" y="277419"/>
                  <a:pt x="2196465" y="275419"/>
                </a:cubicBezTo>
                <a:lnTo>
                  <a:pt x="2199608" y="274371"/>
                </a:lnTo>
                <a:lnTo>
                  <a:pt x="2209038" y="271704"/>
                </a:lnTo>
                <a:lnTo>
                  <a:pt x="2223230" y="267513"/>
                </a:lnTo>
                <a:cubicBezTo>
                  <a:pt x="2226850" y="266465"/>
                  <a:pt x="2236851" y="264370"/>
                  <a:pt x="2245233" y="262846"/>
                </a:cubicBezTo>
                <a:lnTo>
                  <a:pt x="2258378" y="260179"/>
                </a:lnTo>
                <a:close/>
                <a:moveTo>
                  <a:pt x="2101787" y="185408"/>
                </a:moveTo>
                <a:cubicBezTo>
                  <a:pt x="2103406" y="180169"/>
                  <a:pt x="2104930" y="174930"/>
                  <a:pt x="2105978" y="169120"/>
                </a:cubicBezTo>
                <a:cubicBezTo>
                  <a:pt x="2116455" y="152356"/>
                  <a:pt x="2129028" y="137687"/>
                  <a:pt x="2144744" y="127210"/>
                </a:cubicBezTo>
                <a:cubicBezTo>
                  <a:pt x="2146840" y="124543"/>
                  <a:pt x="2148935" y="123495"/>
                  <a:pt x="2151507" y="121400"/>
                </a:cubicBezTo>
                <a:lnTo>
                  <a:pt x="2156746" y="118828"/>
                </a:lnTo>
                <a:cubicBezTo>
                  <a:pt x="2158270" y="118256"/>
                  <a:pt x="2159889" y="117209"/>
                  <a:pt x="2161413" y="116161"/>
                </a:cubicBezTo>
                <a:cubicBezTo>
                  <a:pt x="2168747" y="114065"/>
                  <a:pt x="2176082" y="110922"/>
                  <a:pt x="2183416" y="109303"/>
                </a:cubicBezTo>
                <a:lnTo>
                  <a:pt x="2201228" y="106731"/>
                </a:lnTo>
                <a:lnTo>
                  <a:pt x="2203799" y="105683"/>
                </a:lnTo>
                <a:lnTo>
                  <a:pt x="2206371" y="104636"/>
                </a:lnTo>
                <a:cubicBezTo>
                  <a:pt x="2214753" y="103588"/>
                  <a:pt x="2224183" y="103588"/>
                  <a:pt x="2232089" y="103588"/>
                </a:cubicBezTo>
                <a:cubicBezTo>
                  <a:pt x="2237804" y="103588"/>
                  <a:pt x="2243042" y="104636"/>
                  <a:pt x="2247805" y="105207"/>
                </a:cubicBezTo>
                <a:cubicBezTo>
                  <a:pt x="2257711" y="105779"/>
                  <a:pt x="2268284" y="105207"/>
                  <a:pt x="2278190" y="108350"/>
                </a:cubicBezTo>
                <a:cubicBezTo>
                  <a:pt x="2291810" y="112065"/>
                  <a:pt x="2303336" y="121971"/>
                  <a:pt x="2314289" y="131401"/>
                </a:cubicBezTo>
                <a:cubicBezTo>
                  <a:pt x="2318004" y="136068"/>
                  <a:pt x="2322671" y="141307"/>
                  <a:pt x="2324195" y="148165"/>
                </a:cubicBezTo>
                <a:cubicBezTo>
                  <a:pt x="2328386" y="163405"/>
                  <a:pt x="2327910" y="180169"/>
                  <a:pt x="2328386" y="195885"/>
                </a:cubicBezTo>
                <a:cubicBezTo>
                  <a:pt x="2328386" y="201600"/>
                  <a:pt x="2327910" y="207410"/>
                  <a:pt x="2327339" y="213125"/>
                </a:cubicBezTo>
                <a:cubicBezTo>
                  <a:pt x="2327339" y="218936"/>
                  <a:pt x="2328386" y="280181"/>
                  <a:pt x="2327910" y="294850"/>
                </a:cubicBezTo>
                <a:cubicBezTo>
                  <a:pt x="2327910" y="296945"/>
                  <a:pt x="2328958" y="322091"/>
                  <a:pt x="2331053" y="333617"/>
                </a:cubicBezTo>
                <a:cubicBezTo>
                  <a:pt x="2333625" y="345142"/>
                  <a:pt x="2336292" y="356096"/>
                  <a:pt x="2337816" y="365049"/>
                </a:cubicBezTo>
                <a:cubicBezTo>
                  <a:pt x="2337816" y="367145"/>
                  <a:pt x="2338292" y="368669"/>
                  <a:pt x="2339340" y="372383"/>
                </a:cubicBezTo>
                <a:cubicBezTo>
                  <a:pt x="2325148" y="375050"/>
                  <a:pt x="2311051" y="379718"/>
                  <a:pt x="2296382" y="378670"/>
                </a:cubicBezTo>
                <a:lnTo>
                  <a:pt x="2287524" y="377051"/>
                </a:lnTo>
                <a:cubicBezTo>
                  <a:pt x="2284381" y="377051"/>
                  <a:pt x="2281238" y="377622"/>
                  <a:pt x="2278666" y="377622"/>
                </a:cubicBezTo>
                <a:cubicBezTo>
                  <a:pt x="2277047" y="370288"/>
                  <a:pt x="2276570" y="357715"/>
                  <a:pt x="2266664" y="357715"/>
                </a:cubicBezTo>
                <a:cubicBezTo>
                  <a:pt x="2263521" y="357715"/>
                  <a:pt x="2260854" y="359810"/>
                  <a:pt x="2258759" y="360858"/>
                </a:cubicBezTo>
                <a:lnTo>
                  <a:pt x="2255615" y="362954"/>
                </a:lnTo>
                <a:cubicBezTo>
                  <a:pt x="2254568" y="363525"/>
                  <a:pt x="2251996" y="365049"/>
                  <a:pt x="2250377" y="366668"/>
                </a:cubicBezTo>
                <a:lnTo>
                  <a:pt x="2245614" y="369812"/>
                </a:lnTo>
                <a:cubicBezTo>
                  <a:pt x="2237804" y="374003"/>
                  <a:pt x="2231422" y="377146"/>
                  <a:pt x="2223611" y="379241"/>
                </a:cubicBezTo>
                <a:cubicBezTo>
                  <a:pt x="2212658" y="381813"/>
                  <a:pt x="2203133" y="383432"/>
                  <a:pt x="2191703" y="383909"/>
                </a:cubicBezTo>
                <a:lnTo>
                  <a:pt x="2174367" y="385528"/>
                </a:lnTo>
                <a:cubicBezTo>
                  <a:pt x="2155508" y="387147"/>
                  <a:pt x="2142458" y="380861"/>
                  <a:pt x="2125123" y="374003"/>
                </a:cubicBezTo>
                <a:lnTo>
                  <a:pt x="2122551" y="371907"/>
                </a:lnTo>
                <a:lnTo>
                  <a:pt x="2116741" y="368288"/>
                </a:lnTo>
                <a:lnTo>
                  <a:pt x="2109407" y="363049"/>
                </a:lnTo>
                <a:lnTo>
                  <a:pt x="2107311" y="359906"/>
                </a:lnTo>
                <a:lnTo>
                  <a:pt x="2104168" y="354667"/>
                </a:lnTo>
                <a:cubicBezTo>
                  <a:pt x="2099977" y="347809"/>
                  <a:pt x="2102072" y="351524"/>
                  <a:pt x="2098929" y="346285"/>
                </a:cubicBezTo>
                <a:cubicBezTo>
                  <a:pt x="2094738" y="341046"/>
                  <a:pt x="2093214" y="328473"/>
                  <a:pt x="2090547" y="321710"/>
                </a:cubicBezTo>
                <a:cubicBezTo>
                  <a:pt x="2088452" y="314948"/>
                  <a:pt x="2088452" y="307518"/>
                  <a:pt x="2090547" y="298184"/>
                </a:cubicBezTo>
                <a:cubicBezTo>
                  <a:pt x="2091118" y="293993"/>
                  <a:pt x="2091595" y="289802"/>
                  <a:pt x="2092643" y="286658"/>
                </a:cubicBezTo>
                <a:lnTo>
                  <a:pt x="2093690" y="282944"/>
                </a:lnTo>
                <a:lnTo>
                  <a:pt x="2096357" y="276657"/>
                </a:lnTo>
                <a:cubicBezTo>
                  <a:pt x="2105787" y="253035"/>
                  <a:pt x="2130362" y="236271"/>
                  <a:pt x="2155031" y="233128"/>
                </a:cubicBezTo>
                <a:lnTo>
                  <a:pt x="2177606" y="231032"/>
                </a:lnTo>
                <a:cubicBezTo>
                  <a:pt x="2178082" y="231032"/>
                  <a:pt x="2180177" y="231032"/>
                  <a:pt x="2182273" y="230461"/>
                </a:cubicBezTo>
                <a:lnTo>
                  <a:pt x="2190655" y="229889"/>
                </a:lnTo>
                <a:lnTo>
                  <a:pt x="2202656" y="229318"/>
                </a:lnTo>
                <a:cubicBezTo>
                  <a:pt x="2206276" y="229318"/>
                  <a:pt x="2215801" y="228270"/>
                  <a:pt x="2225231" y="227222"/>
                </a:cubicBezTo>
                <a:cubicBezTo>
                  <a:pt x="2234089" y="226175"/>
                  <a:pt x="2260283" y="219888"/>
                  <a:pt x="2265617" y="210458"/>
                </a:cubicBezTo>
                <a:lnTo>
                  <a:pt x="2267712" y="205696"/>
                </a:lnTo>
                <a:lnTo>
                  <a:pt x="2268760" y="202553"/>
                </a:lnTo>
                <a:cubicBezTo>
                  <a:pt x="2269331" y="200933"/>
                  <a:pt x="2269808" y="198933"/>
                  <a:pt x="2269331" y="197314"/>
                </a:cubicBezTo>
                <a:cubicBezTo>
                  <a:pt x="2267236" y="182645"/>
                  <a:pt x="2268284" y="163214"/>
                  <a:pt x="2253044" y="153308"/>
                </a:cubicBezTo>
                <a:cubicBezTo>
                  <a:pt x="2245233" y="148070"/>
                  <a:pt x="2233613" y="146546"/>
                  <a:pt x="2225802" y="146546"/>
                </a:cubicBezTo>
                <a:cubicBezTo>
                  <a:pt x="2219039" y="145974"/>
                  <a:pt x="2212181" y="147593"/>
                  <a:pt x="2206943" y="148641"/>
                </a:cubicBezTo>
                <a:cubicBezTo>
                  <a:pt x="2199608" y="150260"/>
                  <a:pt x="2187035" y="154451"/>
                  <a:pt x="2180749" y="159690"/>
                </a:cubicBezTo>
                <a:cubicBezTo>
                  <a:pt x="2178653" y="161786"/>
                  <a:pt x="2176082" y="164929"/>
                  <a:pt x="2175034" y="167024"/>
                </a:cubicBezTo>
                <a:lnTo>
                  <a:pt x="2171319" y="173311"/>
                </a:lnTo>
                <a:cubicBezTo>
                  <a:pt x="2168747" y="178550"/>
                  <a:pt x="2166652" y="182169"/>
                  <a:pt x="2164556" y="186932"/>
                </a:cubicBezTo>
                <a:lnTo>
                  <a:pt x="2161413" y="186932"/>
                </a:lnTo>
                <a:cubicBezTo>
                  <a:pt x="2158270" y="186932"/>
                  <a:pt x="2155127" y="185884"/>
                  <a:pt x="2151507" y="185884"/>
                </a:cubicBezTo>
                <a:cubicBezTo>
                  <a:pt x="2147888" y="185312"/>
                  <a:pt x="2135791" y="185312"/>
                  <a:pt x="2123789" y="184836"/>
                </a:cubicBezTo>
                <a:lnTo>
                  <a:pt x="2108073" y="184836"/>
                </a:lnTo>
                <a:lnTo>
                  <a:pt x="2101787" y="185408"/>
                </a:lnTo>
                <a:close/>
                <a:moveTo>
                  <a:pt x="2255806" y="374479"/>
                </a:moveTo>
                <a:lnTo>
                  <a:pt x="2261045" y="371336"/>
                </a:lnTo>
                <a:lnTo>
                  <a:pt x="2264188" y="369716"/>
                </a:lnTo>
                <a:lnTo>
                  <a:pt x="2266283" y="368192"/>
                </a:lnTo>
                <a:cubicBezTo>
                  <a:pt x="2267331" y="371336"/>
                  <a:pt x="2267903" y="374479"/>
                  <a:pt x="2268379" y="377622"/>
                </a:cubicBezTo>
                <a:cubicBezTo>
                  <a:pt x="2270951" y="391814"/>
                  <a:pt x="2274094" y="387052"/>
                  <a:pt x="2287238" y="387623"/>
                </a:cubicBezTo>
                <a:lnTo>
                  <a:pt x="2295620" y="389147"/>
                </a:lnTo>
                <a:cubicBezTo>
                  <a:pt x="2312956" y="389719"/>
                  <a:pt x="2329148" y="383909"/>
                  <a:pt x="2346484" y="381337"/>
                </a:cubicBezTo>
                <a:cubicBezTo>
                  <a:pt x="2351723" y="380765"/>
                  <a:pt x="2350675" y="375527"/>
                  <a:pt x="2349627" y="372383"/>
                </a:cubicBezTo>
                <a:lnTo>
                  <a:pt x="2348579" y="368192"/>
                </a:lnTo>
                <a:cubicBezTo>
                  <a:pt x="2348103" y="366573"/>
                  <a:pt x="2348103" y="365525"/>
                  <a:pt x="2348103" y="364001"/>
                </a:cubicBezTo>
                <a:cubicBezTo>
                  <a:pt x="2346579" y="355143"/>
                  <a:pt x="2343912" y="343046"/>
                  <a:pt x="2341340" y="331521"/>
                </a:cubicBezTo>
                <a:cubicBezTo>
                  <a:pt x="2339245" y="321044"/>
                  <a:pt x="2338197" y="298565"/>
                  <a:pt x="2338197" y="293802"/>
                </a:cubicBezTo>
                <a:cubicBezTo>
                  <a:pt x="2338673" y="280181"/>
                  <a:pt x="2337626" y="219412"/>
                  <a:pt x="2337626" y="213602"/>
                </a:cubicBezTo>
                <a:cubicBezTo>
                  <a:pt x="2338197" y="207887"/>
                  <a:pt x="2338673" y="201600"/>
                  <a:pt x="2338673" y="195790"/>
                </a:cubicBezTo>
                <a:cubicBezTo>
                  <a:pt x="2338197" y="179026"/>
                  <a:pt x="2338673" y="161214"/>
                  <a:pt x="2334482" y="145498"/>
                </a:cubicBezTo>
                <a:cubicBezTo>
                  <a:pt x="2332387" y="137116"/>
                  <a:pt x="2327148" y="130829"/>
                  <a:pt x="2321338" y="123971"/>
                </a:cubicBezTo>
                <a:cubicBezTo>
                  <a:pt x="2309336" y="113494"/>
                  <a:pt x="2296763" y="103016"/>
                  <a:pt x="2281047" y="98349"/>
                </a:cubicBezTo>
                <a:cubicBezTo>
                  <a:pt x="2270570" y="95206"/>
                  <a:pt x="2259521" y="95682"/>
                  <a:pt x="2249043" y="95206"/>
                </a:cubicBezTo>
                <a:cubicBezTo>
                  <a:pt x="2243804" y="94730"/>
                  <a:pt x="2238089" y="93682"/>
                  <a:pt x="2232279" y="93682"/>
                </a:cubicBezTo>
                <a:cubicBezTo>
                  <a:pt x="2223897" y="93682"/>
                  <a:pt x="2213420" y="93682"/>
                  <a:pt x="2202942" y="95206"/>
                </a:cubicBezTo>
                <a:lnTo>
                  <a:pt x="2198751" y="96825"/>
                </a:lnTo>
                <a:lnTo>
                  <a:pt x="2180939" y="99492"/>
                </a:lnTo>
                <a:cubicBezTo>
                  <a:pt x="2173605" y="101588"/>
                  <a:pt x="2165699" y="104731"/>
                  <a:pt x="2156270" y="107398"/>
                </a:cubicBezTo>
                <a:cubicBezTo>
                  <a:pt x="2154746" y="108446"/>
                  <a:pt x="2153698" y="109493"/>
                  <a:pt x="2152079" y="109970"/>
                </a:cubicBezTo>
                <a:lnTo>
                  <a:pt x="2146840" y="113113"/>
                </a:lnTo>
                <a:cubicBezTo>
                  <a:pt x="2143125" y="114732"/>
                  <a:pt x="2140553" y="116828"/>
                  <a:pt x="2137410" y="120447"/>
                </a:cubicBezTo>
                <a:cubicBezTo>
                  <a:pt x="2121122" y="130925"/>
                  <a:pt x="2108073" y="147212"/>
                  <a:pt x="2096548" y="166548"/>
                </a:cubicBezTo>
                <a:cubicBezTo>
                  <a:pt x="2094929" y="173882"/>
                  <a:pt x="2092357" y="181217"/>
                  <a:pt x="2090261" y="187979"/>
                </a:cubicBezTo>
                <a:cubicBezTo>
                  <a:pt x="2088642" y="192742"/>
                  <a:pt x="2092833" y="194266"/>
                  <a:pt x="2095976" y="194837"/>
                </a:cubicBezTo>
                <a:lnTo>
                  <a:pt x="2099120" y="195409"/>
                </a:lnTo>
                <a:cubicBezTo>
                  <a:pt x="2103311" y="194837"/>
                  <a:pt x="2102739" y="194837"/>
                  <a:pt x="2103311" y="195409"/>
                </a:cubicBezTo>
                <a:lnTo>
                  <a:pt x="2123789" y="195409"/>
                </a:lnTo>
                <a:cubicBezTo>
                  <a:pt x="2135315" y="195409"/>
                  <a:pt x="2147316" y="195980"/>
                  <a:pt x="2151031" y="195980"/>
                </a:cubicBezTo>
                <a:cubicBezTo>
                  <a:pt x="2175701" y="198076"/>
                  <a:pt x="2167795" y="200171"/>
                  <a:pt x="2180368" y="178645"/>
                </a:cubicBezTo>
                <a:lnTo>
                  <a:pt x="2184083" y="172358"/>
                </a:lnTo>
                <a:cubicBezTo>
                  <a:pt x="2185130" y="170263"/>
                  <a:pt x="2186178" y="168167"/>
                  <a:pt x="2187702" y="167120"/>
                </a:cubicBezTo>
                <a:cubicBezTo>
                  <a:pt x="2191893" y="163405"/>
                  <a:pt x="2201894" y="160357"/>
                  <a:pt x="2209229" y="158261"/>
                </a:cubicBezTo>
                <a:cubicBezTo>
                  <a:pt x="2214467" y="157690"/>
                  <a:pt x="2220182" y="156642"/>
                  <a:pt x="2225993" y="156642"/>
                </a:cubicBezTo>
                <a:cubicBezTo>
                  <a:pt x="2233327" y="156642"/>
                  <a:pt x="2242757" y="158261"/>
                  <a:pt x="2247519" y="161881"/>
                </a:cubicBezTo>
                <a:cubicBezTo>
                  <a:pt x="2259044" y="169215"/>
                  <a:pt x="2257997" y="188646"/>
                  <a:pt x="2259521" y="199124"/>
                </a:cubicBezTo>
                <a:lnTo>
                  <a:pt x="2258473" y="202267"/>
                </a:lnTo>
                <a:lnTo>
                  <a:pt x="2254282" y="207506"/>
                </a:lnTo>
                <a:cubicBezTo>
                  <a:pt x="2235422" y="217983"/>
                  <a:pt x="2222849" y="216935"/>
                  <a:pt x="2201894" y="219507"/>
                </a:cubicBezTo>
                <a:lnTo>
                  <a:pt x="2190369" y="220079"/>
                </a:lnTo>
                <a:lnTo>
                  <a:pt x="2181511" y="220650"/>
                </a:lnTo>
                <a:lnTo>
                  <a:pt x="2176272" y="221222"/>
                </a:lnTo>
                <a:lnTo>
                  <a:pt x="2154269" y="223317"/>
                </a:lnTo>
                <a:cubicBezTo>
                  <a:pt x="2125980" y="226937"/>
                  <a:pt x="2098262" y="245796"/>
                  <a:pt x="2087213" y="272561"/>
                </a:cubicBezTo>
                <a:lnTo>
                  <a:pt x="2084642" y="279324"/>
                </a:lnTo>
                <a:cubicBezTo>
                  <a:pt x="2084070" y="280943"/>
                  <a:pt x="2083594" y="282467"/>
                  <a:pt x="2083022" y="284087"/>
                </a:cubicBezTo>
                <a:cubicBezTo>
                  <a:pt x="2081975" y="287230"/>
                  <a:pt x="2081498" y="291421"/>
                  <a:pt x="2080927" y="296088"/>
                </a:cubicBezTo>
                <a:cubicBezTo>
                  <a:pt x="2078355" y="307042"/>
                  <a:pt x="2078831" y="316472"/>
                  <a:pt x="2081498" y="324949"/>
                </a:cubicBezTo>
                <a:cubicBezTo>
                  <a:pt x="2084642" y="333807"/>
                  <a:pt x="2085689" y="345332"/>
                  <a:pt x="2091976" y="353238"/>
                </a:cubicBezTo>
                <a:cubicBezTo>
                  <a:pt x="2095119" y="358953"/>
                  <a:pt x="2091976" y="353238"/>
                  <a:pt x="2095691" y="360001"/>
                </a:cubicBezTo>
                <a:lnTo>
                  <a:pt x="2098834" y="365240"/>
                </a:lnTo>
                <a:lnTo>
                  <a:pt x="2101501" y="369431"/>
                </a:lnTo>
                <a:cubicBezTo>
                  <a:pt x="2101977" y="370002"/>
                  <a:pt x="2102549" y="370478"/>
                  <a:pt x="2105692" y="372574"/>
                </a:cubicBezTo>
                <a:lnTo>
                  <a:pt x="2111407" y="376765"/>
                </a:lnTo>
                <a:lnTo>
                  <a:pt x="2117122" y="380480"/>
                </a:lnTo>
                <a:lnTo>
                  <a:pt x="2121313" y="383051"/>
                </a:lnTo>
                <a:cubicBezTo>
                  <a:pt x="2140744" y="390957"/>
                  <a:pt x="2153793" y="397244"/>
                  <a:pt x="2175796" y="395624"/>
                </a:cubicBezTo>
                <a:lnTo>
                  <a:pt x="2192560" y="394100"/>
                </a:lnTo>
                <a:cubicBezTo>
                  <a:pt x="2204561" y="393529"/>
                  <a:pt x="2215134" y="391433"/>
                  <a:pt x="2226659" y="388862"/>
                </a:cubicBezTo>
                <a:cubicBezTo>
                  <a:pt x="2235518" y="386766"/>
                  <a:pt x="2242852" y="383147"/>
                  <a:pt x="2251805" y="378384"/>
                </a:cubicBezTo>
                <a:lnTo>
                  <a:pt x="2254377" y="375717"/>
                </a:lnTo>
                <a:lnTo>
                  <a:pt x="2255901" y="374669"/>
                </a:lnTo>
                <a:close/>
                <a:moveTo>
                  <a:pt x="1914811" y="304756"/>
                </a:moveTo>
                <a:cubicBezTo>
                  <a:pt x="1916335" y="304184"/>
                  <a:pt x="1917954" y="303708"/>
                  <a:pt x="1919002" y="302184"/>
                </a:cubicBezTo>
                <a:cubicBezTo>
                  <a:pt x="1921669" y="300089"/>
                  <a:pt x="1924241" y="297993"/>
                  <a:pt x="1926336" y="295898"/>
                </a:cubicBezTo>
                <a:cubicBezTo>
                  <a:pt x="1934147" y="288087"/>
                  <a:pt x="1941576" y="281229"/>
                  <a:pt x="1947291" y="271323"/>
                </a:cubicBezTo>
                <a:cubicBezTo>
                  <a:pt x="1959293" y="258750"/>
                  <a:pt x="1964627" y="239319"/>
                  <a:pt x="1967198" y="222650"/>
                </a:cubicBezTo>
                <a:cubicBezTo>
                  <a:pt x="1970818" y="213697"/>
                  <a:pt x="1970818" y="204839"/>
                  <a:pt x="1970818" y="195885"/>
                </a:cubicBezTo>
                <a:cubicBezTo>
                  <a:pt x="1970818" y="185979"/>
                  <a:pt x="1968246" y="173406"/>
                  <a:pt x="1967198" y="162833"/>
                </a:cubicBezTo>
                <a:lnTo>
                  <a:pt x="1966627" y="155499"/>
                </a:lnTo>
                <a:cubicBezTo>
                  <a:pt x="1966627" y="154451"/>
                  <a:pt x="1966627" y="153404"/>
                  <a:pt x="1966151" y="153404"/>
                </a:cubicBezTo>
                <a:cubicBezTo>
                  <a:pt x="1958816" y="133020"/>
                  <a:pt x="1956149" y="108827"/>
                  <a:pt x="1940433" y="92634"/>
                </a:cubicBezTo>
                <a:cubicBezTo>
                  <a:pt x="1936814" y="87872"/>
                  <a:pt x="1917859" y="75299"/>
                  <a:pt x="1912144" y="73203"/>
                </a:cubicBezTo>
                <a:cubicBezTo>
                  <a:pt x="1907953" y="71584"/>
                  <a:pt x="1901190" y="70060"/>
                  <a:pt x="1896904" y="70536"/>
                </a:cubicBezTo>
                <a:cubicBezTo>
                  <a:pt x="1894808" y="70536"/>
                  <a:pt x="1889570" y="69965"/>
                  <a:pt x="1887474" y="69488"/>
                </a:cubicBezTo>
                <a:cubicBezTo>
                  <a:pt x="1865471" y="65869"/>
                  <a:pt x="1842421" y="68917"/>
                  <a:pt x="1819847" y="68441"/>
                </a:cubicBezTo>
                <a:lnTo>
                  <a:pt x="1801463" y="67869"/>
                </a:lnTo>
                <a:cubicBezTo>
                  <a:pt x="1797272" y="67298"/>
                  <a:pt x="1794701" y="70441"/>
                  <a:pt x="1794129" y="76251"/>
                </a:cubicBezTo>
                <a:cubicBezTo>
                  <a:pt x="1794701" y="90443"/>
                  <a:pt x="1795177" y="105112"/>
                  <a:pt x="1795177" y="119209"/>
                </a:cubicBezTo>
                <a:cubicBezTo>
                  <a:pt x="1795748" y="125972"/>
                  <a:pt x="1794701" y="269513"/>
                  <a:pt x="1794701" y="273704"/>
                </a:cubicBezTo>
                <a:cubicBezTo>
                  <a:pt x="1795177" y="282563"/>
                  <a:pt x="1789462" y="312471"/>
                  <a:pt x="1803559" y="312947"/>
                </a:cubicBezTo>
                <a:lnTo>
                  <a:pt x="1816132" y="312947"/>
                </a:lnTo>
                <a:cubicBezTo>
                  <a:pt x="1817751" y="312947"/>
                  <a:pt x="1819847" y="312947"/>
                  <a:pt x="1822418" y="312376"/>
                </a:cubicBezTo>
                <a:cubicBezTo>
                  <a:pt x="1834420" y="311804"/>
                  <a:pt x="1890522" y="312947"/>
                  <a:pt x="1901000" y="309233"/>
                </a:cubicBezTo>
                <a:cubicBezTo>
                  <a:pt x="1905667" y="308185"/>
                  <a:pt x="1909858" y="306089"/>
                  <a:pt x="1914620" y="304470"/>
                </a:cubicBezTo>
                <a:moveTo>
                  <a:pt x="1805654" y="302851"/>
                </a:moveTo>
                <a:cubicBezTo>
                  <a:pt x="1802511" y="293421"/>
                  <a:pt x="1805083" y="282944"/>
                  <a:pt x="1804607" y="273514"/>
                </a:cubicBezTo>
                <a:cubicBezTo>
                  <a:pt x="1804607" y="269323"/>
                  <a:pt x="1805654" y="129496"/>
                  <a:pt x="1805083" y="119018"/>
                </a:cubicBezTo>
                <a:cubicBezTo>
                  <a:pt x="1805083" y="114256"/>
                  <a:pt x="1805083" y="88634"/>
                  <a:pt x="1804607" y="81776"/>
                </a:cubicBezTo>
                <a:lnTo>
                  <a:pt x="1804607" y="77585"/>
                </a:lnTo>
                <a:lnTo>
                  <a:pt x="1819847" y="78156"/>
                </a:lnTo>
                <a:cubicBezTo>
                  <a:pt x="1841278" y="78728"/>
                  <a:pt x="1864328" y="75489"/>
                  <a:pt x="1885855" y="79204"/>
                </a:cubicBezTo>
                <a:cubicBezTo>
                  <a:pt x="1888998" y="79775"/>
                  <a:pt x="1896332" y="80252"/>
                  <a:pt x="1897856" y="80252"/>
                </a:cubicBezTo>
                <a:cubicBezTo>
                  <a:pt x="1899952" y="79680"/>
                  <a:pt x="1906714" y="81776"/>
                  <a:pt x="1908810" y="82347"/>
                </a:cubicBezTo>
                <a:cubicBezTo>
                  <a:pt x="1912525" y="83966"/>
                  <a:pt x="1930337" y="95968"/>
                  <a:pt x="1932908" y="98635"/>
                </a:cubicBezTo>
                <a:cubicBezTo>
                  <a:pt x="1946529" y="113875"/>
                  <a:pt x="1949672" y="137878"/>
                  <a:pt x="1956530" y="158357"/>
                </a:cubicBezTo>
                <a:lnTo>
                  <a:pt x="1957007" y="163595"/>
                </a:lnTo>
                <a:cubicBezTo>
                  <a:pt x="1958054" y="173025"/>
                  <a:pt x="1960721" y="186646"/>
                  <a:pt x="1960721" y="195599"/>
                </a:cubicBezTo>
                <a:cubicBezTo>
                  <a:pt x="1960721" y="204553"/>
                  <a:pt x="1960150" y="212363"/>
                  <a:pt x="1957007" y="220174"/>
                </a:cubicBezTo>
                <a:cubicBezTo>
                  <a:pt x="1954435" y="236938"/>
                  <a:pt x="1949672" y="254178"/>
                  <a:pt x="1938718" y="265227"/>
                </a:cubicBezTo>
                <a:cubicBezTo>
                  <a:pt x="1933480" y="274657"/>
                  <a:pt x="1926717" y="280943"/>
                  <a:pt x="1919288" y="288278"/>
                </a:cubicBezTo>
                <a:cubicBezTo>
                  <a:pt x="1916621" y="290373"/>
                  <a:pt x="1914049" y="292945"/>
                  <a:pt x="1911477" y="295040"/>
                </a:cubicBezTo>
                <a:cubicBezTo>
                  <a:pt x="1910429" y="295612"/>
                  <a:pt x="1909858" y="295612"/>
                  <a:pt x="1908810" y="296088"/>
                </a:cubicBezTo>
                <a:cubicBezTo>
                  <a:pt x="1904619" y="297707"/>
                  <a:pt x="1897856" y="299803"/>
                  <a:pt x="1897856" y="299803"/>
                </a:cubicBezTo>
                <a:cubicBezTo>
                  <a:pt x="1890046" y="302470"/>
                  <a:pt x="1831277" y="301898"/>
                  <a:pt x="1820323" y="302946"/>
                </a:cubicBezTo>
                <a:cubicBezTo>
                  <a:pt x="1815656" y="303994"/>
                  <a:pt x="1809845" y="302470"/>
                  <a:pt x="1805654" y="302946"/>
                </a:cubicBezTo>
                <a:moveTo>
                  <a:pt x="1728788" y="15672"/>
                </a:moveTo>
                <a:lnTo>
                  <a:pt x="1734503" y="15672"/>
                </a:lnTo>
                <a:lnTo>
                  <a:pt x="1737074" y="15101"/>
                </a:lnTo>
                <a:lnTo>
                  <a:pt x="1740789" y="14529"/>
                </a:lnTo>
                <a:cubicBezTo>
                  <a:pt x="1742885" y="13958"/>
                  <a:pt x="1744980" y="13481"/>
                  <a:pt x="1747076" y="13481"/>
                </a:cubicBezTo>
                <a:cubicBezTo>
                  <a:pt x="1752886" y="12910"/>
                  <a:pt x="1758125" y="11862"/>
                  <a:pt x="1763363" y="11862"/>
                </a:cubicBezTo>
                <a:cubicBezTo>
                  <a:pt x="1768126" y="12434"/>
                  <a:pt x="1772317" y="13481"/>
                  <a:pt x="1776984" y="13481"/>
                </a:cubicBezTo>
                <a:lnTo>
                  <a:pt x="1780127" y="13481"/>
                </a:lnTo>
                <a:lnTo>
                  <a:pt x="1870234" y="17101"/>
                </a:lnTo>
                <a:cubicBezTo>
                  <a:pt x="1879664" y="17101"/>
                  <a:pt x="1890141" y="16529"/>
                  <a:pt x="1899571" y="17101"/>
                </a:cubicBezTo>
                <a:cubicBezTo>
                  <a:pt x="1902238" y="17101"/>
                  <a:pt x="1905286" y="16529"/>
                  <a:pt x="1907953" y="16529"/>
                </a:cubicBezTo>
                <a:cubicBezTo>
                  <a:pt x="1913192" y="16529"/>
                  <a:pt x="1918430" y="18625"/>
                  <a:pt x="1923669" y="19673"/>
                </a:cubicBezTo>
                <a:cubicBezTo>
                  <a:pt x="1931003" y="20720"/>
                  <a:pt x="1936814" y="22340"/>
                  <a:pt x="1942052" y="24435"/>
                </a:cubicBezTo>
                <a:cubicBezTo>
                  <a:pt x="1945672" y="25483"/>
                  <a:pt x="1948815" y="27102"/>
                  <a:pt x="1952530" y="28150"/>
                </a:cubicBezTo>
                <a:lnTo>
                  <a:pt x="1956149" y="31293"/>
                </a:lnTo>
                <a:cubicBezTo>
                  <a:pt x="1969770" y="36532"/>
                  <a:pt x="1981295" y="43295"/>
                  <a:pt x="1990725" y="52248"/>
                </a:cubicBezTo>
                <a:cubicBezTo>
                  <a:pt x="1991773" y="53296"/>
                  <a:pt x="1992821" y="53867"/>
                  <a:pt x="1993868" y="54344"/>
                </a:cubicBezTo>
                <a:cubicBezTo>
                  <a:pt x="1995392" y="57487"/>
                  <a:pt x="1998059" y="60059"/>
                  <a:pt x="2000155" y="62154"/>
                </a:cubicBezTo>
                <a:lnTo>
                  <a:pt x="2003870" y="66917"/>
                </a:lnTo>
                <a:cubicBezTo>
                  <a:pt x="2004917" y="68536"/>
                  <a:pt x="2005965" y="69488"/>
                  <a:pt x="2007013" y="71108"/>
                </a:cubicBezTo>
                <a:lnTo>
                  <a:pt x="2009585" y="74822"/>
                </a:lnTo>
                <a:cubicBezTo>
                  <a:pt x="2012156" y="80633"/>
                  <a:pt x="2016347" y="85300"/>
                  <a:pt x="2018443" y="91586"/>
                </a:cubicBezTo>
                <a:cubicBezTo>
                  <a:pt x="2022634" y="101016"/>
                  <a:pt x="2032635" y="124543"/>
                  <a:pt x="2033111" y="135020"/>
                </a:cubicBezTo>
                <a:lnTo>
                  <a:pt x="2034159" y="141307"/>
                </a:lnTo>
                <a:lnTo>
                  <a:pt x="2034635" y="144450"/>
                </a:lnTo>
                <a:cubicBezTo>
                  <a:pt x="2036159" y="161690"/>
                  <a:pt x="2037207" y="175883"/>
                  <a:pt x="2037779" y="189503"/>
                </a:cubicBezTo>
                <a:cubicBezTo>
                  <a:pt x="2037779" y="197409"/>
                  <a:pt x="2036159" y="204743"/>
                  <a:pt x="2038255" y="212554"/>
                </a:cubicBezTo>
                <a:cubicBezTo>
                  <a:pt x="2035683" y="235033"/>
                  <a:pt x="2033016" y="268085"/>
                  <a:pt x="2021491" y="289516"/>
                </a:cubicBezTo>
                <a:lnTo>
                  <a:pt x="2021491" y="294755"/>
                </a:lnTo>
                <a:cubicBezTo>
                  <a:pt x="2016824" y="304661"/>
                  <a:pt x="2009966" y="313138"/>
                  <a:pt x="2003679" y="321996"/>
                </a:cubicBezTo>
                <a:cubicBezTo>
                  <a:pt x="1991106" y="336188"/>
                  <a:pt x="1975390" y="349238"/>
                  <a:pt x="1958054" y="357048"/>
                </a:cubicBezTo>
                <a:cubicBezTo>
                  <a:pt x="1943862" y="363906"/>
                  <a:pt x="1930241" y="369621"/>
                  <a:pt x="1914525" y="371240"/>
                </a:cubicBezTo>
                <a:cubicBezTo>
                  <a:pt x="1907762" y="370669"/>
                  <a:pt x="1892999" y="371240"/>
                  <a:pt x="1879949" y="371812"/>
                </a:cubicBezTo>
                <a:cubicBezTo>
                  <a:pt x="1865281" y="372860"/>
                  <a:pt x="1809750" y="370193"/>
                  <a:pt x="1805559" y="370193"/>
                </a:cubicBezTo>
                <a:cubicBezTo>
                  <a:pt x="1792414" y="371240"/>
                  <a:pt x="1783080" y="372288"/>
                  <a:pt x="1768888" y="371812"/>
                </a:cubicBezTo>
                <a:cubicBezTo>
                  <a:pt x="1758410" y="370764"/>
                  <a:pt x="1748409" y="371240"/>
                  <a:pt x="1737455" y="371812"/>
                </a:cubicBezTo>
                <a:lnTo>
                  <a:pt x="1729645" y="371812"/>
                </a:lnTo>
                <a:lnTo>
                  <a:pt x="1725930" y="370764"/>
                </a:lnTo>
                <a:cubicBezTo>
                  <a:pt x="1726978" y="359239"/>
                  <a:pt x="1727549" y="343523"/>
                  <a:pt x="1727549" y="328378"/>
                </a:cubicBezTo>
                <a:cubicBezTo>
                  <a:pt x="1727549" y="294278"/>
                  <a:pt x="1729073" y="260274"/>
                  <a:pt x="1729073" y="225698"/>
                </a:cubicBezTo>
                <a:lnTo>
                  <a:pt x="1728597" y="213125"/>
                </a:lnTo>
                <a:cubicBezTo>
                  <a:pt x="1728597" y="209506"/>
                  <a:pt x="1726502" y="117780"/>
                  <a:pt x="1725930" y="115208"/>
                </a:cubicBezTo>
                <a:cubicBezTo>
                  <a:pt x="1725454" y="104731"/>
                  <a:pt x="1723835" y="93777"/>
                  <a:pt x="1723835" y="83776"/>
                </a:cubicBezTo>
                <a:lnTo>
                  <a:pt x="1723835" y="60249"/>
                </a:lnTo>
                <a:cubicBezTo>
                  <a:pt x="1724406" y="50819"/>
                  <a:pt x="1725930" y="41390"/>
                  <a:pt x="1723835" y="31960"/>
                </a:cubicBezTo>
                <a:cubicBezTo>
                  <a:pt x="1725454" y="26721"/>
                  <a:pt x="1724882" y="21482"/>
                  <a:pt x="1725454" y="15767"/>
                </a:cubicBezTo>
                <a:lnTo>
                  <a:pt x="1728597" y="15767"/>
                </a:lnTo>
                <a:close/>
                <a:moveTo>
                  <a:pt x="1899571" y="7290"/>
                </a:moveTo>
                <a:cubicBezTo>
                  <a:pt x="1890713" y="6719"/>
                  <a:pt x="1880140" y="7290"/>
                  <a:pt x="1870805" y="7290"/>
                </a:cubicBezTo>
                <a:lnTo>
                  <a:pt x="1780699" y="3575"/>
                </a:lnTo>
                <a:lnTo>
                  <a:pt x="1777079" y="3575"/>
                </a:lnTo>
                <a:cubicBezTo>
                  <a:pt x="1772888" y="3575"/>
                  <a:pt x="1768697" y="2528"/>
                  <a:pt x="1763459" y="2051"/>
                </a:cubicBezTo>
                <a:cubicBezTo>
                  <a:pt x="1757743" y="2051"/>
                  <a:pt x="1751933" y="3099"/>
                  <a:pt x="1746218" y="3575"/>
                </a:cubicBezTo>
                <a:cubicBezTo>
                  <a:pt x="1743551" y="3575"/>
                  <a:pt x="1741456" y="4147"/>
                  <a:pt x="1738884" y="4623"/>
                </a:cubicBezTo>
                <a:lnTo>
                  <a:pt x="1736217" y="5195"/>
                </a:lnTo>
                <a:lnTo>
                  <a:pt x="1732026" y="5766"/>
                </a:lnTo>
                <a:lnTo>
                  <a:pt x="1725739" y="5766"/>
                </a:lnTo>
                <a:cubicBezTo>
                  <a:pt x="1718405" y="5766"/>
                  <a:pt x="1716310" y="9957"/>
                  <a:pt x="1715834" y="15767"/>
                </a:cubicBezTo>
                <a:cubicBezTo>
                  <a:pt x="1715834" y="17291"/>
                  <a:pt x="1714214" y="33008"/>
                  <a:pt x="1714214" y="33008"/>
                </a:cubicBezTo>
                <a:cubicBezTo>
                  <a:pt x="1716310" y="41390"/>
                  <a:pt x="1714786" y="50819"/>
                  <a:pt x="1714214" y="59773"/>
                </a:cubicBezTo>
                <a:cubicBezTo>
                  <a:pt x="1713738" y="67679"/>
                  <a:pt x="1713738" y="76061"/>
                  <a:pt x="1713738" y="83871"/>
                </a:cubicBezTo>
                <a:cubicBezTo>
                  <a:pt x="1713738" y="94349"/>
                  <a:pt x="1715834" y="105398"/>
                  <a:pt x="1716310" y="115875"/>
                </a:cubicBezTo>
                <a:cubicBezTo>
                  <a:pt x="1716881" y="118542"/>
                  <a:pt x="1718977" y="210173"/>
                  <a:pt x="1718977" y="213792"/>
                </a:cubicBezTo>
                <a:lnTo>
                  <a:pt x="1718977" y="225889"/>
                </a:lnTo>
                <a:cubicBezTo>
                  <a:pt x="1718977" y="260465"/>
                  <a:pt x="1717929" y="294469"/>
                  <a:pt x="1717929" y="328568"/>
                </a:cubicBezTo>
                <a:cubicBezTo>
                  <a:pt x="1717358" y="344285"/>
                  <a:pt x="1717358" y="360477"/>
                  <a:pt x="1715834" y="371526"/>
                </a:cubicBezTo>
                <a:cubicBezTo>
                  <a:pt x="1715834" y="373622"/>
                  <a:pt x="1717929" y="376765"/>
                  <a:pt x="1721072" y="379908"/>
                </a:cubicBezTo>
                <a:cubicBezTo>
                  <a:pt x="1724787" y="382004"/>
                  <a:pt x="1733645" y="382004"/>
                  <a:pt x="1738408" y="382004"/>
                </a:cubicBezTo>
                <a:cubicBezTo>
                  <a:pt x="1748885" y="382004"/>
                  <a:pt x="1758315" y="381432"/>
                  <a:pt x="1768793" y="382004"/>
                </a:cubicBezTo>
                <a:cubicBezTo>
                  <a:pt x="1783461" y="382480"/>
                  <a:pt x="1792891" y="381432"/>
                  <a:pt x="1806512" y="380956"/>
                </a:cubicBezTo>
                <a:cubicBezTo>
                  <a:pt x="1810703" y="380956"/>
                  <a:pt x="1866233" y="383051"/>
                  <a:pt x="1880902" y="382004"/>
                </a:cubicBezTo>
                <a:cubicBezTo>
                  <a:pt x="1895094" y="381432"/>
                  <a:pt x="1908620" y="380956"/>
                  <a:pt x="1915478" y="381432"/>
                </a:cubicBezTo>
                <a:cubicBezTo>
                  <a:pt x="1933289" y="379813"/>
                  <a:pt x="1948434" y="373050"/>
                  <a:pt x="1962626" y="366192"/>
                </a:cubicBezTo>
                <a:cubicBezTo>
                  <a:pt x="1981486" y="357810"/>
                  <a:pt x="1998250" y="343618"/>
                  <a:pt x="2012347" y="328473"/>
                </a:cubicBezTo>
                <a:cubicBezTo>
                  <a:pt x="2020253" y="317424"/>
                  <a:pt x="2027587" y="307518"/>
                  <a:pt x="2031778" y="292278"/>
                </a:cubicBezTo>
                <a:cubicBezTo>
                  <a:pt x="2043303" y="270275"/>
                  <a:pt x="2045399" y="237319"/>
                  <a:pt x="2048542" y="210554"/>
                </a:cubicBezTo>
                <a:cubicBezTo>
                  <a:pt x="2046446" y="204267"/>
                  <a:pt x="2048066" y="196361"/>
                  <a:pt x="2048066" y="189599"/>
                </a:cubicBezTo>
                <a:cubicBezTo>
                  <a:pt x="2047589" y="175406"/>
                  <a:pt x="2046542" y="161309"/>
                  <a:pt x="2044922" y="143498"/>
                </a:cubicBezTo>
                <a:lnTo>
                  <a:pt x="2044446" y="139307"/>
                </a:lnTo>
                <a:lnTo>
                  <a:pt x="2042827" y="133020"/>
                </a:lnTo>
                <a:cubicBezTo>
                  <a:pt x="2042351" y="121971"/>
                  <a:pt x="2032921" y="98444"/>
                  <a:pt x="2027587" y="87395"/>
                </a:cubicBezTo>
                <a:cubicBezTo>
                  <a:pt x="2025491" y="81109"/>
                  <a:pt x="2021300" y="75870"/>
                  <a:pt x="2018157" y="70060"/>
                </a:cubicBezTo>
                <a:lnTo>
                  <a:pt x="2015490" y="65869"/>
                </a:lnTo>
                <a:cubicBezTo>
                  <a:pt x="2014442" y="64250"/>
                  <a:pt x="2013395" y="62154"/>
                  <a:pt x="2011871" y="60630"/>
                </a:cubicBezTo>
                <a:lnTo>
                  <a:pt x="2007680" y="55963"/>
                </a:lnTo>
                <a:cubicBezTo>
                  <a:pt x="2005584" y="53296"/>
                  <a:pt x="2003489" y="50724"/>
                  <a:pt x="1997202" y="44438"/>
                </a:cubicBezTo>
                <a:cubicBezTo>
                  <a:pt x="1987296" y="35008"/>
                  <a:pt x="1974723" y="27674"/>
                  <a:pt x="1961102" y="22435"/>
                </a:cubicBezTo>
                <a:cubicBezTo>
                  <a:pt x="1956911" y="18244"/>
                  <a:pt x="1951196" y="16625"/>
                  <a:pt x="1945862" y="15101"/>
                </a:cubicBezTo>
                <a:cubicBezTo>
                  <a:pt x="1939576" y="12434"/>
                  <a:pt x="1933289" y="10910"/>
                  <a:pt x="1925479" y="9862"/>
                </a:cubicBezTo>
                <a:cubicBezTo>
                  <a:pt x="1919668" y="8814"/>
                  <a:pt x="1913954" y="6719"/>
                  <a:pt x="1908143" y="6719"/>
                </a:cubicBezTo>
                <a:cubicBezTo>
                  <a:pt x="1905476" y="6719"/>
                  <a:pt x="1902428" y="7290"/>
                  <a:pt x="1899761" y="7290"/>
                </a:cubicBezTo>
                <a:moveTo>
                  <a:pt x="1441895" y="374574"/>
                </a:moveTo>
                <a:cubicBezTo>
                  <a:pt x="1445038" y="347809"/>
                  <a:pt x="1443514" y="331045"/>
                  <a:pt x="1443514" y="306470"/>
                </a:cubicBezTo>
                <a:lnTo>
                  <a:pt x="1443990" y="268751"/>
                </a:lnTo>
                <a:cubicBezTo>
                  <a:pt x="1444562" y="249892"/>
                  <a:pt x="1444562" y="228937"/>
                  <a:pt x="1443990" y="225794"/>
                </a:cubicBezTo>
                <a:cubicBezTo>
                  <a:pt x="1443514" y="219983"/>
                  <a:pt x="1441895" y="213221"/>
                  <a:pt x="1441895" y="205886"/>
                </a:cubicBezTo>
                <a:lnTo>
                  <a:pt x="1440371" y="197504"/>
                </a:lnTo>
                <a:cubicBezTo>
                  <a:pt x="1435703" y="170739"/>
                  <a:pt x="1423035" y="149784"/>
                  <a:pt x="1391126" y="152451"/>
                </a:cubicBezTo>
                <a:cubicBezTo>
                  <a:pt x="1373791" y="153499"/>
                  <a:pt x="1357122" y="157690"/>
                  <a:pt x="1347121" y="170263"/>
                </a:cubicBezTo>
                <a:cubicBezTo>
                  <a:pt x="1339215" y="179121"/>
                  <a:pt x="1333500" y="189122"/>
                  <a:pt x="1330357" y="203219"/>
                </a:cubicBezTo>
                <a:lnTo>
                  <a:pt x="1329309" y="208458"/>
                </a:lnTo>
                <a:cubicBezTo>
                  <a:pt x="1327785" y="213697"/>
                  <a:pt x="1325689" y="219412"/>
                  <a:pt x="1324642" y="226270"/>
                </a:cubicBezTo>
                <a:cubicBezTo>
                  <a:pt x="1321022" y="245701"/>
                  <a:pt x="1327214" y="278657"/>
                  <a:pt x="1326166" y="299136"/>
                </a:cubicBezTo>
                <a:cubicBezTo>
                  <a:pt x="1325118" y="316472"/>
                  <a:pt x="1326737" y="333712"/>
                  <a:pt x="1325689" y="353619"/>
                </a:cubicBezTo>
                <a:cubicBezTo>
                  <a:pt x="1325118" y="359906"/>
                  <a:pt x="1324642" y="366192"/>
                  <a:pt x="1325118" y="372479"/>
                </a:cubicBezTo>
                <a:cubicBezTo>
                  <a:pt x="1317784" y="373526"/>
                  <a:pt x="1309878" y="374098"/>
                  <a:pt x="1301591" y="374098"/>
                </a:cubicBezTo>
                <a:cubicBezTo>
                  <a:pt x="1292733" y="373526"/>
                  <a:pt x="1283208" y="373050"/>
                  <a:pt x="1274350" y="373050"/>
                </a:cubicBezTo>
                <a:cubicBezTo>
                  <a:pt x="1272254" y="373050"/>
                  <a:pt x="1269587" y="373622"/>
                  <a:pt x="1267016" y="373622"/>
                </a:cubicBezTo>
                <a:cubicBezTo>
                  <a:pt x="1266539" y="341141"/>
                  <a:pt x="1264920" y="151499"/>
                  <a:pt x="1265968" y="141021"/>
                </a:cubicBezTo>
                <a:cubicBezTo>
                  <a:pt x="1266539" y="132163"/>
                  <a:pt x="1268063" y="123209"/>
                  <a:pt x="1269587" y="114827"/>
                </a:cubicBezTo>
                <a:lnTo>
                  <a:pt x="1277493" y="114256"/>
                </a:lnTo>
                <a:lnTo>
                  <a:pt x="1289495" y="113684"/>
                </a:lnTo>
                <a:cubicBezTo>
                  <a:pt x="1297305" y="113684"/>
                  <a:pt x="1304735" y="114256"/>
                  <a:pt x="1312545" y="114256"/>
                </a:cubicBezTo>
                <a:lnTo>
                  <a:pt x="1323499" y="114256"/>
                </a:lnTo>
                <a:lnTo>
                  <a:pt x="1323499" y="117971"/>
                </a:lnTo>
                <a:cubicBezTo>
                  <a:pt x="1323499" y="123686"/>
                  <a:pt x="1322927" y="130544"/>
                  <a:pt x="1325594" y="135782"/>
                </a:cubicBezTo>
                <a:cubicBezTo>
                  <a:pt x="1333405" y="152070"/>
                  <a:pt x="1352836" y="125876"/>
                  <a:pt x="1359122" y="123209"/>
                </a:cubicBezTo>
                <a:cubicBezTo>
                  <a:pt x="1370076" y="115399"/>
                  <a:pt x="1382649" y="108541"/>
                  <a:pt x="1396270" y="105398"/>
                </a:cubicBezTo>
                <a:cubicBezTo>
                  <a:pt x="1405128" y="103778"/>
                  <a:pt x="1415129" y="105969"/>
                  <a:pt x="1423988" y="106445"/>
                </a:cubicBezTo>
                <a:cubicBezTo>
                  <a:pt x="1433893" y="107017"/>
                  <a:pt x="1442847" y="110636"/>
                  <a:pt x="1452277" y="112732"/>
                </a:cubicBezTo>
                <a:cubicBezTo>
                  <a:pt x="1457992" y="114351"/>
                  <a:pt x="1460087" y="115399"/>
                  <a:pt x="1464278" y="118542"/>
                </a:cubicBezTo>
                <a:cubicBezTo>
                  <a:pt x="1477899" y="127972"/>
                  <a:pt x="1489901" y="141021"/>
                  <a:pt x="1495711" y="157785"/>
                </a:cubicBezTo>
                <a:cubicBezTo>
                  <a:pt x="1499330" y="176073"/>
                  <a:pt x="1505617" y="211792"/>
                  <a:pt x="1505141" y="239033"/>
                </a:cubicBezTo>
                <a:cubicBezTo>
                  <a:pt x="1504664" y="249987"/>
                  <a:pt x="1505712" y="261036"/>
                  <a:pt x="1505141" y="271514"/>
                </a:cubicBezTo>
                <a:cubicBezTo>
                  <a:pt x="1504664" y="278276"/>
                  <a:pt x="1506760" y="286754"/>
                  <a:pt x="1505141" y="295040"/>
                </a:cubicBezTo>
                <a:cubicBezTo>
                  <a:pt x="1505712" y="300851"/>
                  <a:pt x="1505712" y="355810"/>
                  <a:pt x="1501521" y="378289"/>
                </a:cubicBezTo>
                <a:cubicBezTo>
                  <a:pt x="1497330" y="378289"/>
                  <a:pt x="1493139" y="378289"/>
                  <a:pt x="1488948" y="378860"/>
                </a:cubicBezTo>
                <a:lnTo>
                  <a:pt x="1485805" y="379432"/>
                </a:lnTo>
                <a:lnTo>
                  <a:pt x="1483709" y="379432"/>
                </a:lnTo>
                <a:lnTo>
                  <a:pt x="1479995" y="378860"/>
                </a:lnTo>
                <a:cubicBezTo>
                  <a:pt x="1470565" y="377241"/>
                  <a:pt x="1462659" y="376765"/>
                  <a:pt x="1454372" y="376765"/>
                </a:cubicBezTo>
                <a:cubicBezTo>
                  <a:pt x="1450658" y="376193"/>
                  <a:pt x="1447038" y="376765"/>
                  <a:pt x="1442371" y="376193"/>
                </a:cubicBezTo>
                <a:lnTo>
                  <a:pt x="1441799" y="374669"/>
                </a:lnTo>
                <a:close/>
                <a:moveTo>
                  <a:pt x="1334548" y="130448"/>
                </a:moveTo>
                <a:cubicBezTo>
                  <a:pt x="1331405" y="121590"/>
                  <a:pt x="1339215" y="104826"/>
                  <a:pt x="1324642" y="104255"/>
                </a:cubicBezTo>
                <a:lnTo>
                  <a:pt x="1312640" y="104255"/>
                </a:lnTo>
                <a:cubicBezTo>
                  <a:pt x="1304830" y="104255"/>
                  <a:pt x="1297400" y="103683"/>
                  <a:pt x="1289590" y="103683"/>
                </a:cubicBezTo>
                <a:lnTo>
                  <a:pt x="1277017" y="104255"/>
                </a:lnTo>
                <a:cubicBezTo>
                  <a:pt x="1272826" y="104826"/>
                  <a:pt x="1261301" y="103207"/>
                  <a:pt x="1260253" y="108922"/>
                </a:cubicBezTo>
                <a:cubicBezTo>
                  <a:pt x="1258634" y="118923"/>
                  <a:pt x="1257110" y="129401"/>
                  <a:pt x="1256062" y="139878"/>
                </a:cubicBezTo>
                <a:cubicBezTo>
                  <a:pt x="1255014" y="151403"/>
                  <a:pt x="1257110" y="378194"/>
                  <a:pt x="1257110" y="378194"/>
                </a:cubicBezTo>
                <a:cubicBezTo>
                  <a:pt x="1257110" y="382385"/>
                  <a:pt x="1262348" y="383432"/>
                  <a:pt x="1265492" y="383432"/>
                </a:cubicBezTo>
                <a:cubicBezTo>
                  <a:pt x="1268635" y="383432"/>
                  <a:pt x="1271778" y="382861"/>
                  <a:pt x="1274350" y="382861"/>
                </a:cubicBezTo>
                <a:cubicBezTo>
                  <a:pt x="1283208" y="382861"/>
                  <a:pt x="1292733" y="383432"/>
                  <a:pt x="1301591" y="383909"/>
                </a:cubicBezTo>
                <a:cubicBezTo>
                  <a:pt x="1312069" y="383909"/>
                  <a:pt x="1322546" y="382861"/>
                  <a:pt x="1331405" y="381813"/>
                </a:cubicBezTo>
                <a:cubicBezTo>
                  <a:pt x="1334548" y="381813"/>
                  <a:pt x="1336643" y="378670"/>
                  <a:pt x="1335596" y="375527"/>
                </a:cubicBezTo>
                <a:cubicBezTo>
                  <a:pt x="1334072" y="370288"/>
                  <a:pt x="1335024" y="359810"/>
                  <a:pt x="1335596" y="354095"/>
                </a:cubicBezTo>
                <a:cubicBezTo>
                  <a:pt x="1336643" y="334188"/>
                  <a:pt x="1335024" y="316853"/>
                  <a:pt x="1336072" y="299612"/>
                </a:cubicBezTo>
                <a:cubicBezTo>
                  <a:pt x="1337120" y="281229"/>
                  <a:pt x="1330833" y="243510"/>
                  <a:pt x="1334548" y="228365"/>
                </a:cubicBezTo>
                <a:cubicBezTo>
                  <a:pt x="1335596" y="221603"/>
                  <a:pt x="1337691" y="215792"/>
                  <a:pt x="1339215" y="210554"/>
                </a:cubicBezTo>
                <a:lnTo>
                  <a:pt x="1340263" y="204743"/>
                </a:lnTo>
                <a:cubicBezTo>
                  <a:pt x="1342930" y="193218"/>
                  <a:pt x="1348073" y="184360"/>
                  <a:pt x="1354931" y="176454"/>
                </a:cubicBezTo>
                <a:cubicBezTo>
                  <a:pt x="1361694" y="167596"/>
                  <a:pt x="1375315" y="163310"/>
                  <a:pt x="1392079" y="162262"/>
                </a:cubicBezTo>
                <a:cubicBezTo>
                  <a:pt x="1422464" y="160166"/>
                  <a:pt x="1428179" y="183217"/>
                  <a:pt x="1431893" y="206839"/>
                </a:cubicBezTo>
                <a:cubicBezTo>
                  <a:pt x="1431893" y="213602"/>
                  <a:pt x="1432941" y="220460"/>
                  <a:pt x="1433989" y="227222"/>
                </a:cubicBezTo>
                <a:cubicBezTo>
                  <a:pt x="1435037" y="231985"/>
                  <a:pt x="1433513" y="305804"/>
                  <a:pt x="1433513" y="306375"/>
                </a:cubicBezTo>
                <a:cubicBezTo>
                  <a:pt x="1433513" y="330950"/>
                  <a:pt x="1435037" y="347809"/>
                  <a:pt x="1431893" y="374479"/>
                </a:cubicBezTo>
                <a:lnTo>
                  <a:pt x="1432465" y="377051"/>
                </a:lnTo>
                <a:lnTo>
                  <a:pt x="1431893" y="379718"/>
                </a:lnTo>
                <a:cubicBezTo>
                  <a:pt x="1430369" y="388671"/>
                  <a:pt x="1449705" y="386004"/>
                  <a:pt x="1454468" y="386576"/>
                </a:cubicBezTo>
                <a:cubicBezTo>
                  <a:pt x="1461802" y="386576"/>
                  <a:pt x="1469708" y="387147"/>
                  <a:pt x="1478566" y="388671"/>
                </a:cubicBezTo>
                <a:lnTo>
                  <a:pt x="1483233" y="389147"/>
                </a:lnTo>
                <a:lnTo>
                  <a:pt x="1487424" y="389147"/>
                </a:lnTo>
                <a:lnTo>
                  <a:pt x="1490567" y="388671"/>
                </a:lnTo>
                <a:cubicBezTo>
                  <a:pt x="1494187" y="388100"/>
                  <a:pt x="1497902" y="388100"/>
                  <a:pt x="1501045" y="388671"/>
                </a:cubicBezTo>
                <a:cubicBezTo>
                  <a:pt x="1504760" y="388671"/>
                  <a:pt x="1511522" y="390195"/>
                  <a:pt x="1512570" y="384480"/>
                </a:cubicBezTo>
                <a:cubicBezTo>
                  <a:pt x="1515713" y="365144"/>
                  <a:pt x="1515713" y="304280"/>
                  <a:pt x="1515142" y="294945"/>
                </a:cubicBezTo>
                <a:cubicBezTo>
                  <a:pt x="1516761" y="287611"/>
                  <a:pt x="1514666" y="279229"/>
                  <a:pt x="1515142" y="271895"/>
                </a:cubicBezTo>
                <a:cubicBezTo>
                  <a:pt x="1515713" y="261417"/>
                  <a:pt x="1514666" y="250463"/>
                  <a:pt x="1515142" y="239414"/>
                </a:cubicBezTo>
                <a:cubicBezTo>
                  <a:pt x="1516189" y="210649"/>
                  <a:pt x="1509427" y="173978"/>
                  <a:pt x="1505712" y="154547"/>
                </a:cubicBezTo>
                <a:cubicBezTo>
                  <a:pt x="1498854" y="135116"/>
                  <a:pt x="1485233" y="120542"/>
                  <a:pt x="1470089" y="109970"/>
                </a:cubicBezTo>
                <a:cubicBezTo>
                  <a:pt x="1464850" y="106826"/>
                  <a:pt x="1461707" y="104731"/>
                  <a:pt x="1454372" y="103207"/>
                </a:cubicBezTo>
                <a:cubicBezTo>
                  <a:pt x="1444466" y="100540"/>
                  <a:pt x="1434941" y="96920"/>
                  <a:pt x="1424559" y="96349"/>
                </a:cubicBezTo>
                <a:cubicBezTo>
                  <a:pt x="1414558" y="95777"/>
                  <a:pt x="1404652" y="93777"/>
                  <a:pt x="1394174" y="95777"/>
                </a:cubicBezTo>
                <a:cubicBezTo>
                  <a:pt x="1378934" y="98921"/>
                  <a:pt x="1365314" y="106255"/>
                  <a:pt x="1353788" y="114637"/>
                </a:cubicBezTo>
                <a:cubicBezTo>
                  <a:pt x="1345978" y="118352"/>
                  <a:pt x="1341787" y="126638"/>
                  <a:pt x="1334357" y="130353"/>
                </a:cubicBezTo>
                <a:moveTo>
                  <a:pt x="1089184" y="158642"/>
                </a:moveTo>
                <a:cubicBezTo>
                  <a:pt x="1077659" y="152356"/>
                  <a:pt x="1064038" y="155499"/>
                  <a:pt x="1052513" y="158642"/>
                </a:cubicBezTo>
                <a:cubicBezTo>
                  <a:pt x="1048322" y="160262"/>
                  <a:pt x="1044131" y="160738"/>
                  <a:pt x="1039368" y="162833"/>
                </a:cubicBezTo>
                <a:lnTo>
                  <a:pt x="1036701" y="164929"/>
                </a:lnTo>
                <a:lnTo>
                  <a:pt x="1029938" y="169120"/>
                </a:lnTo>
                <a:cubicBezTo>
                  <a:pt x="1024128" y="171215"/>
                  <a:pt x="1020509" y="177502"/>
                  <a:pt x="1016794" y="182264"/>
                </a:cubicBezTo>
                <a:cubicBezTo>
                  <a:pt x="1011555" y="189599"/>
                  <a:pt x="1008888" y="199028"/>
                  <a:pt x="1006316" y="207887"/>
                </a:cubicBezTo>
                <a:cubicBezTo>
                  <a:pt x="1003173" y="217793"/>
                  <a:pt x="1014127" y="221507"/>
                  <a:pt x="1022033" y="219412"/>
                </a:cubicBezTo>
                <a:lnTo>
                  <a:pt x="1025176" y="218840"/>
                </a:lnTo>
                <a:cubicBezTo>
                  <a:pt x="1025747" y="218840"/>
                  <a:pt x="1113187" y="221507"/>
                  <a:pt x="1115759" y="221507"/>
                </a:cubicBezTo>
                <a:cubicBezTo>
                  <a:pt x="1121569" y="221507"/>
                  <a:pt x="1127284" y="219888"/>
                  <a:pt x="1132523" y="215697"/>
                </a:cubicBezTo>
                <a:cubicBezTo>
                  <a:pt x="1140905" y="208934"/>
                  <a:pt x="1129856" y="185884"/>
                  <a:pt x="1125760" y="179597"/>
                </a:cubicBezTo>
                <a:cubicBezTo>
                  <a:pt x="1120997" y="172263"/>
                  <a:pt x="1115282" y="170168"/>
                  <a:pt x="1107948" y="165977"/>
                </a:cubicBezTo>
                <a:cubicBezTo>
                  <a:pt x="1101090" y="162833"/>
                  <a:pt x="1096994" y="159690"/>
                  <a:pt x="1089089" y="158642"/>
                </a:cubicBezTo>
                <a:moveTo>
                  <a:pt x="1126236" y="207887"/>
                </a:moveTo>
                <a:cubicBezTo>
                  <a:pt x="1123093" y="210554"/>
                  <a:pt x="1119473" y="211601"/>
                  <a:pt x="1115282" y="211601"/>
                </a:cubicBezTo>
                <a:cubicBezTo>
                  <a:pt x="1113187" y="211601"/>
                  <a:pt x="1026224" y="208934"/>
                  <a:pt x="1023080" y="208934"/>
                </a:cubicBezTo>
                <a:lnTo>
                  <a:pt x="1019937" y="209506"/>
                </a:lnTo>
                <a:cubicBezTo>
                  <a:pt x="1018318" y="210077"/>
                  <a:pt x="1017270" y="210554"/>
                  <a:pt x="1016222" y="210077"/>
                </a:cubicBezTo>
                <a:cubicBezTo>
                  <a:pt x="1018318" y="202743"/>
                  <a:pt x="1020413" y="194361"/>
                  <a:pt x="1024604" y="188075"/>
                </a:cubicBezTo>
                <a:cubicBezTo>
                  <a:pt x="1026224" y="185979"/>
                  <a:pt x="1030891" y="179216"/>
                  <a:pt x="1034510" y="178169"/>
                </a:cubicBezTo>
                <a:lnTo>
                  <a:pt x="1042892" y="173501"/>
                </a:lnTo>
                <a:lnTo>
                  <a:pt x="1044988" y="171406"/>
                </a:lnTo>
                <a:cubicBezTo>
                  <a:pt x="1048131" y="169787"/>
                  <a:pt x="1051751" y="169787"/>
                  <a:pt x="1054894" y="168739"/>
                </a:cubicBezTo>
                <a:cubicBezTo>
                  <a:pt x="1063752" y="166072"/>
                  <a:pt x="1076325" y="162929"/>
                  <a:pt x="1086803" y="168739"/>
                </a:cubicBezTo>
                <a:cubicBezTo>
                  <a:pt x="1093089" y="169310"/>
                  <a:pt x="1097852" y="172454"/>
                  <a:pt x="1103090" y="175025"/>
                </a:cubicBezTo>
                <a:cubicBezTo>
                  <a:pt x="1108329" y="178169"/>
                  <a:pt x="1113568" y="179788"/>
                  <a:pt x="1117283" y="185503"/>
                </a:cubicBezTo>
                <a:cubicBezTo>
                  <a:pt x="1121474" y="191218"/>
                  <a:pt x="1124141" y="200171"/>
                  <a:pt x="1126141" y="207982"/>
                </a:cubicBezTo>
                <a:moveTo>
                  <a:pt x="1140333" y="304375"/>
                </a:moveTo>
                <a:cubicBezTo>
                  <a:pt x="1156049" y="301803"/>
                  <a:pt x="1173385" y="302851"/>
                  <a:pt x="1189101" y="303327"/>
                </a:cubicBezTo>
                <a:cubicBezTo>
                  <a:pt x="1185958" y="313805"/>
                  <a:pt x="1182815" y="321139"/>
                  <a:pt x="1178624" y="328473"/>
                </a:cubicBezTo>
                <a:cubicBezTo>
                  <a:pt x="1176052" y="331045"/>
                  <a:pt x="1173385" y="333712"/>
                  <a:pt x="1171861" y="337331"/>
                </a:cubicBezTo>
                <a:cubicBezTo>
                  <a:pt x="1169194" y="341522"/>
                  <a:pt x="1163479" y="346761"/>
                  <a:pt x="1160336" y="348857"/>
                </a:cubicBezTo>
                <a:cubicBezTo>
                  <a:pt x="1154525" y="354095"/>
                  <a:pt x="1146715" y="356191"/>
                  <a:pt x="1138904" y="360382"/>
                </a:cubicBezTo>
                <a:lnTo>
                  <a:pt x="1136237" y="362954"/>
                </a:lnTo>
                <a:lnTo>
                  <a:pt x="1133570" y="364573"/>
                </a:lnTo>
                <a:cubicBezTo>
                  <a:pt x="1129379" y="365144"/>
                  <a:pt x="1126236" y="368764"/>
                  <a:pt x="1122045" y="370288"/>
                </a:cubicBezTo>
                <a:lnTo>
                  <a:pt x="1116806" y="371907"/>
                </a:lnTo>
                <a:cubicBezTo>
                  <a:pt x="1115187" y="372479"/>
                  <a:pt x="1113663" y="372955"/>
                  <a:pt x="1112139" y="373526"/>
                </a:cubicBezTo>
                <a:cubicBezTo>
                  <a:pt x="1088517" y="376098"/>
                  <a:pt x="1056037" y="381908"/>
                  <a:pt x="1032510" y="371907"/>
                </a:cubicBezTo>
                <a:cubicBezTo>
                  <a:pt x="1023557" y="370288"/>
                  <a:pt x="1015175" y="365621"/>
                  <a:pt x="1006316" y="364001"/>
                </a:cubicBezTo>
                <a:cubicBezTo>
                  <a:pt x="994315" y="357715"/>
                  <a:pt x="984790" y="351428"/>
                  <a:pt x="976979" y="341522"/>
                </a:cubicBezTo>
                <a:cubicBezTo>
                  <a:pt x="961739" y="330473"/>
                  <a:pt x="957548" y="307423"/>
                  <a:pt x="948690" y="291230"/>
                </a:cubicBezTo>
                <a:cubicBezTo>
                  <a:pt x="948119" y="287039"/>
                  <a:pt x="947071" y="283420"/>
                  <a:pt x="946023" y="280753"/>
                </a:cubicBezTo>
                <a:lnTo>
                  <a:pt x="944404" y="276562"/>
                </a:lnTo>
                <a:cubicBezTo>
                  <a:pt x="944404" y="275990"/>
                  <a:pt x="943356" y="271799"/>
                  <a:pt x="943356" y="270275"/>
                </a:cubicBezTo>
                <a:cubicBezTo>
                  <a:pt x="942308" y="266084"/>
                  <a:pt x="940784" y="261417"/>
                  <a:pt x="941261" y="256655"/>
                </a:cubicBezTo>
                <a:lnTo>
                  <a:pt x="941832" y="252940"/>
                </a:lnTo>
                <a:lnTo>
                  <a:pt x="942404" y="249320"/>
                </a:lnTo>
                <a:lnTo>
                  <a:pt x="942404" y="245606"/>
                </a:lnTo>
                <a:cubicBezTo>
                  <a:pt x="942880" y="243510"/>
                  <a:pt x="942880" y="240843"/>
                  <a:pt x="942880" y="238843"/>
                </a:cubicBezTo>
                <a:cubicBezTo>
                  <a:pt x="943451" y="222555"/>
                  <a:pt x="957548" y="182741"/>
                  <a:pt x="968026" y="170168"/>
                </a:cubicBezTo>
                <a:cubicBezTo>
                  <a:pt x="970121" y="162833"/>
                  <a:pt x="976884" y="159214"/>
                  <a:pt x="980027" y="152356"/>
                </a:cubicBezTo>
                <a:cubicBezTo>
                  <a:pt x="991553" y="141878"/>
                  <a:pt x="1002506" y="128258"/>
                  <a:pt x="1018223" y="123019"/>
                </a:cubicBezTo>
                <a:cubicBezTo>
                  <a:pt x="1027652" y="119876"/>
                  <a:pt x="1038130" y="114637"/>
                  <a:pt x="1049084" y="114161"/>
                </a:cubicBezTo>
                <a:cubicBezTo>
                  <a:pt x="1067943" y="111494"/>
                  <a:pt x="1087850" y="110446"/>
                  <a:pt x="1106710" y="114732"/>
                </a:cubicBezTo>
                <a:lnTo>
                  <a:pt x="1110425" y="115780"/>
                </a:lnTo>
                <a:cubicBezTo>
                  <a:pt x="1121378" y="118923"/>
                  <a:pt x="1130808" y="123114"/>
                  <a:pt x="1139762" y="127781"/>
                </a:cubicBezTo>
                <a:cubicBezTo>
                  <a:pt x="1146048" y="134068"/>
                  <a:pt x="1153382" y="140354"/>
                  <a:pt x="1158621" y="149784"/>
                </a:cubicBezTo>
                <a:cubicBezTo>
                  <a:pt x="1177481" y="166548"/>
                  <a:pt x="1185386" y="195409"/>
                  <a:pt x="1190625" y="227318"/>
                </a:cubicBezTo>
                <a:lnTo>
                  <a:pt x="1191197" y="232080"/>
                </a:lnTo>
                <a:lnTo>
                  <a:pt x="1191197" y="235795"/>
                </a:lnTo>
                <a:lnTo>
                  <a:pt x="1191673" y="242081"/>
                </a:lnTo>
                <a:lnTo>
                  <a:pt x="1193292" y="249987"/>
                </a:lnTo>
                <a:lnTo>
                  <a:pt x="1194340" y="254654"/>
                </a:lnTo>
                <a:cubicBezTo>
                  <a:pt x="1183862" y="256274"/>
                  <a:pt x="1172909" y="253035"/>
                  <a:pt x="1161860" y="253035"/>
                </a:cubicBezTo>
                <a:cubicBezTo>
                  <a:pt x="1154525" y="252464"/>
                  <a:pt x="1095851" y="256178"/>
                  <a:pt x="1089565" y="256178"/>
                </a:cubicBezTo>
                <a:cubicBezTo>
                  <a:pt x="1082231" y="256178"/>
                  <a:pt x="1074325" y="256178"/>
                  <a:pt x="1066514" y="257226"/>
                </a:cubicBezTo>
                <a:cubicBezTo>
                  <a:pt x="1049750" y="258845"/>
                  <a:pt x="1032510" y="258274"/>
                  <a:pt x="1015175" y="258274"/>
                </a:cubicBezTo>
                <a:cubicBezTo>
                  <a:pt x="1000982" y="258274"/>
                  <a:pt x="1004697" y="283896"/>
                  <a:pt x="1006793" y="292850"/>
                </a:cubicBezTo>
                <a:lnTo>
                  <a:pt x="1008888" y="298088"/>
                </a:lnTo>
                <a:lnTo>
                  <a:pt x="1010507" y="302279"/>
                </a:lnTo>
                <a:cubicBezTo>
                  <a:pt x="1011079" y="303327"/>
                  <a:pt x="1011555" y="304375"/>
                  <a:pt x="1012127" y="305423"/>
                </a:cubicBezTo>
                <a:lnTo>
                  <a:pt x="1014222" y="308090"/>
                </a:lnTo>
                <a:lnTo>
                  <a:pt x="1017365" y="312281"/>
                </a:lnTo>
                <a:lnTo>
                  <a:pt x="1022604" y="317519"/>
                </a:lnTo>
                <a:lnTo>
                  <a:pt x="1027843" y="323806"/>
                </a:lnTo>
                <a:cubicBezTo>
                  <a:pt x="1034129" y="331140"/>
                  <a:pt x="1047274" y="336379"/>
                  <a:pt x="1057180" y="336950"/>
                </a:cubicBezTo>
                <a:cubicBezTo>
                  <a:pt x="1058228" y="336950"/>
                  <a:pt x="1059847" y="337522"/>
                  <a:pt x="1060799" y="337522"/>
                </a:cubicBezTo>
                <a:cubicBezTo>
                  <a:pt x="1071848" y="337522"/>
                  <a:pt x="1083850" y="336950"/>
                  <a:pt x="1094327" y="333807"/>
                </a:cubicBezTo>
                <a:cubicBezTo>
                  <a:pt x="1105281" y="331140"/>
                  <a:pt x="1136237" y="319139"/>
                  <a:pt x="1139857" y="304470"/>
                </a:cubicBezTo>
                <a:lnTo>
                  <a:pt x="1140428" y="304470"/>
                </a:lnTo>
                <a:close/>
                <a:moveTo>
                  <a:pt x="1015651" y="268275"/>
                </a:moveTo>
                <a:cubicBezTo>
                  <a:pt x="1033463" y="268275"/>
                  <a:pt x="1050703" y="268847"/>
                  <a:pt x="1068038" y="267227"/>
                </a:cubicBezTo>
                <a:cubicBezTo>
                  <a:pt x="1075373" y="266180"/>
                  <a:pt x="1082707" y="266180"/>
                  <a:pt x="1089470" y="266180"/>
                </a:cubicBezTo>
                <a:cubicBezTo>
                  <a:pt x="1095756" y="266180"/>
                  <a:pt x="1156049" y="262560"/>
                  <a:pt x="1161764" y="263036"/>
                </a:cubicBezTo>
                <a:cubicBezTo>
                  <a:pt x="1168527" y="263036"/>
                  <a:pt x="1175957" y="264084"/>
                  <a:pt x="1182719" y="264656"/>
                </a:cubicBezTo>
                <a:cubicBezTo>
                  <a:pt x="1210532" y="267227"/>
                  <a:pt x="1204722" y="260465"/>
                  <a:pt x="1201579" y="240557"/>
                </a:cubicBezTo>
                <a:lnTo>
                  <a:pt x="1201007" y="235319"/>
                </a:lnTo>
                <a:lnTo>
                  <a:pt x="1201007" y="231128"/>
                </a:lnTo>
                <a:lnTo>
                  <a:pt x="1200436" y="225889"/>
                </a:lnTo>
                <a:cubicBezTo>
                  <a:pt x="1195197" y="194456"/>
                  <a:pt x="1186815" y="162452"/>
                  <a:pt x="1165860" y="142545"/>
                </a:cubicBezTo>
                <a:cubicBezTo>
                  <a:pt x="1161193" y="133687"/>
                  <a:pt x="1153287" y="126829"/>
                  <a:pt x="1144905" y="119495"/>
                </a:cubicBezTo>
                <a:cubicBezTo>
                  <a:pt x="1136047" y="114256"/>
                  <a:pt x="1127093" y="110541"/>
                  <a:pt x="1116616" y="107493"/>
                </a:cubicBezTo>
                <a:lnTo>
                  <a:pt x="1112425" y="105874"/>
                </a:lnTo>
                <a:lnTo>
                  <a:pt x="1108710" y="105302"/>
                </a:lnTo>
                <a:cubicBezTo>
                  <a:pt x="1088803" y="100064"/>
                  <a:pt x="1067848" y="101111"/>
                  <a:pt x="1047369" y="104255"/>
                </a:cubicBezTo>
                <a:cubicBezTo>
                  <a:pt x="1035844" y="105302"/>
                  <a:pt x="1025366" y="109970"/>
                  <a:pt x="1014889" y="113113"/>
                </a:cubicBezTo>
                <a:cubicBezTo>
                  <a:pt x="997077" y="119399"/>
                  <a:pt x="985552" y="133592"/>
                  <a:pt x="970883" y="147689"/>
                </a:cubicBezTo>
                <a:cubicBezTo>
                  <a:pt x="967740" y="154451"/>
                  <a:pt x="962025" y="156071"/>
                  <a:pt x="958310" y="165977"/>
                </a:cubicBezTo>
                <a:cubicBezTo>
                  <a:pt x="949452" y="176930"/>
                  <a:pt x="935260" y="214173"/>
                  <a:pt x="933164" y="230366"/>
                </a:cubicBezTo>
                <a:cubicBezTo>
                  <a:pt x="932593" y="235128"/>
                  <a:pt x="933164" y="239795"/>
                  <a:pt x="932117" y="244558"/>
                </a:cubicBezTo>
                <a:lnTo>
                  <a:pt x="932117" y="248273"/>
                </a:lnTo>
                <a:lnTo>
                  <a:pt x="931545" y="251416"/>
                </a:lnTo>
                <a:lnTo>
                  <a:pt x="930974" y="255607"/>
                </a:lnTo>
                <a:cubicBezTo>
                  <a:pt x="930402" y="261417"/>
                  <a:pt x="932021" y="267132"/>
                  <a:pt x="933069" y="272371"/>
                </a:cubicBezTo>
                <a:cubicBezTo>
                  <a:pt x="933069" y="274466"/>
                  <a:pt x="934117" y="278657"/>
                  <a:pt x="934688" y="280181"/>
                </a:cubicBezTo>
                <a:lnTo>
                  <a:pt x="936308" y="284372"/>
                </a:lnTo>
                <a:cubicBezTo>
                  <a:pt x="937355" y="287039"/>
                  <a:pt x="938403" y="289611"/>
                  <a:pt x="938403" y="292754"/>
                </a:cubicBezTo>
                <a:lnTo>
                  <a:pt x="938975" y="295421"/>
                </a:lnTo>
                <a:cubicBezTo>
                  <a:pt x="949928" y="313233"/>
                  <a:pt x="952119" y="335807"/>
                  <a:pt x="969836" y="349428"/>
                </a:cubicBezTo>
                <a:cubicBezTo>
                  <a:pt x="978218" y="359906"/>
                  <a:pt x="989267" y="367240"/>
                  <a:pt x="1003363" y="374003"/>
                </a:cubicBezTo>
                <a:cubicBezTo>
                  <a:pt x="1012793" y="375622"/>
                  <a:pt x="1020699" y="379718"/>
                  <a:pt x="1029557" y="381908"/>
                </a:cubicBezTo>
                <a:cubicBezTo>
                  <a:pt x="1054703" y="392386"/>
                  <a:pt x="1087184" y="386099"/>
                  <a:pt x="1114901" y="382956"/>
                </a:cubicBezTo>
                <a:cubicBezTo>
                  <a:pt x="1116521" y="382385"/>
                  <a:pt x="1118045" y="381908"/>
                  <a:pt x="1119092" y="381432"/>
                </a:cubicBezTo>
                <a:lnTo>
                  <a:pt x="1124903" y="379813"/>
                </a:lnTo>
                <a:cubicBezTo>
                  <a:pt x="1128046" y="378765"/>
                  <a:pt x="1131665" y="377146"/>
                  <a:pt x="1134332" y="374574"/>
                </a:cubicBezTo>
                <a:cubicBezTo>
                  <a:pt x="1136428" y="374574"/>
                  <a:pt x="1138047" y="373526"/>
                  <a:pt x="1139571" y="372479"/>
                </a:cubicBezTo>
                <a:lnTo>
                  <a:pt x="1142238" y="370383"/>
                </a:lnTo>
                <a:lnTo>
                  <a:pt x="1144905" y="368288"/>
                </a:lnTo>
                <a:cubicBezTo>
                  <a:pt x="1152239" y="365144"/>
                  <a:pt x="1159574" y="362573"/>
                  <a:pt x="1165860" y="357239"/>
                </a:cubicBezTo>
                <a:cubicBezTo>
                  <a:pt x="1170623" y="354095"/>
                  <a:pt x="1176909" y="347333"/>
                  <a:pt x="1181100" y="341046"/>
                </a:cubicBezTo>
                <a:cubicBezTo>
                  <a:pt x="1182148" y="338379"/>
                  <a:pt x="1184815" y="336284"/>
                  <a:pt x="1187387" y="333712"/>
                </a:cubicBezTo>
                <a:cubicBezTo>
                  <a:pt x="1190530" y="327425"/>
                  <a:pt x="1209389" y="292850"/>
                  <a:pt x="1195769" y="293326"/>
                </a:cubicBezTo>
                <a:cubicBezTo>
                  <a:pt x="1190054" y="293897"/>
                  <a:pt x="1184243" y="293326"/>
                  <a:pt x="1179005" y="292278"/>
                </a:cubicBezTo>
                <a:cubicBezTo>
                  <a:pt x="1172718" y="291707"/>
                  <a:pt x="1141286" y="293897"/>
                  <a:pt x="1138142" y="294374"/>
                </a:cubicBezTo>
                <a:lnTo>
                  <a:pt x="1133951" y="295421"/>
                </a:lnTo>
                <a:lnTo>
                  <a:pt x="1130237" y="301232"/>
                </a:lnTo>
                <a:cubicBezTo>
                  <a:pt x="1125569" y="309614"/>
                  <a:pt x="1109853" y="319043"/>
                  <a:pt x="1091470" y="324282"/>
                </a:cubicBezTo>
                <a:cubicBezTo>
                  <a:pt x="1082040" y="326949"/>
                  <a:pt x="1070515" y="327425"/>
                  <a:pt x="1060514" y="327425"/>
                </a:cubicBezTo>
                <a:lnTo>
                  <a:pt x="1055846" y="326378"/>
                </a:lnTo>
                <a:cubicBezTo>
                  <a:pt x="1051655" y="327425"/>
                  <a:pt x="1038511" y="321139"/>
                  <a:pt x="1034891" y="316948"/>
                </a:cubicBezTo>
                <a:lnTo>
                  <a:pt x="1028129" y="309137"/>
                </a:lnTo>
                <a:lnTo>
                  <a:pt x="1024985" y="305423"/>
                </a:lnTo>
                <a:lnTo>
                  <a:pt x="1021842" y="301803"/>
                </a:lnTo>
                <a:lnTo>
                  <a:pt x="1019747" y="298088"/>
                </a:lnTo>
                <a:lnTo>
                  <a:pt x="1018127" y="294945"/>
                </a:lnTo>
                <a:lnTo>
                  <a:pt x="1016032" y="289230"/>
                </a:lnTo>
                <a:cubicBezTo>
                  <a:pt x="1014984" y="283420"/>
                  <a:pt x="1013365" y="273990"/>
                  <a:pt x="1015460" y="268275"/>
                </a:cubicBezTo>
                <a:moveTo>
                  <a:pt x="826865" y="368383"/>
                </a:moveTo>
                <a:lnTo>
                  <a:pt x="826865" y="356286"/>
                </a:lnTo>
                <a:cubicBezTo>
                  <a:pt x="826865" y="346856"/>
                  <a:pt x="827437" y="336950"/>
                  <a:pt x="827437" y="331712"/>
                </a:cubicBezTo>
                <a:cubicBezTo>
                  <a:pt x="828485" y="321234"/>
                  <a:pt x="825341" y="52534"/>
                  <a:pt x="825341" y="47771"/>
                </a:cubicBezTo>
                <a:lnTo>
                  <a:pt x="826865" y="17863"/>
                </a:lnTo>
                <a:lnTo>
                  <a:pt x="826865" y="15291"/>
                </a:lnTo>
                <a:cubicBezTo>
                  <a:pt x="833152" y="15291"/>
                  <a:pt x="840010" y="16339"/>
                  <a:pt x="846773" y="17387"/>
                </a:cubicBezTo>
                <a:lnTo>
                  <a:pt x="849916" y="17387"/>
                </a:lnTo>
                <a:lnTo>
                  <a:pt x="850963" y="16815"/>
                </a:lnTo>
                <a:lnTo>
                  <a:pt x="854107" y="17387"/>
                </a:lnTo>
                <a:lnTo>
                  <a:pt x="863537" y="17387"/>
                </a:lnTo>
                <a:lnTo>
                  <a:pt x="877157" y="17958"/>
                </a:lnTo>
                <a:cubicBezTo>
                  <a:pt x="880872" y="17958"/>
                  <a:pt x="887635" y="16910"/>
                  <a:pt x="887635" y="17958"/>
                </a:cubicBezTo>
                <a:lnTo>
                  <a:pt x="887635" y="19006"/>
                </a:lnTo>
                <a:cubicBezTo>
                  <a:pt x="887635" y="19006"/>
                  <a:pt x="888206" y="21673"/>
                  <a:pt x="888206" y="22721"/>
                </a:cubicBezTo>
                <a:cubicBezTo>
                  <a:pt x="889254" y="33198"/>
                  <a:pt x="884492" y="360572"/>
                  <a:pt x="884492" y="362192"/>
                </a:cubicBezTo>
                <a:lnTo>
                  <a:pt x="884492" y="370002"/>
                </a:lnTo>
                <a:lnTo>
                  <a:pt x="883920" y="370002"/>
                </a:lnTo>
                <a:cubicBezTo>
                  <a:pt x="869728" y="370002"/>
                  <a:pt x="857155" y="372669"/>
                  <a:pt x="843058" y="371621"/>
                </a:cubicBezTo>
                <a:cubicBezTo>
                  <a:pt x="837819" y="371621"/>
                  <a:pt x="832104" y="369526"/>
                  <a:pt x="826770" y="370002"/>
                </a:cubicBezTo>
                <a:lnTo>
                  <a:pt x="826770" y="368478"/>
                </a:lnTo>
                <a:close/>
                <a:moveTo>
                  <a:pt x="848106" y="7290"/>
                </a:moveTo>
                <a:cubicBezTo>
                  <a:pt x="839724" y="5671"/>
                  <a:pt x="830294" y="4623"/>
                  <a:pt x="821912" y="5195"/>
                </a:cubicBezTo>
                <a:cubicBezTo>
                  <a:pt x="815626" y="5195"/>
                  <a:pt x="817150" y="13577"/>
                  <a:pt x="817150" y="17196"/>
                </a:cubicBezTo>
                <a:lnTo>
                  <a:pt x="815531" y="47105"/>
                </a:lnTo>
                <a:cubicBezTo>
                  <a:pt x="815531" y="51867"/>
                  <a:pt x="818674" y="319996"/>
                  <a:pt x="817626" y="331045"/>
                </a:cubicBezTo>
                <a:cubicBezTo>
                  <a:pt x="817055" y="335807"/>
                  <a:pt x="817055" y="346761"/>
                  <a:pt x="817055" y="355715"/>
                </a:cubicBezTo>
                <a:lnTo>
                  <a:pt x="817055" y="372479"/>
                </a:lnTo>
                <a:cubicBezTo>
                  <a:pt x="816007" y="376670"/>
                  <a:pt x="818102" y="382385"/>
                  <a:pt x="823341" y="380861"/>
                </a:cubicBezTo>
                <a:cubicBezTo>
                  <a:pt x="829628" y="378765"/>
                  <a:pt x="836486" y="381432"/>
                  <a:pt x="842677" y="381432"/>
                </a:cubicBezTo>
                <a:cubicBezTo>
                  <a:pt x="856869" y="382480"/>
                  <a:pt x="871538" y="380384"/>
                  <a:pt x="885635" y="380384"/>
                </a:cubicBezTo>
                <a:lnTo>
                  <a:pt x="886682" y="380384"/>
                </a:lnTo>
                <a:cubicBezTo>
                  <a:pt x="892969" y="385052"/>
                  <a:pt x="894493" y="376670"/>
                  <a:pt x="895064" y="372479"/>
                </a:cubicBezTo>
                <a:lnTo>
                  <a:pt x="895064" y="369812"/>
                </a:lnTo>
                <a:lnTo>
                  <a:pt x="894493" y="367240"/>
                </a:lnTo>
                <a:lnTo>
                  <a:pt x="894493" y="362001"/>
                </a:lnTo>
                <a:cubicBezTo>
                  <a:pt x="894493" y="360382"/>
                  <a:pt x="899255" y="39866"/>
                  <a:pt x="898208" y="22054"/>
                </a:cubicBezTo>
                <a:cubicBezTo>
                  <a:pt x="898208" y="21006"/>
                  <a:pt x="897636" y="17291"/>
                  <a:pt x="897636" y="16339"/>
                </a:cubicBezTo>
                <a:cubicBezTo>
                  <a:pt x="897636" y="15767"/>
                  <a:pt x="897636" y="14720"/>
                  <a:pt x="897065" y="13196"/>
                </a:cubicBezTo>
                <a:cubicBezTo>
                  <a:pt x="895445" y="5861"/>
                  <a:pt x="883444" y="7385"/>
                  <a:pt x="877634" y="7957"/>
                </a:cubicBezTo>
                <a:lnTo>
                  <a:pt x="864013" y="7385"/>
                </a:lnTo>
                <a:lnTo>
                  <a:pt x="854583" y="6814"/>
                </a:lnTo>
                <a:lnTo>
                  <a:pt x="849344" y="6814"/>
                </a:lnTo>
                <a:lnTo>
                  <a:pt x="847725" y="7385"/>
                </a:lnTo>
                <a:close/>
                <a:moveTo>
                  <a:pt x="649034" y="158738"/>
                </a:moveTo>
                <a:cubicBezTo>
                  <a:pt x="637508" y="152451"/>
                  <a:pt x="623888" y="155594"/>
                  <a:pt x="612362" y="158738"/>
                </a:cubicBezTo>
                <a:cubicBezTo>
                  <a:pt x="608171" y="160357"/>
                  <a:pt x="603980" y="160833"/>
                  <a:pt x="599313" y="162929"/>
                </a:cubicBezTo>
                <a:lnTo>
                  <a:pt x="596646" y="165024"/>
                </a:lnTo>
                <a:lnTo>
                  <a:pt x="589788" y="169215"/>
                </a:lnTo>
                <a:cubicBezTo>
                  <a:pt x="584073" y="171311"/>
                  <a:pt x="580358" y="177597"/>
                  <a:pt x="576644" y="182360"/>
                </a:cubicBezTo>
                <a:cubicBezTo>
                  <a:pt x="571405" y="189694"/>
                  <a:pt x="568738" y="199124"/>
                  <a:pt x="566166" y="207982"/>
                </a:cubicBezTo>
                <a:cubicBezTo>
                  <a:pt x="563023" y="217888"/>
                  <a:pt x="573977" y="221603"/>
                  <a:pt x="581882" y="219507"/>
                </a:cubicBezTo>
                <a:lnTo>
                  <a:pt x="585026" y="218936"/>
                </a:lnTo>
                <a:cubicBezTo>
                  <a:pt x="585597" y="218936"/>
                  <a:pt x="673037" y="221603"/>
                  <a:pt x="675608" y="221603"/>
                </a:cubicBezTo>
                <a:cubicBezTo>
                  <a:pt x="681419" y="221603"/>
                  <a:pt x="687134" y="219983"/>
                  <a:pt x="692372" y="215792"/>
                </a:cubicBezTo>
                <a:cubicBezTo>
                  <a:pt x="700754" y="209030"/>
                  <a:pt x="689705" y="185979"/>
                  <a:pt x="685514" y="179693"/>
                </a:cubicBezTo>
                <a:cubicBezTo>
                  <a:pt x="680847" y="172358"/>
                  <a:pt x="675037" y="170263"/>
                  <a:pt x="667703" y="166072"/>
                </a:cubicBezTo>
                <a:cubicBezTo>
                  <a:pt x="660845" y="162929"/>
                  <a:pt x="656749" y="159785"/>
                  <a:pt x="648843" y="158738"/>
                </a:cubicBezTo>
                <a:moveTo>
                  <a:pt x="685990" y="207982"/>
                </a:moveTo>
                <a:cubicBezTo>
                  <a:pt x="682847" y="210649"/>
                  <a:pt x="679228" y="211697"/>
                  <a:pt x="675037" y="211697"/>
                </a:cubicBezTo>
                <a:cubicBezTo>
                  <a:pt x="672941" y="211697"/>
                  <a:pt x="585978" y="209030"/>
                  <a:pt x="582835" y="209030"/>
                </a:cubicBezTo>
                <a:lnTo>
                  <a:pt x="579692" y="209601"/>
                </a:lnTo>
                <a:cubicBezTo>
                  <a:pt x="578072" y="210173"/>
                  <a:pt x="577025" y="210649"/>
                  <a:pt x="575977" y="210173"/>
                </a:cubicBezTo>
                <a:cubicBezTo>
                  <a:pt x="578072" y="202838"/>
                  <a:pt x="580168" y="194456"/>
                  <a:pt x="584359" y="188170"/>
                </a:cubicBezTo>
                <a:cubicBezTo>
                  <a:pt x="585978" y="186074"/>
                  <a:pt x="590645" y="179312"/>
                  <a:pt x="594265" y="178264"/>
                </a:cubicBezTo>
                <a:lnTo>
                  <a:pt x="602647" y="173597"/>
                </a:lnTo>
                <a:lnTo>
                  <a:pt x="604742" y="171501"/>
                </a:lnTo>
                <a:cubicBezTo>
                  <a:pt x="607886" y="169882"/>
                  <a:pt x="611505" y="169882"/>
                  <a:pt x="614648" y="168834"/>
                </a:cubicBezTo>
                <a:cubicBezTo>
                  <a:pt x="623507" y="166167"/>
                  <a:pt x="636080" y="163024"/>
                  <a:pt x="646557" y="168834"/>
                </a:cubicBezTo>
                <a:cubicBezTo>
                  <a:pt x="652844" y="169406"/>
                  <a:pt x="657606" y="172549"/>
                  <a:pt x="662845" y="175121"/>
                </a:cubicBezTo>
                <a:cubicBezTo>
                  <a:pt x="668084" y="178264"/>
                  <a:pt x="673322" y="179883"/>
                  <a:pt x="677037" y="185598"/>
                </a:cubicBezTo>
                <a:cubicBezTo>
                  <a:pt x="681228" y="191313"/>
                  <a:pt x="683895" y="200267"/>
                  <a:pt x="685895" y="208077"/>
                </a:cubicBezTo>
                <a:moveTo>
                  <a:pt x="700088" y="304470"/>
                </a:moveTo>
                <a:cubicBezTo>
                  <a:pt x="715804" y="301898"/>
                  <a:pt x="733139" y="302946"/>
                  <a:pt x="748856" y="303422"/>
                </a:cubicBezTo>
                <a:cubicBezTo>
                  <a:pt x="745712" y="313900"/>
                  <a:pt x="742569" y="321234"/>
                  <a:pt x="738378" y="328568"/>
                </a:cubicBezTo>
                <a:cubicBezTo>
                  <a:pt x="735806" y="331140"/>
                  <a:pt x="733139" y="333807"/>
                  <a:pt x="731615" y="337427"/>
                </a:cubicBezTo>
                <a:cubicBezTo>
                  <a:pt x="728948" y="341618"/>
                  <a:pt x="723233" y="346856"/>
                  <a:pt x="720090" y="348952"/>
                </a:cubicBezTo>
                <a:cubicBezTo>
                  <a:pt x="714280" y="354191"/>
                  <a:pt x="706469" y="356286"/>
                  <a:pt x="698563" y="360477"/>
                </a:cubicBezTo>
                <a:lnTo>
                  <a:pt x="695992" y="363049"/>
                </a:lnTo>
                <a:lnTo>
                  <a:pt x="693325" y="364668"/>
                </a:lnTo>
                <a:cubicBezTo>
                  <a:pt x="689134" y="365240"/>
                  <a:pt x="685990" y="368859"/>
                  <a:pt x="681800" y="370383"/>
                </a:cubicBezTo>
                <a:lnTo>
                  <a:pt x="676561" y="372002"/>
                </a:lnTo>
                <a:lnTo>
                  <a:pt x="671798" y="373622"/>
                </a:lnTo>
                <a:cubicBezTo>
                  <a:pt x="648272" y="376193"/>
                  <a:pt x="615791" y="382004"/>
                  <a:pt x="592169" y="372002"/>
                </a:cubicBezTo>
                <a:cubicBezTo>
                  <a:pt x="583216" y="370383"/>
                  <a:pt x="574834" y="365716"/>
                  <a:pt x="565976" y="364097"/>
                </a:cubicBezTo>
                <a:cubicBezTo>
                  <a:pt x="553879" y="357810"/>
                  <a:pt x="544449" y="351524"/>
                  <a:pt x="536639" y="341618"/>
                </a:cubicBezTo>
                <a:cubicBezTo>
                  <a:pt x="521399" y="330569"/>
                  <a:pt x="517303" y="307518"/>
                  <a:pt x="508349" y="291326"/>
                </a:cubicBezTo>
                <a:cubicBezTo>
                  <a:pt x="507778" y="287135"/>
                  <a:pt x="506730" y="283515"/>
                  <a:pt x="505778" y="280848"/>
                </a:cubicBezTo>
                <a:lnTo>
                  <a:pt x="504158" y="276657"/>
                </a:lnTo>
                <a:cubicBezTo>
                  <a:pt x="504158" y="276086"/>
                  <a:pt x="503111" y="271895"/>
                  <a:pt x="503111" y="270371"/>
                </a:cubicBezTo>
                <a:cubicBezTo>
                  <a:pt x="502063" y="266180"/>
                  <a:pt x="500444" y="261512"/>
                  <a:pt x="501015" y="256750"/>
                </a:cubicBezTo>
                <a:lnTo>
                  <a:pt x="501587" y="253035"/>
                </a:lnTo>
                <a:lnTo>
                  <a:pt x="502158" y="249416"/>
                </a:lnTo>
                <a:lnTo>
                  <a:pt x="502158" y="245701"/>
                </a:lnTo>
                <a:cubicBezTo>
                  <a:pt x="502730" y="243605"/>
                  <a:pt x="502730" y="240938"/>
                  <a:pt x="502730" y="238938"/>
                </a:cubicBezTo>
                <a:cubicBezTo>
                  <a:pt x="503301" y="222650"/>
                  <a:pt x="517398" y="182836"/>
                  <a:pt x="527876" y="170263"/>
                </a:cubicBezTo>
                <a:cubicBezTo>
                  <a:pt x="529971" y="162929"/>
                  <a:pt x="536829" y="159309"/>
                  <a:pt x="539972" y="152451"/>
                </a:cubicBezTo>
                <a:cubicBezTo>
                  <a:pt x="551498" y="141974"/>
                  <a:pt x="562451" y="128353"/>
                  <a:pt x="578168" y="123114"/>
                </a:cubicBezTo>
                <a:cubicBezTo>
                  <a:pt x="587597" y="119971"/>
                  <a:pt x="598075" y="114732"/>
                  <a:pt x="609029" y="114256"/>
                </a:cubicBezTo>
                <a:cubicBezTo>
                  <a:pt x="627888" y="111589"/>
                  <a:pt x="647795" y="110541"/>
                  <a:pt x="666655" y="114827"/>
                </a:cubicBezTo>
                <a:lnTo>
                  <a:pt x="670370" y="115875"/>
                </a:lnTo>
                <a:cubicBezTo>
                  <a:pt x="681323" y="119018"/>
                  <a:pt x="690753" y="123209"/>
                  <a:pt x="699707" y="127877"/>
                </a:cubicBezTo>
                <a:cubicBezTo>
                  <a:pt x="705993" y="134163"/>
                  <a:pt x="713327" y="140450"/>
                  <a:pt x="718566" y="149879"/>
                </a:cubicBezTo>
                <a:cubicBezTo>
                  <a:pt x="737426" y="166643"/>
                  <a:pt x="745331" y="195504"/>
                  <a:pt x="750475" y="227413"/>
                </a:cubicBezTo>
                <a:lnTo>
                  <a:pt x="751046" y="232175"/>
                </a:lnTo>
                <a:lnTo>
                  <a:pt x="751046" y="235890"/>
                </a:lnTo>
                <a:lnTo>
                  <a:pt x="751618" y="242177"/>
                </a:lnTo>
                <a:lnTo>
                  <a:pt x="753237" y="250082"/>
                </a:lnTo>
                <a:lnTo>
                  <a:pt x="754285" y="254750"/>
                </a:lnTo>
                <a:cubicBezTo>
                  <a:pt x="743807" y="256369"/>
                  <a:pt x="732854" y="253130"/>
                  <a:pt x="721805" y="253130"/>
                </a:cubicBezTo>
                <a:cubicBezTo>
                  <a:pt x="714470" y="252559"/>
                  <a:pt x="655796" y="256274"/>
                  <a:pt x="649510" y="256274"/>
                </a:cubicBezTo>
                <a:cubicBezTo>
                  <a:pt x="642176" y="256274"/>
                  <a:pt x="634270" y="256274"/>
                  <a:pt x="626459" y="257321"/>
                </a:cubicBezTo>
                <a:cubicBezTo>
                  <a:pt x="609695" y="258941"/>
                  <a:pt x="592455" y="258369"/>
                  <a:pt x="575120" y="258369"/>
                </a:cubicBezTo>
                <a:cubicBezTo>
                  <a:pt x="560927" y="258369"/>
                  <a:pt x="564642" y="283991"/>
                  <a:pt x="566738" y="292945"/>
                </a:cubicBezTo>
                <a:lnTo>
                  <a:pt x="568833" y="298184"/>
                </a:lnTo>
                <a:lnTo>
                  <a:pt x="570452" y="302375"/>
                </a:lnTo>
                <a:lnTo>
                  <a:pt x="572072" y="305518"/>
                </a:lnTo>
                <a:lnTo>
                  <a:pt x="574167" y="308185"/>
                </a:lnTo>
                <a:lnTo>
                  <a:pt x="577310" y="312376"/>
                </a:lnTo>
                <a:lnTo>
                  <a:pt x="582549" y="317615"/>
                </a:lnTo>
                <a:lnTo>
                  <a:pt x="587788" y="323901"/>
                </a:lnTo>
                <a:cubicBezTo>
                  <a:pt x="594074" y="331235"/>
                  <a:pt x="607124" y="336474"/>
                  <a:pt x="617125" y="337046"/>
                </a:cubicBezTo>
                <a:cubicBezTo>
                  <a:pt x="618173" y="337046"/>
                  <a:pt x="619697" y="337617"/>
                  <a:pt x="620744" y="337617"/>
                </a:cubicBezTo>
                <a:cubicBezTo>
                  <a:pt x="631793" y="337617"/>
                  <a:pt x="643795" y="337046"/>
                  <a:pt x="654272" y="333902"/>
                </a:cubicBezTo>
                <a:cubicBezTo>
                  <a:pt x="665226" y="331235"/>
                  <a:pt x="696182" y="319234"/>
                  <a:pt x="699802" y="304565"/>
                </a:cubicBezTo>
                <a:lnTo>
                  <a:pt x="700373" y="304565"/>
                </a:lnTo>
                <a:close/>
                <a:moveTo>
                  <a:pt x="575405" y="268370"/>
                </a:moveTo>
                <a:cubicBezTo>
                  <a:pt x="593217" y="268370"/>
                  <a:pt x="610457" y="268942"/>
                  <a:pt x="627793" y="267323"/>
                </a:cubicBezTo>
                <a:cubicBezTo>
                  <a:pt x="635127" y="266275"/>
                  <a:pt x="642461" y="266275"/>
                  <a:pt x="649224" y="266275"/>
                </a:cubicBezTo>
                <a:cubicBezTo>
                  <a:pt x="655511" y="266275"/>
                  <a:pt x="715804" y="262655"/>
                  <a:pt x="721519" y="263132"/>
                </a:cubicBezTo>
                <a:cubicBezTo>
                  <a:pt x="728282" y="263132"/>
                  <a:pt x="735711" y="264179"/>
                  <a:pt x="742474" y="264751"/>
                </a:cubicBezTo>
                <a:cubicBezTo>
                  <a:pt x="770287" y="267323"/>
                  <a:pt x="764477" y="260560"/>
                  <a:pt x="761333" y="240653"/>
                </a:cubicBezTo>
                <a:lnTo>
                  <a:pt x="760762" y="235414"/>
                </a:lnTo>
                <a:lnTo>
                  <a:pt x="760762" y="231223"/>
                </a:lnTo>
                <a:lnTo>
                  <a:pt x="760190" y="225984"/>
                </a:lnTo>
                <a:cubicBezTo>
                  <a:pt x="754952" y="194552"/>
                  <a:pt x="746570" y="162548"/>
                  <a:pt x="725615" y="142640"/>
                </a:cubicBezTo>
                <a:cubicBezTo>
                  <a:pt x="720947" y="133782"/>
                  <a:pt x="713042" y="126924"/>
                  <a:pt x="704660" y="119590"/>
                </a:cubicBezTo>
                <a:cubicBezTo>
                  <a:pt x="695801" y="114351"/>
                  <a:pt x="686848" y="110636"/>
                  <a:pt x="676370" y="107588"/>
                </a:cubicBezTo>
                <a:lnTo>
                  <a:pt x="672179" y="105969"/>
                </a:lnTo>
                <a:lnTo>
                  <a:pt x="668560" y="105398"/>
                </a:lnTo>
                <a:cubicBezTo>
                  <a:pt x="648653" y="100159"/>
                  <a:pt x="627698" y="101207"/>
                  <a:pt x="607219" y="104350"/>
                </a:cubicBezTo>
                <a:cubicBezTo>
                  <a:pt x="595694" y="105398"/>
                  <a:pt x="585216" y="110065"/>
                  <a:pt x="574739" y="113208"/>
                </a:cubicBezTo>
                <a:cubicBezTo>
                  <a:pt x="556927" y="119495"/>
                  <a:pt x="545402" y="133687"/>
                  <a:pt x="530733" y="147784"/>
                </a:cubicBezTo>
                <a:cubicBezTo>
                  <a:pt x="527590" y="154547"/>
                  <a:pt x="521780" y="156166"/>
                  <a:pt x="518160" y="166072"/>
                </a:cubicBezTo>
                <a:cubicBezTo>
                  <a:pt x="509207" y="177026"/>
                  <a:pt x="495110" y="214268"/>
                  <a:pt x="493014" y="230461"/>
                </a:cubicBezTo>
                <a:cubicBezTo>
                  <a:pt x="492443" y="235223"/>
                  <a:pt x="493014" y="239891"/>
                  <a:pt x="491966" y="244653"/>
                </a:cubicBezTo>
                <a:lnTo>
                  <a:pt x="491966" y="248368"/>
                </a:lnTo>
                <a:lnTo>
                  <a:pt x="491395" y="251511"/>
                </a:lnTo>
                <a:lnTo>
                  <a:pt x="490823" y="255702"/>
                </a:lnTo>
                <a:cubicBezTo>
                  <a:pt x="490252" y="261512"/>
                  <a:pt x="491871" y="267227"/>
                  <a:pt x="492919" y="272466"/>
                </a:cubicBezTo>
                <a:cubicBezTo>
                  <a:pt x="492919" y="274562"/>
                  <a:pt x="493967" y="278753"/>
                  <a:pt x="494443" y="280277"/>
                </a:cubicBezTo>
                <a:lnTo>
                  <a:pt x="496062" y="284468"/>
                </a:lnTo>
                <a:cubicBezTo>
                  <a:pt x="497110" y="287135"/>
                  <a:pt x="498158" y="289706"/>
                  <a:pt x="498158" y="292850"/>
                </a:cubicBezTo>
                <a:lnTo>
                  <a:pt x="498729" y="295517"/>
                </a:lnTo>
                <a:cubicBezTo>
                  <a:pt x="509683" y="313328"/>
                  <a:pt x="511874" y="335903"/>
                  <a:pt x="529590" y="349523"/>
                </a:cubicBezTo>
                <a:cubicBezTo>
                  <a:pt x="537972" y="360001"/>
                  <a:pt x="548926" y="367335"/>
                  <a:pt x="563118" y="374098"/>
                </a:cubicBezTo>
                <a:cubicBezTo>
                  <a:pt x="572548" y="375717"/>
                  <a:pt x="580358" y="379813"/>
                  <a:pt x="589312" y="382004"/>
                </a:cubicBezTo>
                <a:cubicBezTo>
                  <a:pt x="614458" y="392481"/>
                  <a:pt x="646938" y="386195"/>
                  <a:pt x="674656" y="383051"/>
                </a:cubicBezTo>
                <a:cubicBezTo>
                  <a:pt x="676275" y="382480"/>
                  <a:pt x="677799" y="382004"/>
                  <a:pt x="678847" y="381527"/>
                </a:cubicBezTo>
                <a:lnTo>
                  <a:pt x="684562" y="379908"/>
                </a:lnTo>
                <a:cubicBezTo>
                  <a:pt x="687705" y="378860"/>
                  <a:pt x="691420" y="377241"/>
                  <a:pt x="693992" y="374669"/>
                </a:cubicBezTo>
                <a:cubicBezTo>
                  <a:pt x="696087" y="374669"/>
                  <a:pt x="697611" y="373622"/>
                  <a:pt x="699230" y="372574"/>
                </a:cubicBezTo>
                <a:lnTo>
                  <a:pt x="701897" y="370478"/>
                </a:lnTo>
                <a:lnTo>
                  <a:pt x="704564" y="368383"/>
                </a:lnTo>
                <a:cubicBezTo>
                  <a:pt x="711899" y="365240"/>
                  <a:pt x="719233" y="362668"/>
                  <a:pt x="725519" y="357334"/>
                </a:cubicBezTo>
                <a:cubicBezTo>
                  <a:pt x="730282" y="354191"/>
                  <a:pt x="736568" y="347428"/>
                  <a:pt x="740759" y="341141"/>
                </a:cubicBezTo>
                <a:cubicBezTo>
                  <a:pt x="741807" y="338474"/>
                  <a:pt x="744474" y="336379"/>
                  <a:pt x="747046" y="333807"/>
                </a:cubicBezTo>
                <a:cubicBezTo>
                  <a:pt x="750189" y="327521"/>
                  <a:pt x="769049" y="292945"/>
                  <a:pt x="755428" y="293421"/>
                </a:cubicBezTo>
                <a:cubicBezTo>
                  <a:pt x="749713" y="293993"/>
                  <a:pt x="743903" y="293421"/>
                  <a:pt x="738664" y="292373"/>
                </a:cubicBezTo>
                <a:cubicBezTo>
                  <a:pt x="732377" y="291802"/>
                  <a:pt x="700945" y="293993"/>
                  <a:pt x="697802" y="294469"/>
                </a:cubicBezTo>
                <a:lnTo>
                  <a:pt x="693611" y="295517"/>
                </a:lnTo>
                <a:lnTo>
                  <a:pt x="689896" y="301327"/>
                </a:lnTo>
                <a:cubicBezTo>
                  <a:pt x="685133" y="309709"/>
                  <a:pt x="669512" y="319139"/>
                  <a:pt x="651129" y="324377"/>
                </a:cubicBezTo>
                <a:cubicBezTo>
                  <a:pt x="641699" y="327044"/>
                  <a:pt x="630174" y="327521"/>
                  <a:pt x="620173" y="327521"/>
                </a:cubicBezTo>
                <a:lnTo>
                  <a:pt x="615506" y="326473"/>
                </a:lnTo>
                <a:cubicBezTo>
                  <a:pt x="611315" y="327521"/>
                  <a:pt x="598265" y="321234"/>
                  <a:pt x="594551" y="317043"/>
                </a:cubicBezTo>
                <a:lnTo>
                  <a:pt x="587693" y="309233"/>
                </a:lnTo>
                <a:lnTo>
                  <a:pt x="584549" y="305518"/>
                </a:lnTo>
                <a:lnTo>
                  <a:pt x="581406" y="301898"/>
                </a:lnTo>
                <a:lnTo>
                  <a:pt x="579311" y="298184"/>
                </a:lnTo>
                <a:lnTo>
                  <a:pt x="577691" y="295040"/>
                </a:lnTo>
                <a:lnTo>
                  <a:pt x="575596" y="289325"/>
                </a:lnTo>
                <a:cubicBezTo>
                  <a:pt x="574548" y="283515"/>
                  <a:pt x="573024" y="274085"/>
                  <a:pt x="575024" y="268370"/>
                </a:cubicBezTo>
                <a:moveTo>
                  <a:pt x="447866" y="13005"/>
                </a:moveTo>
                <a:cubicBezTo>
                  <a:pt x="447389" y="20816"/>
                  <a:pt x="447389" y="30817"/>
                  <a:pt x="448437" y="37580"/>
                </a:cubicBezTo>
                <a:cubicBezTo>
                  <a:pt x="448437" y="39199"/>
                  <a:pt x="448437" y="40247"/>
                  <a:pt x="449009" y="41294"/>
                </a:cubicBezTo>
                <a:lnTo>
                  <a:pt x="449580" y="43390"/>
                </a:lnTo>
                <a:cubicBezTo>
                  <a:pt x="449009" y="48152"/>
                  <a:pt x="450151" y="52820"/>
                  <a:pt x="450628" y="56534"/>
                </a:cubicBezTo>
                <a:lnTo>
                  <a:pt x="451199" y="62345"/>
                </a:lnTo>
                <a:cubicBezTo>
                  <a:pt x="432340" y="64440"/>
                  <a:pt x="416624" y="61297"/>
                  <a:pt x="398240" y="60725"/>
                </a:cubicBezTo>
                <a:lnTo>
                  <a:pt x="395573" y="60725"/>
                </a:lnTo>
                <a:lnTo>
                  <a:pt x="389858" y="61297"/>
                </a:lnTo>
                <a:lnTo>
                  <a:pt x="388334" y="61297"/>
                </a:lnTo>
                <a:lnTo>
                  <a:pt x="388334" y="56058"/>
                </a:lnTo>
                <a:cubicBezTo>
                  <a:pt x="388906" y="50248"/>
                  <a:pt x="388906" y="45009"/>
                  <a:pt x="388906" y="41866"/>
                </a:cubicBezTo>
                <a:cubicBezTo>
                  <a:pt x="389954" y="36627"/>
                  <a:pt x="390430" y="31388"/>
                  <a:pt x="390430" y="26150"/>
                </a:cubicBezTo>
                <a:lnTo>
                  <a:pt x="391001" y="18244"/>
                </a:lnTo>
                <a:lnTo>
                  <a:pt x="403003" y="17196"/>
                </a:lnTo>
                <a:lnTo>
                  <a:pt x="405098" y="17196"/>
                </a:lnTo>
                <a:lnTo>
                  <a:pt x="409289" y="16625"/>
                </a:lnTo>
                <a:lnTo>
                  <a:pt x="422434" y="15101"/>
                </a:lnTo>
                <a:cubicBezTo>
                  <a:pt x="430816" y="14053"/>
                  <a:pt x="439198" y="13005"/>
                  <a:pt x="448056" y="13005"/>
                </a:cubicBezTo>
                <a:moveTo>
                  <a:pt x="460629" y="54915"/>
                </a:moveTo>
                <a:cubicBezTo>
                  <a:pt x="459581" y="50724"/>
                  <a:pt x="459010" y="46533"/>
                  <a:pt x="458534" y="39199"/>
                </a:cubicBezTo>
                <a:lnTo>
                  <a:pt x="458534" y="36532"/>
                </a:lnTo>
                <a:cubicBezTo>
                  <a:pt x="457486" y="28721"/>
                  <a:pt x="457962" y="16148"/>
                  <a:pt x="457962" y="8719"/>
                </a:cubicBezTo>
                <a:cubicBezTo>
                  <a:pt x="457962" y="-1759"/>
                  <a:pt x="424434" y="4528"/>
                  <a:pt x="421291" y="5004"/>
                </a:cubicBezTo>
                <a:lnTo>
                  <a:pt x="408146" y="6052"/>
                </a:lnTo>
                <a:lnTo>
                  <a:pt x="403955" y="7100"/>
                </a:lnTo>
                <a:lnTo>
                  <a:pt x="401860" y="7100"/>
                </a:lnTo>
                <a:lnTo>
                  <a:pt x="387191" y="8147"/>
                </a:lnTo>
                <a:cubicBezTo>
                  <a:pt x="384048" y="7576"/>
                  <a:pt x="380905" y="9195"/>
                  <a:pt x="380905" y="13386"/>
                </a:cubicBezTo>
                <a:cubicBezTo>
                  <a:pt x="380905" y="22244"/>
                  <a:pt x="380333" y="31198"/>
                  <a:pt x="378809" y="40628"/>
                </a:cubicBezTo>
                <a:lnTo>
                  <a:pt x="378809" y="41675"/>
                </a:lnTo>
                <a:cubicBezTo>
                  <a:pt x="378809" y="44247"/>
                  <a:pt x="378809" y="49486"/>
                  <a:pt x="378238" y="55296"/>
                </a:cubicBezTo>
                <a:lnTo>
                  <a:pt x="377666" y="61583"/>
                </a:lnTo>
                <a:lnTo>
                  <a:pt x="377666" y="64250"/>
                </a:lnTo>
                <a:cubicBezTo>
                  <a:pt x="370808" y="75775"/>
                  <a:pt x="394430" y="69965"/>
                  <a:pt x="398145" y="70536"/>
                </a:cubicBezTo>
                <a:cubicBezTo>
                  <a:pt x="400812" y="71108"/>
                  <a:pt x="446913" y="74251"/>
                  <a:pt x="457867" y="71108"/>
                </a:cubicBezTo>
                <a:cubicBezTo>
                  <a:pt x="461486" y="70060"/>
                  <a:pt x="461486" y="66440"/>
                  <a:pt x="461486" y="63773"/>
                </a:cubicBezTo>
                <a:cubicBezTo>
                  <a:pt x="460915" y="61106"/>
                  <a:pt x="460439" y="57963"/>
                  <a:pt x="460439" y="54915"/>
                </a:cubicBezTo>
                <a:moveTo>
                  <a:pt x="445770" y="370288"/>
                </a:moveTo>
                <a:cubicBezTo>
                  <a:pt x="434721" y="369240"/>
                  <a:pt x="391287" y="369716"/>
                  <a:pt x="387096" y="370859"/>
                </a:cubicBezTo>
                <a:cubicBezTo>
                  <a:pt x="385477" y="370859"/>
                  <a:pt x="387096" y="370859"/>
                  <a:pt x="387096" y="370859"/>
                </a:cubicBezTo>
                <a:lnTo>
                  <a:pt x="387096" y="368764"/>
                </a:lnTo>
                <a:cubicBezTo>
                  <a:pt x="387096" y="363525"/>
                  <a:pt x="389668" y="152927"/>
                  <a:pt x="389668" y="151880"/>
                </a:cubicBezTo>
                <a:cubicBezTo>
                  <a:pt x="389668" y="144069"/>
                  <a:pt x="388144" y="135116"/>
                  <a:pt x="388620" y="126734"/>
                </a:cubicBezTo>
                <a:cubicBezTo>
                  <a:pt x="388620" y="124067"/>
                  <a:pt x="389096" y="121495"/>
                  <a:pt x="389096" y="119399"/>
                </a:cubicBezTo>
                <a:cubicBezTo>
                  <a:pt x="391763" y="119399"/>
                  <a:pt x="394335" y="119971"/>
                  <a:pt x="397002" y="119971"/>
                </a:cubicBezTo>
                <a:lnTo>
                  <a:pt x="441484" y="119399"/>
                </a:lnTo>
                <a:lnTo>
                  <a:pt x="443579" y="118828"/>
                </a:lnTo>
                <a:lnTo>
                  <a:pt x="445199" y="118828"/>
                </a:lnTo>
                <a:cubicBezTo>
                  <a:pt x="445770" y="132449"/>
                  <a:pt x="446246" y="147689"/>
                  <a:pt x="447770" y="162262"/>
                </a:cubicBezTo>
                <a:cubicBezTo>
                  <a:pt x="447770" y="163881"/>
                  <a:pt x="446723" y="212554"/>
                  <a:pt x="445675" y="263417"/>
                </a:cubicBezTo>
                <a:cubicBezTo>
                  <a:pt x="445103" y="306375"/>
                  <a:pt x="444627" y="351905"/>
                  <a:pt x="445675" y="370288"/>
                </a:cubicBezTo>
                <a:moveTo>
                  <a:pt x="385382" y="380289"/>
                </a:moveTo>
                <a:cubicBezTo>
                  <a:pt x="388525" y="379718"/>
                  <a:pt x="439865" y="379718"/>
                  <a:pt x="446151" y="380289"/>
                </a:cubicBezTo>
                <a:cubicBezTo>
                  <a:pt x="450342" y="380861"/>
                  <a:pt x="457676" y="383432"/>
                  <a:pt x="456057" y="375622"/>
                </a:cubicBezTo>
                <a:cubicBezTo>
                  <a:pt x="454438" y="366668"/>
                  <a:pt x="455009" y="314852"/>
                  <a:pt x="455486" y="263513"/>
                </a:cubicBezTo>
                <a:cubicBezTo>
                  <a:pt x="456533" y="212173"/>
                  <a:pt x="457581" y="163405"/>
                  <a:pt x="457581" y="161881"/>
                </a:cubicBezTo>
                <a:cubicBezTo>
                  <a:pt x="455962" y="145117"/>
                  <a:pt x="454914" y="128353"/>
                  <a:pt x="454914" y="113208"/>
                </a:cubicBezTo>
                <a:cubicBezTo>
                  <a:pt x="454914" y="108541"/>
                  <a:pt x="450723" y="107969"/>
                  <a:pt x="447580" y="108541"/>
                </a:cubicBezTo>
                <a:cubicBezTo>
                  <a:pt x="445008" y="108541"/>
                  <a:pt x="442341" y="109017"/>
                  <a:pt x="440246" y="109589"/>
                </a:cubicBezTo>
                <a:lnTo>
                  <a:pt x="396716" y="110160"/>
                </a:lnTo>
                <a:cubicBezTo>
                  <a:pt x="379952" y="110160"/>
                  <a:pt x="378428" y="106541"/>
                  <a:pt x="378428" y="126448"/>
                </a:cubicBezTo>
                <a:cubicBezTo>
                  <a:pt x="377857" y="135306"/>
                  <a:pt x="379476" y="144260"/>
                  <a:pt x="379476" y="152070"/>
                </a:cubicBezTo>
                <a:cubicBezTo>
                  <a:pt x="379476" y="153118"/>
                  <a:pt x="376809" y="363716"/>
                  <a:pt x="376809" y="368954"/>
                </a:cubicBezTo>
                <a:cubicBezTo>
                  <a:pt x="376809" y="373145"/>
                  <a:pt x="376238" y="385718"/>
                  <a:pt x="384715" y="380956"/>
                </a:cubicBezTo>
                <a:lnTo>
                  <a:pt x="385286" y="380384"/>
                </a:lnTo>
                <a:close/>
                <a:moveTo>
                  <a:pt x="81725" y="12529"/>
                </a:moveTo>
                <a:cubicBezTo>
                  <a:pt x="82201" y="14148"/>
                  <a:pt x="82772" y="15672"/>
                  <a:pt x="83249" y="16720"/>
                </a:cubicBezTo>
                <a:cubicBezTo>
                  <a:pt x="86392" y="21959"/>
                  <a:pt x="87916" y="26721"/>
                  <a:pt x="89535" y="30341"/>
                </a:cubicBezTo>
                <a:cubicBezTo>
                  <a:pt x="93726" y="36151"/>
                  <a:pt x="102108" y="63869"/>
                  <a:pt x="110490" y="93777"/>
                </a:cubicBezTo>
                <a:cubicBezTo>
                  <a:pt x="118872" y="123114"/>
                  <a:pt x="126683" y="152451"/>
                  <a:pt x="128873" y="158166"/>
                </a:cubicBezTo>
                <a:cubicBezTo>
                  <a:pt x="130397" y="161786"/>
                  <a:pt x="133064" y="166548"/>
                  <a:pt x="134112" y="172835"/>
                </a:cubicBezTo>
                <a:cubicBezTo>
                  <a:pt x="144590" y="195885"/>
                  <a:pt x="149257" y="221507"/>
                  <a:pt x="157639" y="245606"/>
                </a:cubicBezTo>
                <a:lnTo>
                  <a:pt x="158687" y="248273"/>
                </a:lnTo>
                <a:cubicBezTo>
                  <a:pt x="159734" y="252464"/>
                  <a:pt x="159734" y="253988"/>
                  <a:pt x="160306" y="255035"/>
                </a:cubicBezTo>
                <a:cubicBezTo>
                  <a:pt x="162878" y="266561"/>
                  <a:pt x="177070" y="271323"/>
                  <a:pt x="180785" y="259226"/>
                </a:cubicBezTo>
                <a:cubicBezTo>
                  <a:pt x="189643" y="230366"/>
                  <a:pt x="197549" y="199981"/>
                  <a:pt x="208026" y="172835"/>
                </a:cubicBezTo>
                <a:cubicBezTo>
                  <a:pt x="210122" y="166548"/>
                  <a:pt x="212789" y="160833"/>
                  <a:pt x="214313" y="155023"/>
                </a:cubicBezTo>
                <a:cubicBezTo>
                  <a:pt x="216408" y="148736"/>
                  <a:pt x="219075" y="143021"/>
                  <a:pt x="221171" y="137687"/>
                </a:cubicBezTo>
                <a:cubicBezTo>
                  <a:pt x="222218" y="135592"/>
                  <a:pt x="222790" y="132449"/>
                  <a:pt x="224314" y="129305"/>
                </a:cubicBezTo>
                <a:cubicBezTo>
                  <a:pt x="225362" y="127686"/>
                  <a:pt x="225933" y="126162"/>
                  <a:pt x="226409" y="124067"/>
                </a:cubicBezTo>
                <a:lnTo>
                  <a:pt x="227457" y="121971"/>
                </a:lnTo>
                <a:cubicBezTo>
                  <a:pt x="228029" y="120447"/>
                  <a:pt x="228505" y="118828"/>
                  <a:pt x="228505" y="116732"/>
                </a:cubicBezTo>
                <a:lnTo>
                  <a:pt x="230600" y="113589"/>
                </a:lnTo>
                <a:cubicBezTo>
                  <a:pt x="231172" y="111494"/>
                  <a:pt x="232219" y="109398"/>
                  <a:pt x="232696" y="106826"/>
                </a:cubicBezTo>
                <a:cubicBezTo>
                  <a:pt x="236411" y="99492"/>
                  <a:pt x="237363" y="85871"/>
                  <a:pt x="240506" y="80633"/>
                </a:cubicBezTo>
                <a:cubicBezTo>
                  <a:pt x="243173" y="70631"/>
                  <a:pt x="244697" y="65393"/>
                  <a:pt x="248412" y="59106"/>
                </a:cubicBezTo>
                <a:cubicBezTo>
                  <a:pt x="250984" y="45485"/>
                  <a:pt x="257270" y="32912"/>
                  <a:pt x="261556" y="19863"/>
                </a:cubicBezTo>
                <a:cubicBezTo>
                  <a:pt x="262128" y="17196"/>
                  <a:pt x="262604" y="15196"/>
                  <a:pt x="263176" y="13100"/>
                </a:cubicBezTo>
                <a:cubicBezTo>
                  <a:pt x="267367" y="12529"/>
                  <a:pt x="271558" y="12053"/>
                  <a:pt x="275749" y="12053"/>
                </a:cubicBezTo>
                <a:cubicBezTo>
                  <a:pt x="287750" y="12624"/>
                  <a:pt x="299371" y="15196"/>
                  <a:pt x="310801" y="12624"/>
                </a:cubicBezTo>
                <a:cubicBezTo>
                  <a:pt x="315563" y="14243"/>
                  <a:pt x="318707" y="12624"/>
                  <a:pt x="322802" y="12624"/>
                </a:cubicBezTo>
                <a:lnTo>
                  <a:pt x="328613" y="13196"/>
                </a:lnTo>
                <a:cubicBezTo>
                  <a:pt x="328041" y="21578"/>
                  <a:pt x="321755" y="29483"/>
                  <a:pt x="320231" y="37770"/>
                </a:cubicBezTo>
                <a:lnTo>
                  <a:pt x="320231" y="40913"/>
                </a:lnTo>
                <a:lnTo>
                  <a:pt x="319183" y="43485"/>
                </a:lnTo>
                <a:cubicBezTo>
                  <a:pt x="318611" y="45104"/>
                  <a:pt x="318135" y="46152"/>
                  <a:pt x="317564" y="47676"/>
                </a:cubicBezTo>
                <a:cubicBezTo>
                  <a:pt x="314992" y="52915"/>
                  <a:pt x="314992" y="58630"/>
                  <a:pt x="313373" y="64440"/>
                </a:cubicBezTo>
                <a:cubicBezTo>
                  <a:pt x="310706" y="72822"/>
                  <a:pt x="308705" y="80728"/>
                  <a:pt x="307086" y="89586"/>
                </a:cubicBezTo>
                <a:lnTo>
                  <a:pt x="306038" y="93777"/>
                </a:lnTo>
                <a:lnTo>
                  <a:pt x="304991" y="96920"/>
                </a:lnTo>
                <a:cubicBezTo>
                  <a:pt x="304514" y="98540"/>
                  <a:pt x="303943" y="99587"/>
                  <a:pt x="303467" y="101111"/>
                </a:cubicBezTo>
                <a:lnTo>
                  <a:pt x="301943" y="104255"/>
                </a:lnTo>
                <a:cubicBezTo>
                  <a:pt x="301371" y="105302"/>
                  <a:pt x="300895" y="106922"/>
                  <a:pt x="300323" y="107969"/>
                </a:cubicBezTo>
                <a:cubicBezTo>
                  <a:pt x="298228" y="114732"/>
                  <a:pt x="296609" y="121114"/>
                  <a:pt x="294608" y="127305"/>
                </a:cubicBezTo>
                <a:cubicBezTo>
                  <a:pt x="292513" y="133115"/>
                  <a:pt x="290894" y="139307"/>
                  <a:pt x="287274" y="146165"/>
                </a:cubicBezTo>
                <a:cubicBezTo>
                  <a:pt x="285750" y="152927"/>
                  <a:pt x="283083" y="159309"/>
                  <a:pt x="280988" y="166548"/>
                </a:cubicBezTo>
                <a:cubicBezTo>
                  <a:pt x="276797" y="174359"/>
                  <a:pt x="275273" y="183312"/>
                  <a:pt x="273177" y="192170"/>
                </a:cubicBezTo>
                <a:cubicBezTo>
                  <a:pt x="271558" y="197981"/>
                  <a:pt x="268415" y="203124"/>
                  <a:pt x="266319" y="208934"/>
                </a:cubicBezTo>
                <a:cubicBezTo>
                  <a:pt x="262604" y="221507"/>
                  <a:pt x="261080" y="234557"/>
                  <a:pt x="256318" y="246653"/>
                </a:cubicBezTo>
                <a:cubicBezTo>
                  <a:pt x="254222" y="250368"/>
                  <a:pt x="251555" y="253416"/>
                  <a:pt x="250031" y="257131"/>
                </a:cubicBezTo>
                <a:cubicBezTo>
                  <a:pt x="247936" y="261322"/>
                  <a:pt x="247460" y="265513"/>
                  <a:pt x="245840" y="269704"/>
                </a:cubicBezTo>
                <a:cubicBezTo>
                  <a:pt x="242126" y="281705"/>
                  <a:pt x="239554" y="293802"/>
                  <a:pt x="234791" y="305327"/>
                </a:cubicBezTo>
                <a:cubicBezTo>
                  <a:pt x="231648" y="313233"/>
                  <a:pt x="229076" y="321615"/>
                  <a:pt x="226409" y="329902"/>
                </a:cubicBezTo>
                <a:cubicBezTo>
                  <a:pt x="222218" y="344094"/>
                  <a:pt x="216980" y="360287"/>
                  <a:pt x="213265" y="376003"/>
                </a:cubicBezTo>
                <a:lnTo>
                  <a:pt x="201740" y="376003"/>
                </a:lnTo>
                <a:cubicBezTo>
                  <a:pt x="200216" y="376003"/>
                  <a:pt x="198596" y="376003"/>
                  <a:pt x="197549" y="376574"/>
                </a:cubicBezTo>
                <a:cubicBezTo>
                  <a:pt x="178213" y="377622"/>
                  <a:pt x="158782" y="378670"/>
                  <a:pt x="139922" y="378670"/>
                </a:cubicBezTo>
                <a:lnTo>
                  <a:pt x="132112" y="378670"/>
                </a:lnTo>
                <a:lnTo>
                  <a:pt x="128969" y="373431"/>
                </a:lnTo>
                <a:cubicBezTo>
                  <a:pt x="123730" y="364001"/>
                  <a:pt x="118967" y="349333"/>
                  <a:pt x="115824" y="338379"/>
                </a:cubicBezTo>
                <a:lnTo>
                  <a:pt x="113157" y="329997"/>
                </a:lnTo>
                <a:cubicBezTo>
                  <a:pt x="112681" y="327902"/>
                  <a:pt x="112109" y="325806"/>
                  <a:pt x="111062" y="324282"/>
                </a:cubicBezTo>
                <a:cubicBezTo>
                  <a:pt x="108395" y="305423"/>
                  <a:pt x="101632" y="283896"/>
                  <a:pt x="96393" y="266656"/>
                </a:cubicBezTo>
                <a:lnTo>
                  <a:pt x="85344" y="227413"/>
                </a:lnTo>
                <a:cubicBezTo>
                  <a:pt x="84868" y="225889"/>
                  <a:pt x="84296" y="224270"/>
                  <a:pt x="83820" y="223222"/>
                </a:cubicBezTo>
                <a:lnTo>
                  <a:pt x="81248" y="217412"/>
                </a:lnTo>
                <a:cubicBezTo>
                  <a:pt x="79724" y="212744"/>
                  <a:pt x="79724" y="209601"/>
                  <a:pt x="78581" y="206458"/>
                </a:cubicBezTo>
                <a:cubicBezTo>
                  <a:pt x="76486" y="200171"/>
                  <a:pt x="72866" y="191789"/>
                  <a:pt x="70771" y="183979"/>
                </a:cubicBezTo>
                <a:cubicBezTo>
                  <a:pt x="70771" y="182931"/>
                  <a:pt x="69723" y="181312"/>
                  <a:pt x="68675" y="179788"/>
                </a:cubicBezTo>
                <a:cubicBezTo>
                  <a:pt x="68104" y="174073"/>
                  <a:pt x="64961" y="169310"/>
                  <a:pt x="62865" y="164072"/>
                </a:cubicBezTo>
                <a:lnTo>
                  <a:pt x="57626" y="149403"/>
                </a:lnTo>
                <a:cubicBezTo>
                  <a:pt x="51816" y="131591"/>
                  <a:pt x="44006" y="114351"/>
                  <a:pt x="39815" y="94920"/>
                </a:cubicBezTo>
                <a:cubicBezTo>
                  <a:pt x="39815" y="94349"/>
                  <a:pt x="39243" y="93301"/>
                  <a:pt x="38767" y="92825"/>
                </a:cubicBezTo>
                <a:lnTo>
                  <a:pt x="37719" y="89110"/>
                </a:lnTo>
                <a:cubicBezTo>
                  <a:pt x="35147" y="84347"/>
                  <a:pt x="34004" y="78632"/>
                  <a:pt x="31909" y="73870"/>
                </a:cubicBezTo>
                <a:cubicBezTo>
                  <a:pt x="31433" y="71774"/>
                  <a:pt x="30861" y="70155"/>
                  <a:pt x="29813" y="68155"/>
                </a:cubicBezTo>
                <a:lnTo>
                  <a:pt x="27241" y="62916"/>
                </a:lnTo>
                <a:lnTo>
                  <a:pt x="25146" y="58725"/>
                </a:lnTo>
                <a:cubicBezTo>
                  <a:pt x="24575" y="57677"/>
                  <a:pt x="24098" y="56153"/>
                  <a:pt x="23527" y="54534"/>
                </a:cubicBezTo>
                <a:cubicBezTo>
                  <a:pt x="22003" y="49295"/>
                  <a:pt x="22003" y="43009"/>
                  <a:pt x="19812" y="36722"/>
                </a:cubicBezTo>
                <a:cubicBezTo>
                  <a:pt x="17240" y="31484"/>
                  <a:pt x="15621" y="26245"/>
                  <a:pt x="14097" y="21482"/>
                </a:cubicBezTo>
                <a:lnTo>
                  <a:pt x="13526" y="17768"/>
                </a:lnTo>
                <a:lnTo>
                  <a:pt x="12954" y="16244"/>
                </a:lnTo>
                <a:cubicBezTo>
                  <a:pt x="18669" y="16244"/>
                  <a:pt x="21336" y="15196"/>
                  <a:pt x="27146" y="15196"/>
                </a:cubicBezTo>
                <a:cubicBezTo>
                  <a:pt x="31337" y="15196"/>
                  <a:pt x="70580" y="13577"/>
                  <a:pt x="72676" y="13577"/>
                </a:cubicBezTo>
                <a:cubicBezTo>
                  <a:pt x="74771" y="13005"/>
                  <a:pt x="77915" y="12529"/>
                  <a:pt x="81629" y="12529"/>
                </a:cubicBezTo>
                <a:moveTo>
                  <a:pt x="216789" y="121971"/>
                </a:moveTo>
                <a:cubicBezTo>
                  <a:pt x="214122" y="124638"/>
                  <a:pt x="213074" y="130353"/>
                  <a:pt x="212027" y="133496"/>
                </a:cubicBezTo>
                <a:cubicBezTo>
                  <a:pt x="209455" y="139211"/>
                  <a:pt x="206788" y="145498"/>
                  <a:pt x="204692" y="152356"/>
                </a:cubicBezTo>
                <a:cubicBezTo>
                  <a:pt x="203168" y="158166"/>
                  <a:pt x="200501" y="163310"/>
                  <a:pt x="198406" y="169691"/>
                </a:cubicBezTo>
                <a:cubicBezTo>
                  <a:pt x="187928" y="196933"/>
                  <a:pt x="180118" y="226746"/>
                  <a:pt x="171641" y="255607"/>
                </a:cubicBezTo>
                <a:cubicBezTo>
                  <a:pt x="169545" y="253511"/>
                  <a:pt x="169069" y="248273"/>
                  <a:pt x="168021" y="245701"/>
                </a:cubicBezTo>
                <a:lnTo>
                  <a:pt x="167450" y="242558"/>
                </a:lnTo>
                <a:cubicBezTo>
                  <a:pt x="158496" y="218459"/>
                  <a:pt x="153829" y="192837"/>
                  <a:pt x="143351" y="169215"/>
                </a:cubicBezTo>
                <a:cubicBezTo>
                  <a:pt x="142304" y="163976"/>
                  <a:pt x="140208" y="159309"/>
                  <a:pt x="138113" y="154547"/>
                </a:cubicBezTo>
                <a:cubicBezTo>
                  <a:pt x="136017" y="148736"/>
                  <a:pt x="128111" y="119971"/>
                  <a:pt x="120301" y="91205"/>
                </a:cubicBezTo>
                <a:cubicBezTo>
                  <a:pt x="111919" y="62345"/>
                  <a:pt x="103537" y="33579"/>
                  <a:pt x="98298" y="25197"/>
                </a:cubicBezTo>
                <a:cubicBezTo>
                  <a:pt x="96774" y="22054"/>
                  <a:pt x="95155" y="17291"/>
                  <a:pt x="92012" y="12053"/>
                </a:cubicBezTo>
                <a:cubicBezTo>
                  <a:pt x="89916" y="7290"/>
                  <a:pt x="89440" y="2147"/>
                  <a:pt x="82582" y="2147"/>
                </a:cubicBezTo>
                <a:lnTo>
                  <a:pt x="80010" y="2718"/>
                </a:lnTo>
                <a:cubicBezTo>
                  <a:pt x="76867" y="2718"/>
                  <a:pt x="74200" y="3290"/>
                  <a:pt x="72104" y="3766"/>
                </a:cubicBezTo>
                <a:cubicBezTo>
                  <a:pt x="70009" y="3766"/>
                  <a:pt x="31242" y="5385"/>
                  <a:pt x="27051" y="5385"/>
                </a:cubicBezTo>
                <a:cubicBezTo>
                  <a:pt x="21812" y="5385"/>
                  <a:pt x="16002" y="6433"/>
                  <a:pt x="8763" y="6433"/>
                </a:cubicBezTo>
                <a:cubicBezTo>
                  <a:pt x="4191" y="6242"/>
                  <a:pt x="1048" y="9386"/>
                  <a:pt x="2572" y="16148"/>
                </a:cubicBezTo>
                <a:cubicBezTo>
                  <a:pt x="3143" y="16625"/>
                  <a:pt x="3620" y="18244"/>
                  <a:pt x="3620" y="19292"/>
                </a:cubicBezTo>
                <a:lnTo>
                  <a:pt x="4667" y="24054"/>
                </a:lnTo>
                <a:cubicBezTo>
                  <a:pt x="5715" y="29293"/>
                  <a:pt x="7811" y="34532"/>
                  <a:pt x="10382" y="40342"/>
                </a:cubicBezTo>
                <a:cubicBezTo>
                  <a:pt x="12002" y="46057"/>
                  <a:pt x="12002" y="52343"/>
                  <a:pt x="14097" y="57582"/>
                </a:cubicBezTo>
                <a:cubicBezTo>
                  <a:pt x="14669" y="59678"/>
                  <a:pt x="15621" y="61297"/>
                  <a:pt x="16193" y="62821"/>
                </a:cubicBezTo>
                <a:cubicBezTo>
                  <a:pt x="19907" y="70155"/>
                  <a:pt x="17240" y="64916"/>
                  <a:pt x="20955" y="72251"/>
                </a:cubicBezTo>
                <a:lnTo>
                  <a:pt x="22479" y="77013"/>
                </a:lnTo>
                <a:cubicBezTo>
                  <a:pt x="24575" y="82252"/>
                  <a:pt x="25622" y="87967"/>
                  <a:pt x="28289" y="93301"/>
                </a:cubicBezTo>
                <a:cubicBezTo>
                  <a:pt x="28289" y="93301"/>
                  <a:pt x="28766" y="95396"/>
                  <a:pt x="30385" y="98540"/>
                </a:cubicBezTo>
                <a:cubicBezTo>
                  <a:pt x="34100" y="117399"/>
                  <a:pt x="41910" y="134735"/>
                  <a:pt x="48197" y="153023"/>
                </a:cubicBezTo>
                <a:lnTo>
                  <a:pt x="53435" y="167691"/>
                </a:lnTo>
                <a:cubicBezTo>
                  <a:pt x="56007" y="173978"/>
                  <a:pt x="58674" y="180264"/>
                  <a:pt x="61341" y="186551"/>
                </a:cubicBezTo>
                <a:cubicBezTo>
                  <a:pt x="63437" y="194933"/>
                  <a:pt x="67056" y="202743"/>
                  <a:pt x="69152" y="209601"/>
                </a:cubicBezTo>
                <a:cubicBezTo>
                  <a:pt x="70199" y="212744"/>
                  <a:pt x="70199" y="215888"/>
                  <a:pt x="72295" y="222174"/>
                </a:cubicBezTo>
                <a:lnTo>
                  <a:pt x="73343" y="224270"/>
                </a:lnTo>
                <a:cubicBezTo>
                  <a:pt x="74390" y="226365"/>
                  <a:pt x="75438" y="227889"/>
                  <a:pt x="75914" y="229985"/>
                </a:cubicBezTo>
                <a:lnTo>
                  <a:pt x="86868" y="269799"/>
                </a:lnTo>
                <a:cubicBezTo>
                  <a:pt x="91535" y="286563"/>
                  <a:pt x="98393" y="307994"/>
                  <a:pt x="101537" y="327425"/>
                </a:cubicBezTo>
                <a:cubicBezTo>
                  <a:pt x="102584" y="329045"/>
                  <a:pt x="103061" y="331045"/>
                  <a:pt x="103632" y="333140"/>
                </a:cubicBezTo>
                <a:lnTo>
                  <a:pt x="105728" y="341046"/>
                </a:lnTo>
                <a:cubicBezTo>
                  <a:pt x="108871" y="352571"/>
                  <a:pt x="114109" y="367716"/>
                  <a:pt x="119825" y="378194"/>
                </a:cubicBezTo>
                <a:lnTo>
                  <a:pt x="126111" y="387623"/>
                </a:lnTo>
                <a:cubicBezTo>
                  <a:pt x="126111" y="388195"/>
                  <a:pt x="127159" y="388671"/>
                  <a:pt x="129254" y="388671"/>
                </a:cubicBezTo>
                <a:lnTo>
                  <a:pt x="139732" y="388671"/>
                </a:lnTo>
                <a:cubicBezTo>
                  <a:pt x="159068" y="388671"/>
                  <a:pt x="178975" y="388100"/>
                  <a:pt x="198882" y="386576"/>
                </a:cubicBezTo>
                <a:cubicBezTo>
                  <a:pt x="199454" y="386004"/>
                  <a:pt x="200406" y="386004"/>
                  <a:pt x="202025" y="386004"/>
                </a:cubicBezTo>
                <a:lnTo>
                  <a:pt x="213551" y="386004"/>
                </a:lnTo>
                <a:cubicBezTo>
                  <a:pt x="216694" y="386004"/>
                  <a:pt x="221456" y="385433"/>
                  <a:pt x="222504" y="381813"/>
                </a:cubicBezTo>
                <a:cubicBezTo>
                  <a:pt x="225647" y="365049"/>
                  <a:pt x="231362" y="347237"/>
                  <a:pt x="236125" y="332569"/>
                </a:cubicBezTo>
                <a:cubicBezTo>
                  <a:pt x="238220" y="324758"/>
                  <a:pt x="240792" y="316376"/>
                  <a:pt x="243935" y="309042"/>
                </a:cubicBezTo>
                <a:cubicBezTo>
                  <a:pt x="248698" y="297517"/>
                  <a:pt x="251269" y="285515"/>
                  <a:pt x="254984" y="273419"/>
                </a:cubicBezTo>
                <a:cubicBezTo>
                  <a:pt x="256508" y="269704"/>
                  <a:pt x="257080" y="265037"/>
                  <a:pt x="259175" y="261417"/>
                </a:cubicBezTo>
                <a:cubicBezTo>
                  <a:pt x="260699" y="257702"/>
                  <a:pt x="263366" y="254083"/>
                  <a:pt x="265462" y="250463"/>
                </a:cubicBezTo>
                <a:cubicBezTo>
                  <a:pt x="270129" y="238462"/>
                  <a:pt x="272320" y="224841"/>
                  <a:pt x="275939" y="212268"/>
                </a:cubicBezTo>
                <a:cubicBezTo>
                  <a:pt x="278035" y="206458"/>
                  <a:pt x="281178" y="200743"/>
                  <a:pt x="282702" y="194456"/>
                </a:cubicBezTo>
                <a:cubicBezTo>
                  <a:pt x="284321" y="187122"/>
                  <a:pt x="286417" y="177692"/>
                  <a:pt x="290608" y="169310"/>
                </a:cubicBezTo>
                <a:cubicBezTo>
                  <a:pt x="292227" y="162452"/>
                  <a:pt x="294799" y="156166"/>
                  <a:pt x="296323" y="148832"/>
                </a:cubicBezTo>
                <a:cubicBezTo>
                  <a:pt x="300038" y="143593"/>
                  <a:pt x="301562" y="136830"/>
                  <a:pt x="303657" y="131020"/>
                </a:cubicBezTo>
                <a:cubicBezTo>
                  <a:pt x="305753" y="124733"/>
                  <a:pt x="307372" y="117875"/>
                  <a:pt x="309372" y="111113"/>
                </a:cubicBezTo>
                <a:cubicBezTo>
                  <a:pt x="309944" y="110065"/>
                  <a:pt x="309944" y="109493"/>
                  <a:pt x="310420" y="108541"/>
                </a:cubicBezTo>
                <a:lnTo>
                  <a:pt x="312039" y="105874"/>
                </a:lnTo>
                <a:cubicBezTo>
                  <a:pt x="313087" y="103778"/>
                  <a:pt x="313658" y="102159"/>
                  <a:pt x="314706" y="99587"/>
                </a:cubicBezTo>
                <a:lnTo>
                  <a:pt x="315278" y="95873"/>
                </a:lnTo>
                <a:lnTo>
                  <a:pt x="316325" y="91205"/>
                </a:lnTo>
                <a:cubicBezTo>
                  <a:pt x="317945" y="83300"/>
                  <a:pt x="320040" y="75489"/>
                  <a:pt x="322612" y="67107"/>
                </a:cubicBezTo>
                <a:cubicBezTo>
                  <a:pt x="324231" y="62345"/>
                  <a:pt x="324231" y="56630"/>
                  <a:pt x="326326" y="51867"/>
                </a:cubicBezTo>
                <a:cubicBezTo>
                  <a:pt x="327946" y="48152"/>
                  <a:pt x="329470" y="46057"/>
                  <a:pt x="329946" y="42437"/>
                </a:cubicBezTo>
                <a:lnTo>
                  <a:pt x="329946" y="39294"/>
                </a:lnTo>
                <a:cubicBezTo>
                  <a:pt x="332042" y="27769"/>
                  <a:pt x="340424" y="21482"/>
                  <a:pt x="338328" y="7862"/>
                </a:cubicBezTo>
                <a:cubicBezTo>
                  <a:pt x="337280" y="2147"/>
                  <a:pt x="325184" y="3194"/>
                  <a:pt x="322612" y="2623"/>
                </a:cubicBezTo>
                <a:cubicBezTo>
                  <a:pt x="320040" y="2623"/>
                  <a:pt x="317945" y="3194"/>
                  <a:pt x="316325" y="3194"/>
                </a:cubicBezTo>
                <a:cubicBezTo>
                  <a:pt x="314230" y="3194"/>
                  <a:pt x="311658" y="2147"/>
                  <a:pt x="310039" y="2623"/>
                </a:cubicBezTo>
                <a:cubicBezTo>
                  <a:pt x="299561" y="5195"/>
                  <a:pt x="286988" y="2623"/>
                  <a:pt x="276035" y="2051"/>
                </a:cubicBezTo>
                <a:cubicBezTo>
                  <a:pt x="272891" y="2051"/>
                  <a:pt x="269177" y="2051"/>
                  <a:pt x="266033" y="2623"/>
                </a:cubicBezTo>
                <a:cubicBezTo>
                  <a:pt x="253460" y="3671"/>
                  <a:pt x="254508" y="4147"/>
                  <a:pt x="251365" y="17291"/>
                </a:cubicBezTo>
                <a:cubicBezTo>
                  <a:pt x="247174" y="30436"/>
                  <a:pt x="241364" y="42437"/>
                  <a:pt x="238792" y="56534"/>
                </a:cubicBezTo>
                <a:cubicBezTo>
                  <a:pt x="235077" y="61773"/>
                  <a:pt x="233077" y="68631"/>
                  <a:pt x="230886" y="77013"/>
                </a:cubicBezTo>
                <a:cubicBezTo>
                  <a:pt x="226219" y="84824"/>
                  <a:pt x="227743" y="94825"/>
                  <a:pt x="222504" y="104255"/>
                </a:cubicBezTo>
                <a:cubicBezTo>
                  <a:pt x="222504" y="106350"/>
                  <a:pt x="221933" y="107969"/>
                  <a:pt x="220885" y="109493"/>
                </a:cubicBezTo>
                <a:cubicBezTo>
                  <a:pt x="218789" y="113684"/>
                  <a:pt x="218789" y="115780"/>
                  <a:pt x="217742" y="118447"/>
                </a:cubicBezTo>
                <a:lnTo>
                  <a:pt x="216694" y="122066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0782439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3" orient="horz" pos="2500" userDrawn="1">
          <p15:clr>
            <a:srgbClr val="FBAE40"/>
          </p15:clr>
        </p15:guide>
        <p15:guide id="4" orient="horz" pos="3181" userDrawn="1">
          <p15:clr>
            <a:srgbClr val="FBAE40"/>
          </p15:clr>
        </p15:guide>
        <p15:guide id="7" pos="740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824E0FD8-8C35-4688-8D07-75D10A332885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FF80B6F-948F-9008-CEA2-8C20C518E482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A833B58-CF64-BA1A-23CF-39FCC1747314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E7B9E-4EDD-DAF7-A165-941A8585E19A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C15A4BE-4E0A-68C8-DBF1-AE5098A1C74D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4596F0F-8377-9076-15EC-C210DB95787F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EA4F8A3E-653A-3F5F-7ABE-E2D7357143A3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8" name="Grafik 6">
            <a:extLst>
              <a:ext uri="{FF2B5EF4-FFF2-40B4-BE49-F238E27FC236}">
                <a16:creationId xmlns:a16="http://schemas.microsoft.com/office/drawing/2014/main" id="{A0265C39-6AB9-FA2B-A4ED-B7D74C812381}"/>
              </a:ext>
            </a:extLst>
          </p:cNvPr>
          <p:cNvSpPr/>
          <p:nvPr/>
        </p:nvSpPr>
        <p:spPr bwMode="gray">
          <a:xfrm>
            <a:off x="695325" y="1789098"/>
            <a:ext cx="6794499" cy="1286276"/>
          </a:xfrm>
          <a:custGeom>
            <a:avLst/>
            <a:gdLst>
              <a:gd name="connsiteX0" fmla="*/ 4196239 w 5114885"/>
              <a:gd name="connsiteY0" fmla="*/ 945503 h 968306"/>
              <a:gd name="connsiteX1" fmla="*/ 4195191 w 5114885"/>
              <a:gd name="connsiteY1" fmla="*/ 939216 h 968306"/>
              <a:gd name="connsiteX2" fmla="*/ 4192048 w 5114885"/>
              <a:gd name="connsiteY2" fmla="*/ 891591 h 968306"/>
              <a:gd name="connsiteX3" fmla="*/ 4192048 w 5114885"/>
              <a:gd name="connsiteY3" fmla="*/ 886924 h 968306"/>
              <a:gd name="connsiteX4" fmla="*/ 4193667 w 5114885"/>
              <a:gd name="connsiteY4" fmla="*/ 880066 h 968306"/>
              <a:gd name="connsiteX5" fmla="*/ 4198906 w 5114885"/>
              <a:gd name="connsiteY5" fmla="*/ 880066 h 968306"/>
              <a:gd name="connsiteX6" fmla="*/ 4216718 w 5114885"/>
              <a:gd name="connsiteY6" fmla="*/ 880637 h 968306"/>
              <a:gd name="connsiteX7" fmla="*/ 4258151 w 5114885"/>
              <a:gd name="connsiteY7" fmla="*/ 883209 h 968306"/>
              <a:gd name="connsiteX8" fmla="*/ 4259771 w 5114885"/>
              <a:gd name="connsiteY8" fmla="*/ 943407 h 968306"/>
              <a:gd name="connsiteX9" fmla="*/ 4259771 w 5114885"/>
              <a:gd name="connsiteY9" fmla="*/ 945503 h 968306"/>
              <a:gd name="connsiteX10" fmla="*/ 4256056 w 5114885"/>
              <a:gd name="connsiteY10" fmla="*/ 945979 h 968306"/>
              <a:gd name="connsiteX11" fmla="*/ 4250341 w 5114885"/>
              <a:gd name="connsiteY11" fmla="*/ 945503 h 968306"/>
              <a:gd name="connsiteX12" fmla="*/ 4244055 w 5114885"/>
              <a:gd name="connsiteY12" fmla="*/ 944455 h 968306"/>
              <a:gd name="connsiteX13" fmla="*/ 4235196 w 5114885"/>
              <a:gd name="connsiteY13" fmla="*/ 944455 h 968306"/>
              <a:gd name="connsiteX14" fmla="*/ 4232529 w 5114885"/>
              <a:gd name="connsiteY14" fmla="*/ 943979 h 968306"/>
              <a:gd name="connsiteX15" fmla="*/ 4209003 w 5114885"/>
              <a:gd name="connsiteY15" fmla="*/ 943407 h 968306"/>
              <a:gd name="connsiteX16" fmla="*/ 4196430 w 5114885"/>
              <a:gd name="connsiteY16" fmla="*/ 945503 h 968306"/>
              <a:gd name="connsiteX17" fmla="*/ 4190619 w 5114885"/>
              <a:gd name="connsiteY17" fmla="*/ 955504 h 968306"/>
              <a:gd name="connsiteX18" fmla="*/ 4194810 w 5114885"/>
              <a:gd name="connsiteY18" fmla="*/ 955504 h 968306"/>
              <a:gd name="connsiteX19" fmla="*/ 4210526 w 5114885"/>
              <a:gd name="connsiteY19" fmla="*/ 953408 h 968306"/>
              <a:gd name="connsiteX20" fmla="*/ 4231005 w 5114885"/>
              <a:gd name="connsiteY20" fmla="*/ 953980 h 968306"/>
              <a:gd name="connsiteX21" fmla="*/ 4242531 w 5114885"/>
              <a:gd name="connsiteY21" fmla="*/ 954456 h 968306"/>
              <a:gd name="connsiteX22" fmla="*/ 4248817 w 5114885"/>
              <a:gd name="connsiteY22" fmla="*/ 955504 h 968306"/>
              <a:gd name="connsiteX23" fmla="*/ 4256151 w 5114885"/>
              <a:gd name="connsiteY23" fmla="*/ 955980 h 968306"/>
              <a:gd name="connsiteX24" fmla="*/ 4269296 w 5114885"/>
              <a:gd name="connsiteY24" fmla="*/ 947598 h 968306"/>
              <a:gd name="connsiteX25" fmla="*/ 4269772 w 5114885"/>
              <a:gd name="connsiteY25" fmla="*/ 944931 h 968306"/>
              <a:gd name="connsiteX26" fmla="*/ 4270343 w 5114885"/>
              <a:gd name="connsiteY26" fmla="*/ 942359 h 968306"/>
              <a:gd name="connsiteX27" fmla="*/ 4268724 w 5114885"/>
              <a:gd name="connsiteY27" fmla="*/ 881114 h 968306"/>
              <a:gd name="connsiteX28" fmla="*/ 4245102 w 5114885"/>
              <a:gd name="connsiteY28" fmla="*/ 871684 h 968306"/>
              <a:gd name="connsiteX29" fmla="*/ 4217289 w 5114885"/>
              <a:gd name="connsiteY29" fmla="*/ 870636 h 968306"/>
              <a:gd name="connsiteX30" fmla="*/ 4199001 w 5114885"/>
              <a:gd name="connsiteY30" fmla="*/ 870065 h 968306"/>
              <a:gd name="connsiteX31" fmla="*/ 4190143 w 5114885"/>
              <a:gd name="connsiteY31" fmla="*/ 870065 h 968306"/>
              <a:gd name="connsiteX32" fmla="*/ 4182237 w 5114885"/>
              <a:gd name="connsiteY32" fmla="*/ 885781 h 968306"/>
              <a:gd name="connsiteX33" fmla="*/ 4182237 w 5114885"/>
              <a:gd name="connsiteY33" fmla="*/ 892067 h 968306"/>
              <a:gd name="connsiteX34" fmla="*/ 4186428 w 5114885"/>
              <a:gd name="connsiteY34" fmla="*/ 947122 h 968306"/>
              <a:gd name="connsiteX35" fmla="*/ 4186428 w 5114885"/>
              <a:gd name="connsiteY35" fmla="*/ 949217 h 968306"/>
              <a:gd name="connsiteX36" fmla="*/ 4186904 w 5114885"/>
              <a:gd name="connsiteY36" fmla="*/ 954932 h 968306"/>
              <a:gd name="connsiteX37" fmla="*/ 4190619 w 5114885"/>
              <a:gd name="connsiteY37" fmla="*/ 955504 h 968306"/>
              <a:gd name="connsiteX38" fmla="*/ 4136612 w 5114885"/>
              <a:gd name="connsiteY38" fmla="*/ 902069 h 968306"/>
              <a:gd name="connsiteX39" fmla="*/ 4136612 w 5114885"/>
              <a:gd name="connsiteY39" fmla="*/ 944455 h 968306"/>
              <a:gd name="connsiteX40" fmla="*/ 4125087 w 5114885"/>
              <a:gd name="connsiteY40" fmla="*/ 942931 h 968306"/>
              <a:gd name="connsiteX41" fmla="*/ 4108323 w 5114885"/>
              <a:gd name="connsiteY41" fmla="*/ 945026 h 968306"/>
              <a:gd name="connsiteX42" fmla="*/ 4089464 w 5114885"/>
              <a:gd name="connsiteY42" fmla="*/ 945026 h 968306"/>
              <a:gd name="connsiteX43" fmla="*/ 4075843 w 5114885"/>
              <a:gd name="connsiteY43" fmla="*/ 945026 h 968306"/>
              <a:gd name="connsiteX44" fmla="*/ 4055936 w 5114885"/>
              <a:gd name="connsiteY44" fmla="*/ 940835 h 968306"/>
              <a:gd name="connsiteX45" fmla="*/ 4052792 w 5114885"/>
              <a:gd name="connsiteY45" fmla="*/ 939216 h 968306"/>
              <a:gd name="connsiteX46" fmla="*/ 4048601 w 5114885"/>
              <a:gd name="connsiteY46" fmla="*/ 938168 h 968306"/>
              <a:gd name="connsiteX47" fmla="*/ 4036600 w 5114885"/>
              <a:gd name="connsiteY47" fmla="*/ 932358 h 968306"/>
              <a:gd name="connsiteX48" fmla="*/ 4033933 w 5114885"/>
              <a:gd name="connsiteY48" fmla="*/ 930263 h 968306"/>
              <a:gd name="connsiteX49" fmla="*/ 4030790 w 5114885"/>
              <a:gd name="connsiteY49" fmla="*/ 927691 h 968306"/>
              <a:gd name="connsiteX50" fmla="*/ 4030313 w 5114885"/>
              <a:gd name="connsiteY50" fmla="*/ 924548 h 968306"/>
              <a:gd name="connsiteX51" fmla="*/ 4029266 w 5114885"/>
              <a:gd name="connsiteY51" fmla="*/ 921404 h 968306"/>
              <a:gd name="connsiteX52" fmla="*/ 4024027 w 5114885"/>
              <a:gd name="connsiteY52" fmla="*/ 905212 h 968306"/>
              <a:gd name="connsiteX53" fmla="*/ 4023551 w 5114885"/>
              <a:gd name="connsiteY53" fmla="*/ 902545 h 968306"/>
              <a:gd name="connsiteX54" fmla="*/ 4019836 w 5114885"/>
              <a:gd name="connsiteY54" fmla="*/ 864350 h 968306"/>
              <a:gd name="connsiteX55" fmla="*/ 4017264 w 5114885"/>
              <a:gd name="connsiteY55" fmla="*/ 838156 h 968306"/>
              <a:gd name="connsiteX56" fmla="*/ 4017740 w 5114885"/>
              <a:gd name="connsiteY56" fmla="*/ 815105 h 968306"/>
              <a:gd name="connsiteX57" fmla="*/ 4019836 w 5114885"/>
              <a:gd name="connsiteY57" fmla="*/ 784149 h 968306"/>
              <a:gd name="connsiteX58" fmla="*/ 4021455 w 5114885"/>
              <a:gd name="connsiteY58" fmla="*/ 752717 h 968306"/>
              <a:gd name="connsiteX59" fmla="*/ 4014121 w 5114885"/>
              <a:gd name="connsiteY59" fmla="*/ 727571 h 968306"/>
              <a:gd name="connsiteX60" fmla="*/ 3978497 w 5114885"/>
              <a:gd name="connsiteY60" fmla="*/ 726047 h 968306"/>
              <a:gd name="connsiteX61" fmla="*/ 3978021 w 5114885"/>
              <a:gd name="connsiteY61" fmla="*/ 687280 h 968306"/>
              <a:gd name="connsiteX62" fmla="*/ 4017264 w 5114885"/>
              <a:gd name="connsiteY62" fmla="*/ 681565 h 968306"/>
              <a:gd name="connsiteX63" fmla="*/ 4025646 w 5114885"/>
              <a:gd name="connsiteY63" fmla="*/ 611937 h 968306"/>
              <a:gd name="connsiteX64" fmla="*/ 4028789 w 5114885"/>
              <a:gd name="connsiteY64" fmla="*/ 611937 h 968306"/>
              <a:gd name="connsiteX65" fmla="*/ 4086416 w 5114885"/>
              <a:gd name="connsiteY65" fmla="*/ 614033 h 968306"/>
              <a:gd name="connsiteX66" fmla="*/ 4085368 w 5114885"/>
              <a:gd name="connsiteY66" fmla="*/ 678993 h 968306"/>
              <a:gd name="connsiteX67" fmla="*/ 4107847 w 5114885"/>
              <a:gd name="connsiteY67" fmla="*/ 687851 h 968306"/>
              <a:gd name="connsiteX68" fmla="*/ 4138232 w 5114885"/>
              <a:gd name="connsiteY68" fmla="*/ 694138 h 968306"/>
              <a:gd name="connsiteX69" fmla="*/ 4136136 w 5114885"/>
              <a:gd name="connsiteY69" fmla="*/ 731857 h 968306"/>
              <a:gd name="connsiteX70" fmla="*/ 4122515 w 5114885"/>
              <a:gd name="connsiteY70" fmla="*/ 731285 h 968306"/>
              <a:gd name="connsiteX71" fmla="*/ 4092607 w 5114885"/>
              <a:gd name="connsiteY71" fmla="*/ 731857 h 968306"/>
              <a:gd name="connsiteX72" fmla="*/ 4081653 w 5114885"/>
              <a:gd name="connsiteY72" fmla="*/ 773767 h 968306"/>
              <a:gd name="connsiteX73" fmla="*/ 4080605 w 5114885"/>
              <a:gd name="connsiteY73" fmla="*/ 860159 h 968306"/>
              <a:gd name="connsiteX74" fmla="*/ 4086320 w 5114885"/>
              <a:gd name="connsiteY74" fmla="*/ 886924 h 968306"/>
              <a:gd name="connsiteX75" fmla="*/ 4136612 w 5114885"/>
              <a:gd name="connsiteY75" fmla="*/ 900068 h 968306"/>
              <a:gd name="connsiteX76" fmla="*/ 4136612 w 5114885"/>
              <a:gd name="connsiteY76" fmla="*/ 902164 h 968306"/>
              <a:gd name="connsiteX77" fmla="*/ 4094226 w 5114885"/>
              <a:gd name="connsiteY77" fmla="*/ 741763 h 968306"/>
              <a:gd name="connsiteX78" fmla="*/ 4122991 w 5114885"/>
              <a:gd name="connsiteY78" fmla="*/ 741191 h 968306"/>
              <a:gd name="connsiteX79" fmla="*/ 4136136 w 5114885"/>
              <a:gd name="connsiteY79" fmla="*/ 741763 h 968306"/>
              <a:gd name="connsiteX80" fmla="*/ 4146614 w 5114885"/>
              <a:gd name="connsiteY80" fmla="*/ 731762 h 968306"/>
              <a:gd name="connsiteX81" fmla="*/ 4148233 w 5114885"/>
              <a:gd name="connsiteY81" fmla="*/ 693471 h 968306"/>
              <a:gd name="connsiteX82" fmla="*/ 4138803 w 5114885"/>
              <a:gd name="connsiteY82" fmla="*/ 682517 h 968306"/>
              <a:gd name="connsiteX83" fmla="*/ 4107942 w 5114885"/>
              <a:gd name="connsiteY83" fmla="*/ 677279 h 968306"/>
              <a:gd name="connsiteX84" fmla="*/ 4095369 w 5114885"/>
              <a:gd name="connsiteY84" fmla="*/ 677279 h 968306"/>
              <a:gd name="connsiteX85" fmla="*/ 4096417 w 5114885"/>
              <a:gd name="connsiteY85" fmla="*/ 641084 h 968306"/>
              <a:gd name="connsiteX86" fmla="*/ 4092226 w 5114885"/>
              <a:gd name="connsiteY86" fmla="*/ 604412 h 968306"/>
              <a:gd name="connsiteX87" fmla="*/ 4040315 w 5114885"/>
              <a:gd name="connsiteY87" fmla="*/ 601745 h 968306"/>
              <a:gd name="connsiteX88" fmla="*/ 4015740 w 5114885"/>
              <a:gd name="connsiteY88" fmla="*/ 607556 h 968306"/>
              <a:gd name="connsiteX89" fmla="*/ 4011549 w 5114885"/>
              <a:gd name="connsiteY89" fmla="*/ 672992 h 968306"/>
              <a:gd name="connsiteX90" fmla="*/ 3991642 w 5114885"/>
              <a:gd name="connsiteY90" fmla="*/ 677183 h 968306"/>
              <a:gd name="connsiteX91" fmla="*/ 3967544 w 5114885"/>
              <a:gd name="connsiteY91" fmla="*/ 707092 h 968306"/>
              <a:gd name="connsiteX92" fmla="*/ 3968591 w 5114885"/>
              <a:gd name="connsiteY92" fmla="*/ 727571 h 968306"/>
              <a:gd name="connsiteX93" fmla="*/ 3968591 w 5114885"/>
              <a:gd name="connsiteY93" fmla="*/ 730714 h 968306"/>
              <a:gd name="connsiteX94" fmla="*/ 4010501 w 5114885"/>
              <a:gd name="connsiteY94" fmla="*/ 738048 h 968306"/>
              <a:gd name="connsiteX95" fmla="*/ 4009930 w 5114885"/>
              <a:gd name="connsiteY95" fmla="*/ 783578 h 968306"/>
              <a:gd name="connsiteX96" fmla="*/ 4007358 w 5114885"/>
              <a:gd name="connsiteY96" fmla="*/ 814534 h 968306"/>
              <a:gd name="connsiteX97" fmla="*/ 4006882 w 5114885"/>
              <a:gd name="connsiteY97" fmla="*/ 837584 h 968306"/>
              <a:gd name="connsiteX98" fmla="*/ 4009454 w 5114885"/>
              <a:gd name="connsiteY98" fmla="*/ 865302 h 968306"/>
              <a:gd name="connsiteX99" fmla="*/ 4013645 w 5114885"/>
              <a:gd name="connsiteY99" fmla="*/ 905117 h 968306"/>
              <a:gd name="connsiteX100" fmla="*/ 4014692 w 5114885"/>
              <a:gd name="connsiteY100" fmla="*/ 907784 h 968306"/>
              <a:gd name="connsiteX101" fmla="*/ 4019931 w 5114885"/>
              <a:gd name="connsiteY101" fmla="*/ 924548 h 968306"/>
              <a:gd name="connsiteX102" fmla="*/ 4020979 w 5114885"/>
              <a:gd name="connsiteY102" fmla="*/ 928739 h 968306"/>
              <a:gd name="connsiteX103" fmla="*/ 4027837 w 5114885"/>
              <a:gd name="connsiteY103" fmla="*/ 938168 h 968306"/>
              <a:gd name="connsiteX104" fmla="*/ 4030980 w 5114885"/>
              <a:gd name="connsiteY104" fmla="*/ 940835 h 968306"/>
              <a:gd name="connsiteX105" fmla="*/ 4045649 w 5114885"/>
              <a:gd name="connsiteY105" fmla="*/ 947598 h 968306"/>
              <a:gd name="connsiteX106" fmla="*/ 4049840 w 5114885"/>
              <a:gd name="connsiteY106" fmla="*/ 948646 h 968306"/>
              <a:gd name="connsiteX107" fmla="*/ 4052411 w 5114885"/>
              <a:gd name="connsiteY107" fmla="*/ 950170 h 968306"/>
              <a:gd name="connsiteX108" fmla="*/ 4054983 w 5114885"/>
              <a:gd name="connsiteY108" fmla="*/ 950741 h 968306"/>
              <a:gd name="connsiteX109" fmla="*/ 4075366 w 5114885"/>
              <a:gd name="connsiteY109" fmla="*/ 954932 h 968306"/>
              <a:gd name="connsiteX110" fmla="*/ 4090035 w 5114885"/>
              <a:gd name="connsiteY110" fmla="*/ 954932 h 968306"/>
              <a:gd name="connsiteX111" fmla="*/ 4109466 w 5114885"/>
              <a:gd name="connsiteY111" fmla="*/ 954932 h 968306"/>
              <a:gd name="connsiteX112" fmla="*/ 4125182 w 5114885"/>
              <a:gd name="connsiteY112" fmla="*/ 952837 h 968306"/>
              <a:gd name="connsiteX113" fmla="*/ 4135184 w 5114885"/>
              <a:gd name="connsiteY113" fmla="*/ 954932 h 968306"/>
              <a:gd name="connsiteX114" fmla="*/ 4146709 w 5114885"/>
              <a:gd name="connsiteY114" fmla="*/ 946074 h 968306"/>
              <a:gd name="connsiteX115" fmla="*/ 4146709 w 5114885"/>
              <a:gd name="connsiteY115" fmla="*/ 902069 h 968306"/>
              <a:gd name="connsiteX116" fmla="*/ 4147185 w 5114885"/>
              <a:gd name="connsiteY116" fmla="*/ 898925 h 968306"/>
              <a:gd name="connsiteX117" fmla="*/ 4139851 w 5114885"/>
              <a:gd name="connsiteY117" fmla="*/ 890067 h 968306"/>
              <a:gd name="connsiteX118" fmla="*/ 4094226 w 5114885"/>
              <a:gd name="connsiteY118" fmla="*/ 880637 h 968306"/>
              <a:gd name="connsiteX119" fmla="*/ 4090511 w 5114885"/>
              <a:gd name="connsiteY119" fmla="*/ 859682 h 968306"/>
              <a:gd name="connsiteX120" fmla="*/ 4091559 w 5114885"/>
              <a:gd name="connsiteY120" fmla="*/ 773767 h 968306"/>
              <a:gd name="connsiteX121" fmla="*/ 4094131 w 5114885"/>
              <a:gd name="connsiteY121" fmla="*/ 741858 h 968306"/>
              <a:gd name="connsiteX122" fmla="*/ 3933254 w 5114885"/>
              <a:gd name="connsiteY122" fmla="*/ 584696 h 968306"/>
              <a:gd name="connsiteX123" fmla="*/ 3933825 w 5114885"/>
              <a:gd name="connsiteY123" fmla="*/ 609270 h 968306"/>
              <a:gd name="connsiteX124" fmla="*/ 3934301 w 5114885"/>
              <a:gd name="connsiteY124" fmla="*/ 612985 h 968306"/>
              <a:gd name="connsiteX125" fmla="*/ 3934778 w 5114885"/>
              <a:gd name="connsiteY125" fmla="*/ 615080 h 968306"/>
              <a:gd name="connsiteX126" fmla="*/ 3935825 w 5114885"/>
              <a:gd name="connsiteY126" fmla="*/ 628225 h 968306"/>
              <a:gd name="connsiteX127" fmla="*/ 3936302 w 5114885"/>
              <a:gd name="connsiteY127" fmla="*/ 634035 h 968306"/>
              <a:gd name="connsiteX128" fmla="*/ 3883438 w 5114885"/>
              <a:gd name="connsiteY128" fmla="*/ 632416 h 968306"/>
              <a:gd name="connsiteX129" fmla="*/ 3880771 w 5114885"/>
              <a:gd name="connsiteY129" fmla="*/ 632416 h 968306"/>
              <a:gd name="connsiteX130" fmla="*/ 3875056 w 5114885"/>
              <a:gd name="connsiteY130" fmla="*/ 632987 h 968306"/>
              <a:gd name="connsiteX131" fmla="*/ 3873437 w 5114885"/>
              <a:gd name="connsiteY131" fmla="*/ 632987 h 968306"/>
              <a:gd name="connsiteX132" fmla="*/ 3873437 w 5114885"/>
              <a:gd name="connsiteY132" fmla="*/ 627749 h 968306"/>
              <a:gd name="connsiteX133" fmla="*/ 3873913 w 5114885"/>
              <a:gd name="connsiteY133" fmla="*/ 613556 h 968306"/>
              <a:gd name="connsiteX134" fmla="*/ 3875532 w 5114885"/>
              <a:gd name="connsiteY134" fmla="*/ 597840 h 968306"/>
              <a:gd name="connsiteX135" fmla="*/ 3876008 w 5114885"/>
              <a:gd name="connsiteY135" fmla="*/ 589934 h 968306"/>
              <a:gd name="connsiteX136" fmla="*/ 3888105 w 5114885"/>
              <a:gd name="connsiteY136" fmla="*/ 588887 h 968306"/>
              <a:gd name="connsiteX137" fmla="*/ 3890201 w 5114885"/>
              <a:gd name="connsiteY137" fmla="*/ 588887 h 968306"/>
              <a:gd name="connsiteX138" fmla="*/ 3894391 w 5114885"/>
              <a:gd name="connsiteY138" fmla="*/ 588410 h 968306"/>
              <a:gd name="connsiteX139" fmla="*/ 3907536 w 5114885"/>
              <a:gd name="connsiteY139" fmla="*/ 586791 h 968306"/>
              <a:gd name="connsiteX140" fmla="*/ 3933158 w 5114885"/>
              <a:gd name="connsiteY140" fmla="*/ 584696 h 968306"/>
              <a:gd name="connsiteX141" fmla="*/ 3945731 w 5114885"/>
              <a:gd name="connsiteY141" fmla="*/ 626606 h 968306"/>
              <a:gd name="connsiteX142" fmla="*/ 3943636 w 5114885"/>
              <a:gd name="connsiteY142" fmla="*/ 610889 h 968306"/>
              <a:gd name="connsiteX143" fmla="*/ 3943636 w 5114885"/>
              <a:gd name="connsiteY143" fmla="*/ 608222 h 968306"/>
              <a:gd name="connsiteX144" fmla="*/ 3943160 w 5114885"/>
              <a:gd name="connsiteY144" fmla="*/ 580505 h 968306"/>
              <a:gd name="connsiteX145" fmla="*/ 3906488 w 5114885"/>
              <a:gd name="connsiteY145" fmla="*/ 576790 h 968306"/>
              <a:gd name="connsiteX146" fmla="*/ 3893344 w 5114885"/>
              <a:gd name="connsiteY146" fmla="*/ 577838 h 968306"/>
              <a:gd name="connsiteX147" fmla="*/ 3889153 w 5114885"/>
              <a:gd name="connsiteY147" fmla="*/ 578885 h 968306"/>
              <a:gd name="connsiteX148" fmla="*/ 3887057 w 5114885"/>
              <a:gd name="connsiteY148" fmla="*/ 578885 h 968306"/>
              <a:gd name="connsiteX149" fmla="*/ 3872389 w 5114885"/>
              <a:gd name="connsiteY149" fmla="*/ 579933 h 968306"/>
              <a:gd name="connsiteX150" fmla="*/ 3866103 w 5114885"/>
              <a:gd name="connsiteY150" fmla="*/ 585172 h 968306"/>
              <a:gd name="connsiteX151" fmla="*/ 3864007 w 5114885"/>
              <a:gd name="connsiteY151" fmla="*/ 612413 h 968306"/>
              <a:gd name="connsiteX152" fmla="*/ 3864007 w 5114885"/>
              <a:gd name="connsiteY152" fmla="*/ 613461 h 968306"/>
              <a:gd name="connsiteX153" fmla="*/ 3863435 w 5114885"/>
              <a:gd name="connsiteY153" fmla="*/ 627082 h 968306"/>
              <a:gd name="connsiteX154" fmla="*/ 3862959 w 5114885"/>
              <a:gd name="connsiteY154" fmla="*/ 633368 h 968306"/>
              <a:gd name="connsiteX155" fmla="*/ 3862959 w 5114885"/>
              <a:gd name="connsiteY155" fmla="*/ 635940 h 968306"/>
              <a:gd name="connsiteX156" fmla="*/ 3883438 w 5114885"/>
              <a:gd name="connsiteY156" fmla="*/ 642227 h 968306"/>
              <a:gd name="connsiteX157" fmla="*/ 3943160 w 5114885"/>
              <a:gd name="connsiteY157" fmla="*/ 642798 h 968306"/>
              <a:gd name="connsiteX158" fmla="*/ 3946874 w 5114885"/>
              <a:gd name="connsiteY158" fmla="*/ 635464 h 968306"/>
              <a:gd name="connsiteX159" fmla="*/ 3945827 w 5114885"/>
              <a:gd name="connsiteY159" fmla="*/ 626606 h 968306"/>
              <a:gd name="connsiteX160" fmla="*/ 3931158 w 5114885"/>
              <a:gd name="connsiteY160" fmla="*/ 941978 h 968306"/>
              <a:gd name="connsiteX161" fmla="*/ 3872484 w 5114885"/>
              <a:gd name="connsiteY161" fmla="*/ 942550 h 968306"/>
              <a:gd name="connsiteX162" fmla="*/ 3872484 w 5114885"/>
              <a:gd name="connsiteY162" fmla="*/ 942550 h 968306"/>
              <a:gd name="connsiteX163" fmla="*/ 3872484 w 5114885"/>
              <a:gd name="connsiteY163" fmla="*/ 940454 h 968306"/>
              <a:gd name="connsiteX164" fmla="*/ 3875151 w 5114885"/>
              <a:gd name="connsiteY164" fmla="*/ 723570 h 968306"/>
              <a:gd name="connsiteX165" fmla="*/ 3874103 w 5114885"/>
              <a:gd name="connsiteY165" fmla="*/ 698424 h 968306"/>
              <a:gd name="connsiteX166" fmla="*/ 3874580 w 5114885"/>
              <a:gd name="connsiteY166" fmla="*/ 691090 h 968306"/>
              <a:gd name="connsiteX167" fmla="*/ 3882485 w 5114885"/>
              <a:gd name="connsiteY167" fmla="*/ 691661 h 968306"/>
              <a:gd name="connsiteX168" fmla="*/ 3926967 w 5114885"/>
              <a:gd name="connsiteY168" fmla="*/ 691090 h 968306"/>
              <a:gd name="connsiteX169" fmla="*/ 3929063 w 5114885"/>
              <a:gd name="connsiteY169" fmla="*/ 690518 h 968306"/>
              <a:gd name="connsiteX170" fmla="*/ 3930682 w 5114885"/>
              <a:gd name="connsiteY170" fmla="*/ 690518 h 968306"/>
              <a:gd name="connsiteX171" fmla="*/ 3933254 w 5114885"/>
              <a:gd name="connsiteY171" fmla="*/ 734048 h 968306"/>
              <a:gd name="connsiteX172" fmla="*/ 3931158 w 5114885"/>
              <a:gd name="connsiteY172" fmla="*/ 835203 h 968306"/>
              <a:gd name="connsiteX173" fmla="*/ 3931158 w 5114885"/>
              <a:gd name="connsiteY173" fmla="*/ 942074 h 968306"/>
              <a:gd name="connsiteX174" fmla="*/ 3870960 w 5114885"/>
              <a:gd name="connsiteY174" fmla="*/ 952075 h 968306"/>
              <a:gd name="connsiteX175" fmla="*/ 3931730 w 5114885"/>
              <a:gd name="connsiteY175" fmla="*/ 952075 h 968306"/>
              <a:gd name="connsiteX176" fmla="*/ 3941636 w 5114885"/>
              <a:gd name="connsiteY176" fmla="*/ 947408 h 968306"/>
              <a:gd name="connsiteX177" fmla="*/ 3941159 w 5114885"/>
              <a:gd name="connsiteY177" fmla="*/ 835298 h 968306"/>
              <a:gd name="connsiteX178" fmla="*/ 3943255 w 5114885"/>
              <a:gd name="connsiteY178" fmla="*/ 733667 h 968306"/>
              <a:gd name="connsiteX179" fmla="*/ 3940683 w 5114885"/>
              <a:gd name="connsiteY179" fmla="*/ 684994 h 968306"/>
              <a:gd name="connsiteX180" fmla="*/ 3933349 w 5114885"/>
              <a:gd name="connsiteY180" fmla="*/ 680327 h 968306"/>
              <a:gd name="connsiteX181" fmla="*/ 3926015 w 5114885"/>
              <a:gd name="connsiteY181" fmla="*/ 681374 h 968306"/>
              <a:gd name="connsiteX182" fmla="*/ 3882485 w 5114885"/>
              <a:gd name="connsiteY182" fmla="*/ 681946 h 968306"/>
              <a:gd name="connsiteX183" fmla="*/ 3864197 w 5114885"/>
              <a:gd name="connsiteY183" fmla="*/ 698138 h 968306"/>
              <a:gd name="connsiteX184" fmla="*/ 3865245 w 5114885"/>
              <a:gd name="connsiteY184" fmla="*/ 723856 h 968306"/>
              <a:gd name="connsiteX185" fmla="*/ 3862673 w 5114885"/>
              <a:gd name="connsiteY185" fmla="*/ 940740 h 968306"/>
              <a:gd name="connsiteX186" fmla="*/ 3870579 w 5114885"/>
              <a:gd name="connsiteY186" fmla="*/ 952837 h 968306"/>
              <a:gd name="connsiteX187" fmla="*/ 3871055 w 5114885"/>
              <a:gd name="connsiteY187" fmla="*/ 952265 h 968306"/>
              <a:gd name="connsiteX188" fmla="*/ 3691319 w 5114885"/>
              <a:gd name="connsiteY188" fmla="*/ 730428 h 968306"/>
              <a:gd name="connsiteX189" fmla="*/ 3654647 w 5114885"/>
              <a:gd name="connsiteY189" fmla="*/ 730428 h 968306"/>
              <a:gd name="connsiteX190" fmla="*/ 3641503 w 5114885"/>
              <a:gd name="connsiteY190" fmla="*/ 734619 h 968306"/>
              <a:gd name="connsiteX191" fmla="*/ 3638931 w 5114885"/>
              <a:gd name="connsiteY191" fmla="*/ 736715 h 968306"/>
              <a:gd name="connsiteX192" fmla="*/ 3632168 w 5114885"/>
              <a:gd name="connsiteY192" fmla="*/ 740906 h 968306"/>
              <a:gd name="connsiteX193" fmla="*/ 3619024 w 5114885"/>
              <a:gd name="connsiteY193" fmla="*/ 754050 h 968306"/>
              <a:gd name="connsiteX194" fmla="*/ 3608546 w 5114885"/>
              <a:gd name="connsiteY194" fmla="*/ 779672 h 968306"/>
              <a:gd name="connsiteX195" fmla="*/ 3624263 w 5114885"/>
              <a:gd name="connsiteY195" fmla="*/ 791198 h 968306"/>
              <a:gd name="connsiteX196" fmla="*/ 3627406 w 5114885"/>
              <a:gd name="connsiteY196" fmla="*/ 790626 h 968306"/>
              <a:gd name="connsiteX197" fmla="*/ 3717989 w 5114885"/>
              <a:gd name="connsiteY197" fmla="*/ 793198 h 968306"/>
              <a:gd name="connsiteX198" fmla="*/ 3734753 w 5114885"/>
              <a:gd name="connsiteY198" fmla="*/ 787483 h 968306"/>
              <a:gd name="connsiteX199" fmla="*/ 3727990 w 5114885"/>
              <a:gd name="connsiteY199" fmla="*/ 751288 h 968306"/>
              <a:gd name="connsiteX200" fmla="*/ 3710178 w 5114885"/>
              <a:gd name="connsiteY200" fmla="*/ 737667 h 968306"/>
              <a:gd name="connsiteX201" fmla="*/ 3691319 w 5114885"/>
              <a:gd name="connsiteY201" fmla="*/ 730333 h 968306"/>
              <a:gd name="connsiteX202" fmla="*/ 3728466 w 5114885"/>
              <a:gd name="connsiteY202" fmla="*/ 779577 h 968306"/>
              <a:gd name="connsiteX203" fmla="*/ 3717512 w 5114885"/>
              <a:gd name="connsiteY203" fmla="*/ 783292 h 968306"/>
              <a:gd name="connsiteX204" fmla="*/ 3625310 w 5114885"/>
              <a:gd name="connsiteY204" fmla="*/ 780720 h 968306"/>
              <a:gd name="connsiteX205" fmla="*/ 3622167 w 5114885"/>
              <a:gd name="connsiteY205" fmla="*/ 781292 h 968306"/>
              <a:gd name="connsiteX206" fmla="*/ 3618453 w 5114885"/>
              <a:gd name="connsiteY206" fmla="*/ 781863 h 968306"/>
              <a:gd name="connsiteX207" fmla="*/ 3626834 w 5114885"/>
              <a:gd name="connsiteY207" fmla="*/ 759860 h 968306"/>
              <a:gd name="connsiteX208" fmla="*/ 3636740 w 5114885"/>
              <a:gd name="connsiteY208" fmla="*/ 749954 h 968306"/>
              <a:gd name="connsiteX209" fmla="*/ 3645122 w 5114885"/>
              <a:gd name="connsiteY209" fmla="*/ 745192 h 968306"/>
              <a:gd name="connsiteX210" fmla="*/ 3647218 w 5114885"/>
              <a:gd name="connsiteY210" fmla="*/ 743096 h 968306"/>
              <a:gd name="connsiteX211" fmla="*/ 3657219 w 5114885"/>
              <a:gd name="connsiteY211" fmla="*/ 740429 h 968306"/>
              <a:gd name="connsiteX212" fmla="*/ 3689128 w 5114885"/>
              <a:gd name="connsiteY212" fmla="*/ 740429 h 968306"/>
              <a:gd name="connsiteX213" fmla="*/ 3705416 w 5114885"/>
              <a:gd name="connsiteY213" fmla="*/ 746716 h 968306"/>
              <a:gd name="connsiteX214" fmla="*/ 3719513 w 5114885"/>
              <a:gd name="connsiteY214" fmla="*/ 757193 h 968306"/>
              <a:gd name="connsiteX215" fmla="*/ 3728371 w 5114885"/>
              <a:gd name="connsiteY215" fmla="*/ 779672 h 968306"/>
              <a:gd name="connsiteX216" fmla="*/ 3742563 w 5114885"/>
              <a:gd name="connsiteY216" fmla="*/ 876065 h 968306"/>
              <a:gd name="connsiteX217" fmla="*/ 3791236 w 5114885"/>
              <a:gd name="connsiteY217" fmla="*/ 875018 h 968306"/>
              <a:gd name="connsiteX218" fmla="*/ 3780758 w 5114885"/>
              <a:gd name="connsiteY218" fmla="*/ 900164 h 968306"/>
              <a:gd name="connsiteX219" fmla="*/ 3773996 w 5114885"/>
              <a:gd name="connsiteY219" fmla="*/ 909022 h 968306"/>
              <a:gd name="connsiteX220" fmla="*/ 3762470 w 5114885"/>
              <a:gd name="connsiteY220" fmla="*/ 920547 h 968306"/>
              <a:gd name="connsiteX221" fmla="*/ 3740944 w 5114885"/>
              <a:gd name="connsiteY221" fmla="*/ 932072 h 968306"/>
              <a:gd name="connsiteX222" fmla="*/ 3738372 w 5114885"/>
              <a:gd name="connsiteY222" fmla="*/ 934739 h 968306"/>
              <a:gd name="connsiteX223" fmla="*/ 3735800 w 5114885"/>
              <a:gd name="connsiteY223" fmla="*/ 936263 h 968306"/>
              <a:gd name="connsiteX224" fmla="*/ 3724275 w 5114885"/>
              <a:gd name="connsiteY224" fmla="*/ 942074 h 968306"/>
              <a:gd name="connsiteX225" fmla="*/ 3719036 w 5114885"/>
              <a:gd name="connsiteY225" fmla="*/ 943598 h 968306"/>
              <a:gd name="connsiteX226" fmla="*/ 3714369 w 5114885"/>
              <a:gd name="connsiteY226" fmla="*/ 945122 h 968306"/>
              <a:gd name="connsiteX227" fmla="*/ 3634740 w 5114885"/>
              <a:gd name="connsiteY227" fmla="*/ 943598 h 968306"/>
              <a:gd name="connsiteX228" fmla="*/ 3608546 w 5114885"/>
              <a:gd name="connsiteY228" fmla="*/ 935787 h 968306"/>
              <a:gd name="connsiteX229" fmla="*/ 3579209 w 5114885"/>
              <a:gd name="connsiteY229" fmla="*/ 913213 h 968306"/>
              <a:gd name="connsiteX230" fmla="*/ 3550920 w 5114885"/>
              <a:gd name="connsiteY230" fmla="*/ 862921 h 968306"/>
              <a:gd name="connsiteX231" fmla="*/ 3548348 w 5114885"/>
              <a:gd name="connsiteY231" fmla="*/ 852443 h 968306"/>
              <a:gd name="connsiteX232" fmla="*/ 3546729 w 5114885"/>
              <a:gd name="connsiteY232" fmla="*/ 848252 h 968306"/>
              <a:gd name="connsiteX233" fmla="*/ 3545681 w 5114885"/>
              <a:gd name="connsiteY233" fmla="*/ 841966 h 968306"/>
              <a:gd name="connsiteX234" fmla="*/ 3543586 w 5114885"/>
              <a:gd name="connsiteY234" fmla="*/ 828345 h 968306"/>
              <a:gd name="connsiteX235" fmla="*/ 3544062 w 5114885"/>
              <a:gd name="connsiteY235" fmla="*/ 824630 h 968306"/>
              <a:gd name="connsiteX236" fmla="*/ 3544538 w 5114885"/>
              <a:gd name="connsiteY236" fmla="*/ 820916 h 968306"/>
              <a:gd name="connsiteX237" fmla="*/ 3544538 w 5114885"/>
              <a:gd name="connsiteY237" fmla="*/ 817296 h 968306"/>
              <a:gd name="connsiteX238" fmla="*/ 3545015 w 5114885"/>
              <a:gd name="connsiteY238" fmla="*/ 810438 h 968306"/>
              <a:gd name="connsiteX239" fmla="*/ 3570161 w 5114885"/>
              <a:gd name="connsiteY239" fmla="*/ 741858 h 968306"/>
              <a:gd name="connsiteX240" fmla="*/ 3582162 w 5114885"/>
              <a:gd name="connsiteY240" fmla="*/ 724046 h 968306"/>
              <a:gd name="connsiteX241" fmla="*/ 3620453 w 5114885"/>
              <a:gd name="connsiteY241" fmla="*/ 694709 h 968306"/>
              <a:gd name="connsiteX242" fmla="*/ 3651314 w 5114885"/>
              <a:gd name="connsiteY242" fmla="*/ 685851 h 968306"/>
              <a:gd name="connsiteX243" fmla="*/ 3708940 w 5114885"/>
              <a:gd name="connsiteY243" fmla="*/ 686423 h 968306"/>
              <a:gd name="connsiteX244" fmla="*/ 3712655 w 5114885"/>
              <a:gd name="connsiteY244" fmla="*/ 687470 h 968306"/>
              <a:gd name="connsiteX245" fmla="*/ 3741991 w 5114885"/>
              <a:gd name="connsiteY245" fmla="*/ 699567 h 968306"/>
              <a:gd name="connsiteX246" fmla="*/ 3760851 w 5114885"/>
              <a:gd name="connsiteY246" fmla="*/ 721570 h 968306"/>
              <a:gd name="connsiteX247" fmla="*/ 3792855 w 5114885"/>
              <a:gd name="connsiteY247" fmla="*/ 799103 h 968306"/>
              <a:gd name="connsiteX248" fmla="*/ 3793331 w 5114885"/>
              <a:gd name="connsiteY248" fmla="*/ 803771 h 968306"/>
              <a:gd name="connsiteX249" fmla="*/ 3793331 w 5114885"/>
              <a:gd name="connsiteY249" fmla="*/ 807485 h 968306"/>
              <a:gd name="connsiteX250" fmla="*/ 3793808 w 5114885"/>
              <a:gd name="connsiteY250" fmla="*/ 813772 h 968306"/>
              <a:gd name="connsiteX251" fmla="*/ 3795427 w 5114885"/>
              <a:gd name="connsiteY251" fmla="*/ 821582 h 968306"/>
              <a:gd name="connsiteX252" fmla="*/ 3796474 w 5114885"/>
              <a:gd name="connsiteY252" fmla="*/ 826250 h 968306"/>
              <a:gd name="connsiteX253" fmla="*/ 3763995 w 5114885"/>
              <a:gd name="connsiteY253" fmla="*/ 824726 h 968306"/>
              <a:gd name="connsiteX254" fmla="*/ 3691699 w 5114885"/>
              <a:gd name="connsiteY254" fmla="*/ 827869 h 968306"/>
              <a:gd name="connsiteX255" fmla="*/ 3668649 w 5114885"/>
              <a:gd name="connsiteY255" fmla="*/ 828917 h 968306"/>
              <a:gd name="connsiteX256" fmla="*/ 3617309 w 5114885"/>
              <a:gd name="connsiteY256" fmla="*/ 829964 h 968306"/>
              <a:gd name="connsiteX257" fmla="*/ 3608928 w 5114885"/>
              <a:gd name="connsiteY257" fmla="*/ 864540 h 968306"/>
              <a:gd name="connsiteX258" fmla="*/ 3611023 w 5114885"/>
              <a:gd name="connsiteY258" fmla="*/ 869779 h 968306"/>
              <a:gd name="connsiteX259" fmla="*/ 3612642 w 5114885"/>
              <a:gd name="connsiteY259" fmla="*/ 873970 h 968306"/>
              <a:gd name="connsiteX260" fmla="*/ 3614261 w 5114885"/>
              <a:gd name="connsiteY260" fmla="*/ 877113 h 968306"/>
              <a:gd name="connsiteX261" fmla="*/ 3616357 w 5114885"/>
              <a:gd name="connsiteY261" fmla="*/ 879780 h 968306"/>
              <a:gd name="connsiteX262" fmla="*/ 3619500 w 5114885"/>
              <a:gd name="connsiteY262" fmla="*/ 883971 h 968306"/>
              <a:gd name="connsiteX263" fmla="*/ 3624739 w 5114885"/>
              <a:gd name="connsiteY263" fmla="*/ 889210 h 968306"/>
              <a:gd name="connsiteX264" fmla="*/ 3629978 w 5114885"/>
              <a:gd name="connsiteY264" fmla="*/ 895496 h 968306"/>
              <a:gd name="connsiteX265" fmla="*/ 3659315 w 5114885"/>
              <a:gd name="connsiteY265" fmla="*/ 908641 h 968306"/>
              <a:gd name="connsiteX266" fmla="*/ 3662934 w 5114885"/>
              <a:gd name="connsiteY266" fmla="*/ 909212 h 968306"/>
              <a:gd name="connsiteX267" fmla="*/ 3696462 w 5114885"/>
              <a:gd name="connsiteY267" fmla="*/ 905498 h 968306"/>
              <a:gd name="connsiteX268" fmla="*/ 3741991 w 5114885"/>
              <a:gd name="connsiteY268" fmla="*/ 876161 h 968306"/>
              <a:gd name="connsiteX269" fmla="*/ 3742563 w 5114885"/>
              <a:gd name="connsiteY269" fmla="*/ 876161 h 968306"/>
              <a:gd name="connsiteX270" fmla="*/ 3617881 w 5114885"/>
              <a:gd name="connsiteY270" fmla="*/ 839870 h 968306"/>
              <a:gd name="connsiteX271" fmla="*/ 3670268 w 5114885"/>
              <a:gd name="connsiteY271" fmla="*/ 838823 h 968306"/>
              <a:gd name="connsiteX272" fmla="*/ 3691699 w 5114885"/>
              <a:gd name="connsiteY272" fmla="*/ 837775 h 968306"/>
              <a:gd name="connsiteX273" fmla="*/ 3763995 w 5114885"/>
              <a:gd name="connsiteY273" fmla="*/ 834632 h 968306"/>
              <a:gd name="connsiteX274" fmla="*/ 3784949 w 5114885"/>
              <a:gd name="connsiteY274" fmla="*/ 836156 h 968306"/>
              <a:gd name="connsiteX275" fmla="*/ 3803809 w 5114885"/>
              <a:gd name="connsiteY275" fmla="*/ 812057 h 968306"/>
              <a:gd name="connsiteX276" fmla="*/ 3803333 w 5114885"/>
              <a:gd name="connsiteY276" fmla="*/ 806819 h 968306"/>
              <a:gd name="connsiteX277" fmla="*/ 3803333 w 5114885"/>
              <a:gd name="connsiteY277" fmla="*/ 802628 h 968306"/>
              <a:gd name="connsiteX278" fmla="*/ 3802761 w 5114885"/>
              <a:gd name="connsiteY278" fmla="*/ 797389 h 968306"/>
              <a:gd name="connsiteX279" fmla="*/ 3768185 w 5114885"/>
              <a:gd name="connsiteY279" fmla="*/ 714045 h 968306"/>
              <a:gd name="connsiteX280" fmla="*/ 3747230 w 5114885"/>
              <a:gd name="connsiteY280" fmla="*/ 690995 h 968306"/>
              <a:gd name="connsiteX281" fmla="*/ 3718941 w 5114885"/>
              <a:gd name="connsiteY281" fmla="*/ 678993 h 968306"/>
              <a:gd name="connsiteX282" fmla="*/ 3714750 w 5114885"/>
              <a:gd name="connsiteY282" fmla="*/ 677374 h 968306"/>
              <a:gd name="connsiteX283" fmla="*/ 3711035 w 5114885"/>
              <a:gd name="connsiteY283" fmla="*/ 676898 h 968306"/>
              <a:gd name="connsiteX284" fmla="*/ 3649790 w 5114885"/>
              <a:gd name="connsiteY284" fmla="*/ 675850 h 968306"/>
              <a:gd name="connsiteX285" fmla="*/ 3617309 w 5114885"/>
              <a:gd name="connsiteY285" fmla="*/ 684708 h 968306"/>
              <a:gd name="connsiteX286" fmla="*/ 3573304 w 5114885"/>
              <a:gd name="connsiteY286" fmla="*/ 719284 h 968306"/>
              <a:gd name="connsiteX287" fmla="*/ 3560731 w 5114885"/>
              <a:gd name="connsiteY287" fmla="*/ 737572 h 968306"/>
              <a:gd name="connsiteX288" fmla="*/ 3535585 w 5114885"/>
              <a:gd name="connsiteY288" fmla="*/ 802056 h 968306"/>
              <a:gd name="connsiteX289" fmla="*/ 3534537 w 5114885"/>
              <a:gd name="connsiteY289" fmla="*/ 816153 h 968306"/>
              <a:gd name="connsiteX290" fmla="*/ 3534537 w 5114885"/>
              <a:gd name="connsiteY290" fmla="*/ 819868 h 968306"/>
              <a:gd name="connsiteX291" fmla="*/ 3534061 w 5114885"/>
              <a:gd name="connsiteY291" fmla="*/ 823011 h 968306"/>
              <a:gd name="connsiteX292" fmla="*/ 3533585 w 5114885"/>
              <a:gd name="connsiteY292" fmla="*/ 827202 h 968306"/>
              <a:gd name="connsiteX293" fmla="*/ 3535680 w 5114885"/>
              <a:gd name="connsiteY293" fmla="*/ 843966 h 968306"/>
              <a:gd name="connsiteX294" fmla="*/ 3537299 w 5114885"/>
              <a:gd name="connsiteY294" fmla="*/ 851872 h 968306"/>
              <a:gd name="connsiteX295" fmla="*/ 3538823 w 5114885"/>
              <a:gd name="connsiteY295" fmla="*/ 856063 h 968306"/>
              <a:gd name="connsiteX296" fmla="*/ 3540919 w 5114885"/>
              <a:gd name="connsiteY296" fmla="*/ 864445 h 968306"/>
              <a:gd name="connsiteX297" fmla="*/ 3541490 w 5114885"/>
              <a:gd name="connsiteY297" fmla="*/ 867017 h 968306"/>
              <a:gd name="connsiteX298" fmla="*/ 3572351 w 5114885"/>
              <a:gd name="connsiteY298" fmla="*/ 920928 h 968306"/>
              <a:gd name="connsiteX299" fmla="*/ 3605879 w 5114885"/>
              <a:gd name="connsiteY299" fmla="*/ 945598 h 968306"/>
              <a:gd name="connsiteX300" fmla="*/ 3632073 w 5114885"/>
              <a:gd name="connsiteY300" fmla="*/ 953408 h 968306"/>
              <a:gd name="connsiteX301" fmla="*/ 3717417 w 5114885"/>
              <a:gd name="connsiteY301" fmla="*/ 954456 h 968306"/>
              <a:gd name="connsiteX302" fmla="*/ 3721608 w 5114885"/>
              <a:gd name="connsiteY302" fmla="*/ 952932 h 968306"/>
              <a:gd name="connsiteX303" fmla="*/ 3727418 w 5114885"/>
              <a:gd name="connsiteY303" fmla="*/ 951408 h 968306"/>
              <a:gd name="connsiteX304" fmla="*/ 3736848 w 5114885"/>
              <a:gd name="connsiteY304" fmla="*/ 946169 h 968306"/>
              <a:gd name="connsiteX305" fmla="*/ 3742087 w 5114885"/>
              <a:gd name="connsiteY305" fmla="*/ 944074 h 968306"/>
              <a:gd name="connsiteX306" fmla="*/ 3744754 w 5114885"/>
              <a:gd name="connsiteY306" fmla="*/ 941978 h 968306"/>
              <a:gd name="connsiteX307" fmla="*/ 3747326 w 5114885"/>
              <a:gd name="connsiteY307" fmla="*/ 939883 h 968306"/>
              <a:gd name="connsiteX308" fmla="*/ 3768281 w 5114885"/>
              <a:gd name="connsiteY308" fmla="*/ 928834 h 968306"/>
              <a:gd name="connsiteX309" fmla="*/ 3783521 w 5114885"/>
              <a:gd name="connsiteY309" fmla="*/ 912641 h 968306"/>
              <a:gd name="connsiteX310" fmla="*/ 3789807 w 5114885"/>
              <a:gd name="connsiteY310" fmla="*/ 905307 h 968306"/>
              <a:gd name="connsiteX311" fmla="*/ 3798189 w 5114885"/>
              <a:gd name="connsiteY311" fmla="*/ 865016 h 968306"/>
              <a:gd name="connsiteX312" fmla="*/ 3781425 w 5114885"/>
              <a:gd name="connsiteY312" fmla="*/ 863969 h 968306"/>
              <a:gd name="connsiteX313" fmla="*/ 3740563 w 5114885"/>
              <a:gd name="connsiteY313" fmla="*/ 866064 h 968306"/>
              <a:gd name="connsiteX314" fmla="*/ 3736372 w 5114885"/>
              <a:gd name="connsiteY314" fmla="*/ 867112 h 968306"/>
              <a:gd name="connsiteX315" fmla="*/ 3732657 w 5114885"/>
              <a:gd name="connsiteY315" fmla="*/ 872922 h 968306"/>
              <a:gd name="connsiteX316" fmla="*/ 3693890 w 5114885"/>
              <a:gd name="connsiteY316" fmla="*/ 895973 h 968306"/>
              <a:gd name="connsiteX317" fmla="*/ 3663029 w 5114885"/>
              <a:gd name="connsiteY317" fmla="*/ 899116 h 968306"/>
              <a:gd name="connsiteX318" fmla="*/ 3658362 w 5114885"/>
              <a:gd name="connsiteY318" fmla="*/ 898068 h 968306"/>
              <a:gd name="connsiteX319" fmla="*/ 3637407 w 5114885"/>
              <a:gd name="connsiteY319" fmla="*/ 888638 h 968306"/>
              <a:gd name="connsiteX320" fmla="*/ 3630645 w 5114885"/>
              <a:gd name="connsiteY320" fmla="*/ 880828 h 968306"/>
              <a:gd name="connsiteX321" fmla="*/ 3627501 w 5114885"/>
              <a:gd name="connsiteY321" fmla="*/ 877113 h 968306"/>
              <a:gd name="connsiteX322" fmla="*/ 3624358 w 5114885"/>
              <a:gd name="connsiteY322" fmla="*/ 873494 h 968306"/>
              <a:gd name="connsiteX323" fmla="*/ 3622262 w 5114885"/>
              <a:gd name="connsiteY323" fmla="*/ 869779 h 968306"/>
              <a:gd name="connsiteX324" fmla="*/ 3620643 w 5114885"/>
              <a:gd name="connsiteY324" fmla="*/ 866636 h 968306"/>
              <a:gd name="connsiteX325" fmla="*/ 3618548 w 5114885"/>
              <a:gd name="connsiteY325" fmla="*/ 860825 h 968306"/>
              <a:gd name="connsiteX326" fmla="*/ 3618071 w 5114885"/>
              <a:gd name="connsiteY326" fmla="*/ 839870 h 968306"/>
              <a:gd name="connsiteX327" fmla="*/ 3296888 w 5114885"/>
              <a:gd name="connsiteY327" fmla="*/ 939883 h 968306"/>
              <a:gd name="connsiteX328" fmla="*/ 3274886 w 5114885"/>
              <a:gd name="connsiteY328" fmla="*/ 940359 h 968306"/>
              <a:gd name="connsiteX329" fmla="*/ 3269647 w 5114885"/>
              <a:gd name="connsiteY329" fmla="*/ 940359 h 968306"/>
              <a:gd name="connsiteX330" fmla="*/ 3270123 w 5114885"/>
              <a:gd name="connsiteY330" fmla="*/ 931501 h 968306"/>
              <a:gd name="connsiteX331" fmla="*/ 3264884 w 5114885"/>
              <a:gd name="connsiteY331" fmla="*/ 682136 h 968306"/>
              <a:gd name="connsiteX332" fmla="*/ 3265932 w 5114885"/>
              <a:gd name="connsiteY332" fmla="*/ 595173 h 968306"/>
              <a:gd name="connsiteX333" fmla="*/ 3265932 w 5114885"/>
              <a:gd name="connsiteY333" fmla="*/ 587363 h 968306"/>
              <a:gd name="connsiteX334" fmla="*/ 3271171 w 5114885"/>
              <a:gd name="connsiteY334" fmla="*/ 587363 h 968306"/>
              <a:gd name="connsiteX335" fmla="*/ 3321463 w 5114885"/>
              <a:gd name="connsiteY335" fmla="*/ 585743 h 968306"/>
              <a:gd name="connsiteX336" fmla="*/ 3321939 w 5114885"/>
              <a:gd name="connsiteY336" fmla="*/ 616604 h 968306"/>
              <a:gd name="connsiteX337" fmla="*/ 3325654 w 5114885"/>
              <a:gd name="connsiteY337" fmla="*/ 711950 h 968306"/>
              <a:gd name="connsiteX338" fmla="*/ 3327749 w 5114885"/>
              <a:gd name="connsiteY338" fmla="*/ 757003 h 968306"/>
              <a:gd name="connsiteX339" fmla="*/ 3328226 w 5114885"/>
              <a:gd name="connsiteY339" fmla="*/ 761194 h 968306"/>
              <a:gd name="connsiteX340" fmla="*/ 3329845 w 5114885"/>
              <a:gd name="connsiteY340" fmla="*/ 764337 h 968306"/>
              <a:gd name="connsiteX341" fmla="*/ 3343466 w 5114885"/>
              <a:gd name="connsiteY341" fmla="*/ 773767 h 968306"/>
              <a:gd name="connsiteX342" fmla="*/ 3357086 w 5114885"/>
              <a:gd name="connsiteY342" fmla="*/ 762813 h 968306"/>
              <a:gd name="connsiteX343" fmla="*/ 3433096 w 5114885"/>
              <a:gd name="connsiteY343" fmla="*/ 688423 h 968306"/>
              <a:gd name="connsiteX344" fmla="*/ 3438906 w 5114885"/>
              <a:gd name="connsiteY344" fmla="*/ 688423 h 968306"/>
              <a:gd name="connsiteX345" fmla="*/ 3455670 w 5114885"/>
              <a:gd name="connsiteY345" fmla="*/ 687375 h 968306"/>
              <a:gd name="connsiteX346" fmla="*/ 3466148 w 5114885"/>
              <a:gd name="connsiteY346" fmla="*/ 686804 h 968306"/>
              <a:gd name="connsiteX347" fmla="*/ 3470815 w 5114885"/>
              <a:gd name="connsiteY347" fmla="*/ 686804 h 968306"/>
              <a:gd name="connsiteX348" fmla="*/ 3493294 w 5114885"/>
              <a:gd name="connsiteY348" fmla="*/ 687851 h 968306"/>
              <a:gd name="connsiteX349" fmla="*/ 3475006 w 5114885"/>
              <a:gd name="connsiteY349" fmla="*/ 704044 h 968306"/>
              <a:gd name="connsiteX350" fmla="*/ 3450431 w 5114885"/>
              <a:gd name="connsiteY350" fmla="*/ 730238 h 968306"/>
              <a:gd name="connsiteX351" fmla="*/ 3447860 w 5114885"/>
              <a:gd name="connsiteY351" fmla="*/ 731857 h 968306"/>
              <a:gd name="connsiteX352" fmla="*/ 3444145 w 5114885"/>
              <a:gd name="connsiteY352" fmla="*/ 734429 h 968306"/>
              <a:gd name="connsiteX353" fmla="*/ 3409093 w 5114885"/>
              <a:gd name="connsiteY353" fmla="*/ 776339 h 968306"/>
              <a:gd name="connsiteX354" fmla="*/ 3413760 w 5114885"/>
              <a:gd name="connsiteY354" fmla="*/ 794150 h 968306"/>
              <a:gd name="connsiteX355" fmla="*/ 3416332 w 5114885"/>
              <a:gd name="connsiteY355" fmla="*/ 796246 h 968306"/>
              <a:gd name="connsiteX356" fmla="*/ 3418904 w 5114885"/>
              <a:gd name="connsiteY356" fmla="*/ 799389 h 968306"/>
              <a:gd name="connsiteX357" fmla="*/ 3422047 w 5114885"/>
              <a:gd name="connsiteY357" fmla="*/ 804628 h 968306"/>
              <a:gd name="connsiteX358" fmla="*/ 3424619 w 5114885"/>
              <a:gd name="connsiteY358" fmla="*/ 807771 h 968306"/>
              <a:gd name="connsiteX359" fmla="*/ 3446145 w 5114885"/>
              <a:gd name="connsiteY359" fmla="*/ 837108 h 968306"/>
              <a:gd name="connsiteX360" fmla="*/ 3491770 w 5114885"/>
              <a:gd name="connsiteY360" fmla="*/ 908927 h 968306"/>
              <a:gd name="connsiteX361" fmla="*/ 3503771 w 5114885"/>
              <a:gd name="connsiteY361" fmla="*/ 929882 h 968306"/>
              <a:gd name="connsiteX362" fmla="*/ 3511677 w 5114885"/>
              <a:gd name="connsiteY362" fmla="*/ 943502 h 968306"/>
              <a:gd name="connsiteX363" fmla="*/ 3513773 w 5114885"/>
              <a:gd name="connsiteY363" fmla="*/ 946646 h 968306"/>
              <a:gd name="connsiteX364" fmla="*/ 3507010 w 5114885"/>
              <a:gd name="connsiteY364" fmla="*/ 945598 h 968306"/>
              <a:gd name="connsiteX365" fmla="*/ 3500723 w 5114885"/>
              <a:gd name="connsiteY365" fmla="*/ 945598 h 968306"/>
              <a:gd name="connsiteX366" fmla="*/ 3466624 w 5114885"/>
              <a:gd name="connsiteY366" fmla="*/ 944074 h 968306"/>
              <a:gd name="connsiteX367" fmla="*/ 3446240 w 5114885"/>
              <a:gd name="connsiteY367" fmla="*/ 942550 h 968306"/>
              <a:gd name="connsiteX368" fmla="*/ 3437858 w 5114885"/>
              <a:gd name="connsiteY368" fmla="*/ 943026 h 968306"/>
              <a:gd name="connsiteX369" fmla="*/ 3435287 w 5114885"/>
              <a:gd name="connsiteY369" fmla="*/ 937216 h 968306"/>
              <a:gd name="connsiteX370" fmla="*/ 3432143 w 5114885"/>
              <a:gd name="connsiteY370" fmla="*/ 931977 h 968306"/>
              <a:gd name="connsiteX371" fmla="*/ 3429000 w 5114885"/>
              <a:gd name="connsiteY371" fmla="*/ 925214 h 968306"/>
              <a:gd name="connsiteX372" fmla="*/ 3425857 w 5114885"/>
              <a:gd name="connsiteY372" fmla="*/ 918928 h 968306"/>
              <a:gd name="connsiteX373" fmla="*/ 3416427 w 5114885"/>
              <a:gd name="connsiteY373" fmla="*/ 903212 h 968306"/>
              <a:gd name="connsiteX374" fmla="*/ 3413284 w 5114885"/>
              <a:gd name="connsiteY374" fmla="*/ 896925 h 968306"/>
              <a:gd name="connsiteX375" fmla="*/ 3408616 w 5114885"/>
              <a:gd name="connsiteY375" fmla="*/ 888543 h 968306"/>
              <a:gd name="connsiteX376" fmla="*/ 3387662 w 5114885"/>
              <a:gd name="connsiteY376" fmla="*/ 855015 h 968306"/>
              <a:gd name="connsiteX377" fmla="*/ 3385090 w 5114885"/>
              <a:gd name="connsiteY377" fmla="*/ 851300 h 968306"/>
              <a:gd name="connsiteX378" fmla="*/ 3377756 w 5114885"/>
              <a:gd name="connsiteY378" fmla="*/ 841299 h 968306"/>
              <a:gd name="connsiteX379" fmla="*/ 3352133 w 5114885"/>
              <a:gd name="connsiteY379" fmla="*/ 834441 h 968306"/>
              <a:gd name="connsiteX380" fmla="*/ 3334798 w 5114885"/>
              <a:gd name="connsiteY380" fmla="*/ 847014 h 968306"/>
              <a:gd name="connsiteX381" fmla="*/ 3328035 w 5114885"/>
              <a:gd name="connsiteY381" fmla="*/ 857015 h 968306"/>
              <a:gd name="connsiteX382" fmla="*/ 3328035 w 5114885"/>
              <a:gd name="connsiteY382" fmla="*/ 918261 h 968306"/>
              <a:gd name="connsiteX383" fmla="*/ 3327464 w 5114885"/>
              <a:gd name="connsiteY383" fmla="*/ 921976 h 968306"/>
              <a:gd name="connsiteX384" fmla="*/ 3327464 w 5114885"/>
              <a:gd name="connsiteY384" fmla="*/ 925119 h 968306"/>
              <a:gd name="connsiteX385" fmla="*/ 3326987 w 5114885"/>
              <a:gd name="connsiteY385" fmla="*/ 939788 h 968306"/>
              <a:gd name="connsiteX386" fmla="*/ 3297079 w 5114885"/>
              <a:gd name="connsiteY386" fmla="*/ 939788 h 968306"/>
              <a:gd name="connsiteX387" fmla="*/ 3259170 w 5114885"/>
              <a:gd name="connsiteY387" fmla="*/ 943026 h 968306"/>
              <a:gd name="connsiteX388" fmla="*/ 3266504 w 5114885"/>
              <a:gd name="connsiteY388" fmla="*/ 950360 h 968306"/>
              <a:gd name="connsiteX389" fmla="*/ 3327749 w 5114885"/>
              <a:gd name="connsiteY389" fmla="*/ 949789 h 968306"/>
              <a:gd name="connsiteX390" fmla="*/ 3337179 w 5114885"/>
              <a:gd name="connsiteY390" fmla="*/ 944074 h 968306"/>
              <a:gd name="connsiteX391" fmla="*/ 3337179 w 5114885"/>
              <a:gd name="connsiteY391" fmla="*/ 926262 h 968306"/>
              <a:gd name="connsiteX392" fmla="*/ 3337179 w 5114885"/>
              <a:gd name="connsiteY392" fmla="*/ 923690 h 968306"/>
              <a:gd name="connsiteX393" fmla="*/ 3337655 w 5114885"/>
              <a:gd name="connsiteY393" fmla="*/ 917404 h 968306"/>
              <a:gd name="connsiteX394" fmla="*/ 3339274 w 5114885"/>
              <a:gd name="connsiteY394" fmla="*/ 856158 h 968306"/>
              <a:gd name="connsiteX395" fmla="*/ 3342418 w 5114885"/>
              <a:gd name="connsiteY395" fmla="*/ 854634 h 968306"/>
              <a:gd name="connsiteX396" fmla="*/ 3357658 w 5114885"/>
              <a:gd name="connsiteY396" fmla="*/ 843109 h 968306"/>
              <a:gd name="connsiteX397" fmla="*/ 3361373 w 5114885"/>
              <a:gd name="connsiteY397" fmla="*/ 840537 h 968306"/>
              <a:gd name="connsiteX398" fmla="*/ 3377089 w 5114885"/>
              <a:gd name="connsiteY398" fmla="*/ 857301 h 968306"/>
              <a:gd name="connsiteX399" fmla="*/ 3380232 w 5114885"/>
              <a:gd name="connsiteY399" fmla="*/ 862064 h 968306"/>
              <a:gd name="connsiteX400" fmla="*/ 3401187 w 5114885"/>
              <a:gd name="connsiteY400" fmla="*/ 895592 h 968306"/>
              <a:gd name="connsiteX401" fmla="*/ 3405378 w 5114885"/>
              <a:gd name="connsiteY401" fmla="*/ 903497 h 968306"/>
              <a:gd name="connsiteX402" fmla="*/ 3406426 w 5114885"/>
              <a:gd name="connsiteY402" fmla="*/ 906164 h 968306"/>
              <a:gd name="connsiteX403" fmla="*/ 3407474 w 5114885"/>
              <a:gd name="connsiteY403" fmla="*/ 908736 h 968306"/>
              <a:gd name="connsiteX404" fmla="*/ 3418999 w 5114885"/>
              <a:gd name="connsiteY404" fmla="*/ 926548 h 968306"/>
              <a:gd name="connsiteX405" fmla="*/ 3423761 w 5114885"/>
              <a:gd name="connsiteY405" fmla="*/ 937597 h 968306"/>
              <a:gd name="connsiteX406" fmla="*/ 3426333 w 5114885"/>
              <a:gd name="connsiteY406" fmla="*/ 942836 h 968306"/>
              <a:gd name="connsiteX407" fmla="*/ 3436811 w 5114885"/>
              <a:gd name="connsiteY407" fmla="*/ 953313 h 968306"/>
              <a:gd name="connsiteX408" fmla="*/ 3446240 w 5114885"/>
              <a:gd name="connsiteY408" fmla="*/ 952837 h 968306"/>
              <a:gd name="connsiteX409" fmla="*/ 3466148 w 5114885"/>
              <a:gd name="connsiteY409" fmla="*/ 954361 h 968306"/>
              <a:gd name="connsiteX410" fmla="*/ 3502819 w 5114885"/>
              <a:gd name="connsiteY410" fmla="*/ 956456 h 968306"/>
              <a:gd name="connsiteX411" fmla="*/ 3506438 w 5114885"/>
              <a:gd name="connsiteY411" fmla="*/ 955980 h 968306"/>
              <a:gd name="connsiteX412" fmla="*/ 3521107 w 5114885"/>
              <a:gd name="connsiteY412" fmla="*/ 955980 h 968306"/>
              <a:gd name="connsiteX413" fmla="*/ 3526346 w 5114885"/>
              <a:gd name="connsiteY413" fmla="*/ 946550 h 968306"/>
              <a:gd name="connsiteX414" fmla="*/ 3511106 w 5114885"/>
              <a:gd name="connsiteY414" fmla="*/ 923500 h 968306"/>
              <a:gd name="connsiteX415" fmla="*/ 3500152 w 5114885"/>
              <a:gd name="connsiteY415" fmla="*/ 903593 h 968306"/>
              <a:gd name="connsiteX416" fmla="*/ 3454527 w 5114885"/>
              <a:gd name="connsiteY416" fmla="*/ 832346 h 968306"/>
              <a:gd name="connsiteX417" fmla="*/ 3433572 w 5114885"/>
              <a:gd name="connsiteY417" fmla="*/ 803009 h 968306"/>
              <a:gd name="connsiteX418" fmla="*/ 3431477 w 5114885"/>
              <a:gd name="connsiteY418" fmla="*/ 799865 h 968306"/>
              <a:gd name="connsiteX419" fmla="*/ 3428905 w 5114885"/>
              <a:gd name="connsiteY419" fmla="*/ 797770 h 968306"/>
              <a:gd name="connsiteX420" fmla="*/ 3423666 w 5114885"/>
              <a:gd name="connsiteY420" fmla="*/ 789864 h 968306"/>
              <a:gd name="connsiteX421" fmla="*/ 3420999 w 5114885"/>
              <a:gd name="connsiteY421" fmla="*/ 787292 h 968306"/>
              <a:gd name="connsiteX422" fmla="*/ 3417380 w 5114885"/>
              <a:gd name="connsiteY422" fmla="*/ 782054 h 968306"/>
              <a:gd name="connsiteX423" fmla="*/ 3450908 w 5114885"/>
              <a:gd name="connsiteY423" fmla="*/ 742239 h 968306"/>
              <a:gd name="connsiteX424" fmla="*/ 3454622 w 5114885"/>
              <a:gd name="connsiteY424" fmla="*/ 739667 h 968306"/>
              <a:gd name="connsiteX425" fmla="*/ 3457766 w 5114885"/>
              <a:gd name="connsiteY425" fmla="*/ 737572 h 968306"/>
              <a:gd name="connsiteX426" fmla="*/ 3482340 w 5114885"/>
              <a:gd name="connsiteY426" fmla="*/ 711378 h 968306"/>
              <a:gd name="connsiteX427" fmla="*/ 3508058 w 5114885"/>
              <a:gd name="connsiteY427" fmla="*/ 686804 h 968306"/>
              <a:gd name="connsiteX428" fmla="*/ 3508058 w 5114885"/>
              <a:gd name="connsiteY428" fmla="*/ 679946 h 968306"/>
              <a:gd name="connsiteX429" fmla="*/ 3503390 w 5114885"/>
              <a:gd name="connsiteY429" fmla="*/ 678898 h 968306"/>
              <a:gd name="connsiteX430" fmla="*/ 3496628 w 5114885"/>
              <a:gd name="connsiteY430" fmla="*/ 678898 h 968306"/>
              <a:gd name="connsiteX431" fmla="*/ 3469958 w 5114885"/>
              <a:gd name="connsiteY431" fmla="*/ 676802 h 968306"/>
              <a:gd name="connsiteX432" fmla="*/ 3465766 w 5114885"/>
              <a:gd name="connsiteY432" fmla="*/ 676802 h 968306"/>
              <a:gd name="connsiteX433" fmla="*/ 3455289 w 5114885"/>
              <a:gd name="connsiteY433" fmla="*/ 677850 h 968306"/>
              <a:gd name="connsiteX434" fmla="*/ 3439097 w 5114885"/>
              <a:gd name="connsiteY434" fmla="*/ 678898 h 968306"/>
              <a:gd name="connsiteX435" fmla="*/ 3424428 w 5114885"/>
              <a:gd name="connsiteY435" fmla="*/ 684137 h 968306"/>
              <a:gd name="connsiteX436" fmla="*/ 3350514 w 5114885"/>
              <a:gd name="connsiteY436" fmla="*/ 755955 h 968306"/>
              <a:gd name="connsiteX437" fmla="*/ 3340037 w 5114885"/>
              <a:gd name="connsiteY437" fmla="*/ 763289 h 968306"/>
              <a:gd name="connsiteX438" fmla="*/ 3337941 w 5114885"/>
              <a:gd name="connsiteY438" fmla="*/ 758527 h 968306"/>
              <a:gd name="connsiteX439" fmla="*/ 3335846 w 5114885"/>
              <a:gd name="connsiteY439" fmla="*/ 711378 h 968306"/>
              <a:gd name="connsiteX440" fmla="*/ 3332226 w 5114885"/>
              <a:gd name="connsiteY440" fmla="*/ 617081 h 968306"/>
              <a:gd name="connsiteX441" fmla="*/ 3331655 w 5114885"/>
              <a:gd name="connsiteY441" fmla="*/ 580409 h 968306"/>
              <a:gd name="connsiteX442" fmla="*/ 3325940 w 5114885"/>
              <a:gd name="connsiteY442" fmla="*/ 575742 h 968306"/>
              <a:gd name="connsiteX443" fmla="*/ 3264122 w 5114885"/>
              <a:gd name="connsiteY443" fmla="*/ 577838 h 968306"/>
              <a:gd name="connsiteX444" fmla="*/ 3256312 w 5114885"/>
              <a:gd name="connsiteY444" fmla="*/ 587267 h 968306"/>
              <a:gd name="connsiteX445" fmla="*/ 3256312 w 5114885"/>
              <a:gd name="connsiteY445" fmla="*/ 595173 h 968306"/>
              <a:gd name="connsiteX446" fmla="*/ 3255264 w 5114885"/>
              <a:gd name="connsiteY446" fmla="*/ 682613 h 968306"/>
              <a:gd name="connsiteX447" fmla="*/ 3259931 w 5114885"/>
              <a:gd name="connsiteY447" fmla="*/ 931406 h 968306"/>
              <a:gd name="connsiteX448" fmla="*/ 3259931 w 5114885"/>
              <a:gd name="connsiteY448" fmla="*/ 940264 h 968306"/>
              <a:gd name="connsiteX449" fmla="*/ 3259455 w 5114885"/>
              <a:gd name="connsiteY449" fmla="*/ 943407 h 968306"/>
              <a:gd name="connsiteX450" fmla="*/ 2845308 w 5114885"/>
              <a:gd name="connsiteY450" fmla="*/ 943026 h 968306"/>
              <a:gd name="connsiteX451" fmla="*/ 2785586 w 5114885"/>
              <a:gd name="connsiteY451" fmla="*/ 944550 h 968306"/>
              <a:gd name="connsiteX452" fmla="*/ 2787206 w 5114885"/>
              <a:gd name="connsiteY452" fmla="*/ 914165 h 968306"/>
              <a:gd name="connsiteX453" fmla="*/ 2788253 w 5114885"/>
              <a:gd name="connsiteY453" fmla="*/ 769576 h 968306"/>
              <a:gd name="connsiteX454" fmla="*/ 2785110 w 5114885"/>
              <a:gd name="connsiteY454" fmla="*/ 687851 h 968306"/>
              <a:gd name="connsiteX455" fmla="*/ 2790920 w 5114885"/>
              <a:gd name="connsiteY455" fmla="*/ 687851 h 968306"/>
              <a:gd name="connsiteX456" fmla="*/ 2797683 w 5114885"/>
              <a:gd name="connsiteY456" fmla="*/ 687280 h 968306"/>
              <a:gd name="connsiteX457" fmla="*/ 2810256 w 5114885"/>
              <a:gd name="connsiteY457" fmla="*/ 686708 h 968306"/>
              <a:gd name="connsiteX458" fmla="*/ 2842736 w 5114885"/>
              <a:gd name="connsiteY458" fmla="*/ 683565 h 968306"/>
              <a:gd name="connsiteX459" fmla="*/ 2842260 w 5114885"/>
              <a:gd name="connsiteY459" fmla="*/ 709759 h 968306"/>
              <a:gd name="connsiteX460" fmla="*/ 2851118 w 5114885"/>
              <a:gd name="connsiteY460" fmla="*/ 715569 h 968306"/>
              <a:gd name="connsiteX461" fmla="*/ 2856929 w 5114885"/>
              <a:gd name="connsiteY461" fmla="*/ 715569 h 968306"/>
              <a:gd name="connsiteX462" fmla="*/ 2867406 w 5114885"/>
              <a:gd name="connsiteY462" fmla="*/ 707187 h 968306"/>
              <a:gd name="connsiteX463" fmla="*/ 2870549 w 5114885"/>
              <a:gd name="connsiteY463" fmla="*/ 702996 h 968306"/>
              <a:gd name="connsiteX464" fmla="*/ 2876360 w 5114885"/>
              <a:gd name="connsiteY464" fmla="*/ 698805 h 968306"/>
              <a:gd name="connsiteX465" fmla="*/ 2882074 w 5114885"/>
              <a:gd name="connsiteY465" fmla="*/ 695662 h 968306"/>
              <a:gd name="connsiteX466" fmla="*/ 2885218 w 5114885"/>
              <a:gd name="connsiteY466" fmla="*/ 693566 h 968306"/>
              <a:gd name="connsiteX467" fmla="*/ 2893028 w 5114885"/>
              <a:gd name="connsiteY467" fmla="*/ 689375 h 968306"/>
              <a:gd name="connsiteX468" fmla="*/ 2900934 w 5114885"/>
              <a:gd name="connsiteY468" fmla="*/ 686232 h 968306"/>
              <a:gd name="connsiteX469" fmla="*/ 2905125 w 5114885"/>
              <a:gd name="connsiteY469" fmla="*/ 684613 h 968306"/>
              <a:gd name="connsiteX470" fmla="*/ 2909792 w 5114885"/>
              <a:gd name="connsiteY470" fmla="*/ 682517 h 968306"/>
              <a:gd name="connsiteX471" fmla="*/ 2913983 w 5114885"/>
              <a:gd name="connsiteY471" fmla="*/ 680422 h 968306"/>
              <a:gd name="connsiteX472" fmla="*/ 2994660 w 5114885"/>
              <a:gd name="connsiteY472" fmla="*/ 704520 h 968306"/>
              <a:gd name="connsiteX473" fmla="*/ 2999328 w 5114885"/>
              <a:gd name="connsiteY473" fmla="*/ 712902 h 968306"/>
              <a:gd name="connsiteX474" fmla="*/ 3010281 w 5114885"/>
              <a:gd name="connsiteY474" fmla="*/ 721856 h 968306"/>
              <a:gd name="connsiteX475" fmla="*/ 3032855 w 5114885"/>
              <a:gd name="connsiteY475" fmla="*/ 708711 h 968306"/>
              <a:gd name="connsiteX476" fmla="*/ 3042761 w 5114885"/>
              <a:gd name="connsiteY476" fmla="*/ 700805 h 968306"/>
              <a:gd name="connsiteX477" fmla="*/ 3045333 w 5114885"/>
              <a:gd name="connsiteY477" fmla="*/ 699758 h 968306"/>
              <a:gd name="connsiteX478" fmla="*/ 3053239 w 5114885"/>
              <a:gd name="connsiteY478" fmla="*/ 696138 h 968306"/>
              <a:gd name="connsiteX479" fmla="*/ 3064764 w 5114885"/>
              <a:gd name="connsiteY479" fmla="*/ 690899 h 968306"/>
              <a:gd name="connsiteX480" fmla="*/ 3129248 w 5114885"/>
              <a:gd name="connsiteY480" fmla="*/ 688804 h 968306"/>
              <a:gd name="connsiteX481" fmla="*/ 3164872 w 5114885"/>
              <a:gd name="connsiteY481" fmla="*/ 726999 h 968306"/>
              <a:gd name="connsiteX482" fmla="*/ 3166491 w 5114885"/>
              <a:gd name="connsiteY482" fmla="*/ 730714 h 968306"/>
              <a:gd name="connsiteX483" fmla="*/ 3170111 w 5114885"/>
              <a:gd name="connsiteY483" fmla="*/ 737572 h 968306"/>
              <a:gd name="connsiteX484" fmla="*/ 3175349 w 5114885"/>
              <a:gd name="connsiteY484" fmla="*/ 766337 h 968306"/>
              <a:gd name="connsiteX485" fmla="*/ 3175349 w 5114885"/>
              <a:gd name="connsiteY485" fmla="*/ 770052 h 968306"/>
              <a:gd name="connsiteX486" fmla="*/ 3175349 w 5114885"/>
              <a:gd name="connsiteY486" fmla="*/ 776910 h 968306"/>
              <a:gd name="connsiteX487" fmla="*/ 3176969 w 5114885"/>
              <a:gd name="connsiteY487" fmla="*/ 783768 h 968306"/>
              <a:gd name="connsiteX488" fmla="*/ 3178493 w 5114885"/>
              <a:gd name="connsiteY488" fmla="*/ 798437 h 968306"/>
              <a:gd name="connsiteX489" fmla="*/ 3179540 w 5114885"/>
              <a:gd name="connsiteY489" fmla="*/ 814629 h 968306"/>
              <a:gd name="connsiteX490" fmla="*/ 3180588 w 5114885"/>
              <a:gd name="connsiteY490" fmla="*/ 837680 h 968306"/>
              <a:gd name="connsiteX491" fmla="*/ 3180588 w 5114885"/>
              <a:gd name="connsiteY491" fmla="*/ 882257 h 968306"/>
              <a:gd name="connsiteX492" fmla="*/ 3181636 w 5114885"/>
              <a:gd name="connsiteY492" fmla="*/ 908450 h 968306"/>
              <a:gd name="connsiteX493" fmla="*/ 3182684 w 5114885"/>
              <a:gd name="connsiteY493" fmla="*/ 933596 h 968306"/>
              <a:gd name="connsiteX494" fmla="*/ 3183731 w 5114885"/>
              <a:gd name="connsiteY494" fmla="*/ 940931 h 968306"/>
              <a:gd name="connsiteX495" fmla="*/ 3180588 w 5114885"/>
              <a:gd name="connsiteY495" fmla="*/ 940359 h 968306"/>
              <a:gd name="connsiteX496" fmla="*/ 3122962 w 5114885"/>
              <a:gd name="connsiteY496" fmla="*/ 941407 h 968306"/>
              <a:gd name="connsiteX497" fmla="*/ 3119819 w 5114885"/>
              <a:gd name="connsiteY497" fmla="*/ 941407 h 968306"/>
              <a:gd name="connsiteX498" fmla="*/ 3120390 w 5114885"/>
              <a:gd name="connsiteY498" fmla="*/ 937216 h 968306"/>
              <a:gd name="connsiteX499" fmla="*/ 3120866 w 5114885"/>
              <a:gd name="connsiteY499" fmla="*/ 857587 h 968306"/>
              <a:gd name="connsiteX500" fmla="*/ 3094673 w 5114885"/>
              <a:gd name="connsiteY500" fmla="*/ 738143 h 968306"/>
              <a:gd name="connsiteX501" fmla="*/ 3052191 w 5114885"/>
              <a:gd name="connsiteY501" fmla="*/ 736048 h 968306"/>
              <a:gd name="connsiteX502" fmla="*/ 3008186 w 5114885"/>
              <a:gd name="connsiteY502" fmla="*/ 807295 h 968306"/>
              <a:gd name="connsiteX503" fmla="*/ 3007709 w 5114885"/>
              <a:gd name="connsiteY503" fmla="*/ 918356 h 968306"/>
              <a:gd name="connsiteX504" fmla="*/ 3007709 w 5114885"/>
              <a:gd name="connsiteY504" fmla="*/ 923024 h 968306"/>
              <a:gd name="connsiteX505" fmla="*/ 3009805 w 5114885"/>
              <a:gd name="connsiteY505" fmla="*/ 945598 h 968306"/>
              <a:gd name="connsiteX506" fmla="*/ 3006662 w 5114885"/>
              <a:gd name="connsiteY506" fmla="*/ 947693 h 968306"/>
              <a:gd name="connsiteX507" fmla="*/ 3003995 w 5114885"/>
              <a:gd name="connsiteY507" fmla="*/ 947693 h 968306"/>
              <a:gd name="connsiteX508" fmla="*/ 2998280 w 5114885"/>
              <a:gd name="connsiteY508" fmla="*/ 947217 h 968306"/>
              <a:gd name="connsiteX509" fmla="*/ 2959513 w 5114885"/>
              <a:gd name="connsiteY509" fmla="*/ 947693 h 968306"/>
              <a:gd name="connsiteX510" fmla="*/ 2954274 w 5114885"/>
              <a:gd name="connsiteY510" fmla="*/ 948170 h 968306"/>
              <a:gd name="connsiteX511" fmla="*/ 2952655 w 5114885"/>
              <a:gd name="connsiteY511" fmla="*/ 926738 h 968306"/>
              <a:gd name="connsiteX512" fmla="*/ 2953131 w 5114885"/>
              <a:gd name="connsiteY512" fmla="*/ 923024 h 968306"/>
              <a:gd name="connsiteX513" fmla="*/ 2954750 w 5114885"/>
              <a:gd name="connsiteY513" fmla="*/ 851300 h 968306"/>
              <a:gd name="connsiteX514" fmla="*/ 2955798 w 5114885"/>
              <a:gd name="connsiteY514" fmla="*/ 781673 h 968306"/>
              <a:gd name="connsiteX515" fmla="*/ 2953703 w 5114885"/>
              <a:gd name="connsiteY515" fmla="*/ 764909 h 968306"/>
              <a:gd name="connsiteX516" fmla="*/ 2943225 w 5114885"/>
              <a:gd name="connsiteY516" fmla="*/ 745001 h 968306"/>
              <a:gd name="connsiteX517" fmla="*/ 2897124 w 5114885"/>
              <a:gd name="connsiteY517" fmla="*/ 732428 h 968306"/>
              <a:gd name="connsiteX518" fmla="*/ 2852071 w 5114885"/>
              <a:gd name="connsiteY518" fmla="*/ 763861 h 968306"/>
              <a:gd name="connsiteX519" fmla="*/ 2844165 w 5114885"/>
              <a:gd name="connsiteY519" fmla="*/ 806247 h 968306"/>
              <a:gd name="connsiteX520" fmla="*/ 2844165 w 5114885"/>
              <a:gd name="connsiteY520" fmla="*/ 918833 h 968306"/>
              <a:gd name="connsiteX521" fmla="*/ 2845213 w 5114885"/>
              <a:gd name="connsiteY521" fmla="*/ 942931 h 968306"/>
              <a:gd name="connsiteX522" fmla="*/ 3011234 w 5114885"/>
              <a:gd name="connsiteY522" fmla="*/ 956552 h 968306"/>
              <a:gd name="connsiteX523" fmla="*/ 3020092 w 5114885"/>
              <a:gd name="connsiteY523" fmla="*/ 952361 h 968306"/>
              <a:gd name="connsiteX524" fmla="*/ 3017520 w 5114885"/>
              <a:gd name="connsiteY524" fmla="*/ 922452 h 968306"/>
              <a:gd name="connsiteX525" fmla="*/ 3017520 w 5114885"/>
              <a:gd name="connsiteY525" fmla="*/ 918737 h 968306"/>
              <a:gd name="connsiteX526" fmla="*/ 3016949 w 5114885"/>
              <a:gd name="connsiteY526" fmla="*/ 914070 h 968306"/>
              <a:gd name="connsiteX527" fmla="*/ 3017996 w 5114885"/>
              <a:gd name="connsiteY527" fmla="*/ 809295 h 968306"/>
              <a:gd name="connsiteX528" fmla="*/ 3046762 w 5114885"/>
              <a:gd name="connsiteY528" fmla="*/ 749573 h 968306"/>
              <a:gd name="connsiteX529" fmla="*/ 3087053 w 5114885"/>
              <a:gd name="connsiteY529" fmla="*/ 744811 h 968306"/>
              <a:gd name="connsiteX530" fmla="*/ 3090767 w 5114885"/>
              <a:gd name="connsiteY530" fmla="*/ 748526 h 968306"/>
              <a:gd name="connsiteX531" fmla="*/ 3110674 w 5114885"/>
              <a:gd name="connsiteY531" fmla="*/ 856920 h 968306"/>
              <a:gd name="connsiteX532" fmla="*/ 3110198 w 5114885"/>
              <a:gd name="connsiteY532" fmla="*/ 933406 h 968306"/>
              <a:gd name="connsiteX533" fmla="*/ 3109722 w 5114885"/>
              <a:gd name="connsiteY533" fmla="*/ 939216 h 968306"/>
              <a:gd name="connsiteX534" fmla="*/ 3107627 w 5114885"/>
              <a:gd name="connsiteY534" fmla="*/ 943407 h 968306"/>
              <a:gd name="connsiteX535" fmla="*/ 3123819 w 5114885"/>
              <a:gd name="connsiteY535" fmla="*/ 951218 h 968306"/>
              <a:gd name="connsiteX536" fmla="*/ 3179350 w 5114885"/>
              <a:gd name="connsiteY536" fmla="*/ 950170 h 968306"/>
              <a:gd name="connsiteX537" fmla="*/ 3193447 w 5114885"/>
              <a:gd name="connsiteY537" fmla="*/ 947027 h 968306"/>
              <a:gd name="connsiteX538" fmla="*/ 3193923 w 5114885"/>
              <a:gd name="connsiteY538" fmla="*/ 942836 h 968306"/>
              <a:gd name="connsiteX539" fmla="*/ 3193447 w 5114885"/>
              <a:gd name="connsiteY539" fmla="*/ 937597 h 968306"/>
              <a:gd name="connsiteX540" fmla="*/ 3192399 w 5114885"/>
              <a:gd name="connsiteY540" fmla="*/ 932358 h 968306"/>
              <a:gd name="connsiteX541" fmla="*/ 3191351 w 5114885"/>
              <a:gd name="connsiteY541" fmla="*/ 908260 h 968306"/>
              <a:gd name="connsiteX542" fmla="*/ 3190304 w 5114885"/>
              <a:gd name="connsiteY542" fmla="*/ 881590 h 968306"/>
              <a:gd name="connsiteX543" fmla="*/ 3190304 w 5114885"/>
              <a:gd name="connsiteY543" fmla="*/ 836060 h 968306"/>
              <a:gd name="connsiteX544" fmla="*/ 3189256 w 5114885"/>
              <a:gd name="connsiteY544" fmla="*/ 814058 h 968306"/>
              <a:gd name="connsiteX545" fmla="*/ 3188208 w 5114885"/>
              <a:gd name="connsiteY545" fmla="*/ 797294 h 968306"/>
              <a:gd name="connsiteX546" fmla="*/ 3186589 w 5114885"/>
              <a:gd name="connsiteY546" fmla="*/ 781577 h 968306"/>
              <a:gd name="connsiteX547" fmla="*/ 3186113 w 5114885"/>
              <a:gd name="connsiteY547" fmla="*/ 778434 h 968306"/>
              <a:gd name="connsiteX548" fmla="*/ 3185065 w 5114885"/>
              <a:gd name="connsiteY548" fmla="*/ 774719 h 968306"/>
              <a:gd name="connsiteX549" fmla="*/ 3185065 w 5114885"/>
              <a:gd name="connsiteY549" fmla="*/ 765861 h 968306"/>
              <a:gd name="connsiteX550" fmla="*/ 3179826 w 5114885"/>
              <a:gd name="connsiteY550" fmla="*/ 734429 h 968306"/>
              <a:gd name="connsiteX551" fmla="*/ 3175635 w 5114885"/>
              <a:gd name="connsiteY551" fmla="*/ 726618 h 968306"/>
              <a:gd name="connsiteX552" fmla="*/ 3173063 w 5114885"/>
              <a:gd name="connsiteY552" fmla="*/ 720808 h 968306"/>
              <a:gd name="connsiteX553" fmla="*/ 3132201 w 5114885"/>
              <a:gd name="connsiteY553" fmla="*/ 678898 h 968306"/>
              <a:gd name="connsiteX554" fmla="*/ 3060383 w 5114885"/>
              <a:gd name="connsiteY554" fmla="*/ 681470 h 968306"/>
              <a:gd name="connsiteX555" fmla="*/ 3048857 w 5114885"/>
              <a:gd name="connsiteY555" fmla="*/ 686708 h 968306"/>
              <a:gd name="connsiteX556" fmla="*/ 3040475 w 5114885"/>
              <a:gd name="connsiteY556" fmla="*/ 690899 h 968306"/>
              <a:gd name="connsiteX557" fmla="*/ 3037332 w 5114885"/>
              <a:gd name="connsiteY557" fmla="*/ 692519 h 968306"/>
              <a:gd name="connsiteX558" fmla="*/ 3027331 w 5114885"/>
              <a:gd name="connsiteY558" fmla="*/ 699853 h 968306"/>
              <a:gd name="connsiteX559" fmla="*/ 3007900 w 5114885"/>
              <a:gd name="connsiteY559" fmla="*/ 708806 h 968306"/>
              <a:gd name="connsiteX560" fmla="*/ 3006852 w 5114885"/>
              <a:gd name="connsiteY560" fmla="*/ 706235 h 968306"/>
              <a:gd name="connsiteX561" fmla="*/ 3002661 w 5114885"/>
              <a:gd name="connsiteY561" fmla="*/ 698329 h 968306"/>
              <a:gd name="connsiteX562" fmla="*/ 2908840 w 5114885"/>
              <a:gd name="connsiteY562" fmla="*/ 671564 h 968306"/>
              <a:gd name="connsiteX563" fmla="*/ 2905697 w 5114885"/>
              <a:gd name="connsiteY563" fmla="*/ 673183 h 968306"/>
              <a:gd name="connsiteX564" fmla="*/ 2900458 w 5114885"/>
              <a:gd name="connsiteY564" fmla="*/ 675278 h 968306"/>
              <a:gd name="connsiteX565" fmla="*/ 2896267 w 5114885"/>
              <a:gd name="connsiteY565" fmla="*/ 677374 h 968306"/>
              <a:gd name="connsiteX566" fmla="*/ 2888933 w 5114885"/>
              <a:gd name="connsiteY566" fmla="*/ 680517 h 968306"/>
              <a:gd name="connsiteX567" fmla="*/ 2875788 w 5114885"/>
              <a:gd name="connsiteY567" fmla="*/ 686804 h 968306"/>
              <a:gd name="connsiteX568" fmla="*/ 2869978 w 5114885"/>
              <a:gd name="connsiteY568" fmla="*/ 690518 h 968306"/>
              <a:gd name="connsiteX569" fmla="*/ 2864168 w 5114885"/>
              <a:gd name="connsiteY569" fmla="*/ 694709 h 968306"/>
              <a:gd name="connsiteX570" fmla="*/ 2861596 w 5114885"/>
              <a:gd name="connsiteY570" fmla="*/ 696805 h 968306"/>
              <a:gd name="connsiteX571" fmla="*/ 2859500 w 5114885"/>
              <a:gd name="connsiteY571" fmla="*/ 699472 h 968306"/>
              <a:gd name="connsiteX572" fmla="*/ 2857976 w 5114885"/>
              <a:gd name="connsiteY572" fmla="*/ 702615 h 968306"/>
              <a:gd name="connsiteX573" fmla="*/ 2854262 w 5114885"/>
              <a:gd name="connsiteY573" fmla="*/ 705758 h 968306"/>
              <a:gd name="connsiteX574" fmla="*/ 2851690 w 5114885"/>
              <a:gd name="connsiteY574" fmla="*/ 705758 h 968306"/>
              <a:gd name="connsiteX575" fmla="*/ 2851690 w 5114885"/>
              <a:gd name="connsiteY575" fmla="*/ 678517 h 968306"/>
              <a:gd name="connsiteX576" fmla="*/ 2808732 w 5114885"/>
              <a:gd name="connsiteY576" fmla="*/ 676993 h 968306"/>
              <a:gd name="connsiteX577" fmla="*/ 2795588 w 5114885"/>
              <a:gd name="connsiteY577" fmla="*/ 677469 h 968306"/>
              <a:gd name="connsiteX578" fmla="*/ 2784634 w 5114885"/>
              <a:gd name="connsiteY578" fmla="*/ 677469 h 968306"/>
              <a:gd name="connsiteX579" fmla="*/ 2774156 w 5114885"/>
              <a:gd name="connsiteY579" fmla="*/ 681660 h 968306"/>
              <a:gd name="connsiteX580" fmla="*/ 2777871 w 5114885"/>
              <a:gd name="connsiteY580" fmla="*/ 771290 h 968306"/>
              <a:gd name="connsiteX581" fmla="*/ 2776823 w 5114885"/>
              <a:gd name="connsiteY581" fmla="*/ 914832 h 968306"/>
              <a:gd name="connsiteX582" fmla="*/ 2774252 w 5114885"/>
              <a:gd name="connsiteY582" fmla="*/ 947789 h 968306"/>
              <a:gd name="connsiteX583" fmla="*/ 2786348 w 5114885"/>
              <a:gd name="connsiteY583" fmla="*/ 954551 h 968306"/>
              <a:gd name="connsiteX584" fmla="*/ 2849690 w 5114885"/>
              <a:gd name="connsiteY584" fmla="*/ 953504 h 968306"/>
              <a:gd name="connsiteX585" fmla="*/ 2855405 w 5114885"/>
              <a:gd name="connsiteY585" fmla="*/ 944645 h 968306"/>
              <a:gd name="connsiteX586" fmla="*/ 2853881 w 5114885"/>
              <a:gd name="connsiteY586" fmla="*/ 918452 h 968306"/>
              <a:gd name="connsiteX587" fmla="*/ 2854357 w 5114885"/>
              <a:gd name="connsiteY587" fmla="*/ 806342 h 968306"/>
              <a:gd name="connsiteX588" fmla="*/ 2860643 w 5114885"/>
              <a:gd name="connsiteY588" fmla="*/ 768147 h 968306"/>
              <a:gd name="connsiteX589" fmla="*/ 2897315 w 5114885"/>
              <a:gd name="connsiteY589" fmla="*/ 742525 h 968306"/>
              <a:gd name="connsiteX590" fmla="*/ 2935510 w 5114885"/>
              <a:gd name="connsiteY590" fmla="*/ 751383 h 968306"/>
              <a:gd name="connsiteX591" fmla="*/ 2943892 w 5114885"/>
              <a:gd name="connsiteY591" fmla="*/ 767576 h 968306"/>
              <a:gd name="connsiteX592" fmla="*/ 2945511 w 5114885"/>
              <a:gd name="connsiteY592" fmla="*/ 783292 h 968306"/>
              <a:gd name="connsiteX593" fmla="*/ 2944463 w 5114885"/>
              <a:gd name="connsiteY593" fmla="*/ 850919 h 968306"/>
              <a:gd name="connsiteX594" fmla="*/ 2942368 w 5114885"/>
              <a:gd name="connsiteY594" fmla="*/ 923690 h 968306"/>
              <a:gd name="connsiteX595" fmla="*/ 2943987 w 5114885"/>
              <a:gd name="connsiteY595" fmla="*/ 953027 h 968306"/>
              <a:gd name="connsiteX596" fmla="*/ 2953988 w 5114885"/>
              <a:gd name="connsiteY596" fmla="*/ 958266 h 968306"/>
              <a:gd name="connsiteX597" fmla="*/ 2959703 w 5114885"/>
              <a:gd name="connsiteY597" fmla="*/ 957790 h 968306"/>
              <a:gd name="connsiteX598" fmla="*/ 2997422 w 5114885"/>
              <a:gd name="connsiteY598" fmla="*/ 957218 h 968306"/>
              <a:gd name="connsiteX599" fmla="*/ 3004280 w 5114885"/>
              <a:gd name="connsiteY599" fmla="*/ 957790 h 968306"/>
              <a:gd name="connsiteX600" fmla="*/ 3007424 w 5114885"/>
              <a:gd name="connsiteY600" fmla="*/ 957790 h 968306"/>
              <a:gd name="connsiteX601" fmla="*/ 3011138 w 5114885"/>
              <a:gd name="connsiteY601" fmla="*/ 956742 h 968306"/>
              <a:gd name="connsiteX602" fmla="*/ 2553272 w 5114885"/>
              <a:gd name="connsiteY602" fmla="*/ 843109 h 968306"/>
              <a:gd name="connsiteX603" fmla="*/ 2548033 w 5114885"/>
              <a:gd name="connsiteY603" fmla="*/ 845204 h 968306"/>
              <a:gd name="connsiteX604" fmla="*/ 2541746 w 5114885"/>
              <a:gd name="connsiteY604" fmla="*/ 849395 h 968306"/>
              <a:gd name="connsiteX605" fmla="*/ 2537079 w 5114885"/>
              <a:gd name="connsiteY605" fmla="*/ 852062 h 968306"/>
              <a:gd name="connsiteX606" fmla="*/ 2530793 w 5114885"/>
              <a:gd name="connsiteY606" fmla="*/ 896544 h 968306"/>
              <a:gd name="connsiteX607" fmla="*/ 2532888 w 5114885"/>
              <a:gd name="connsiteY607" fmla="*/ 899211 h 968306"/>
              <a:gd name="connsiteX608" fmla="*/ 2580037 w 5114885"/>
              <a:gd name="connsiteY608" fmla="*/ 921214 h 968306"/>
              <a:gd name="connsiteX609" fmla="*/ 2609374 w 5114885"/>
              <a:gd name="connsiteY609" fmla="*/ 910736 h 968306"/>
              <a:gd name="connsiteX610" fmla="*/ 2622518 w 5114885"/>
              <a:gd name="connsiteY610" fmla="*/ 902831 h 968306"/>
              <a:gd name="connsiteX611" fmla="*/ 2639282 w 5114885"/>
              <a:gd name="connsiteY611" fmla="*/ 864064 h 968306"/>
              <a:gd name="connsiteX612" fmla="*/ 2639854 w 5114885"/>
              <a:gd name="connsiteY612" fmla="*/ 831584 h 968306"/>
              <a:gd name="connsiteX613" fmla="*/ 2632996 w 5114885"/>
              <a:gd name="connsiteY613" fmla="*/ 821582 h 968306"/>
              <a:gd name="connsiteX614" fmla="*/ 2630424 w 5114885"/>
              <a:gd name="connsiteY614" fmla="*/ 822154 h 968306"/>
              <a:gd name="connsiteX615" fmla="*/ 2626805 w 5114885"/>
              <a:gd name="connsiteY615" fmla="*/ 822630 h 968306"/>
              <a:gd name="connsiteX616" fmla="*/ 2614708 w 5114885"/>
              <a:gd name="connsiteY616" fmla="*/ 825297 h 968306"/>
              <a:gd name="connsiteX617" fmla="*/ 2592229 w 5114885"/>
              <a:gd name="connsiteY617" fmla="*/ 830536 h 968306"/>
              <a:gd name="connsiteX618" fmla="*/ 2578037 w 5114885"/>
              <a:gd name="connsiteY618" fmla="*/ 834155 h 968306"/>
              <a:gd name="connsiteX619" fmla="*/ 2568131 w 5114885"/>
              <a:gd name="connsiteY619" fmla="*/ 837299 h 968306"/>
              <a:gd name="connsiteX620" fmla="*/ 2564416 w 5114885"/>
              <a:gd name="connsiteY620" fmla="*/ 838346 h 968306"/>
              <a:gd name="connsiteX621" fmla="*/ 2557653 w 5114885"/>
              <a:gd name="connsiteY621" fmla="*/ 842061 h 968306"/>
              <a:gd name="connsiteX622" fmla="*/ 2553462 w 5114885"/>
              <a:gd name="connsiteY622" fmla="*/ 843109 h 968306"/>
              <a:gd name="connsiteX623" fmla="*/ 2629757 w 5114885"/>
              <a:gd name="connsiteY623" fmla="*/ 832631 h 968306"/>
              <a:gd name="connsiteX624" fmla="*/ 2629757 w 5114885"/>
              <a:gd name="connsiteY624" fmla="*/ 861968 h 968306"/>
              <a:gd name="connsiteX625" fmla="*/ 2615660 w 5114885"/>
              <a:gd name="connsiteY625" fmla="*/ 895496 h 968306"/>
              <a:gd name="connsiteX626" fmla="*/ 2604611 w 5114885"/>
              <a:gd name="connsiteY626" fmla="*/ 901783 h 968306"/>
              <a:gd name="connsiteX627" fmla="*/ 2585752 w 5114885"/>
              <a:gd name="connsiteY627" fmla="*/ 910641 h 968306"/>
              <a:gd name="connsiteX628" fmla="*/ 2539079 w 5114885"/>
              <a:gd name="connsiteY628" fmla="*/ 890734 h 968306"/>
              <a:gd name="connsiteX629" fmla="*/ 2544318 w 5114885"/>
              <a:gd name="connsiteY629" fmla="*/ 859301 h 968306"/>
              <a:gd name="connsiteX630" fmla="*/ 2546890 w 5114885"/>
              <a:gd name="connsiteY630" fmla="*/ 857777 h 968306"/>
              <a:gd name="connsiteX631" fmla="*/ 2550033 w 5114885"/>
              <a:gd name="connsiteY631" fmla="*/ 856253 h 968306"/>
              <a:gd name="connsiteX632" fmla="*/ 2552129 w 5114885"/>
              <a:gd name="connsiteY632" fmla="*/ 854158 h 968306"/>
              <a:gd name="connsiteX633" fmla="*/ 2555843 w 5114885"/>
              <a:gd name="connsiteY633" fmla="*/ 852634 h 968306"/>
              <a:gd name="connsiteX634" fmla="*/ 2560034 w 5114885"/>
              <a:gd name="connsiteY634" fmla="*/ 851586 h 968306"/>
              <a:gd name="connsiteX635" fmla="*/ 2567940 w 5114885"/>
              <a:gd name="connsiteY635" fmla="*/ 847871 h 968306"/>
              <a:gd name="connsiteX636" fmla="*/ 2571083 w 5114885"/>
              <a:gd name="connsiteY636" fmla="*/ 846824 h 968306"/>
              <a:gd name="connsiteX637" fmla="*/ 2580513 w 5114885"/>
              <a:gd name="connsiteY637" fmla="*/ 844157 h 968306"/>
              <a:gd name="connsiteX638" fmla="*/ 2594705 w 5114885"/>
              <a:gd name="connsiteY638" fmla="*/ 839966 h 968306"/>
              <a:gd name="connsiteX639" fmla="*/ 2616708 w 5114885"/>
              <a:gd name="connsiteY639" fmla="*/ 835298 h 968306"/>
              <a:gd name="connsiteX640" fmla="*/ 2629853 w 5114885"/>
              <a:gd name="connsiteY640" fmla="*/ 832631 h 968306"/>
              <a:gd name="connsiteX641" fmla="*/ 2473071 w 5114885"/>
              <a:gd name="connsiteY641" fmla="*/ 757765 h 968306"/>
              <a:gd name="connsiteX642" fmla="*/ 2477262 w 5114885"/>
              <a:gd name="connsiteY642" fmla="*/ 741572 h 968306"/>
              <a:gd name="connsiteX643" fmla="*/ 2516029 w 5114885"/>
              <a:gd name="connsiteY643" fmla="*/ 699662 h 968306"/>
              <a:gd name="connsiteX644" fmla="*/ 2522791 w 5114885"/>
              <a:gd name="connsiteY644" fmla="*/ 693852 h 968306"/>
              <a:gd name="connsiteX645" fmla="*/ 2528030 w 5114885"/>
              <a:gd name="connsiteY645" fmla="*/ 691280 h 968306"/>
              <a:gd name="connsiteX646" fmla="*/ 2532793 w 5114885"/>
              <a:gd name="connsiteY646" fmla="*/ 688709 h 968306"/>
              <a:gd name="connsiteX647" fmla="*/ 2554796 w 5114885"/>
              <a:gd name="connsiteY647" fmla="*/ 681851 h 968306"/>
              <a:gd name="connsiteX648" fmla="*/ 2572607 w 5114885"/>
              <a:gd name="connsiteY648" fmla="*/ 679279 h 968306"/>
              <a:gd name="connsiteX649" fmla="*/ 2575179 w 5114885"/>
              <a:gd name="connsiteY649" fmla="*/ 678231 h 968306"/>
              <a:gd name="connsiteX650" fmla="*/ 2577751 w 5114885"/>
              <a:gd name="connsiteY650" fmla="*/ 677183 h 968306"/>
              <a:gd name="connsiteX651" fmla="*/ 2603468 w 5114885"/>
              <a:gd name="connsiteY651" fmla="*/ 676136 h 968306"/>
              <a:gd name="connsiteX652" fmla="*/ 2619185 w 5114885"/>
              <a:gd name="connsiteY652" fmla="*/ 677660 h 968306"/>
              <a:gd name="connsiteX653" fmla="*/ 2649570 w 5114885"/>
              <a:gd name="connsiteY653" fmla="*/ 680803 h 968306"/>
              <a:gd name="connsiteX654" fmla="*/ 2685764 w 5114885"/>
              <a:gd name="connsiteY654" fmla="*/ 703853 h 968306"/>
              <a:gd name="connsiteX655" fmla="*/ 2695670 w 5114885"/>
              <a:gd name="connsiteY655" fmla="*/ 720617 h 968306"/>
              <a:gd name="connsiteX656" fmla="*/ 2699861 w 5114885"/>
              <a:gd name="connsiteY656" fmla="*/ 768338 h 968306"/>
              <a:gd name="connsiteX657" fmla="*/ 2698814 w 5114885"/>
              <a:gd name="connsiteY657" fmla="*/ 785673 h 968306"/>
              <a:gd name="connsiteX658" fmla="*/ 2699385 w 5114885"/>
              <a:gd name="connsiteY658" fmla="*/ 867398 h 968306"/>
              <a:gd name="connsiteX659" fmla="*/ 2702528 w 5114885"/>
              <a:gd name="connsiteY659" fmla="*/ 906164 h 968306"/>
              <a:gd name="connsiteX660" fmla="*/ 2709291 w 5114885"/>
              <a:gd name="connsiteY660" fmla="*/ 937597 h 968306"/>
              <a:gd name="connsiteX661" fmla="*/ 2710910 w 5114885"/>
              <a:gd name="connsiteY661" fmla="*/ 944931 h 968306"/>
              <a:gd name="connsiteX662" fmla="*/ 2667953 w 5114885"/>
              <a:gd name="connsiteY662" fmla="*/ 951218 h 968306"/>
              <a:gd name="connsiteX663" fmla="*/ 2658999 w 5114885"/>
              <a:gd name="connsiteY663" fmla="*/ 949694 h 968306"/>
              <a:gd name="connsiteX664" fmla="*/ 2650141 w 5114885"/>
              <a:gd name="connsiteY664" fmla="*/ 950170 h 968306"/>
              <a:gd name="connsiteX665" fmla="*/ 2638139 w 5114885"/>
              <a:gd name="connsiteY665" fmla="*/ 930263 h 968306"/>
              <a:gd name="connsiteX666" fmla="*/ 2630234 w 5114885"/>
              <a:gd name="connsiteY666" fmla="*/ 933406 h 968306"/>
              <a:gd name="connsiteX667" fmla="*/ 2627090 w 5114885"/>
              <a:gd name="connsiteY667" fmla="*/ 935501 h 968306"/>
              <a:gd name="connsiteX668" fmla="*/ 2621852 w 5114885"/>
              <a:gd name="connsiteY668" fmla="*/ 939121 h 968306"/>
              <a:gd name="connsiteX669" fmla="*/ 2617184 w 5114885"/>
              <a:gd name="connsiteY669" fmla="*/ 942264 h 968306"/>
              <a:gd name="connsiteX670" fmla="*/ 2595182 w 5114885"/>
              <a:gd name="connsiteY670" fmla="*/ 951694 h 968306"/>
              <a:gd name="connsiteX671" fmla="*/ 2563273 w 5114885"/>
              <a:gd name="connsiteY671" fmla="*/ 956361 h 968306"/>
              <a:gd name="connsiteX672" fmla="*/ 2545937 w 5114885"/>
              <a:gd name="connsiteY672" fmla="*/ 957980 h 968306"/>
              <a:gd name="connsiteX673" fmla="*/ 2496693 w 5114885"/>
              <a:gd name="connsiteY673" fmla="*/ 946455 h 968306"/>
              <a:gd name="connsiteX674" fmla="*/ 2494121 w 5114885"/>
              <a:gd name="connsiteY674" fmla="*/ 944360 h 968306"/>
              <a:gd name="connsiteX675" fmla="*/ 2488311 w 5114885"/>
              <a:gd name="connsiteY675" fmla="*/ 940645 h 968306"/>
              <a:gd name="connsiteX676" fmla="*/ 2480977 w 5114885"/>
              <a:gd name="connsiteY676" fmla="*/ 935406 h 968306"/>
              <a:gd name="connsiteX677" fmla="*/ 2478881 w 5114885"/>
              <a:gd name="connsiteY677" fmla="*/ 932263 h 968306"/>
              <a:gd name="connsiteX678" fmla="*/ 2475738 w 5114885"/>
              <a:gd name="connsiteY678" fmla="*/ 927024 h 968306"/>
              <a:gd name="connsiteX679" fmla="*/ 2470499 w 5114885"/>
              <a:gd name="connsiteY679" fmla="*/ 918642 h 968306"/>
              <a:gd name="connsiteX680" fmla="*/ 2462117 w 5114885"/>
              <a:gd name="connsiteY680" fmla="*/ 893972 h 968306"/>
              <a:gd name="connsiteX681" fmla="*/ 2462117 w 5114885"/>
              <a:gd name="connsiteY681" fmla="*/ 870446 h 968306"/>
              <a:gd name="connsiteX682" fmla="*/ 2464213 w 5114885"/>
              <a:gd name="connsiteY682" fmla="*/ 858920 h 968306"/>
              <a:gd name="connsiteX683" fmla="*/ 2465261 w 5114885"/>
              <a:gd name="connsiteY683" fmla="*/ 855301 h 968306"/>
              <a:gd name="connsiteX684" fmla="*/ 2467832 w 5114885"/>
              <a:gd name="connsiteY684" fmla="*/ 849014 h 968306"/>
              <a:gd name="connsiteX685" fmla="*/ 2526506 w 5114885"/>
              <a:gd name="connsiteY685" fmla="*/ 805580 h 968306"/>
              <a:gd name="connsiteX686" fmla="*/ 2548985 w 5114885"/>
              <a:gd name="connsiteY686" fmla="*/ 803485 h 968306"/>
              <a:gd name="connsiteX687" fmla="*/ 2553653 w 5114885"/>
              <a:gd name="connsiteY687" fmla="*/ 802913 h 968306"/>
              <a:gd name="connsiteX688" fmla="*/ 2562035 w 5114885"/>
              <a:gd name="connsiteY688" fmla="*/ 802437 h 968306"/>
              <a:gd name="connsiteX689" fmla="*/ 2574131 w 5114885"/>
              <a:gd name="connsiteY689" fmla="*/ 801866 h 968306"/>
              <a:gd name="connsiteX690" fmla="*/ 2596610 w 5114885"/>
              <a:gd name="connsiteY690" fmla="*/ 799770 h 968306"/>
              <a:gd name="connsiteX691" fmla="*/ 2636901 w 5114885"/>
              <a:gd name="connsiteY691" fmla="*/ 783006 h 968306"/>
              <a:gd name="connsiteX692" fmla="*/ 2638997 w 5114885"/>
              <a:gd name="connsiteY692" fmla="*/ 778339 h 968306"/>
              <a:gd name="connsiteX693" fmla="*/ 2640045 w 5114885"/>
              <a:gd name="connsiteY693" fmla="*/ 775196 h 968306"/>
              <a:gd name="connsiteX694" fmla="*/ 2640521 w 5114885"/>
              <a:gd name="connsiteY694" fmla="*/ 769957 h 968306"/>
              <a:gd name="connsiteX695" fmla="*/ 2624328 w 5114885"/>
              <a:gd name="connsiteY695" fmla="*/ 725951 h 968306"/>
              <a:gd name="connsiteX696" fmla="*/ 2597087 w 5114885"/>
              <a:gd name="connsiteY696" fmla="*/ 719093 h 968306"/>
              <a:gd name="connsiteX697" fmla="*/ 2578227 w 5114885"/>
              <a:gd name="connsiteY697" fmla="*/ 721189 h 968306"/>
              <a:gd name="connsiteX698" fmla="*/ 2552033 w 5114885"/>
              <a:gd name="connsiteY698" fmla="*/ 732238 h 968306"/>
              <a:gd name="connsiteX699" fmla="*/ 2546318 w 5114885"/>
              <a:gd name="connsiteY699" fmla="*/ 739572 h 968306"/>
              <a:gd name="connsiteX700" fmla="*/ 2542604 w 5114885"/>
              <a:gd name="connsiteY700" fmla="*/ 745859 h 968306"/>
              <a:gd name="connsiteX701" fmla="*/ 2535841 w 5114885"/>
              <a:gd name="connsiteY701" fmla="*/ 759479 h 968306"/>
              <a:gd name="connsiteX702" fmla="*/ 2532698 w 5114885"/>
              <a:gd name="connsiteY702" fmla="*/ 759479 h 968306"/>
              <a:gd name="connsiteX703" fmla="*/ 2522696 w 5114885"/>
              <a:gd name="connsiteY703" fmla="*/ 758432 h 968306"/>
              <a:gd name="connsiteX704" fmla="*/ 2494883 w 5114885"/>
              <a:gd name="connsiteY704" fmla="*/ 757384 h 968306"/>
              <a:gd name="connsiteX705" fmla="*/ 2479167 w 5114885"/>
              <a:gd name="connsiteY705" fmla="*/ 757384 h 968306"/>
              <a:gd name="connsiteX706" fmla="*/ 2472881 w 5114885"/>
              <a:gd name="connsiteY706" fmla="*/ 757955 h 968306"/>
              <a:gd name="connsiteX707" fmla="*/ 2627090 w 5114885"/>
              <a:gd name="connsiteY707" fmla="*/ 946836 h 968306"/>
              <a:gd name="connsiteX708" fmla="*/ 2632329 w 5114885"/>
              <a:gd name="connsiteY708" fmla="*/ 943693 h 968306"/>
              <a:gd name="connsiteX709" fmla="*/ 2635472 w 5114885"/>
              <a:gd name="connsiteY709" fmla="*/ 942169 h 968306"/>
              <a:gd name="connsiteX710" fmla="*/ 2637568 w 5114885"/>
              <a:gd name="connsiteY710" fmla="*/ 940645 h 968306"/>
              <a:gd name="connsiteX711" fmla="*/ 2639663 w 5114885"/>
              <a:gd name="connsiteY711" fmla="*/ 950075 h 968306"/>
              <a:gd name="connsiteX712" fmla="*/ 2658523 w 5114885"/>
              <a:gd name="connsiteY712" fmla="*/ 960076 h 968306"/>
              <a:gd name="connsiteX713" fmla="*/ 2666905 w 5114885"/>
              <a:gd name="connsiteY713" fmla="*/ 961600 h 968306"/>
              <a:gd name="connsiteX714" fmla="*/ 2717673 w 5114885"/>
              <a:gd name="connsiteY714" fmla="*/ 953789 h 968306"/>
              <a:gd name="connsiteX715" fmla="*/ 2720816 w 5114885"/>
              <a:gd name="connsiteY715" fmla="*/ 944931 h 968306"/>
              <a:gd name="connsiteX716" fmla="*/ 2719769 w 5114885"/>
              <a:gd name="connsiteY716" fmla="*/ 940740 h 968306"/>
              <a:gd name="connsiteX717" fmla="*/ 2719292 w 5114885"/>
              <a:gd name="connsiteY717" fmla="*/ 936549 h 968306"/>
              <a:gd name="connsiteX718" fmla="*/ 2712530 w 5114885"/>
              <a:gd name="connsiteY718" fmla="*/ 904069 h 968306"/>
              <a:gd name="connsiteX719" fmla="*/ 2709386 w 5114885"/>
              <a:gd name="connsiteY719" fmla="*/ 866350 h 968306"/>
              <a:gd name="connsiteX720" fmla="*/ 2708910 w 5114885"/>
              <a:gd name="connsiteY720" fmla="*/ 786149 h 968306"/>
              <a:gd name="connsiteX721" fmla="*/ 2709958 w 5114885"/>
              <a:gd name="connsiteY721" fmla="*/ 768338 h 968306"/>
              <a:gd name="connsiteX722" fmla="*/ 2705767 w 5114885"/>
              <a:gd name="connsiteY722" fmla="*/ 718046 h 968306"/>
              <a:gd name="connsiteX723" fmla="*/ 2692622 w 5114885"/>
              <a:gd name="connsiteY723" fmla="*/ 696614 h 968306"/>
              <a:gd name="connsiteX724" fmla="*/ 2652236 w 5114885"/>
              <a:gd name="connsiteY724" fmla="*/ 670897 h 968306"/>
              <a:gd name="connsiteX725" fmla="*/ 2620328 w 5114885"/>
              <a:gd name="connsiteY725" fmla="*/ 667754 h 968306"/>
              <a:gd name="connsiteX726" fmla="*/ 2603564 w 5114885"/>
              <a:gd name="connsiteY726" fmla="*/ 666230 h 968306"/>
              <a:gd name="connsiteX727" fmla="*/ 2574227 w 5114885"/>
              <a:gd name="connsiteY727" fmla="*/ 667754 h 968306"/>
              <a:gd name="connsiteX728" fmla="*/ 2570036 w 5114885"/>
              <a:gd name="connsiteY728" fmla="*/ 669373 h 968306"/>
              <a:gd name="connsiteX729" fmla="*/ 2552224 w 5114885"/>
              <a:gd name="connsiteY729" fmla="*/ 671945 h 968306"/>
              <a:gd name="connsiteX730" fmla="*/ 2527649 w 5114885"/>
              <a:gd name="connsiteY730" fmla="*/ 679850 h 968306"/>
              <a:gd name="connsiteX731" fmla="*/ 2523458 w 5114885"/>
              <a:gd name="connsiteY731" fmla="*/ 682422 h 968306"/>
              <a:gd name="connsiteX732" fmla="*/ 2518220 w 5114885"/>
              <a:gd name="connsiteY732" fmla="*/ 685565 h 968306"/>
              <a:gd name="connsiteX733" fmla="*/ 2508790 w 5114885"/>
              <a:gd name="connsiteY733" fmla="*/ 692900 h 968306"/>
              <a:gd name="connsiteX734" fmla="*/ 2467928 w 5114885"/>
              <a:gd name="connsiteY734" fmla="*/ 739001 h 968306"/>
              <a:gd name="connsiteX735" fmla="*/ 2461641 w 5114885"/>
              <a:gd name="connsiteY735" fmla="*/ 760432 h 968306"/>
              <a:gd name="connsiteX736" fmla="*/ 2467451 w 5114885"/>
              <a:gd name="connsiteY736" fmla="*/ 767290 h 968306"/>
              <a:gd name="connsiteX737" fmla="*/ 2470595 w 5114885"/>
              <a:gd name="connsiteY737" fmla="*/ 767861 h 968306"/>
              <a:gd name="connsiteX738" fmla="*/ 2474786 w 5114885"/>
              <a:gd name="connsiteY738" fmla="*/ 767861 h 968306"/>
              <a:gd name="connsiteX739" fmla="*/ 2495169 w 5114885"/>
              <a:gd name="connsiteY739" fmla="*/ 767861 h 968306"/>
              <a:gd name="connsiteX740" fmla="*/ 2522411 w 5114885"/>
              <a:gd name="connsiteY740" fmla="*/ 768433 h 968306"/>
              <a:gd name="connsiteX741" fmla="*/ 2551748 w 5114885"/>
              <a:gd name="connsiteY741" fmla="*/ 751097 h 968306"/>
              <a:gd name="connsiteX742" fmla="*/ 2555462 w 5114885"/>
              <a:gd name="connsiteY742" fmla="*/ 744811 h 968306"/>
              <a:gd name="connsiteX743" fmla="*/ 2559177 w 5114885"/>
              <a:gd name="connsiteY743" fmla="*/ 739572 h 968306"/>
              <a:gd name="connsiteX744" fmla="*/ 2580608 w 5114885"/>
              <a:gd name="connsiteY744" fmla="*/ 730619 h 968306"/>
              <a:gd name="connsiteX745" fmla="*/ 2597372 w 5114885"/>
              <a:gd name="connsiteY745" fmla="*/ 729095 h 968306"/>
              <a:gd name="connsiteX746" fmla="*/ 2618899 w 5114885"/>
              <a:gd name="connsiteY746" fmla="*/ 734333 h 968306"/>
              <a:gd name="connsiteX747" fmla="*/ 2630900 w 5114885"/>
              <a:gd name="connsiteY747" fmla="*/ 771576 h 968306"/>
              <a:gd name="connsiteX748" fmla="*/ 2629853 w 5114885"/>
              <a:gd name="connsiteY748" fmla="*/ 774719 h 968306"/>
              <a:gd name="connsiteX749" fmla="*/ 2625662 w 5114885"/>
              <a:gd name="connsiteY749" fmla="*/ 779958 h 968306"/>
              <a:gd name="connsiteX750" fmla="*/ 2573274 w 5114885"/>
              <a:gd name="connsiteY750" fmla="*/ 792055 h 968306"/>
              <a:gd name="connsiteX751" fmla="*/ 2561749 w 5114885"/>
              <a:gd name="connsiteY751" fmla="*/ 792626 h 968306"/>
              <a:gd name="connsiteX752" fmla="*/ 2552891 w 5114885"/>
              <a:gd name="connsiteY752" fmla="*/ 793103 h 968306"/>
              <a:gd name="connsiteX753" fmla="*/ 2547652 w 5114885"/>
              <a:gd name="connsiteY753" fmla="*/ 793674 h 968306"/>
              <a:gd name="connsiteX754" fmla="*/ 2525649 w 5114885"/>
              <a:gd name="connsiteY754" fmla="*/ 795770 h 968306"/>
              <a:gd name="connsiteX755" fmla="*/ 2458593 w 5114885"/>
              <a:gd name="connsiteY755" fmla="*/ 845014 h 968306"/>
              <a:gd name="connsiteX756" fmla="*/ 2455926 w 5114885"/>
              <a:gd name="connsiteY756" fmla="*/ 851872 h 968306"/>
              <a:gd name="connsiteX757" fmla="*/ 2454402 w 5114885"/>
              <a:gd name="connsiteY757" fmla="*/ 856539 h 968306"/>
              <a:gd name="connsiteX758" fmla="*/ 2452307 w 5114885"/>
              <a:gd name="connsiteY758" fmla="*/ 868636 h 968306"/>
              <a:gd name="connsiteX759" fmla="*/ 2452783 w 5114885"/>
              <a:gd name="connsiteY759" fmla="*/ 897401 h 968306"/>
              <a:gd name="connsiteX760" fmla="*/ 2463260 w 5114885"/>
              <a:gd name="connsiteY760" fmla="*/ 925691 h 968306"/>
              <a:gd name="connsiteX761" fmla="*/ 2466880 w 5114885"/>
              <a:gd name="connsiteY761" fmla="*/ 932453 h 968306"/>
              <a:gd name="connsiteX762" fmla="*/ 2470023 w 5114885"/>
              <a:gd name="connsiteY762" fmla="*/ 937692 h 968306"/>
              <a:gd name="connsiteX763" fmla="*/ 2472595 w 5114885"/>
              <a:gd name="connsiteY763" fmla="*/ 941883 h 968306"/>
              <a:gd name="connsiteX764" fmla="*/ 2476786 w 5114885"/>
              <a:gd name="connsiteY764" fmla="*/ 945026 h 968306"/>
              <a:gd name="connsiteX765" fmla="*/ 2482596 w 5114885"/>
              <a:gd name="connsiteY765" fmla="*/ 949217 h 968306"/>
              <a:gd name="connsiteX766" fmla="*/ 2488311 w 5114885"/>
              <a:gd name="connsiteY766" fmla="*/ 952932 h 968306"/>
              <a:gd name="connsiteX767" fmla="*/ 2492502 w 5114885"/>
              <a:gd name="connsiteY767" fmla="*/ 955504 h 968306"/>
              <a:gd name="connsiteX768" fmla="*/ 2546985 w 5114885"/>
              <a:gd name="connsiteY768" fmla="*/ 968077 h 968306"/>
              <a:gd name="connsiteX769" fmla="*/ 2563749 w 5114885"/>
              <a:gd name="connsiteY769" fmla="*/ 966553 h 968306"/>
              <a:gd name="connsiteX770" fmla="*/ 2597753 w 5114885"/>
              <a:gd name="connsiteY770" fmla="*/ 961314 h 968306"/>
              <a:gd name="connsiteX771" fmla="*/ 2622899 w 5114885"/>
              <a:gd name="connsiteY771" fmla="*/ 950837 h 968306"/>
              <a:gd name="connsiteX772" fmla="*/ 2625471 w 5114885"/>
              <a:gd name="connsiteY772" fmla="*/ 948170 h 968306"/>
              <a:gd name="connsiteX773" fmla="*/ 2627090 w 5114885"/>
              <a:gd name="connsiteY773" fmla="*/ 947122 h 968306"/>
              <a:gd name="connsiteX774" fmla="*/ 2225326 w 5114885"/>
              <a:gd name="connsiteY774" fmla="*/ 870922 h 968306"/>
              <a:gd name="connsiteX775" fmla="*/ 2233708 w 5114885"/>
              <a:gd name="connsiteY775" fmla="*/ 887686 h 968306"/>
              <a:gd name="connsiteX776" fmla="*/ 2335340 w 5114885"/>
              <a:gd name="connsiteY776" fmla="*/ 898640 h 968306"/>
              <a:gd name="connsiteX777" fmla="*/ 2340007 w 5114885"/>
              <a:gd name="connsiteY777" fmla="*/ 891305 h 968306"/>
              <a:gd name="connsiteX778" fmla="*/ 2344674 w 5114885"/>
              <a:gd name="connsiteY778" fmla="*/ 883971 h 968306"/>
              <a:gd name="connsiteX779" fmla="*/ 2323719 w 5114885"/>
              <a:gd name="connsiteY779" fmla="*/ 845204 h 968306"/>
              <a:gd name="connsiteX780" fmla="*/ 2265617 w 5114885"/>
              <a:gd name="connsiteY780" fmla="*/ 828917 h 968306"/>
              <a:gd name="connsiteX781" fmla="*/ 2262950 w 5114885"/>
              <a:gd name="connsiteY781" fmla="*/ 828440 h 968306"/>
              <a:gd name="connsiteX782" fmla="*/ 2249329 w 5114885"/>
              <a:gd name="connsiteY782" fmla="*/ 823202 h 968306"/>
              <a:gd name="connsiteX783" fmla="*/ 2195894 w 5114885"/>
              <a:gd name="connsiteY783" fmla="*/ 801199 h 968306"/>
              <a:gd name="connsiteX784" fmla="*/ 2192274 w 5114885"/>
              <a:gd name="connsiteY784" fmla="*/ 798056 h 968306"/>
              <a:gd name="connsiteX785" fmla="*/ 2190179 w 5114885"/>
              <a:gd name="connsiteY785" fmla="*/ 794341 h 968306"/>
              <a:gd name="connsiteX786" fmla="*/ 2188083 w 5114885"/>
              <a:gd name="connsiteY786" fmla="*/ 791198 h 968306"/>
              <a:gd name="connsiteX787" fmla="*/ 2184940 w 5114885"/>
              <a:gd name="connsiteY787" fmla="*/ 786435 h 968306"/>
              <a:gd name="connsiteX788" fmla="*/ 2177606 w 5114885"/>
              <a:gd name="connsiteY788" fmla="*/ 753955 h 968306"/>
              <a:gd name="connsiteX789" fmla="*/ 2179225 w 5114885"/>
              <a:gd name="connsiteY789" fmla="*/ 745097 h 968306"/>
              <a:gd name="connsiteX790" fmla="*/ 2180749 w 5114885"/>
              <a:gd name="connsiteY790" fmla="*/ 738810 h 968306"/>
              <a:gd name="connsiteX791" fmla="*/ 2183416 w 5114885"/>
              <a:gd name="connsiteY791" fmla="*/ 731952 h 968306"/>
              <a:gd name="connsiteX792" fmla="*/ 2185511 w 5114885"/>
              <a:gd name="connsiteY792" fmla="*/ 728237 h 968306"/>
              <a:gd name="connsiteX793" fmla="*/ 2187131 w 5114885"/>
              <a:gd name="connsiteY793" fmla="*/ 725666 h 968306"/>
              <a:gd name="connsiteX794" fmla="*/ 2191322 w 5114885"/>
              <a:gd name="connsiteY794" fmla="*/ 718808 h 968306"/>
              <a:gd name="connsiteX795" fmla="*/ 2195989 w 5114885"/>
              <a:gd name="connsiteY795" fmla="*/ 711950 h 968306"/>
              <a:gd name="connsiteX796" fmla="*/ 2206466 w 5114885"/>
              <a:gd name="connsiteY796" fmla="*/ 702520 h 968306"/>
              <a:gd name="connsiteX797" fmla="*/ 2215896 w 5114885"/>
              <a:gd name="connsiteY797" fmla="*/ 696233 h 968306"/>
              <a:gd name="connsiteX798" fmla="*/ 2222183 w 5114885"/>
              <a:gd name="connsiteY798" fmla="*/ 692519 h 968306"/>
              <a:gd name="connsiteX799" fmla="*/ 2228469 w 5114885"/>
              <a:gd name="connsiteY799" fmla="*/ 689375 h 968306"/>
              <a:gd name="connsiteX800" fmla="*/ 2234184 w 5114885"/>
              <a:gd name="connsiteY800" fmla="*/ 687280 h 968306"/>
              <a:gd name="connsiteX801" fmla="*/ 2250948 w 5114885"/>
              <a:gd name="connsiteY801" fmla="*/ 682613 h 968306"/>
              <a:gd name="connsiteX802" fmla="*/ 2339531 w 5114885"/>
              <a:gd name="connsiteY802" fmla="*/ 688899 h 968306"/>
              <a:gd name="connsiteX803" fmla="*/ 2344769 w 5114885"/>
              <a:gd name="connsiteY803" fmla="*/ 690995 h 968306"/>
              <a:gd name="connsiteX804" fmla="*/ 2348960 w 5114885"/>
              <a:gd name="connsiteY804" fmla="*/ 692042 h 968306"/>
              <a:gd name="connsiteX805" fmla="*/ 2352104 w 5114885"/>
              <a:gd name="connsiteY805" fmla="*/ 693566 h 968306"/>
              <a:gd name="connsiteX806" fmla="*/ 2358390 w 5114885"/>
              <a:gd name="connsiteY806" fmla="*/ 696233 h 968306"/>
              <a:gd name="connsiteX807" fmla="*/ 2366201 w 5114885"/>
              <a:gd name="connsiteY807" fmla="*/ 699853 h 968306"/>
              <a:gd name="connsiteX808" fmla="*/ 2368772 w 5114885"/>
              <a:gd name="connsiteY808" fmla="*/ 700901 h 968306"/>
              <a:gd name="connsiteX809" fmla="*/ 2399729 w 5114885"/>
              <a:gd name="connsiteY809" fmla="*/ 758527 h 968306"/>
              <a:gd name="connsiteX810" fmla="*/ 2347341 w 5114885"/>
              <a:gd name="connsiteY810" fmla="*/ 756431 h 968306"/>
              <a:gd name="connsiteX811" fmla="*/ 2332101 w 5114885"/>
              <a:gd name="connsiteY811" fmla="*/ 734429 h 968306"/>
              <a:gd name="connsiteX812" fmla="*/ 2327910 w 5114885"/>
              <a:gd name="connsiteY812" fmla="*/ 729761 h 968306"/>
              <a:gd name="connsiteX813" fmla="*/ 2321624 w 5114885"/>
              <a:gd name="connsiteY813" fmla="*/ 724999 h 968306"/>
              <a:gd name="connsiteX814" fmla="*/ 2318480 w 5114885"/>
              <a:gd name="connsiteY814" fmla="*/ 723475 h 968306"/>
              <a:gd name="connsiteX815" fmla="*/ 2310670 w 5114885"/>
              <a:gd name="connsiteY815" fmla="*/ 720808 h 968306"/>
              <a:gd name="connsiteX816" fmla="*/ 2303336 w 5114885"/>
              <a:gd name="connsiteY816" fmla="*/ 719284 h 968306"/>
              <a:gd name="connsiteX817" fmla="*/ 2299145 w 5114885"/>
              <a:gd name="connsiteY817" fmla="*/ 718236 h 968306"/>
              <a:gd name="connsiteX818" fmla="*/ 2289143 w 5114885"/>
              <a:gd name="connsiteY818" fmla="*/ 717665 h 968306"/>
              <a:gd name="connsiteX819" fmla="*/ 2279237 w 5114885"/>
              <a:gd name="connsiteY819" fmla="*/ 718236 h 968306"/>
              <a:gd name="connsiteX820" fmla="*/ 2271903 w 5114885"/>
              <a:gd name="connsiteY820" fmla="*/ 720332 h 968306"/>
              <a:gd name="connsiteX821" fmla="*/ 2267712 w 5114885"/>
              <a:gd name="connsiteY821" fmla="*/ 721379 h 968306"/>
              <a:gd name="connsiteX822" fmla="*/ 2259330 w 5114885"/>
              <a:gd name="connsiteY822" fmla="*/ 725094 h 968306"/>
              <a:gd name="connsiteX823" fmla="*/ 2246186 w 5114885"/>
              <a:gd name="connsiteY823" fmla="*/ 746049 h 968306"/>
              <a:gd name="connsiteX824" fmla="*/ 2277618 w 5114885"/>
              <a:gd name="connsiteY824" fmla="*/ 780625 h 968306"/>
              <a:gd name="connsiteX825" fmla="*/ 2281238 w 5114885"/>
              <a:gd name="connsiteY825" fmla="*/ 782244 h 968306"/>
              <a:gd name="connsiteX826" fmla="*/ 2288096 w 5114885"/>
              <a:gd name="connsiteY826" fmla="*/ 784816 h 968306"/>
              <a:gd name="connsiteX827" fmla="*/ 2302764 w 5114885"/>
              <a:gd name="connsiteY827" fmla="*/ 790055 h 968306"/>
              <a:gd name="connsiteX828" fmla="*/ 2308479 w 5114885"/>
              <a:gd name="connsiteY828" fmla="*/ 792150 h 968306"/>
              <a:gd name="connsiteX829" fmla="*/ 2314289 w 5114885"/>
              <a:gd name="connsiteY829" fmla="*/ 794246 h 968306"/>
              <a:gd name="connsiteX830" fmla="*/ 2318957 w 5114885"/>
              <a:gd name="connsiteY830" fmla="*/ 795293 h 968306"/>
              <a:gd name="connsiteX831" fmla="*/ 2379726 w 5114885"/>
              <a:gd name="connsiteY831" fmla="*/ 816725 h 968306"/>
              <a:gd name="connsiteX832" fmla="*/ 2396490 w 5114885"/>
              <a:gd name="connsiteY832" fmla="*/ 834536 h 968306"/>
              <a:gd name="connsiteX833" fmla="*/ 2402205 w 5114885"/>
              <a:gd name="connsiteY833" fmla="*/ 884352 h 968306"/>
              <a:gd name="connsiteX834" fmla="*/ 2401729 w 5114885"/>
              <a:gd name="connsiteY834" fmla="*/ 894258 h 968306"/>
              <a:gd name="connsiteX835" fmla="*/ 2388584 w 5114885"/>
              <a:gd name="connsiteY835" fmla="*/ 921976 h 968306"/>
              <a:gd name="connsiteX836" fmla="*/ 2349818 w 5114885"/>
              <a:gd name="connsiteY836" fmla="*/ 939216 h 968306"/>
              <a:gd name="connsiteX837" fmla="*/ 2346198 w 5114885"/>
              <a:gd name="connsiteY837" fmla="*/ 940835 h 968306"/>
              <a:gd name="connsiteX838" fmla="*/ 2343055 w 5114885"/>
              <a:gd name="connsiteY838" fmla="*/ 942359 h 968306"/>
              <a:gd name="connsiteX839" fmla="*/ 2333149 w 5114885"/>
              <a:gd name="connsiteY839" fmla="*/ 945503 h 968306"/>
              <a:gd name="connsiteX840" fmla="*/ 2310575 w 5114885"/>
              <a:gd name="connsiteY840" fmla="*/ 952361 h 968306"/>
              <a:gd name="connsiteX841" fmla="*/ 2298573 w 5114885"/>
              <a:gd name="connsiteY841" fmla="*/ 953408 h 968306"/>
              <a:gd name="connsiteX842" fmla="*/ 2235232 w 5114885"/>
              <a:gd name="connsiteY842" fmla="*/ 946550 h 968306"/>
              <a:gd name="connsiteX843" fmla="*/ 2202275 w 5114885"/>
              <a:gd name="connsiteY843" fmla="*/ 932930 h 968306"/>
              <a:gd name="connsiteX844" fmla="*/ 2199132 w 5114885"/>
              <a:gd name="connsiteY844" fmla="*/ 929310 h 968306"/>
              <a:gd name="connsiteX845" fmla="*/ 2193893 w 5114885"/>
              <a:gd name="connsiteY845" fmla="*/ 923500 h 968306"/>
              <a:gd name="connsiteX846" fmla="*/ 2186559 w 5114885"/>
              <a:gd name="connsiteY846" fmla="*/ 910927 h 968306"/>
              <a:gd name="connsiteX847" fmla="*/ 2178749 w 5114885"/>
              <a:gd name="connsiteY847" fmla="*/ 895782 h 968306"/>
              <a:gd name="connsiteX848" fmla="*/ 2178272 w 5114885"/>
              <a:gd name="connsiteY848" fmla="*/ 892067 h 968306"/>
              <a:gd name="connsiteX849" fmla="*/ 2174558 w 5114885"/>
              <a:gd name="connsiteY849" fmla="*/ 879494 h 968306"/>
              <a:gd name="connsiteX850" fmla="*/ 2174081 w 5114885"/>
              <a:gd name="connsiteY850" fmla="*/ 871589 h 968306"/>
              <a:gd name="connsiteX851" fmla="*/ 2209705 w 5114885"/>
              <a:gd name="connsiteY851" fmla="*/ 870065 h 968306"/>
              <a:gd name="connsiteX852" fmla="*/ 2221706 w 5114885"/>
              <a:gd name="connsiteY852" fmla="*/ 870636 h 968306"/>
              <a:gd name="connsiteX853" fmla="*/ 2225326 w 5114885"/>
              <a:gd name="connsiteY853" fmla="*/ 870636 h 968306"/>
              <a:gd name="connsiteX854" fmla="*/ 2301335 w 5114885"/>
              <a:gd name="connsiteY854" fmla="*/ 728999 h 968306"/>
              <a:gd name="connsiteX855" fmla="*/ 2308098 w 5114885"/>
              <a:gd name="connsiteY855" fmla="*/ 731095 h 968306"/>
              <a:gd name="connsiteX856" fmla="*/ 2314861 w 5114885"/>
              <a:gd name="connsiteY856" fmla="*/ 733190 h 968306"/>
              <a:gd name="connsiteX857" fmla="*/ 2318004 w 5114885"/>
              <a:gd name="connsiteY857" fmla="*/ 734238 h 968306"/>
              <a:gd name="connsiteX858" fmla="*/ 2320576 w 5114885"/>
              <a:gd name="connsiteY858" fmla="*/ 737381 h 968306"/>
              <a:gd name="connsiteX859" fmla="*/ 2323719 w 5114885"/>
              <a:gd name="connsiteY859" fmla="*/ 741096 h 968306"/>
              <a:gd name="connsiteX860" fmla="*/ 2337340 w 5114885"/>
              <a:gd name="connsiteY860" fmla="*/ 759479 h 968306"/>
              <a:gd name="connsiteX861" fmla="*/ 2349913 w 5114885"/>
              <a:gd name="connsiteY861" fmla="*/ 766337 h 968306"/>
              <a:gd name="connsiteX862" fmla="*/ 2404967 w 5114885"/>
              <a:gd name="connsiteY862" fmla="*/ 769481 h 968306"/>
              <a:gd name="connsiteX863" fmla="*/ 2410682 w 5114885"/>
              <a:gd name="connsiteY863" fmla="*/ 763670 h 968306"/>
              <a:gd name="connsiteX864" fmla="*/ 2373535 w 5114885"/>
              <a:gd name="connsiteY864" fmla="*/ 692423 h 968306"/>
              <a:gd name="connsiteX865" fmla="*/ 2370868 w 5114885"/>
              <a:gd name="connsiteY865" fmla="*/ 690804 h 968306"/>
              <a:gd name="connsiteX866" fmla="*/ 2362010 w 5114885"/>
              <a:gd name="connsiteY866" fmla="*/ 687089 h 968306"/>
              <a:gd name="connsiteX867" fmla="*/ 2355723 w 5114885"/>
              <a:gd name="connsiteY867" fmla="*/ 684518 h 968306"/>
              <a:gd name="connsiteX868" fmla="*/ 2351056 w 5114885"/>
              <a:gd name="connsiteY868" fmla="*/ 682994 h 968306"/>
              <a:gd name="connsiteX869" fmla="*/ 2348484 w 5114885"/>
              <a:gd name="connsiteY869" fmla="*/ 681946 h 968306"/>
              <a:gd name="connsiteX870" fmla="*/ 2343722 w 5114885"/>
              <a:gd name="connsiteY870" fmla="*/ 679850 h 968306"/>
              <a:gd name="connsiteX871" fmla="*/ 2273046 w 5114885"/>
              <a:gd name="connsiteY871" fmla="*/ 669373 h 968306"/>
              <a:gd name="connsiteX872" fmla="*/ 2229041 w 5114885"/>
              <a:gd name="connsiteY872" fmla="*/ 679374 h 968306"/>
              <a:gd name="connsiteX873" fmla="*/ 2226469 w 5114885"/>
              <a:gd name="connsiteY873" fmla="*/ 679946 h 968306"/>
              <a:gd name="connsiteX874" fmla="*/ 2223326 w 5114885"/>
              <a:gd name="connsiteY874" fmla="*/ 680993 h 968306"/>
              <a:gd name="connsiteX875" fmla="*/ 2210181 w 5114885"/>
              <a:gd name="connsiteY875" fmla="*/ 688328 h 968306"/>
              <a:gd name="connsiteX876" fmla="*/ 2200275 w 5114885"/>
              <a:gd name="connsiteY876" fmla="*/ 695662 h 968306"/>
              <a:gd name="connsiteX877" fmla="*/ 2188274 w 5114885"/>
              <a:gd name="connsiteY877" fmla="*/ 706139 h 968306"/>
              <a:gd name="connsiteX878" fmla="*/ 2186178 w 5114885"/>
              <a:gd name="connsiteY878" fmla="*/ 709283 h 968306"/>
              <a:gd name="connsiteX879" fmla="*/ 2183035 w 5114885"/>
              <a:gd name="connsiteY879" fmla="*/ 713474 h 968306"/>
              <a:gd name="connsiteX880" fmla="*/ 2177796 w 5114885"/>
              <a:gd name="connsiteY880" fmla="*/ 721856 h 968306"/>
              <a:gd name="connsiteX881" fmla="*/ 2176748 w 5114885"/>
              <a:gd name="connsiteY881" fmla="*/ 723951 h 968306"/>
              <a:gd name="connsiteX882" fmla="*/ 2174653 w 5114885"/>
              <a:gd name="connsiteY882" fmla="*/ 727094 h 968306"/>
              <a:gd name="connsiteX883" fmla="*/ 2171510 w 5114885"/>
              <a:gd name="connsiteY883" fmla="*/ 735953 h 968306"/>
              <a:gd name="connsiteX884" fmla="*/ 2169414 w 5114885"/>
              <a:gd name="connsiteY884" fmla="*/ 743763 h 968306"/>
              <a:gd name="connsiteX885" fmla="*/ 2169414 w 5114885"/>
              <a:gd name="connsiteY885" fmla="*/ 746430 h 968306"/>
              <a:gd name="connsiteX886" fmla="*/ 2168366 w 5114885"/>
              <a:gd name="connsiteY886" fmla="*/ 751097 h 968306"/>
              <a:gd name="connsiteX887" fmla="*/ 2175701 w 5114885"/>
              <a:gd name="connsiteY887" fmla="*/ 790340 h 968306"/>
              <a:gd name="connsiteX888" fmla="*/ 2177796 w 5114885"/>
              <a:gd name="connsiteY888" fmla="*/ 794055 h 968306"/>
              <a:gd name="connsiteX889" fmla="*/ 2179892 w 5114885"/>
              <a:gd name="connsiteY889" fmla="*/ 797198 h 968306"/>
              <a:gd name="connsiteX890" fmla="*/ 2182559 w 5114885"/>
              <a:gd name="connsiteY890" fmla="*/ 800913 h 968306"/>
              <a:gd name="connsiteX891" fmla="*/ 2187226 w 5114885"/>
              <a:gd name="connsiteY891" fmla="*/ 807200 h 968306"/>
              <a:gd name="connsiteX892" fmla="*/ 2189798 w 5114885"/>
              <a:gd name="connsiteY892" fmla="*/ 809295 h 968306"/>
              <a:gd name="connsiteX893" fmla="*/ 2246376 w 5114885"/>
              <a:gd name="connsiteY893" fmla="*/ 833393 h 968306"/>
              <a:gd name="connsiteX894" fmla="*/ 2258378 w 5114885"/>
              <a:gd name="connsiteY894" fmla="*/ 837584 h 968306"/>
              <a:gd name="connsiteX895" fmla="*/ 2262569 w 5114885"/>
              <a:gd name="connsiteY895" fmla="*/ 838632 h 968306"/>
              <a:gd name="connsiteX896" fmla="*/ 2320195 w 5114885"/>
              <a:gd name="connsiteY896" fmla="*/ 855396 h 968306"/>
              <a:gd name="connsiteX897" fmla="*/ 2334863 w 5114885"/>
              <a:gd name="connsiteY897" fmla="*/ 881590 h 968306"/>
              <a:gd name="connsiteX898" fmla="*/ 2329625 w 5114885"/>
              <a:gd name="connsiteY898" fmla="*/ 890448 h 968306"/>
              <a:gd name="connsiteX899" fmla="*/ 2326481 w 5114885"/>
              <a:gd name="connsiteY899" fmla="*/ 894068 h 968306"/>
              <a:gd name="connsiteX900" fmla="*/ 2242090 w 5114885"/>
              <a:gd name="connsiteY900" fmla="*/ 882066 h 968306"/>
              <a:gd name="connsiteX901" fmla="*/ 2235327 w 5114885"/>
              <a:gd name="connsiteY901" fmla="*/ 867969 h 968306"/>
              <a:gd name="connsiteX902" fmla="*/ 2221706 w 5114885"/>
              <a:gd name="connsiteY902" fmla="*/ 861111 h 968306"/>
              <a:gd name="connsiteX903" fmla="*/ 2210657 w 5114885"/>
              <a:gd name="connsiteY903" fmla="*/ 860540 h 968306"/>
              <a:gd name="connsiteX904" fmla="*/ 2168271 w 5114885"/>
              <a:gd name="connsiteY904" fmla="*/ 862159 h 968306"/>
              <a:gd name="connsiteX905" fmla="*/ 2168747 w 5114885"/>
              <a:gd name="connsiteY905" fmla="*/ 895687 h 968306"/>
              <a:gd name="connsiteX906" fmla="*/ 2172367 w 5114885"/>
              <a:gd name="connsiteY906" fmla="*/ 903593 h 968306"/>
              <a:gd name="connsiteX907" fmla="*/ 2184940 w 5114885"/>
              <a:gd name="connsiteY907" fmla="*/ 928739 h 968306"/>
              <a:gd name="connsiteX908" fmla="*/ 2188559 w 5114885"/>
              <a:gd name="connsiteY908" fmla="*/ 932930 h 968306"/>
              <a:gd name="connsiteX909" fmla="*/ 2191226 w 5114885"/>
              <a:gd name="connsiteY909" fmla="*/ 936073 h 968306"/>
              <a:gd name="connsiteX910" fmla="*/ 2194846 w 5114885"/>
              <a:gd name="connsiteY910" fmla="*/ 940264 h 968306"/>
              <a:gd name="connsiteX911" fmla="*/ 2232565 w 5114885"/>
              <a:gd name="connsiteY911" fmla="*/ 957028 h 968306"/>
              <a:gd name="connsiteX912" fmla="*/ 2297525 w 5114885"/>
              <a:gd name="connsiteY912" fmla="*/ 963886 h 968306"/>
              <a:gd name="connsiteX913" fmla="*/ 2311146 w 5114885"/>
              <a:gd name="connsiteY913" fmla="*/ 962838 h 968306"/>
              <a:gd name="connsiteX914" fmla="*/ 2338388 w 5114885"/>
              <a:gd name="connsiteY914" fmla="*/ 954456 h 968306"/>
              <a:gd name="connsiteX915" fmla="*/ 2349913 w 5114885"/>
              <a:gd name="connsiteY915" fmla="*/ 950741 h 968306"/>
              <a:gd name="connsiteX916" fmla="*/ 2353628 w 5114885"/>
              <a:gd name="connsiteY916" fmla="*/ 949217 h 968306"/>
              <a:gd name="connsiteX917" fmla="*/ 2397633 w 5114885"/>
              <a:gd name="connsiteY917" fmla="*/ 927215 h 968306"/>
              <a:gd name="connsiteX918" fmla="*/ 2411825 w 5114885"/>
              <a:gd name="connsiteY918" fmla="*/ 896354 h 968306"/>
              <a:gd name="connsiteX919" fmla="*/ 2412302 w 5114885"/>
              <a:gd name="connsiteY919" fmla="*/ 885876 h 968306"/>
              <a:gd name="connsiteX920" fmla="*/ 2403443 w 5114885"/>
              <a:gd name="connsiteY920" fmla="*/ 827678 h 968306"/>
              <a:gd name="connsiteX921" fmla="*/ 2385632 w 5114885"/>
              <a:gd name="connsiteY921" fmla="*/ 809390 h 968306"/>
              <a:gd name="connsiteX922" fmla="*/ 2319623 w 5114885"/>
              <a:gd name="connsiteY922" fmla="*/ 785292 h 968306"/>
              <a:gd name="connsiteX923" fmla="*/ 2303336 w 5114885"/>
              <a:gd name="connsiteY923" fmla="*/ 781101 h 968306"/>
              <a:gd name="connsiteX924" fmla="*/ 2292382 w 5114885"/>
              <a:gd name="connsiteY924" fmla="*/ 776434 h 968306"/>
              <a:gd name="connsiteX925" fmla="*/ 2285048 w 5114885"/>
              <a:gd name="connsiteY925" fmla="*/ 773291 h 968306"/>
              <a:gd name="connsiteX926" fmla="*/ 2280285 w 5114885"/>
              <a:gd name="connsiteY926" fmla="*/ 771767 h 968306"/>
              <a:gd name="connsiteX927" fmla="*/ 2256187 w 5114885"/>
              <a:gd name="connsiteY927" fmla="*/ 746621 h 968306"/>
              <a:gd name="connsiteX928" fmla="*/ 2265045 w 5114885"/>
              <a:gd name="connsiteY928" fmla="*/ 733476 h 968306"/>
              <a:gd name="connsiteX929" fmla="*/ 2275999 w 5114885"/>
              <a:gd name="connsiteY929" fmla="*/ 730333 h 968306"/>
              <a:gd name="connsiteX930" fmla="*/ 2278094 w 5114885"/>
              <a:gd name="connsiteY930" fmla="*/ 729285 h 968306"/>
              <a:gd name="connsiteX931" fmla="*/ 2280761 w 5114885"/>
              <a:gd name="connsiteY931" fmla="*/ 728714 h 968306"/>
              <a:gd name="connsiteX932" fmla="*/ 2288572 w 5114885"/>
              <a:gd name="connsiteY932" fmla="*/ 728142 h 968306"/>
              <a:gd name="connsiteX933" fmla="*/ 2299526 w 5114885"/>
              <a:gd name="connsiteY933" fmla="*/ 728714 h 968306"/>
              <a:gd name="connsiteX934" fmla="*/ 2301145 w 5114885"/>
              <a:gd name="connsiteY934" fmla="*/ 729285 h 968306"/>
              <a:gd name="connsiteX935" fmla="*/ 1926717 w 5114885"/>
              <a:gd name="connsiteY935" fmla="*/ 940073 h 968306"/>
              <a:gd name="connsiteX936" fmla="*/ 1904714 w 5114885"/>
              <a:gd name="connsiteY936" fmla="*/ 940550 h 968306"/>
              <a:gd name="connsiteX937" fmla="*/ 1899476 w 5114885"/>
              <a:gd name="connsiteY937" fmla="*/ 940550 h 968306"/>
              <a:gd name="connsiteX938" fmla="*/ 1900047 w 5114885"/>
              <a:gd name="connsiteY938" fmla="*/ 931691 h 968306"/>
              <a:gd name="connsiteX939" fmla="*/ 1894808 w 5114885"/>
              <a:gd name="connsiteY939" fmla="*/ 682327 h 968306"/>
              <a:gd name="connsiteX940" fmla="*/ 1895856 w 5114885"/>
              <a:gd name="connsiteY940" fmla="*/ 595364 h 968306"/>
              <a:gd name="connsiteX941" fmla="*/ 1895856 w 5114885"/>
              <a:gd name="connsiteY941" fmla="*/ 587553 h 968306"/>
              <a:gd name="connsiteX942" fmla="*/ 1901095 w 5114885"/>
              <a:gd name="connsiteY942" fmla="*/ 587553 h 968306"/>
              <a:gd name="connsiteX943" fmla="*/ 1951387 w 5114885"/>
              <a:gd name="connsiteY943" fmla="*/ 585934 h 968306"/>
              <a:gd name="connsiteX944" fmla="*/ 1951863 w 5114885"/>
              <a:gd name="connsiteY944" fmla="*/ 616795 h 968306"/>
              <a:gd name="connsiteX945" fmla="*/ 1955578 w 5114885"/>
              <a:gd name="connsiteY945" fmla="*/ 712140 h 968306"/>
              <a:gd name="connsiteX946" fmla="*/ 1957673 w 5114885"/>
              <a:gd name="connsiteY946" fmla="*/ 757193 h 968306"/>
              <a:gd name="connsiteX947" fmla="*/ 1958150 w 5114885"/>
              <a:gd name="connsiteY947" fmla="*/ 761384 h 968306"/>
              <a:gd name="connsiteX948" fmla="*/ 1959769 w 5114885"/>
              <a:gd name="connsiteY948" fmla="*/ 764528 h 968306"/>
              <a:gd name="connsiteX949" fmla="*/ 1973389 w 5114885"/>
              <a:gd name="connsiteY949" fmla="*/ 773957 h 968306"/>
              <a:gd name="connsiteX950" fmla="*/ 1987010 w 5114885"/>
              <a:gd name="connsiteY950" fmla="*/ 763004 h 968306"/>
              <a:gd name="connsiteX951" fmla="*/ 2062925 w 5114885"/>
              <a:gd name="connsiteY951" fmla="*/ 688613 h 968306"/>
              <a:gd name="connsiteX952" fmla="*/ 2068639 w 5114885"/>
              <a:gd name="connsiteY952" fmla="*/ 688613 h 968306"/>
              <a:gd name="connsiteX953" fmla="*/ 2085404 w 5114885"/>
              <a:gd name="connsiteY953" fmla="*/ 687566 h 968306"/>
              <a:gd name="connsiteX954" fmla="*/ 2095881 w 5114885"/>
              <a:gd name="connsiteY954" fmla="*/ 686994 h 968306"/>
              <a:gd name="connsiteX955" fmla="*/ 2100644 w 5114885"/>
              <a:gd name="connsiteY955" fmla="*/ 686994 h 968306"/>
              <a:gd name="connsiteX956" fmla="*/ 2123123 w 5114885"/>
              <a:gd name="connsiteY956" fmla="*/ 688042 h 968306"/>
              <a:gd name="connsiteX957" fmla="*/ 2104835 w 5114885"/>
              <a:gd name="connsiteY957" fmla="*/ 704234 h 968306"/>
              <a:gd name="connsiteX958" fmla="*/ 2080165 w 5114885"/>
              <a:gd name="connsiteY958" fmla="*/ 730428 h 968306"/>
              <a:gd name="connsiteX959" fmla="*/ 2077593 w 5114885"/>
              <a:gd name="connsiteY959" fmla="*/ 732047 h 968306"/>
              <a:gd name="connsiteX960" fmla="*/ 2073878 w 5114885"/>
              <a:gd name="connsiteY960" fmla="*/ 734619 h 968306"/>
              <a:gd name="connsiteX961" fmla="*/ 2038826 w 5114885"/>
              <a:gd name="connsiteY961" fmla="*/ 776529 h 968306"/>
              <a:gd name="connsiteX962" fmla="*/ 2043493 w 5114885"/>
              <a:gd name="connsiteY962" fmla="*/ 794341 h 968306"/>
              <a:gd name="connsiteX963" fmla="*/ 2046161 w 5114885"/>
              <a:gd name="connsiteY963" fmla="*/ 796436 h 968306"/>
              <a:gd name="connsiteX964" fmla="*/ 2048732 w 5114885"/>
              <a:gd name="connsiteY964" fmla="*/ 799580 h 968306"/>
              <a:gd name="connsiteX965" fmla="*/ 2051876 w 5114885"/>
              <a:gd name="connsiteY965" fmla="*/ 804818 h 968306"/>
              <a:gd name="connsiteX966" fmla="*/ 2054447 w 5114885"/>
              <a:gd name="connsiteY966" fmla="*/ 807962 h 968306"/>
              <a:gd name="connsiteX967" fmla="*/ 2075974 w 5114885"/>
              <a:gd name="connsiteY967" fmla="*/ 837299 h 968306"/>
              <a:gd name="connsiteX968" fmla="*/ 2121599 w 5114885"/>
              <a:gd name="connsiteY968" fmla="*/ 909117 h 968306"/>
              <a:gd name="connsiteX969" fmla="*/ 2133600 w 5114885"/>
              <a:gd name="connsiteY969" fmla="*/ 930072 h 968306"/>
              <a:gd name="connsiteX970" fmla="*/ 2141411 w 5114885"/>
              <a:gd name="connsiteY970" fmla="*/ 943693 h 968306"/>
              <a:gd name="connsiteX971" fmla="*/ 2143506 w 5114885"/>
              <a:gd name="connsiteY971" fmla="*/ 946836 h 968306"/>
              <a:gd name="connsiteX972" fmla="*/ 2136743 w 5114885"/>
              <a:gd name="connsiteY972" fmla="*/ 945788 h 968306"/>
              <a:gd name="connsiteX973" fmla="*/ 2130457 w 5114885"/>
              <a:gd name="connsiteY973" fmla="*/ 945788 h 968306"/>
              <a:gd name="connsiteX974" fmla="*/ 2096453 w 5114885"/>
              <a:gd name="connsiteY974" fmla="*/ 944264 h 968306"/>
              <a:gd name="connsiteX975" fmla="*/ 2075974 w 5114885"/>
              <a:gd name="connsiteY975" fmla="*/ 942740 h 968306"/>
              <a:gd name="connsiteX976" fmla="*/ 2067592 w 5114885"/>
              <a:gd name="connsiteY976" fmla="*/ 943217 h 968306"/>
              <a:gd name="connsiteX977" fmla="*/ 2065020 w 5114885"/>
              <a:gd name="connsiteY977" fmla="*/ 937406 h 968306"/>
              <a:gd name="connsiteX978" fmla="*/ 2061877 w 5114885"/>
              <a:gd name="connsiteY978" fmla="*/ 932168 h 968306"/>
              <a:gd name="connsiteX979" fmla="*/ 2058734 w 5114885"/>
              <a:gd name="connsiteY979" fmla="*/ 925405 h 968306"/>
              <a:gd name="connsiteX980" fmla="*/ 2055590 w 5114885"/>
              <a:gd name="connsiteY980" fmla="*/ 919118 h 968306"/>
              <a:gd name="connsiteX981" fmla="*/ 2046161 w 5114885"/>
              <a:gd name="connsiteY981" fmla="*/ 903402 h 968306"/>
              <a:gd name="connsiteX982" fmla="*/ 2043017 w 5114885"/>
              <a:gd name="connsiteY982" fmla="*/ 897116 h 968306"/>
              <a:gd name="connsiteX983" fmla="*/ 2038350 w 5114885"/>
              <a:gd name="connsiteY983" fmla="*/ 888734 h 968306"/>
              <a:gd name="connsiteX984" fmla="*/ 2017395 w 5114885"/>
              <a:gd name="connsiteY984" fmla="*/ 855206 h 968306"/>
              <a:gd name="connsiteX985" fmla="*/ 2014823 w 5114885"/>
              <a:gd name="connsiteY985" fmla="*/ 851491 h 968306"/>
              <a:gd name="connsiteX986" fmla="*/ 2007489 w 5114885"/>
              <a:gd name="connsiteY986" fmla="*/ 841490 h 968306"/>
              <a:gd name="connsiteX987" fmla="*/ 1981867 w 5114885"/>
              <a:gd name="connsiteY987" fmla="*/ 834632 h 968306"/>
              <a:gd name="connsiteX988" fmla="*/ 1964531 w 5114885"/>
              <a:gd name="connsiteY988" fmla="*/ 847205 h 968306"/>
              <a:gd name="connsiteX989" fmla="*/ 1957768 w 5114885"/>
              <a:gd name="connsiteY989" fmla="*/ 857206 h 968306"/>
              <a:gd name="connsiteX990" fmla="*/ 1957768 w 5114885"/>
              <a:gd name="connsiteY990" fmla="*/ 918452 h 968306"/>
              <a:gd name="connsiteX991" fmla="*/ 1957197 w 5114885"/>
              <a:gd name="connsiteY991" fmla="*/ 922166 h 968306"/>
              <a:gd name="connsiteX992" fmla="*/ 1957197 w 5114885"/>
              <a:gd name="connsiteY992" fmla="*/ 925310 h 968306"/>
              <a:gd name="connsiteX993" fmla="*/ 1956721 w 5114885"/>
              <a:gd name="connsiteY993" fmla="*/ 939978 h 968306"/>
              <a:gd name="connsiteX994" fmla="*/ 1926812 w 5114885"/>
              <a:gd name="connsiteY994" fmla="*/ 939978 h 968306"/>
              <a:gd name="connsiteX995" fmla="*/ 1888998 w 5114885"/>
              <a:gd name="connsiteY995" fmla="*/ 943217 h 968306"/>
              <a:gd name="connsiteX996" fmla="*/ 1896332 w 5114885"/>
              <a:gd name="connsiteY996" fmla="*/ 950551 h 968306"/>
              <a:gd name="connsiteX997" fmla="*/ 1957673 w 5114885"/>
              <a:gd name="connsiteY997" fmla="*/ 949979 h 968306"/>
              <a:gd name="connsiteX998" fmla="*/ 1967103 w 5114885"/>
              <a:gd name="connsiteY998" fmla="*/ 944264 h 968306"/>
              <a:gd name="connsiteX999" fmla="*/ 1967103 w 5114885"/>
              <a:gd name="connsiteY999" fmla="*/ 926453 h 968306"/>
              <a:gd name="connsiteX1000" fmla="*/ 1967103 w 5114885"/>
              <a:gd name="connsiteY1000" fmla="*/ 923881 h 968306"/>
              <a:gd name="connsiteX1001" fmla="*/ 1967675 w 5114885"/>
              <a:gd name="connsiteY1001" fmla="*/ 917594 h 968306"/>
              <a:gd name="connsiteX1002" fmla="*/ 1969199 w 5114885"/>
              <a:gd name="connsiteY1002" fmla="*/ 856349 h 968306"/>
              <a:gd name="connsiteX1003" fmla="*/ 1972342 w 5114885"/>
              <a:gd name="connsiteY1003" fmla="*/ 854825 h 968306"/>
              <a:gd name="connsiteX1004" fmla="*/ 1987582 w 5114885"/>
              <a:gd name="connsiteY1004" fmla="*/ 843299 h 968306"/>
              <a:gd name="connsiteX1005" fmla="*/ 1991201 w 5114885"/>
              <a:gd name="connsiteY1005" fmla="*/ 840728 h 968306"/>
              <a:gd name="connsiteX1006" fmla="*/ 2006918 w 5114885"/>
              <a:gd name="connsiteY1006" fmla="*/ 857492 h 968306"/>
              <a:gd name="connsiteX1007" fmla="*/ 2010061 w 5114885"/>
              <a:gd name="connsiteY1007" fmla="*/ 862254 h 968306"/>
              <a:gd name="connsiteX1008" fmla="*/ 2031016 w 5114885"/>
              <a:gd name="connsiteY1008" fmla="*/ 895782 h 968306"/>
              <a:gd name="connsiteX1009" fmla="*/ 2035207 w 5114885"/>
              <a:gd name="connsiteY1009" fmla="*/ 903688 h 968306"/>
              <a:gd name="connsiteX1010" fmla="*/ 2036255 w 5114885"/>
              <a:gd name="connsiteY1010" fmla="*/ 906355 h 968306"/>
              <a:gd name="connsiteX1011" fmla="*/ 2037302 w 5114885"/>
              <a:gd name="connsiteY1011" fmla="*/ 908927 h 968306"/>
              <a:gd name="connsiteX1012" fmla="*/ 2048828 w 5114885"/>
              <a:gd name="connsiteY1012" fmla="*/ 926738 h 968306"/>
              <a:gd name="connsiteX1013" fmla="*/ 2053495 w 5114885"/>
              <a:gd name="connsiteY1013" fmla="*/ 937787 h 968306"/>
              <a:gd name="connsiteX1014" fmla="*/ 2056162 w 5114885"/>
              <a:gd name="connsiteY1014" fmla="*/ 943026 h 968306"/>
              <a:gd name="connsiteX1015" fmla="*/ 2066639 w 5114885"/>
              <a:gd name="connsiteY1015" fmla="*/ 953504 h 968306"/>
              <a:gd name="connsiteX1016" fmla="*/ 2076069 w 5114885"/>
              <a:gd name="connsiteY1016" fmla="*/ 953027 h 968306"/>
              <a:gd name="connsiteX1017" fmla="*/ 2095976 w 5114885"/>
              <a:gd name="connsiteY1017" fmla="*/ 954551 h 968306"/>
              <a:gd name="connsiteX1018" fmla="*/ 2132648 w 5114885"/>
              <a:gd name="connsiteY1018" fmla="*/ 956647 h 968306"/>
              <a:gd name="connsiteX1019" fmla="*/ 2136267 w 5114885"/>
              <a:gd name="connsiteY1019" fmla="*/ 956171 h 968306"/>
              <a:gd name="connsiteX1020" fmla="*/ 2150936 w 5114885"/>
              <a:gd name="connsiteY1020" fmla="*/ 956171 h 968306"/>
              <a:gd name="connsiteX1021" fmla="*/ 2156174 w 5114885"/>
              <a:gd name="connsiteY1021" fmla="*/ 946741 h 968306"/>
              <a:gd name="connsiteX1022" fmla="*/ 2140934 w 5114885"/>
              <a:gd name="connsiteY1022" fmla="*/ 923690 h 968306"/>
              <a:gd name="connsiteX1023" fmla="*/ 2129981 w 5114885"/>
              <a:gd name="connsiteY1023" fmla="*/ 903783 h 968306"/>
              <a:gd name="connsiteX1024" fmla="*/ 2084356 w 5114885"/>
              <a:gd name="connsiteY1024" fmla="*/ 832536 h 968306"/>
              <a:gd name="connsiteX1025" fmla="*/ 2063401 w 5114885"/>
              <a:gd name="connsiteY1025" fmla="*/ 803199 h 968306"/>
              <a:gd name="connsiteX1026" fmla="*/ 2061305 w 5114885"/>
              <a:gd name="connsiteY1026" fmla="*/ 800056 h 968306"/>
              <a:gd name="connsiteX1027" fmla="*/ 2058638 w 5114885"/>
              <a:gd name="connsiteY1027" fmla="*/ 797960 h 968306"/>
              <a:gd name="connsiteX1028" fmla="*/ 2053400 w 5114885"/>
              <a:gd name="connsiteY1028" fmla="*/ 790055 h 968306"/>
              <a:gd name="connsiteX1029" fmla="*/ 2050828 w 5114885"/>
              <a:gd name="connsiteY1029" fmla="*/ 787483 h 968306"/>
              <a:gd name="connsiteX1030" fmla="*/ 2047208 w 5114885"/>
              <a:gd name="connsiteY1030" fmla="*/ 782244 h 968306"/>
              <a:gd name="connsiteX1031" fmla="*/ 2080736 w 5114885"/>
              <a:gd name="connsiteY1031" fmla="*/ 742430 h 968306"/>
              <a:gd name="connsiteX1032" fmla="*/ 2084451 w 5114885"/>
              <a:gd name="connsiteY1032" fmla="*/ 739858 h 968306"/>
              <a:gd name="connsiteX1033" fmla="*/ 2087594 w 5114885"/>
              <a:gd name="connsiteY1033" fmla="*/ 737762 h 968306"/>
              <a:gd name="connsiteX1034" fmla="*/ 2112169 w 5114885"/>
              <a:gd name="connsiteY1034" fmla="*/ 711569 h 968306"/>
              <a:gd name="connsiteX1035" fmla="*/ 2137886 w 5114885"/>
              <a:gd name="connsiteY1035" fmla="*/ 686994 h 968306"/>
              <a:gd name="connsiteX1036" fmla="*/ 2137886 w 5114885"/>
              <a:gd name="connsiteY1036" fmla="*/ 680136 h 968306"/>
              <a:gd name="connsiteX1037" fmla="*/ 2133124 w 5114885"/>
              <a:gd name="connsiteY1037" fmla="*/ 679088 h 968306"/>
              <a:gd name="connsiteX1038" fmla="*/ 2126361 w 5114885"/>
              <a:gd name="connsiteY1038" fmla="*/ 679088 h 968306"/>
              <a:gd name="connsiteX1039" fmla="*/ 2099691 w 5114885"/>
              <a:gd name="connsiteY1039" fmla="*/ 676993 h 968306"/>
              <a:gd name="connsiteX1040" fmla="*/ 2095500 w 5114885"/>
              <a:gd name="connsiteY1040" fmla="*/ 676993 h 968306"/>
              <a:gd name="connsiteX1041" fmla="*/ 2085023 w 5114885"/>
              <a:gd name="connsiteY1041" fmla="*/ 678041 h 968306"/>
              <a:gd name="connsiteX1042" fmla="*/ 2068735 w 5114885"/>
              <a:gd name="connsiteY1042" fmla="*/ 679088 h 968306"/>
              <a:gd name="connsiteX1043" fmla="*/ 2054066 w 5114885"/>
              <a:gd name="connsiteY1043" fmla="*/ 684327 h 968306"/>
              <a:gd name="connsiteX1044" fmla="*/ 1980152 w 5114885"/>
              <a:gd name="connsiteY1044" fmla="*/ 756146 h 968306"/>
              <a:gd name="connsiteX1045" fmla="*/ 1969675 w 5114885"/>
              <a:gd name="connsiteY1045" fmla="*/ 763480 h 968306"/>
              <a:gd name="connsiteX1046" fmla="*/ 1967579 w 5114885"/>
              <a:gd name="connsiteY1046" fmla="*/ 758717 h 968306"/>
              <a:gd name="connsiteX1047" fmla="*/ 1965484 w 5114885"/>
              <a:gd name="connsiteY1047" fmla="*/ 711569 h 968306"/>
              <a:gd name="connsiteX1048" fmla="*/ 1961769 w 5114885"/>
              <a:gd name="connsiteY1048" fmla="*/ 617271 h 968306"/>
              <a:gd name="connsiteX1049" fmla="*/ 1961293 w 5114885"/>
              <a:gd name="connsiteY1049" fmla="*/ 580600 h 968306"/>
              <a:gd name="connsiteX1050" fmla="*/ 1955578 w 5114885"/>
              <a:gd name="connsiteY1050" fmla="*/ 575933 h 968306"/>
              <a:gd name="connsiteX1051" fmla="*/ 1893761 w 5114885"/>
              <a:gd name="connsiteY1051" fmla="*/ 578028 h 968306"/>
              <a:gd name="connsiteX1052" fmla="*/ 1885950 w 5114885"/>
              <a:gd name="connsiteY1052" fmla="*/ 587458 h 968306"/>
              <a:gd name="connsiteX1053" fmla="*/ 1885950 w 5114885"/>
              <a:gd name="connsiteY1053" fmla="*/ 595364 h 968306"/>
              <a:gd name="connsiteX1054" fmla="*/ 1884902 w 5114885"/>
              <a:gd name="connsiteY1054" fmla="*/ 682803 h 968306"/>
              <a:gd name="connsiteX1055" fmla="*/ 1889570 w 5114885"/>
              <a:gd name="connsiteY1055" fmla="*/ 931596 h 968306"/>
              <a:gd name="connsiteX1056" fmla="*/ 1889570 w 5114885"/>
              <a:gd name="connsiteY1056" fmla="*/ 940454 h 968306"/>
              <a:gd name="connsiteX1057" fmla="*/ 1889093 w 5114885"/>
              <a:gd name="connsiteY1057" fmla="*/ 943598 h 968306"/>
              <a:gd name="connsiteX1058" fmla="*/ 1678400 w 5114885"/>
              <a:gd name="connsiteY1058" fmla="*/ 944741 h 968306"/>
              <a:gd name="connsiteX1059" fmla="*/ 1677924 w 5114885"/>
              <a:gd name="connsiteY1059" fmla="*/ 944741 h 968306"/>
              <a:gd name="connsiteX1060" fmla="*/ 1678972 w 5114885"/>
              <a:gd name="connsiteY1060" fmla="*/ 940073 h 968306"/>
              <a:gd name="connsiteX1061" fmla="*/ 1678972 w 5114885"/>
              <a:gd name="connsiteY1061" fmla="*/ 932168 h 968306"/>
              <a:gd name="connsiteX1062" fmla="*/ 1678400 w 5114885"/>
              <a:gd name="connsiteY1062" fmla="*/ 876161 h 968306"/>
              <a:gd name="connsiteX1063" fmla="*/ 1678972 w 5114885"/>
              <a:gd name="connsiteY1063" fmla="*/ 810629 h 968306"/>
              <a:gd name="connsiteX1064" fmla="*/ 1678972 w 5114885"/>
              <a:gd name="connsiteY1064" fmla="*/ 779672 h 968306"/>
              <a:gd name="connsiteX1065" fmla="*/ 1679448 w 5114885"/>
              <a:gd name="connsiteY1065" fmla="*/ 776053 h 968306"/>
              <a:gd name="connsiteX1066" fmla="*/ 1680020 w 5114885"/>
              <a:gd name="connsiteY1066" fmla="*/ 765004 h 968306"/>
              <a:gd name="connsiteX1067" fmla="*/ 1680020 w 5114885"/>
              <a:gd name="connsiteY1067" fmla="*/ 687470 h 968306"/>
              <a:gd name="connsiteX1068" fmla="*/ 1702499 w 5114885"/>
              <a:gd name="connsiteY1068" fmla="*/ 689090 h 968306"/>
              <a:gd name="connsiteX1069" fmla="*/ 1704594 w 5114885"/>
              <a:gd name="connsiteY1069" fmla="*/ 689661 h 968306"/>
              <a:gd name="connsiteX1070" fmla="*/ 1737074 w 5114885"/>
              <a:gd name="connsiteY1070" fmla="*/ 689661 h 968306"/>
              <a:gd name="connsiteX1071" fmla="*/ 1738122 w 5114885"/>
              <a:gd name="connsiteY1071" fmla="*/ 714807 h 968306"/>
              <a:gd name="connsiteX1072" fmla="*/ 1751267 w 5114885"/>
              <a:gd name="connsiteY1072" fmla="*/ 723761 h 968306"/>
              <a:gd name="connsiteX1073" fmla="*/ 1762792 w 5114885"/>
              <a:gd name="connsiteY1073" fmla="*/ 715379 h 968306"/>
              <a:gd name="connsiteX1074" fmla="*/ 1766411 w 5114885"/>
              <a:gd name="connsiteY1074" fmla="*/ 712235 h 968306"/>
              <a:gd name="connsiteX1075" fmla="*/ 1776889 w 5114885"/>
              <a:gd name="connsiteY1075" fmla="*/ 703377 h 968306"/>
              <a:gd name="connsiteX1076" fmla="*/ 1784223 w 5114885"/>
              <a:gd name="connsiteY1076" fmla="*/ 695471 h 968306"/>
              <a:gd name="connsiteX1077" fmla="*/ 1790033 w 5114885"/>
              <a:gd name="connsiteY1077" fmla="*/ 691280 h 968306"/>
              <a:gd name="connsiteX1078" fmla="*/ 1796320 w 5114885"/>
              <a:gd name="connsiteY1078" fmla="*/ 688137 h 968306"/>
              <a:gd name="connsiteX1079" fmla="*/ 1808893 w 5114885"/>
              <a:gd name="connsiteY1079" fmla="*/ 684422 h 968306"/>
              <a:gd name="connsiteX1080" fmla="*/ 1819847 w 5114885"/>
              <a:gd name="connsiteY1080" fmla="*/ 682898 h 968306"/>
              <a:gd name="connsiteX1081" fmla="*/ 1825085 w 5114885"/>
              <a:gd name="connsiteY1081" fmla="*/ 681851 h 968306"/>
              <a:gd name="connsiteX1082" fmla="*/ 1828229 w 5114885"/>
              <a:gd name="connsiteY1082" fmla="*/ 682422 h 968306"/>
              <a:gd name="connsiteX1083" fmla="*/ 1831372 w 5114885"/>
              <a:gd name="connsiteY1083" fmla="*/ 684518 h 968306"/>
              <a:gd name="connsiteX1084" fmla="*/ 1829276 w 5114885"/>
              <a:gd name="connsiteY1084" fmla="*/ 710140 h 968306"/>
              <a:gd name="connsiteX1085" fmla="*/ 1830324 w 5114885"/>
              <a:gd name="connsiteY1085" fmla="*/ 717474 h 968306"/>
              <a:gd name="connsiteX1086" fmla="*/ 1832896 w 5114885"/>
              <a:gd name="connsiteY1086" fmla="*/ 739477 h 968306"/>
              <a:gd name="connsiteX1087" fmla="*/ 1822990 w 5114885"/>
              <a:gd name="connsiteY1087" fmla="*/ 740048 h 968306"/>
              <a:gd name="connsiteX1088" fmla="*/ 1815656 w 5114885"/>
              <a:gd name="connsiteY1088" fmla="*/ 741096 h 968306"/>
              <a:gd name="connsiteX1089" fmla="*/ 1813084 w 5114885"/>
              <a:gd name="connsiteY1089" fmla="*/ 740525 h 968306"/>
              <a:gd name="connsiteX1090" fmla="*/ 1763268 w 5114885"/>
              <a:gd name="connsiteY1090" fmla="*/ 758336 h 968306"/>
              <a:gd name="connsiteX1091" fmla="*/ 1759077 w 5114885"/>
              <a:gd name="connsiteY1091" fmla="*/ 764051 h 968306"/>
              <a:gd name="connsiteX1092" fmla="*/ 1756982 w 5114885"/>
              <a:gd name="connsiteY1092" fmla="*/ 767766 h 968306"/>
              <a:gd name="connsiteX1093" fmla="*/ 1755458 w 5114885"/>
              <a:gd name="connsiteY1093" fmla="*/ 769862 h 968306"/>
              <a:gd name="connsiteX1094" fmla="*/ 1750790 w 5114885"/>
              <a:gd name="connsiteY1094" fmla="*/ 775100 h 968306"/>
              <a:gd name="connsiteX1095" fmla="*/ 1748123 w 5114885"/>
              <a:gd name="connsiteY1095" fmla="*/ 782435 h 968306"/>
              <a:gd name="connsiteX1096" fmla="*/ 1746599 w 5114885"/>
              <a:gd name="connsiteY1096" fmla="*/ 785006 h 968306"/>
              <a:gd name="connsiteX1097" fmla="*/ 1744980 w 5114885"/>
              <a:gd name="connsiteY1097" fmla="*/ 791293 h 968306"/>
              <a:gd name="connsiteX1098" fmla="*/ 1744504 w 5114885"/>
              <a:gd name="connsiteY1098" fmla="*/ 795484 h 968306"/>
              <a:gd name="connsiteX1099" fmla="*/ 1742885 w 5114885"/>
              <a:gd name="connsiteY1099" fmla="*/ 800723 h 968306"/>
              <a:gd name="connsiteX1100" fmla="*/ 1742408 w 5114885"/>
              <a:gd name="connsiteY1100" fmla="*/ 802818 h 968306"/>
              <a:gd name="connsiteX1101" fmla="*/ 1738789 w 5114885"/>
              <a:gd name="connsiteY1101" fmla="*/ 821678 h 968306"/>
              <a:gd name="connsiteX1102" fmla="*/ 1737741 w 5114885"/>
              <a:gd name="connsiteY1102" fmla="*/ 835298 h 968306"/>
              <a:gd name="connsiteX1103" fmla="*/ 1736693 w 5114885"/>
              <a:gd name="connsiteY1103" fmla="*/ 861492 h 968306"/>
              <a:gd name="connsiteX1104" fmla="*/ 1736122 w 5114885"/>
              <a:gd name="connsiteY1104" fmla="*/ 896544 h 968306"/>
              <a:gd name="connsiteX1105" fmla="*/ 1736122 w 5114885"/>
              <a:gd name="connsiteY1105" fmla="*/ 919023 h 968306"/>
              <a:gd name="connsiteX1106" fmla="*/ 1737741 w 5114885"/>
              <a:gd name="connsiteY1106" fmla="*/ 927977 h 968306"/>
              <a:gd name="connsiteX1107" fmla="*/ 1737741 w 5114885"/>
              <a:gd name="connsiteY1107" fmla="*/ 937883 h 968306"/>
              <a:gd name="connsiteX1108" fmla="*/ 1737170 w 5114885"/>
              <a:gd name="connsiteY1108" fmla="*/ 944169 h 968306"/>
              <a:gd name="connsiteX1109" fmla="*/ 1678496 w 5114885"/>
              <a:gd name="connsiteY1109" fmla="*/ 944645 h 968306"/>
              <a:gd name="connsiteX1110" fmla="*/ 1669066 w 5114885"/>
              <a:gd name="connsiteY1110" fmla="*/ 937787 h 968306"/>
              <a:gd name="connsiteX1111" fmla="*/ 1667447 w 5114885"/>
              <a:gd name="connsiteY1111" fmla="*/ 947217 h 968306"/>
              <a:gd name="connsiteX1112" fmla="*/ 1668494 w 5114885"/>
              <a:gd name="connsiteY1112" fmla="*/ 950360 h 968306"/>
              <a:gd name="connsiteX1113" fmla="*/ 1672209 w 5114885"/>
              <a:gd name="connsiteY1113" fmla="*/ 954075 h 968306"/>
              <a:gd name="connsiteX1114" fmla="*/ 1721453 w 5114885"/>
              <a:gd name="connsiteY1114" fmla="*/ 954075 h 968306"/>
              <a:gd name="connsiteX1115" fmla="*/ 1746599 w 5114885"/>
              <a:gd name="connsiteY1115" fmla="*/ 946169 h 968306"/>
              <a:gd name="connsiteX1116" fmla="*/ 1747647 w 5114885"/>
              <a:gd name="connsiteY1116" fmla="*/ 938359 h 968306"/>
              <a:gd name="connsiteX1117" fmla="*/ 1747647 w 5114885"/>
              <a:gd name="connsiteY1117" fmla="*/ 926834 h 968306"/>
              <a:gd name="connsiteX1118" fmla="*/ 1746028 w 5114885"/>
              <a:gd name="connsiteY1118" fmla="*/ 917975 h 968306"/>
              <a:gd name="connsiteX1119" fmla="*/ 1746028 w 5114885"/>
              <a:gd name="connsiteY1119" fmla="*/ 897020 h 968306"/>
              <a:gd name="connsiteX1120" fmla="*/ 1747076 w 5114885"/>
              <a:gd name="connsiteY1120" fmla="*/ 861397 h 968306"/>
              <a:gd name="connsiteX1121" fmla="*/ 1747647 w 5114885"/>
              <a:gd name="connsiteY1121" fmla="*/ 835679 h 968306"/>
              <a:gd name="connsiteX1122" fmla="*/ 1748695 w 5114885"/>
              <a:gd name="connsiteY1122" fmla="*/ 823106 h 968306"/>
              <a:gd name="connsiteX1123" fmla="*/ 1751267 w 5114885"/>
              <a:gd name="connsiteY1123" fmla="*/ 811105 h 968306"/>
              <a:gd name="connsiteX1124" fmla="*/ 1751838 w 5114885"/>
              <a:gd name="connsiteY1124" fmla="*/ 804247 h 968306"/>
              <a:gd name="connsiteX1125" fmla="*/ 1752886 w 5114885"/>
              <a:gd name="connsiteY1125" fmla="*/ 802628 h 968306"/>
              <a:gd name="connsiteX1126" fmla="*/ 1754981 w 5114885"/>
              <a:gd name="connsiteY1126" fmla="*/ 796913 h 968306"/>
              <a:gd name="connsiteX1127" fmla="*/ 1754981 w 5114885"/>
              <a:gd name="connsiteY1127" fmla="*/ 792245 h 968306"/>
              <a:gd name="connsiteX1128" fmla="*/ 1757648 w 5114885"/>
              <a:gd name="connsiteY1128" fmla="*/ 787007 h 968306"/>
              <a:gd name="connsiteX1129" fmla="*/ 1758696 w 5114885"/>
              <a:gd name="connsiteY1129" fmla="*/ 784911 h 968306"/>
              <a:gd name="connsiteX1130" fmla="*/ 1759172 w 5114885"/>
              <a:gd name="connsiteY1130" fmla="*/ 781768 h 968306"/>
              <a:gd name="connsiteX1131" fmla="*/ 1759744 w 5114885"/>
              <a:gd name="connsiteY1131" fmla="*/ 779672 h 968306"/>
              <a:gd name="connsiteX1132" fmla="*/ 1762316 w 5114885"/>
              <a:gd name="connsiteY1132" fmla="*/ 776529 h 968306"/>
              <a:gd name="connsiteX1133" fmla="*/ 1765459 w 5114885"/>
              <a:gd name="connsiteY1133" fmla="*/ 773386 h 968306"/>
              <a:gd name="connsiteX1134" fmla="*/ 1766983 w 5114885"/>
              <a:gd name="connsiteY1134" fmla="*/ 771290 h 968306"/>
              <a:gd name="connsiteX1135" fmla="*/ 1768031 w 5114885"/>
              <a:gd name="connsiteY1135" fmla="*/ 769195 h 968306"/>
              <a:gd name="connsiteX1136" fmla="*/ 1770698 w 5114885"/>
              <a:gd name="connsiteY1136" fmla="*/ 765480 h 968306"/>
              <a:gd name="connsiteX1137" fmla="*/ 1814703 w 5114885"/>
              <a:gd name="connsiteY1137" fmla="*/ 750812 h 968306"/>
              <a:gd name="connsiteX1138" fmla="*/ 1819370 w 5114885"/>
              <a:gd name="connsiteY1138" fmla="*/ 750812 h 968306"/>
              <a:gd name="connsiteX1139" fmla="*/ 1825181 w 5114885"/>
              <a:gd name="connsiteY1139" fmla="*/ 749288 h 968306"/>
              <a:gd name="connsiteX1140" fmla="*/ 1833563 w 5114885"/>
              <a:gd name="connsiteY1140" fmla="*/ 749288 h 968306"/>
              <a:gd name="connsiteX1141" fmla="*/ 1836230 w 5114885"/>
              <a:gd name="connsiteY1141" fmla="*/ 749859 h 968306"/>
              <a:gd name="connsiteX1142" fmla="*/ 1843564 w 5114885"/>
              <a:gd name="connsiteY1142" fmla="*/ 738810 h 968306"/>
              <a:gd name="connsiteX1143" fmla="*/ 1840897 w 5114885"/>
              <a:gd name="connsiteY1143" fmla="*/ 717284 h 968306"/>
              <a:gd name="connsiteX1144" fmla="*/ 1839373 w 5114885"/>
              <a:gd name="connsiteY1144" fmla="*/ 708902 h 968306"/>
              <a:gd name="connsiteX1145" fmla="*/ 1833563 w 5114885"/>
              <a:gd name="connsiteY1145" fmla="*/ 672707 h 968306"/>
              <a:gd name="connsiteX1146" fmla="*/ 1829943 w 5114885"/>
              <a:gd name="connsiteY1146" fmla="*/ 672135 h 968306"/>
              <a:gd name="connsiteX1147" fmla="*/ 1826800 w 5114885"/>
              <a:gd name="connsiteY1147" fmla="*/ 671564 h 968306"/>
              <a:gd name="connsiteX1148" fmla="*/ 1822609 w 5114885"/>
              <a:gd name="connsiteY1148" fmla="*/ 672135 h 968306"/>
              <a:gd name="connsiteX1149" fmla="*/ 1818418 w 5114885"/>
              <a:gd name="connsiteY1149" fmla="*/ 672707 h 968306"/>
              <a:gd name="connsiteX1150" fmla="*/ 1808988 w 5114885"/>
              <a:gd name="connsiteY1150" fmla="*/ 673754 h 968306"/>
              <a:gd name="connsiteX1151" fmla="*/ 1793748 w 5114885"/>
              <a:gd name="connsiteY1151" fmla="*/ 677945 h 968306"/>
              <a:gd name="connsiteX1152" fmla="*/ 1791653 w 5114885"/>
              <a:gd name="connsiteY1152" fmla="*/ 677945 h 968306"/>
              <a:gd name="connsiteX1153" fmla="*/ 1784318 w 5114885"/>
              <a:gd name="connsiteY1153" fmla="*/ 682708 h 968306"/>
              <a:gd name="connsiteX1154" fmla="*/ 1777556 w 5114885"/>
              <a:gd name="connsiteY1154" fmla="*/ 687947 h 968306"/>
              <a:gd name="connsiteX1155" fmla="*/ 1770221 w 5114885"/>
              <a:gd name="connsiteY1155" fmla="*/ 695852 h 968306"/>
              <a:gd name="connsiteX1156" fmla="*/ 1759268 w 5114885"/>
              <a:gd name="connsiteY1156" fmla="*/ 705282 h 968306"/>
              <a:gd name="connsiteX1157" fmla="*/ 1756696 w 5114885"/>
              <a:gd name="connsiteY1157" fmla="*/ 707378 h 968306"/>
              <a:gd name="connsiteX1158" fmla="*/ 1748885 w 5114885"/>
              <a:gd name="connsiteY1158" fmla="*/ 713664 h 968306"/>
              <a:gd name="connsiteX1159" fmla="*/ 1746790 w 5114885"/>
              <a:gd name="connsiteY1159" fmla="*/ 683756 h 968306"/>
              <a:gd name="connsiteX1160" fmla="*/ 1704308 w 5114885"/>
              <a:gd name="connsiteY1160" fmla="*/ 679088 h 968306"/>
              <a:gd name="connsiteX1161" fmla="*/ 1701641 w 5114885"/>
              <a:gd name="connsiteY1161" fmla="*/ 679088 h 968306"/>
              <a:gd name="connsiteX1162" fmla="*/ 1669733 w 5114885"/>
              <a:gd name="connsiteY1162" fmla="*/ 683279 h 968306"/>
              <a:gd name="connsiteX1163" fmla="*/ 1670780 w 5114885"/>
              <a:gd name="connsiteY1163" fmla="*/ 733571 h 968306"/>
              <a:gd name="connsiteX1164" fmla="*/ 1669733 w 5114885"/>
              <a:gd name="connsiteY1164" fmla="*/ 774434 h 968306"/>
              <a:gd name="connsiteX1165" fmla="*/ 1668685 w 5114885"/>
              <a:gd name="connsiteY1165" fmla="*/ 779672 h 968306"/>
              <a:gd name="connsiteX1166" fmla="*/ 1669256 w 5114885"/>
              <a:gd name="connsiteY1166" fmla="*/ 810629 h 968306"/>
              <a:gd name="connsiteX1167" fmla="*/ 1669256 w 5114885"/>
              <a:gd name="connsiteY1167" fmla="*/ 932644 h 968306"/>
              <a:gd name="connsiteX1168" fmla="*/ 1669256 w 5114885"/>
              <a:gd name="connsiteY1168" fmla="*/ 937883 h 968306"/>
              <a:gd name="connsiteX1169" fmla="*/ 1507331 w 5114885"/>
              <a:gd name="connsiteY1169" fmla="*/ 730428 h 968306"/>
              <a:gd name="connsiteX1170" fmla="*/ 1470660 w 5114885"/>
              <a:gd name="connsiteY1170" fmla="*/ 730428 h 968306"/>
              <a:gd name="connsiteX1171" fmla="*/ 1457516 w 5114885"/>
              <a:gd name="connsiteY1171" fmla="*/ 734619 h 968306"/>
              <a:gd name="connsiteX1172" fmla="*/ 1454849 w 5114885"/>
              <a:gd name="connsiteY1172" fmla="*/ 736715 h 968306"/>
              <a:gd name="connsiteX1173" fmla="*/ 1448086 w 5114885"/>
              <a:gd name="connsiteY1173" fmla="*/ 740906 h 968306"/>
              <a:gd name="connsiteX1174" fmla="*/ 1434941 w 5114885"/>
              <a:gd name="connsiteY1174" fmla="*/ 754050 h 968306"/>
              <a:gd name="connsiteX1175" fmla="*/ 1424464 w 5114885"/>
              <a:gd name="connsiteY1175" fmla="*/ 779672 h 968306"/>
              <a:gd name="connsiteX1176" fmla="*/ 1440180 w 5114885"/>
              <a:gd name="connsiteY1176" fmla="*/ 791198 h 968306"/>
              <a:gd name="connsiteX1177" fmla="*/ 1443323 w 5114885"/>
              <a:gd name="connsiteY1177" fmla="*/ 790626 h 968306"/>
              <a:gd name="connsiteX1178" fmla="*/ 1533906 w 5114885"/>
              <a:gd name="connsiteY1178" fmla="*/ 793198 h 968306"/>
              <a:gd name="connsiteX1179" fmla="*/ 1550670 w 5114885"/>
              <a:gd name="connsiteY1179" fmla="*/ 787483 h 968306"/>
              <a:gd name="connsiteX1180" fmla="*/ 1543907 w 5114885"/>
              <a:gd name="connsiteY1180" fmla="*/ 751288 h 968306"/>
              <a:gd name="connsiteX1181" fmla="*/ 1526096 w 5114885"/>
              <a:gd name="connsiteY1181" fmla="*/ 737667 h 968306"/>
              <a:gd name="connsiteX1182" fmla="*/ 1507236 w 5114885"/>
              <a:gd name="connsiteY1182" fmla="*/ 730333 h 968306"/>
              <a:gd name="connsiteX1183" fmla="*/ 1544384 w 5114885"/>
              <a:gd name="connsiteY1183" fmla="*/ 779577 h 968306"/>
              <a:gd name="connsiteX1184" fmla="*/ 1533430 w 5114885"/>
              <a:gd name="connsiteY1184" fmla="*/ 783292 h 968306"/>
              <a:gd name="connsiteX1185" fmla="*/ 1441228 w 5114885"/>
              <a:gd name="connsiteY1185" fmla="*/ 780720 h 968306"/>
              <a:gd name="connsiteX1186" fmla="*/ 1438085 w 5114885"/>
              <a:gd name="connsiteY1186" fmla="*/ 781292 h 968306"/>
              <a:gd name="connsiteX1187" fmla="*/ 1434370 w 5114885"/>
              <a:gd name="connsiteY1187" fmla="*/ 781863 h 968306"/>
              <a:gd name="connsiteX1188" fmla="*/ 1442752 w 5114885"/>
              <a:gd name="connsiteY1188" fmla="*/ 759860 h 968306"/>
              <a:gd name="connsiteX1189" fmla="*/ 1452658 w 5114885"/>
              <a:gd name="connsiteY1189" fmla="*/ 749954 h 968306"/>
              <a:gd name="connsiteX1190" fmla="*/ 1461040 w 5114885"/>
              <a:gd name="connsiteY1190" fmla="*/ 745192 h 968306"/>
              <a:gd name="connsiteX1191" fmla="*/ 1463135 w 5114885"/>
              <a:gd name="connsiteY1191" fmla="*/ 743096 h 968306"/>
              <a:gd name="connsiteX1192" fmla="*/ 1473041 w 5114885"/>
              <a:gd name="connsiteY1192" fmla="*/ 740429 h 968306"/>
              <a:gd name="connsiteX1193" fmla="*/ 1504950 w 5114885"/>
              <a:gd name="connsiteY1193" fmla="*/ 740429 h 968306"/>
              <a:gd name="connsiteX1194" fmla="*/ 1521238 w 5114885"/>
              <a:gd name="connsiteY1194" fmla="*/ 746716 h 968306"/>
              <a:gd name="connsiteX1195" fmla="*/ 1535430 w 5114885"/>
              <a:gd name="connsiteY1195" fmla="*/ 757193 h 968306"/>
              <a:gd name="connsiteX1196" fmla="*/ 1544288 w 5114885"/>
              <a:gd name="connsiteY1196" fmla="*/ 779672 h 968306"/>
              <a:gd name="connsiteX1197" fmla="*/ 1558481 w 5114885"/>
              <a:gd name="connsiteY1197" fmla="*/ 876065 h 968306"/>
              <a:gd name="connsiteX1198" fmla="*/ 1607249 w 5114885"/>
              <a:gd name="connsiteY1198" fmla="*/ 875018 h 968306"/>
              <a:gd name="connsiteX1199" fmla="*/ 1596771 w 5114885"/>
              <a:gd name="connsiteY1199" fmla="*/ 900164 h 968306"/>
              <a:gd name="connsiteX1200" fmla="*/ 1590008 w 5114885"/>
              <a:gd name="connsiteY1200" fmla="*/ 909022 h 968306"/>
              <a:gd name="connsiteX1201" fmla="*/ 1578483 w 5114885"/>
              <a:gd name="connsiteY1201" fmla="*/ 920547 h 968306"/>
              <a:gd name="connsiteX1202" fmla="*/ 1556957 w 5114885"/>
              <a:gd name="connsiteY1202" fmla="*/ 932072 h 968306"/>
              <a:gd name="connsiteX1203" fmla="*/ 1554385 w 5114885"/>
              <a:gd name="connsiteY1203" fmla="*/ 934739 h 968306"/>
              <a:gd name="connsiteX1204" fmla="*/ 1551718 w 5114885"/>
              <a:gd name="connsiteY1204" fmla="*/ 936263 h 968306"/>
              <a:gd name="connsiteX1205" fmla="*/ 1540193 w 5114885"/>
              <a:gd name="connsiteY1205" fmla="*/ 942074 h 968306"/>
              <a:gd name="connsiteX1206" fmla="*/ 1534954 w 5114885"/>
              <a:gd name="connsiteY1206" fmla="*/ 943598 h 968306"/>
              <a:gd name="connsiteX1207" fmla="*/ 1530287 w 5114885"/>
              <a:gd name="connsiteY1207" fmla="*/ 945122 h 968306"/>
              <a:gd name="connsiteX1208" fmla="*/ 1450658 w 5114885"/>
              <a:gd name="connsiteY1208" fmla="*/ 943598 h 968306"/>
              <a:gd name="connsiteX1209" fmla="*/ 1424464 w 5114885"/>
              <a:gd name="connsiteY1209" fmla="*/ 935787 h 968306"/>
              <a:gd name="connsiteX1210" fmla="*/ 1395127 w 5114885"/>
              <a:gd name="connsiteY1210" fmla="*/ 913213 h 968306"/>
              <a:gd name="connsiteX1211" fmla="*/ 1366838 w 5114885"/>
              <a:gd name="connsiteY1211" fmla="*/ 862921 h 968306"/>
              <a:gd name="connsiteX1212" fmla="*/ 1364266 w 5114885"/>
              <a:gd name="connsiteY1212" fmla="*/ 852443 h 968306"/>
              <a:gd name="connsiteX1213" fmla="*/ 1362742 w 5114885"/>
              <a:gd name="connsiteY1213" fmla="*/ 848252 h 968306"/>
              <a:gd name="connsiteX1214" fmla="*/ 1361694 w 5114885"/>
              <a:gd name="connsiteY1214" fmla="*/ 841966 h 968306"/>
              <a:gd name="connsiteX1215" fmla="*/ 1359599 w 5114885"/>
              <a:gd name="connsiteY1215" fmla="*/ 828345 h 968306"/>
              <a:gd name="connsiteX1216" fmla="*/ 1360075 w 5114885"/>
              <a:gd name="connsiteY1216" fmla="*/ 824630 h 968306"/>
              <a:gd name="connsiteX1217" fmla="*/ 1360646 w 5114885"/>
              <a:gd name="connsiteY1217" fmla="*/ 820916 h 968306"/>
              <a:gd name="connsiteX1218" fmla="*/ 1360646 w 5114885"/>
              <a:gd name="connsiteY1218" fmla="*/ 817296 h 968306"/>
              <a:gd name="connsiteX1219" fmla="*/ 1361123 w 5114885"/>
              <a:gd name="connsiteY1219" fmla="*/ 810438 h 968306"/>
              <a:gd name="connsiteX1220" fmla="*/ 1386268 w 5114885"/>
              <a:gd name="connsiteY1220" fmla="*/ 741858 h 968306"/>
              <a:gd name="connsiteX1221" fmla="*/ 1398270 w 5114885"/>
              <a:gd name="connsiteY1221" fmla="*/ 724046 h 968306"/>
              <a:gd name="connsiteX1222" fmla="*/ 1436465 w 5114885"/>
              <a:gd name="connsiteY1222" fmla="*/ 694709 h 968306"/>
              <a:gd name="connsiteX1223" fmla="*/ 1467422 w 5114885"/>
              <a:gd name="connsiteY1223" fmla="*/ 685851 h 968306"/>
              <a:gd name="connsiteX1224" fmla="*/ 1525048 w 5114885"/>
              <a:gd name="connsiteY1224" fmla="*/ 686423 h 968306"/>
              <a:gd name="connsiteX1225" fmla="*/ 1528667 w 5114885"/>
              <a:gd name="connsiteY1225" fmla="*/ 687470 h 968306"/>
              <a:gd name="connsiteX1226" fmla="*/ 1558004 w 5114885"/>
              <a:gd name="connsiteY1226" fmla="*/ 699567 h 968306"/>
              <a:gd name="connsiteX1227" fmla="*/ 1576864 w 5114885"/>
              <a:gd name="connsiteY1227" fmla="*/ 721570 h 968306"/>
              <a:gd name="connsiteX1228" fmla="*/ 1608868 w 5114885"/>
              <a:gd name="connsiteY1228" fmla="*/ 799103 h 968306"/>
              <a:gd name="connsiteX1229" fmla="*/ 1609344 w 5114885"/>
              <a:gd name="connsiteY1229" fmla="*/ 803771 h 968306"/>
              <a:gd name="connsiteX1230" fmla="*/ 1609344 w 5114885"/>
              <a:gd name="connsiteY1230" fmla="*/ 807485 h 968306"/>
              <a:gd name="connsiteX1231" fmla="*/ 1609820 w 5114885"/>
              <a:gd name="connsiteY1231" fmla="*/ 813772 h 968306"/>
              <a:gd name="connsiteX1232" fmla="*/ 1611439 w 5114885"/>
              <a:gd name="connsiteY1232" fmla="*/ 821582 h 968306"/>
              <a:gd name="connsiteX1233" fmla="*/ 1612487 w 5114885"/>
              <a:gd name="connsiteY1233" fmla="*/ 826250 h 968306"/>
              <a:gd name="connsiteX1234" fmla="*/ 1580007 w 5114885"/>
              <a:gd name="connsiteY1234" fmla="*/ 824726 h 968306"/>
              <a:gd name="connsiteX1235" fmla="*/ 1507712 w 5114885"/>
              <a:gd name="connsiteY1235" fmla="*/ 827869 h 968306"/>
              <a:gd name="connsiteX1236" fmla="*/ 1484662 w 5114885"/>
              <a:gd name="connsiteY1236" fmla="*/ 828917 h 968306"/>
              <a:gd name="connsiteX1237" fmla="*/ 1433322 w 5114885"/>
              <a:gd name="connsiteY1237" fmla="*/ 829964 h 968306"/>
              <a:gd name="connsiteX1238" fmla="*/ 1424940 w 5114885"/>
              <a:gd name="connsiteY1238" fmla="*/ 864540 h 968306"/>
              <a:gd name="connsiteX1239" fmla="*/ 1427036 w 5114885"/>
              <a:gd name="connsiteY1239" fmla="*/ 869779 h 968306"/>
              <a:gd name="connsiteX1240" fmla="*/ 1428560 w 5114885"/>
              <a:gd name="connsiteY1240" fmla="*/ 873970 h 968306"/>
              <a:gd name="connsiteX1241" fmla="*/ 1430179 w 5114885"/>
              <a:gd name="connsiteY1241" fmla="*/ 877113 h 968306"/>
              <a:gd name="connsiteX1242" fmla="*/ 1432274 w 5114885"/>
              <a:gd name="connsiteY1242" fmla="*/ 879780 h 968306"/>
              <a:gd name="connsiteX1243" fmla="*/ 1435418 w 5114885"/>
              <a:gd name="connsiteY1243" fmla="*/ 883971 h 968306"/>
              <a:gd name="connsiteX1244" fmla="*/ 1440656 w 5114885"/>
              <a:gd name="connsiteY1244" fmla="*/ 889210 h 968306"/>
              <a:gd name="connsiteX1245" fmla="*/ 1445895 w 5114885"/>
              <a:gd name="connsiteY1245" fmla="*/ 895496 h 968306"/>
              <a:gd name="connsiteX1246" fmla="*/ 1475232 w 5114885"/>
              <a:gd name="connsiteY1246" fmla="*/ 908641 h 968306"/>
              <a:gd name="connsiteX1247" fmla="*/ 1478852 w 5114885"/>
              <a:gd name="connsiteY1247" fmla="*/ 909212 h 968306"/>
              <a:gd name="connsiteX1248" fmla="*/ 1512380 w 5114885"/>
              <a:gd name="connsiteY1248" fmla="*/ 905498 h 968306"/>
              <a:gd name="connsiteX1249" fmla="*/ 1558004 w 5114885"/>
              <a:gd name="connsiteY1249" fmla="*/ 876161 h 968306"/>
              <a:gd name="connsiteX1250" fmla="*/ 1558481 w 5114885"/>
              <a:gd name="connsiteY1250" fmla="*/ 876161 h 968306"/>
              <a:gd name="connsiteX1251" fmla="*/ 1433798 w 5114885"/>
              <a:gd name="connsiteY1251" fmla="*/ 839870 h 968306"/>
              <a:gd name="connsiteX1252" fmla="*/ 1486186 w 5114885"/>
              <a:gd name="connsiteY1252" fmla="*/ 838823 h 968306"/>
              <a:gd name="connsiteX1253" fmla="*/ 1507712 w 5114885"/>
              <a:gd name="connsiteY1253" fmla="*/ 837775 h 968306"/>
              <a:gd name="connsiteX1254" fmla="*/ 1580007 w 5114885"/>
              <a:gd name="connsiteY1254" fmla="*/ 834632 h 968306"/>
              <a:gd name="connsiteX1255" fmla="*/ 1600962 w 5114885"/>
              <a:gd name="connsiteY1255" fmla="*/ 836156 h 968306"/>
              <a:gd name="connsiteX1256" fmla="*/ 1619822 w 5114885"/>
              <a:gd name="connsiteY1256" fmla="*/ 812057 h 968306"/>
              <a:gd name="connsiteX1257" fmla="*/ 1619250 w 5114885"/>
              <a:gd name="connsiteY1257" fmla="*/ 806819 h 968306"/>
              <a:gd name="connsiteX1258" fmla="*/ 1619250 w 5114885"/>
              <a:gd name="connsiteY1258" fmla="*/ 802628 h 968306"/>
              <a:gd name="connsiteX1259" fmla="*/ 1618774 w 5114885"/>
              <a:gd name="connsiteY1259" fmla="*/ 797389 h 968306"/>
              <a:gd name="connsiteX1260" fmla="*/ 1584198 w 5114885"/>
              <a:gd name="connsiteY1260" fmla="*/ 714045 h 968306"/>
              <a:gd name="connsiteX1261" fmla="*/ 1563243 w 5114885"/>
              <a:gd name="connsiteY1261" fmla="*/ 690995 h 968306"/>
              <a:gd name="connsiteX1262" fmla="*/ 1534954 w 5114885"/>
              <a:gd name="connsiteY1262" fmla="*/ 678993 h 968306"/>
              <a:gd name="connsiteX1263" fmla="*/ 1530763 w 5114885"/>
              <a:gd name="connsiteY1263" fmla="*/ 677374 h 968306"/>
              <a:gd name="connsiteX1264" fmla="*/ 1527143 w 5114885"/>
              <a:gd name="connsiteY1264" fmla="*/ 676898 h 968306"/>
              <a:gd name="connsiteX1265" fmla="*/ 1465802 w 5114885"/>
              <a:gd name="connsiteY1265" fmla="*/ 675850 h 968306"/>
              <a:gd name="connsiteX1266" fmla="*/ 1433322 w 5114885"/>
              <a:gd name="connsiteY1266" fmla="*/ 684708 h 968306"/>
              <a:gd name="connsiteX1267" fmla="*/ 1389317 w 5114885"/>
              <a:gd name="connsiteY1267" fmla="*/ 719284 h 968306"/>
              <a:gd name="connsiteX1268" fmla="*/ 1376743 w 5114885"/>
              <a:gd name="connsiteY1268" fmla="*/ 737572 h 968306"/>
              <a:gd name="connsiteX1269" fmla="*/ 1351598 w 5114885"/>
              <a:gd name="connsiteY1269" fmla="*/ 802056 h 968306"/>
              <a:gd name="connsiteX1270" fmla="*/ 1350550 w 5114885"/>
              <a:gd name="connsiteY1270" fmla="*/ 816153 h 968306"/>
              <a:gd name="connsiteX1271" fmla="*/ 1350550 w 5114885"/>
              <a:gd name="connsiteY1271" fmla="*/ 819868 h 968306"/>
              <a:gd name="connsiteX1272" fmla="*/ 1349978 w 5114885"/>
              <a:gd name="connsiteY1272" fmla="*/ 823011 h 968306"/>
              <a:gd name="connsiteX1273" fmla="*/ 1349502 w 5114885"/>
              <a:gd name="connsiteY1273" fmla="*/ 827202 h 968306"/>
              <a:gd name="connsiteX1274" fmla="*/ 1351598 w 5114885"/>
              <a:gd name="connsiteY1274" fmla="*/ 843966 h 968306"/>
              <a:gd name="connsiteX1275" fmla="*/ 1353122 w 5114885"/>
              <a:gd name="connsiteY1275" fmla="*/ 851872 h 968306"/>
              <a:gd name="connsiteX1276" fmla="*/ 1354646 w 5114885"/>
              <a:gd name="connsiteY1276" fmla="*/ 856063 h 968306"/>
              <a:gd name="connsiteX1277" fmla="*/ 1356741 w 5114885"/>
              <a:gd name="connsiteY1277" fmla="*/ 864445 h 968306"/>
              <a:gd name="connsiteX1278" fmla="*/ 1357313 w 5114885"/>
              <a:gd name="connsiteY1278" fmla="*/ 867017 h 968306"/>
              <a:gd name="connsiteX1279" fmla="*/ 1388174 w 5114885"/>
              <a:gd name="connsiteY1279" fmla="*/ 920928 h 968306"/>
              <a:gd name="connsiteX1280" fmla="*/ 1421702 w 5114885"/>
              <a:gd name="connsiteY1280" fmla="*/ 945598 h 968306"/>
              <a:gd name="connsiteX1281" fmla="*/ 1447895 w 5114885"/>
              <a:gd name="connsiteY1281" fmla="*/ 953408 h 968306"/>
              <a:gd name="connsiteX1282" fmla="*/ 1533239 w 5114885"/>
              <a:gd name="connsiteY1282" fmla="*/ 954456 h 968306"/>
              <a:gd name="connsiteX1283" fmla="*/ 1537430 w 5114885"/>
              <a:gd name="connsiteY1283" fmla="*/ 952932 h 968306"/>
              <a:gd name="connsiteX1284" fmla="*/ 1543241 w 5114885"/>
              <a:gd name="connsiteY1284" fmla="*/ 951408 h 968306"/>
              <a:gd name="connsiteX1285" fmla="*/ 1552670 w 5114885"/>
              <a:gd name="connsiteY1285" fmla="*/ 946169 h 968306"/>
              <a:gd name="connsiteX1286" fmla="*/ 1557909 w 5114885"/>
              <a:gd name="connsiteY1286" fmla="*/ 944074 h 968306"/>
              <a:gd name="connsiteX1287" fmla="*/ 1560481 w 5114885"/>
              <a:gd name="connsiteY1287" fmla="*/ 941978 h 968306"/>
              <a:gd name="connsiteX1288" fmla="*/ 1563148 w 5114885"/>
              <a:gd name="connsiteY1288" fmla="*/ 939883 h 968306"/>
              <a:gd name="connsiteX1289" fmla="*/ 1584103 w 5114885"/>
              <a:gd name="connsiteY1289" fmla="*/ 928834 h 968306"/>
              <a:gd name="connsiteX1290" fmla="*/ 1599343 w 5114885"/>
              <a:gd name="connsiteY1290" fmla="*/ 912641 h 968306"/>
              <a:gd name="connsiteX1291" fmla="*/ 1605629 w 5114885"/>
              <a:gd name="connsiteY1291" fmla="*/ 905307 h 968306"/>
              <a:gd name="connsiteX1292" fmla="*/ 1614011 w 5114885"/>
              <a:gd name="connsiteY1292" fmla="*/ 865016 h 968306"/>
              <a:gd name="connsiteX1293" fmla="*/ 1597247 w 5114885"/>
              <a:gd name="connsiteY1293" fmla="*/ 863969 h 968306"/>
              <a:gd name="connsiteX1294" fmla="*/ 1556385 w 5114885"/>
              <a:gd name="connsiteY1294" fmla="*/ 866064 h 968306"/>
              <a:gd name="connsiteX1295" fmla="*/ 1552194 w 5114885"/>
              <a:gd name="connsiteY1295" fmla="*/ 867112 h 968306"/>
              <a:gd name="connsiteX1296" fmla="*/ 1548479 w 5114885"/>
              <a:gd name="connsiteY1296" fmla="*/ 872922 h 968306"/>
              <a:gd name="connsiteX1297" fmla="*/ 1509713 w 5114885"/>
              <a:gd name="connsiteY1297" fmla="*/ 895973 h 968306"/>
              <a:gd name="connsiteX1298" fmla="*/ 1478756 w 5114885"/>
              <a:gd name="connsiteY1298" fmla="*/ 899116 h 968306"/>
              <a:gd name="connsiteX1299" fmla="*/ 1474089 w 5114885"/>
              <a:gd name="connsiteY1299" fmla="*/ 898068 h 968306"/>
              <a:gd name="connsiteX1300" fmla="*/ 1453134 w 5114885"/>
              <a:gd name="connsiteY1300" fmla="*/ 888638 h 968306"/>
              <a:gd name="connsiteX1301" fmla="*/ 1446276 w 5114885"/>
              <a:gd name="connsiteY1301" fmla="*/ 880828 h 968306"/>
              <a:gd name="connsiteX1302" fmla="*/ 1443133 w 5114885"/>
              <a:gd name="connsiteY1302" fmla="*/ 877113 h 968306"/>
              <a:gd name="connsiteX1303" fmla="*/ 1439989 w 5114885"/>
              <a:gd name="connsiteY1303" fmla="*/ 873494 h 968306"/>
              <a:gd name="connsiteX1304" fmla="*/ 1437894 w 5114885"/>
              <a:gd name="connsiteY1304" fmla="*/ 869779 h 968306"/>
              <a:gd name="connsiteX1305" fmla="*/ 1436275 w 5114885"/>
              <a:gd name="connsiteY1305" fmla="*/ 866636 h 968306"/>
              <a:gd name="connsiteX1306" fmla="*/ 1434179 w 5114885"/>
              <a:gd name="connsiteY1306" fmla="*/ 860825 h 968306"/>
              <a:gd name="connsiteX1307" fmla="*/ 1433703 w 5114885"/>
              <a:gd name="connsiteY1307" fmla="*/ 839870 h 968306"/>
              <a:gd name="connsiteX1308" fmla="*/ 963263 w 5114885"/>
              <a:gd name="connsiteY1308" fmla="*/ 943026 h 968306"/>
              <a:gd name="connsiteX1309" fmla="*/ 903542 w 5114885"/>
              <a:gd name="connsiteY1309" fmla="*/ 944550 h 968306"/>
              <a:gd name="connsiteX1310" fmla="*/ 905161 w 5114885"/>
              <a:gd name="connsiteY1310" fmla="*/ 914165 h 968306"/>
              <a:gd name="connsiteX1311" fmla="*/ 906209 w 5114885"/>
              <a:gd name="connsiteY1311" fmla="*/ 769576 h 968306"/>
              <a:gd name="connsiteX1312" fmla="*/ 903065 w 5114885"/>
              <a:gd name="connsiteY1312" fmla="*/ 687851 h 968306"/>
              <a:gd name="connsiteX1313" fmla="*/ 908780 w 5114885"/>
              <a:gd name="connsiteY1313" fmla="*/ 687851 h 968306"/>
              <a:gd name="connsiteX1314" fmla="*/ 915638 w 5114885"/>
              <a:gd name="connsiteY1314" fmla="*/ 687280 h 968306"/>
              <a:gd name="connsiteX1315" fmla="*/ 928211 w 5114885"/>
              <a:gd name="connsiteY1315" fmla="*/ 686708 h 968306"/>
              <a:gd name="connsiteX1316" fmla="*/ 960692 w 5114885"/>
              <a:gd name="connsiteY1316" fmla="*/ 683565 h 968306"/>
              <a:gd name="connsiteX1317" fmla="*/ 960215 w 5114885"/>
              <a:gd name="connsiteY1317" fmla="*/ 709759 h 968306"/>
              <a:gd name="connsiteX1318" fmla="*/ 969074 w 5114885"/>
              <a:gd name="connsiteY1318" fmla="*/ 715569 h 968306"/>
              <a:gd name="connsiteX1319" fmla="*/ 974788 w 5114885"/>
              <a:gd name="connsiteY1319" fmla="*/ 715569 h 968306"/>
              <a:gd name="connsiteX1320" fmla="*/ 985266 w 5114885"/>
              <a:gd name="connsiteY1320" fmla="*/ 707187 h 968306"/>
              <a:gd name="connsiteX1321" fmla="*/ 988409 w 5114885"/>
              <a:gd name="connsiteY1321" fmla="*/ 702996 h 968306"/>
              <a:gd name="connsiteX1322" fmla="*/ 994220 w 5114885"/>
              <a:gd name="connsiteY1322" fmla="*/ 698805 h 968306"/>
              <a:gd name="connsiteX1323" fmla="*/ 999935 w 5114885"/>
              <a:gd name="connsiteY1323" fmla="*/ 695662 h 968306"/>
              <a:gd name="connsiteX1324" fmla="*/ 1003078 w 5114885"/>
              <a:gd name="connsiteY1324" fmla="*/ 693566 h 968306"/>
              <a:gd name="connsiteX1325" fmla="*/ 1010984 w 5114885"/>
              <a:gd name="connsiteY1325" fmla="*/ 689375 h 968306"/>
              <a:gd name="connsiteX1326" fmla="*/ 1018794 w 5114885"/>
              <a:gd name="connsiteY1326" fmla="*/ 686232 h 968306"/>
              <a:gd name="connsiteX1327" fmla="*/ 1022985 w 5114885"/>
              <a:gd name="connsiteY1327" fmla="*/ 684613 h 968306"/>
              <a:gd name="connsiteX1328" fmla="*/ 1027652 w 5114885"/>
              <a:gd name="connsiteY1328" fmla="*/ 682517 h 968306"/>
              <a:gd name="connsiteX1329" fmla="*/ 1031843 w 5114885"/>
              <a:gd name="connsiteY1329" fmla="*/ 680422 h 968306"/>
              <a:gd name="connsiteX1330" fmla="*/ 1112520 w 5114885"/>
              <a:gd name="connsiteY1330" fmla="*/ 704520 h 968306"/>
              <a:gd name="connsiteX1331" fmla="*/ 1117283 w 5114885"/>
              <a:gd name="connsiteY1331" fmla="*/ 712902 h 968306"/>
              <a:gd name="connsiteX1332" fmla="*/ 1128236 w 5114885"/>
              <a:gd name="connsiteY1332" fmla="*/ 721856 h 968306"/>
              <a:gd name="connsiteX1333" fmla="*/ 1150715 w 5114885"/>
              <a:gd name="connsiteY1333" fmla="*/ 708711 h 968306"/>
              <a:gd name="connsiteX1334" fmla="*/ 1160621 w 5114885"/>
              <a:gd name="connsiteY1334" fmla="*/ 700805 h 968306"/>
              <a:gd name="connsiteX1335" fmla="*/ 1163288 w 5114885"/>
              <a:gd name="connsiteY1335" fmla="*/ 699758 h 968306"/>
              <a:gd name="connsiteX1336" fmla="*/ 1171099 w 5114885"/>
              <a:gd name="connsiteY1336" fmla="*/ 696138 h 968306"/>
              <a:gd name="connsiteX1337" fmla="*/ 1182624 w 5114885"/>
              <a:gd name="connsiteY1337" fmla="*/ 690899 h 968306"/>
              <a:gd name="connsiteX1338" fmla="*/ 1247013 w 5114885"/>
              <a:gd name="connsiteY1338" fmla="*/ 688804 h 968306"/>
              <a:gd name="connsiteX1339" fmla="*/ 1282637 w 5114885"/>
              <a:gd name="connsiteY1339" fmla="*/ 726999 h 968306"/>
              <a:gd name="connsiteX1340" fmla="*/ 1284161 w 5114885"/>
              <a:gd name="connsiteY1340" fmla="*/ 730714 h 968306"/>
              <a:gd name="connsiteX1341" fmla="*/ 1287780 w 5114885"/>
              <a:gd name="connsiteY1341" fmla="*/ 737572 h 968306"/>
              <a:gd name="connsiteX1342" fmla="*/ 1293019 w 5114885"/>
              <a:gd name="connsiteY1342" fmla="*/ 766337 h 968306"/>
              <a:gd name="connsiteX1343" fmla="*/ 1293019 w 5114885"/>
              <a:gd name="connsiteY1343" fmla="*/ 770052 h 968306"/>
              <a:gd name="connsiteX1344" fmla="*/ 1293019 w 5114885"/>
              <a:gd name="connsiteY1344" fmla="*/ 776910 h 968306"/>
              <a:gd name="connsiteX1345" fmla="*/ 1294638 w 5114885"/>
              <a:gd name="connsiteY1345" fmla="*/ 783768 h 968306"/>
              <a:gd name="connsiteX1346" fmla="*/ 1296162 w 5114885"/>
              <a:gd name="connsiteY1346" fmla="*/ 798437 h 968306"/>
              <a:gd name="connsiteX1347" fmla="*/ 1297210 w 5114885"/>
              <a:gd name="connsiteY1347" fmla="*/ 814629 h 968306"/>
              <a:gd name="connsiteX1348" fmla="*/ 1298258 w 5114885"/>
              <a:gd name="connsiteY1348" fmla="*/ 837680 h 968306"/>
              <a:gd name="connsiteX1349" fmla="*/ 1298258 w 5114885"/>
              <a:gd name="connsiteY1349" fmla="*/ 882257 h 968306"/>
              <a:gd name="connsiteX1350" fmla="*/ 1299305 w 5114885"/>
              <a:gd name="connsiteY1350" fmla="*/ 908450 h 968306"/>
              <a:gd name="connsiteX1351" fmla="*/ 1300353 w 5114885"/>
              <a:gd name="connsiteY1351" fmla="*/ 933596 h 968306"/>
              <a:gd name="connsiteX1352" fmla="*/ 1301401 w 5114885"/>
              <a:gd name="connsiteY1352" fmla="*/ 940931 h 968306"/>
              <a:gd name="connsiteX1353" fmla="*/ 1298258 w 5114885"/>
              <a:gd name="connsiteY1353" fmla="*/ 940359 h 968306"/>
              <a:gd name="connsiteX1354" fmla="*/ 1240631 w 5114885"/>
              <a:gd name="connsiteY1354" fmla="*/ 941407 h 968306"/>
              <a:gd name="connsiteX1355" fmla="*/ 1237488 w 5114885"/>
              <a:gd name="connsiteY1355" fmla="*/ 941407 h 968306"/>
              <a:gd name="connsiteX1356" fmla="*/ 1238060 w 5114885"/>
              <a:gd name="connsiteY1356" fmla="*/ 937216 h 968306"/>
              <a:gd name="connsiteX1357" fmla="*/ 1238536 w 5114885"/>
              <a:gd name="connsiteY1357" fmla="*/ 857587 h 968306"/>
              <a:gd name="connsiteX1358" fmla="*/ 1212342 w 5114885"/>
              <a:gd name="connsiteY1358" fmla="*/ 738143 h 968306"/>
              <a:gd name="connsiteX1359" fmla="*/ 1169861 w 5114885"/>
              <a:gd name="connsiteY1359" fmla="*/ 736048 h 968306"/>
              <a:gd name="connsiteX1360" fmla="*/ 1125855 w 5114885"/>
              <a:gd name="connsiteY1360" fmla="*/ 807295 h 968306"/>
              <a:gd name="connsiteX1361" fmla="*/ 1125284 w 5114885"/>
              <a:gd name="connsiteY1361" fmla="*/ 918356 h 968306"/>
              <a:gd name="connsiteX1362" fmla="*/ 1125284 w 5114885"/>
              <a:gd name="connsiteY1362" fmla="*/ 923024 h 968306"/>
              <a:gd name="connsiteX1363" fmla="*/ 1127379 w 5114885"/>
              <a:gd name="connsiteY1363" fmla="*/ 945598 h 968306"/>
              <a:gd name="connsiteX1364" fmla="*/ 1124236 w 5114885"/>
              <a:gd name="connsiteY1364" fmla="*/ 947693 h 968306"/>
              <a:gd name="connsiteX1365" fmla="*/ 1121569 w 5114885"/>
              <a:gd name="connsiteY1365" fmla="*/ 947693 h 968306"/>
              <a:gd name="connsiteX1366" fmla="*/ 1115854 w 5114885"/>
              <a:gd name="connsiteY1366" fmla="*/ 947217 h 968306"/>
              <a:gd name="connsiteX1367" fmla="*/ 1077087 w 5114885"/>
              <a:gd name="connsiteY1367" fmla="*/ 947693 h 968306"/>
              <a:gd name="connsiteX1368" fmla="*/ 1071848 w 5114885"/>
              <a:gd name="connsiteY1368" fmla="*/ 948170 h 968306"/>
              <a:gd name="connsiteX1369" fmla="*/ 1070229 w 5114885"/>
              <a:gd name="connsiteY1369" fmla="*/ 926738 h 968306"/>
              <a:gd name="connsiteX1370" fmla="*/ 1070801 w 5114885"/>
              <a:gd name="connsiteY1370" fmla="*/ 923024 h 968306"/>
              <a:gd name="connsiteX1371" fmla="*/ 1072420 w 5114885"/>
              <a:gd name="connsiteY1371" fmla="*/ 851300 h 968306"/>
              <a:gd name="connsiteX1372" fmla="*/ 1073468 w 5114885"/>
              <a:gd name="connsiteY1372" fmla="*/ 781673 h 968306"/>
              <a:gd name="connsiteX1373" fmla="*/ 1071372 w 5114885"/>
              <a:gd name="connsiteY1373" fmla="*/ 764909 h 968306"/>
              <a:gd name="connsiteX1374" fmla="*/ 1060895 w 5114885"/>
              <a:gd name="connsiteY1374" fmla="*/ 745001 h 968306"/>
              <a:gd name="connsiteX1375" fmla="*/ 1014794 w 5114885"/>
              <a:gd name="connsiteY1375" fmla="*/ 732428 h 968306"/>
              <a:gd name="connsiteX1376" fmla="*/ 969740 w 5114885"/>
              <a:gd name="connsiteY1376" fmla="*/ 763861 h 968306"/>
              <a:gd name="connsiteX1377" fmla="*/ 961835 w 5114885"/>
              <a:gd name="connsiteY1377" fmla="*/ 806247 h 968306"/>
              <a:gd name="connsiteX1378" fmla="*/ 961835 w 5114885"/>
              <a:gd name="connsiteY1378" fmla="*/ 918833 h 968306"/>
              <a:gd name="connsiteX1379" fmla="*/ 962882 w 5114885"/>
              <a:gd name="connsiteY1379" fmla="*/ 942931 h 968306"/>
              <a:gd name="connsiteX1380" fmla="*/ 1128998 w 5114885"/>
              <a:gd name="connsiteY1380" fmla="*/ 956552 h 968306"/>
              <a:gd name="connsiteX1381" fmla="*/ 1137857 w 5114885"/>
              <a:gd name="connsiteY1381" fmla="*/ 952361 h 968306"/>
              <a:gd name="connsiteX1382" fmla="*/ 1135190 w 5114885"/>
              <a:gd name="connsiteY1382" fmla="*/ 922452 h 968306"/>
              <a:gd name="connsiteX1383" fmla="*/ 1135190 w 5114885"/>
              <a:gd name="connsiteY1383" fmla="*/ 918737 h 968306"/>
              <a:gd name="connsiteX1384" fmla="*/ 1134618 w 5114885"/>
              <a:gd name="connsiteY1384" fmla="*/ 914070 h 968306"/>
              <a:gd name="connsiteX1385" fmla="*/ 1135666 w 5114885"/>
              <a:gd name="connsiteY1385" fmla="*/ 809295 h 968306"/>
              <a:gd name="connsiteX1386" fmla="*/ 1164527 w 5114885"/>
              <a:gd name="connsiteY1386" fmla="*/ 749573 h 968306"/>
              <a:gd name="connsiteX1387" fmla="*/ 1204913 w 5114885"/>
              <a:gd name="connsiteY1387" fmla="*/ 744811 h 968306"/>
              <a:gd name="connsiteX1388" fmla="*/ 1208627 w 5114885"/>
              <a:gd name="connsiteY1388" fmla="*/ 748526 h 968306"/>
              <a:gd name="connsiteX1389" fmla="*/ 1228535 w 5114885"/>
              <a:gd name="connsiteY1389" fmla="*/ 856920 h 968306"/>
              <a:gd name="connsiteX1390" fmla="*/ 1228058 w 5114885"/>
              <a:gd name="connsiteY1390" fmla="*/ 933406 h 968306"/>
              <a:gd name="connsiteX1391" fmla="*/ 1227487 w 5114885"/>
              <a:gd name="connsiteY1391" fmla="*/ 939216 h 968306"/>
              <a:gd name="connsiteX1392" fmla="*/ 1225391 w 5114885"/>
              <a:gd name="connsiteY1392" fmla="*/ 943407 h 968306"/>
              <a:gd name="connsiteX1393" fmla="*/ 1241679 w 5114885"/>
              <a:gd name="connsiteY1393" fmla="*/ 951218 h 968306"/>
              <a:gd name="connsiteX1394" fmla="*/ 1297210 w 5114885"/>
              <a:gd name="connsiteY1394" fmla="*/ 950170 h 968306"/>
              <a:gd name="connsiteX1395" fmla="*/ 1311402 w 5114885"/>
              <a:gd name="connsiteY1395" fmla="*/ 947027 h 968306"/>
              <a:gd name="connsiteX1396" fmla="*/ 1311974 w 5114885"/>
              <a:gd name="connsiteY1396" fmla="*/ 942836 h 968306"/>
              <a:gd name="connsiteX1397" fmla="*/ 1311402 w 5114885"/>
              <a:gd name="connsiteY1397" fmla="*/ 937597 h 968306"/>
              <a:gd name="connsiteX1398" fmla="*/ 1310354 w 5114885"/>
              <a:gd name="connsiteY1398" fmla="*/ 932358 h 968306"/>
              <a:gd name="connsiteX1399" fmla="*/ 1309307 w 5114885"/>
              <a:gd name="connsiteY1399" fmla="*/ 908260 h 968306"/>
              <a:gd name="connsiteX1400" fmla="*/ 1308259 w 5114885"/>
              <a:gd name="connsiteY1400" fmla="*/ 881590 h 968306"/>
              <a:gd name="connsiteX1401" fmla="*/ 1308259 w 5114885"/>
              <a:gd name="connsiteY1401" fmla="*/ 836060 h 968306"/>
              <a:gd name="connsiteX1402" fmla="*/ 1307211 w 5114885"/>
              <a:gd name="connsiteY1402" fmla="*/ 814058 h 968306"/>
              <a:gd name="connsiteX1403" fmla="*/ 1306163 w 5114885"/>
              <a:gd name="connsiteY1403" fmla="*/ 797294 h 968306"/>
              <a:gd name="connsiteX1404" fmla="*/ 1304639 w 5114885"/>
              <a:gd name="connsiteY1404" fmla="*/ 781577 h 968306"/>
              <a:gd name="connsiteX1405" fmla="*/ 1304068 w 5114885"/>
              <a:gd name="connsiteY1405" fmla="*/ 778434 h 968306"/>
              <a:gd name="connsiteX1406" fmla="*/ 1303020 w 5114885"/>
              <a:gd name="connsiteY1406" fmla="*/ 774719 h 968306"/>
              <a:gd name="connsiteX1407" fmla="*/ 1303020 w 5114885"/>
              <a:gd name="connsiteY1407" fmla="*/ 765861 h 968306"/>
              <a:gd name="connsiteX1408" fmla="*/ 1297781 w 5114885"/>
              <a:gd name="connsiteY1408" fmla="*/ 734429 h 968306"/>
              <a:gd name="connsiteX1409" fmla="*/ 1293590 w 5114885"/>
              <a:gd name="connsiteY1409" fmla="*/ 726618 h 968306"/>
              <a:gd name="connsiteX1410" fmla="*/ 1290923 w 5114885"/>
              <a:gd name="connsiteY1410" fmla="*/ 720808 h 968306"/>
              <a:gd name="connsiteX1411" fmla="*/ 1250061 w 5114885"/>
              <a:gd name="connsiteY1411" fmla="*/ 678898 h 968306"/>
              <a:gd name="connsiteX1412" fmla="*/ 1178338 w 5114885"/>
              <a:gd name="connsiteY1412" fmla="*/ 681470 h 968306"/>
              <a:gd name="connsiteX1413" fmla="*/ 1166813 w 5114885"/>
              <a:gd name="connsiteY1413" fmla="*/ 686708 h 968306"/>
              <a:gd name="connsiteX1414" fmla="*/ 1158431 w 5114885"/>
              <a:gd name="connsiteY1414" fmla="*/ 690899 h 968306"/>
              <a:gd name="connsiteX1415" fmla="*/ 1155287 w 5114885"/>
              <a:gd name="connsiteY1415" fmla="*/ 692519 h 968306"/>
              <a:gd name="connsiteX1416" fmla="*/ 1145286 w 5114885"/>
              <a:gd name="connsiteY1416" fmla="*/ 699853 h 968306"/>
              <a:gd name="connsiteX1417" fmla="*/ 1125950 w 5114885"/>
              <a:gd name="connsiteY1417" fmla="*/ 708806 h 968306"/>
              <a:gd name="connsiteX1418" fmla="*/ 1124903 w 5114885"/>
              <a:gd name="connsiteY1418" fmla="*/ 706235 h 968306"/>
              <a:gd name="connsiteX1419" fmla="*/ 1120712 w 5114885"/>
              <a:gd name="connsiteY1419" fmla="*/ 698329 h 968306"/>
              <a:gd name="connsiteX1420" fmla="*/ 1026890 w 5114885"/>
              <a:gd name="connsiteY1420" fmla="*/ 671564 h 968306"/>
              <a:gd name="connsiteX1421" fmla="*/ 1023747 w 5114885"/>
              <a:gd name="connsiteY1421" fmla="*/ 673183 h 968306"/>
              <a:gd name="connsiteX1422" fmla="*/ 1018508 w 5114885"/>
              <a:gd name="connsiteY1422" fmla="*/ 675278 h 968306"/>
              <a:gd name="connsiteX1423" fmla="*/ 1014317 w 5114885"/>
              <a:gd name="connsiteY1423" fmla="*/ 677374 h 968306"/>
              <a:gd name="connsiteX1424" fmla="*/ 1006983 w 5114885"/>
              <a:gd name="connsiteY1424" fmla="*/ 680517 h 968306"/>
              <a:gd name="connsiteX1425" fmla="*/ 993838 w 5114885"/>
              <a:gd name="connsiteY1425" fmla="*/ 686804 h 968306"/>
              <a:gd name="connsiteX1426" fmla="*/ 988028 w 5114885"/>
              <a:gd name="connsiteY1426" fmla="*/ 690518 h 968306"/>
              <a:gd name="connsiteX1427" fmla="*/ 982313 w 5114885"/>
              <a:gd name="connsiteY1427" fmla="*/ 694709 h 968306"/>
              <a:gd name="connsiteX1428" fmla="*/ 979646 w 5114885"/>
              <a:gd name="connsiteY1428" fmla="*/ 696805 h 968306"/>
              <a:gd name="connsiteX1429" fmla="*/ 977551 w 5114885"/>
              <a:gd name="connsiteY1429" fmla="*/ 699472 h 968306"/>
              <a:gd name="connsiteX1430" fmla="*/ 975932 w 5114885"/>
              <a:gd name="connsiteY1430" fmla="*/ 702615 h 968306"/>
              <a:gd name="connsiteX1431" fmla="*/ 972312 w 5114885"/>
              <a:gd name="connsiteY1431" fmla="*/ 705758 h 968306"/>
              <a:gd name="connsiteX1432" fmla="*/ 969645 w 5114885"/>
              <a:gd name="connsiteY1432" fmla="*/ 705758 h 968306"/>
              <a:gd name="connsiteX1433" fmla="*/ 969645 w 5114885"/>
              <a:gd name="connsiteY1433" fmla="*/ 678517 h 968306"/>
              <a:gd name="connsiteX1434" fmla="*/ 926687 w 5114885"/>
              <a:gd name="connsiteY1434" fmla="*/ 676993 h 968306"/>
              <a:gd name="connsiteX1435" fmla="*/ 913543 w 5114885"/>
              <a:gd name="connsiteY1435" fmla="*/ 677469 h 968306"/>
              <a:gd name="connsiteX1436" fmla="*/ 902589 w 5114885"/>
              <a:gd name="connsiteY1436" fmla="*/ 677469 h 968306"/>
              <a:gd name="connsiteX1437" fmla="*/ 892112 w 5114885"/>
              <a:gd name="connsiteY1437" fmla="*/ 681660 h 968306"/>
              <a:gd name="connsiteX1438" fmla="*/ 895731 w 5114885"/>
              <a:gd name="connsiteY1438" fmla="*/ 771290 h 968306"/>
              <a:gd name="connsiteX1439" fmla="*/ 894683 w 5114885"/>
              <a:gd name="connsiteY1439" fmla="*/ 914832 h 968306"/>
              <a:gd name="connsiteX1440" fmla="*/ 892112 w 5114885"/>
              <a:gd name="connsiteY1440" fmla="*/ 947789 h 968306"/>
              <a:gd name="connsiteX1441" fmla="*/ 904113 w 5114885"/>
              <a:gd name="connsiteY1441" fmla="*/ 954551 h 968306"/>
              <a:gd name="connsiteX1442" fmla="*/ 967454 w 5114885"/>
              <a:gd name="connsiteY1442" fmla="*/ 953504 h 968306"/>
              <a:gd name="connsiteX1443" fmla="*/ 973169 w 5114885"/>
              <a:gd name="connsiteY1443" fmla="*/ 944645 h 968306"/>
              <a:gd name="connsiteX1444" fmla="*/ 971645 w 5114885"/>
              <a:gd name="connsiteY1444" fmla="*/ 918452 h 968306"/>
              <a:gd name="connsiteX1445" fmla="*/ 972217 w 5114885"/>
              <a:gd name="connsiteY1445" fmla="*/ 806342 h 968306"/>
              <a:gd name="connsiteX1446" fmla="*/ 978503 w 5114885"/>
              <a:gd name="connsiteY1446" fmla="*/ 768147 h 968306"/>
              <a:gd name="connsiteX1447" fmla="*/ 1015175 w 5114885"/>
              <a:gd name="connsiteY1447" fmla="*/ 742525 h 968306"/>
              <a:gd name="connsiteX1448" fmla="*/ 1053370 w 5114885"/>
              <a:gd name="connsiteY1448" fmla="*/ 751383 h 968306"/>
              <a:gd name="connsiteX1449" fmla="*/ 1061752 w 5114885"/>
              <a:gd name="connsiteY1449" fmla="*/ 767576 h 968306"/>
              <a:gd name="connsiteX1450" fmla="*/ 1063371 w 5114885"/>
              <a:gd name="connsiteY1450" fmla="*/ 783292 h 968306"/>
              <a:gd name="connsiteX1451" fmla="*/ 1062323 w 5114885"/>
              <a:gd name="connsiteY1451" fmla="*/ 850919 h 968306"/>
              <a:gd name="connsiteX1452" fmla="*/ 1060228 w 5114885"/>
              <a:gd name="connsiteY1452" fmla="*/ 923690 h 968306"/>
              <a:gd name="connsiteX1453" fmla="*/ 1061847 w 5114885"/>
              <a:gd name="connsiteY1453" fmla="*/ 953027 h 968306"/>
              <a:gd name="connsiteX1454" fmla="*/ 1071753 w 5114885"/>
              <a:gd name="connsiteY1454" fmla="*/ 958266 h 968306"/>
              <a:gd name="connsiteX1455" fmla="*/ 1077563 w 5114885"/>
              <a:gd name="connsiteY1455" fmla="*/ 957790 h 968306"/>
              <a:gd name="connsiteX1456" fmla="*/ 1115282 w 5114885"/>
              <a:gd name="connsiteY1456" fmla="*/ 957218 h 968306"/>
              <a:gd name="connsiteX1457" fmla="*/ 1122045 w 5114885"/>
              <a:gd name="connsiteY1457" fmla="*/ 957790 h 968306"/>
              <a:gd name="connsiteX1458" fmla="*/ 1125188 w 5114885"/>
              <a:gd name="connsiteY1458" fmla="*/ 957790 h 968306"/>
              <a:gd name="connsiteX1459" fmla="*/ 1128903 w 5114885"/>
              <a:gd name="connsiteY1459" fmla="*/ 956742 h 968306"/>
              <a:gd name="connsiteX1460" fmla="*/ 688277 w 5114885"/>
              <a:gd name="connsiteY1460" fmla="*/ 719474 h 968306"/>
              <a:gd name="connsiteX1461" fmla="*/ 689324 w 5114885"/>
              <a:gd name="connsiteY1461" fmla="*/ 686994 h 968306"/>
              <a:gd name="connsiteX1462" fmla="*/ 691420 w 5114885"/>
              <a:gd name="connsiteY1462" fmla="*/ 687566 h 968306"/>
              <a:gd name="connsiteX1463" fmla="*/ 703993 w 5114885"/>
              <a:gd name="connsiteY1463" fmla="*/ 687566 h 968306"/>
              <a:gd name="connsiteX1464" fmla="*/ 712375 w 5114885"/>
              <a:gd name="connsiteY1464" fmla="*/ 687566 h 968306"/>
              <a:gd name="connsiteX1465" fmla="*/ 730187 w 5114885"/>
              <a:gd name="connsiteY1465" fmla="*/ 658800 h 968306"/>
              <a:gd name="connsiteX1466" fmla="*/ 730187 w 5114885"/>
              <a:gd name="connsiteY1466" fmla="*/ 653561 h 968306"/>
              <a:gd name="connsiteX1467" fmla="*/ 730758 w 5114885"/>
              <a:gd name="connsiteY1467" fmla="*/ 649847 h 968306"/>
              <a:gd name="connsiteX1468" fmla="*/ 737045 w 5114885"/>
              <a:gd name="connsiteY1468" fmla="*/ 627844 h 968306"/>
              <a:gd name="connsiteX1469" fmla="*/ 755904 w 5114885"/>
              <a:gd name="connsiteY1469" fmla="*/ 604793 h 968306"/>
              <a:gd name="connsiteX1470" fmla="*/ 770096 w 5114885"/>
              <a:gd name="connsiteY1470" fmla="*/ 593840 h 968306"/>
              <a:gd name="connsiteX1471" fmla="*/ 778478 w 5114885"/>
              <a:gd name="connsiteY1471" fmla="*/ 588601 h 968306"/>
              <a:gd name="connsiteX1472" fmla="*/ 795242 w 5114885"/>
              <a:gd name="connsiteY1472" fmla="*/ 583838 h 968306"/>
              <a:gd name="connsiteX1473" fmla="*/ 842391 w 5114885"/>
              <a:gd name="connsiteY1473" fmla="*/ 585934 h 968306"/>
              <a:gd name="connsiteX1474" fmla="*/ 845058 w 5114885"/>
              <a:gd name="connsiteY1474" fmla="*/ 586982 h 968306"/>
              <a:gd name="connsiteX1475" fmla="*/ 847725 w 5114885"/>
              <a:gd name="connsiteY1475" fmla="*/ 587553 h 968306"/>
              <a:gd name="connsiteX1476" fmla="*/ 846677 w 5114885"/>
              <a:gd name="connsiteY1476" fmla="*/ 610032 h 968306"/>
              <a:gd name="connsiteX1477" fmla="*/ 847249 w 5114885"/>
              <a:gd name="connsiteY1477" fmla="*/ 626796 h 968306"/>
              <a:gd name="connsiteX1478" fmla="*/ 829437 w 5114885"/>
              <a:gd name="connsiteY1478" fmla="*/ 624701 h 968306"/>
              <a:gd name="connsiteX1479" fmla="*/ 791242 w 5114885"/>
              <a:gd name="connsiteY1479" fmla="*/ 677088 h 968306"/>
              <a:gd name="connsiteX1480" fmla="*/ 795433 w 5114885"/>
              <a:gd name="connsiteY1480" fmla="*/ 682803 h 968306"/>
              <a:gd name="connsiteX1481" fmla="*/ 797528 w 5114885"/>
              <a:gd name="connsiteY1481" fmla="*/ 683851 h 968306"/>
              <a:gd name="connsiteX1482" fmla="*/ 822103 w 5114885"/>
              <a:gd name="connsiteY1482" fmla="*/ 688042 h 968306"/>
              <a:gd name="connsiteX1483" fmla="*/ 842486 w 5114885"/>
              <a:gd name="connsiteY1483" fmla="*/ 689661 h 968306"/>
              <a:gd name="connsiteX1484" fmla="*/ 841915 w 5114885"/>
              <a:gd name="connsiteY1484" fmla="*/ 695948 h 968306"/>
              <a:gd name="connsiteX1485" fmla="*/ 841343 w 5114885"/>
              <a:gd name="connsiteY1485" fmla="*/ 726332 h 968306"/>
              <a:gd name="connsiteX1486" fmla="*/ 827151 w 5114885"/>
              <a:gd name="connsiteY1486" fmla="*/ 724237 h 968306"/>
              <a:gd name="connsiteX1487" fmla="*/ 802577 w 5114885"/>
              <a:gd name="connsiteY1487" fmla="*/ 725856 h 968306"/>
              <a:gd name="connsiteX1488" fmla="*/ 796862 w 5114885"/>
              <a:gd name="connsiteY1488" fmla="*/ 728999 h 968306"/>
              <a:gd name="connsiteX1489" fmla="*/ 795242 w 5114885"/>
              <a:gd name="connsiteY1489" fmla="*/ 730523 h 968306"/>
              <a:gd name="connsiteX1490" fmla="*/ 793623 w 5114885"/>
              <a:gd name="connsiteY1490" fmla="*/ 733190 h 968306"/>
              <a:gd name="connsiteX1491" fmla="*/ 790956 w 5114885"/>
              <a:gd name="connsiteY1491" fmla="*/ 777672 h 968306"/>
              <a:gd name="connsiteX1492" fmla="*/ 793052 w 5114885"/>
              <a:gd name="connsiteY1492" fmla="*/ 812248 h 968306"/>
              <a:gd name="connsiteX1493" fmla="*/ 792480 w 5114885"/>
              <a:gd name="connsiteY1493" fmla="*/ 819582 h 968306"/>
              <a:gd name="connsiteX1494" fmla="*/ 793052 w 5114885"/>
              <a:gd name="connsiteY1494" fmla="*/ 822725 h 968306"/>
              <a:gd name="connsiteX1495" fmla="*/ 793052 w 5114885"/>
              <a:gd name="connsiteY1495" fmla="*/ 839013 h 968306"/>
              <a:gd name="connsiteX1496" fmla="*/ 792004 w 5114885"/>
              <a:gd name="connsiteY1496" fmla="*/ 902354 h 968306"/>
              <a:gd name="connsiteX1497" fmla="*/ 792004 w 5114885"/>
              <a:gd name="connsiteY1497" fmla="*/ 922738 h 968306"/>
              <a:gd name="connsiteX1498" fmla="*/ 794099 w 5114885"/>
              <a:gd name="connsiteY1498" fmla="*/ 936359 h 968306"/>
              <a:gd name="connsiteX1499" fmla="*/ 794099 w 5114885"/>
              <a:gd name="connsiteY1499" fmla="*/ 944264 h 968306"/>
              <a:gd name="connsiteX1500" fmla="*/ 747998 w 5114885"/>
              <a:gd name="connsiteY1500" fmla="*/ 945788 h 968306"/>
              <a:gd name="connsiteX1501" fmla="*/ 738092 w 5114885"/>
              <a:gd name="connsiteY1501" fmla="*/ 945217 h 968306"/>
              <a:gd name="connsiteX1502" fmla="*/ 732854 w 5114885"/>
              <a:gd name="connsiteY1502" fmla="*/ 945788 h 968306"/>
              <a:gd name="connsiteX1503" fmla="*/ 733425 w 5114885"/>
              <a:gd name="connsiteY1503" fmla="*/ 942645 h 968306"/>
              <a:gd name="connsiteX1504" fmla="*/ 732377 w 5114885"/>
              <a:gd name="connsiteY1504" fmla="*/ 933215 h 968306"/>
              <a:gd name="connsiteX1505" fmla="*/ 732377 w 5114885"/>
              <a:gd name="connsiteY1505" fmla="*/ 900735 h 968306"/>
              <a:gd name="connsiteX1506" fmla="*/ 731330 w 5114885"/>
              <a:gd name="connsiteY1506" fmla="*/ 884543 h 968306"/>
              <a:gd name="connsiteX1507" fmla="*/ 730758 w 5114885"/>
              <a:gd name="connsiteY1507" fmla="*/ 834727 h 968306"/>
              <a:gd name="connsiteX1508" fmla="*/ 730187 w 5114885"/>
              <a:gd name="connsiteY1508" fmla="*/ 785483 h 968306"/>
              <a:gd name="connsiteX1509" fmla="*/ 731806 w 5114885"/>
              <a:gd name="connsiteY1509" fmla="*/ 768147 h 968306"/>
              <a:gd name="connsiteX1510" fmla="*/ 731234 w 5114885"/>
              <a:gd name="connsiteY1510" fmla="*/ 744049 h 968306"/>
              <a:gd name="connsiteX1511" fmla="*/ 730663 w 5114885"/>
              <a:gd name="connsiteY1511" fmla="*/ 740334 h 968306"/>
              <a:gd name="connsiteX1512" fmla="*/ 729615 w 5114885"/>
              <a:gd name="connsiteY1512" fmla="*/ 735667 h 968306"/>
              <a:gd name="connsiteX1513" fmla="*/ 727996 w 5114885"/>
              <a:gd name="connsiteY1513" fmla="*/ 730428 h 968306"/>
              <a:gd name="connsiteX1514" fmla="*/ 702374 w 5114885"/>
              <a:gd name="connsiteY1514" fmla="*/ 724713 h 968306"/>
              <a:gd name="connsiteX1515" fmla="*/ 691420 w 5114885"/>
              <a:gd name="connsiteY1515" fmla="*/ 724713 h 968306"/>
              <a:gd name="connsiteX1516" fmla="*/ 688277 w 5114885"/>
              <a:gd name="connsiteY1516" fmla="*/ 725285 h 968306"/>
              <a:gd name="connsiteX1517" fmla="*/ 688277 w 5114885"/>
              <a:gd name="connsiteY1517" fmla="*/ 719570 h 968306"/>
              <a:gd name="connsiteX1518" fmla="*/ 718185 w 5114885"/>
              <a:gd name="connsiteY1518" fmla="*/ 676517 h 968306"/>
              <a:gd name="connsiteX1519" fmla="*/ 705040 w 5114885"/>
              <a:gd name="connsiteY1519" fmla="*/ 677564 h 968306"/>
              <a:gd name="connsiteX1520" fmla="*/ 691420 w 5114885"/>
              <a:gd name="connsiteY1520" fmla="*/ 677088 h 968306"/>
              <a:gd name="connsiteX1521" fmla="*/ 678275 w 5114885"/>
              <a:gd name="connsiteY1521" fmla="*/ 682803 h 968306"/>
              <a:gd name="connsiteX1522" fmla="*/ 678275 w 5114885"/>
              <a:gd name="connsiteY1522" fmla="*/ 719474 h 968306"/>
              <a:gd name="connsiteX1523" fmla="*/ 685038 w 5114885"/>
              <a:gd name="connsiteY1523" fmla="*/ 735191 h 968306"/>
              <a:gd name="connsiteX1524" fmla="*/ 719138 w 5114885"/>
              <a:gd name="connsiteY1524" fmla="*/ 736238 h 968306"/>
              <a:gd name="connsiteX1525" fmla="*/ 721233 w 5114885"/>
              <a:gd name="connsiteY1525" fmla="*/ 744620 h 968306"/>
              <a:gd name="connsiteX1526" fmla="*/ 721805 w 5114885"/>
              <a:gd name="connsiteY1526" fmla="*/ 768719 h 968306"/>
              <a:gd name="connsiteX1527" fmla="*/ 720281 w 5114885"/>
              <a:gd name="connsiteY1527" fmla="*/ 785959 h 968306"/>
              <a:gd name="connsiteX1528" fmla="*/ 720852 w 5114885"/>
              <a:gd name="connsiteY1528" fmla="*/ 835775 h 968306"/>
              <a:gd name="connsiteX1529" fmla="*/ 721328 w 5114885"/>
              <a:gd name="connsiteY1529" fmla="*/ 885019 h 968306"/>
              <a:gd name="connsiteX1530" fmla="*/ 722376 w 5114885"/>
              <a:gd name="connsiteY1530" fmla="*/ 899687 h 968306"/>
              <a:gd name="connsiteX1531" fmla="*/ 721805 w 5114885"/>
              <a:gd name="connsiteY1531" fmla="*/ 932739 h 968306"/>
              <a:gd name="connsiteX1532" fmla="*/ 722376 w 5114885"/>
              <a:gd name="connsiteY1532" fmla="*/ 945312 h 968306"/>
              <a:gd name="connsiteX1533" fmla="*/ 721805 w 5114885"/>
              <a:gd name="connsiteY1533" fmla="*/ 947408 h 968306"/>
              <a:gd name="connsiteX1534" fmla="*/ 721805 w 5114885"/>
              <a:gd name="connsiteY1534" fmla="*/ 949979 h 968306"/>
              <a:gd name="connsiteX1535" fmla="*/ 739140 w 5114885"/>
              <a:gd name="connsiteY1535" fmla="*/ 955218 h 968306"/>
              <a:gd name="connsiteX1536" fmla="*/ 747522 w 5114885"/>
              <a:gd name="connsiteY1536" fmla="*/ 955790 h 968306"/>
              <a:gd name="connsiteX1537" fmla="*/ 783717 w 5114885"/>
              <a:gd name="connsiteY1537" fmla="*/ 954742 h 968306"/>
              <a:gd name="connsiteX1538" fmla="*/ 804101 w 5114885"/>
              <a:gd name="connsiteY1538" fmla="*/ 935406 h 968306"/>
              <a:gd name="connsiteX1539" fmla="*/ 802005 w 5114885"/>
              <a:gd name="connsiteY1539" fmla="*/ 922262 h 968306"/>
              <a:gd name="connsiteX1540" fmla="*/ 802005 w 5114885"/>
              <a:gd name="connsiteY1540" fmla="*/ 902831 h 968306"/>
              <a:gd name="connsiteX1541" fmla="*/ 803053 w 5114885"/>
              <a:gd name="connsiteY1541" fmla="*/ 838918 h 968306"/>
              <a:gd name="connsiteX1542" fmla="*/ 803053 w 5114885"/>
              <a:gd name="connsiteY1542" fmla="*/ 821106 h 968306"/>
              <a:gd name="connsiteX1543" fmla="*/ 802481 w 5114885"/>
              <a:gd name="connsiteY1543" fmla="*/ 818534 h 968306"/>
              <a:gd name="connsiteX1544" fmla="*/ 803053 w 5114885"/>
              <a:gd name="connsiteY1544" fmla="*/ 812724 h 968306"/>
              <a:gd name="connsiteX1545" fmla="*/ 800957 w 5114885"/>
              <a:gd name="connsiteY1545" fmla="*/ 777672 h 968306"/>
              <a:gd name="connsiteX1546" fmla="*/ 804101 w 5114885"/>
              <a:gd name="connsiteY1546" fmla="*/ 736334 h 968306"/>
              <a:gd name="connsiteX1547" fmla="*/ 810387 w 5114885"/>
              <a:gd name="connsiteY1547" fmla="*/ 735286 h 968306"/>
              <a:gd name="connsiteX1548" fmla="*/ 841820 w 5114885"/>
              <a:gd name="connsiteY1548" fmla="*/ 736334 h 968306"/>
              <a:gd name="connsiteX1549" fmla="*/ 851249 w 5114885"/>
              <a:gd name="connsiteY1549" fmla="*/ 724808 h 968306"/>
              <a:gd name="connsiteX1550" fmla="*/ 851821 w 5114885"/>
              <a:gd name="connsiteY1550" fmla="*/ 696043 h 968306"/>
              <a:gd name="connsiteX1551" fmla="*/ 852297 w 5114885"/>
              <a:gd name="connsiteY1551" fmla="*/ 686613 h 968306"/>
              <a:gd name="connsiteX1552" fmla="*/ 843915 w 5114885"/>
              <a:gd name="connsiteY1552" fmla="*/ 679755 h 968306"/>
              <a:gd name="connsiteX1553" fmla="*/ 822484 w 5114885"/>
              <a:gd name="connsiteY1553" fmla="*/ 678136 h 968306"/>
              <a:gd name="connsiteX1554" fmla="*/ 800957 w 5114885"/>
              <a:gd name="connsiteY1554" fmla="*/ 674993 h 968306"/>
              <a:gd name="connsiteX1555" fmla="*/ 829247 w 5114885"/>
              <a:gd name="connsiteY1555" fmla="*/ 635178 h 968306"/>
              <a:gd name="connsiteX1556" fmla="*/ 851249 w 5114885"/>
              <a:gd name="connsiteY1556" fmla="*/ 637274 h 968306"/>
              <a:gd name="connsiteX1557" fmla="*/ 856964 w 5114885"/>
              <a:gd name="connsiteY1557" fmla="*/ 632606 h 968306"/>
              <a:gd name="connsiteX1558" fmla="*/ 858012 w 5114885"/>
              <a:gd name="connsiteY1558" fmla="*/ 584886 h 968306"/>
              <a:gd name="connsiteX1559" fmla="*/ 846487 w 5114885"/>
              <a:gd name="connsiteY1559" fmla="*/ 576980 h 968306"/>
              <a:gd name="connsiteX1560" fmla="*/ 794099 w 5114885"/>
              <a:gd name="connsiteY1560" fmla="*/ 573361 h 968306"/>
              <a:gd name="connsiteX1561" fmla="*/ 791432 w 5114885"/>
              <a:gd name="connsiteY1561" fmla="*/ 574409 h 968306"/>
              <a:gd name="connsiteX1562" fmla="*/ 774097 w 5114885"/>
              <a:gd name="connsiteY1562" fmla="*/ 579076 h 968306"/>
              <a:gd name="connsiteX1563" fmla="*/ 764667 w 5114885"/>
              <a:gd name="connsiteY1563" fmla="*/ 584791 h 968306"/>
              <a:gd name="connsiteX1564" fmla="*/ 748379 w 5114885"/>
              <a:gd name="connsiteY1564" fmla="*/ 597364 h 968306"/>
              <a:gd name="connsiteX1565" fmla="*/ 728472 w 5114885"/>
              <a:gd name="connsiteY1565" fmla="*/ 622510 h 968306"/>
              <a:gd name="connsiteX1566" fmla="*/ 720090 w 5114885"/>
              <a:gd name="connsiteY1566" fmla="*/ 649751 h 968306"/>
              <a:gd name="connsiteX1567" fmla="*/ 720090 w 5114885"/>
              <a:gd name="connsiteY1567" fmla="*/ 658705 h 968306"/>
              <a:gd name="connsiteX1568" fmla="*/ 717995 w 5114885"/>
              <a:gd name="connsiteY1568" fmla="*/ 676517 h 968306"/>
              <a:gd name="connsiteX1569" fmla="*/ 583883 w 5114885"/>
              <a:gd name="connsiteY1569" fmla="*/ 944741 h 968306"/>
              <a:gd name="connsiteX1570" fmla="*/ 584359 w 5114885"/>
              <a:gd name="connsiteY1570" fmla="*/ 926929 h 968306"/>
              <a:gd name="connsiteX1571" fmla="*/ 575501 w 5114885"/>
              <a:gd name="connsiteY1571" fmla="*/ 920642 h 968306"/>
              <a:gd name="connsiteX1572" fmla="*/ 500063 w 5114885"/>
              <a:gd name="connsiteY1572" fmla="*/ 951503 h 968306"/>
              <a:gd name="connsiteX1573" fmla="*/ 492728 w 5114885"/>
              <a:gd name="connsiteY1573" fmla="*/ 950456 h 968306"/>
              <a:gd name="connsiteX1574" fmla="*/ 472821 w 5114885"/>
              <a:gd name="connsiteY1574" fmla="*/ 947312 h 968306"/>
              <a:gd name="connsiteX1575" fmla="*/ 450342 w 5114885"/>
              <a:gd name="connsiteY1575" fmla="*/ 945217 h 968306"/>
              <a:gd name="connsiteX1576" fmla="*/ 435102 w 5114885"/>
              <a:gd name="connsiteY1576" fmla="*/ 936359 h 968306"/>
              <a:gd name="connsiteX1577" fmla="*/ 431483 w 5114885"/>
              <a:gd name="connsiteY1577" fmla="*/ 933215 h 968306"/>
              <a:gd name="connsiteX1578" fmla="*/ 422529 w 5114885"/>
              <a:gd name="connsiteY1578" fmla="*/ 925405 h 968306"/>
              <a:gd name="connsiteX1579" fmla="*/ 415671 w 5114885"/>
              <a:gd name="connsiteY1579" fmla="*/ 917023 h 968306"/>
              <a:gd name="connsiteX1580" fmla="*/ 413004 w 5114885"/>
              <a:gd name="connsiteY1580" fmla="*/ 910165 h 968306"/>
              <a:gd name="connsiteX1581" fmla="*/ 409385 w 5114885"/>
              <a:gd name="connsiteY1581" fmla="*/ 903878 h 968306"/>
              <a:gd name="connsiteX1582" fmla="*/ 405194 w 5114885"/>
              <a:gd name="connsiteY1582" fmla="*/ 893877 h 968306"/>
              <a:gd name="connsiteX1583" fmla="*/ 405194 w 5114885"/>
              <a:gd name="connsiteY1583" fmla="*/ 888162 h 968306"/>
              <a:gd name="connsiteX1584" fmla="*/ 403098 w 5114885"/>
              <a:gd name="connsiteY1584" fmla="*/ 881304 h 968306"/>
              <a:gd name="connsiteX1585" fmla="*/ 402050 w 5114885"/>
              <a:gd name="connsiteY1585" fmla="*/ 867683 h 968306"/>
              <a:gd name="connsiteX1586" fmla="*/ 403670 w 5114885"/>
              <a:gd name="connsiteY1586" fmla="*/ 738810 h 968306"/>
              <a:gd name="connsiteX1587" fmla="*/ 406241 w 5114885"/>
              <a:gd name="connsiteY1587" fmla="*/ 695281 h 968306"/>
              <a:gd name="connsiteX1588" fmla="*/ 406241 w 5114885"/>
              <a:gd name="connsiteY1588" fmla="*/ 691090 h 968306"/>
              <a:gd name="connsiteX1589" fmla="*/ 414147 w 5114885"/>
              <a:gd name="connsiteY1589" fmla="*/ 691090 h 968306"/>
              <a:gd name="connsiteX1590" fmla="*/ 460248 w 5114885"/>
              <a:gd name="connsiteY1590" fmla="*/ 690042 h 968306"/>
              <a:gd name="connsiteX1591" fmla="*/ 463963 w 5114885"/>
              <a:gd name="connsiteY1591" fmla="*/ 692614 h 968306"/>
              <a:gd name="connsiteX1592" fmla="*/ 463391 w 5114885"/>
              <a:gd name="connsiteY1592" fmla="*/ 720903 h 968306"/>
              <a:gd name="connsiteX1593" fmla="*/ 462344 w 5114885"/>
              <a:gd name="connsiteY1593" fmla="*/ 765956 h 968306"/>
              <a:gd name="connsiteX1594" fmla="*/ 461772 w 5114885"/>
              <a:gd name="connsiteY1594" fmla="*/ 795293 h 968306"/>
              <a:gd name="connsiteX1595" fmla="*/ 461772 w 5114885"/>
              <a:gd name="connsiteY1595" fmla="*/ 807866 h 968306"/>
              <a:gd name="connsiteX1596" fmla="*/ 462344 w 5114885"/>
              <a:gd name="connsiteY1596" fmla="*/ 811581 h 968306"/>
              <a:gd name="connsiteX1597" fmla="*/ 462915 w 5114885"/>
              <a:gd name="connsiteY1597" fmla="*/ 812629 h 968306"/>
              <a:gd name="connsiteX1598" fmla="*/ 462915 w 5114885"/>
              <a:gd name="connsiteY1598" fmla="*/ 821582 h 968306"/>
              <a:gd name="connsiteX1599" fmla="*/ 462915 w 5114885"/>
              <a:gd name="connsiteY1599" fmla="*/ 835679 h 968306"/>
              <a:gd name="connsiteX1600" fmla="*/ 487013 w 5114885"/>
              <a:gd name="connsiteY1600" fmla="*/ 896449 h 968306"/>
              <a:gd name="connsiteX1601" fmla="*/ 536258 w 5114885"/>
              <a:gd name="connsiteY1601" fmla="*/ 908450 h 968306"/>
              <a:gd name="connsiteX1602" fmla="*/ 575501 w 5114885"/>
              <a:gd name="connsiteY1602" fmla="*/ 879113 h 968306"/>
              <a:gd name="connsiteX1603" fmla="*/ 577120 w 5114885"/>
              <a:gd name="connsiteY1603" fmla="*/ 875970 h 968306"/>
              <a:gd name="connsiteX1604" fmla="*/ 578644 w 5114885"/>
              <a:gd name="connsiteY1604" fmla="*/ 871303 h 968306"/>
              <a:gd name="connsiteX1605" fmla="*/ 580739 w 5114885"/>
              <a:gd name="connsiteY1605" fmla="*/ 866064 h 968306"/>
              <a:gd name="connsiteX1606" fmla="*/ 582835 w 5114885"/>
              <a:gd name="connsiteY1606" fmla="*/ 858730 h 968306"/>
              <a:gd name="connsiteX1607" fmla="*/ 584359 w 5114885"/>
              <a:gd name="connsiteY1607" fmla="*/ 853015 h 968306"/>
              <a:gd name="connsiteX1608" fmla="*/ 585978 w 5114885"/>
              <a:gd name="connsiteY1608" fmla="*/ 849872 h 968306"/>
              <a:gd name="connsiteX1609" fmla="*/ 587026 w 5114885"/>
              <a:gd name="connsiteY1609" fmla="*/ 845681 h 968306"/>
              <a:gd name="connsiteX1610" fmla="*/ 588645 w 5114885"/>
              <a:gd name="connsiteY1610" fmla="*/ 834155 h 968306"/>
              <a:gd name="connsiteX1611" fmla="*/ 587026 w 5114885"/>
              <a:gd name="connsiteY1611" fmla="*/ 730428 h 968306"/>
              <a:gd name="connsiteX1612" fmla="*/ 585978 w 5114885"/>
              <a:gd name="connsiteY1612" fmla="*/ 698996 h 968306"/>
              <a:gd name="connsiteX1613" fmla="*/ 585407 w 5114885"/>
              <a:gd name="connsiteY1613" fmla="*/ 693757 h 968306"/>
              <a:gd name="connsiteX1614" fmla="*/ 585407 w 5114885"/>
              <a:gd name="connsiteY1614" fmla="*/ 690137 h 968306"/>
              <a:gd name="connsiteX1615" fmla="*/ 609505 w 5114885"/>
              <a:gd name="connsiteY1615" fmla="*/ 689566 h 968306"/>
              <a:gd name="connsiteX1616" fmla="*/ 641509 w 5114885"/>
              <a:gd name="connsiteY1616" fmla="*/ 688518 h 968306"/>
              <a:gd name="connsiteX1617" fmla="*/ 641509 w 5114885"/>
              <a:gd name="connsiteY1617" fmla="*/ 694233 h 968306"/>
              <a:gd name="connsiteX1618" fmla="*/ 640937 w 5114885"/>
              <a:gd name="connsiteY1618" fmla="*/ 739286 h 968306"/>
              <a:gd name="connsiteX1619" fmla="*/ 642557 w 5114885"/>
              <a:gd name="connsiteY1619" fmla="*/ 901116 h 968306"/>
              <a:gd name="connsiteX1620" fmla="*/ 640937 w 5114885"/>
              <a:gd name="connsiteY1620" fmla="*/ 945693 h 968306"/>
              <a:gd name="connsiteX1621" fmla="*/ 636175 w 5114885"/>
              <a:gd name="connsiteY1621" fmla="*/ 945693 h 968306"/>
              <a:gd name="connsiteX1622" fmla="*/ 613124 w 5114885"/>
              <a:gd name="connsiteY1622" fmla="*/ 945693 h 968306"/>
              <a:gd name="connsiteX1623" fmla="*/ 599980 w 5114885"/>
              <a:gd name="connsiteY1623" fmla="*/ 944645 h 968306"/>
              <a:gd name="connsiteX1624" fmla="*/ 583787 w 5114885"/>
              <a:gd name="connsiteY1624" fmla="*/ 944645 h 968306"/>
              <a:gd name="connsiteX1625" fmla="*/ 409861 w 5114885"/>
              <a:gd name="connsiteY1625" fmla="*/ 925310 h 968306"/>
              <a:gd name="connsiteX1626" fmla="*/ 424529 w 5114885"/>
              <a:gd name="connsiteY1626" fmla="*/ 939978 h 968306"/>
              <a:gd name="connsiteX1627" fmla="*/ 428149 w 5114885"/>
              <a:gd name="connsiteY1627" fmla="*/ 943598 h 968306"/>
              <a:gd name="connsiteX1628" fmla="*/ 447008 w 5114885"/>
              <a:gd name="connsiteY1628" fmla="*/ 954551 h 968306"/>
              <a:gd name="connsiteX1629" fmla="*/ 471583 w 5114885"/>
              <a:gd name="connsiteY1629" fmla="*/ 957218 h 968306"/>
              <a:gd name="connsiteX1630" fmla="*/ 492538 w 5114885"/>
              <a:gd name="connsiteY1630" fmla="*/ 960362 h 968306"/>
              <a:gd name="connsiteX1631" fmla="*/ 499396 w 5114885"/>
              <a:gd name="connsiteY1631" fmla="*/ 961409 h 968306"/>
              <a:gd name="connsiteX1632" fmla="*/ 574358 w 5114885"/>
              <a:gd name="connsiteY1632" fmla="*/ 927881 h 968306"/>
              <a:gd name="connsiteX1633" fmla="*/ 573786 w 5114885"/>
              <a:gd name="connsiteY1633" fmla="*/ 947217 h 968306"/>
              <a:gd name="connsiteX1634" fmla="*/ 573215 w 5114885"/>
              <a:gd name="connsiteY1634" fmla="*/ 949789 h 968306"/>
              <a:gd name="connsiteX1635" fmla="*/ 582168 w 5114885"/>
              <a:gd name="connsiteY1635" fmla="*/ 955028 h 968306"/>
              <a:gd name="connsiteX1636" fmla="*/ 599408 w 5114885"/>
              <a:gd name="connsiteY1636" fmla="*/ 954456 h 968306"/>
              <a:gd name="connsiteX1637" fmla="*/ 612553 w 5114885"/>
              <a:gd name="connsiteY1637" fmla="*/ 955504 h 968306"/>
              <a:gd name="connsiteX1638" fmla="*/ 636080 w 5114885"/>
              <a:gd name="connsiteY1638" fmla="*/ 955504 h 968306"/>
              <a:gd name="connsiteX1639" fmla="*/ 651320 w 5114885"/>
              <a:gd name="connsiteY1639" fmla="*/ 951789 h 968306"/>
              <a:gd name="connsiteX1640" fmla="*/ 652367 w 5114885"/>
              <a:gd name="connsiteY1640" fmla="*/ 898354 h 968306"/>
              <a:gd name="connsiteX1641" fmla="*/ 650748 w 5114885"/>
              <a:gd name="connsiteY1641" fmla="*/ 737477 h 968306"/>
              <a:gd name="connsiteX1642" fmla="*/ 651796 w 5114885"/>
              <a:gd name="connsiteY1642" fmla="*/ 694519 h 968306"/>
              <a:gd name="connsiteX1643" fmla="*/ 639794 w 5114885"/>
              <a:gd name="connsiteY1643" fmla="*/ 678326 h 968306"/>
              <a:gd name="connsiteX1644" fmla="*/ 608838 w 5114885"/>
              <a:gd name="connsiteY1644" fmla="*/ 679374 h 968306"/>
              <a:gd name="connsiteX1645" fmla="*/ 586835 w 5114885"/>
              <a:gd name="connsiteY1645" fmla="*/ 679946 h 968306"/>
              <a:gd name="connsiteX1646" fmla="*/ 574262 w 5114885"/>
              <a:gd name="connsiteY1646" fmla="*/ 684613 h 968306"/>
              <a:gd name="connsiteX1647" fmla="*/ 575310 w 5114885"/>
              <a:gd name="connsiteY1647" fmla="*/ 691947 h 968306"/>
              <a:gd name="connsiteX1648" fmla="*/ 575882 w 5114885"/>
              <a:gd name="connsiteY1648" fmla="*/ 699281 h 968306"/>
              <a:gd name="connsiteX1649" fmla="*/ 576929 w 5114885"/>
              <a:gd name="connsiteY1649" fmla="*/ 731190 h 968306"/>
              <a:gd name="connsiteX1650" fmla="*/ 578453 w 5114885"/>
              <a:gd name="connsiteY1650" fmla="*/ 832250 h 968306"/>
              <a:gd name="connsiteX1651" fmla="*/ 576358 w 5114885"/>
              <a:gd name="connsiteY1651" fmla="*/ 845395 h 968306"/>
              <a:gd name="connsiteX1652" fmla="*/ 574262 w 5114885"/>
              <a:gd name="connsiteY1652" fmla="*/ 849586 h 968306"/>
              <a:gd name="connsiteX1653" fmla="*/ 573215 w 5114885"/>
              <a:gd name="connsiteY1653" fmla="*/ 855872 h 968306"/>
              <a:gd name="connsiteX1654" fmla="*/ 571119 w 5114885"/>
              <a:gd name="connsiteY1654" fmla="*/ 861683 h 968306"/>
              <a:gd name="connsiteX1655" fmla="*/ 569024 w 5114885"/>
              <a:gd name="connsiteY1655" fmla="*/ 867398 h 968306"/>
              <a:gd name="connsiteX1656" fmla="*/ 567976 w 5114885"/>
              <a:gd name="connsiteY1656" fmla="*/ 871112 h 968306"/>
              <a:gd name="connsiteX1657" fmla="*/ 566928 w 5114885"/>
              <a:gd name="connsiteY1657" fmla="*/ 873684 h 968306"/>
              <a:gd name="connsiteX1658" fmla="*/ 535496 w 5114885"/>
              <a:gd name="connsiteY1658" fmla="*/ 898354 h 968306"/>
              <a:gd name="connsiteX1659" fmla="*/ 493014 w 5114885"/>
              <a:gd name="connsiteY1659" fmla="*/ 888353 h 968306"/>
              <a:gd name="connsiteX1660" fmla="*/ 472535 w 5114885"/>
              <a:gd name="connsiteY1660" fmla="*/ 834441 h 968306"/>
              <a:gd name="connsiteX1661" fmla="*/ 472535 w 5114885"/>
              <a:gd name="connsiteY1661" fmla="*/ 821868 h 968306"/>
              <a:gd name="connsiteX1662" fmla="*/ 472535 w 5114885"/>
              <a:gd name="connsiteY1662" fmla="*/ 816058 h 968306"/>
              <a:gd name="connsiteX1663" fmla="*/ 471964 w 5114885"/>
              <a:gd name="connsiteY1663" fmla="*/ 810343 h 968306"/>
              <a:gd name="connsiteX1664" fmla="*/ 471392 w 5114885"/>
              <a:gd name="connsiteY1664" fmla="*/ 807771 h 968306"/>
              <a:gd name="connsiteX1665" fmla="*/ 471392 w 5114885"/>
              <a:gd name="connsiteY1665" fmla="*/ 795198 h 968306"/>
              <a:gd name="connsiteX1666" fmla="*/ 471964 w 5114885"/>
              <a:gd name="connsiteY1666" fmla="*/ 765861 h 968306"/>
              <a:gd name="connsiteX1667" fmla="*/ 473012 w 5114885"/>
              <a:gd name="connsiteY1667" fmla="*/ 721284 h 968306"/>
              <a:gd name="connsiteX1668" fmla="*/ 473583 w 5114885"/>
              <a:gd name="connsiteY1668" fmla="*/ 692995 h 968306"/>
              <a:gd name="connsiteX1669" fmla="*/ 474155 w 5114885"/>
              <a:gd name="connsiteY1669" fmla="*/ 689280 h 968306"/>
              <a:gd name="connsiteX1670" fmla="*/ 461010 w 5114885"/>
              <a:gd name="connsiteY1670" fmla="*/ 679850 h 968306"/>
              <a:gd name="connsiteX1671" fmla="*/ 413290 w 5114885"/>
              <a:gd name="connsiteY1671" fmla="*/ 680898 h 968306"/>
              <a:gd name="connsiteX1672" fmla="*/ 396050 w 5114885"/>
              <a:gd name="connsiteY1672" fmla="*/ 695090 h 968306"/>
              <a:gd name="connsiteX1673" fmla="*/ 393383 w 5114885"/>
              <a:gd name="connsiteY1673" fmla="*/ 737477 h 968306"/>
              <a:gd name="connsiteX1674" fmla="*/ 391763 w 5114885"/>
              <a:gd name="connsiteY1674" fmla="*/ 867398 h 968306"/>
              <a:gd name="connsiteX1675" fmla="*/ 393383 w 5114885"/>
              <a:gd name="connsiteY1675" fmla="*/ 883590 h 968306"/>
              <a:gd name="connsiteX1676" fmla="*/ 393954 w 5114885"/>
              <a:gd name="connsiteY1676" fmla="*/ 886162 h 968306"/>
              <a:gd name="connsiteX1677" fmla="*/ 395002 w 5114885"/>
              <a:gd name="connsiteY1677" fmla="*/ 889877 h 968306"/>
              <a:gd name="connsiteX1678" fmla="*/ 395002 w 5114885"/>
              <a:gd name="connsiteY1678" fmla="*/ 895115 h 968306"/>
              <a:gd name="connsiteX1679" fmla="*/ 400241 w 5114885"/>
              <a:gd name="connsiteY1679" fmla="*/ 907688 h 968306"/>
              <a:gd name="connsiteX1680" fmla="*/ 403384 w 5114885"/>
              <a:gd name="connsiteY1680" fmla="*/ 913975 h 968306"/>
              <a:gd name="connsiteX1681" fmla="*/ 410242 w 5114885"/>
              <a:gd name="connsiteY1681" fmla="*/ 925500 h 968306"/>
              <a:gd name="connsiteX1682" fmla="*/ 409670 w 5114885"/>
              <a:gd name="connsiteY1682" fmla="*/ 925024 h 968306"/>
              <a:gd name="connsiteX1683" fmla="*/ 186690 w 5114885"/>
              <a:gd name="connsiteY1683" fmla="*/ 676517 h 968306"/>
              <a:gd name="connsiteX1684" fmla="*/ 181928 w 5114885"/>
              <a:gd name="connsiteY1684" fmla="*/ 675469 h 968306"/>
              <a:gd name="connsiteX1685" fmla="*/ 176689 w 5114885"/>
              <a:gd name="connsiteY1685" fmla="*/ 677088 h 968306"/>
              <a:gd name="connsiteX1686" fmla="*/ 154686 w 5114885"/>
              <a:gd name="connsiteY1686" fmla="*/ 735191 h 968306"/>
              <a:gd name="connsiteX1687" fmla="*/ 137446 w 5114885"/>
              <a:gd name="connsiteY1687" fmla="*/ 788626 h 968306"/>
              <a:gd name="connsiteX1688" fmla="*/ 135922 w 5114885"/>
              <a:gd name="connsiteY1688" fmla="*/ 792341 h 968306"/>
              <a:gd name="connsiteX1689" fmla="*/ 133826 w 5114885"/>
              <a:gd name="connsiteY1689" fmla="*/ 795484 h 968306"/>
              <a:gd name="connsiteX1690" fmla="*/ 165830 w 5114885"/>
              <a:gd name="connsiteY1690" fmla="*/ 812724 h 968306"/>
              <a:gd name="connsiteX1691" fmla="*/ 224504 w 5114885"/>
              <a:gd name="connsiteY1691" fmla="*/ 812724 h 968306"/>
              <a:gd name="connsiteX1692" fmla="*/ 228219 w 5114885"/>
              <a:gd name="connsiteY1692" fmla="*/ 812248 h 968306"/>
              <a:gd name="connsiteX1693" fmla="*/ 233458 w 5114885"/>
              <a:gd name="connsiteY1693" fmla="*/ 794912 h 968306"/>
              <a:gd name="connsiteX1694" fmla="*/ 217265 w 5114885"/>
              <a:gd name="connsiteY1694" fmla="*/ 756622 h 968306"/>
              <a:gd name="connsiteX1695" fmla="*/ 212503 w 5114885"/>
              <a:gd name="connsiteY1695" fmla="*/ 743477 h 968306"/>
              <a:gd name="connsiteX1696" fmla="*/ 205169 w 5114885"/>
              <a:gd name="connsiteY1696" fmla="*/ 720998 h 968306"/>
              <a:gd name="connsiteX1697" fmla="*/ 200501 w 5114885"/>
              <a:gd name="connsiteY1697" fmla="*/ 702710 h 968306"/>
              <a:gd name="connsiteX1698" fmla="*/ 190024 w 5114885"/>
              <a:gd name="connsiteY1698" fmla="*/ 679088 h 968306"/>
              <a:gd name="connsiteX1699" fmla="*/ 186881 w 5114885"/>
              <a:gd name="connsiteY1699" fmla="*/ 676517 h 968306"/>
              <a:gd name="connsiteX1700" fmla="*/ 223076 w 5114885"/>
              <a:gd name="connsiteY1700" fmla="*/ 802723 h 968306"/>
              <a:gd name="connsiteX1701" fmla="*/ 220504 w 5114885"/>
              <a:gd name="connsiteY1701" fmla="*/ 803294 h 968306"/>
              <a:gd name="connsiteX1702" fmla="*/ 167069 w 5114885"/>
              <a:gd name="connsiteY1702" fmla="*/ 802723 h 968306"/>
              <a:gd name="connsiteX1703" fmla="*/ 142970 w 5114885"/>
              <a:gd name="connsiteY1703" fmla="*/ 800627 h 968306"/>
              <a:gd name="connsiteX1704" fmla="*/ 145066 w 5114885"/>
              <a:gd name="connsiteY1704" fmla="*/ 797484 h 968306"/>
              <a:gd name="connsiteX1705" fmla="*/ 146114 w 5114885"/>
              <a:gd name="connsiteY1705" fmla="*/ 793769 h 968306"/>
              <a:gd name="connsiteX1706" fmla="*/ 164973 w 5114885"/>
              <a:gd name="connsiteY1706" fmla="*/ 736143 h 968306"/>
              <a:gd name="connsiteX1707" fmla="*/ 183261 w 5114885"/>
              <a:gd name="connsiteY1707" fmla="*/ 686327 h 968306"/>
              <a:gd name="connsiteX1708" fmla="*/ 191167 w 5114885"/>
              <a:gd name="connsiteY1708" fmla="*/ 705663 h 968306"/>
              <a:gd name="connsiteX1709" fmla="*/ 195358 w 5114885"/>
              <a:gd name="connsiteY1709" fmla="*/ 722427 h 968306"/>
              <a:gd name="connsiteX1710" fmla="*/ 203264 w 5114885"/>
              <a:gd name="connsiteY1710" fmla="*/ 747573 h 968306"/>
              <a:gd name="connsiteX1711" fmla="*/ 205835 w 5114885"/>
              <a:gd name="connsiteY1711" fmla="*/ 753860 h 968306"/>
              <a:gd name="connsiteX1712" fmla="*/ 207931 w 5114885"/>
              <a:gd name="connsiteY1712" fmla="*/ 760146 h 968306"/>
              <a:gd name="connsiteX1713" fmla="*/ 224123 w 5114885"/>
              <a:gd name="connsiteY1713" fmla="*/ 797865 h 968306"/>
              <a:gd name="connsiteX1714" fmla="*/ 226219 w 5114885"/>
              <a:gd name="connsiteY1714" fmla="*/ 802056 h 968306"/>
              <a:gd name="connsiteX1715" fmla="*/ 223076 w 5114885"/>
              <a:gd name="connsiteY1715" fmla="*/ 802532 h 968306"/>
              <a:gd name="connsiteX1716" fmla="*/ 11525 w 5114885"/>
              <a:gd name="connsiteY1716" fmla="*/ 943883 h 968306"/>
              <a:gd name="connsiteX1717" fmla="*/ 24098 w 5114885"/>
              <a:gd name="connsiteY1717" fmla="*/ 919785 h 968306"/>
              <a:gd name="connsiteX1718" fmla="*/ 65532 w 5114885"/>
              <a:gd name="connsiteY1718" fmla="*/ 802437 h 968306"/>
              <a:gd name="connsiteX1719" fmla="*/ 66104 w 5114885"/>
              <a:gd name="connsiteY1719" fmla="*/ 798818 h 968306"/>
              <a:gd name="connsiteX1720" fmla="*/ 78677 w 5114885"/>
              <a:gd name="connsiteY1720" fmla="*/ 769957 h 968306"/>
              <a:gd name="connsiteX1721" fmla="*/ 81820 w 5114885"/>
              <a:gd name="connsiteY1721" fmla="*/ 759956 h 968306"/>
              <a:gd name="connsiteX1722" fmla="*/ 86487 w 5114885"/>
              <a:gd name="connsiteY1722" fmla="*/ 750526 h 968306"/>
              <a:gd name="connsiteX1723" fmla="*/ 93345 w 5114885"/>
              <a:gd name="connsiteY1723" fmla="*/ 731190 h 968306"/>
              <a:gd name="connsiteX1724" fmla="*/ 108014 w 5114885"/>
              <a:gd name="connsiteY1724" fmla="*/ 689852 h 968306"/>
              <a:gd name="connsiteX1725" fmla="*/ 131636 w 5114885"/>
              <a:gd name="connsiteY1725" fmla="*/ 625463 h 968306"/>
              <a:gd name="connsiteX1726" fmla="*/ 142113 w 5114885"/>
              <a:gd name="connsiteY1726" fmla="*/ 607175 h 968306"/>
              <a:gd name="connsiteX1727" fmla="*/ 144209 w 5114885"/>
              <a:gd name="connsiteY1727" fmla="*/ 600317 h 968306"/>
              <a:gd name="connsiteX1728" fmla="*/ 145256 w 5114885"/>
              <a:gd name="connsiteY1728" fmla="*/ 597173 h 968306"/>
              <a:gd name="connsiteX1729" fmla="*/ 147828 w 5114885"/>
              <a:gd name="connsiteY1729" fmla="*/ 591935 h 968306"/>
              <a:gd name="connsiteX1730" fmla="*/ 151543 w 5114885"/>
              <a:gd name="connsiteY1730" fmla="*/ 586696 h 968306"/>
              <a:gd name="connsiteX1731" fmla="*/ 158306 w 5114885"/>
              <a:gd name="connsiteY1731" fmla="*/ 587267 h 968306"/>
              <a:gd name="connsiteX1732" fmla="*/ 164592 w 5114885"/>
              <a:gd name="connsiteY1732" fmla="*/ 586696 h 968306"/>
              <a:gd name="connsiteX1733" fmla="*/ 208121 w 5114885"/>
              <a:gd name="connsiteY1733" fmla="*/ 585077 h 968306"/>
              <a:gd name="connsiteX1734" fmla="*/ 218599 w 5114885"/>
              <a:gd name="connsiteY1734" fmla="*/ 584029 h 968306"/>
              <a:gd name="connsiteX1735" fmla="*/ 236411 w 5114885"/>
              <a:gd name="connsiteY1735" fmla="*/ 623272 h 968306"/>
              <a:gd name="connsiteX1736" fmla="*/ 250031 w 5114885"/>
              <a:gd name="connsiteY1736" fmla="*/ 667277 h 968306"/>
              <a:gd name="connsiteX1737" fmla="*/ 252127 w 5114885"/>
              <a:gd name="connsiteY1737" fmla="*/ 674135 h 968306"/>
              <a:gd name="connsiteX1738" fmla="*/ 275749 w 5114885"/>
              <a:gd name="connsiteY1738" fmla="*/ 736524 h 968306"/>
              <a:gd name="connsiteX1739" fmla="*/ 282607 w 5114885"/>
              <a:gd name="connsiteY1739" fmla="*/ 757479 h 968306"/>
              <a:gd name="connsiteX1740" fmla="*/ 290989 w 5114885"/>
              <a:gd name="connsiteY1740" fmla="*/ 776815 h 968306"/>
              <a:gd name="connsiteX1741" fmla="*/ 292513 w 5114885"/>
              <a:gd name="connsiteY1741" fmla="*/ 782054 h 968306"/>
              <a:gd name="connsiteX1742" fmla="*/ 294132 w 5114885"/>
              <a:gd name="connsiteY1742" fmla="*/ 785673 h 968306"/>
              <a:gd name="connsiteX1743" fmla="*/ 296228 w 5114885"/>
              <a:gd name="connsiteY1743" fmla="*/ 790912 h 968306"/>
              <a:gd name="connsiteX1744" fmla="*/ 298799 w 5114885"/>
              <a:gd name="connsiteY1744" fmla="*/ 796627 h 968306"/>
              <a:gd name="connsiteX1745" fmla="*/ 310801 w 5114885"/>
              <a:gd name="connsiteY1745" fmla="*/ 832822 h 968306"/>
              <a:gd name="connsiteX1746" fmla="*/ 320231 w 5114885"/>
              <a:gd name="connsiteY1746" fmla="*/ 852158 h 968306"/>
              <a:gd name="connsiteX1747" fmla="*/ 322326 w 5114885"/>
              <a:gd name="connsiteY1747" fmla="*/ 857396 h 968306"/>
              <a:gd name="connsiteX1748" fmla="*/ 354806 w 5114885"/>
              <a:gd name="connsiteY1748" fmla="*/ 937502 h 968306"/>
              <a:gd name="connsiteX1749" fmla="*/ 356902 w 5114885"/>
              <a:gd name="connsiteY1749" fmla="*/ 945407 h 968306"/>
              <a:gd name="connsiteX1750" fmla="*/ 347472 w 5114885"/>
              <a:gd name="connsiteY1750" fmla="*/ 943883 h 968306"/>
              <a:gd name="connsiteX1751" fmla="*/ 321278 w 5114885"/>
              <a:gd name="connsiteY1751" fmla="*/ 941788 h 968306"/>
              <a:gd name="connsiteX1752" fmla="*/ 284131 w 5114885"/>
              <a:gd name="connsiteY1752" fmla="*/ 941788 h 968306"/>
              <a:gd name="connsiteX1753" fmla="*/ 270986 w 5114885"/>
              <a:gd name="connsiteY1753" fmla="*/ 900449 h 968306"/>
              <a:gd name="connsiteX1754" fmla="*/ 268891 w 5114885"/>
              <a:gd name="connsiteY1754" fmla="*/ 895782 h 968306"/>
              <a:gd name="connsiteX1755" fmla="*/ 267367 w 5114885"/>
              <a:gd name="connsiteY1755" fmla="*/ 892067 h 968306"/>
              <a:gd name="connsiteX1756" fmla="*/ 265271 w 5114885"/>
              <a:gd name="connsiteY1756" fmla="*/ 887400 h 968306"/>
              <a:gd name="connsiteX1757" fmla="*/ 261080 w 5114885"/>
              <a:gd name="connsiteY1757" fmla="*/ 879018 h 968306"/>
              <a:gd name="connsiteX1758" fmla="*/ 242221 w 5114885"/>
              <a:gd name="connsiteY1758" fmla="*/ 862254 h 968306"/>
              <a:gd name="connsiteX1759" fmla="*/ 223361 w 5114885"/>
              <a:gd name="connsiteY1759" fmla="*/ 861778 h 968306"/>
              <a:gd name="connsiteX1760" fmla="*/ 189833 w 5114885"/>
              <a:gd name="connsiteY1760" fmla="*/ 863302 h 968306"/>
              <a:gd name="connsiteX1761" fmla="*/ 117539 w 5114885"/>
              <a:gd name="connsiteY1761" fmla="*/ 862254 h 968306"/>
              <a:gd name="connsiteX1762" fmla="*/ 109633 w 5114885"/>
              <a:gd name="connsiteY1762" fmla="*/ 869112 h 968306"/>
              <a:gd name="connsiteX1763" fmla="*/ 106490 w 5114885"/>
              <a:gd name="connsiteY1763" fmla="*/ 871684 h 968306"/>
              <a:gd name="connsiteX1764" fmla="*/ 86011 w 5114885"/>
              <a:gd name="connsiteY1764" fmla="*/ 929310 h 968306"/>
              <a:gd name="connsiteX1765" fmla="*/ 80296 w 5114885"/>
              <a:gd name="connsiteY1765" fmla="*/ 948646 h 968306"/>
              <a:gd name="connsiteX1766" fmla="*/ 43148 w 5114885"/>
              <a:gd name="connsiteY1766" fmla="*/ 949217 h 968306"/>
              <a:gd name="connsiteX1767" fmla="*/ 33719 w 5114885"/>
              <a:gd name="connsiteY1767" fmla="*/ 947122 h 968306"/>
              <a:gd name="connsiteX1768" fmla="*/ 26384 w 5114885"/>
              <a:gd name="connsiteY1768" fmla="*/ 945598 h 968306"/>
              <a:gd name="connsiteX1769" fmla="*/ 21622 w 5114885"/>
              <a:gd name="connsiteY1769" fmla="*/ 944550 h 968306"/>
              <a:gd name="connsiteX1770" fmla="*/ 16955 w 5114885"/>
              <a:gd name="connsiteY1770" fmla="*/ 944074 h 968306"/>
              <a:gd name="connsiteX1771" fmla="*/ 11716 w 5114885"/>
              <a:gd name="connsiteY1771" fmla="*/ 944074 h 968306"/>
              <a:gd name="connsiteX1772" fmla="*/ 247841 w 5114885"/>
              <a:gd name="connsiteY1772" fmla="*/ 871589 h 968306"/>
              <a:gd name="connsiteX1773" fmla="*/ 249936 w 5114885"/>
              <a:gd name="connsiteY1773" fmla="*/ 875780 h 968306"/>
              <a:gd name="connsiteX1774" fmla="*/ 252031 w 5114885"/>
              <a:gd name="connsiteY1774" fmla="*/ 883114 h 968306"/>
              <a:gd name="connsiteX1775" fmla="*/ 256223 w 5114885"/>
              <a:gd name="connsiteY1775" fmla="*/ 891020 h 968306"/>
              <a:gd name="connsiteX1776" fmla="*/ 257747 w 5114885"/>
              <a:gd name="connsiteY1776" fmla="*/ 895687 h 968306"/>
              <a:gd name="connsiteX1777" fmla="*/ 260414 w 5114885"/>
              <a:gd name="connsiteY1777" fmla="*/ 900354 h 968306"/>
              <a:gd name="connsiteX1778" fmla="*/ 261938 w 5114885"/>
              <a:gd name="connsiteY1778" fmla="*/ 904069 h 968306"/>
              <a:gd name="connsiteX1779" fmla="*/ 275082 w 5114885"/>
              <a:gd name="connsiteY1779" fmla="*/ 945979 h 968306"/>
              <a:gd name="connsiteX1780" fmla="*/ 285083 w 5114885"/>
              <a:gd name="connsiteY1780" fmla="*/ 952742 h 968306"/>
              <a:gd name="connsiteX1781" fmla="*/ 321183 w 5114885"/>
              <a:gd name="connsiteY1781" fmla="*/ 952265 h 968306"/>
              <a:gd name="connsiteX1782" fmla="*/ 345853 w 5114885"/>
              <a:gd name="connsiteY1782" fmla="*/ 953789 h 968306"/>
              <a:gd name="connsiteX1783" fmla="*/ 363665 w 5114885"/>
              <a:gd name="connsiteY1783" fmla="*/ 955885 h 968306"/>
              <a:gd name="connsiteX1784" fmla="*/ 364236 w 5114885"/>
              <a:gd name="connsiteY1784" fmla="*/ 934930 h 968306"/>
              <a:gd name="connsiteX1785" fmla="*/ 331184 w 5114885"/>
              <a:gd name="connsiteY1785" fmla="*/ 852729 h 968306"/>
              <a:gd name="connsiteX1786" fmla="*/ 329089 w 5114885"/>
              <a:gd name="connsiteY1786" fmla="*/ 848062 h 968306"/>
              <a:gd name="connsiteX1787" fmla="*/ 320231 w 5114885"/>
              <a:gd name="connsiteY1787" fmla="*/ 829202 h 968306"/>
              <a:gd name="connsiteX1788" fmla="*/ 308134 w 5114885"/>
              <a:gd name="connsiteY1788" fmla="*/ 793007 h 968306"/>
              <a:gd name="connsiteX1789" fmla="*/ 300323 w 5114885"/>
              <a:gd name="connsiteY1789" fmla="*/ 773672 h 968306"/>
              <a:gd name="connsiteX1790" fmla="*/ 291941 w 5114885"/>
              <a:gd name="connsiteY1790" fmla="*/ 754336 h 968306"/>
              <a:gd name="connsiteX1791" fmla="*/ 285083 w 5114885"/>
              <a:gd name="connsiteY1791" fmla="*/ 732905 h 968306"/>
              <a:gd name="connsiteX1792" fmla="*/ 261461 w 5114885"/>
              <a:gd name="connsiteY1792" fmla="*/ 670040 h 968306"/>
              <a:gd name="connsiteX1793" fmla="*/ 260414 w 5114885"/>
              <a:gd name="connsiteY1793" fmla="*/ 667373 h 968306"/>
              <a:gd name="connsiteX1794" fmla="*/ 258794 w 5114885"/>
              <a:gd name="connsiteY1794" fmla="*/ 662705 h 968306"/>
              <a:gd name="connsiteX1795" fmla="*/ 245174 w 5114885"/>
              <a:gd name="connsiteY1795" fmla="*/ 618700 h 968306"/>
              <a:gd name="connsiteX1796" fmla="*/ 235172 w 5114885"/>
              <a:gd name="connsiteY1796" fmla="*/ 597745 h 968306"/>
              <a:gd name="connsiteX1797" fmla="*/ 206407 w 5114885"/>
              <a:gd name="connsiteY1797" fmla="*/ 575266 h 968306"/>
              <a:gd name="connsiteX1798" fmla="*/ 163449 w 5114885"/>
              <a:gd name="connsiteY1798" fmla="*/ 576790 h 968306"/>
              <a:gd name="connsiteX1799" fmla="*/ 158210 w 5114885"/>
              <a:gd name="connsiteY1799" fmla="*/ 577361 h 968306"/>
              <a:gd name="connsiteX1800" fmla="*/ 140970 w 5114885"/>
              <a:gd name="connsiteY1800" fmla="*/ 581552 h 968306"/>
              <a:gd name="connsiteX1801" fmla="*/ 138875 w 5114885"/>
              <a:gd name="connsiteY1801" fmla="*/ 587267 h 968306"/>
              <a:gd name="connsiteX1802" fmla="*/ 135160 w 5114885"/>
              <a:gd name="connsiteY1802" fmla="*/ 594602 h 968306"/>
              <a:gd name="connsiteX1803" fmla="*/ 134112 w 5114885"/>
              <a:gd name="connsiteY1803" fmla="*/ 598221 h 968306"/>
              <a:gd name="connsiteX1804" fmla="*/ 133064 w 5114885"/>
              <a:gd name="connsiteY1804" fmla="*/ 602888 h 968306"/>
              <a:gd name="connsiteX1805" fmla="*/ 122587 w 5114885"/>
              <a:gd name="connsiteY1805" fmla="*/ 620700 h 968306"/>
              <a:gd name="connsiteX1806" fmla="*/ 98489 w 5114885"/>
              <a:gd name="connsiteY1806" fmla="*/ 686137 h 968306"/>
              <a:gd name="connsiteX1807" fmla="*/ 83820 w 5114885"/>
              <a:gd name="connsiteY1807" fmla="*/ 727475 h 968306"/>
              <a:gd name="connsiteX1808" fmla="*/ 76486 w 5114885"/>
              <a:gd name="connsiteY1808" fmla="*/ 748430 h 968306"/>
              <a:gd name="connsiteX1809" fmla="*/ 69152 w 5114885"/>
              <a:gd name="connsiteY1809" fmla="*/ 766242 h 968306"/>
              <a:gd name="connsiteX1810" fmla="*/ 55531 w 5114885"/>
              <a:gd name="connsiteY1810" fmla="*/ 799294 h 968306"/>
              <a:gd name="connsiteX1811" fmla="*/ 14669 w 5114885"/>
              <a:gd name="connsiteY1811" fmla="*/ 916166 h 968306"/>
              <a:gd name="connsiteX1812" fmla="*/ 1048 w 5114885"/>
              <a:gd name="connsiteY1812" fmla="*/ 941312 h 968306"/>
              <a:gd name="connsiteX1813" fmla="*/ 0 w 5114885"/>
              <a:gd name="connsiteY1813" fmla="*/ 944455 h 968306"/>
              <a:gd name="connsiteX1814" fmla="*/ 19336 w 5114885"/>
              <a:gd name="connsiteY1814" fmla="*/ 954361 h 968306"/>
              <a:gd name="connsiteX1815" fmla="*/ 24575 w 5114885"/>
              <a:gd name="connsiteY1815" fmla="*/ 955409 h 968306"/>
              <a:gd name="connsiteX1816" fmla="*/ 32957 w 5114885"/>
              <a:gd name="connsiteY1816" fmla="*/ 956933 h 968306"/>
              <a:gd name="connsiteX1817" fmla="*/ 41339 w 5114885"/>
              <a:gd name="connsiteY1817" fmla="*/ 959028 h 968306"/>
              <a:gd name="connsiteX1818" fmla="*/ 83725 w 5114885"/>
              <a:gd name="connsiteY1818" fmla="*/ 959028 h 968306"/>
              <a:gd name="connsiteX1819" fmla="*/ 90011 w 5114885"/>
              <a:gd name="connsiteY1819" fmla="*/ 950075 h 968306"/>
              <a:gd name="connsiteX1820" fmla="*/ 95822 w 5114885"/>
              <a:gd name="connsiteY1820" fmla="*/ 930167 h 968306"/>
              <a:gd name="connsiteX1821" fmla="*/ 108395 w 5114885"/>
              <a:gd name="connsiteY1821" fmla="*/ 888829 h 968306"/>
              <a:gd name="connsiteX1822" fmla="*/ 114205 w 5114885"/>
              <a:gd name="connsiteY1822" fmla="*/ 878351 h 968306"/>
              <a:gd name="connsiteX1823" fmla="*/ 116777 w 5114885"/>
              <a:gd name="connsiteY1823" fmla="*/ 875780 h 968306"/>
              <a:gd name="connsiteX1824" fmla="*/ 120491 w 5114885"/>
              <a:gd name="connsiteY1824" fmla="*/ 871589 h 968306"/>
              <a:gd name="connsiteX1825" fmla="*/ 189071 w 5114885"/>
              <a:gd name="connsiteY1825" fmla="*/ 873208 h 968306"/>
              <a:gd name="connsiteX1826" fmla="*/ 222599 w 5114885"/>
              <a:gd name="connsiteY1826" fmla="*/ 871589 h 968306"/>
              <a:gd name="connsiteX1827" fmla="*/ 246221 w 5114885"/>
              <a:gd name="connsiteY1827" fmla="*/ 871589 h 968306"/>
              <a:gd name="connsiteX1828" fmla="*/ 247841 w 5114885"/>
              <a:gd name="connsiteY1828" fmla="*/ 871589 h 968306"/>
              <a:gd name="connsiteX1829" fmla="*/ 4999768 w 5114885"/>
              <a:gd name="connsiteY1829" fmla="*/ 158642 h 968306"/>
              <a:gd name="connsiteX1830" fmla="*/ 4963097 w 5114885"/>
              <a:gd name="connsiteY1830" fmla="*/ 158642 h 968306"/>
              <a:gd name="connsiteX1831" fmla="*/ 4949952 w 5114885"/>
              <a:gd name="connsiteY1831" fmla="*/ 162833 h 968306"/>
              <a:gd name="connsiteX1832" fmla="*/ 4947380 w 5114885"/>
              <a:gd name="connsiteY1832" fmla="*/ 164929 h 968306"/>
              <a:gd name="connsiteX1833" fmla="*/ 4940523 w 5114885"/>
              <a:gd name="connsiteY1833" fmla="*/ 169120 h 968306"/>
              <a:gd name="connsiteX1834" fmla="*/ 4927378 w 5114885"/>
              <a:gd name="connsiteY1834" fmla="*/ 182264 h 968306"/>
              <a:gd name="connsiteX1835" fmla="*/ 4916901 w 5114885"/>
              <a:gd name="connsiteY1835" fmla="*/ 207887 h 968306"/>
              <a:gd name="connsiteX1836" fmla="*/ 4932617 w 5114885"/>
              <a:gd name="connsiteY1836" fmla="*/ 219412 h 968306"/>
              <a:gd name="connsiteX1837" fmla="*/ 4935760 w 5114885"/>
              <a:gd name="connsiteY1837" fmla="*/ 218840 h 968306"/>
              <a:gd name="connsiteX1838" fmla="*/ 5026438 w 5114885"/>
              <a:gd name="connsiteY1838" fmla="*/ 221507 h 968306"/>
              <a:gd name="connsiteX1839" fmla="*/ 5043202 w 5114885"/>
              <a:gd name="connsiteY1839" fmla="*/ 215697 h 968306"/>
              <a:gd name="connsiteX1840" fmla="*/ 5036344 w 5114885"/>
              <a:gd name="connsiteY1840" fmla="*/ 179597 h 968306"/>
              <a:gd name="connsiteX1841" fmla="*/ 5018532 w 5114885"/>
              <a:gd name="connsiteY1841" fmla="*/ 165977 h 968306"/>
              <a:gd name="connsiteX1842" fmla="*/ 4999673 w 5114885"/>
              <a:gd name="connsiteY1842" fmla="*/ 158642 h 968306"/>
              <a:gd name="connsiteX1843" fmla="*/ 5036820 w 5114885"/>
              <a:gd name="connsiteY1843" fmla="*/ 207887 h 968306"/>
              <a:gd name="connsiteX1844" fmla="*/ 5025867 w 5114885"/>
              <a:gd name="connsiteY1844" fmla="*/ 211601 h 968306"/>
              <a:gd name="connsiteX1845" fmla="*/ 4933664 w 5114885"/>
              <a:gd name="connsiteY1845" fmla="*/ 208934 h 968306"/>
              <a:gd name="connsiteX1846" fmla="*/ 4930521 w 5114885"/>
              <a:gd name="connsiteY1846" fmla="*/ 209506 h 968306"/>
              <a:gd name="connsiteX1847" fmla="*/ 4926806 w 5114885"/>
              <a:gd name="connsiteY1847" fmla="*/ 210077 h 968306"/>
              <a:gd name="connsiteX1848" fmla="*/ 4935189 w 5114885"/>
              <a:gd name="connsiteY1848" fmla="*/ 188075 h 968306"/>
              <a:gd name="connsiteX1849" fmla="*/ 4945094 w 5114885"/>
              <a:gd name="connsiteY1849" fmla="*/ 178169 h 968306"/>
              <a:gd name="connsiteX1850" fmla="*/ 4953476 w 5114885"/>
              <a:gd name="connsiteY1850" fmla="*/ 173501 h 968306"/>
              <a:gd name="connsiteX1851" fmla="*/ 4955572 w 5114885"/>
              <a:gd name="connsiteY1851" fmla="*/ 171406 h 968306"/>
              <a:gd name="connsiteX1852" fmla="*/ 4965478 w 5114885"/>
              <a:gd name="connsiteY1852" fmla="*/ 168739 h 968306"/>
              <a:gd name="connsiteX1853" fmla="*/ 4997386 w 5114885"/>
              <a:gd name="connsiteY1853" fmla="*/ 168739 h 968306"/>
              <a:gd name="connsiteX1854" fmla="*/ 5013674 w 5114885"/>
              <a:gd name="connsiteY1854" fmla="*/ 175025 h 968306"/>
              <a:gd name="connsiteX1855" fmla="*/ 5027771 w 5114885"/>
              <a:gd name="connsiteY1855" fmla="*/ 185503 h 968306"/>
              <a:gd name="connsiteX1856" fmla="*/ 5036630 w 5114885"/>
              <a:gd name="connsiteY1856" fmla="*/ 207982 h 968306"/>
              <a:gd name="connsiteX1857" fmla="*/ 5050822 w 5114885"/>
              <a:gd name="connsiteY1857" fmla="*/ 304375 h 968306"/>
              <a:gd name="connsiteX1858" fmla="*/ 5099495 w 5114885"/>
              <a:gd name="connsiteY1858" fmla="*/ 303327 h 968306"/>
              <a:gd name="connsiteX1859" fmla="*/ 5089018 w 5114885"/>
              <a:gd name="connsiteY1859" fmla="*/ 328473 h 968306"/>
              <a:gd name="connsiteX1860" fmla="*/ 5082255 w 5114885"/>
              <a:gd name="connsiteY1860" fmla="*/ 337331 h 968306"/>
              <a:gd name="connsiteX1861" fmla="*/ 5070729 w 5114885"/>
              <a:gd name="connsiteY1861" fmla="*/ 348857 h 968306"/>
              <a:gd name="connsiteX1862" fmla="*/ 5049203 w 5114885"/>
              <a:gd name="connsiteY1862" fmla="*/ 360382 h 968306"/>
              <a:gd name="connsiteX1863" fmla="*/ 5046631 w 5114885"/>
              <a:gd name="connsiteY1863" fmla="*/ 362954 h 968306"/>
              <a:gd name="connsiteX1864" fmla="*/ 5043964 w 5114885"/>
              <a:gd name="connsiteY1864" fmla="*/ 364573 h 968306"/>
              <a:gd name="connsiteX1865" fmla="*/ 5032439 w 5114885"/>
              <a:gd name="connsiteY1865" fmla="*/ 370288 h 968306"/>
              <a:gd name="connsiteX1866" fmla="*/ 5027200 w 5114885"/>
              <a:gd name="connsiteY1866" fmla="*/ 371907 h 968306"/>
              <a:gd name="connsiteX1867" fmla="*/ 5022533 w 5114885"/>
              <a:gd name="connsiteY1867" fmla="*/ 373526 h 968306"/>
              <a:gd name="connsiteX1868" fmla="*/ 4942904 w 5114885"/>
              <a:gd name="connsiteY1868" fmla="*/ 371907 h 968306"/>
              <a:gd name="connsiteX1869" fmla="*/ 4916710 w 5114885"/>
              <a:gd name="connsiteY1869" fmla="*/ 364001 h 968306"/>
              <a:gd name="connsiteX1870" fmla="*/ 4887373 w 5114885"/>
              <a:gd name="connsiteY1870" fmla="*/ 341522 h 968306"/>
              <a:gd name="connsiteX1871" fmla="*/ 4859084 w 5114885"/>
              <a:gd name="connsiteY1871" fmla="*/ 291230 h 968306"/>
              <a:gd name="connsiteX1872" fmla="*/ 4856512 w 5114885"/>
              <a:gd name="connsiteY1872" fmla="*/ 280753 h 968306"/>
              <a:gd name="connsiteX1873" fmla="*/ 4854893 w 5114885"/>
              <a:gd name="connsiteY1873" fmla="*/ 276562 h 968306"/>
              <a:gd name="connsiteX1874" fmla="*/ 4853845 w 5114885"/>
              <a:gd name="connsiteY1874" fmla="*/ 270275 h 968306"/>
              <a:gd name="connsiteX1875" fmla="*/ 4851749 w 5114885"/>
              <a:gd name="connsiteY1875" fmla="*/ 256655 h 968306"/>
              <a:gd name="connsiteX1876" fmla="*/ 4852321 w 5114885"/>
              <a:gd name="connsiteY1876" fmla="*/ 252940 h 968306"/>
              <a:gd name="connsiteX1877" fmla="*/ 4852797 w 5114885"/>
              <a:gd name="connsiteY1877" fmla="*/ 249320 h 968306"/>
              <a:gd name="connsiteX1878" fmla="*/ 4852797 w 5114885"/>
              <a:gd name="connsiteY1878" fmla="*/ 245606 h 968306"/>
              <a:gd name="connsiteX1879" fmla="*/ 4853273 w 5114885"/>
              <a:gd name="connsiteY1879" fmla="*/ 238843 h 968306"/>
              <a:gd name="connsiteX1880" fmla="*/ 4878419 w 5114885"/>
              <a:gd name="connsiteY1880" fmla="*/ 170168 h 968306"/>
              <a:gd name="connsiteX1881" fmla="*/ 4890516 w 5114885"/>
              <a:gd name="connsiteY1881" fmla="*/ 152356 h 968306"/>
              <a:gd name="connsiteX1882" fmla="*/ 4928807 w 5114885"/>
              <a:gd name="connsiteY1882" fmla="*/ 123019 h 968306"/>
              <a:gd name="connsiteX1883" fmla="*/ 4959668 w 5114885"/>
              <a:gd name="connsiteY1883" fmla="*/ 114161 h 968306"/>
              <a:gd name="connsiteX1884" fmla="*/ 5017294 w 5114885"/>
              <a:gd name="connsiteY1884" fmla="*/ 114732 h 968306"/>
              <a:gd name="connsiteX1885" fmla="*/ 5021009 w 5114885"/>
              <a:gd name="connsiteY1885" fmla="*/ 115780 h 968306"/>
              <a:gd name="connsiteX1886" fmla="*/ 5050345 w 5114885"/>
              <a:gd name="connsiteY1886" fmla="*/ 127781 h 968306"/>
              <a:gd name="connsiteX1887" fmla="*/ 5069205 w 5114885"/>
              <a:gd name="connsiteY1887" fmla="*/ 149784 h 968306"/>
              <a:gd name="connsiteX1888" fmla="*/ 5101114 w 5114885"/>
              <a:gd name="connsiteY1888" fmla="*/ 227318 h 968306"/>
              <a:gd name="connsiteX1889" fmla="*/ 5101590 w 5114885"/>
              <a:gd name="connsiteY1889" fmla="*/ 232080 h 968306"/>
              <a:gd name="connsiteX1890" fmla="*/ 5101590 w 5114885"/>
              <a:gd name="connsiteY1890" fmla="*/ 235795 h 968306"/>
              <a:gd name="connsiteX1891" fmla="*/ 5102067 w 5114885"/>
              <a:gd name="connsiteY1891" fmla="*/ 242081 h 968306"/>
              <a:gd name="connsiteX1892" fmla="*/ 5103590 w 5114885"/>
              <a:gd name="connsiteY1892" fmla="*/ 249987 h 968306"/>
              <a:gd name="connsiteX1893" fmla="*/ 5104638 w 5114885"/>
              <a:gd name="connsiteY1893" fmla="*/ 254654 h 968306"/>
              <a:gd name="connsiteX1894" fmla="*/ 5072158 w 5114885"/>
              <a:gd name="connsiteY1894" fmla="*/ 253035 h 968306"/>
              <a:gd name="connsiteX1895" fmla="*/ 4999863 w 5114885"/>
              <a:gd name="connsiteY1895" fmla="*/ 256178 h 968306"/>
              <a:gd name="connsiteX1896" fmla="*/ 4976813 w 5114885"/>
              <a:gd name="connsiteY1896" fmla="*/ 257226 h 968306"/>
              <a:gd name="connsiteX1897" fmla="*/ 4925473 w 5114885"/>
              <a:gd name="connsiteY1897" fmla="*/ 258274 h 968306"/>
              <a:gd name="connsiteX1898" fmla="*/ 4917091 w 5114885"/>
              <a:gd name="connsiteY1898" fmla="*/ 292850 h 968306"/>
              <a:gd name="connsiteX1899" fmla="*/ 4919187 w 5114885"/>
              <a:gd name="connsiteY1899" fmla="*/ 298088 h 968306"/>
              <a:gd name="connsiteX1900" fmla="*/ 4920806 w 5114885"/>
              <a:gd name="connsiteY1900" fmla="*/ 302279 h 968306"/>
              <a:gd name="connsiteX1901" fmla="*/ 4922330 w 5114885"/>
              <a:gd name="connsiteY1901" fmla="*/ 305423 h 968306"/>
              <a:gd name="connsiteX1902" fmla="*/ 4924425 w 5114885"/>
              <a:gd name="connsiteY1902" fmla="*/ 308090 h 968306"/>
              <a:gd name="connsiteX1903" fmla="*/ 4927569 w 5114885"/>
              <a:gd name="connsiteY1903" fmla="*/ 312281 h 968306"/>
              <a:gd name="connsiteX1904" fmla="*/ 4932807 w 5114885"/>
              <a:gd name="connsiteY1904" fmla="*/ 317519 h 968306"/>
              <a:gd name="connsiteX1905" fmla="*/ 4938046 w 5114885"/>
              <a:gd name="connsiteY1905" fmla="*/ 323806 h 968306"/>
              <a:gd name="connsiteX1906" fmla="*/ 4967383 w 5114885"/>
              <a:gd name="connsiteY1906" fmla="*/ 336950 h 968306"/>
              <a:gd name="connsiteX1907" fmla="*/ 4971098 w 5114885"/>
              <a:gd name="connsiteY1907" fmla="*/ 337522 h 968306"/>
              <a:gd name="connsiteX1908" fmla="*/ 5004626 w 5114885"/>
              <a:gd name="connsiteY1908" fmla="*/ 333807 h 968306"/>
              <a:gd name="connsiteX1909" fmla="*/ 5050155 w 5114885"/>
              <a:gd name="connsiteY1909" fmla="*/ 304470 h 968306"/>
              <a:gd name="connsiteX1910" fmla="*/ 5050727 w 5114885"/>
              <a:gd name="connsiteY1910" fmla="*/ 304470 h 968306"/>
              <a:gd name="connsiteX1911" fmla="*/ 4926140 w 5114885"/>
              <a:gd name="connsiteY1911" fmla="*/ 268275 h 968306"/>
              <a:gd name="connsiteX1912" fmla="*/ 4978527 w 5114885"/>
              <a:gd name="connsiteY1912" fmla="*/ 267227 h 968306"/>
              <a:gd name="connsiteX1913" fmla="*/ 5000054 w 5114885"/>
              <a:gd name="connsiteY1913" fmla="*/ 266180 h 968306"/>
              <a:gd name="connsiteX1914" fmla="*/ 5072349 w 5114885"/>
              <a:gd name="connsiteY1914" fmla="*/ 263036 h 968306"/>
              <a:gd name="connsiteX1915" fmla="*/ 5093303 w 5114885"/>
              <a:gd name="connsiteY1915" fmla="*/ 264656 h 968306"/>
              <a:gd name="connsiteX1916" fmla="*/ 5112163 w 5114885"/>
              <a:gd name="connsiteY1916" fmla="*/ 240557 h 968306"/>
              <a:gd name="connsiteX1917" fmla="*/ 5111686 w 5114885"/>
              <a:gd name="connsiteY1917" fmla="*/ 235319 h 968306"/>
              <a:gd name="connsiteX1918" fmla="*/ 5111686 w 5114885"/>
              <a:gd name="connsiteY1918" fmla="*/ 231128 h 968306"/>
              <a:gd name="connsiteX1919" fmla="*/ 5111210 w 5114885"/>
              <a:gd name="connsiteY1919" fmla="*/ 225889 h 968306"/>
              <a:gd name="connsiteX1920" fmla="*/ 5076635 w 5114885"/>
              <a:gd name="connsiteY1920" fmla="*/ 142545 h 968306"/>
              <a:gd name="connsiteX1921" fmla="*/ 5055680 w 5114885"/>
              <a:gd name="connsiteY1921" fmla="*/ 119495 h 968306"/>
              <a:gd name="connsiteX1922" fmla="*/ 5027390 w 5114885"/>
              <a:gd name="connsiteY1922" fmla="*/ 107493 h 968306"/>
              <a:gd name="connsiteX1923" fmla="*/ 5023199 w 5114885"/>
              <a:gd name="connsiteY1923" fmla="*/ 105874 h 968306"/>
              <a:gd name="connsiteX1924" fmla="*/ 5019485 w 5114885"/>
              <a:gd name="connsiteY1924" fmla="*/ 105302 h 968306"/>
              <a:gd name="connsiteX1925" fmla="*/ 4958239 w 5114885"/>
              <a:gd name="connsiteY1925" fmla="*/ 104255 h 968306"/>
              <a:gd name="connsiteX1926" fmla="*/ 4925759 w 5114885"/>
              <a:gd name="connsiteY1926" fmla="*/ 113113 h 968306"/>
              <a:gd name="connsiteX1927" fmla="*/ 4881753 w 5114885"/>
              <a:gd name="connsiteY1927" fmla="*/ 147689 h 968306"/>
              <a:gd name="connsiteX1928" fmla="*/ 4869180 w 5114885"/>
              <a:gd name="connsiteY1928" fmla="*/ 165977 h 968306"/>
              <a:gd name="connsiteX1929" fmla="*/ 4844034 w 5114885"/>
              <a:gd name="connsiteY1929" fmla="*/ 230366 h 968306"/>
              <a:gd name="connsiteX1930" fmla="*/ 4842987 w 5114885"/>
              <a:gd name="connsiteY1930" fmla="*/ 244558 h 968306"/>
              <a:gd name="connsiteX1931" fmla="*/ 4842987 w 5114885"/>
              <a:gd name="connsiteY1931" fmla="*/ 248273 h 968306"/>
              <a:gd name="connsiteX1932" fmla="*/ 4842510 w 5114885"/>
              <a:gd name="connsiteY1932" fmla="*/ 251416 h 968306"/>
              <a:gd name="connsiteX1933" fmla="*/ 4842034 w 5114885"/>
              <a:gd name="connsiteY1933" fmla="*/ 255607 h 968306"/>
              <a:gd name="connsiteX1934" fmla="*/ 4844130 w 5114885"/>
              <a:gd name="connsiteY1934" fmla="*/ 272371 h 968306"/>
              <a:gd name="connsiteX1935" fmla="*/ 4845654 w 5114885"/>
              <a:gd name="connsiteY1935" fmla="*/ 280181 h 968306"/>
              <a:gd name="connsiteX1936" fmla="*/ 4847273 w 5114885"/>
              <a:gd name="connsiteY1936" fmla="*/ 284372 h 968306"/>
              <a:gd name="connsiteX1937" fmla="*/ 4849368 w 5114885"/>
              <a:gd name="connsiteY1937" fmla="*/ 292754 h 968306"/>
              <a:gd name="connsiteX1938" fmla="*/ 4849845 w 5114885"/>
              <a:gd name="connsiteY1938" fmla="*/ 295421 h 968306"/>
              <a:gd name="connsiteX1939" fmla="*/ 4880801 w 5114885"/>
              <a:gd name="connsiteY1939" fmla="*/ 349428 h 968306"/>
              <a:gd name="connsiteX1940" fmla="*/ 4914329 w 5114885"/>
              <a:gd name="connsiteY1940" fmla="*/ 374003 h 968306"/>
              <a:gd name="connsiteX1941" fmla="*/ 4940523 w 5114885"/>
              <a:gd name="connsiteY1941" fmla="*/ 381908 h 968306"/>
              <a:gd name="connsiteX1942" fmla="*/ 5025961 w 5114885"/>
              <a:gd name="connsiteY1942" fmla="*/ 382956 h 968306"/>
              <a:gd name="connsiteX1943" fmla="*/ 5030153 w 5114885"/>
              <a:gd name="connsiteY1943" fmla="*/ 381432 h 968306"/>
              <a:gd name="connsiteX1944" fmla="*/ 5035868 w 5114885"/>
              <a:gd name="connsiteY1944" fmla="*/ 379813 h 968306"/>
              <a:gd name="connsiteX1945" fmla="*/ 5045298 w 5114885"/>
              <a:gd name="connsiteY1945" fmla="*/ 374574 h 968306"/>
              <a:gd name="connsiteX1946" fmla="*/ 5050536 w 5114885"/>
              <a:gd name="connsiteY1946" fmla="*/ 372479 h 968306"/>
              <a:gd name="connsiteX1947" fmla="*/ 5053203 w 5114885"/>
              <a:gd name="connsiteY1947" fmla="*/ 370383 h 968306"/>
              <a:gd name="connsiteX1948" fmla="*/ 5055870 w 5114885"/>
              <a:gd name="connsiteY1948" fmla="*/ 368288 h 968306"/>
              <a:gd name="connsiteX1949" fmla="*/ 5076825 w 5114885"/>
              <a:gd name="connsiteY1949" fmla="*/ 357239 h 968306"/>
              <a:gd name="connsiteX1950" fmla="*/ 5092065 w 5114885"/>
              <a:gd name="connsiteY1950" fmla="*/ 341046 h 968306"/>
              <a:gd name="connsiteX1951" fmla="*/ 5098352 w 5114885"/>
              <a:gd name="connsiteY1951" fmla="*/ 333712 h 968306"/>
              <a:gd name="connsiteX1952" fmla="*/ 5106734 w 5114885"/>
              <a:gd name="connsiteY1952" fmla="*/ 293326 h 968306"/>
              <a:gd name="connsiteX1953" fmla="*/ 5089970 w 5114885"/>
              <a:gd name="connsiteY1953" fmla="*/ 292278 h 968306"/>
              <a:gd name="connsiteX1954" fmla="*/ 5049108 w 5114885"/>
              <a:gd name="connsiteY1954" fmla="*/ 294374 h 968306"/>
              <a:gd name="connsiteX1955" fmla="*/ 5044917 w 5114885"/>
              <a:gd name="connsiteY1955" fmla="*/ 295421 h 968306"/>
              <a:gd name="connsiteX1956" fmla="*/ 5041202 w 5114885"/>
              <a:gd name="connsiteY1956" fmla="*/ 301232 h 968306"/>
              <a:gd name="connsiteX1957" fmla="*/ 5002435 w 5114885"/>
              <a:gd name="connsiteY1957" fmla="*/ 324282 h 968306"/>
              <a:gd name="connsiteX1958" fmla="*/ 4971574 w 5114885"/>
              <a:gd name="connsiteY1958" fmla="*/ 327425 h 968306"/>
              <a:gd name="connsiteX1959" fmla="*/ 4966907 w 5114885"/>
              <a:gd name="connsiteY1959" fmla="*/ 326378 h 968306"/>
              <a:gd name="connsiteX1960" fmla="*/ 4945952 w 5114885"/>
              <a:gd name="connsiteY1960" fmla="*/ 316948 h 968306"/>
              <a:gd name="connsiteX1961" fmla="*/ 4939189 w 5114885"/>
              <a:gd name="connsiteY1961" fmla="*/ 309137 h 968306"/>
              <a:gd name="connsiteX1962" fmla="*/ 4936045 w 5114885"/>
              <a:gd name="connsiteY1962" fmla="*/ 305423 h 968306"/>
              <a:gd name="connsiteX1963" fmla="*/ 4932903 w 5114885"/>
              <a:gd name="connsiteY1963" fmla="*/ 301803 h 968306"/>
              <a:gd name="connsiteX1964" fmla="*/ 4930807 w 5114885"/>
              <a:gd name="connsiteY1964" fmla="*/ 298088 h 968306"/>
              <a:gd name="connsiteX1965" fmla="*/ 4929283 w 5114885"/>
              <a:gd name="connsiteY1965" fmla="*/ 294945 h 968306"/>
              <a:gd name="connsiteX1966" fmla="*/ 4927187 w 5114885"/>
              <a:gd name="connsiteY1966" fmla="*/ 289230 h 968306"/>
              <a:gd name="connsiteX1967" fmla="*/ 4926711 w 5114885"/>
              <a:gd name="connsiteY1967" fmla="*/ 268275 h 968306"/>
              <a:gd name="connsiteX1968" fmla="*/ 4659535 w 5114885"/>
              <a:gd name="connsiteY1968" fmla="*/ 373050 h 968306"/>
              <a:gd name="connsiteX1969" fmla="*/ 4659059 w 5114885"/>
              <a:gd name="connsiteY1969" fmla="*/ 373050 h 968306"/>
              <a:gd name="connsiteX1970" fmla="*/ 4660106 w 5114885"/>
              <a:gd name="connsiteY1970" fmla="*/ 368383 h 968306"/>
              <a:gd name="connsiteX1971" fmla="*/ 4660106 w 5114885"/>
              <a:gd name="connsiteY1971" fmla="*/ 360477 h 968306"/>
              <a:gd name="connsiteX1972" fmla="*/ 4659630 w 5114885"/>
              <a:gd name="connsiteY1972" fmla="*/ 304375 h 968306"/>
              <a:gd name="connsiteX1973" fmla="*/ 4660106 w 5114885"/>
              <a:gd name="connsiteY1973" fmla="*/ 238938 h 968306"/>
              <a:gd name="connsiteX1974" fmla="*/ 4660106 w 5114885"/>
              <a:gd name="connsiteY1974" fmla="*/ 207982 h 968306"/>
              <a:gd name="connsiteX1975" fmla="*/ 4660678 w 5114885"/>
              <a:gd name="connsiteY1975" fmla="*/ 204267 h 968306"/>
              <a:gd name="connsiteX1976" fmla="*/ 4661154 w 5114885"/>
              <a:gd name="connsiteY1976" fmla="*/ 193313 h 968306"/>
              <a:gd name="connsiteX1977" fmla="*/ 4661154 w 5114885"/>
              <a:gd name="connsiteY1977" fmla="*/ 115780 h 968306"/>
              <a:gd name="connsiteX1978" fmla="*/ 4683633 w 5114885"/>
              <a:gd name="connsiteY1978" fmla="*/ 117399 h 968306"/>
              <a:gd name="connsiteX1979" fmla="*/ 4685729 w 5114885"/>
              <a:gd name="connsiteY1979" fmla="*/ 117971 h 968306"/>
              <a:gd name="connsiteX1980" fmla="*/ 4718209 w 5114885"/>
              <a:gd name="connsiteY1980" fmla="*/ 117971 h 968306"/>
              <a:gd name="connsiteX1981" fmla="*/ 4719257 w 5114885"/>
              <a:gd name="connsiteY1981" fmla="*/ 143117 h 968306"/>
              <a:gd name="connsiteX1982" fmla="*/ 4732401 w 5114885"/>
              <a:gd name="connsiteY1982" fmla="*/ 151975 h 968306"/>
              <a:gd name="connsiteX1983" fmla="*/ 4743926 w 5114885"/>
              <a:gd name="connsiteY1983" fmla="*/ 143593 h 968306"/>
              <a:gd name="connsiteX1984" fmla="*/ 4747546 w 5114885"/>
              <a:gd name="connsiteY1984" fmla="*/ 140450 h 968306"/>
              <a:gd name="connsiteX1985" fmla="*/ 4758023 w 5114885"/>
              <a:gd name="connsiteY1985" fmla="*/ 131591 h 968306"/>
              <a:gd name="connsiteX1986" fmla="*/ 4765358 w 5114885"/>
              <a:gd name="connsiteY1986" fmla="*/ 123686 h 968306"/>
              <a:gd name="connsiteX1987" fmla="*/ 4771073 w 5114885"/>
              <a:gd name="connsiteY1987" fmla="*/ 119495 h 968306"/>
              <a:gd name="connsiteX1988" fmla="*/ 4777359 w 5114885"/>
              <a:gd name="connsiteY1988" fmla="*/ 116351 h 968306"/>
              <a:gd name="connsiteX1989" fmla="*/ 4789932 w 5114885"/>
              <a:gd name="connsiteY1989" fmla="*/ 112637 h 968306"/>
              <a:gd name="connsiteX1990" fmla="*/ 4800886 w 5114885"/>
              <a:gd name="connsiteY1990" fmla="*/ 111017 h 968306"/>
              <a:gd name="connsiteX1991" fmla="*/ 4806125 w 5114885"/>
              <a:gd name="connsiteY1991" fmla="*/ 109970 h 968306"/>
              <a:gd name="connsiteX1992" fmla="*/ 4809268 w 5114885"/>
              <a:gd name="connsiteY1992" fmla="*/ 110541 h 968306"/>
              <a:gd name="connsiteX1993" fmla="*/ 4812411 w 5114885"/>
              <a:gd name="connsiteY1993" fmla="*/ 112637 h 968306"/>
              <a:gd name="connsiteX1994" fmla="*/ 4810316 w 5114885"/>
              <a:gd name="connsiteY1994" fmla="*/ 138259 h 968306"/>
              <a:gd name="connsiteX1995" fmla="*/ 4811364 w 5114885"/>
              <a:gd name="connsiteY1995" fmla="*/ 145593 h 968306"/>
              <a:gd name="connsiteX1996" fmla="*/ 4813935 w 5114885"/>
              <a:gd name="connsiteY1996" fmla="*/ 167596 h 968306"/>
              <a:gd name="connsiteX1997" fmla="*/ 4803934 w 5114885"/>
              <a:gd name="connsiteY1997" fmla="*/ 168167 h 968306"/>
              <a:gd name="connsiteX1998" fmla="*/ 4796600 w 5114885"/>
              <a:gd name="connsiteY1998" fmla="*/ 169215 h 968306"/>
              <a:gd name="connsiteX1999" fmla="*/ 4794028 w 5114885"/>
              <a:gd name="connsiteY1999" fmla="*/ 168644 h 968306"/>
              <a:gd name="connsiteX2000" fmla="*/ 4744212 w 5114885"/>
              <a:gd name="connsiteY2000" fmla="*/ 186455 h 968306"/>
              <a:gd name="connsiteX2001" fmla="*/ 4740021 w 5114885"/>
              <a:gd name="connsiteY2001" fmla="*/ 192170 h 968306"/>
              <a:gd name="connsiteX2002" fmla="*/ 4737926 w 5114885"/>
              <a:gd name="connsiteY2002" fmla="*/ 195885 h 968306"/>
              <a:gd name="connsiteX2003" fmla="*/ 4736306 w 5114885"/>
              <a:gd name="connsiteY2003" fmla="*/ 197981 h 968306"/>
              <a:gd name="connsiteX2004" fmla="*/ 4731639 w 5114885"/>
              <a:gd name="connsiteY2004" fmla="*/ 203219 h 968306"/>
              <a:gd name="connsiteX2005" fmla="*/ 4729067 w 5114885"/>
              <a:gd name="connsiteY2005" fmla="*/ 210554 h 968306"/>
              <a:gd name="connsiteX2006" fmla="*/ 4727448 w 5114885"/>
              <a:gd name="connsiteY2006" fmla="*/ 213125 h 968306"/>
              <a:gd name="connsiteX2007" fmla="*/ 4725924 w 5114885"/>
              <a:gd name="connsiteY2007" fmla="*/ 219412 h 968306"/>
              <a:gd name="connsiteX2008" fmla="*/ 4725353 w 5114885"/>
              <a:gd name="connsiteY2008" fmla="*/ 223603 h 968306"/>
              <a:gd name="connsiteX2009" fmla="*/ 4723829 w 5114885"/>
              <a:gd name="connsiteY2009" fmla="*/ 228842 h 968306"/>
              <a:gd name="connsiteX2010" fmla="*/ 4723257 w 5114885"/>
              <a:gd name="connsiteY2010" fmla="*/ 230937 h 968306"/>
              <a:gd name="connsiteX2011" fmla="*/ 4719638 w 5114885"/>
              <a:gd name="connsiteY2011" fmla="*/ 249797 h 968306"/>
              <a:gd name="connsiteX2012" fmla="*/ 4718590 w 5114885"/>
              <a:gd name="connsiteY2012" fmla="*/ 263417 h 968306"/>
              <a:gd name="connsiteX2013" fmla="*/ 4717542 w 5114885"/>
              <a:gd name="connsiteY2013" fmla="*/ 289611 h 968306"/>
              <a:gd name="connsiteX2014" fmla="*/ 4716971 w 5114885"/>
              <a:gd name="connsiteY2014" fmla="*/ 324663 h 968306"/>
              <a:gd name="connsiteX2015" fmla="*/ 4716971 w 5114885"/>
              <a:gd name="connsiteY2015" fmla="*/ 347142 h 968306"/>
              <a:gd name="connsiteX2016" fmla="*/ 4718590 w 5114885"/>
              <a:gd name="connsiteY2016" fmla="*/ 356000 h 968306"/>
              <a:gd name="connsiteX2017" fmla="*/ 4718590 w 5114885"/>
              <a:gd name="connsiteY2017" fmla="*/ 366002 h 968306"/>
              <a:gd name="connsiteX2018" fmla="*/ 4718114 w 5114885"/>
              <a:gd name="connsiteY2018" fmla="*/ 372288 h 968306"/>
              <a:gd name="connsiteX2019" fmla="*/ 4659440 w 5114885"/>
              <a:gd name="connsiteY2019" fmla="*/ 372860 h 968306"/>
              <a:gd name="connsiteX2020" fmla="*/ 4650010 w 5114885"/>
              <a:gd name="connsiteY2020" fmla="*/ 366002 h 968306"/>
              <a:gd name="connsiteX2021" fmla="*/ 4648391 w 5114885"/>
              <a:gd name="connsiteY2021" fmla="*/ 375431 h 968306"/>
              <a:gd name="connsiteX2022" fmla="*/ 4649439 w 5114885"/>
              <a:gd name="connsiteY2022" fmla="*/ 378575 h 968306"/>
              <a:gd name="connsiteX2023" fmla="*/ 4653153 w 5114885"/>
              <a:gd name="connsiteY2023" fmla="*/ 382194 h 968306"/>
              <a:gd name="connsiteX2024" fmla="*/ 4702398 w 5114885"/>
              <a:gd name="connsiteY2024" fmla="*/ 382194 h 968306"/>
              <a:gd name="connsiteX2025" fmla="*/ 4727543 w 5114885"/>
              <a:gd name="connsiteY2025" fmla="*/ 374384 h 968306"/>
              <a:gd name="connsiteX2026" fmla="*/ 4728591 w 5114885"/>
              <a:gd name="connsiteY2026" fmla="*/ 366478 h 968306"/>
              <a:gd name="connsiteX2027" fmla="*/ 4728591 w 5114885"/>
              <a:gd name="connsiteY2027" fmla="*/ 354953 h 968306"/>
              <a:gd name="connsiteX2028" fmla="*/ 4726972 w 5114885"/>
              <a:gd name="connsiteY2028" fmla="*/ 345999 h 968306"/>
              <a:gd name="connsiteX2029" fmla="*/ 4726972 w 5114885"/>
              <a:gd name="connsiteY2029" fmla="*/ 325044 h 968306"/>
              <a:gd name="connsiteX2030" fmla="*/ 4728020 w 5114885"/>
              <a:gd name="connsiteY2030" fmla="*/ 289421 h 968306"/>
              <a:gd name="connsiteX2031" fmla="*/ 4728591 w 5114885"/>
              <a:gd name="connsiteY2031" fmla="*/ 263798 h 968306"/>
              <a:gd name="connsiteX2032" fmla="*/ 4729639 w 5114885"/>
              <a:gd name="connsiteY2032" fmla="*/ 251225 h 968306"/>
              <a:gd name="connsiteX2033" fmla="*/ 4732211 w 5114885"/>
              <a:gd name="connsiteY2033" fmla="*/ 239129 h 968306"/>
              <a:gd name="connsiteX2034" fmla="*/ 4732782 w 5114885"/>
              <a:gd name="connsiteY2034" fmla="*/ 232366 h 968306"/>
              <a:gd name="connsiteX2035" fmla="*/ 4733830 w 5114885"/>
              <a:gd name="connsiteY2035" fmla="*/ 230747 h 968306"/>
              <a:gd name="connsiteX2036" fmla="*/ 4735925 w 5114885"/>
              <a:gd name="connsiteY2036" fmla="*/ 225032 h 968306"/>
              <a:gd name="connsiteX2037" fmla="*/ 4735925 w 5114885"/>
              <a:gd name="connsiteY2037" fmla="*/ 220269 h 968306"/>
              <a:gd name="connsiteX2038" fmla="*/ 4738497 w 5114885"/>
              <a:gd name="connsiteY2038" fmla="*/ 215030 h 968306"/>
              <a:gd name="connsiteX2039" fmla="*/ 4739545 w 5114885"/>
              <a:gd name="connsiteY2039" fmla="*/ 212935 h 968306"/>
              <a:gd name="connsiteX2040" fmla="*/ 4740021 w 5114885"/>
              <a:gd name="connsiteY2040" fmla="*/ 209792 h 968306"/>
              <a:gd name="connsiteX2041" fmla="*/ 4740498 w 5114885"/>
              <a:gd name="connsiteY2041" fmla="*/ 207696 h 968306"/>
              <a:gd name="connsiteX2042" fmla="*/ 4743069 w 5114885"/>
              <a:gd name="connsiteY2042" fmla="*/ 204553 h 968306"/>
              <a:gd name="connsiteX2043" fmla="*/ 4746213 w 5114885"/>
              <a:gd name="connsiteY2043" fmla="*/ 201410 h 968306"/>
              <a:gd name="connsiteX2044" fmla="*/ 4747832 w 5114885"/>
              <a:gd name="connsiteY2044" fmla="*/ 199314 h 968306"/>
              <a:gd name="connsiteX2045" fmla="*/ 4748880 w 5114885"/>
              <a:gd name="connsiteY2045" fmla="*/ 197219 h 968306"/>
              <a:gd name="connsiteX2046" fmla="*/ 4751451 w 5114885"/>
              <a:gd name="connsiteY2046" fmla="*/ 193504 h 968306"/>
              <a:gd name="connsiteX2047" fmla="*/ 4795457 w 5114885"/>
              <a:gd name="connsiteY2047" fmla="*/ 178835 h 968306"/>
              <a:gd name="connsiteX2048" fmla="*/ 4800219 w 5114885"/>
              <a:gd name="connsiteY2048" fmla="*/ 178835 h 968306"/>
              <a:gd name="connsiteX2049" fmla="*/ 4805934 w 5114885"/>
              <a:gd name="connsiteY2049" fmla="*/ 177216 h 968306"/>
              <a:gd name="connsiteX2050" fmla="*/ 4814316 w 5114885"/>
              <a:gd name="connsiteY2050" fmla="*/ 177216 h 968306"/>
              <a:gd name="connsiteX2051" fmla="*/ 4816888 w 5114885"/>
              <a:gd name="connsiteY2051" fmla="*/ 177788 h 968306"/>
              <a:gd name="connsiteX2052" fmla="*/ 4824222 w 5114885"/>
              <a:gd name="connsiteY2052" fmla="*/ 166834 h 968306"/>
              <a:gd name="connsiteX2053" fmla="*/ 4821555 w 5114885"/>
              <a:gd name="connsiteY2053" fmla="*/ 145403 h 968306"/>
              <a:gd name="connsiteX2054" fmla="*/ 4820031 w 5114885"/>
              <a:gd name="connsiteY2054" fmla="*/ 137021 h 968306"/>
              <a:gd name="connsiteX2055" fmla="*/ 4814221 w 5114885"/>
              <a:gd name="connsiteY2055" fmla="*/ 100921 h 968306"/>
              <a:gd name="connsiteX2056" fmla="*/ 4810506 w 5114885"/>
              <a:gd name="connsiteY2056" fmla="*/ 100349 h 968306"/>
              <a:gd name="connsiteX2057" fmla="*/ 4807363 w 5114885"/>
              <a:gd name="connsiteY2057" fmla="*/ 99778 h 968306"/>
              <a:gd name="connsiteX2058" fmla="*/ 4803172 w 5114885"/>
              <a:gd name="connsiteY2058" fmla="*/ 100349 h 968306"/>
              <a:gd name="connsiteX2059" fmla="*/ 4798981 w 5114885"/>
              <a:gd name="connsiteY2059" fmla="*/ 100921 h 968306"/>
              <a:gd name="connsiteX2060" fmla="*/ 4789551 w 5114885"/>
              <a:gd name="connsiteY2060" fmla="*/ 101969 h 968306"/>
              <a:gd name="connsiteX2061" fmla="*/ 4774311 w 5114885"/>
              <a:gd name="connsiteY2061" fmla="*/ 106160 h 968306"/>
              <a:gd name="connsiteX2062" fmla="*/ 4772216 w 5114885"/>
              <a:gd name="connsiteY2062" fmla="*/ 106160 h 968306"/>
              <a:gd name="connsiteX2063" fmla="*/ 4764881 w 5114885"/>
              <a:gd name="connsiteY2063" fmla="*/ 110827 h 968306"/>
              <a:gd name="connsiteX2064" fmla="*/ 4758023 w 5114885"/>
              <a:gd name="connsiteY2064" fmla="*/ 116066 h 968306"/>
              <a:gd name="connsiteX2065" fmla="*/ 4750689 w 5114885"/>
              <a:gd name="connsiteY2065" fmla="*/ 123876 h 968306"/>
              <a:gd name="connsiteX2066" fmla="*/ 4739735 w 5114885"/>
              <a:gd name="connsiteY2066" fmla="*/ 133306 h 968306"/>
              <a:gd name="connsiteX2067" fmla="*/ 4737164 w 5114885"/>
              <a:gd name="connsiteY2067" fmla="*/ 135401 h 968306"/>
              <a:gd name="connsiteX2068" fmla="*/ 4729258 w 5114885"/>
              <a:gd name="connsiteY2068" fmla="*/ 141688 h 968306"/>
              <a:gd name="connsiteX2069" fmla="*/ 4727163 w 5114885"/>
              <a:gd name="connsiteY2069" fmla="*/ 111779 h 968306"/>
              <a:gd name="connsiteX2070" fmla="*/ 4684776 w 5114885"/>
              <a:gd name="connsiteY2070" fmla="*/ 107112 h 968306"/>
              <a:gd name="connsiteX2071" fmla="*/ 4682205 w 5114885"/>
              <a:gd name="connsiteY2071" fmla="*/ 107112 h 968306"/>
              <a:gd name="connsiteX2072" fmla="*/ 4650200 w 5114885"/>
              <a:gd name="connsiteY2072" fmla="*/ 111303 h 968306"/>
              <a:gd name="connsiteX2073" fmla="*/ 4651248 w 5114885"/>
              <a:gd name="connsiteY2073" fmla="*/ 161595 h 968306"/>
              <a:gd name="connsiteX2074" fmla="*/ 4650200 w 5114885"/>
              <a:gd name="connsiteY2074" fmla="*/ 202457 h 968306"/>
              <a:gd name="connsiteX2075" fmla="*/ 4649153 w 5114885"/>
              <a:gd name="connsiteY2075" fmla="*/ 207696 h 968306"/>
              <a:gd name="connsiteX2076" fmla="*/ 4649724 w 5114885"/>
              <a:gd name="connsiteY2076" fmla="*/ 238652 h 968306"/>
              <a:gd name="connsiteX2077" fmla="*/ 4649724 w 5114885"/>
              <a:gd name="connsiteY2077" fmla="*/ 360668 h 968306"/>
              <a:gd name="connsiteX2078" fmla="*/ 4649724 w 5114885"/>
              <a:gd name="connsiteY2078" fmla="*/ 365906 h 968306"/>
              <a:gd name="connsiteX2079" fmla="*/ 4526090 w 5114885"/>
              <a:gd name="connsiteY2079" fmla="*/ 372764 h 968306"/>
              <a:gd name="connsiteX2080" fmla="*/ 4526566 w 5114885"/>
              <a:gd name="connsiteY2080" fmla="*/ 354953 h 968306"/>
              <a:gd name="connsiteX2081" fmla="*/ 4517708 w 5114885"/>
              <a:gd name="connsiteY2081" fmla="*/ 348666 h 968306"/>
              <a:gd name="connsiteX2082" fmla="*/ 4442270 w 5114885"/>
              <a:gd name="connsiteY2082" fmla="*/ 379527 h 968306"/>
              <a:gd name="connsiteX2083" fmla="*/ 4434935 w 5114885"/>
              <a:gd name="connsiteY2083" fmla="*/ 378479 h 968306"/>
              <a:gd name="connsiteX2084" fmla="*/ 4415028 w 5114885"/>
              <a:gd name="connsiteY2084" fmla="*/ 375336 h 968306"/>
              <a:gd name="connsiteX2085" fmla="*/ 4392549 w 5114885"/>
              <a:gd name="connsiteY2085" fmla="*/ 373241 h 968306"/>
              <a:gd name="connsiteX2086" fmla="*/ 4377309 w 5114885"/>
              <a:gd name="connsiteY2086" fmla="*/ 364287 h 968306"/>
              <a:gd name="connsiteX2087" fmla="*/ 4373595 w 5114885"/>
              <a:gd name="connsiteY2087" fmla="*/ 361144 h 968306"/>
              <a:gd name="connsiteX2088" fmla="*/ 4364736 w 5114885"/>
              <a:gd name="connsiteY2088" fmla="*/ 353333 h 968306"/>
              <a:gd name="connsiteX2089" fmla="*/ 4357973 w 5114885"/>
              <a:gd name="connsiteY2089" fmla="*/ 344951 h 968306"/>
              <a:gd name="connsiteX2090" fmla="*/ 4355402 w 5114885"/>
              <a:gd name="connsiteY2090" fmla="*/ 338189 h 968306"/>
              <a:gd name="connsiteX2091" fmla="*/ 4351687 w 5114885"/>
              <a:gd name="connsiteY2091" fmla="*/ 331902 h 968306"/>
              <a:gd name="connsiteX2092" fmla="*/ 4347496 w 5114885"/>
              <a:gd name="connsiteY2092" fmla="*/ 321996 h 968306"/>
              <a:gd name="connsiteX2093" fmla="*/ 4347496 w 5114885"/>
              <a:gd name="connsiteY2093" fmla="*/ 316281 h 968306"/>
              <a:gd name="connsiteX2094" fmla="*/ 4345400 w 5114885"/>
              <a:gd name="connsiteY2094" fmla="*/ 309423 h 968306"/>
              <a:gd name="connsiteX2095" fmla="*/ 4344353 w 5114885"/>
              <a:gd name="connsiteY2095" fmla="*/ 295802 h 968306"/>
              <a:gd name="connsiteX2096" fmla="*/ 4345972 w 5114885"/>
              <a:gd name="connsiteY2096" fmla="*/ 166929 h 968306"/>
              <a:gd name="connsiteX2097" fmla="*/ 4348544 w 5114885"/>
              <a:gd name="connsiteY2097" fmla="*/ 123400 h 968306"/>
              <a:gd name="connsiteX2098" fmla="*/ 4348544 w 5114885"/>
              <a:gd name="connsiteY2098" fmla="*/ 119209 h 968306"/>
              <a:gd name="connsiteX2099" fmla="*/ 4356354 w 5114885"/>
              <a:gd name="connsiteY2099" fmla="*/ 119209 h 968306"/>
              <a:gd name="connsiteX2100" fmla="*/ 4402455 w 5114885"/>
              <a:gd name="connsiteY2100" fmla="*/ 118161 h 968306"/>
              <a:gd name="connsiteX2101" fmla="*/ 4406170 w 5114885"/>
              <a:gd name="connsiteY2101" fmla="*/ 120828 h 968306"/>
              <a:gd name="connsiteX2102" fmla="*/ 4405694 w 5114885"/>
              <a:gd name="connsiteY2102" fmla="*/ 149117 h 968306"/>
              <a:gd name="connsiteX2103" fmla="*/ 4404646 w 5114885"/>
              <a:gd name="connsiteY2103" fmla="*/ 194171 h 968306"/>
              <a:gd name="connsiteX2104" fmla="*/ 4404170 w 5114885"/>
              <a:gd name="connsiteY2104" fmla="*/ 223508 h 968306"/>
              <a:gd name="connsiteX2105" fmla="*/ 4404170 w 5114885"/>
              <a:gd name="connsiteY2105" fmla="*/ 236081 h 968306"/>
              <a:gd name="connsiteX2106" fmla="*/ 4404646 w 5114885"/>
              <a:gd name="connsiteY2106" fmla="*/ 239700 h 968306"/>
              <a:gd name="connsiteX2107" fmla="*/ 4405217 w 5114885"/>
              <a:gd name="connsiteY2107" fmla="*/ 240748 h 968306"/>
              <a:gd name="connsiteX2108" fmla="*/ 4405217 w 5114885"/>
              <a:gd name="connsiteY2108" fmla="*/ 249701 h 968306"/>
              <a:gd name="connsiteX2109" fmla="*/ 4405217 w 5114885"/>
              <a:gd name="connsiteY2109" fmla="*/ 263894 h 968306"/>
              <a:gd name="connsiteX2110" fmla="*/ 4429316 w 5114885"/>
              <a:gd name="connsiteY2110" fmla="*/ 324663 h 968306"/>
              <a:gd name="connsiteX2111" fmla="*/ 4478560 w 5114885"/>
              <a:gd name="connsiteY2111" fmla="*/ 336665 h 968306"/>
              <a:gd name="connsiteX2112" fmla="*/ 4517803 w 5114885"/>
              <a:gd name="connsiteY2112" fmla="*/ 307328 h 968306"/>
              <a:gd name="connsiteX2113" fmla="*/ 4519422 w 5114885"/>
              <a:gd name="connsiteY2113" fmla="*/ 304184 h 968306"/>
              <a:gd name="connsiteX2114" fmla="*/ 4521041 w 5114885"/>
              <a:gd name="connsiteY2114" fmla="*/ 299517 h 968306"/>
              <a:gd name="connsiteX2115" fmla="*/ 4523137 w 5114885"/>
              <a:gd name="connsiteY2115" fmla="*/ 294278 h 968306"/>
              <a:gd name="connsiteX2116" fmla="*/ 4525232 w 5114885"/>
              <a:gd name="connsiteY2116" fmla="*/ 286944 h 968306"/>
              <a:gd name="connsiteX2117" fmla="*/ 4526756 w 5114885"/>
              <a:gd name="connsiteY2117" fmla="*/ 281134 h 968306"/>
              <a:gd name="connsiteX2118" fmla="*/ 4528376 w 5114885"/>
              <a:gd name="connsiteY2118" fmla="*/ 277991 h 968306"/>
              <a:gd name="connsiteX2119" fmla="*/ 4529423 w 5114885"/>
              <a:gd name="connsiteY2119" fmla="*/ 273800 h 968306"/>
              <a:gd name="connsiteX2120" fmla="*/ 4530948 w 5114885"/>
              <a:gd name="connsiteY2120" fmla="*/ 262274 h 968306"/>
              <a:gd name="connsiteX2121" fmla="*/ 4529423 w 5114885"/>
              <a:gd name="connsiteY2121" fmla="*/ 158547 h 968306"/>
              <a:gd name="connsiteX2122" fmla="*/ 4528376 w 5114885"/>
              <a:gd name="connsiteY2122" fmla="*/ 127115 h 968306"/>
              <a:gd name="connsiteX2123" fmla="*/ 4527899 w 5114885"/>
              <a:gd name="connsiteY2123" fmla="*/ 121876 h 968306"/>
              <a:gd name="connsiteX2124" fmla="*/ 4527899 w 5114885"/>
              <a:gd name="connsiteY2124" fmla="*/ 118256 h 968306"/>
              <a:gd name="connsiteX2125" fmla="*/ 4551998 w 5114885"/>
              <a:gd name="connsiteY2125" fmla="*/ 117685 h 968306"/>
              <a:gd name="connsiteX2126" fmla="*/ 4583906 w 5114885"/>
              <a:gd name="connsiteY2126" fmla="*/ 116637 h 968306"/>
              <a:gd name="connsiteX2127" fmla="*/ 4583906 w 5114885"/>
              <a:gd name="connsiteY2127" fmla="*/ 122352 h 968306"/>
              <a:gd name="connsiteX2128" fmla="*/ 4583430 w 5114885"/>
              <a:gd name="connsiteY2128" fmla="*/ 167405 h 968306"/>
              <a:gd name="connsiteX2129" fmla="*/ 4585049 w 5114885"/>
              <a:gd name="connsiteY2129" fmla="*/ 329330 h 968306"/>
              <a:gd name="connsiteX2130" fmla="*/ 4583430 w 5114885"/>
              <a:gd name="connsiteY2130" fmla="*/ 373812 h 968306"/>
              <a:gd name="connsiteX2131" fmla="*/ 4578763 w 5114885"/>
              <a:gd name="connsiteY2131" fmla="*/ 373812 h 968306"/>
              <a:gd name="connsiteX2132" fmla="*/ 4555713 w 5114885"/>
              <a:gd name="connsiteY2132" fmla="*/ 373812 h 968306"/>
              <a:gd name="connsiteX2133" fmla="*/ 4542568 w 5114885"/>
              <a:gd name="connsiteY2133" fmla="*/ 372764 h 968306"/>
              <a:gd name="connsiteX2134" fmla="*/ 4526280 w 5114885"/>
              <a:gd name="connsiteY2134" fmla="*/ 372764 h 968306"/>
              <a:gd name="connsiteX2135" fmla="*/ 4352354 w 5114885"/>
              <a:gd name="connsiteY2135" fmla="*/ 353429 h 968306"/>
              <a:gd name="connsiteX2136" fmla="*/ 4367022 w 5114885"/>
              <a:gd name="connsiteY2136" fmla="*/ 368097 h 968306"/>
              <a:gd name="connsiteX2137" fmla="*/ 4370737 w 5114885"/>
              <a:gd name="connsiteY2137" fmla="*/ 371717 h 968306"/>
              <a:gd name="connsiteX2138" fmla="*/ 4389597 w 5114885"/>
              <a:gd name="connsiteY2138" fmla="*/ 382670 h 968306"/>
              <a:gd name="connsiteX2139" fmla="*/ 4414266 w 5114885"/>
              <a:gd name="connsiteY2139" fmla="*/ 385337 h 968306"/>
              <a:gd name="connsiteX2140" fmla="*/ 4435221 w 5114885"/>
              <a:gd name="connsiteY2140" fmla="*/ 388481 h 968306"/>
              <a:gd name="connsiteX2141" fmla="*/ 4441984 w 5114885"/>
              <a:gd name="connsiteY2141" fmla="*/ 389528 h 968306"/>
              <a:gd name="connsiteX2142" fmla="*/ 4516946 w 5114885"/>
              <a:gd name="connsiteY2142" fmla="*/ 356000 h 968306"/>
              <a:gd name="connsiteX2143" fmla="*/ 4516470 w 5114885"/>
              <a:gd name="connsiteY2143" fmla="*/ 375431 h 968306"/>
              <a:gd name="connsiteX2144" fmla="*/ 4515898 w 5114885"/>
              <a:gd name="connsiteY2144" fmla="*/ 378003 h 968306"/>
              <a:gd name="connsiteX2145" fmla="*/ 4524756 w 5114885"/>
              <a:gd name="connsiteY2145" fmla="*/ 383242 h 968306"/>
              <a:gd name="connsiteX2146" fmla="*/ 4542092 w 5114885"/>
              <a:gd name="connsiteY2146" fmla="*/ 382670 h 968306"/>
              <a:gd name="connsiteX2147" fmla="*/ 4555236 w 5114885"/>
              <a:gd name="connsiteY2147" fmla="*/ 383718 h 968306"/>
              <a:gd name="connsiteX2148" fmla="*/ 4578858 w 5114885"/>
              <a:gd name="connsiteY2148" fmla="*/ 383718 h 968306"/>
              <a:gd name="connsiteX2149" fmla="*/ 4594098 w 5114885"/>
              <a:gd name="connsiteY2149" fmla="*/ 380099 h 968306"/>
              <a:gd name="connsiteX2150" fmla="*/ 4595146 w 5114885"/>
              <a:gd name="connsiteY2150" fmla="*/ 326663 h 968306"/>
              <a:gd name="connsiteX2151" fmla="*/ 4593527 w 5114885"/>
              <a:gd name="connsiteY2151" fmla="*/ 165786 h 968306"/>
              <a:gd name="connsiteX2152" fmla="*/ 4594574 w 5114885"/>
              <a:gd name="connsiteY2152" fmla="*/ 122828 h 968306"/>
              <a:gd name="connsiteX2153" fmla="*/ 4582573 w 5114885"/>
              <a:gd name="connsiteY2153" fmla="*/ 106636 h 968306"/>
              <a:gd name="connsiteX2154" fmla="*/ 4551712 w 5114885"/>
              <a:gd name="connsiteY2154" fmla="*/ 107684 h 968306"/>
              <a:gd name="connsiteX2155" fmla="*/ 4529709 w 5114885"/>
              <a:gd name="connsiteY2155" fmla="*/ 108255 h 968306"/>
              <a:gd name="connsiteX2156" fmla="*/ 4517136 w 5114885"/>
              <a:gd name="connsiteY2156" fmla="*/ 112922 h 968306"/>
              <a:gd name="connsiteX2157" fmla="*/ 4518184 w 5114885"/>
              <a:gd name="connsiteY2157" fmla="*/ 120257 h 968306"/>
              <a:gd name="connsiteX2158" fmla="*/ 4518660 w 5114885"/>
              <a:gd name="connsiteY2158" fmla="*/ 127591 h 968306"/>
              <a:gd name="connsiteX2159" fmla="*/ 4519708 w 5114885"/>
              <a:gd name="connsiteY2159" fmla="*/ 159595 h 968306"/>
              <a:gd name="connsiteX2160" fmla="*/ 4521327 w 5114885"/>
              <a:gd name="connsiteY2160" fmla="*/ 260655 h 968306"/>
              <a:gd name="connsiteX2161" fmla="*/ 4519232 w 5114885"/>
              <a:gd name="connsiteY2161" fmla="*/ 273800 h 968306"/>
              <a:gd name="connsiteX2162" fmla="*/ 4517136 w 5114885"/>
              <a:gd name="connsiteY2162" fmla="*/ 277991 h 968306"/>
              <a:gd name="connsiteX2163" fmla="*/ 4516089 w 5114885"/>
              <a:gd name="connsiteY2163" fmla="*/ 284277 h 968306"/>
              <a:gd name="connsiteX2164" fmla="*/ 4513993 w 5114885"/>
              <a:gd name="connsiteY2164" fmla="*/ 290087 h 968306"/>
              <a:gd name="connsiteX2165" fmla="*/ 4511898 w 5114885"/>
              <a:gd name="connsiteY2165" fmla="*/ 295802 h 968306"/>
              <a:gd name="connsiteX2166" fmla="*/ 4510850 w 5114885"/>
              <a:gd name="connsiteY2166" fmla="*/ 299517 h 968306"/>
              <a:gd name="connsiteX2167" fmla="*/ 4509802 w 5114885"/>
              <a:gd name="connsiteY2167" fmla="*/ 302184 h 968306"/>
              <a:gd name="connsiteX2168" fmla="*/ 4478370 w 5114885"/>
              <a:gd name="connsiteY2168" fmla="*/ 326759 h 968306"/>
              <a:gd name="connsiteX2169" fmla="*/ 4435983 w 5114885"/>
              <a:gd name="connsiteY2169" fmla="*/ 316757 h 968306"/>
              <a:gd name="connsiteX2170" fmla="*/ 4415505 w 5114885"/>
              <a:gd name="connsiteY2170" fmla="*/ 262846 h 968306"/>
              <a:gd name="connsiteX2171" fmla="*/ 4415505 w 5114885"/>
              <a:gd name="connsiteY2171" fmla="*/ 250273 h 968306"/>
              <a:gd name="connsiteX2172" fmla="*/ 4415505 w 5114885"/>
              <a:gd name="connsiteY2172" fmla="*/ 244463 h 968306"/>
              <a:gd name="connsiteX2173" fmla="*/ 4415028 w 5114885"/>
              <a:gd name="connsiteY2173" fmla="*/ 238748 h 968306"/>
              <a:gd name="connsiteX2174" fmla="*/ 4414552 w 5114885"/>
              <a:gd name="connsiteY2174" fmla="*/ 236081 h 968306"/>
              <a:gd name="connsiteX2175" fmla="*/ 4414552 w 5114885"/>
              <a:gd name="connsiteY2175" fmla="*/ 223508 h 968306"/>
              <a:gd name="connsiteX2176" fmla="*/ 4415028 w 5114885"/>
              <a:gd name="connsiteY2176" fmla="*/ 194171 h 968306"/>
              <a:gd name="connsiteX2177" fmla="*/ 4416076 w 5114885"/>
              <a:gd name="connsiteY2177" fmla="*/ 149594 h 968306"/>
              <a:gd name="connsiteX2178" fmla="*/ 4416648 w 5114885"/>
              <a:gd name="connsiteY2178" fmla="*/ 121304 h 968306"/>
              <a:gd name="connsiteX2179" fmla="*/ 4417124 w 5114885"/>
              <a:gd name="connsiteY2179" fmla="*/ 117590 h 968306"/>
              <a:gd name="connsiteX2180" fmla="*/ 4403979 w 5114885"/>
              <a:gd name="connsiteY2180" fmla="*/ 108160 h 968306"/>
              <a:gd name="connsiteX2181" fmla="*/ 4356259 w 5114885"/>
              <a:gd name="connsiteY2181" fmla="*/ 109208 h 968306"/>
              <a:gd name="connsiteX2182" fmla="*/ 4338923 w 5114885"/>
              <a:gd name="connsiteY2182" fmla="*/ 123400 h 968306"/>
              <a:gd name="connsiteX2183" fmla="*/ 4336352 w 5114885"/>
              <a:gd name="connsiteY2183" fmla="*/ 165881 h 968306"/>
              <a:gd name="connsiteX2184" fmla="*/ 4334732 w 5114885"/>
              <a:gd name="connsiteY2184" fmla="*/ 295802 h 968306"/>
              <a:gd name="connsiteX2185" fmla="*/ 4336352 w 5114885"/>
              <a:gd name="connsiteY2185" fmla="*/ 312090 h 968306"/>
              <a:gd name="connsiteX2186" fmla="*/ 4336828 w 5114885"/>
              <a:gd name="connsiteY2186" fmla="*/ 314757 h 968306"/>
              <a:gd name="connsiteX2187" fmla="*/ 4337876 w 5114885"/>
              <a:gd name="connsiteY2187" fmla="*/ 318377 h 968306"/>
              <a:gd name="connsiteX2188" fmla="*/ 4337876 w 5114885"/>
              <a:gd name="connsiteY2188" fmla="*/ 323615 h 968306"/>
              <a:gd name="connsiteX2189" fmla="*/ 4343115 w 5114885"/>
              <a:gd name="connsiteY2189" fmla="*/ 336188 h 968306"/>
              <a:gd name="connsiteX2190" fmla="*/ 4346258 w 5114885"/>
              <a:gd name="connsiteY2190" fmla="*/ 342475 h 968306"/>
              <a:gd name="connsiteX2191" fmla="*/ 4353021 w 5114885"/>
              <a:gd name="connsiteY2191" fmla="*/ 354000 h 968306"/>
              <a:gd name="connsiteX2192" fmla="*/ 4352449 w 5114885"/>
              <a:gd name="connsiteY2192" fmla="*/ 353429 h 968306"/>
              <a:gd name="connsiteX2193" fmla="*/ 4263295 w 5114885"/>
              <a:gd name="connsiteY2193" fmla="*/ 209411 h 968306"/>
              <a:gd name="connsiteX2194" fmla="*/ 4194143 w 5114885"/>
              <a:gd name="connsiteY2194" fmla="*/ 211030 h 968306"/>
              <a:gd name="connsiteX2195" fmla="*/ 4117658 w 5114885"/>
              <a:gd name="connsiteY2195" fmla="*/ 211030 h 968306"/>
              <a:gd name="connsiteX2196" fmla="*/ 4089368 w 5114885"/>
              <a:gd name="connsiteY2196" fmla="*/ 226175 h 968306"/>
              <a:gd name="connsiteX2197" fmla="*/ 4089845 w 5114885"/>
              <a:gd name="connsiteY2197" fmla="*/ 229318 h 968306"/>
              <a:gd name="connsiteX2198" fmla="*/ 4089368 w 5114885"/>
              <a:gd name="connsiteY2198" fmla="*/ 252845 h 968306"/>
              <a:gd name="connsiteX2199" fmla="*/ 4086797 w 5114885"/>
              <a:gd name="connsiteY2199" fmla="*/ 302089 h 968306"/>
              <a:gd name="connsiteX2200" fmla="*/ 4108799 w 5114885"/>
              <a:gd name="connsiteY2200" fmla="*/ 314090 h 968306"/>
              <a:gd name="connsiteX2201" fmla="*/ 4116134 w 5114885"/>
              <a:gd name="connsiteY2201" fmla="*/ 313519 h 968306"/>
              <a:gd name="connsiteX2202" fmla="*/ 4121372 w 5114885"/>
              <a:gd name="connsiteY2202" fmla="*/ 314090 h 968306"/>
              <a:gd name="connsiteX2203" fmla="*/ 4125087 w 5114885"/>
              <a:gd name="connsiteY2203" fmla="*/ 313519 h 968306"/>
              <a:gd name="connsiteX2204" fmla="*/ 4130897 w 5114885"/>
              <a:gd name="connsiteY2204" fmla="*/ 315138 h 968306"/>
              <a:gd name="connsiteX2205" fmla="*/ 4152900 w 5114885"/>
              <a:gd name="connsiteY2205" fmla="*/ 314090 h 968306"/>
              <a:gd name="connsiteX2206" fmla="*/ 4193762 w 5114885"/>
              <a:gd name="connsiteY2206" fmla="*/ 314662 h 968306"/>
              <a:gd name="connsiteX2207" fmla="*/ 4204240 w 5114885"/>
              <a:gd name="connsiteY2207" fmla="*/ 315710 h 968306"/>
              <a:gd name="connsiteX2208" fmla="*/ 4233006 w 5114885"/>
              <a:gd name="connsiteY2208" fmla="*/ 318281 h 968306"/>
              <a:gd name="connsiteX2209" fmla="*/ 4260247 w 5114885"/>
              <a:gd name="connsiteY2209" fmla="*/ 317234 h 968306"/>
              <a:gd name="connsiteX2210" fmla="*/ 4282250 w 5114885"/>
              <a:gd name="connsiteY2210" fmla="*/ 315710 h 968306"/>
              <a:gd name="connsiteX2211" fmla="*/ 4290632 w 5114885"/>
              <a:gd name="connsiteY2211" fmla="*/ 316281 h 968306"/>
              <a:gd name="connsiteX2212" fmla="*/ 4284822 w 5114885"/>
              <a:gd name="connsiteY2212" fmla="*/ 372860 h 968306"/>
              <a:gd name="connsiteX2213" fmla="*/ 4277011 w 5114885"/>
              <a:gd name="connsiteY2213" fmla="*/ 372860 h 968306"/>
              <a:gd name="connsiteX2214" fmla="*/ 4256056 w 5114885"/>
              <a:gd name="connsiteY2214" fmla="*/ 373431 h 968306"/>
              <a:gd name="connsiteX2215" fmla="*/ 4243483 w 5114885"/>
              <a:gd name="connsiteY2215" fmla="*/ 374003 h 968306"/>
              <a:gd name="connsiteX2216" fmla="*/ 4238244 w 5114885"/>
              <a:gd name="connsiteY2216" fmla="*/ 374574 h 968306"/>
              <a:gd name="connsiteX2217" fmla="*/ 4110990 w 5114885"/>
              <a:gd name="connsiteY2217" fmla="*/ 371431 h 968306"/>
              <a:gd name="connsiteX2218" fmla="*/ 4077462 w 5114885"/>
              <a:gd name="connsiteY2218" fmla="*/ 371431 h 968306"/>
              <a:gd name="connsiteX2219" fmla="*/ 4058031 w 5114885"/>
              <a:gd name="connsiteY2219" fmla="*/ 372002 h 968306"/>
              <a:gd name="connsiteX2220" fmla="*/ 4044410 w 5114885"/>
              <a:gd name="connsiteY2220" fmla="*/ 371431 h 968306"/>
              <a:gd name="connsiteX2221" fmla="*/ 4032409 w 5114885"/>
              <a:gd name="connsiteY2221" fmla="*/ 371431 h 968306"/>
              <a:gd name="connsiteX2222" fmla="*/ 4026599 w 5114885"/>
              <a:gd name="connsiteY2222" fmla="*/ 369335 h 968306"/>
              <a:gd name="connsiteX2223" fmla="*/ 4022408 w 5114885"/>
              <a:gd name="connsiteY2223" fmla="*/ 368859 h 968306"/>
              <a:gd name="connsiteX2224" fmla="*/ 4019836 w 5114885"/>
              <a:gd name="connsiteY2224" fmla="*/ 367811 h 968306"/>
              <a:gd name="connsiteX2225" fmla="*/ 4019836 w 5114885"/>
              <a:gd name="connsiteY2225" fmla="*/ 363620 h 968306"/>
              <a:gd name="connsiteX2226" fmla="*/ 4019836 w 5114885"/>
              <a:gd name="connsiteY2226" fmla="*/ 307613 h 968306"/>
              <a:gd name="connsiteX2227" fmla="*/ 4018788 w 5114885"/>
              <a:gd name="connsiteY2227" fmla="*/ 241034 h 968306"/>
              <a:gd name="connsiteX2228" fmla="*/ 4019360 w 5114885"/>
              <a:gd name="connsiteY2228" fmla="*/ 236843 h 968306"/>
              <a:gd name="connsiteX2229" fmla="*/ 4018788 w 5114885"/>
              <a:gd name="connsiteY2229" fmla="*/ 233699 h 968306"/>
              <a:gd name="connsiteX2230" fmla="*/ 4018312 w 5114885"/>
              <a:gd name="connsiteY2230" fmla="*/ 229985 h 968306"/>
              <a:gd name="connsiteX2231" fmla="*/ 4017264 w 5114885"/>
              <a:gd name="connsiteY2231" fmla="*/ 180740 h 968306"/>
              <a:gd name="connsiteX2232" fmla="*/ 4016693 w 5114885"/>
              <a:gd name="connsiteY2232" fmla="*/ 177026 h 968306"/>
              <a:gd name="connsiteX2233" fmla="*/ 4016216 w 5114885"/>
              <a:gd name="connsiteY2233" fmla="*/ 134639 h 968306"/>
              <a:gd name="connsiteX2234" fmla="*/ 4017264 w 5114885"/>
              <a:gd name="connsiteY2234" fmla="*/ 50819 h 968306"/>
              <a:gd name="connsiteX2235" fmla="*/ 4017264 w 5114885"/>
              <a:gd name="connsiteY2235" fmla="*/ 31388 h 968306"/>
              <a:gd name="connsiteX2236" fmla="*/ 4019836 w 5114885"/>
              <a:gd name="connsiteY2236" fmla="*/ 17768 h 968306"/>
              <a:gd name="connsiteX2237" fmla="*/ 4025551 w 5114885"/>
              <a:gd name="connsiteY2237" fmla="*/ 18339 h 968306"/>
              <a:gd name="connsiteX2238" fmla="*/ 4081082 w 5114885"/>
              <a:gd name="connsiteY2238" fmla="*/ 17291 h 968306"/>
              <a:gd name="connsiteX2239" fmla="*/ 4138136 w 5114885"/>
              <a:gd name="connsiteY2239" fmla="*/ 15767 h 968306"/>
              <a:gd name="connsiteX2240" fmla="*/ 4173760 w 5114885"/>
              <a:gd name="connsiteY2240" fmla="*/ 14720 h 968306"/>
              <a:gd name="connsiteX2241" fmla="*/ 4182142 w 5114885"/>
              <a:gd name="connsiteY2241" fmla="*/ 14720 h 968306"/>
              <a:gd name="connsiteX2242" fmla="*/ 4206716 w 5114885"/>
              <a:gd name="connsiteY2242" fmla="*/ 15291 h 968306"/>
              <a:gd name="connsiteX2243" fmla="*/ 4245483 w 5114885"/>
              <a:gd name="connsiteY2243" fmla="*/ 14720 h 968306"/>
              <a:gd name="connsiteX2244" fmla="*/ 4257008 w 5114885"/>
              <a:gd name="connsiteY2244" fmla="*/ 14148 h 968306"/>
              <a:gd name="connsiteX2245" fmla="*/ 4263295 w 5114885"/>
              <a:gd name="connsiteY2245" fmla="*/ 14148 h 968306"/>
              <a:gd name="connsiteX2246" fmla="*/ 4282155 w 5114885"/>
              <a:gd name="connsiteY2246" fmla="*/ 16244 h 968306"/>
              <a:gd name="connsiteX2247" fmla="*/ 4280059 w 5114885"/>
              <a:gd name="connsiteY2247" fmla="*/ 45581 h 968306"/>
              <a:gd name="connsiteX2248" fmla="*/ 4282631 w 5114885"/>
              <a:gd name="connsiteY2248" fmla="*/ 61868 h 968306"/>
              <a:gd name="connsiteX2249" fmla="*/ 4283202 w 5114885"/>
              <a:gd name="connsiteY2249" fmla="*/ 64535 h 968306"/>
              <a:gd name="connsiteX2250" fmla="*/ 4238625 w 5114885"/>
              <a:gd name="connsiteY2250" fmla="*/ 64535 h 968306"/>
              <a:gd name="connsiteX2251" fmla="*/ 4187857 w 5114885"/>
              <a:gd name="connsiteY2251" fmla="*/ 65583 h 968306"/>
              <a:gd name="connsiteX2252" fmla="*/ 4153281 w 5114885"/>
              <a:gd name="connsiteY2252" fmla="*/ 67679 h 968306"/>
              <a:gd name="connsiteX2253" fmla="*/ 4099846 w 5114885"/>
              <a:gd name="connsiteY2253" fmla="*/ 67107 h 968306"/>
              <a:gd name="connsiteX2254" fmla="*/ 4089845 w 5114885"/>
              <a:gd name="connsiteY2254" fmla="*/ 74918 h 968306"/>
              <a:gd name="connsiteX2255" fmla="*/ 4086701 w 5114885"/>
              <a:gd name="connsiteY2255" fmla="*/ 105302 h 968306"/>
              <a:gd name="connsiteX2256" fmla="*/ 4086701 w 5114885"/>
              <a:gd name="connsiteY2256" fmla="*/ 122066 h 968306"/>
              <a:gd name="connsiteX2257" fmla="*/ 4086130 w 5114885"/>
              <a:gd name="connsiteY2257" fmla="*/ 131020 h 968306"/>
              <a:gd name="connsiteX2258" fmla="*/ 4085654 w 5114885"/>
              <a:gd name="connsiteY2258" fmla="*/ 135687 h 968306"/>
              <a:gd name="connsiteX2259" fmla="*/ 4087273 w 5114885"/>
              <a:gd name="connsiteY2259" fmla="*/ 149879 h 968306"/>
              <a:gd name="connsiteX2260" fmla="*/ 4098227 w 5114885"/>
              <a:gd name="connsiteY2260" fmla="*/ 160357 h 968306"/>
              <a:gd name="connsiteX2261" fmla="*/ 4103465 w 5114885"/>
              <a:gd name="connsiteY2261" fmla="*/ 161405 h 968306"/>
              <a:gd name="connsiteX2262" fmla="*/ 4178903 w 5114885"/>
              <a:gd name="connsiteY2262" fmla="*/ 159309 h 968306"/>
              <a:gd name="connsiteX2263" fmla="*/ 4264819 w 5114885"/>
              <a:gd name="connsiteY2263" fmla="*/ 162929 h 968306"/>
              <a:gd name="connsiteX2264" fmla="*/ 4264819 w 5114885"/>
              <a:gd name="connsiteY2264" fmla="*/ 174454 h 968306"/>
              <a:gd name="connsiteX2265" fmla="*/ 4264819 w 5114885"/>
              <a:gd name="connsiteY2265" fmla="*/ 209601 h 968306"/>
              <a:gd name="connsiteX2266" fmla="*/ 4263200 w 5114885"/>
              <a:gd name="connsiteY2266" fmla="*/ 209601 h 968306"/>
              <a:gd name="connsiteX2267" fmla="*/ 4096703 w 5114885"/>
              <a:gd name="connsiteY2267" fmla="*/ 303232 h 968306"/>
              <a:gd name="connsiteX2268" fmla="*/ 4099274 w 5114885"/>
              <a:gd name="connsiteY2268" fmla="*/ 252940 h 968306"/>
              <a:gd name="connsiteX2269" fmla="*/ 4099846 w 5114885"/>
              <a:gd name="connsiteY2269" fmla="*/ 228842 h 968306"/>
              <a:gd name="connsiteX2270" fmla="*/ 4099274 w 5114885"/>
              <a:gd name="connsiteY2270" fmla="*/ 223603 h 968306"/>
              <a:gd name="connsiteX2271" fmla="*/ 4118705 w 5114885"/>
              <a:gd name="connsiteY2271" fmla="*/ 220936 h 968306"/>
              <a:gd name="connsiteX2272" fmla="*/ 4194143 w 5114885"/>
              <a:gd name="connsiteY2272" fmla="*/ 220936 h 968306"/>
              <a:gd name="connsiteX2273" fmla="*/ 4263866 w 5114885"/>
              <a:gd name="connsiteY2273" fmla="*/ 219317 h 968306"/>
              <a:gd name="connsiteX2274" fmla="*/ 4269105 w 5114885"/>
              <a:gd name="connsiteY2274" fmla="*/ 218745 h 968306"/>
              <a:gd name="connsiteX2275" fmla="*/ 4275392 w 5114885"/>
              <a:gd name="connsiteY2275" fmla="*/ 212935 h 968306"/>
              <a:gd name="connsiteX2276" fmla="*/ 4274915 w 5114885"/>
              <a:gd name="connsiteY2276" fmla="*/ 202457 h 968306"/>
              <a:gd name="connsiteX2277" fmla="*/ 4274915 w 5114885"/>
              <a:gd name="connsiteY2277" fmla="*/ 174168 h 968306"/>
              <a:gd name="connsiteX2278" fmla="*/ 4260247 w 5114885"/>
              <a:gd name="connsiteY2278" fmla="*/ 152737 h 968306"/>
              <a:gd name="connsiteX2279" fmla="*/ 4179094 w 5114885"/>
              <a:gd name="connsiteY2279" fmla="*/ 149022 h 968306"/>
              <a:gd name="connsiteX2280" fmla="*/ 4104132 w 5114885"/>
              <a:gd name="connsiteY2280" fmla="*/ 151118 h 968306"/>
              <a:gd name="connsiteX2281" fmla="*/ 4099941 w 5114885"/>
              <a:gd name="connsiteY2281" fmla="*/ 150070 h 968306"/>
              <a:gd name="connsiteX2282" fmla="*/ 4097274 w 5114885"/>
              <a:gd name="connsiteY2282" fmla="*/ 149022 h 968306"/>
              <a:gd name="connsiteX2283" fmla="*/ 4096226 w 5114885"/>
              <a:gd name="connsiteY2283" fmla="*/ 134354 h 968306"/>
              <a:gd name="connsiteX2284" fmla="*/ 4096226 w 5114885"/>
              <a:gd name="connsiteY2284" fmla="*/ 131210 h 968306"/>
              <a:gd name="connsiteX2285" fmla="*/ 4096703 w 5114885"/>
              <a:gd name="connsiteY2285" fmla="*/ 122257 h 968306"/>
              <a:gd name="connsiteX2286" fmla="*/ 4096703 w 5114885"/>
              <a:gd name="connsiteY2286" fmla="*/ 105017 h 968306"/>
              <a:gd name="connsiteX2287" fmla="*/ 4098798 w 5114885"/>
              <a:gd name="connsiteY2287" fmla="*/ 79871 h 968306"/>
              <a:gd name="connsiteX2288" fmla="*/ 4100894 w 5114885"/>
              <a:gd name="connsiteY2288" fmla="*/ 76727 h 968306"/>
              <a:gd name="connsiteX2289" fmla="*/ 4153281 w 5114885"/>
              <a:gd name="connsiteY2289" fmla="*/ 77299 h 968306"/>
              <a:gd name="connsiteX2290" fmla="*/ 4187857 w 5114885"/>
              <a:gd name="connsiteY2290" fmla="*/ 75203 h 968306"/>
              <a:gd name="connsiteX2291" fmla="*/ 4239768 w 5114885"/>
              <a:gd name="connsiteY2291" fmla="*/ 74156 h 968306"/>
              <a:gd name="connsiteX2292" fmla="*/ 4287393 w 5114885"/>
              <a:gd name="connsiteY2292" fmla="*/ 74156 h 968306"/>
              <a:gd name="connsiteX2293" fmla="*/ 4290537 w 5114885"/>
              <a:gd name="connsiteY2293" fmla="*/ 44819 h 968306"/>
              <a:gd name="connsiteX2294" fmla="*/ 4291584 w 5114885"/>
              <a:gd name="connsiteY2294" fmla="*/ 27007 h 968306"/>
              <a:gd name="connsiteX2295" fmla="*/ 4264343 w 5114885"/>
              <a:gd name="connsiteY2295" fmla="*/ 3956 h 968306"/>
              <a:gd name="connsiteX2296" fmla="*/ 4260628 w 5114885"/>
              <a:gd name="connsiteY2296" fmla="*/ 3956 h 968306"/>
              <a:gd name="connsiteX2297" fmla="*/ 4257485 w 5114885"/>
              <a:gd name="connsiteY2297" fmla="*/ 3385 h 968306"/>
              <a:gd name="connsiteX2298" fmla="*/ 4254341 w 5114885"/>
              <a:gd name="connsiteY2298" fmla="*/ 3956 h 968306"/>
              <a:gd name="connsiteX2299" fmla="*/ 4245483 w 5114885"/>
              <a:gd name="connsiteY2299" fmla="*/ 4528 h 968306"/>
              <a:gd name="connsiteX2300" fmla="*/ 4173665 w 5114885"/>
              <a:gd name="connsiteY2300" fmla="*/ 4528 h 968306"/>
              <a:gd name="connsiteX2301" fmla="*/ 4138041 w 5114885"/>
              <a:gd name="connsiteY2301" fmla="*/ 5576 h 968306"/>
              <a:gd name="connsiteX2302" fmla="*/ 4080415 w 5114885"/>
              <a:gd name="connsiteY2302" fmla="*/ 7195 h 968306"/>
              <a:gd name="connsiteX2303" fmla="*/ 4027456 w 5114885"/>
              <a:gd name="connsiteY2303" fmla="*/ 8243 h 968306"/>
              <a:gd name="connsiteX2304" fmla="*/ 4023836 w 5114885"/>
              <a:gd name="connsiteY2304" fmla="*/ 7671 h 968306"/>
              <a:gd name="connsiteX2305" fmla="*/ 4014407 w 5114885"/>
              <a:gd name="connsiteY2305" fmla="*/ 7671 h 968306"/>
              <a:gd name="connsiteX2306" fmla="*/ 4008120 w 5114885"/>
              <a:gd name="connsiteY2306" fmla="*/ 13481 h 968306"/>
              <a:gd name="connsiteX2307" fmla="*/ 4007072 w 5114885"/>
              <a:gd name="connsiteY2307" fmla="*/ 30722 h 968306"/>
              <a:gd name="connsiteX2308" fmla="*/ 4007072 w 5114885"/>
              <a:gd name="connsiteY2308" fmla="*/ 49581 h 968306"/>
              <a:gd name="connsiteX2309" fmla="*/ 4006024 w 5114885"/>
              <a:gd name="connsiteY2309" fmla="*/ 134449 h 968306"/>
              <a:gd name="connsiteX2310" fmla="*/ 4006024 w 5114885"/>
              <a:gd name="connsiteY2310" fmla="*/ 176835 h 968306"/>
              <a:gd name="connsiteX2311" fmla="*/ 4007072 w 5114885"/>
              <a:gd name="connsiteY2311" fmla="*/ 183122 h 968306"/>
              <a:gd name="connsiteX2312" fmla="*/ 4008120 w 5114885"/>
              <a:gd name="connsiteY2312" fmla="*/ 193028 h 968306"/>
              <a:gd name="connsiteX2313" fmla="*/ 4008120 w 5114885"/>
              <a:gd name="connsiteY2313" fmla="*/ 229699 h 968306"/>
              <a:gd name="connsiteX2314" fmla="*/ 4008596 w 5114885"/>
              <a:gd name="connsiteY2314" fmla="*/ 239129 h 968306"/>
              <a:gd name="connsiteX2315" fmla="*/ 4009644 w 5114885"/>
              <a:gd name="connsiteY2315" fmla="*/ 307232 h 968306"/>
              <a:gd name="connsiteX2316" fmla="*/ 4009644 w 5114885"/>
              <a:gd name="connsiteY2316" fmla="*/ 362763 h 968306"/>
              <a:gd name="connsiteX2317" fmla="*/ 4021741 w 5114885"/>
              <a:gd name="connsiteY2317" fmla="*/ 378479 h 968306"/>
              <a:gd name="connsiteX2318" fmla="*/ 4024884 w 5114885"/>
              <a:gd name="connsiteY2318" fmla="*/ 379051 h 968306"/>
              <a:gd name="connsiteX2319" fmla="*/ 4031171 w 5114885"/>
              <a:gd name="connsiteY2319" fmla="*/ 381146 h 968306"/>
              <a:gd name="connsiteX2320" fmla="*/ 4044315 w 5114885"/>
              <a:gd name="connsiteY2320" fmla="*/ 381146 h 968306"/>
              <a:gd name="connsiteX2321" fmla="*/ 4059555 w 5114885"/>
              <a:gd name="connsiteY2321" fmla="*/ 381718 h 968306"/>
              <a:gd name="connsiteX2322" fmla="*/ 4077843 w 5114885"/>
              <a:gd name="connsiteY2322" fmla="*/ 381146 h 968306"/>
              <a:gd name="connsiteX2323" fmla="*/ 4110895 w 5114885"/>
              <a:gd name="connsiteY2323" fmla="*/ 381146 h 968306"/>
              <a:gd name="connsiteX2324" fmla="*/ 4236625 w 5114885"/>
              <a:gd name="connsiteY2324" fmla="*/ 384290 h 968306"/>
              <a:gd name="connsiteX2325" fmla="*/ 4239768 w 5114885"/>
              <a:gd name="connsiteY2325" fmla="*/ 384290 h 968306"/>
              <a:gd name="connsiteX2326" fmla="*/ 4243959 w 5114885"/>
              <a:gd name="connsiteY2326" fmla="*/ 383718 h 968306"/>
              <a:gd name="connsiteX2327" fmla="*/ 4256532 w 5114885"/>
              <a:gd name="connsiteY2327" fmla="*/ 383147 h 968306"/>
              <a:gd name="connsiteX2328" fmla="*/ 4277011 w 5114885"/>
              <a:gd name="connsiteY2328" fmla="*/ 382575 h 968306"/>
              <a:gd name="connsiteX2329" fmla="*/ 4284822 w 5114885"/>
              <a:gd name="connsiteY2329" fmla="*/ 382575 h 968306"/>
              <a:gd name="connsiteX2330" fmla="*/ 4294251 w 5114885"/>
              <a:gd name="connsiteY2330" fmla="*/ 378956 h 968306"/>
              <a:gd name="connsiteX2331" fmla="*/ 4299966 w 5114885"/>
              <a:gd name="connsiteY2331" fmla="*/ 319234 h 968306"/>
              <a:gd name="connsiteX2332" fmla="*/ 4281678 w 5114885"/>
              <a:gd name="connsiteY2332" fmla="*/ 305613 h 968306"/>
              <a:gd name="connsiteX2333" fmla="*/ 4233958 w 5114885"/>
              <a:gd name="connsiteY2333" fmla="*/ 308280 h 968306"/>
              <a:gd name="connsiteX2334" fmla="*/ 4204049 w 5114885"/>
              <a:gd name="connsiteY2334" fmla="*/ 305613 h 968306"/>
              <a:gd name="connsiteX2335" fmla="*/ 4193572 w 5114885"/>
              <a:gd name="connsiteY2335" fmla="*/ 304565 h 968306"/>
              <a:gd name="connsiteX2336" fmla="*/ 4152710 w 5114885"/>
              <a:gd name="connsiteY2336" fmla="*/ 303994 h 968306"/>
              <a:gd name="connsiteX2337" fmla="*/ 4132231 w 5114885"/>
              <a:gd name="connsiteY2337" fmla="*/ 305042 h 968306"/>
              <a:gd name="connsiteX2338" fmla="*/ 4121753 w 5114885"/>
              <a:gd name="connsiteY2338" fmla="*/ 303994 h 968306"/>
              <a:gd name="connsiteX2339" fmla="*/ 4115467 w 5114885"/>
              <a:gd name="connsiteY2339" fmla="*/ 303422 h 968306"/>
              <a:gd name="connsiteX2340" fmla="*/ 4108133 w 5114885"/>
              <a:gd name="connsiteY2340" fmla="*/ 303994 h 968306"/>
              <a:gd name="connsiteX2341" fmla="*/ 4096607 w 5114885"/>
              <a:gd name="connsiteY2341" fmla="*/ 302946 h 968306"/>
              <a:gd name="connsiteX2342" fmla="*/ 3655505 w 5114885"/>
              <a:gd name="connsiteY2342" fmla="*/ 372574 h 968306"/>
              <a:gd name="connsiteX2343" fmla="*/ 3655028 w 5114885"/>
              <a:gd name="connsiteY2343" fmla="*/ 372574 h 968306"/>
              <a:gd name="connsiteX2344" fmla="*/ 3656076 w 5114885"/>
              <a:gd name="connsiteY2344" fmla="*/ 367907 h 968306"/>
              <a:gd name="connsiteX2345" fmla="*/ 3656076 w 5114885"/>
              <a:gd name="connsiteY2345" fmla="*/ 360001 h 968306"/>
              <a:gd name="connsiteX2346" fmla="*/ 3655600 w 5114885"/>
              <a:gd name="connsiteY2346" fmla="*/ 303899 h 968306"/>
              <a:gd name="connsiteX2347" fmla="*/ 3656076 w 5114885"/>
              <a:gd name="connsiteY2347" fmla="*/ 238462 h 968306"/>
              <a:gd name="connsiteX2348" fmla="*/ 3656076 w 5114885"/>
              <a:gd name="connsiteY2348" fmla="*/ 207506 h 968306"/>
              <a:gd name="connsiteX2349" fmla="*/ 3656553 w 5114885"/>
              <a:gd name="connsiteY2349" fmla="*/ 203791 h 968306"/>
              <a:gd name="connsiteX2350" fmla="*/ 3657029 w 5114885"/>
              <a:gd name="connsiteY2350" fmla="*/ 192837 h 968306"/>
              <a:gd name="connsiteX2351" fmla="*/ 3657029 w 5114885"/>
              <a:gd name="connsiteY2351" fmla="*/ 115304 h 968306"/>
              <a:gd name="connsiteX2352" fmla="*/ 3679603 w 5114885"/>
              <a:gd name="connsiteY2352" fmla="*/ 116923 h 968306"/>
              <a:gd name="connsiteX2353" fmla="*/ 3681698 w 5114885"/>
              <a:gd name="connsiteY2353" fmla="*/ 117494 h 968306"/>
              <a:gd name="connsiteX2354" fmla="*/ 3714179 w 5114885"/>
              <a:gd name="connsiteY2354" fmla="*/ 117494 h 968306"/>
              <a:gd name="connsiteX2355" fmla="*/ 3715226 w 5114885"/>
              <a:gd name="connsiteY2355" fmla="*/ 142640 h 968306"/>
              <a:gd name="connsiteX2356" fmla="*/ 3728371 w 5114885"/>
              <a:gd name="connsiteY2356" fmla="*/ 151499 h 968306"/>
              <a:gd name="connsiteX2357" fmla="*/ 3739896 w 5114885"/>
              <a:gd name="connsiteY2357" fmla="*/ 143117 h 968306"/>
              <a:gd name="connsiteX2358" fmla="*/ 3743611 w 5114885"/>
              <a:gd name="connsiteY2358" fmla="*/ 139973 h 968306"/>
              <a:gd name="connsiteX2359" fmla="*/ 3754088 w 5114885"/>
              <a:gd name="connsiteY2359" fmla="*/ 131115 h 968306"/>
              <a:gd name="connsiteX2360" fmla="*/ 3761423 w 5114885"/>
              <a:gd name="connsiteY2360" fmla="*/ 123209 h 968306"/>
              <a:gd name="connsiteX2361" fmla="*/ 3767233 w 5114885"/>
              <a:gd name="connsiteY2361" fmla="*/ 119018 h 968306"/>
              <a:gd name="connsiteX2362" fmla="*/ 3773520 w 5114885"/>
              <a:gd name="connsiteY2362" fmla="*/ 115875 h 968306"/>
              <a:gd name="connsiteX2363" fmla="*/ 3786092 w 5114885"/>
              <a:gd name="connsiteY2363" fmla="*/ 112160 h 968306"/>
              <a:gd name="connsiteX2364" fmla="*/ 3797046 w 5114885"/>
              <a:gd name="connsiteY2364" fmla="*/ 110541 h 968306"/>
              <a:gd name="connsiteX2365" fmla="*/ 3802285 w 5114885"/>
              <a:gd name="connsiteY2365" fmla="*/ 109493 h 968306"/>
              <a:gd name="connsiteX2366" fmla="*/ 3805428 w 5114885"/>
              <a:gd name="connsiteY2366" fmla="*/ 110065 h 968306"/>
              <a:gd name="connsiteX2367" fmla="*/ 3808571 w 5114885"/>
              <a:gd name="connsiteY2367" fmla="*/ 112160 h 968306"/>
              <a:gd name="connsiteX2368" fmla="*/ 3806476 w 5114885"/>
              <a:gd name="connsiteY2368" fmla="*/ 137783 h 968306"/>
              <a:gd name="connsiteX2369" fmla="*/ 3807524 w 5114885"/>
              <a:gd name="connsiteY2369" fmla="*/ 145117 h 968306"/>
              <a:gd name="connsiteX2370" fmla="*/ 3810191 w 5114885"/>
              <a:gd name="connsiteY2370" fmla="*/ 167120 h 968306"/>
              <a:gd name="connsiteX2371" fmla="*/ 3800189 w 5114885"/>
              <a:gd name="connsiteY2371" fmla="*/ 167691 h 968306"/>
              <a:gd name="connsiteX2372" fmla="*/ 3792855 w 5114885"/>
              <a:gd name="connsiteY2372" fmla="*/ 168739 h 968306"/>
              <a:gd name="connsiteX2373" fmla="*/ 3790188 w 5114885"/>
              <a:gd name="connsiteY2373" fmla="*/ 168167 h 968306"/>
              <a:gd name="connsiteX2374" fmla="*/ 3740468 w 5114885"/>
              <a:gd name="connsiteY2374" fmla="*/ 185979 h 968306"/>
              <a:gd name="connsiteX2375" fmla="*/ 3736277 w 5114885"/>
              <a:gd name="connsiteY2375" fmla="*/ 191694 h 968306"/>
              <a:gd name="connsiteX2376" fmla="*/ 3734181 w 5114885"/>
              <a:gd name="connsiteY2376" fmla="*/ 195409 h 968306"/>
              <a:gd name="connsiteX2377" fmla="*/ 3732562 w 5114885"/>
              <a:gd name="connsiteY2377" fmla="*/ 197504 h 968306"/>
              <a:gd name="connsiteX2378" fmla="*/ 3727895 w 5114885"/>
              <a:gd name="connsiteY2378" fmla="*/ 202743 h 968306"/>
              <a:gd name="connsiteX2379" fmla="*/ 3725323 w 5114885"/>
              <a:gd name="connsiteY2379" fmla="*/ 210077 h 968306"/>
              <a:gd name="connsiteX2380" fmla="*/ 3723704 w 5114885"/>
              <a:gd name="connsiteY2380" fmla="*/ 212649 h 968306"/>
              <a:gd name="connsiteX2381" fmla="*/ 3722084 w 5114885"/>
              <a:gd name="connsiteY2381" fmla="*/ 218936 h 968306"/>
              <a:gd name="connsiteX2382" fmla="*/ 3721608 w 5114885"/>
              <a:gd name="connsiteY2382" fmla="*/ 223127 h 968306"/>
              <a:gd name="connsiteX2383" fmla="*/ 3719989 w 5114885"/>
              <a:gd name="connsiteY2383" fmla="*/ 228365 h 968306"/>
              <a:gd name="connsiteX2384" fmla="*/ 3719513 w 5114885"/>
              <a:gd name="connsiteY2384" fmla="*/ 230461 h 968306"/>
              <a:gd name="connsiteX2385" fmla="*/ 3715798 w 5114885"/>
              <a:gd name="connsiteY2385" fmla="*/ 249320 h 968306"/>
              <a:gd name="connsiteX2386" fmla="*/ 3714750 w 5114885"/>
              <a:gd name="connsiteY2386" fmla="*/ 262941 h 968306"/>
              <a:gd name="connsiteX2387" fmla="*/ 3713703 w 5114885"/>
              <a:gd name="connsiteY2387" fmla="*/ 289135 h 968306"/>
              <a:gd name="connsiteX2388" fmla="*/ 3713226 w 5114885"/>
              <a:gd name="connsiteY2388" fmla="*/ 324187 h 968306"/>
              <a:gd name="connsiteX2389" fmla="*/ 3713226 w 5114885"/>
              <a:gd name="connsiteY2389" fmla="*/ 346666 h 968306"/>
              <a:gd name="connsiteX2390" fmla="*/ 3714845 w 5114885"/>
              <a:gd name="connsiteY2390" fmla="*/ 355524 h 968306"/>
              <a:gd name="connsiteX2391" fmla="*/ 3714845 w 5114885"/>
              <a:gd name="connsiteY2391" fmla="*/ 365525 h 968306"/>
              <a:gd name="connsiteX2392" fmla="*/ 3714369 w 5114885"/>
              <a:gd name="connsiteY2392" fmla="*/ 371812 h 968306"/>
              <a:gd name="connsiteX2393" fmla="*/ 3655695 w 5114885"/>
              <a:gd name="connsiteY2393" fmla="*/ 372383 h 968306"/>
              <a:gd name="connsiteX2394" fmla="*/ 3646265 w 5114885"/>
              <a:gd name="connsiteY2394" fmla="*/ 365525 h 968306"/>
              <a:gd name="connsiteX2395" fmla="*/ 3644741 w 5114885"/>
              <a:gd name="connsiteY2395" fmla="*/ 374955 h 968306"/>
              <a:gd name="connsiteX2396" fmla="*/ 3645789 w 5114885"/>
              <a:gd name="connsiteY2396" fmla="*/ 378098 h 968306"/>
              <a:gd name="connsiteX2397" fmla="*/ 3649504 w 5114885"/>
              <a:gd name="connsiteY2397" fmla="*/ 381718 h 968306"/>
              <a:gd name="connsiteX2398" fmla="*/ 3698748 w 5114885"/>
              <a:gd name="connsiteY2398" fmla="*/ 381718 h 968306"/>
              <a:gd name="connsiteX2399" fmla="*/ 3723894 w 5114885"/>
              <a:gd name="connsiteY2399" fmla="*/ 373907 h 968306"/>
              <a:gd name="connsiteX2400" fmla="*/ 3724942 w 5114885"/>
              <a:gd name="connsiteY2400" fmla="*/ 366002 h 968306"/>
              <a:gd name="connsiteX2401" fmla="*/ 3724942 w 5114885"/>
              <a:gd name="connsiteY2401" fmla="*/ 354476 h 968306"/>
              <a:gd name="connsiteX2402" fmla="*/ 3723418 w 5114885"/>
              <a:gd name="connsiteY2402" fmla="*/ 345523 h 968306"/>
              <a:gd name="connsiteX2403" fmla="*/ 3723418 w 5114885"/>
              <a:gd name="connsiteY2403" fmla="*/ 324568 h 968306"/>
              <a:gd name="connsiteX2404" fmla="*/ 3724466 w 5114885"/>
              <a:gd name="connsiteY2404" fmla="*/ 288944 h 968306"/>
              <a:gd name="connsiteX2405" fmla="*/ 3724942 w 5114885"/>
              <a:gd name="connsiteY2405" fmla="*/ 263322 h 968306"/>
              <a:gd name="connsiteX2406" fmla="*/ 3725990 w 5114885"/>
              <a:gd name="connsiteY2406" fmla="*/ 250749 h 968306"/>
              <a:gd name="connsiteX2407" fmla="*/ 3728561 w 5114885"/>
              <a:gd name="connsiteY2407" fmla="*/ 238652 h 968306"/>
              <a:gd name="connsiteX2408" fmla="*/ 3729038 w 5114885"/>
              <a:gd name="connsiteY2408" fmla="*/ 231890 h 968306"/>
              <a:gd name="connsiteX2409" fmla="*/ 3730085 w 5114885"/>
              <a:gd name="connsiteY2409" fmla="*/ 230270 h 968306"/>
              <a:gd name="connsiteX2410" fmla="*/ 3732181 w 5114885"/>
              <a:gd name="connsiteY2410" fmla="*/ 224555 h 968306"/>
              <a:gd name="connsiteX2411" fmla="*/ 3732181 w 5114885"/>
              <a:gd name="connsiteY2411" fmla="*/ 219793 h 968306"/>
              <a:gd name="connsiteX2412" fmla="*/ 3734753 w 5114885"/>
              <a:gd name="connsiteY2412" fmla="*/ 214554 h 968306"/>
              <a:gd name="connsiteX2413" fmla="*/ 3735800 w 5114885"/>
              <a:gd name="connsiteY2413" fmla="*/ 212459 h 968306"/>
              <a:gd name="connsiteX2414" fmla="*/ 3736372 w 5114885"/>
              <a:gd name="connsiteY2414" fmla="*/ 209315 h 968306"/>
              <a:gd name="connsiteX2415" fmla="*/ 3736848 w 5114885"/>
              <a:gd name="connsiteY2415" fmla="*/ 207220 h 968306"/>
              <a:gd name="connsiteX2416" fmla="*/ 3739420 w 5114885"/>
              <a:gd name="connsiteY2416" fmla="*/ 204077 h 968306"/>
              <a:gd name="connsiteX2417" fmla="*/ 3742563 w 5114885"/>
              <a:gd name="connsiteY2417" fmla="*/ 200933 h 968306"/>
              <a:gd name="connsiteX2418" fmla="*/ 3744087 w 5114885"/>
              <a:gd name="connsiteY2418" fmla="*/ 198838 h 968306"/>
              <a:gd name="connsiteX2419" fmla="*/ 3745135 w 5114885"/>
              <a:gd name="connsiteY2419" fmla="*/ 196742 h 968306"/>
              <a:gd name="connsiteX2420" fmla="*/ 3747707 w 5114885"/>
              <a:gd name="connsiteY2420" fmla="*/ 193028 h 968306"/>
              <a:gd name="connsiteX2421" fmla="*/ 3791712 w 5114885"/>
              <a:gd name="connsiteY2421" fmla="*/ 178359 h 968306"/>
              <a:gd name="connsiteX2422" fmla="*/ 3796379 w 5114885"/>
              <a:gd name="connsiteY2422" fmla="*/ 178359 h 968306"/>
              <a:gd name="connsiteX2423" fmla="*/ 3802190 w 5114885"/>
              <a:gd name="connsiteY2423" fmla="*/ 176740 h 968306"/>
              <a:gd name="connsiteX2424" fmla="*/ 3810572 w 5114885"/>
              <a:gd name="connsiteY2424" fmla="*/ 176740 h 968306"/>
              <a:gd name="connsiteX2425" fmla="*/ 3813143 w 5114885"/>
              <a:gd name="connsiteY2425" fmla="*/ 177311 h 968306"/>
              <a:gd name="connsiteX2426" fmla="*/ 3820478 w 5114885"/>
              <a:gd name="connsiteY2426" fmla="*/ 166358 h 968306"/>
              <a:gd name="connsiteX2427" fmla="*/ 3817906 w 5114885"/>
              <a:gd name="connsiteY2427" fmla="*/ 144926 h 968306"/>
              <a:gd name="connsiteX2428" fmla="*/ 3816287 w 5114885"/>
              <a:gd name="connsiteY2428" fmla="*/ 136544 h 968306"/>
              <a:gd name="connsiteX2429" fmla="*/ 3810572 w 5114885"/>
              <a:gd name="connsiteY2429" fmla="*/ 100445 h 968306"/>
              <a:gd name="connsiteX2430" fmla="*/ 3806857 w 5114885"/>
              <a:gd name="connsiteY2430" fmla="*/ 99873 h 968306"/>
              <a:gd name="connsiteX2431" fmla="*/ 3803714 w 5114885"/>
              <a:gd name="connsiteY2431" fmla="*/ 99302 h 968306"/>
              <a:gd name="connsiteX2432" fmla="*/ 3799523 w 5114885"/>
              <a:gd name="connsiteY2432" fmla="*/ 99873 h 968306"/>
              <a:gd name="connsiteX2433" fmla="*/ 3795332 w 5114885"/>
              <a:gd name="connsiteY2433" fmla="*/ 100445 h 968306"/>
              <a:gd name="connsiteX2434" fmla="*/ 3785902 w 5114885"/>
              <a:gd name="connsiteY2434" fmla="*/ 101492 h 968306"/>
              <a:gd name="connsiteX2435" fmla="*/ 3770662 w 5114885"/>
              <a:gd name="connsiteY2435" fmla="*/ 105683 h 968306"/>
              <a:gd name="connsiteX2436" fmla="*/ 3768566 w 5114885"/>
              <a:gd name="connsiteY2436" fmla="*/ 105683 h 968306"/>
              <a:gd name="connsiteX2437" fmla="*/ 3761232 w 5114885"/>
              <a:gd name="connsiteY2437" fmla="*/ 110351 h 968306"/>
              <a:gd name="connsiteX2438" fmla="*/ 3754470 w 5114885"/>
              <a:gd name="connsiteY2438" fmla="*/ 115589 h 968306"/>
              <a:gd name="connsiteX2439" fmla="*/ 3747135 w 5114885"/>
              <a:gd name="connsiteY2439" fmla="*/ 123400 h 968306"/>
              <a:gd name="connsiteX2440" fmla="*/ 3736181 w 5114885"/>
              <a:gd name="connsiteY2440" fmla="*/ 132830 h 968306"/>
              <a:gd name="connsiteX2441" fmla="*/ 3733610 w 5114885"/>
              <a:gd name="connsiteY2441" fmla="*/ 134925 h 968306"/>
              <a:gd name="connsiteX2442" fmla="*/ 3725704 w 5114885"/>
              <a:gd name="connsiteY2442" fmla="*/ 141212 h 968306"/>
              <a:gd name="connsiteX2443" fmla="*/ 3723608 w 5114885"/>
              <a:gd name="connsiteY2443" fmla="*/ 111303 h 968306"/>
              <a:gd name="connsiteX2444" fmla="*/ 3681222 w 5114885"/>
              <a:gd name="connsiteY2444" fmla="*/ 106636 h 968306"/>
              <a:gd name="connsiteX2445" fmla="*/ 3678555 w 5114885"/>
              <a:gd name="connsiteY2445" fmla="*/ 106636 h 968306"/>
              <a:gd name="connsiteX2446" fmla="*/ 3646646 w 5114885"/>
              <a:gd name="connsiteY2446" fmla="*/ 110827 h 968306"/>
              <a:gd name="connsiteX2447" fmla="*/ 3647694 w 5114885"/>
              <a:gd name="connsiteY2447" fmla="*/ 161119 h 968306"/>
              <a:gd name="connsiteX2448" fmla="*/ 3646646 w 5114885"/>
              <a:gd name="connsiteY2448" fmla="*/ 201981 h 968306"/>
              <a:gd name="connsiteX2449" fmla="*/ 3645599 w 5114885"/>
              <a:gd name="connsiteY2449" fmla="*/ 207220 h 968306"/>
              <a:gd name="connsiteX2450" fmla="*/ 3646075 w 5114885"/>
              <a:gd name="connsiteY2450" fmla="*/ 238176 h 968306"/>
              <a:gd name="connsiteX2451" fmla="*/ 3646075 w 5114885"/>
              <a:gd name="connsiteY2451" fmla="*/ 360191 h 968306"/>
              <a:gd name="connsiteX2452" fmla="*/ 3646075 w 5114885"/>
              <a:gd name="connsiteY2452" fmla="*/ 365430 h 968306"/>
              <a:gd name="connsiteX2453" fmla="*/ 3529298 w 5114885"/>
              <a:gd name="connsiteY2453" fmla="*/ 373336 h 968306"/>
              <a:gd name="connsiteX2454" fmla="*/ 3529774 w 5114885"/>
              <a:gd name="connsiteY2454" fmla="*/ 355048 h 968306"/>
              <a:gd name="connsiteX2455" fmla="*/ 3520916 w 5114885"/>
              <a:gd name="connsiteY2455" fmla="*/ 348761 h 968306"/>
              <a:gd name="connsiteX2456" fmla="*/ 3445478 w 5114885"/>
              <a:gd name="connsiteY2456" fmla="*/ 380194 h 968306"/>
              <a:gd name="connsiteX2457" fmla="*/ 3438144 w 5114885"/>
              <a:gd name="connsiteY2457" fmla="*/ 379146 h 968306"/>
              <a:gd name="connsiteX2458" fmla="*/ 3418237 w 5114885"/>
              <a:gd name="connsiteY2458" fmla="*/ 376003 h 968306"/>
              <a:gd name="connsiteX2459" fmla="*/ 3395758 w 5114885"/>
              <a:gd name="connsiteY2459" fmla="*/ 373431 h 968306"/>
              <a:gd name="connsiteX2460" fmla="*/ 3380518 w 5114885"/>
              <a:gd name="connsiteY2460" fmla="*/ 365049 h 968306"/>
              <a:gd name="connsiteX2461" fmla="*/ 3377374 w 5114885"/>
              <a:gd name="connsiteY2461" fmla="*/ 361430 h 968306"/>
              <a:gd name="connsiteX2462" fmla="*/ 3367945 w 5114885"/>
              <a:gd name="connsiteY2462" fmla="*/ 353619 h 968306"/>
              <a:gd name="connsiteX2463" fmla="*/ 3361182 w 5114885"/>
              <a:gd name="connsiteY2463" fmla="*/ 345713 h 968306"/>
              <a:gd name="connsiteX2464" fmla="*/ 3358610 w 5114885"/>
              <a:gd name="connsiteY2464" fmla="*/ 338951 h 968306"/>
              <a:gd name="connsiteX2465" fmla="*/ 3355467 w 5114885"/>
              <a:gd name="connsiteY2465" fmla="*/ 332093 h 968306"/>
              <a:gd name="connsiteX2466" fmla="*/ 3351276 w 5114885"/>
              <a:gd name="connsiteY2466" fmla="*/ 322187 h 968306"/>
              <a:gd name="connsiteX2467" fmla="*/ 3350800 w 5114885"/>
              <a:gd name="connsiteY2467" fmla="*/ 316376 h 968306"/>
              <a:gd name="connsiteX2468" fmla="*/ 3348704 w 5114885"/>
              <a:gd name="connsiteY2468" fmla="*/ 309614 h 968306"/>
              <a:gd name="connsiteX2469" fmla="*/ 3348228 w 5114885"/>
              <a:gd name="connsiteY2469" fmla="*/ 295993 h 968306"/>
              <a:gd name="connsiteX2470" fmla="*/ 3349276 w 5114885"/>
              <a:gd name="connsiteY2470" fmla="*/ 167120 h 968306"/>
              <a:gd name="connsiteX2471" fmla="*/ 3352419 w 5114885"/>
              <a:gd name="connsiteY2471" fmla="*/ 123590 h 968306"/>
              <a:gd name="connsiteX2472" fmla="*/ 3351943 w 5114885"/>
              <a:gd name="connsiteY2472" fmla="*/ 119399 h 968306"/>
              <a:gd name="connsiteX2473" fmla="*/ 3359753 w 5114885"/>
              <a:gd name="connsiteY2473" fmla="*/ 119971 h 968306"/>
              <a:gd name="connsiteX2474" fmla="*/ 3405854 w 5114885"/>
              <a:gd name="connsiteY2474" fmla="*/ 118923 h 968306"/>
              <a:gd name="connsiteX2475" fmla="*/ 3409569 w 5114885"/>
              <a:gd name="connsiteY2475" fmla="*/ 121019 h 968306"/>
              <a:gd name="connsiteX2476" fmla="*/ 3409093 w 5114885"/>
              <a:gd name="connsiteY2476" fmla="*/ 149784 h 968306"/>
              <a:gd name="connsiteX2477" fmla="*/ 3408521 w 5114885"/>
              <a:gd name="connsiteY2477" fmla="*/ 250368 h 968306"/>
              <a:gd name="connsiteX2478" fmla="*/ 3408521 w 5114885"/>
              <a:gd name="connsiteY2478" fmla="*/ 264560 h 968306"/>
              <a:gd name="connsiteX2479" fmla="*/ 3433191 w 5114885"/>
              <a:gd name="connsiteY2479" fmla="*/ 325330 h 968306"/>
              <a:gd name="connsiteX2480" fmla="*/ 3482435 w 5114885"/>
              <a:gd name="connsiteY2480" fmla="*/ 337331 h 968306"/>
              <a:gd name="connsiteX2481" fmla="*/ 3521678 w 5114885"/>
              <a:gd name="connsiteY2481" fmla="*/ 307423 h 968306"/>
              <a:gd name="connsiteX2482" fmla="*/ 3522726 w 5114885"/>
              <a:gd name="connsiteY2482" fmla="*/ 304280 h 968306"/>
              <a:gd name="connsiteX2483" fmla="*/ 3524345 w 5114885"/>
              <a:gd name="connsiteY2483" fmla="*/ 300089 h 968306"/>
              <a:gd name="connsiteX2484" fmla="*/ 3526441 w 5114885"/>
              <a:gd name="connsiteY2484" fmla="*/ 294278 h 968306"/>
              <a:gd name="connsiteX2485" fmla="*/ 3529108 w 5114885"/>
              <a:gd name="connsiteY2485" fmla="*/ 286944 h 968306"/>
              <a:gd name="connsiteX2486" fmla="*/ 3530156 w 5114885"/>
              <a:gd name="connsiteY2486" fmla="*/ 281134 h 968306"/>
              <a:gd name="connsiteX2487" fmla="*/ 3531775 w 5114885"/>
              <a:gd name="connsiteY2487" fmla="*/ 277991 h 968306"/>
              <a:gd name="connsiteX2488" fmla="*/ 3533394 w 5114885"/>
              <a:gd name="connsiteY2488" fmla="*/ 273800 h 968306"/>
              <a:gd name="connsiteX2489" fmla="*/ 3534442 w 5114885"/>
              <a:gd name="connsiteY2489" fmla="*/ 262274 h 968306"/>
              <a:gd name="connsiteX2490" fmla="*/ 3532823 w 5114885"/>
              <a:gd name="connsiteY2490" fmla="*/ 158547 h 968306"/>
              <a:gd name="connsiteX2491" fmla="*/ 3531775 w 5114885"/>
              <a:gd name="connsiteY2491" fmla="*/ 127591 h 968306"/>
              <a:gd name="connsiteX2492" fmla="*/ 3531299 w 5114885"/>
              <a:gd name="connsiteY2492" fmla="*/ 121781 h 968306"/>
              <a:gd name="connsiteX2493" fmla="*/ 3531775 w 5114885"/>
              <a:gd name="connsiteY2493" fmla="*/ 118637 h 968306"/>
              <a:gd name="connsiteX2494" fmla="*/ 3555397 w 5114885"/>
              <a:gd name="connsiteY2494" fmla="*/ 118066 h 968306"/>
              <a:gd name="connsiteX2495" fmla="*/ 3587306 w 5114885"/>
              <a:gd name="connsiteY2495" fmla="*/ 117018 h 968306"/>
              <a:gd name="connsiteX2496" fmla="*/ 3587877 w 5114885"/>
              <a:gd name="connsiteY2496" fmla="*/ 122733 h 968306"/>
              <a:gd name="connsiteX2497" fmla="*/ 3586829 w 5114885"/>
              <a:gd name="connsiteY2497" fmla="*/ 167310 h 968306"/>
              <a:gd name="connsiteX2498" fmla="*/ 3588449 w 5114885"/>
              <a:gd name="connsiteY2498" fmla="*/ 329711 h 968306"/>
              <a:gd name="connsiteX2499" fmla="*/ 3587401 w 5114885"/>
              <a:gd name="connsiteY2499" fmla="*/ 374288 h 968306"/>
              <a:gd name="connsiteX2500" fmla="*/ 3582162 w 5114885"/>
              <a:gd name="connsiteY2500" fmla="*/ 373717 h 968306"/>
              <a:gd name="connsiteX2501" fmla="*/ 3559112 w 5114885"/>
              <a:gd name="connsiteY2501" fmla="*/ 373717 h 968306"/>
              <a:gd name="connsiteX2502" fmla="*/ 3545967 w 5114885"/>
              <a:gd name="connsiteY2502" fmla="*/ 373145 h 968306"/>
              <a:gd name="connsiteX2503" fmla="*/ 3529774 w 5114885"/>
              <a:gd name="connsiteY2503" fmla="*/ 373145 h 968306"/>
              <a:gd name="connsiteX2504" fmla="*/ 3355848 w 5114885"/>
              <a:gd name="connsiteY2504" fmla="*/ 353238 h 968306"/>
              <a:gd name="connsiteX2505" fmla="*/ 3370516 w 5114885"/>
              <a:gd name="connsiteY2505" fmla="*/ 368383 h 968306"/>
              <a:gd name="connsiteX2506" fmla="*/ 3374231 w 5114885"/>
              <a:gd name="connsiteY2506" fmla="*/ 372098 h 968306"/>
              <a:gd name="connsiteX2507" fmla="*/ 3393662 w 5114885"/>
              <a:gd name="connsiteY2507" fmla="*/ 383051 h 968306"/>
              <a:gd name="connsiteX2508" fmla="*/ 3417761 w 5114885"/>
              <a:gd name="connsiteY2508" fmla="*/ 385718 h 968306"/>
              <a:gd name="connsiteX2509" fmla="*/ 3438716 w 5114885"/>
              <a:gd name="connsiteY2509" fmla="*/ 388862 h 968306"/>
              <a:gd name="connsiteX2510" fmla="*/ 3446050 w 5114885"/>
              <a:gd name="connsiteY2510" fmla="*/ 389909 h 968306"/>
              <a:gd name="connsiteX2511" fmla="*/ 3520440 w 5114885"/>
              <a:gd name="connsiteY2511" fmla="*/ 356381 h 968306"/>
              <a:gd name="connsiteX2512" fmla="*/ 3519869 w 5114885"/>
              <a:gd name="connsiteY2512" fmla="*/ 375717 h 968306"/>
              <a:gd name="connsiteX2513" fmla="*/ 3519869 w 5114885"/>
              <a:gd name="connsiteY2513" fmla="*/ 377813 h 968306"/>
              <a:gd name="connsiteX2514" fmla="*/ 3528251 w 5114885"/>
              <a:gd name="connsiteY2514" fmla="*/ 383528 h 968306"/>
              <a:gd name="connsiteX2515" fmla="*/ 3545586 w 5114885"/>
              <a:gd name="connsiteY2515" fmla="*/ 382956 h 968306"/>
              <a:gd name="connsiteX2516" fmla="*/ 3558731 w 5114885"/>
              <a:gd name="connsiteY2516" fmla="*/ 384004 h 968306"/>
              <a:gd name="connsiteX2517" fmla="*/ 3582829 w 5114885"/>
              <a:gd name="connsiteY2517" fmla="*/ 384004 h 968306"/>
              <a:gd name="connsiteX2518" fmla="*/ 3597497 w 5114885"/>
              <a:gd name="connsiteY2518" fmla="*/ 379813 h 968306"/>
              <a:gd name="connsiteX2519" fmla="*/ 3598545 w 5114885"/>
              <a:gd name="connsiteY2519" fmla="*/ 326949 h 968306"/>
              <a:gd name="connsiteX2520" fmla="*/ 3597021 w 5114885"/>
              <a:gd name="connsiteY2520" fmla="*/ 166072 h 968306"/>
              <a:gd name="connsiteX2521" fmla="*/ 3598069 w 5114885"/>
              <a:gd name="connsiteY2521" fmla="*/ 122543 h 968306"/>
              <a:gd name="connsiteX2522" fmla="*/ 3586544 w 5114885"/>
              <a:gd name="connsiteY2522" fmla="*/ 106350 h 968306"/>
              <a:gd name="connsiteX2523" fmla="*/ 3555111 w 5114885"/>
              <a:gd name="connsiteY2523" fmla="*/ 107874 h 968306"/>
              <a:gd name="connsiteX2524" fmla="*/ 3533108 w 5114885"/>
              <a:gd name="connsiteY2524" fmla="*/ 108446 h 968306"/>
              <a:gd name="connsiteX2525" fmla="*/ 3520535 w 5114885"/>
              <a:gd name="connsiteY2525" fmla="*/ 112637 h 968306"/>
              <a:gd name="connsiteX2526" fmla="*/ 3521583 w 5114885"/>
              <a:gd name="connsiteY2526" fmla="*/ 119971 h 968306"/>
              <a:gd name="connsiteX2527" fmla="*/ 3522059 w 5114885"/>
              <a:gd name="connsiteY2527" fmla="*/ 127781 h 968306"/>
              <a:gd name="connsiteX2528" fmla="*/ 3523107 w 5114885"/>
              <a:gd name="connsiteY2528" fmla="*/ 159214 h 968306"/>
              <a:gd name="connsiteX2529" fmla="*/ 3524726 w 5114885"/>
              <a:gd name="connsiteY2529" fmla="*/ 260846 h 968306"/>
              <a:gd name="connsiteX2530" fmla="*/ 3523107 w 5114885"/>
              <a:gd name="connsiteY2530" fmla="*/ 273419 h 968306"/>
              <a:gd name="connsiteX2531" fmla="*/ 3521012 w 5114885"/>
              <a:gd name="connsiteY2531" fmla="*/ 278086 h 968306"/>
              <a:gd name="connsiteX2532" fmla="*/ 3519392 w 5114885"/>
              <a:gd name="connsiteY2532" fmla="*/ 284372 h 968306"/>
              <a:gd name="connsiteX2533" fmla="*/ 3517297 w 5114885"/>
              <a:gd name="connsiteY2533" fmla="*/ 290087 h 968306"/>
              <a:gd name="connsiteX2534" fmla="*/ 3515201 w 5114885"/>
              <a:gd name="connsiteY2534" fmla="*/ 295898 h 968306"/>
              <a:gd name="connsiteX2535" fmla="*/ 3514154 w 5114885"/>
              <a:gd name="connsiteY2535" fmla="*/ 299612 h 968306"/>
              <a:gd name="connsiteX2536" fmla="*/ 3513106 w 5114885"/>
              <a:gd name="connsiteY2536" fmla="*/ 301708 h 968306"/>
              <a:gd name="connsiteX2537" fmla="*/ 3481673 w 5114885"/>
              <a:gd name="connsiteY2537" fmla="*/ 326854 h 968306"/>
              <a:gd name="connsiteX2538" fmla="*/ 3439192 w 5114885"/>
              <a:gd name="connsiteY2538" fmla="*/ 316376 h 968306"/>
              <a:gd name="connsiteX2539" fmla="*/ 3418808 w 5114885"/>
              <a:gd name="connsiteY2539" fmla="*/ 262941 h 968306"/>
              <a:gd name="connsiteX2540" fmla="*/ 3418808 w 5114885"/>
              <a:gd name="connsiteY2540" fmla="*/ 249797 h 968306"/>
              <a:gd name="connsiteX2541" fmla="*/ 3419285 w 5114885"/>
              <a:gd name="connsiteY2541" fmla="*/ 149689 h 968306"/>
              <a:gd name="connsiteX2542" fmla="*/ 3419856 w 5114885"/>
              <a:gd name="connsiteY2542" fmla="*/ 121400 h 968306"/>
              <a:gd name="connsiteX2543" fmla="*/ 3420332 w 5114885"/>
              <a:gd name="connsiteY2543" fmla="*/ 117780 h 968306"/>
              <a:gd name="connsiteX2544" fmla="*/ 3407188 w 5114885"/>
              <a:gd name="connsiteY2544" fmla="*/ 108350 h 968306"/>
              <a:gd name="connsiteX2545" fmla="*/ 3359468 w 5114885"/>
              <a:gd name="connsiteY2545" fmla="*/ 108922 h 968306"/>
              <a:gd name="connsiteX2546" fmla="*/ 3342132 w 5114885"/>
              <a:gd name="connsiteY2546" fmla="*/ 123114 h 968306"/>
              <a:gd name="connsiteX2547" fmla="*/ 3339560 w 5114885"/>
              <a:gd name="connsiteY2547" fmla="*/ 166072 h 968306"/>
              <a:gd name="connsiteX2548" fmla="*/ 3337941 w 5114885"/>
              <a:gd name="connsiteY2548" fmla="*/ 295421 h 968306"/>
              <a:gd name="connsiteX2549" fmla="*/ 3339560 w 5114885"/>
              <a:gd name="connsiteY2549" fmla="*/ 312185 h 968306"/>
              <a:gd name="connsiteX2550" fmla="*/ 3340037 w 5114885"/>
              <a:gd name="connsiteY2550" fmla="*/ 314281 h 968306"/>
              <a:gd name="connsiteX2551" fmla="*/ 3341656 w 5114885"/>
              <a:gd name="connsiteY2551" fmla="*/ 318472 h 968306"/>
              <a:gd name="connsiteX2552" fmla="*/ 3341656 w 5114885"/>
              <a:gd name="connsiteY2552" fmla="*/ 323234 h 968306"/>
              <a:gd name="connsiteX2553" fmla="*/ 3346895 w 5114885"/>
              <a:gd name="connsiteY2553" fmla="*/ 336379 h 968306"/>
              <a:gd name="connsiteX2554" fmla="*/ 3350038 w 5114885"/>
              <a:gd name="connsiteY2554" fmla="*/ 342665 h 968306"/>
              <a:gd name="connsiteX2555" fmla="*/ 3356324 w 5114885"/>
              <a:gd name="connsiteY2555" fmla="*/ 353714 h 968306"/>
              <a:gd name="connsiteX2556" fmla="*/ 3355848 w 5114885"/>
              <a:gd name="connsiteY2556" fmla="*/ 353143 h 968306"/>
              <a:gd name="connsiteX2557" fmla="*/ 3494723 w 5114885"/>
              <a:gd name="connsiteY2557" fmla="*/ 16720 h 968306"/>
              <a:gd name="connsiteX2558" fmla="*/ 3505200 w 5114885"/>
              <a:gd name="connsiteY2558" fmla="*/ 15672 h 968306"/>
              <a:gd name="connsiteX2559" fmla="*/ 3549682 w 5114885"/>
              <a:gd name="connsiteY2559" fmla="*/ 14624 h 968306"/>
              <a:gd name="connsiteX2560" fmla="*/ 3550253 w 5114885"/>
              <a:gd name="connsiteY2560" fmla="*/ 16244 h 968306"/>
              <a:gd name="connsiteX2561" fmla="*/ 3550730 w 5114885"/>
              <a:gd name="connsiteY2561" fmla="*/ 16720 h 968306"/>
              <a:gd name="connsiteX2562" fmla="*/ 3551778 w 5114885"/>
              <a:gd name="connsiteY2562" fmla="*/ 50248 h 968306"/>
              <a:gd name="connsiteX2563" fmla="*/ 3551301 w 5114885"/>
              <a:gd name="connsiteY2563" fmla="*/ 55487 h 968306"/>
              <a:gd name="connsiteX2564" fmla="*/ 3550825 w 5114885"/>
              <a:gd name="connsiteY2564" fmla="*/ 60725 h 968306"/>
              <a:gd name="connsiteX2565" fmla="*/ 3546634 w 5114885"/>
              <a:gd name="connsiteY2565" fmla="*/ 60725 h 968306"/>
              <a:gd name="connsiteX2566" fmla="*/ 3534537 w 5114885"/>
              <a:gd name="connsiteY2566" fmla="*/ 61297 h 968306"/>
              <a:gd name="connsiteX2567" fmla="*/ 3519869 w 5114885"/>
              <a:gd name="connsiteY2567" fmla="*/ 60249 h 968306"/>
              <a:gd name="connsiteX2568" fmla="*/ 3494723 w 5114885"/>
              <a:gd name="connsiteY2568" fmla="*/ 61297 h 968306"/>
              <a:gd name="connsiteX2569" fmla="*/ 3494723 w 5114885"/>
              <a:gd name="connsiteY2569" fmla="*/ 16720 h 968306"/>
              <a:gd name="connsiteX2570" fmla="*/ 3560255 w 5114885"/>
              <a:gd name="connsiteY2570" fmla="*/ 13100 h 968306"/>
              <a:gd name="connsiteX2571" fmla="*/ 3559778 w 5114885"/>
              <a:gd name="connsiteY2571" fmla="*/ 11481 h 968306"/>
              <a:gd name="connsiteX2572" fmla="*/ 3504819 w 5114885"/>
              <a:gd name="connsiteY2572" fmla="*/ 5671 h 968306"/>
              <a:gd name="connsiteX2573" fmla="*/ 3485388 w 5114885"/>
              <a:gd name="connsiteY2573" fmla="*/ 12529 h 968306"/>
              <a:gd name="connsiteX2574" fmla="*/ 3484340 w 5114885"/>
              <a:gd name="connsiteY2574" fmla="*/ 15672 h 968306"/>
              <a:gd name="connsiteX2575" fmla="*/ 3484340 w 5114885"/>
              <a:gd name="connsiteY2575" fmla="*/ 63869 h 968306"/>
              <a:gd name="connsiteX2576" fmla="*/ 3519964 w 5114885"/>
              <a:gd name="connsiteY2576" fmla="*/ 70155 h 968306"/>
              <a:gd name="connsiteX2577" fmla="*/ 3534632 w 5114885"/>
              <a:gd name="connsiteY2577" fmla="*/ 71203 h 968306"/>
              <a:gd name="connsiteX2578" fmla="*/ 3546729 w 5114885"/>
              <a:gd name="connsiteY2578" fmla="*/ 70631 h 968306"/>
              <a:gd name="connsiteX2579" fmla="*/ 3560826 w 5114885"/>
              <a:gd name="connsiteY2579" fmla="*/ 61773 h 968306"/>
              <a:gd name="connsiteX2580" fmla="*/ 3561398 w 5114885"/>
              <a:gd name="connsiteY2580" fmla="*/ 56058 h 968306"/>
              <a:gd name="connsiteX2581" fmla="*/ 3561874 w 5114885"/>
              <a:gd name="connsiteY2581" fmla="*/ 51867 h 968306"/>
              <a:gd name="connsiteX2582" fmla="*/ 3561874 w 5114885"/>
              <a:gd name="connsiteY2582" fmla="*/ 50248 h 968306"/>
              <a:gd name="connsiteX2583" fmla="*/ 3560826 w 5114885"/>
              <a:gd name="connsiteY2583" fmla="*/ 18815 h 968306"/>
              <a:gd name="connsiteX2584" fmla="*/ 3560350 w 5114885"/>
              <a:gd name="connsiteY2584" fmla="*/ 13100 h 968306"/>
              <a:gd name="connsiteX2585" fmla="*/ 3439859 w 5114885"/>
              <a:gd name="connsiteY2585" fmla="*/ 12529 h 968306"/>
              <a:gd name="connsiteX2586" fmla="*/ 3439859 w 5114885"/>
              <a:gd name="connsiteY2586" fmla="*/ 18815 h 968306"/>
              <a:gd name="connsiteX2587" fmla="*/ 3442430 w 5114885"/>
              <a:gd name="connsiteY2587" fmla="*/ 61297 h 968306"/>
              <a:gd name="connsiteX2588" fmla="*/ 3387947 w 5114885"/>
              <a:gd name="connsiteY2588" fmla="*/ 61868 h 968306"/>
              <a:gd name="connsiteX2589" fmla="*/ 3384233 w 5114885"/>
              <a:gd name="connsiteY2589" fmla="*/ 61297 h 968306"/>
              <a:gd name="connsiteX2590" fmla="*/ 3383756 w 5114885"/>
              <a:gd name="connsiteY2590" fmla="*/ 59678 h 968306"/>
              <a:gd name="connsiteX2591" fmla="*/ 3386328 w 5114885"/>
              <a:gd name="connsiteY2591" fmla="*/ 47105 h 968306"/>
              <a:gd name="connsiteX2592" fmla="*/ 3386328 w 5114885"/>
              <a:gd name="connsiteY2592" fmla="*/ 30817 h 968306"/>
              <a:gd name="connsiteX2593" fmla="*/ 3385852 w 5114885"/>
              <a:gd name="connsiteY2593" fmla="*/ 15101 h 968306"/>
              <a:gd name="connsiteX2594" fmla="*/ 3386328 w 5114885"/>
              <a:gd name="connsiteY2594" fmla="*/ 13481 h 968306"/>
              <a:gd name="connsiteX2595" fmla="*/ 3387947 w 5114885"/>
              <a:gd name="connsiteY2595" fmla="*/ 13481 h 968306"/>
              <a:gd name="connsiteX2596" fmla="*/ 3428333 w 5114885"/>
              <a:gd name="connsiteY2596" fmla="*/ 11386 h 968306"/>
              <a:gd name="connsiteX2597" fmla="*/ 3439859 w 5114885"/>
              <a:gd name="connsiteY2597" fmla="*/ 12434 h 968306"/>
              <a:gd name="connsiteX2598" fmla="*/ 3448241 w 5114885"/>
              <a:gd name="connsiteY2598" fmla="*/ 5671 h 968306"/>
              <a:gd name="connsiteX2599" fmla="*/ 3428333 w 5114885"/>
              <a:gd name="connsiteY2599" fmla="*/ 1480 h 968306"/>
              <a:gd name="connsiteX2600" fmla="*/ 3392710 w 5114885"/>
              <a:gd name="connsiteY2600" fmla="*/ 3099 h 968306"/>
              <a:gd name="connsiteX2601" fmla="*/ 3375946 w 5114885"/>
              <a:gd name="connsiteY2601" fmla="*/ 13577 h 968306"/>
              <a:gd name="connsiteX2602" fmla="*/ 3375946 w 5114885"/>
              <a:gd name="connsiteY2602" fmla="*/ 15196 h 968306"/>
              <a:gd name="connsiteX2603" fmla="*/ 3373850 w 5114885"/>
              <a:gd name="connsiteY2603" fmla="*/ 58630 h 968306"/>
              <a:gd name="connsiteX2604" fmla="*/ 3374327 w 5114885"/>
              <a:gd name="connsiteY2604" fmla="*/ 62821 h 968306"/>
              <a:gd name="connsiteX2605" fmla="*/ 3374803 w 5114885"/>
              <a:gd name="connsiteY2605" fmla="*/ 65964 h 968306"/>
              <a:gd name="connsiteX2606" fmla="*/ 3387947 w 5114885"/>
              <a:gd name="connsiteY2606" fmla="*/ 71679 h 968306"/>
              <a:gd name="connsiteX2607" fmla="*/ 3447669 w 5114885"/>
              <a:gd name="connsiteY2607" fmla="*/ 71108 h 968306"/>
              <a:gd name="connsiteX2608" fmla="*/ 3452908 w 5114885"/>
              <a:gd name="connsiteY2608" fmla="*/ 65869 h 968306"/>
              <a:gd name="connsiteX2609" fmla="*/ 3450336 w 5114885"/>
              <a:gd name="connsiteY2609" fmla="*/ 18720 h 968306"/>
              <a:gd name="connsiteX2610" fmla="*/ 3449765 w 5114885"/>
              <a:gd name="connsiteY2610" fmla="*/ 16625 h 968306"/>
              <a:gd name="connsiteX2611" fmla="*/ 3449765 w 5114885"/>
              <a:gd name="connsiteY2611" fmla="*/ 12434 h 968306"/>
              <a:gd name="connsiteX2612" fmla="*/ 3448241 w 5114885"/>
              <a:gd name="connsiteY2612" fmla="*/ 5576 h 968306"/>
              <a:gd name="connsiteX2613" fmla="*/ 3136487 w 5114885"/>
              <a:gd name="connsiteY2613" fmla="*/ 147593 h 968306"/>
              <a:gd name="connsiteX2614" fmla="*/ 3137535 w 5114885"/>
              <a:gd name="connsiteY2614" fmla="*/ 115113 h 968306"/>
              <a:gd name="connsiteX2615" fmla="*/ 3139631 w 5114885"/>
              <a:gd name="connsiteY2615" fmla="*/ 115685 h 968306"/>
              <a:gd name="connsiteX2616" fmla="*/ 3152204 w 5114885"/>
              <a:gd name="connsiteY2616" fmla="*/ 115685 h 968306"/>
              <a:gd name="connsiteX2617" fmla="*/ 3160586 w 5114885"/>
              <a:gd name="connsiteY2617" fmla="*/ 115685 h 968306"/>
              <a:gd name="connsiteX2618" fmla="*/ 3178397 w 5114885"/>
              <a:gd name="connsiteY2618" fmla="*/ 86824 h 968306"/>
              <a:gd name="connsiteX2619" fmla="*/ 3178397 w 5114885"/>
              <a:gd name="connsiteY2619" fmla="*/ 81585 h 968306"/>
              <a:gd name="connsiteX2620" fmla="*/ 3178874 w 5114885"/>
              <a:gd name="connsiteY2620" fmla="*/ 77870 h 968306"/>
              <a:gd name="connsiteX2621" fmla="*/ 3185160 w 5114885"/>
              <a:gd name="connsiteY2621" fmla="*/ 55868 h 968306"/>
              <a:gd name="connsiteX2622" fmla="*/ 3204020 w 5114885"/>
              <a:gd name="connsiteY2622" fmla="*/ 32817 h 968306"/>
              <a:gd name="connsiteX2623" fmla="*/ 3218116 w 5114885"/>
              <a:gd name="connsiteY2623" fmla="*/ 21863 h 968306"/>
              <a:gd name="connsiteX2624" fmla="*/ 3226499 w 5114885"/>
              <a:gd name="connsiteY2624" fmla="*/ 16625 h 968306"/>
              <a:gd name="connsiteX2625" fmla="*/ 3243263 w 5114885"/>
              <a:gd name="connsiteY2625" fmla="*/ 11957 h 968306"/>
              <a:gd name="connsiteX2626" fmla="*/ 3290411 w 5114885"/>
              <a:gd name="connsiteY2626" fmla="*/ 14053 h 968306"/>
              <a:gd name="connsiteX2627" fmla="*/ 3293078 w 5114885"/>
              <a:gd name="connsiteY2627" fmla="*/ 15101 h 968306"/>
              <a:gd name="connsiteX2628" fmla="*/ 3295650 w 5114885"/>
              <a:gd name="connsiteY2628" fmla="*/ 15672 h 968306"/>
              <a:gd name="connsiteX2629" fmla="*/ 3294603 w 5114885"/>
              <a:gd name="connsiteY2629" fmla="*/ 38151 h 968306"/>
              <a:gd name="connsiteX2630" fmla="*/ 3295174 w 5114885"/>
              <a:gd name="connsiteY2630" fmla="*/ 54915 h 968306"/>
              <a:gd name="connsiteX2631" fmla="*/ 3277362 w 5114885"/>
              <a:gd name="connsiteY2631" fmla="*/ 52820 h 968306"/>
              <a:gd name="connsiteX2632" fmla="*/ 3239167 w 5114885"/>
              <a:gd name="connsiteY2632" fmla="*/ 105207 h 968306"/>
              <a:gd name="connsiteX2633" fmla="*/ 3243358 w 5114885"/>
              <a:gd name="connsiteY2633" fmla="*/ 110922 h 968306"/>
              <a:gd name="connsiteX2634" fmla="*/ 3245453 w 5114885"/>
              <a:gd name="connsiteY2634" fmla="*/ 111970 h 968306"/>
              <a:gd name="connsiteX2635" fmla="*/ 3270028 w 5114885"/>
              <a:gd name="connsiteY2635" fmla="*/ 116161 h 968306"/>
              <a:gd name="connsiteX2636" fmla="*/ 3290411 w 5114885"/>
              <a:gd name="connsiteY2636" fmla="*/ 117780 h 968306"/>
              <a:gd name="connsiteX2637" fmla="*/ 3289935 w 5114885"/>
              <a:gd name="connsiteY2637" fmla="*/ 124067 h 968306"/>
              <a:gd name="connsiteX2638" fmla="*/ 3289459 w 5114885"/>
              <a:gd name="connsiteY2638" fmla="*/ 154451 h 968306"/>
              <a:gd name="connsiteX2639" fmla="*/ 3275362 w 5114885"/>
              <a:gd name="connsiteY2639" fmla="*/ 152356 h 968306"/>
              <a:gd name="connsiteX2640" fmla="*/ 3250692 w 5114885"/>
              <a:gd name="connsiteY2640" fmla="*/ 153975 h 968306"/>
              <a:gd name="connsiteX2641" fmla="*/ 3244977 w 5114885"/>
              <a:gd name="connsiteY2641" fmla="*/ 157118 h 968306"/>
              <a:gd name="connsiteX2642" fmla="*/ 3243358 w 5114885"/>
              <a:gd name="connsiteY2642" fmla="*/ 158738 h 968306"/>
              <a:gd name="connsiteX2643" fmla="*/ 3241739 w 5114885"/>
              <a:gd name="connsiteY2643" fmla="*/ 161309 h 968306"/>
              <a:gd name="connsiteX2644" fmla="*/ 3239167 w 5114885"/>
              <a:gd name="connsiteY2644" fmla="*/ 205886 h 968306"/>
              <a:gd name="connsiteX2645" fmla="*/ 3241262 w 5114885"/>
              <a:gd name="connsiteY2645" fmla="*/ 240462 h 968306"/>
              <a:gd name="connsiteX2646" fmla="*/ 3240786 w 5114885"/>
              <a:gd name="connsiteY2646" fmla="*/ 247796 h 968306"/>
              <a:gd name="connsiteX2647" fmla="*/ 3241262 w 5114885"/>
              <a:gd name="connsiteY2647" fmla="*/ 250940 h 968306"/>
              <a:gd name="connsiteX2648" fmla="*/ 3241262 w 5114885"/>
              <a:gd name="connsiteY2648" fmla="*/ 267132 h 968306"/>
              <a:gd name="connsiteX2649" fmla="*/ 3240215 w 5114885"/>
              <a:gd name="connsiteY2649" fmla="*/ 330473 h 968306"/>
              <a:gd name="connsiteX2650" fmla="*/ 3240215 w 5114885"/>
              <a:gd name="connsiteY2650" fmla="*/ 350952 h 968306"/>
              <a:gd name="connsiteX2651" fmla="*/ 3242310 w 5114885"/>
              <a:gd name="connsiteY2651" fmla="*/ 364573 h 968306"/>
              <a:gd name="connsiteX2652" fmla="*/ 3242310 w 5114885"/>
              <a:gd name="connsiteY2652" fmla="*/ 372479 h 968306"/>
              <a:gd name="connsiteX2653" fmla="*/ 3196209 w 5114885"/>
              <a:gd name="connsiteY2653" fmla="*/ 374098 h 968306"/>
              <a:gd name="connsiteX2654" fmla="*/ 3186303 w 5114885"/>
              <a:gd name="connsiteY2654" fmla="*/ 373526 h 968306"/>
              <a:gd name="connsiteX2655" fmla="*/ 3181064 w 5114885"/>
              <a:gd name="connsiteY2655" fmla="*/ 374098 h 968306"/>
              <a:gd name="connsiteX2656" fmla="*/ 3181636 w 5114885"/>
              <a:gd name="connsiteY2656" fmla="*/ 370955 h 968306"/>
              <a:gd name="connsiteX2657" fmla="*/ 3180588 w 5114885"/>
              <a:gd name="connsiteY2657" fmla="*/ 361525 h 968306"/>
              <a:gd name="connsiteX2658" fmla="*/ 3180588 w 5114885"/>
              <a:gd name="connsiteY2658" fmla="*/ 329045 h 968306"/>
              <a:gd name="connsiteX2659" fmla="*/ 3179540 w 5114885"/>
              <a:gd name="connsiteY2659" fmla="*/ 312757 h 968306"/>
              <a:gd name="connsiteX2660" fmla="*/ 3178969 w 5114885"/>
              <a:gd name="connsiteY2660" fmla="*/ 263036 h 968306"/>
              <a:gd name="connsiteX2661" fmla="*/ 3178493 w 5114885"/>
              <a:gd name="connsiteY2661" fmla="*/ 213792 h 968306"/>
              <a:gd name="connsiteX2662" fmla="*/ 3180112 w 5114885"/>
              <a:gd name="connsiteY2662" fmla="*/ 196552 h 968306"/>
              <a:gd name="connsiteX2663" fmla="*/ 3179636 w 5114885"/>
              <a:gd name="connsiteY2663" fmla="*/ 172454 h 968306"/>
              <a:gd name="connsiteX2664" fmla="*/ 3179064 w 5114885"/>
              <a:gd name="connsiteY2664" fmla="*/ 168739 h 968306"/>
              <a:gd name="connsiteX2665" fmla="*/ 3178016 w 5114885"/>
              <a:gd name="connsiteY2665" fmla="*/ 163976 h 968306"/>
              <a:gd name="connsiteX2666" fmla="*/ 3176397 w 5114885"/>
              <a:gd name="connsiteY2666" fmla="*/ 158738 h 968306"/>
              <a:gd name="connsiteX2667" fmla="*/ 3150680 w 5114885"/>
              <a:gd name="connsiteY2667" fmla="*/ 152927 h 968306"/>
              <a:gd name="connsiteX2668" fmla="*/ 3139726 w 5114885"/>
              <a:gd name="connsiteY2668" fmla="*/ 152927 h 968306"/>
              <a:gd name="connsiteX2669" fmla="*/ 3136583 w 5114885"/>
              <a:gd name="connsiteY2669" fmla="*/ 153499 h 968306"/>
              <a:gd name="connsiteX2670" fmla="*/ 3136583 w 5114885"/>
              <a:gd name="connsiteY2670" fmla="*/ 147784 h 968306"/>
              <a:gd name="connsiteX2671" fmla="*/ 3166396 w 5114885"/>
              <a:gd name="connsiteY2671" fmla="*/ 104636 h 968306"/>
              <a:gd name="connsiteX2672" fmla="*/ 3153251 w 5114885"/>
              <a:gd name="connsiteY2672" fmla="*/ 105683 h 968306"/>
              <a:gd name="connsiteX2673" fmla="*/ 3139631 w 5114885"/>
              <a:gd name="connsiteY2673" fmla="*/ 105112 h 968306"/>
              <a:gd name="connsiteX2674" fmla="*/ 3126486 w 5114885"/>
              <a:gd name="connsiteY2674" fmla="*/ 110827 h 968306"/>
              <a:gd name="connsiteX2675" fmla="*/ 3126486 w 5114885"/>
              <a:gd name="connsiteY2675" fmla="*/ 147498 h 968306"/>
              <a:gd name="connsiteX2676" fmla="*/ 3133249 w 5114885"/>
              <a:gd name="connsiteY2676" fmla="*/ 163214 h 968306"/>
              <a:gd name="connsiteX2677" fmla="*/ 3167348 w 5114885"/>
              <a:gd name="connsiteY2677" fmla="*/ 164262 h 968306"/>
              <a:gd name="connsiteX2678" fmla="*/ 3169444 w 5114885"/>
              <a:gd name="connsiteY2678" fmla="*/ 172644 h 968306"/>
              <a:gd name="connsiteX2679" fmla="*/ 3169920 w 5114885"/>
              <a:gd name="connsiteY2679" fmla="*/ 196742 h 968306"/>
              <a:gd name="connsiteX2680" fmla="*/ 3168396 w 5114885"/>
              <a:gd name="connsiteY2680" fmla="*/ 213983 h 968306"/>
              <a:gd name="connsiteX2681" fmla="*/ 3168872 w 5114885"/>
              <a:gd name="connsiteY2681" fmla="*/ 263798 h 968306"/>
              <a:gd name="connsiteX2682" fmla="*/ 3169349 w 5114885"/>
              <a:gd name="connsiteY2682" fmla="*/ 313043 h 968306"/>
              <a:gd name="connsiteX2683" fmla="*/ 3170396 w 5114885"/>
              <a:gd name="connsiteY2683" fmla="*/ 327711 h 968306"/>
              <a:gd name="connsiteX2684" fmla="*/ 3169825 w 5114885"/>
              <a:gd name="connsiteY2684" fmla="*/ 360668 h 968306"/>
              <a:gd name="connsiteX2685" fmla="*/ 3170396 w 5114885"/>
              <a:gd name="connsiteY2685" fmla="*/ 373241 h 968306"/>
              <a:gd name="connsiteX2686" fmla="*/ 3169825 w 5114885"/>
              <a:gd name="connsiteY2686" fmla="*/ 375336 h 968306"/>
              <a:gd name="connsiteX2687" fmla="*/ 3169825 w 5114885"/>
              <a:gd name="connsiteY2687" fmla="*/ 377908 h 968306"/>
              <a:gd name="connsiteX2688" fmla="*/ 3187160 w 5114885"/>
              <a:gd name="connsiteY2688" fmla="*/ 383147 h 968306"/>
              <a:gd name="connsiteX2689" fmla="*/ 3195542 w 5114885"/>
              <a:gd name="connsiteY2689" fmla="*/ 383718 h 968306"/>
              <a:gd name="connsiteX2690" fmla="*/ 3231737 w 5114885"/>
              <a:gd name="connsiteY2690" fmla="*/ 382670 h 968306"/>
              <a:gd name="connsiteX2691" fmla="*/ 3252121 w 5114885"/>
              <a:gd name="connsiteY2691" fmla="*/ 363335 h 968306"/>
              <a:gd name="connsiteX2692" fmla="*/ 3250025 w 5114885"/>
              <a:gd name="connsiteY2692" fmla="*/ 350285 h 968306"/>
              <a:gd name="connsiteX2693" fmla="*/ 3250025 w 5114885"/>
              <a:gd name="connsiteY2693" fmla="*/ 330854 h 968306"/>
              <a:gd name="connsiteX2694" fmla="*/ 3251073 w 5114885"/>
              <a:gd name="connsiteY2694" fmla="*/ 266942 h 968306"/>
              <a:gd name="connsiteX2695" fmla="*/ 3251073 w 5114885"/>
              <a:gd name="connsiteY2695" fmla="*/ 249130 h 968306"/>
              <a:gd name="connsiteX2696" fmla="*/ 3250597 w 5114885"/>
              <a:gd name="connsiteY2696" fmla="*/ 246463 h 968306"/>
              <a:gd name="connsiteX2697" fmla="*/ 3251073 w 5114885"/>
              <a:gd name="connsiteY2697" fmla="*/ 240653 h 968306"/>
              <a:gd name="connsiteX2698" fmla="*/ 3248978 w 5114885"/>
              <a:gd name="connsiteY2698" fmla="*/ 205601 h 968306"/>
              <a:gd name="connsiteX2699" fmla="*/ 3252121 w 5114885"/>
              <a:gd name="connsiteY2699" fmla="*/ 164167 h 968306"/>
              <a:gd name="connsiteX2700" fmla="*/ 3258407 w 5114885"/>
              <a:gd name="connsiteY2700" fmla="*/ 163119 h 968306"/>
              <a:gd name="connsiteX2701" fmla="*/ 3289840 w 5114885"/>
              <a:gd name="connsiteY2701" fmla="*/ 164167 h 968306"/>
              <a:gd name="connsiteX2702" fmla="*/ 3299270 w 5114885"/>
              <a:gd name="connsiteY2702" fmla="*/ 152642 h 968306"/>
              <a:gd name="connsiteX2703" fmla="*/ 3299746 w 5114885"/>
              <a:gd name="connsiteY2703" fmla="*/ 123781 h 968306"/>
              <a:gd name="connsiteX2704" fmla="*/ 3300222 w 5114885"/>
              <a:gd name="connsiteY2704" fmla="*/ 114351 h 968306"/>
              <a:gd name="connsiteX2705" fmla="*/ 3291840 w 5114885"/>
              <a:gd name="connsiteY2705" fmla="*/ 107588 h 968306"/>
              <a:gd name="connsiteX2706" fmla="*/ 3270314 w 5114885"/>
              <a:gd name="connsiteY2706" fmla="*/ 105969 h 968306"/>
              <a:gd name="connsiteX2707" fmla="*/ 3248882 w 5114885"/>
              <a:gd name="connsiteY2707" fmla="*/ 102826 h 968306"/>
              <a:gd name="connsiteX2708" fmla="*/ 3277172 w 5114885"/>
              <a:gd name="connsiteY2708" fmla="*/ 63011 h 968306"/>
              <a:gd name="connsiteX2709" fmla="*/ 3299174 w 5114885"/>
              <a:gd name="connsiteY2709" fmla="*/ 65107 h 968306"/>
              <a:gd name="connsiteX2710" fmla="*/ 3304889 w 5114885"/>
              <a:gd name="connsiteY2710" fmla="*/ 60344 h 968306"/>
              <a:gd name="connsiteX2711" fmla="*/ 3305937 w 5114885"/>
              <a:gd name="connsiteY2711" fmla="*/ 12719 h 968306"/>
              <a:gd name="connsiteX2712" fmla="*/ 3294412 w 5114885"/>
              <a:gd name="connsiteY2712" fmla="*/ 4814 h 968306"/>
              <a:gd name="connsiteX2713" fmla="*/ 3242024 w 5114885"/>
              <a:gd name="connsiteY2713" fmla="*/ 1194 h 968306"/>
              <a:gd name="connsiteX2714" fmla="*/ 3239453 w 5114885"/>
              <a:gd name="connsiteY2714" fmla="*/ 2242 h 968306"/>
              <a:gd name="connsiteX2715" fmla="*/ 3222117 w 5114885"/>
              <a:gd name="connsiteY2715" fmla="*/ 6909 h 968306"/>
              <a:gd name="connsiteX2716" fmla="*/ 3212687 w 5114885"/>
              <a:gd name="connsiteY2716" fmla="*/ 12719 h 968306"/>
              <a:gd name="connsiteX2717" fmla="*/ 3196495 w 5114885"/>
              <a:gd name="connsiteY2717" fmla="*/ 25292 h 968306"/>
              <a:gd name="connsiteX2718" fmla="*/ 3176588 w 5114885"/>
              <a:gd name="connsiteY2718" fmla="*/ 50438 h 968306"/>
              <a:gd name="connsiteX2719" fmla="*/ 3168206 w 5114885"/>
              <a:gd name="connsiteY2719" fmla="*/ 77680 h 968306"/>
              <a:gd name="connsiteX2720" fmla="*/ 3168206 w 5114885"/>
              <a:gd name="connsiteY2720" fmla="*/ 86538 h 968306"/>
              <a:gd name="connsiteX2721" fmla="*/ 3166110 w 5114885"/>
              <a:gd name="connsiteY2721" fmla="*/ 104350 h 968306"/>
              <a:gd name="connsiteX2722" fmla="*/ 2760155 w 5114885"/>
              <a:gd name="connsiteY2722" fmla="*/ 367811 h 968306"/>
              <a:gd name="connsiteX2723" fmla="*/ 2738152 w 5114885"/>
              <a:gd name="connsiteY2723" fmla="*/ 368383 h 968306"/>
              <a:gd name="connsiteX2724" fmla="*/ 2732913 w 5114885"/>
              <a:gd name="connsiteY2724" fmla="*/ 368383 h 968306"/>
              <a:gd name="connsiteX2725" fmla="*/ 2733389 w 5114885"/>
              <a:gd name="connsiteY2725" fmla="*/ 359429 h 968306"/>
              <a:gd name="connsiteX2726" fmla="*/ 2728151 w 5114885"/>
              <a:gd name="connsiteY2726" fmla="*/ 110065 h 968306"/>
              <a:gd name="connsiteX2727" fmla="*/ 2729198 w 5114885"/>
              <a:gd name="connsiteY2727" fmla="*/ 23102 h 968306"/>
              <a:gd name="connsiteX2728" fmla="*/ 2729198 w 5114885"/>
              <a:gd name="connsiteY2728" fmla="*/ 15291 h 968306"/>
              <a:gd name="connsiteX2729" fmla="*/ 2734437 w 5114885"/>
              <a:gd name="connsiteY2729" fmla="*/ 15291 h 968306"/>
              <a:gd name="connsiteX2730" fmla="*/ 2784729 w 5114885"/>
              <a:gd name="connsiteY2730" fmla="*/ 13672 h 968306"/>
              <a:gd name="connsiteX2731" fmla="*/ 2785205 w 5114885"/>
              <a:gd name="connsiteY2731" fmla="*/ 44533 h 968306"/>
              <a:gd name="connsiteX2732" fmla="*/ 2788920 w 5114885"/>
              <a:gd name="connsiteY2732" fmla="*/ 139878 h 968306"/>
              <a:gd name="connsiteX2733" fmla="*/ 2791016 w 5114885"/>
              <a:gd name="connsiteY2733" fmla="*/ 184931 h 968306"/>
              <a:gd name="connsiteX2734" fmla="*/ 2791492 w 5114885"/>
              <a:gd name="connsiteY2734" fmla="*/ 189122 h 968306"/>
              <a:gd name="connsiteX2735" fmla="*/ 2793016 w 5114885"/>
              <a:gd name="connsiteY2735" fmla="*/ 192266 h 968306"/>
              <a:gd name="connsiteX2736" fmla="*/ 2806637 w 5114885"/>
              <a:gd name="connsiteY2736" fmla="*/ 201695 h 968306"/>
              <a:gd name="connsiteX2737" fmla="*/ 2820257 w 5114885"/>
              <a:gd name="connsiteY2737" fmla="*/ 190742 h 968306"/>
              <a:gd name="connsiteX2738" fmla="*/ 2896267 w 5114885"/>
              <a:gd name="connsiteY2738" fmla="*/ 116351 h 968306"/>
              <a:gd name="connsiteX2739" fmla="*/ 2901982 w 5114885"/>
              <a:gd name="connsiteY2739" fmla="*/ 116351 h 968306"/>
              <a:gd name="connsiteX2740" fmla="*/ 2918746 w 5114885"/>
              <a:gd name="connsiteY2740" fmla="*/ 115304 h 968306"/>
              <a:gd name="connsiteX2741" fmla="*/ 2929223 w 5114885"/>
              <a:gd name="connsiteY2741" fmla="*/ 114732 h 968306"/>
              <a:gd name="connsiteX2742" fmla="*/ 2933891 w 5114885"/>
              <a:gd name="connsiteY2742" fmla="*/ 114732 h 968306"/>
              <a:gd name="connsiteX2743" fmla="*/ 2956370 w 5114885"/>
              <a:gd name="connsiteY2743" fmla="*/ 115780 h 968306"/>
              <a:gd name="connsiteX2744" fmla="*/ 2938082 w 5114885"/>
              <a:gd name="connsiteY2744" fmla="*/ 132068 h 968306"/>
              <a:gd name="connsiteX2745" fmla="*/ 2913507 w 5114885"/>
              <a:gd name="connsiteY2745" fmla="*/ 158261 h 968306"/>
              <a:gd name="connsiteX2746" fmla="*/ 2910840 w 5114885"/>
              <a:gd name="connsiteY2746" fmla="*/ 159881 h 968306"/>
              <a:gd name="connsiteX2747" fmla="*/ 2907221 w 5114885"/>
              <a:gd name="connsiteY2747" fmla="*/ 162452 h 968306"/>
              <a:gd name="connsiteX2748" fmla="*/ 2872169 w 5114885"/>
              <a:gd name="connsiteY2748" fmla="*/ 204362 h 968306"/>
              <a:gd name="connsiteX2749" fmla="*/ 2876836 w 5114885"/>
              <a:gd name="connsiteY2749" fmla="*/ 222174 h 968306"/>
              <a:gd name="connsiteX2750" fmla="*/ 2879408 w 5114885"/>
              <a:gd name="connsiteY2750" fmla="*/ 224270 h 968306"/>
              <a:gd name="connsiteX2751" fmla="*/ 2881979 w 5114885"/>
              <a:gd name="connsiteY2751" fmla="*/ 227413 h 968306"/>
              <a:gd name="connsiteX2752" fmla="*/ 2885123 w 5114885"/>
              <a:gd name="connsiteY2752" fmla="*/ 232652 h 968306"/>
              <a:gd name="connsiteX2753" fmla="*/ 2887695 w 5114885"/>
              <a:gd name="connsiteY2753" fmla="*/ 235795 h 968306"/>
              <a:gd name="connsiteX2754" fmla="*/ 2909221 w 5114885"/>
              <a:gd name="connsiteY2754" fmla="*/ 265132 h 968306"/>
              <a:gd name="connsiteX2755" fmla="*/ 2954846 w 5114885"/>
              <a:gd name="connsiteY2755" fmla="*/ 336950 h 968306"/>
              <a:gd name="connsiteX2756" fmla="*/ 2966847 w 5114885"/>
              <a:gd name="connsiteY2756" fmla="*/ 357905 h 968306"/>
              <a:gd name="connsiteX2757" fmla="*/ 2974753 w 5114885"/>
              <a:gd name="connsiteY2757" fmla="*/ 371526 h 968306"/>
              <a:gd name="connsiteX2758" fmla="*/ 2976848 w 5114885"/>
              <a:gd name="connsiteY2758" fmla="*/ 374669 h 968306"/>
              <a:gd name="connsiteX2759" fmla="*/ 2970086 w 5114885"/>
              <a:gd name="connsiteY2759" fmla="*/ 373622 h 968306"/>
              <a:gd name="connsiteX2760" fmla="*/ 2963799 w 5114885"/>
              <a:gd name="connsiteY2760" fmla="*/ 373622 h 968306"/>
              <a:gd name="connsiteX2761" fmla="*/ 2929699 w 5114885"/>
              <a:gd name="connsiteY2761" fmla="*/ 372002 h 968306"/>
              <a:gd name="connsiteX2762" fmla="*/ 2909316 w 5114885"/>
              <a:gd name="connsiteY2762" fmla="*/ 370383 h 968306"/>
              <a:gd name="connsiteX2763" fmla="*/ 2900934 w 5114885"/>
              <a:gd name="connsiteY2763" fmla="*/ 370955 h 968306"/>
              <a:gd name="connsiteX2764" fmla="*/ 2898362 w 5114885"/>
              <a:gd name="connsiteY2764" fmla="*/ 365240 h 968306"/>
              <a:gd name="connsiteX2765" fmla="*/ 2895219 w 5114885"/>
              <a:gd name="connsiteY2765" fmla="*/ 360001 h 968306"/>
              <a:gd name="connsiteX2766" fmla="*/ 2892076 w 5114885"/>
              <a:gd name="connsiteY2766" fmla="*/ 353238 h 968306"/>
              <a:gd name="connsiteX2767" fmla="*/ 2888933 w 5114885"/>
              <a:gd name="connsiteY2767" fmla="*/ 346952 h 968306"/>
              <a:gd name="connsiteX2768" fmla="*/ 2879503 w 5114885"/>
              <a:gd name="connsiteY2768" fmla="*/ 331235 h 968306"/>
              <a:gd name="connsiteX2769" fmla="*/ 2876360 w 5114885"/>
              <a:gd name="connsiteY2769" fmla="*/ 324949 h 968306"/>
              <a:gd name="connsiteX2770" fmla="*/ 2871597 w 5114885"/>
              <a:gd name="connsiteY2770" fmla="*/ 316567 h 968306"/>
              <a:gd name="connsiteX2771" fmla="*/ 2850642 w 5114885"/>
              <a:gd name="connsiteY2771" fmla="*/ 283039 h 968306"/>
              <a:gd name="connsiteX2772" fmla="*/ 2848070 w 5114885"/>
              <a:gd name="connsiteY2772" fmla="*/ 279324 h 968306"/>
              <a:gd name="connsiteX2773" fmla="*/ 2840736 w 5114885"/>
              <a:gd name="connsiteY2773" fmla="*/ 269418 h 968306"/>
              <a:gd name="connsiteX2774" fmla="*/ 2815114 w 5114885"/>
              <a:gd name="connsiteY2774" fmla="*/ 262655 h 968306"/>
              <a:gd name="connsiteX2775" fmla="*/ 2797778 w 5114885"/>
              <a:gd name="connsiteY2775" fmla="*/ 275228 h 968306"/>
              <a:gd name="connsiteX2776" fmla="*/ 2791016 w 5114885"/>
              <a:gd name="connsiteY2776" fmla="*/ 285134 h 968306"/>
              <a:gd name="connsiteX2777" fmla="*/ 2791016 w 5114885"/>
              <a:gd name="connsiteY2777" fmla="*/ 346380 h 968306"/>
              <a:gd name="connsiteX2778" fmla="*/ 2790444 w 5114885"/>
              <a:gd name="connsiteY2778" fmla="*/ 350095 h 968306"/>
              <a:gd name="connsiteX2779" fmla="*/ 2790444 w 5114885"/>
              <a:gd name="connsiteY2779" fmla="*/ 353238 h 968306"/>
              <a:gd name="connsiteX2780" fmla="*/ 2789968 w 5114885"/>
              <a:gd name="connsiteY2780" fmla="*/ 367907 h 968306"/>
              <a:gd name="connsiteX2781" fmla="*/ 2760059 w 5114885"/>
              <a:gd name="connsiteY2781" fmla="*/ 367907 h 968306"/>
              <a:gd name="connsiteX2782" fmla="*/ 2722436 w 5114885"/>
              <a:gd name="connsiteY2782" fmla="*/ 370955 h 968306"/>
              <a:gd name="connsiteX2783" fmla="*/ 2729770 w 5114885"/>
              <a:gd name="connsiteY2783" fmla="*/ 378289 h 968306"/>
              <a:gd name="connsiteX2784" fmla="*/ 2791111 w 5114885"/>
              <a:gd name="connsiteY2784" fmla="*/ 377717 h 968306"/>
              <a:gd name="connsiteX2785" fmla="*/ 2800541 w 5114885"/>
              <a:gd name="connsiteY2785" fmla="*/ 372002 h 968306"/>
              <a:gd name="connsiteX2786" fmla="*/ 2800541 w 5114885"/>
              <a:gd name="connsiteY2786" fmla="*/ 354191 h 968306"/>
              <a:gd name="connsiteX2787" fmla="*/ 2800541 w 5114885"/>
              <a:gd name="connsiteY2787" fmla="*/ 351524 h 968306"/>
              <a:gd name="connsiteX2788" fmla="*/ 2801017 w 5114885"/>
              <a:gd name="connsiteY2788" fmla="*/ 345237 h 968306"/>
              <a:gd name="connsiteX2789" fmla="*/ 2802636 w 5114885"/>
              <a:gd name="connsiteY2789" fmla="*/ 283991 h 968306"/>
              <a:gd name="connsiteX2790" fmla="*/ 2805779 w 5114885"/>
              <a:gd name="connsiteY2790" fmla="*/ 282372 h 968306"/>
              <a:gd name="connsiteX2791" fmla="*/ 2821020 w 5114885"/>
              <a:gd name="connsiteY2791" fmla="*/ 270847 h 968306"/>
              <a:gd name="connsiteX2792" fmla="*/ 2824734 w 5114885"/>
              <a:gd name="connsiteY2792" fmla="*/ 268180 h 968306"/>
              <a:gd name="connsiteX2793" fmla="*/ 2840450 w 5114885"/>
              <a:gd name="connsiteY2793" fmla="*/ 284944 h 968306"/>
              <a:gd name="connsiteX2794" fmla="*/ 2843594 w 5114885"/>
              <a:gd name="connsiteY2794" fmla="*/ 289706 h 968306"/>
              <a:gd name="connsiteX2795" fmla="*/ 2864549 w 5114885"/>
              <a:gd name="connsiteY2795" fmla="*/ 323234 h 968306"/>
              <a:gd name="connsiteX2796" fmla="*/ 2868740 w 5114885"/>
              <a:gd name="connsiteY2796" fmla="*/ 331045 h 968306"/>
              <a:gd name="connsiteX2797" fmla="*/ 2869787 w 5114885"/>
              <a:gd name="connsiteY2797" fmla="*/ 333712 h 968306"/>
              <a:gd name="connsiteX2798" fmla="*/ 2870835 w 5114885"/>
              <a:gd name="connsiteY2798" fmla="*/ 336379 h 968306"/>
              <a:gd name="connsiteX2799" fmla="*/ 2882360 w 5114885"/>
              <a:gd name="connsiteY2799" fmla="*/ 354191 h 968306"/>
              <a:gd name="connsiteX2800" fmla="*/ 2887028 w 5114885"/>
              <a:gd name="connsiteY2800" fmla="*/ 365144 h 968306"/>
              <a:gd name="connsiteX2801" fmla="*/ 2889695 w 5114885"/>
              <a:gd name="connsiteY2801" fmla="*/ 370383 h 968306"/>
              <a:gd name="connsiteX2802" fmla="*/ 2900172 w 5114885"/>
              <a:gd name="connsiteY2802" fmla="*/ 380861 h 968306"/>
              <a:gd name="connsiteX2803" fmla="*/ 2909602 w 5114885"/>
              <a:gd name="connsiteY2803" fmla="*/ 380289 h 968306"/>
              <a:gd name="connsiteX2804" fmla="*/ 2929509 w 5114885"/>
              <a:gd name="connsiteY2804" fmla="*/ 381813 h 968306"/>
              <a:gd name="connsiteX2805" fmla="*/ 2966180 w 5114885"/>
              <a:gd name="connsiteY2805" fmla="*/ 383909 h 968306"/>
              <a:gd name="connsiteX2806" fmla="*/ 2969800 w 5114885"/>
              <a:gd name="connsiteY2806" fmla="*/ 383337 h 968306"/>
              <a:gd name="connsiteX2807" fmla="*/ 2984468 w 5114885"/>
              <a:gd name="connsiteY2807" fmla="*/ 383337 h 968306"/>
              <a:gd name="connsiteX2808" fmla="*/ 2989707 w 5114885"/>
              <a:gd name="connsiteY2808" fmla="*/ 373907 h 968306"/>
              <a:gd name="connsiteX2809" fmla="*/ 2974562 w 5114885"/>
              <a:gd name="connsiteY2809" fmla="*/ 350857 h 968306"/>
              <a:gd name="connsiteX2810" fmla="*/ 2963513 w 5114885"/>
              <a:gd name="connsiteY2810" fmla="*/ 330950 h 968306"/>
              <a:gd name="connsiteX2811" fmla="*/ 2917984 w 5114885"/>
              <a:gd name="connsiteY2811" fmla="*/ 259703 h 968306"/>
              <a:gd name="connsiteX2812" fmla="*/ 2897029 w 5114885"/>
              <a:gd name="connsiteY2812" fmla="*/ 230366 h 968306"/>
              <a:gd name="connsiteX2813" fmla="*/ 2894933 w 5114885"/>
              <a:gd name="connsiteY2813" fmla="*/ 227222 h 968306"/>
              <a:gd name="connsiteX2814" fmla="*/ 2892362 w 5114885"/>
              <a:gd name="connsiteY2814" fmla="*/ 225127 h 968306"/>
              <a:gd name="connsiteX2815" fmla="*/ 2887123 w 5114885"/>
              <a:gd name="connsiteY2815" fmla="*/ 217221 h 968306"/>
              <a:gd name="connsiteX2816" fmla="*/ 2884551 w 5114885"/>
              <a:gd name="connsiteY2816" fmla="*/ 214554 h 968306"/>
              <a:gd name="connsiteX2817" fmla="*/ 2880932 w 5114885"/>
              <a:gd name="connsiteY2817" fmla="*/ 209315 h 968306"/>
              <a:gd name="connsiteX2818" fmla="*/ 2914460 w 5114885"/>
              <a:gd name="connsiteY2818" fmla="*/ 169501 h 968306"/>
              <a:gd name="connsiteX2819" fmla="*/ 2918174 w 5114885"/>
              <a:gd name="connsiteY2819" fmla="*/ 166834 h 968306"/>
              <a:gd name="connsiteX2820" fmla="*/ 2921318 w 5114885"/>
              <a:gd name="connsiteY2820" fmla="*/ 164738 h 968306"/>
              <a:gd name="connsiteX2821" fmla="*/ 2945892 w 5114885"/>
              <a:gd name="connsiteY2821" fmla="*/ 138545 h 968306"/>
              <a:gd name="connsiteX2822" fmla="*/ 2971610 w 5114885"/>
              <a:gd name="connsiteY2822" fmla="*/ 113970 h 968306"/>
              <a:gd name="connsiteX2823" fmla="*/ 2971610 w 5114885"/>
              <a:gd name="connsiteY2823" fmla="*/ 107207 h 968306"/>
              <a:gd name="connsiteX2824" fmla="*/ 2966942 w 5114885"/>
              <a:gd name="connsiteY2824" fmla="*/ 106160 h 968306"/>
              <a:gd name="connsiteX2825" fmla="*/ 2960180 w 5114885"/>
              <a:gd name="connsiteY2825" fmla="*/ 106160 h 968306"/>
              <a:gd name="connsiteX2826" fmla="*/ 2933510 w 5114885"/>
              <a:gd name="connsiteY2826" fmla="*/ 104064 h 968306"/>
              <a:gd name="connsiteX2827" fmla="*/ 2929319 w 5114885"/>
              <a:gd name="connsiteY2827" fmla="*/ 104064 h 968306"/>
              <a:gd name="connsiteX2828" fmla="*/ 2918841 w 5114885"/>
              <a:gd name="connsiteY2828" fmla="*/ 105112 h 968306"/>
              <a:gd name="connsiteX2829" fmla="*/ 2902553 w 5114885"/>
              <a:gd name="connsiteY2829" fmla="*/ 106160 h 968306"/>
              <a:gd name="connsiteX2830" fmla="*/ 2887885 w 5114885"/>
              <a:gd name="connsiteY2830" fmla="*/ 111398 h 968306"/>
              <a:gd name="connsiteX2831" fmla="*/ 2813971 w 5114885"/>
              <a:gd name="connsiteY2831" fmla="*/ 183217 h 968306"/>
              <a:gd name="connsiteX2832" fmla="*/ 2803493 w 5114885"/>
              <a:gd name="connsiteY2832" fmla="*/ 190551 h 968306"/>
              <a:gd name="connsiteX2833" fmla="*/ 2801398 w 5114885"/>
              <a:gd name="connsiteY2833" fmla="*/ 185884 h 968306"/>
              <a:gd name="connsiteX2834" fmla="*/ 2799303 w 5114885"/>
              <a:gd name="connsiteY2834" fmla="*/ 138735 h 968306"/>
              <a:gd name="connsiteX2835" fmla="*/ 2795588 w 5114885"/>
              <a:gd name="connsiteY2835" fmla="*/ 44438 h 968306"/>
              <a:gd name="connsiteX2836" fmla="*/ 2795111 w 5114885"/>
              <a:gd name="connsiteY2836" fmla="*/ 7766 h 968306"/>
              <a:gd name="connsiteX2837" fmla="*/ 2789396 w 5114885"/>
              <a:gd name="connsiteY2837" fmla="*/ 3004 h 968306"/>
              <a:gd name="connsiteX2838" fmla="*/ 2727579 w 5114885"/>
              <a:gd name="connsiteY2838" fmla="*/ 5099 h 968306"/>
              <a:gd name="connsiteX2839" fmla="*/ 2719769 w 5114885"/>
              <a:gd name="connsiteY2839" fmla="*/ 14529 h 968306"/>
              <a:gd name="connsiteX2840" fmla="*/ 2719769 w 5114885"/>
              <a:gd name="connsiteY2840" fmla="*/ 22340 h 968306"/>
              <a:gd name="connsiteX2841" fmla="*/ 2718721 w 5114885"/>
              <a:gd name="connsiteY2841" fmla="*/ 109779 h 968306"/>
              <a:gd name="connsiteX2842" fmla="*/ 2723388 w 5114885"/>
              <a:gd name="connsiteY2842" fmla="*/ 358572 h 968306"/>
              <a:gd name="connsiteX2843" fmla="*/ 2723388 w 5114885"/>
              <a:gd name="connsiteY2843" fmla="*/ 367526 h 968306"/>
              <a:gd name="connsiteX2844" fmla="*/ 2722912 w 5114885"/>
              <a:gd name="connsiteY2844" fmla="*/ 370669 h 968306"/>
              <a:gd name="connsiteX2845" fmla="*/ 2588895 w 5114885"/>
              <a:gd name="connsiteY2845" fmla="*/ 374098 h 968306"/>
              <a:gd name="connsiteX2846" fmla="*/ 2590514 w 5114885"/>
              <a:gd name="connsiteY2846" fmla="*/ 305994 h 968306"/>
              <a:gd name="connsiteX2847" fmla="*/ 2590991 w 5114885"/>
              <a:gd name="connsiteY2847" fmla="*/ 268275 h 968306"/>
              <a:gd name="connsiteX2848" fmla="*/ 2590991 w 5114885"/>
              <a:gd name="connsiteY2848" fmla="*/ 225317 h 968306"/>
              <a:gd name="connsiteX2849" fmla="*/ 2588895 w 5114885"/>
              <a:gd name="connsiteY2849" fmla="*/ 205410 h 968306"/>
              <a:gd name="connsiteX2850" fmla="*/ 2587371 w 5114885"/>
              <a:gd name="connsiteY2850" fmla="*/ 197028 h 968306"/>
              <a:gd name="connsiteX2851" fmla="*/ 2538127 w 5114885"/>
              <a:gd name="connsiteY2851" fmla="*/ 151975 h 968306"/>
              <a:gd name="connsiteX2852" fmla="*/ 2494121 w 5114885"/>
              <a:gd name="connsiteY2852" fmla="*/ 169787 h 968306"/>
              <a:gd name="connsiteX2853" fmla="*/ 2477357 w 5114885"/>
              <a:gd name="connsiteY2853" fmla="*/ 202743 h 968306"/>
              <a:gd name="connsiteX2854" fmla="*/ 2476310 w 5114885"/>
              <a:gd name="connsiteY2854" fmla="*/ 207982 h 968306"/>
              <a:gd name="connsiteX2855" fmla="*/ 2471642 w 5114885"/>
              <a:gd name="connsiteY2855" fmla="*/ 225794 h 968306"/>
              <a:gd name="connsiteX2856" fmla="*/ 2473166 w 5114885"/>
              <a:gd name="connsiteY2856" fmla="*/ 298660 h 968306"/>
              <a:gd name="connsiteX2857" fmla="*/ 2472690 w 5114885"/>
              <a:gd name="connsiteY2857" fmla="*/ 353143 h 968306"/>
              <a:gd name="connsiteX2858" fmla="*/ 2472214 w 5114885"/>
              <a:gd name="connsiteY2858" fmla="*/ 372002 h 968306"/>
              <a:gd name="connsiteX2859" fmla="*/ 2448592 w 5114885"/>
              <a:gd name="connsiteY2859" fmla="*/ 373622 h 968306"/>
              <a:gd name="connsiteX2860" fmla="*/ 2421350 w 5114885"/>
              <a:gd name="connsiteY2860" fmla="*/ 372574 h 968306"/>
              <a:gd name="connsiteX2861" fmla="*/ 2414016 w 5114885"/>
              <a:gd name="connsiteY2861" fmla="*/ 373145 h 968306"/>
              <a:gd name="connsiteX2862" fmla="*/ 2412968 w 5114885"/>
              <a:gd name="connsiteY2862" fmla="*/ 140545 h 968306"/>
              <a:gd name="connsiteX2863" fmla="*/ 2416588 w 5114885"/>
              <a:gd name="connsiteY2863" fmla="*/ 114351 h 968306"/>
              <a:gd name="connsiteX2864" fmla="*/ 2424494 w 5114885"/>
              <a:gd name="connsiteY2864" fmla="*/ 113780 h 968306"/>
              <a:gd name="connsiteX2865" fmla="*/ 2436495 w 5114885"/>
              <a:gd name="connsiteY2865" fmla="*/ 113208 h 968306"/>
              <a:gd name="connsiteX2866" fmla="*/ 2459546 w 5114885"/>
              <a:gd name="connsiteY2866" fmla="*/ 113780 h 968306"/>
              <a:gd name="connsiteX2867" fmla="*/ 2470499 w 5114885"/>
              <a:gd name="connsiteY2867" fmla="*/ 113780 h 968306"/>
              <a:gd name="connsiteX2868" fmla="*/ 2470499 w 5114885"/>
              <a:gd name="connsiteY2868" fmla="*/ 117494 h 968306"/>
              <a:gd name="connsiteX2869" fmla="*/ 2472595 w 5114885"/>
              <a:gd name="connsiteY2869" fmla="*/ 135306 h 968306"/>
              <a:gd name="connsiteX2870" fmla="*/ 2506123 w 5114885"/>
              <a:gd name="connsiteY2870" fmla="*/ 122733 h 968306"/>
              <a:gd name="connsiteX2871" fmla="*/ 2543366 w 5114885"/>
              <a:gd name="connsiteY2871" fmla="*/ 104921 h 968306"/>
              <a:gd name="connsiteX2872" fmla="*/ 2571083 w 5114885"/>
              <a:gd name="connsiteY2872" fmla="*/ 105969 h 968306"/>
              <a:gd name="connsiteX2873" fmla="*/ 2599373 w 5114885"/>
              <a:gd name="connsiteY2873" fmla="*/ 112256 h 968306"/>
              <a:gd name="connsiteX2874" fmla="*/ 2611470 w 5114885"/>
              <a:gd name="connsiteY2874" fmla="*/ 118066 h 968306"/>
              <a:gd name="connsiteX2875" fmla="*/ 2642902 w 5114885"/>
              <a:gd name="connsiteY2875" fmla="*/ 157309 h 968306"/>
              <a:gd name="connsiteX2876" fmla="*/ 2652332 w 5114885"/>
              <a:gd name="connsiteY2876" fmla="*/ 238557 h 968306"/>
              <a:gd name="connsiteX2877" fmla="*/ 2652332 w 5114885"/>
              <a:gd name="connsiteY2877" fmla="*/ 271037 h 968306"/>
              <a:gd name="connsiteX2878" fmla="*/ 2652332 w 5114885"/>
              <a:gd name="connsiteY2878" fmla="*/ 294564 h 968306"/>
              <a:gd name="connsiteX2879" fmla="*/ 2648712 w 5114885"/>
              <a:gd name="connsiteY2879" fmla="*/ 377813 h 968306"/>
              <a:gd name="connsiteX2880" fmla="*/ 2636139 w 5114885"/>
              <a:gd name="connsiteY2880" fmla="*/ 378384 h 968306"/>
              <a:gd name="connsiteX2881" fmla="*/ 2632996 w 5114885"/>
              <a:gd name="connsiteY2881" fmla="*/ 378956 h 968306"/>
              <a:gd name="connsiteX2882" fmla="*/ 2630900 w 5114885"/>
              <a:gd name="connsiteY2882" fmla="*/ 378956 h 968306"/>
              <a:gd name="connsiteX2883" fmla="*/ 2627186 w 5114885"/>
              <a:gd name="connsiteY2883" fmla="*/ 378384 h 968306"/>
              <a:gd name="connsiteX2884" fmla="*/ 2601468 w 5114885"/>
              <a:gd name="connsiteY2884" fmla="*/ 376289 h 968306"/>
              <a:gd name="connsiteX2885" fmla="*/ 2589466 w 5114885"/>
              <a:gd name="connsiteY2885" fmla="*/ 375717 h 968306"/>
              <a:gd name="connsiteX2886" fmla="*/ 2588895 w 5114885"/>
              <a:gd name="connsiteY2886" fmla="*/ 374193 h 968306"/>
              <a:gd name="connsiteX2887" fmla="*/ 2481548 w 5114885"/>
              <a:gd name="connsiteY2887" fmla="*/ 129972 h 968306"/>
              <a:gd name="connsiteX2888" fmla="*/ 2471642 w 5114885"/>
              <a:gd name="connsiteY2888" fmla="*/ 103778 h 968306"/>
              <a:gd name="connsiteX2889" fmla="*/ 2459546 w 5114885"/>
              <a:gd name="connsiteY2889" fmla="*/ 103778 h 968306"/>
              <a:gd name="connsiteX2890" fmla="*/ 2436495 w 5114885"/>
              <a:gd name="connsiteY2890" fmla="*/ 103207 h 968306"/>
              <a:gd name="connsiteX2891" fmla="*/ 2423922 w 5114885"/>
              <a:gd name="connsiteY2891" fmla="*/ 103778 h 968306"/>
              <a:gd name="connsiteX2892" fmla="*/ 2407158 w 5114885"/>
              <a:gd name="connsiteY2892" fmla="*/ 108446 h 968306"/>
              <a:gd name="connsiteX2893" fmla="*/ 2402967 w 5114885"/>
              <a:gd name="connsiteY2893" fmla="*/ 139402 h 968306"/>
              <a:gd name="connsiteX2894" fmla="*/ 2404015 w 5114885"/>
              <a:gd name="connsiteY2894" fmla="*/ 377717 h 968306"/>
              <a:gd name="connsiteX2895" fmla="*/ 2412397 w 5114885"/>
              <a:gd name="connsiteY2895" fmla="*/ 382956 h 968306"/>
              <a:gd name="connsiteX2896" fmla="*/ 2421255 w 5114885"/>
              <a:gd name="connsiteY2896" fmla="*/ 382385 h 968306"/>
              <a:gd name="connsiteX2897" fmla="*/ 2448497 w 5114885"/>
              <a:gd name="connsiteY2897" fmla="*/ 383432 h 968306"/>
              <a:gd name="connsiteX2898" fmla="*/ 2478405 w 5114885"/>
              <a:gd name="connsiteY2898" fmla="*/ 381337 h 968306"/>
              <a:gd name="connsiteX2899" fmla="*/ 2482596 w 5114885"/>
              <a:gd name="connsiteY2899" fmla="*/ 375050 h 968306"/>
              <a:gd name="connsiteX2900" fmla="*/ 2482596 w 5114885"/>
              <a:gd name="connsiteY2900" fmla="*/ 353619 h 968306"/>
              <a:gd name="connsiteX2901" fmla="*/ 2483072 w 5114885"/>
              <a:gd name="connsiteY2901" fmla="*/ 299136 h 968306"/>
              <a:gd name="connsiteX2902" fmla="*/ 2481453 w 5114885"/>
              <a:gd name="connsiteY2902" fmla="*/ 227889 h 968306"/>
              <a:gd name="connsiteX2903" fmla="*/ 2486120 w 5114885"/>
              <a:gd name="connsiteY2903" fmla="*/ 210077 h 968306"/>
              <a:gd name="connsiteX2904" fmla="*/ 2487168 w 5114885"/>
              <a:gd name="connsiteY2904" fmla="*/ 204267 h 968306"/>
              <a:gd name="connsiteX2905" fmla="*/ 2501837 w 5114885"/>
              <a:gd name="connsiteY2905" fmla="*/ 175978 h 968306"/>
              <a:gd name="connsiteX2906" fmla="*/ 2538984 w 5114885"/>
              <a:gd name="connsiteY2906" fmla="*/ 161786 h 968306"/>
              <a:gd name="connsiteX2907" fmla="*/ 2578799 w 5114885"/>
              <a:gd name="connsiteY2907" fmla="*/ 206363 h 968306"/>
              <a:gd name="connsiteX2908" fmla="*/ 2580894 w 5114885"/>
              <a:gd name="connsiteY2908" fmla="*/ 226746 h 968306"/>
              <a:gd name="connsiteX2909" fmla="*/ 2580418 w 5114885"/>
              <a:gd name="connsiteY2909" fmla="*/ 305899 h 968306"/>
              <a:gd name="connsiteX2910" fmla="*/ 2578799 w 5114885"/>
              <a:gd name="connsiteY2910" fmla="*/ 374003 h 968306"/>
              <a:gd name="connsiteX2911" fmla="*/ 2579275 w 5114885"/>
              <a:gd name="connsiteY2911" fmla="*/ 376574 h 968306"/>
              <a:gd name="connsiteX2912" fmla="*/ 2578799 w 5114885"/>
              <a:gd name="connsiteY2912" fmla="*/ 379241 h 968306"/>
              <a:gd name="connsiteX2913" fmla="*/ 2601278 w 5114885"/>
              <a:gd name="connsiteY2913" fmla="*/ 386099 h 968306"/>
              <a:gd name="connsiteX2914" fmla="*/ 2625376 w 5114885"/>
              <a:gd name="connsiteY2914" fmla="*/ 388195 h 968306"/>
              <a:gd name="connsiteX2915" fmla="*/ 2630043 w 5114885"/>
              <a:gd name="connsiteY2915" fmla="*/ 388671 h 968306"/>
              <a:gd name="connsiteX2916" fmla="*/ 2634234 w 5114885"/>
              <a:gd name="connsiteY2916" fmla="*/ 388671 h 968306"/>
              <a:gd name="connsiteX2917" fmla="*/ 2637378 w 5114885"/>
              <a:gd name="connsiteY2917" fmla="*/ 388195 h 968306"/>
              <a:gd name="connsiteX2918" fmla="*/ 2647855 w 5114885"/>
              <a:gd name="connsiteY2918" fmla="*/ 388195 h 968306"/>
              <a:gd name="connsiteX2919" fmla="*/ 2659380 w 5114885"/>
              <a:gd name="connsiteY2919" fmla="*/ 384004 h 968306"/>
              <a:gd name="connsiteX2920" fmla="*/ 2661952 w 5114885"/>
              <a:gd name="connsiteY2920" fmla="*/ 294469 h 968306"/>
              <a:gd name="connsiteX2921" fmla="*/ 2661952 w 5114885"/>
              <a:gd name="connsiteY2921" fmla="*/ 271418 h 968306"/>
              <a:gd name="connsiteX2922" fmla="*/ 2661952 w 5114885"/>
              <a:gd name="connsiteY2922" fmla="*/ 238938 h 968306"/>
              <a:gd name="connsiteX2923" fmla="*/ 2652522 w 5114885"/>
              <a:gd name="connsiteY2923" fmla="*/ 154070 h 968306"/>
              <a:gd name="connsiteX2924" fmla="*/ 2616899 w 5114885"/>
              <a:gd name="connsiteY2924" fmla="*/ 109493 h 968306"/>
              <a:gd name="connsiteX2925" fmla="*/ 2601182 w 5114885"/>
              <a:gd name="connsiteY2925" fmla="*/ 102731 h 968306"/>
              <a:gd name="connsiteX2926" fmla="*/ 2571274 w 5114885"/>
              <a:gd name="connsiteY2926" fmla="*/ 95873 h 968306"/>
              <a:gd name="connsiteX2927" fmla="*/ 2540889 w 5114885"/>
              <a:gd name="connsiteY2927" fmla="*/ 95301 h 968306"/>
              <a:gd name="connsiteX2928" fmla="*/ 2500503 w 5114885"/>
              <a:gd name="connsiteY2928" fmla="*/ 114161 h 968306"/>
              <a:gd name="connsiteX2929" fmla="*/ 2481072 w 5114885"/>
              <a:gd name="connsiteY2929" fmla="*/ 129877 h 968306"/>
              <a:gd name="connsiteX2930" fmla="*/ 2181987 w 5114885"/>
              <a:gd name="connsiteY2930" fmla="*/ 270752 h 968306"/>
              <a:gd name="connsiteX2931" fmla="*/ 2176748 w 5114885"/>
              <a:gd name="connsiteY2931" fmla="*/ 272847 h 968306"/>
              <a:gd name="connsiteX2932" fmla="*/ 2170462 w 5114885"/>
              <a:gd name="connsiteY2932" fmla="*/ 277038 h 968306"/>
              <a:gd name="connsiteX2933" fmla="*/ 2165795 w 5114885"/>
              <a:gd name="connsiteY2933" fmla="*/ 279705 h 968306"/>
              <a:gd name="connsiteX2934" fmla="*/ 2159508 w 5114885"/>
              <a:gd name="connsiteY2934" fmla="*/ 324282 h 968306"/>
              <a:gd name="connsiteX2935" fmla="*/ 2161604 w 5114885"/>
              <a:gd name="connsiteY2935" fmla="*/ 326949 h 968306"/>
              <a:gd name="connsiteX2936" fmla="*/ 2208752 w 5114885"/>
              <a:gd name="connsiteY2936" fmla="*/ 348952 h 968306"/>
              <a:gd name="connsiteX2937" fmla="*/ 2238089 w 5114885"/>
              <a:gd name="connsiteY2937" fmla="*/ 338474 h 968306"/>
              <a:gd name="connsiteX2938" fmla="*/ 2251234 w 5114885"/>
              <a:gd name="connsiteY2938" fmla="*/ 330569 h 968306"/>
              <a:gd name="connsiteX2939" fmla="*/ 2267998 w 5114885"/>
              <a:gd name="connsiteY2939" fmla="*/ 291802 h 968306"/>
              <a:gd name="connsiteX2940" fmla="*/ 2268474 w 5114885"/>
              <a:gd name="connsiteY2940" fmla="*/ 259322 h 968306"/>
              <a:gd name="connsiteX2941" fmla="*/ 2261711 w 5114885"/>
              <a:gd name="connsiteY2941" fmla="*/ 249416 h 968306"/>
              <a:gd name="connsiteX2942" fmla="*/ 2259044 w 5114885"/>
              <a:gd name="connsiteY2942" fmla="*/ 249987 h 968306"/>
              <a:gd name="connsiteX2943" fmla="*/ 2255425 w 5114885"/>
              <a:gd name="connsiteY2943" fmla="*/ 250559 h 968306"/>
              <a:gd name="connsiteX2944" fmla="*/ 2243423 w 5114885"/>
              <a:gd name="connsiteY2944" fmla="*/ 253130 h 968306"/>
              <a:gd name="connsiteX2945" fmla="*/ 2220849 w 5114885"/>
              <a:gd name="connsiteY2945" fmla="*/ 258369 h 968306"/>
              <a:gd name="connsiteX2946" fmla="*/ 2206657 w 5114885"/>
              <a:gd name="connsiteY2946" fmla="*/ 262084 h 968306"/>
              <a:gd name="connsiteX2947" fmla="*/ 2196751 w 5114885"/>
              <a:gd name="connsiteY2947" fmla="*/ 265227 h 968306"/>
              <a:gd name="connsiteX2948" fmla="*/ 2193131 w 5114885"/>
              <a:gd name="connsiteY2948" fmla="*/ 266275 h 968306"/>
              <a:gd name="connsiteX2949" fmla="*/ 2186369 w 5114885"/>
              <a:gd name="connsiteY2949" fmla="*/ 269990 h 968306"/>
              <a:gd name="connsiteX2950" fmla="*/ 2182178 w 5114885"/>
              <a:gd name="connsiteY2950" fmla="*/ 271037 h 968306"/>
              <a:gd name="connsiteX2951" fmla="*/ 2258473 w 5114885"/>
              <a:gd name="connsiteY2951" fmla="*/ 260274 h 968306"/>
              <a:gd name="connsiteX2952" fmla="*/ 2258473 w 5114885"/>
              <a:gd name="connsiteY2952" fmla="*/ 289611 h 968306"/>
              <a:gd name="connsiteX2953" fmla="*/ 2244281 w 5114885"/>
              <a:gd name="connsiteY2953" fmla="*/ 323139 h 968306"/>
              <a:gd name="connsiteX2954" fmla="*/ 2233327 w 5114885"/>
              <a:gd name="connsiteY2954" fmla="*/ 329426 h 968306"/>
              <a:gd name="connsiteX2955" fmla="*/ 2214467 w 5114885"/>
              <a:gd name="connsiteY2955" fmla="*/ 338379 h 968306"/>
              <a:gd name="connsiteX2956" fmla="*/ 2167795 w 5114885"/>
              <a:gd name="connsiteY2956" fmla="*/ 318472 h 968306"/>
              <a:gd name="connsiteX2957" fmla="*/ 2173034 w 5114885"/>
              <a:gd name="connsiteY2957" fmla="*/ 287039 h 968306"/>
              <a:gd name="connsiteX2958" fmla="*/ 2175605 w 5114885"/>
              <a:gd name="connsiteY2958" fmla="*/ 285420 h 968306"/>
              <a:gd name="connsiteX2959" fmla="*/ 2178749 w 5114885"/>
              <a:gd name="connsiteY2959" fmla="*/ 283801 h 968306"/>
              <a:gd name="connsiteX2960" fmla="*/ 2180844 w 5114885"/>
              <a:gd name="connsiteY2960" fmla="*/ 281705 h 968306"/>
              <a:gd name="connsiteX2961" fmla="*/ 2184464 w 5114885"/>
              <a:gd name="connsiteY2961" fmla="*/ 280086 h 968306"/>
              <a:gd name="connsiteX2962" fmla="*/ 2188655 w 5114885"/>
              <a:gd name="connsiteY2962" fmla="*/ 279038 h 968306"/>
              <a:gd name="connsiteX2963" fmla="*/ 2196465 w 5114885"/>
              <a:gd name="connsiteY2963" fmla="*/ 275419 h 968306"/>
              <a:gd name="connsiteX2964" fmla="*/ 2199608 w 5114885"/>
              <a:gd name="connsiteY2964" fmla="*/ 274371 h 968306"/>
              <a:gd name="connsiteX2965" fmla="*/ 2209038 w 5114885"/>
              <a:gd name="connsiteY2965" fmla="*/ 271704 h 968306"/>
              <a:gd name="connsiteX2966" fmla="*/ 2223230 w 5114885"/>
              <a:gd name="connsiteY2966" fmla="*/ 267513 h 968306"/>
              <a:gd name="connsiteX2967" fmla="*/ 2245233 w 5114885"/>
              <a:gd name="connsiteY2967" fmla="*/ 262846 h 968306"/>
              <a:gd name="connsiteX2968" fmla="*/ 2258378 w 5114885"/>
              <a:gd name="connsiteY2968" fmla="*/ 260179 h 968306"/>
              <a:gd name="connsiteX2969" fmla="*/ 2101787 w 5114885"/>
              <a:gd name="connsiteY2969" fmla="*/ 185408 h 968306"/>
              <a:gd name="connsiteX2970" fmla="*/ 2105978 w 5114885"/>
              <a:gd name="connsiteY2970" fmla="*/ 169120 h 968306"/>
              <a:gd name="connsiteX2971" fmla="*/ 2144744 w 5114885"/>
              <a:gd name="connsiteY2971" fmla="*/ 127210 h 968306"/>
              <a:gd name="connsiteX2972" fmla="*/ 2151507 w 5114885"/>
              <a:gd name="connsiteY2972" fmla="*/ 121400 h 968306"/>
              <a:gd name="connsiteX2973" fmla="*/ 2156746 w 5114885"/>
              <a:gd name="connsiteY2973" fmla="*/ 118828 h 968306"/>
              <a:gd name="connsiteX2974" fmla="*/ 2161413 w 5114885"/>
              <a:gd name="connsiteY2974" fmla="*/ 116161 h 968306"/>
              <a:gd name="connsiteX2975" fmla="*/ 2183416 w 5114885"/>
              <a:gd name="connsiteY2975" fmla="*/ 109303 h 968306"/>
              <a:gd name="connsiteX2976" fmla="*/ 2201228 w 5114885"/>
              <a:gd name="connsiteY2976" fmla="*/ 106731 h 968306"/>
              <a:gd name="connsiteX2977" fmla="*/ 2203799 w 5114885"/>
              <a:gd name="connsiteY2977" fmla="*/ 105683 h 968306"/>
              <a:gd name="connsiteX2978" fmla="*/ 2206371 w 5114885"/>
              <a:gd name="connsiteY2978" fmla="*/ 104636 h 968306"/>
              <a:gd name="connsiteX2979" fmla="*/ 2232089 w 5114885"/>
              <a:gd name="connsiteY2979" fmla="*/ 103588 h 968306"/>
              <a:gd name="connsiteX2980" fmla="*/ 2247805 w 5114885"/>
              <a:gd name="connsiteY2980" fmla="*/ 105207 h 968306"/>
              <a:gd name="connsiteX2981" fmla="*/ 2278190 w 5114885"/>
              <a:gd name="connsiteY2981" fmla="*/ 108350 h 968306"/>
              <a:gd name="connsiteX2982" fmla="*/ 2314289 w 5114885"/>
              <a:gd name="connsiteY2982" fmla="*/ 131401 h 968306"/>
              <a:gd name="connsiteX2983" fmla="*/ 2324195 w 5114885"/>
              <a:gd name="connsiteY2983" fmla="*/ 148165 h 968306"/>
              <a:gd name="connsiteX2984" fmla="*/ 2328386 w 5114885"/>
              <a:gd name="connsiteY2984" fmla="*/ 195885 h 968306"/>
              <a:gd name="connsiteX2985" fmla="*/ 2327339 w 5114885"/>
              <a:gd name="connsiteY2985" fmla="*/ 213125 h 968306"/>
              <a:gd name="connsiteX2986" fmla="*/ 2327910 w 5114885"/>
              <a:gd name="connsiteY2986" fmla="*/ 294850 h 968306"/>
              <a:gd name="connsiteX2987" fmla="*/ 2331053 w 5114885"/>
              <a:gd name="connsiteY2987" fmla="*/ 333617 h 968306"/>
              <a:gd name="connsiteX2988" fmla="*/ 2337816 w 5114885"/>
              <a:gd name="connsiteY2988" fmla="*/ 365049 h 968306"/>
              <a:gd name="connsiteX2989" fmla="*/ 2339340 w 5114885"/>
              <a:gd name="connsiteY2989" fmla="*/ 372383 h 968306"/>
              <a:gd name="connsiteX2990" fmla="*/ 2296382 w 5114885"/>
              <a:gd name="connsiteY2990" fmla="*/ 378670 h 968306"/>
              <a:gd name="connsiteX2991" fmla="*/ 2287524 w 5114885"/>
              <a:gd name="connsiteY2991" fmla="*/ 377051 h 968306"/>
              <a:gd name="connsiteX2992" fmla="*/ 2278666 w 5114885"/>
              <a:gd name="connsiteY2992" fmla="*/ 377622 h 968306"/>
              <a:gd name="connsiteX2993" fmla="*/ 2266664 w 5114885"/>
              <a:gd name="connsiteY2993" fmla="*/ 357715 h 968306"/>
              <a:gd name="connsiteX2994" fmla="*/ 2258759 w 5114885"/>
              <a:gd name="connsiteY2994" fmla="*/ 360858 h 968306"/>
              <a:gd name="connsiteX2995" fmla="*/ 2255615 w 5114885"/>
              <a:gd name="connsiteY2995" fmla="*/ 362954 h 968306"/>
              <a:gd name="connsiteX2996" fmla="*/ 2250377 w 5114885"/>
              <a:gd name="connsiteY2996" fmla="*/ 366668 h 968306"/>
              <a:gd name="connsiteX2997" fmla="*/ 2245614 w 5114885"/>
              <a:gd name="connsiteY2997" fmla="*/ 369812 h 968306"/>
              <a:gd name="connsiteX2998" fmla="*/ 2223611 w 5114885"/>
              <a:gd name="connsiteY2998" fmla="*/ 379241 h 968306"/>
              <a:gd name="connsiteX2999" fmla="*/ 2191703 w 5114885"/>
              <a:gd name="connsiteY2999" fmla="*/ 383909 h 968306"/>
              <a:gd name="connsiteX3000" fmla="*/ 2174367 w 5114885"/>
              <a:gd name="connsiteY3000" fmla="*/ 385528 h 968306"/>
              <a:gd name="connsiteX3001" fmla="*/ 2125123 w 5114885"/>
              <a:gd name="connsiteY3001" fmla="*/ 374003 h 968306"/>
              <a:gd name="connsiteX3002" fmla="*/ 2122551 w 5114885"/>
              <a:gd name="connsiteY3002" fmla="*/ 371907 h 968306"/>
              <a:gd name="connsiteX3003" fmla="*/ 2116741 w 5114885"/>
              <a:gd name="connsiteY3003" fmla="*/ 368288 h 968306"/>
              <a:gd name="connsiteX3004" fmla="*/ 2109407 w 5114885"/>
              <a:gd name="connsiteY3004" fmla="*/ 363049 h 968306"/>
              <a:gd name="connsiteX3005" fmla="*/ 2107311 w 5114885"/>
              <a:gd name="connsiteY3005" fmla="*/ 359906 h 968306"/>
              <a:gd name="connsiteX3006" fmla="*/ 2104168 w 5114885"/>
              <a:gd name="connsiteY3006" fmla="*/ 354667 h 968306"/>
              <a:gd name="connsiteX3007" fmla="*/ 2098929 w 5114885"/>
              <a:gd name="connsiteY3007" fmla="*/ 346285 h 968306"/>
              <a:gd name="connsiteX3008" fmla="*/ 2090547 w 5114885"/>
              <a:gd name="connsiteY3008" fmla="*/ 321710 h 968306"/>
              <a:gd name="connsiteX3009" fmla="*/ 2090547 w 5114885"/>
              <a:gd name="connsiteY3009" fmla="*/ 298184 h 968306"/>
              <a:gd name="connsiteX3010" fmla="*/ 2092643 w 5114885"/>
              <a:gd name="connsiteY3010" fmla="*/ 286658 h 968306"/>
              <a:gd name="connsiteX3011" fmla="*/ 2093690 w 5114885"/>
              <a:gd name="connsiteY3011" fmla="*/ 282944 h 968306"/>
              <a:gd name="connsiteX3012" fmla="*/ 2096357 w 5114885"/>
              <a:gd name="connsiteY3012" fmla="*/ 276657 h 968306"/>
              <a:gd name="connsiteX3013" fmla="*/ 2155031 w 5114885"/>
              <a:gd name="connsiteY3013" fmla="*/ 233128 h 968306"/>
              <a:gd name="connsiteX3014" fmla="*/ 2177606 w 5114885"/>
              <a:gd name="connsiteY3014" fmla="*/ 231032 h 968306"/>
              <a:gd name="connsiteX3015" fmla="*/ 2182273 w 5114885"/>
              <a:gd name="connsiteY3015" fmla="*/ 230461 h 968306"/>
              <a:gd name="connsiteX3016" fmla="*/ 2190655 w 5114885"/>
              <a:gd name="connsiteY3016" fmla="*/ 229889 h 968306"/>
              <a:gd name="connsiteX3017" fmla="*/ 2202656 w 5114885"/>
              <a:gd name="connsiteY3017" fmla="*/ 229318 h 968306"/>
              <a:gd name="connsiteX3018" fmla="*/ 2225231 w 5114885"/>
              <a:gd name="connsiteY3018" fmla="*/ 227222 h 968306"/>
              <a:gd name="connsiteX3019" fmla="*/ 2265617 w 5114885"/>
              <a:gd name="connsiteY3019" fmla="*/ 210458 h 968306"/>
              <a:gd name="connsiteX3020" fmla="*/ 2267712 w 5114885"/>
              <a:gd name="connsiteY3020" fmla="*/ 205696 h 968306"/>
              <a:gd name="connsiteX3021" fmla="*/ 2268760 w 5114885"/>
              <a:gd name="connsiteY3021" fmla="*/ 202553 h 968306"/>
              <a:gd name="connsiteX3022" fmla="*/ 2269331 w 5114885"/>
              <a:gd name="connsiteY3022" fmla="*/ 197314 h 968306"/>
              <a:gd name="connsiteX3023" fmla="*/ 2253044 w 5114885"/>
              <a:gd name="connsiteY3023" fmla="*/ 153308 h 968306"/>
              <a:gd name="connsiteX3024" fmla="*/ 2225802 w 5114885"/>
              <a:gd name="connsiteY3024" fmla="*/ 146546 h 968306"/>
              <a:gd name="connsiteX3025" fmla="*/ 2206943 w 5114885"/>
              <a:gd name="connsiteY3025" fmla="*/ 148641 h 968306"/>
              <a:gd name="connsiteX3026" fmla="*/ 2180749 w 5114885"/>
              <a:gd name="connsiteY3026" fmla="*/ 159690 h 968306"/>
              <a:gd name="connsiteX3027" fmla="*/ 2175034 w 5114885"/>
              <a:gd name="connsiteY3027" fmla="*/ 167024 h 968306"/>
              <a:gd name="connsiteX3028" fmla="*/ 2171319 w 5114885"/>
              <a:gd name="connsiteY3028" fmla="*/ 173311 h 968306"/>
              <a:gd name="connsiteX3029" fmla="*/ 2164556 w 5114885"/>
              <a:gd name="connsiteY3029" fmla="*/ 186932 h 968306"/>
              <a:gd name="connsiteX3030" fmla="*/ 2161413 w 5114885"/>
              <a:gd name="connsiteY3030" fmla="*/ 186932 h 968306"/>
              <a:gd name="connsiteX3031" fmla="*/ 2151507 w 5114885"/>
              <a:gd name="connsiteY3031" fmla="*/ 185884 h 968306"/>
              <a:gd name="connsiteX3032" fmla="*/ 2123789 w 5114885"/>
              <a:gd name="connsiteY3032" fmla="*/ 184836 h 968306"/>
              <a:gd name="connsiteX3033" fmla="*/ 2108073 w 5114885"/>
              <a:gd name="connsiteY3033" fmla="*/ 184836 h 968306"/>
              <a:gd name="connsiteX3034" fmla="*/ 2101787 w 5114885"/>
              <a:gd name="connsiteY3034" fmla="*/ 185408 h 968306"/>
              <a:gd name="connsiteX3035" fmla="*/ 2255806 w 5114885"/>
              <a:gd name="connsiteY3035" fmla="*/ 374479 h 968306"/>
              <a:gd name="connsiteX3036" fmla="*/ 2261045 w 5114885"/>
              <a:gd name="connsiteY3036" fmla="*/ 371336 h 968306"/>
              <a:gd name="connsiteX3037" fmla="*/ 2264188 w 5114885"/>
              <a:gd name="connsiteY3037" fmla="*/ 369716 h 968306"/>
              <a:gd name="connsiteX3038" fmla="*/ 2266283 w 5114885"/>
              <a:gd name="connsiteY3038" fmla="*/ 368192 h 968306"/>
              <a:gd name="connsiteX3039" fmla="*/ 2268379 w 5114885"/>
              <a:gd name="connsiteY3039" fmla="*/ 377622 h 968306"/>
              <a:gd name="connsiteX3040" fmla="*/ 2287238 w 5114885"/>
              <a:gd name="connsiteY3040" fmla="*/ 387623 h 968306"/>
              <a:gd name="connsiteX3041" fmla="*/ 2295620 w 5114885"/>
              <a:gd name="connsiteY3041" fmla="*/ 389147 h 968306"/>
              <a:gd name="connsiteX3042" fmla="*/ 2346484 w 5114885"/>
              <a:gd name="connsiteY3042" fmla="*/ 381337 h 968306"/>
              <a:gd name="connsiteX3043" fmla="*/ 2349627 w 5114885"/>
              <a:gd name="connsiteY3043" fmla="*/ 372383 h 968306"/>
              <a:gd name="connsiteX3044" fmla="*/ 2348579 w 5114885"/>
              <a:gd name="connsiteY3044" fmla="*/ 368192 h 968306"/>
              <a:gd name="connsiteX3045" fmla="*/ 2348103 w 5114885"/>
              <a:gd name="connsiteY3045" fmla="*/ 364001 h 968306"/>
              <a:gd name="connsiteX3046" fmla="*/ 2341340 w 5114885"/>
              <a:gd name="connsiteY3046" fmla="*/ 331521 h 968306"/>
              <a:gd name="connsiteX3047" fmla="*/ 2338197 w 5114885"/>
              <a:gd name="connsiteY3047" fmla="*/ 293802 h 968306"/>
              <a:gd name="connsiteX3048" fmla="*/ 2337626 w 5114885"/>
              <a:gd name="connsiteY3048" fmla="*/ 213602 h 968306"/>
              <a:gd name="connsiteX3049" fmla="*/ 2338673 w 5114885"/>
              <a:gd name="connsiteY3049" fmla="*/ 195790 h 968306"/>
              <a:gd name="connsiteX3050" fmla="*/ 2334482 w 5114885"/>
              <a:gd name="connsiteY3050" fmla="*/ 145498 h 968306"/>
              <a:gd name="connsiteX3051" fmla="*/ 2321338 w 5114885"/>
              <a:gd name="connsiteY3051" fmla="*/ 123971 h 968306"/>
              <a:gd name="connsiteX3052" fmla="*/ 2281047 w 5114885"/>
              <a:gd name="connsiteY3052" fmla="*/ 98349 h 968306"/>
              <a:gd name="connsiteX3053" fmla="*/ 2249043 w 5114885"/>
              <a:gd name="connsiteY3053" fmla="*/ 95206 h 968306"/>
              <a:gd name="connsiteX3054" fmla="*/ 2232279 w 5114885"/>
              <a:gd name="connsiteY3054" fmla="*/ 93682 h 968306"/>
              <a:gd name="connsiteX3055" fmla="*/ 2202942 w 5114885"/>
              <a:gd name="connsiteY3055" fmla="*/ 95206 h 968306"/>
              <a:gd name="connsiteX3056" fmla="*/ 2198751 w 5114885"/>
              <a:gd name="connsiteY3056" fmla="*/ 96825 h 968306"/>
              <a:gd name="connsiteX3057" fmla="*/ 2180939 w 5114885"/>
              <a:gd name="connsiteY3057" fmla="*/ 99492 h 968306"/>
              <a:gd name="connsiteX3058" fmla="*/ 2156270 w 5114885"/>
              <a:gd name="connsiteY3058" fmla="*/ 107398 h 968306"/>
              <a:gd name="connsiteX3059" fmla="*/ 2152079 w 5114885"/>
              <a:gd name="connsiteY3059" fmla="*/ 109970 h 968306"/>
              <a:gd name="connsiteX3060" fmla="*/ 2146840 w 5114885"/>
              <a:gd name="connsiteY3060" fmla="*/ 113113 h 968306"/>
              <a:gd name="connsiteX3061" fmla="*/ 2137410 w 5114885"/>
              <a:gd name="connsiteY3061" fmla="*/ 120447 h 968306"/>
              <a:gd name="connsiteX3062" fmla="*/ 2096548 w 5114885"/>
              <a:gd name="connsiteY3062" fmla="*/ 166548 h 968306"/>
              <a:gd name="connsiteX3063" fmla="*/ 2090261 w 5114885"/>
              <a:gd name="connsiteY3063" fmla="*/ 187979 h 968306"/>
              <a:gd name="connsiteX3064" fmla="*/ 2095976 w 5114885"/>
              <a:gd name="connsiteY3064" fmla="*/ 194837 h 968306"/>
              <a:gd name="connsiteX3065" fmla="*/ 2099120 w 5114885"/>
              <a:gd name="connsiteY3065" fmla="*/ 195409 h 968306"/>
              <a:gd name="connsiteX3066" fmla="*/ 2103311 w 5114885"/>
              <a:gd name="connsiteY3066" fmla="*/ 195409 h 968306"/>
              <a:gd name="connsiteX3067" fmla="*/ 2123789 w 5114885"/>
              <a:gd name="connsiteY3067" fmla="*/ 195409 h 968306"/>
              <a:gd name="connsiteX3068" fmla="*/ 2151031 w 5114885"/>
              <a:gd name="connsiteY3068" fmla="*/ 195980 h 968306"/>
              <a:gd name="connsiteX3069" fmla="*/ 2180368 w 5114885"/>
              <a:gd name="connsiteY3069" fmla="*/ 178645 h 968306"/>
              <a:gd name="connsiteX3070" fmla="*/ 2184083 w 5114885"/>
              <a:gd name="connsiteY3070" fmla="*/ 172358 h 968306"/>
              <a:gd name="connsiteX3071" fmla="*/ 2187702 w 5114885"/>
              <a:gd name="connsiteY3071" fmla="*/ 167120 h 968306"/>
              <a:gd name="connsiteX3072" fmla="*/ 2209229 w 5114885"/>
              <a:gd name="connsiteY3072" fmla="*/ 158261 h 968306"/>
              <a:gd name="connsiteX3073" fmla="*/ 2225993 w 5114885"/>
              <a:gd name="connsiteY3073" fmla="*/ 156642 h 968306"/>
              <a:gd name="connsiteX3074" fmla="*/ 2247519 w 5114885"/>
              <a:gd name="connsiteY3074" fmla="*/ 161881 h 968306"/>
              <a:gd name="connsiteX3075" fmla="*/ 2259521 w 5114885"/>
              <a:gd name="connsiteY3075" fmla="*/ 199124 h 968306"/>
              <a:gd name="connsiteX3076" fmla="*/ 2258473 w 5114885"/>
              <a:gd name="connsiteY3076" fmla="*/ 202267 h 968306"/>
              <a:gd name="connsiteX3077" fmla="*/ 2254282 w 5114885"/>
              <a:gd name="connsiteY3077" fmla="*/ 207506 h 968306"/>
              <a:gd name="connsiteX3078" fmla="*/ 2201894 w 5114885"/>
              <a:gd name="connsiteY3078" fmla="*/ 219507 h 968306"/>
              <a:gd name="connsiteX3079" fmla="*/ 2190369 w 5114885"/>
              <a:gd name="connsiteY3079" fmla="*/ 220079 h 968306"/>
              <a:gd name="connsiteX3080" fmla="*/ 2181511 w 5114885"/>
              <a:gd name="connsiteY3080" fmla="*/ 220650 h 968306"/>
              <a:gd name="connsiteX3081" fmla="*/ 2176272 w 5114885"/>
              <a:gd name="connsiteY3081" fmla="*/ 221222 h 968306"/>
              <a:gd name="connsiteX3082" fmla="*/ 2154269 w 5114885"/>
              <a:gd name="connsiteY3082" fmla="*/ 223317 h 968306"/>
              <a:gd name="connsiteX3083" fmla="*/ 2087213 w 5114885"/>
              <a:gd name="connsiteY3083" fmla="*/ 272561 h 968306"/>
              <a:gd name="connsiteX3084" fmla="*/ 2084642 w 5114885"/>
              <a:gd name="connsiteY3084" fmla="*/ 279324 h 968306"/>
              <a:gd name="connsiteX3085" fmla="*/ 2083022 w 5114885"/>
              <a:gd name="connsiteY3085" fmla="*/ 284087 h 968306"/>
              <a:gd name="connsiteX3086" fmla="*/ 2080927 w 5114885"/>
              <a:gd name="connsiteY3086" fmla="*/ 296088 h 968306"/>
              <a:gd name="connsiteX3087" fmla="*/ 2081498 w 5114885"/>
              <a:gd name="connsiteY3087" fmla="*/ 324949 h 968306"/>
              <a:gd name="connsiteX3088" fmla="*/ 2091976 w 5114885"/>
              <a:gd name="connsiteY3088" fmla="*/ 353238 h 968306"/>
              <a:gd name="connsiteX3089" fmla="*/ 2095691 w 5114885"/>
              <a:gd name="connsiteY3089" fmla="*/ 360001 h 968306"/>
              <a:gd name="connsiteX3090" fmla="*/ 2098834 w 5114885"/>
              <a:gd name="connsiteY3090" fmla="*/ 365240 h 968306"/>
              <a:gd name="connsiteX3091" fmla="*/ 2101501 w 5114885"/>
              <a:gd name="connsiteY3091" fmla="*/ 369431 h 968306"/>
              <a:gd name="connsiteX3092" fmla="*/ 2105692 w 5114885"/>
              <a:gd name="connsiteY3092" fmla="*/ 372574 h 968306"/>
              <a:gd name="connsiteX3093" fmla="*/ 2111407 w 5114885"/>
              <a:gd name="connsiteY3093" fmla="*/ 376765 h 968306"/>
              <a:gd name="connsiteX3094" fmla="*/ 2117122 w 5114885"/>
              <a:gd name="connsiteY3094" fmla="*/ 380480 h 968306"/>
              <a:gd name="connsiteX3095" fmla="*/ 2121313 w 5114885"/>
              <a:gd name="connsiteY3095" fmla="*/ 383051 h 968306"/>
              <a:gd name="connsiteX3096" fmla="*/ 2175796 w 5114885"/>
              <a:gd name="connsiteY3096" fmla="*/ 395624 h 968306"/>
              <a:gd name="connsiteX3097" fmla="*/ 2192560 w 5114885"/>
              <a:gd name="connsiteY3097" fmla="*/ 394100 h 968306"/>
              <a:gd name="connsiteX3098" fmla="*/ 2226659 w 5114885"/>
              <a:gd name="connsiteY3098" fmla="*/ 388862 h 968306"/>
              <a:gd name="connsiteX3099" fmla="*/ 2251805 w 5114885"/>
              <a:gd name="connsiteY3099" fmla="*/ 378384 h 968306"/>
              <a:gd name="connsiteX3100" fmla="*/ 2254377 w 5114885"/>
              <a:gd name="connsiteY3100" fmla="*/ 375717 h 968306"/>
              <a:gd name="connsiteX3101" fmla="*/ 2255901 w 5114885"/>
              <a:gd name="connsiteY3101" fmla="*/ 374669 h 968306"/>
              <a:gd name="connsiteX3102" fmla="*/ 1914811 w 5114885"/>
              <a:gd name="connsiteY3102" fmla="*/ 304756 h 968306"/>
              <a:gd name="connsiteX3103" fmla="*/ 1919002 w 5114885"/>
              <a:gd name="connsiteY3103" fmla="*/ 302184 h 968306"/>
              <a:gd name="connsiteX3104" fmla="*/ 1926336 w 5114885"/>
              <a:gd name="connsiteY3104" fmla="*/ 295898 h 968306"/>
              <a:gd name="connsiteX3105" fmla="*/ 1947291 w 5114885"/>
              <a:gd name="connsiteY3105" fmla="*/ 271323 h 968306"/>
              <a:gd name="connsiteX3106" fmla="*/ 1967198 w 5114885"/>
              <a:gd name="connsiteY3106" fmla="*/ 222650 h 968306"/>
              <a:gd name="connsiteX3107" fmla="*/ 1970818 w 5114885"/>
              <a:gd name="connsiteY3107" fmla="*/ 195885 h 968306"/>
              <a:gd name="connsiteX3108" fmla="*/ 1967198 w 5114885"/>
              <a:gd name="connsiteY3108" fmla="*/ 162833 h 968306"/>
              <a:gd name="connsiteX3109" fmla="*/ 1966627 w 5114885"/>
              <a:gd name="connsiteY3109" fmla="*/ 155499 h 968306"/>
              <a:gd name="connsiteX3110" fmla="*/ 1966151 w 5114885"/>
              <a:gd name="connsiteY3110" fmla="*/ 153404 h 968306"/>
              <a:gd name="connsiteX3111" fmla="*/ 1940433 w 5114885"/>
              <a:gd name="connsiteY3111" fmla="*/ 92634 h 968306"/>
              <a:gd name="connsiteX3112" fmla="*/ 1912144 w 5114885"/>
              <a:gd name="connsiteY3112" fmla="*/ 73203 h 968306"/>
              <a:gd name="connsiteX3113" fmla="*/ 1896904 w 5114885"/>
              <a:gd name="connsiteY3113" fmla="*/ 70536 h 968306"/>
              <a:gd name="connsiteX3114" fmla="*/ 1887474 w 5114885"/>
              <a:gd name="connsiteY3114" fmla="*/ 69488 h 968306"/>
              <a:gd name="connsiteX3115" fmla="*/ 1819847 w 5114885"/>
              <a:gd name="connsiteY3115" fmla="*/ 68441 h 968306"/>
              <a:gd name="connsiteX3116" fmla="*/ 1801463 w 5114885"/>
              <a:gd name="connsiteY3116" fmla="*/ 67869 h 968306"/>
              <a:gd name="connsiteX3117" fmla="*/ 1794129 w 5114885"/>
              <a:gd name="connsiteY3117" fmla="*/ 76251 h 968306"/>
              <a:gd name="connsiteX3118" fmla="*/ 1795177 w 5114885"/>
              <a:gd name="connsiteY3118" fmla="*/ 119209 h 968306"/>
              <a:gd name="connsiteX3119" fmla="*/ 1794701 w 5114885"/>
              <a:gd name="connsiteY3119" fmla="*/ 273704 h 968306"/>
              <a:gd name="connsiteX3120" fmla="*/ 1803559 w 5114885"/>
              <a:gd name="connsiteY3120" fmla="*/ 312947 h 968306"/>
              <a:gd name="connsiteX3121" fmla="*/ 1816132 w 5114885"/>
              <a:gd name="connsiteY3121" fmla="*/ 312947 h 968306"/>
              <a:gd name="connsiteX3122" fmla="*/ 1822418 w 5114885"/>
              <a:gd name="connsiteY3122" fmla="*/ 312376 h 968306"/>
              <a:gd name="connsiteX3123" fmla="*/ 1901000 w 5114885"/>
              <a:gd name="connsiteY3123" fmla="*/ 309233 h 968306"/>
              <a:gd name="connsiteX3124" fmla="*/ 1914620 w 5114885"/>
              <a:gd name="connsiteY3124" fmla="*/ 304470 h 968306"/>
              <a:gd name="connsiteX3125" fmla="*/ 1805654 w 5114885"/>
              <a:gd name="connsiteY3125" fmla="*/ 302851 h 968306"/>
              <a:gd name="connsiteX3126" fmla="*/ 1804607 w 5114885"/>
              <a:gd name="connsiteY3126" fmla="*/ 273514 h 968306"/>
              <a:gd name="connsiteX3127" fmla="*/ 1805083 w 5114885"/>
              <a:gd name="connsiteY3127" fmla="*/ 119018 h 968306"/>
              <a:gd name="connsiteX3128" fmla="*/ 1804607 w 5114885"/>
              <a:gd name="connsiteY3128" fmla="*/ 81776 h 968306"/>
              <a:gd name="connsiteX3129" fmla="*/ 1804607 w 5114885"/>
              <a:gd name="connsiteY3129" fmla="*/ 77585 h 968306"/>
              <a:gd name="connsiteX3130" fmla="*/ 1819847 w 5114885"/>
              <a:gd name="connsiteY3130" fmla="*/ 78156 h 968306"/>
              <a:gd name="connsiteX3131" fmla="*/ 1885855 w 5114885"/>
              <a:gd name="connsiteY3131" fmla="*/ 79204 h 968306"/>
              <a:gd name="connsiteX3132" fmla="*/ 1897856 w 5114885"/>
              <a:gd name="connsiteY3132" fmla="*/ 80252 h 968306"/>
              <a:gd name="connsiteX3133" fmla="*/ 1908810 w 5114885"/>
              <a:gd name="connsiteY3133" fmla="*/ 82347 h 968306"/>
              <a:gd name="connsiteX3134" fmla="*/ 1932908 w 5114885"/>
              <a:gd name="connsiteY3134" fmla="*/ 98635 h 968306"/>
              <a:gd name="connsiteX3135" fmla="*/ 1956530 w 5114885"/>
              <a:gd name="connsiteY3135" fmla="*/ 158357 h 968306"/>
              <a:gd name="connsiteX3136" fmla="*/ 1957007 w 5114885"/>
              <a:gd name="connsiteY3136" fmla="*/ 163595 h 968306"/>
              <a:gd name="connsiteX3137" fmla="*/ 1960721 w 5114885"/>
              <a:gd name="connsiteY3137" fmla="*/ 195599 h 968306"/>
              <a:gd name="connsiteX3138" fmla="*/ 1957007 w 5114885"/>
              <a:gd name="connsiteY3138" fmla="*/ 220174 h 968306"/>
              <a:gd name="connsiteX3139" fmla="*/ 1938718 w 5114885"/>
              <a:gd name="connsiteY3139" fmla="*/ 265227 h 968306"/>
              <a:gd name="connsiteX3140" fmla="*/ 1919288 w 5114885"/>
              <a:gd name="connsiteY3140" fmla="*/ 288278 h 968306"/>
              <a:gd name="connsiteX3141" fmla="*/ 1911477 w 5114885"/>
              <a:gd name="connsiteY3141" fmla="*/ 295040 h 968306"/>
              <a:gd name="connsiteX3142" fmla="*/ 1908810 w 5114885"/>
              <a:gd name="connsiteY3142" fmla="*/ 296088 h 968306"/>
              <a:gd name="connsiteX3143" fmla="*/ 1897856 w 5114885"/>
              <a:gd name="connsiteY3143" fmla="*/ 299803 h 968306"/>
              <a:gd name="connsiteX3144" fmla="*/ 1820323 w 5114885"/>
              <a:gd name="connsiteY3144" fmla="*/ 302946 h 968306"/>
              <a:gd name="connsiteX3145" fmla="*/ 1805654 w 5114885"/>
              <a:gd name="connsiteY3145" fmla="*/ 302946 h 968306"/>
              <a:gd name="connsiteX3146" fmla="*/ 1728788 w 5114885"/>
              <a:gd name="connsiteY3146" fmla="*/ 15672 h 968306"/>
              <a:gd name="connsiteX3147" fmla="*/ 1734503 w 5114885"/>
              <a:gd name="connsiteY3147" fmla="*/ 15672 h 968306"/>
              <a:gd name="connsiteX3148" fmla="*/ 1737074 w 5114885"/>
              <a:gd name="connsiteY3148" fmla="*/ 15101 h 968306"/>
              <a:gd name="connsiteX3149" fmla="*/ 1740789 w 5114885"/>
              <a:gd name="connsiteY3149" fmla="*/ 14529 h 968306"/>
              <a:gd name="connsiteX3150" fmla="*/ 1747076 w 5114885"/>
              <a:gd name="connsiteY3150" fmla="*/ 13481 h 968306"/>
              <a:gd name="connsiteX3151" fmla="*/ 1763363 w 5114885"/>
              <a:gd name="connsiteY3151" fmla="*/ 11862 h 968306"/>
              <a:gd name="connsiteX3152" fmla="*/ 1776984 w 5114885"/>
              <a:gd name="connsiteY3152" fmla="*/ 13481 h 968306"/>
              <a:gd name="connsiteX3153" fmla="*/ 1780127 w 5114885"/>
              <a:gd name="connsiteY3153" fmla="*/ 13481 h 968306"/>
              <a:gd name="connsiteX3154" fmla="*/ 1870234 w 5114885"/>
              <a:gd name="connsiteY3154" fmla="*/ 17101 h 968306"/>
              <a:gd name="connsiteX3155" fmla="*/ 1899571 w 5114885"/>
              <a:gd name="connsiteY3155" fmla="*/ 17101 h 968306"/>
              <a:gd name="connsiteX3156" fmla="*/ 1907953 w 5114885"/>
              <a:gd name="connsiteY3156" fmla="*/ 16529 h 968306"/>
              <a:gd name="connsiteX3157" fmla="*/ 1923669 w 5114885"/>
              <a:gd name="connsiteY3157" fmla="*/ 19673 h 968306"/>
              <a:gd name="connsiteX3158" fmla="*/ 1942052 w 5114885"/>
              <a:gd name="connsiteY3158" fmla="*/ 24435 h 968306"/>
              <a:gd name="connsiteX3159" fmla="*/ 1952530 w 5114885"/>
              <a:gd name="connsiteY3159" fmla="*/ 28150 h 968306"/>
              <a:gd name="connsiteX3160" fmla="*/ 1956149 w 5114885"/>
              <a:gd name="connsiteY3160" fmla="*/ 31293 h 968306"/>
              <a:gd name="connsiteX3161" fmla="*/ 1990725 w 5114885"/>
              <a:gd name="connsiteY3161" fmla="*/ 52248 h 968306"/>
              <a:gd name="connsiteX3162" fmla="*/ 1993868 w 5114885"/>
              <a:gd name="connsiteY3162" fmla="*/ 54344 h 968306"/>
              <a:gd name="connsiteX3163" fmla="*/ 2000155 w 5114885"/>
              <a:gd name="connsiteY3163" fmla="*/ 62154 h 968306"/>
              <a:gd name="connsiteX3164" fmla="*/ 2003870 w 5114885"/>
              <a:gd name="connsiteY3164" fmla="*/ 66917 h 968306"/>
              <a:gd name="connsiteX3165" fmla="*/ 2007013 w 5114885"/>
              <a:gd name="connsiteY3165" fmla="*/ 71108 h 968306"/>
              <a:gd name="connsiteX3166" fmla="*/ 2009585 w 5114885"/>
              <a:gd name="connsiteY3166" fmla="*/ 74822 h 968306"/>
              <a:gd name="connsiteX3167" fmla="*/ 2018443 w 5114885"/>
              <a:gd name="connsiteY3167" fmla="*/ 91586 h 968306"/>
              <a:gd name="connsiteX3168" fmla="*/ 2033111 w 5114885"/>
              <a:gd name="connsiteY3168" fmla="*/ 135020 h 968306"/>
              <a:gd name="connsiteX3169" fmla="*/ 2034159 w 5114885"/>
              <a:gd name="connsiteY3169" fmla="*/ 141307 h 968306"/>
              <a:gd name="connsiteX3170" fmla="*/ 2034635 w 5114885"/>
              <a:gd name="connsiteY3170" fmla="*/ 144450 h 968306"/>
              <a:gd name="connsiteX3171" fmla="*/ 2037779 w 5114885"/>
              <a:gd name="connsiteY3171" fmla="*/ 189503 h 968306"/>
              <a:gd name="connsiteX3172" fmla="*/ 2038255 w 5114885"/>
              <a:gd name="connsiteY3172" fmla="*/ 212554 h 968306"/>
              <a:gd name="connsiteX3173" fmla="*/ 2021491 w 5114885"/>
              <a:gd name="connsiteY3173" fmla="*/ 289516 h 968306"/>
              <a:gd name="connsiteX3174" fmla="*/ 2021491 w 5114885"/>
              <a:gd name="connsiteY3174" fmla="*/ 294755 h 968306"/>
              <a:gd name="connsiteX3175" fmla="*/ 2003679 w 5114885"/>
              <a:gd name="connsiteY3175" fmla="*/ 321996 h 968306"/>
              <a:gd name="connsiteX3176" fmla="*/ 1958054 w 5114885"/>
              <a:gd name="connsiteY3176" fmla="*/ 357048 h 968306"/>
              <a:gd name="connsiteX3177" fmla="*/ 1914525 w 5114885"/>
              <a:gd name="connsiteY3177" fmla="*/ 371240 h 968306"/>
              <a:gd name="connsiteX3178" fmla="*/ 1879949 w 5114885"/>
              <a:gd name="connsiteY3178" fmla="*/ 371812 h 968306"/>
              <a:gd name="connsiteX3179" fmla="*/ 1805559 w 5114885"/>
              <a:gd name="connsiteY3179" fmla="*/ 370193 h 968306"/>
              <a:gd name="connsiteX3180" fmla="*/ 1768888 w 5114885"/>
              <a:gd name="connsiteY3180" fmla="*/ 371812 h 968306"/>
              <a:gd name="connsiteX3181" fmla="*/ 1737455 w 5114885"/>
              <a:gd name="connsiteY3181" fmla="*/ 371812 h 968306"/>
              <a:gd name="connsiteX3182" fmla="*/ 1729645 w 5114885"/>
              <a:gd name="connsiteY3182" fmla="*/ 371812 h 968306"/>
              <a:gd name="connsiteX3183" fmla="*/ 1725930 w 5114885"/>
              <a:gd name="connsiteY3183" fmla="*/ 370764 h 968306"/>
              <a:gd name="connsiteX3184" fmla="*/ 1727549 w 5114885"/>
              <a:gd name="connsiteY3184" fmla="*/ 328378 h 968306"/>
              <a:gd name="connsiteX3185" fmla="*/ 1729073 w 5114885"/>
              <a:gd name="connsiteY3185" fmla="*/ 225698 h 968306"/>
              <a:gd name="connsiteX3186" fmla="*/ 1728597 w 5114885"/>
              <a:gd name="connsiteY3186" fmla="*/ 213125 h 968306"/>
              <a:gd name="connsiteX3187" fmla="*/ 1725930 w 5114885"/>
              <a:gd name="connsiteY3187" fmla="*/ 115208 h 968306"/>
              <a:gd name="connsiteX3188" fmla="*/ 1723835 w 5114885"/>
              <a:gd name="connsiteY3188" fmla="*/ 83776 h 968306"/>
              <a:gd name="connsiteX3189" fmla="*/ 1723835 w 5114885"/>
              <a:gd name="connsiteY3189" fmla="*/ 60249 h 968306"/>
              <a:gd name="connsiteX3190" fmla="*/ 1723835 w 5114885"/>
              <a:gd name="connsiteY3190" fmla="*/ 31960 h 968306"/>
              <a:gd name="connsiteX3191" fmla="*/ 1725454 w 5114885"/>
              <a:gd name="connsiteY3191" fmla="*/ 15767 h 968306"/>
              <a:gd name="connsiteX3192" fmla="*/ 1728597 w 5114885"/>
              <a:gd name="connsiteY3192" fmla="*/ 15767 h 968306"/>
              <a:gd name="connsiteX3193" fmla="*/ 1899571 w 5114885"/>
              <a:gd name="connsiteY3193" fmla="*/ 7290 h 968306"/>
              <a:gd name="connsiteX3194" fmla="*/ 1870805 w 5114885"/>
              <a:gd name="connsiteY3194" fmla="*/ 7290 h 968306"/>
              <a:gd name="connsiteX3195" fmla="*/ 1780699 w 5114885"/>
              <a:gd name="connsiteY3195" fmla="*/ 3575 h 968306"/>
              <a:gd name="connsiteX3196" fmla="*/ 1777079 w 5114885"/>
              <a:gd name="connsiteY3196" fmla="*/ 3575 h 968306"/>
              <a:gd name="connsiteX3197" fmla="*/ 1763459 w 5114885"/>
              <a:gd name="connsiteY3197" fmla="*/ 2051 h 968306"/>
              <a:gd name="connsiteX3198" fmla="*/ 1746218 w 5114885"/>
              <a:gd name="connsiteY3198" fmla="*/ 3575 h 968306"/>
              <a:gd name="connsiteX3199" fmla="*/ 1738884 w 5114885"/>
              <a:gd name="connsiteY3199" fmla="*/ 4623 h 968306"/>
              <a:gd name="connsiteX3200" fmla="*/ 1736217 w 5114885"/>
              <a:gd name="connsiteY3200" fmla="*/ 5195 h 968306"/>
              <a:gd name="connsiteX3201" fmla="*/ 1732026 w 5114885"/>
              <a:gd name="connsiteY3201" fmla="*/ 5766 h 968306"/>
              <a:gd name="connsiteX3202" fmla="*/ 1725739 w 5114885"/>
              <a:gd name="connsiteY3202" fmla="*/ 5766 h 968306"/>
              <a:gd name="connsiteX3203" fmla="*/ 1715834 w 5114885"/>
              <a:gd name="connsiteY3203" fmla="*/ 15767 h 968306"/>
              <a:gd name="connsiteX3204" fmla="*/ 1714214 w 5114885"/>
              <a:gd name="connsiteY3204" fmla="*/ 33008 h 968306"/>
              <a:gd name="connsiteX3205" fmla="*/ 1714214 w 5114885"/>
              <a:gd name="connsiteY3205" fmla="*/ 59773 h 968306"/>
              <a:gd name="connsiteX3206" fmla="*/ 1713738 w 5114885"/>
              <a:gd name="connsiteY3206" fmla="*/ 83871 h 968306"/>
              <a:gd name="connsiteX3207" fmla="*/ 1716310 w 5114885"/>
              <a:gd name="connsiteY3207" fmla="*/ 115875 h 968306"/>
              <a:gd name="connsiteX3208" fmla="*/ 1718977 w 5114885"/>
              <a:gd name="connsiteY3208" fmla="*/ 213792 h 968306"/>
              <a:gd name="connsiteX3209" fmla="*/ 1718977 w 5114885"/>
              <a:gd name="connsiteY3209" fmla="*/ 225889 h 968306"/>
              <a:gd name="connsiteX3210" fmla="*/ 1717929 w 5114885"/>
              <a:gd name="connsiteY3210" fmla="*/ 328568 h 968306"/>
              <a:gd name="connsiteX3211" fmla="*/ 1715834 w 5114885"/>
              <a:gd name="connsiteY3211" fmla="*/ 371526 h 968306"/>
              <a:gd name="connsiteX3212" fmla="*/ 1721072 w 5114885"/>
              <a:gd name="connsiteY3212" fmla="*/ 379908 h 968306"/>
              <a:gd name="connsiteX3213" fmla="*/ 1738408 w 5114885"/>
              <a:gd name="connsiteY3213" fmla="*/ 382004 h 968306"/>
              <a:gd name="connsiteX3214" fmla="*/ 1768793 w 5114885"/>
              <a:gd name="connsiteY3214" fmla="*/ 382004 h 968306"/>
              <a:gd name="connsiteX3215" fmla="*/ 1806512 w 5114885"/>
              <a:gd name="connsiteY3215" fmla="*/ 380956 h 968306"/>
              <a:gd name="connsiteX3216" fmla="*/ 1880902 w 5114885"/>
              <a:gd name="connsiteY3216" fmla="*/ 382004 h 968306"/>
              <a:gd name="connsiteX3217" fmla="*/ 1915478 w 5114885"/>
              <a:gd name="connsiteY3217" fmla="*/ 381432 h 968306"/>
              <a:gd name="connsiteX3218" fmla="*/ 1962626 w 5114885"/>
              <a:gd name="connsiteY3218" fmla="*/ 366192 h 968306"/>
              <a:gd name="connsiteX3219" fmla="*/ 2012347 w 5114885"/>
              <a:gd name="connsiteY3219" fmla="*/ 328473 h 968306"/>
              <a:gd name="connsiteX3220" fmla="*/ 2031778 w 5114885"/>
              <a:gd name="connsiteY3220" fmla="*/ 292278 h 968306"/>
              <a:gd name="connsiteX3221" fmla="*/ 2048542 w 5114885"/>
              <a:gd name="connsiteY3221" fmla="*/ 210554 h 968306"/>
              <a:gd name="connsiteX3222" fmla="*/ 2048066 w 5114885"/>
              <a:gd name="connsiteY3222" fmla="*/ 189599 h 968306"/>
              <a:gd name="connsiteX3223" fmla="*/ 2044922 w 5114885"/>
              <a:gd name="connsiteY3223" fmla="*/ 143498 h 968306"/>
              <a:gd name="connsiteX3224" fmla="*/ 2044446 w 5114885"/>
              <a:gd name="connsiteY3224" fmla="*/ 139307 h 968306"/>
              <a:gd name="connsiteX3225" fmla="*/ 2042827 w 5114885"/>
              <a:gd name="connsiteY3225" fmla="*/ 133020 h 968306"/>
              <a:gd name="connsiteX3226" fmla="*/ 2027587 w 5114885"/>
              <a:gd name="connsiteY3226" fmla="*/ 87395 h 968306"/>
              <a:gd name="connsiteX3227" fmla="*/ 2018157 w 5114885"/>
              <a:gd name="connsiteY3227" fmla="*/ 70060 h 968306"/>
              <a:gd name="connsiteX3228" fmla="*/ 2015490 w 5114885"/>
              <a:gd name="connsiteY3228" fmla="*/ 65869 h 968306"/>
              <a:gd name="connsiteX3229" fmla="*/ 2011871 w 5114885"/>
              <a:gd name="connsiteY3229" fmla="*/ 60630 h 968306"/>
              <a:gd name="connsiteX3230" fmla="*/ 2007680 w 5114885"/>
              <a:gd name="connsiteY3230" fmla="*/ 55963 h 968306"/>
              <a:gd name="connsiteX3231" fmla="*/ 1997202 w 5114885"/>
              <a:gd name="connsiteY3231" fmla="*/ 44438 h 968306"/>
              <a:gd name="connsiteX3232" fmla="*/ 1961102 w 5114885"/>
              <a:gd name="connsiteY3232" fmla="*/ 22435 h 968306"/>
              <a:gd name="connsiteX3233" fmla="*/ 1945862 w 5114885"/>
              <a:gd name="connsiteY3233" fmla="*/ 15101 h 968306"/>
              <a:gd name="connsiteX3234" fmla="*/ 1925479 w 5114885"/>
              <a:gd name="connsiteY3234" fmla="*/ 9862 h 968306"/>
              <a:gd name="connsiteX3235" fmla="*/ 1908143 w 5114885"/>
              <a:gd name="connsiteY3235" fmla="*/ 6719 h 968306"/>
              <a:gd name="connsiteX3236" fmla="*/ 1899761 w 5114885"/>
              <a:gd name="connsiteY3236" fmla="*/ 7290 h 968306"/>
              <a:gd name="connsiteX3237" fmla="*/ 1441895 w 5114885"/>
              <a:gd name="connsiteY3237" fmla="*/ 374574 h 968306"/>
              <a:gd name="connsiteX3238" fmla="*/ 1443514 w 5114885"/>
              <a:gd name="connsiteY3238" fmla="*/ 306470 h 968306"/>
              <a:gd name="connsiteX3239" fmla="*/ 1443990 w 5114885"/>
              <a:gd name="connsiteY3239" fmla="*/ 268751 h 968306"/>
              <a:gd name="connsiteX3240" fmla="*/ 1443990 w 5114885"/>
              <a:gd name="connsiteY3240" fmla="*/ 225794 h 968306"/>
              <a:gd name="connsiteX3241" fmla="*/ 1441895 w 5114885"/>
              <a:gd name="connsiteY3241" fmla="*/ 205886 h 968306"/>
              <a:gd name="connsiteX3242" fmla="*/ 1440371 w 5114885"/>
              <a:gd name="connsiteY3242" fmla="*/ 197504 h 968306"/>
              <a:gd name="connsiteX3243" fmla="*/ 1391126 w 5114885"/>
              <a:gd name="connsiteY3243" fmla="*/ 152451 h 968306"/>
              <a:gd name="connsiteX3244" fmla="*/ 1347121 w 5114885"/>
              <a:gd name="connsiteY3244" fmla="*/ 170263 h 968306"/>
              <a:gd name="connsiteX3245" fmla="*/ 1330357 w 5114885"/>
              <a:gd name="connsiteY3245" fmla="*/ 203219 h 968306"/>
              <a:gd name="connsiteX3246" fmla="*/ 1329309 w 5114885"/>
              <a:gd name="connsiteY3246" fmla="*/ 208458 h 968306"/>
              <a:gd name="connsiteX3247" fmla="*/ 1324642 w 5114885"/>
              <a:gd name="connsiteY3247" fmla="*/ 226270 h 968306"/>
              <a:gd name="connsiteX3248" fmla="*/ 1326166 w 5114885"/>
              <a:gd name="connsiteY3248" fmla="*/ 299136 h 968306"/>
              <a:gd name="connsiteX3249" fmla="*/ 1325689 w 5114885"/>
              <a:gd name="connsiteY3249" fmla="*/ 353619 h 968306"/>
              <a:gd name="connsiteX3250" fmla="*/ 1325118 w 5114885"/>
              <a:gd name="connsiteY3250" fmla="*/ 372479 h 968306"/>
              <a:gd name="connsiteX3251" fmla="*/ 1301591 w 5114885"/>
              <a:gd name="connsiteY3251" fmla="*/ 374098 h 968306"/>
              <a:gd name="connsiteX3252" fmla="*/ 1274350 w 5114885"/>
              <a:gd name="connsiteY3252" fmla="*/ 373050 h 968306"/>
              <a:gd name="connsiteX3253" fmla="*/ 1267016 w 5114885"/>
              <a:gd name="connsiteY3253" fmla="*/ 373622 h 968306"/>
              <a:gd name="connsiteX3254" fmla="*/ 1265968 w 5114885"/>
              <a:gd name="connsiteY3254" fmla="*/ 141021 h 968306"/>
              <a:gd name="connsiteX3255" fmla="*/ 1269587 w 5114885"/>
              <a:gd name="connsiteY3255" fmla="*/ 114827 h 968306"/>
              <a:gd name="connsiteX3256" fmla="*/ 1277493 w 5114885"/>
              <a:gd name="connsiteY3256" fmla="*/ 114256 h 968306"/>
              <a:gd name="connsiteX3257" fmla="*/ 1289495 w 5114885"/>
              <a:gd name="connsiteY3257" fmla="*/ 113684 h 968306"/>
              <a:gd name="connsiteX3258" fmla="*/ 1312545 w 5114885"/>
              <a:gd name="connsiteY3258" fmla="*/ 114256 h 968306"/>
              <a:gd name="connsiteX3259" fmla="*/ 1323499 w 5114885"/>
              <a:gd name="connsiteY3259" fmla="*/ 114256 h 968306"/>
              <a:gd name="connsiteX3260" fmla="*/ 1323499 w 5114885"/>
              <a:gd name="connsiteY3260" fmla="*/ 117971 h 968306"/>
              <a:gd name="connsiteX3261" fmla="*/ 1325594 w 5114885"/>
              <a:gd name="connsiteY3261" fmla="*/ 135782 h 968306"/>
              <a:gd name="connsiteX3262" fmla="*/ 1359122 w 5114885"/>
              <a:gd name="connsiteY3262" fmla="*/ 123209 h 968306"/>
              <a:gd name="connsiteX3263" fmla="*/ 1396270 w 5114885"/>
              <a:gd name="connsiteY3263" fmla="*/ 105398 h 968306"/>
              <a:gd name="connsiteX3264" fmla="*/ 1423988 w 5114885"/>
              <a:gd name="connsiteY3264" fmla="*/ 106445 h 968306"/>
              <a:gd name="connsiteX3265" fmla="*/ 1452277 w 5114885"/>
              <a:gd name="connsiteY3265" fmla="*/ 112732 h 968306"/>
              <a:gd name="connsiteX3266" fmla="*/ 1464278 w 5114885"/>
              <a:gd name="connsiteY3266" fmla="*/ 118542 h 968306"/>
              <a:gd name="connsiteX3267" fmla="*/ 1495711 w 5114885"/>
              <a:gd name="connsiteY3267" fmla="*/ 157785 h 968306"/>
              <a:gd name="connsiteX3268" fmla="*/ 1505141 w 5114885"/>
              <a:gd name="connsiteY3268" fmla="*/ 239033 h 968306"/>
              <a:gd name="connsiteX3269" fmla="*/ 1505141 w 5114885"/>
              <a:gd name="connsiteY3269" fmla="*/ 271514 h 968306"/>
              <a:gd name="connsiteX3270" fmla="*/ 1505141 w 5114885"/>
              <a:gd name="connsiteY3270" fmla="*/ 295040 h 968306"/>
              <a:gd name="connsiteX3271" fmla="*/ 1501521 w 5114885"/>
              <a:gd name="connsiteY3271" fmla="*/ 378289 h 968306"/>
              <a:gd name="connsiteX3272" fmla="*/ 1488948 w 5114885"/>
              <a:gd name="connsiteY3272" fmla="*/ 378860 h 968306"/>
              <a:gd name="connsiteX3273" fmla="*/ 1485805 w 5114885"/>
              <a:gd name="connsiteY3273" fmla="*/ 379432 h 968306"/>
              <a:gd name="connsiteX3274" fmla="*/ 1483709 w 5114885"/>
              <a:gd name="connsiteY3274" fmla="*/ 379432 h 968306"/>
              <a:gd name="connsiteX3275" fmla="*/ 1479995 w 5114885"/>
              <a:gd name="connsiteY3275" fmla="*/ 378860 h 968306"/>
              <a:gd name="connsiteX3276" fmla="*/ 1454372 w 5114885"/>
              <a:gd name="connsiteY3276" fmla="*/ 376765 h 968306"/>
              <a:gd name="connsiteX3277" fmla="*/ 1442371 w 5114885"/>
              <a:gd name="connsiteY3277" fmla="*/ 376193 h 968306"/>
              <a:gd name="connsiteX3278" fmla="*/ 1441799 w 5114885"/>
              <a:gd name="connsiteY3278" fmla="*/ 374669 h 968306"/>
              <a:gd name="connsiteX3279" fmla="*/ 1334548 w 5114885"/>
              <a:gd name="connsiteY3279" fmla="*/ 130448 h 968306"/>
              <a:gd name="connsiteX3280" fmla="*/ 1324642 w 5114885"/>
              <a:gd name="connsiteY3280" fmla="*/ 104255 h 968306"/>
              <a:gd name="connsiteX3281" fmla="*/ 1312640 w 5114885"/>
              <a:gd name="connsiteY3281" fmla="*/ 104255 h 968306"/>
              <a:gd name="connsiteX3282" fmla="*/ 1289590 w 5114885"/>
              <a:gd name="connsiteY3282" fmla="*/ 103683 h 968306"/>
              <a:gd name="connsiteX3283" fmla="*/ 1277017 w 5114885"/>
              <a:gd name="connsiteY3283" fmla="*/ 104255 h 968306"/>
              <a:gd name="connsiteX3284" fmla="*/ 1260253 w 5114885"/>
              <a:gd name="connsiteY3284" fmla="*/ 108922 h 968306"/>
              <a:gd name="connsiteX3285" fmla="*/ 1256062 w 5114885"/>
              <a:gd name="connsiteY3285" fmla="*/ 139878 h 968306"/>
              <a:gd name="connsiteX3286" fmla="*/ 1257110 w 5114885"/>
              <a:gd name="connsiteY3286" fmla="*/ 378194 h 968306"/>
              <a:gd name="connsiteX3287" fmla="*/ 1265492 w 5114885"/>
              <a:gd name="connsiteY3287" fmla="*/ 383432 h 968306"/>
              <a:gd name="connsiteX3288" fmla="*/ 1274350 w 5114885"/>
              <a:gd name="connsiteY3288" fmla="*/ 382861 h 968306"/>
              <a:gd name="connsiteX3289" fmla="*/ 1301591 w 5114885"/>
              <a:gd name="connsiteY3289" fmla="*/ 383909 h 968306"/>
              <a:gd name="connsiteX3290" fmla="*/ 1331405 w 5114885"/>
              <a:gd name="connsiteY3290" fmla="*/ 381813 h 968306"/>
              <a:gd name="connsiteX3291" fmla="*/ 1335596 w 5114885"/>
              <a:gd name="connsiteY3291" fmla="*/ 375527 h 968306"/>
              <a:gd name="connsiteX3292" fmla="*/ 1335596 w 5114885"/>
              <a:gd name="connsiteY3292" fmla="*/ 354095 h 968306"/>
              <a:gd name="connsiteX3293" fmla="*/ 1336072 w 5114885"/>
              <a:gd name="connsiteY3293" fmla="*/ 299612 h 968306"/>
              <a:gd name="connsiteX3294" fmla="*/ 1334548 w 5114885"/>
              <a:gd name="connsiteY3294" fmla="*/ 228365 h 968306"/>
              <a:gd name="connsiteX3295" fmla="*/ 1339215 w 5114885"/>
              <a:gd name="connsiteY3295" fmla="*/ 210554 h 968306"/>
              <a:gd name="connsiteX3296" fmla="*/ 1340263 w 5114885"/>
              <a:gd name="connsiteY3296" fmla="*/ 204743 h 968306"/>
              <a:gd name="connsiteX3297" fmla="*/ 1354931 w 5114885"/>
              <a:gd name="connsiteY3297" fmla="*/ 176454 h 968306"/>
              <a:gd name="connsiteX3298" fmla="*/ 1392079 w 5114885"/>
              <a:gd name="connsiteY3298" fmla="*/ 162262 h 968306"/>
              <a:gd name="connsiteX3299" fmla="*/ 1431893 w 5114885"/>
              <a:gd name="connsiteY3299" fmla="*/ 206839 h 968306"/>
              <a:gd name="connsiteX3300" fmla="*/ 1433989 w 5114885"/>
              <a:gd name="connsiteY3300" fmla="*/ 227222 h 968306"/>
              <a:gd name="connsiteX3301" fmla="*/ 1433513 w 5114885"/>
              <a:gd name="connsiteY3301" fmla="*/ 306375 h 968306"/>
              <a:gd name="connsiteX3302" fmla="*/ 1431893 w 5114885"/>
              <a:gd name="connsiteY3302" fmla="*/ 374479 h 968306"/>
              <a:gd name="connsiteX3303" fmla="*/ 1432465 w 5114885"/>
              <a:gd name="connsiteY3303" fmla="*/ 377051 h 968306"/>
              <a:gd name="connsiteX3304" fmla="*/ 1431893 w 5114885"/>
              <a:gd name="connsiteY3304" fmla="*/ 379718 h 968306"/>
              <a:gd name="connsiteX3305" fmla="*/ 1454468 w 5114885"/>
              <a:gd name="connsiteY3305" fmla="*/ 386576 h 968306"/>
              <a:gd name="connsiteX3306" fmla="*/ 1478566 w 5114885"/>
              <a:gd name="connsiteY3306" fmla="*/ 388671 h 968306"/>
              <a:gd name="connsiteX3307" fmla="*/ 1483233 w 5114885"/>
              <a:gd name="connsiteY3307" fmla="*/ 389147 h 968306"/>
              <a:gd name="connsiteX3308" fmla="*/ 1487424 w 5114885"/>
              <a:gd name="connsiteY3308" fmla="*/ 389147 h 968306"/>
              <a:gd name="connsiteX3309" fmla="*/ 1490567 w 5114885"/>
              <a:gd name="connsiteY3309" fmla="*/ 388671 h 968306"/>
              <a:gd name="connsiteX3310" fmla="*/ 1501045 w 5114885"/>
              <a:gd name="connsiteY3310" fmla="*/ 388671 h 968306"/>
              <a:gd name="connsiteX3311" fmla="*/ 1512570 w 5114885"/>
              <a:gd name="connsiteY3311" fmla="*/ 384480 h 968306"/>
              <a:gd name="connsiteX3312" fmla="*/ 1515142 w 5114885"/>
              <a:gd name="connsiteY3312" fmla="*/ 294945 h 968306"/>
              <a:gd name="connsiteX3313" fmla="*/ 1515142 w 5114885"/>
              <a:gd name="connsiteY3313" fmla="*/ 271895 h 968306"/>
              <a:gd name="connsiteX3314" fmla="*/ 1515142 w 5114885"/>
              <a:gd name="connsiteY3314" fmla="*/ 239414 h 968306"/>
              <a:gd name="connsiteX3315" fmla="*/ 1505712 w 5114885"/>
              <a:gd name="connsiteY3315" fmla="*/ 154547 h 968306"/>
              <a:gd name="connsiteX3316" fmla="*/ 1470089 w 5114885"/>
              <a:gd name="connsiteY3316" fmla="*/ 109970 h 968306"/>
              <a:gd name="connsiteX3317" fmla="*/ 1454372 w 5114885"/>
              <a:gd name="connsiteY3317" fmla="*/ 103207 h 968306"/>
              <a:gd name="connsiteX3318" fmla="*/ 1424559 w 5114885"/>
              <a:gd name="connsiteY3318" fmla="*/ 96349 h 968306"/>
              <a:gd name="connsiteX3319" fmla="*/ 1394174 w 5114885"/>
              <a:gd name="connsiteY3319" fmla="*/ 95777 h 968306"/>
              <a:gd name="connsiteX3320" fmla="*/ 1353788 w 5114885"/>
              <a:gd name="connsiteY3320" fmla="*/ 114637 h 968306"/>
              <a:gd name="connsiteX3321" fmla="*/ 1334357 w 5114885"/>
              <a:gd name="connsiteY3321" fmla="*/ 130353 h 968306"/>
              <a:gd name="connsiteX3322" fmla="*/ 1089184 w 5114885"/>
              <a:gd name="connsiteY3322" fmla="*/ 158642 h 968306"/>
              <a:gd name="connsiteX3323" fmla="*/ 1052513 w 5114885"/>
              <a:gd name="connsiteY3323" fmla="*/ 158642 h 968306"/>
              <a:gd name="connsiteX3324" fmla="*/ 1039368 w 5114885"/>
              <a:gd name="connsiteY3324" fmla="*/ 162833 h 968306"/>
              <a:gd name="connsiteX3325" fmla="*/ 1036701 w 5114885"/>
              <a:gd name="connsiteY3325" fmla="*/ 164929 h 968306"/>
              <a:gd name="connsiteX3326" fmla="*/ 1029938 w 5114885"/>
              <a:gd name="connsiteY3326" fmla="*/ 169120 h 968306"/>
              <a:gd name="connsiteX3327" fmla="*/ 1016794 w 5114885"/>
              <a:gd name="connsiteY3327" fmla="*/ 182264 h 968306"/>
              <a:gd name="connsiteX3328" fmla="*/ 1006316 w 5114885"/>
              <a:gd name="connsiteY3328" fmla="*/ 207887 h 968306"/>
              <a:gd name="connsiteX3329" fmla="*/ 1022033 w 5114885"/>
              <a:gd name="connsiteY3329" fmla="*/ 219412 h 968306"/>
              <a:gd name="connsiteX3330" fmla="*/ 1025176 w 5114885"/>
              <a:gd name="connsiteY3330" fmla="*/ 218840 h 968306"/>
              <a:gd name="connsiteX3331" fmla="*/ 1115759 w 5114885"/>
              <a:gd name="connsiteY3331" fmla="*/ 221507 h 968306"/>
              <a:gd name="connsiteX3332" fmla="*/ 1132523 w 5114885"/>
              <a:gd name="connsiteY3332" fmla="*/ 215697 h 968306"/>
              <a:gd name="connsiteX3333" fmla="*/ 1125760 w 5114885"/>
              <a:gd name="connsiteY3333" fmla="*/ 179597 h 968306"/>
              <a:gd name="connsiteX3334" fmla="*/ 1107948 w 5114885"/>
              <a:gd name="connsiteY3334" fmla="*/ 165977 h 968306"/>
              <a:gd name="connsiteX3335" fmla="*/ 1089089 w 5114885"/>
              <a:gd name="connsiteY3335" fmla="*/ 158642 h 968306"/>
              <a:gd name="connsiteX3336" fmla="*/ 1126236 w 5114885"/>
              <a:gd name="connsiteY3336" fmla="*/ 207887 h 968306"/>
              <a:gd name="connsiteX3337" fmla="*/ 1115282 w 5114885"/>
              <a:gd name="connsiteY3337" fmla="*/ 211601 h 968306"/>
              <a:gd name="connsiteX3338" fmla="*/ 1023080 w 5114885"/>
              <a:gd name="connsiteY3338" fmla="*/ 208934 h 968306"/>
              <a:gd name="connsiteX3339" fmla="*/ 1019937 w 5114885"/>
              <a:gd name="connsiteY3339" fmla="*/ 209506 h 968306"/>
              <a:gd name="connsiteX3340" fmla="*/ 1016222 w 5114885"/>
              <a:gd name="connsiteY3340" fmla="*/ 210077 h 968306"/>
              <a:gd name="connsiteX3341" fmla="*/ 1024604 w 5114885"/>
              <a:gd name="connsiteY3341" fmla="*/ 188075 h 968306"/>
              <a:gd name="connsiteX3342" fmla="*/ 1034510 w 5114885"/>
              <a:gd name="connsiteY3342" fmla="*/ 178169 h 968306"/>
              <a:gd name="connsiteX3343" fmla="*/ 1042892 w 5114885"/>
              <a:gd name="connsiteY3343" fmla="*/ 173501 h 968306"/>
              <a:gd name="connsiteX3344" fmla="*/ 1044988 w 5114885"/>
              <a:gd name="connsiteY3344" fmla="*/ 171406 h 968306"/>
              <a:gd name="connsiteX3345" fmla="*/ 1054894 w 5114885"/>
              <a:gd name="connsiteY3345" fmla="*/ 168739 h 968306"/>
              <a:gd name="connsiteX3346" fmla="*/ 1086803 w 5114885"/>
              <a:gd name="connsiteY3346" fmla="*/ 168739 h 968306"/>
              <a:gd name="connsiteX3347" fmla="*/ 1103090 w 5114885"/>
              <a:gd name="connsiteY3347" fmla="*/ 175025 h 968306"/>
              <a:gd name="connsiteX3348" fmla="*/ 1117283 w 5114885"/>
              <a:gd name="connsiteY3348" fmla="*/ 185503 h 968306"/>
              <a:gd name="connsiteX3349" fmla="*/ 1126141 w 5114885"/>
              <a:gd name="connsiteY3349" fmla="*/ 207982 h 968306"/>
              <a:gd name="connsiteX3350" fmla="*/ 1140333 w 5114885"/>
              <a:gd name="connsiteY3350" fmla="*/ 304375 h 968306"/>
              <a:gd name="connsiteX3351" fmla="*/ 1189101 w 5114885"/>
              <a:gd name="connsiteY3351" fmla="*/ 303327 h 968306"/>
              <a:gd name="connsiteX3352" fmla="*/ 1178624 w 5114885"/>
              <a:gd name="connsiteY3352" fmla="*/ 328473 h 968306"/>
              <a:gd name="connsiteX3353" fmla="*/ 1171861 w 5114885"/>
              <a:gd name="connsiteY3353" fmla="*/ 337331 h 968306"/>
              <a:gd name="connsiteX3354" fmla="*/ 1160336 w 5114885"/>
              <a:gd name="connsiteY3354" fmla="*/ 348857 h 968306"/>
              <a:gd name="connsiteX3355" fmla="*/ 1138904 w 5114885"/>
              <a:gd name="connsiteY3355" fmla="*/ 360382 h 968306"/>
              <a:gd name="connsiteX3356" fmla="*/ 1136237 w 5114885"/>
              <a:gd name="connsiteY3356" fmla="*/ 362954 h 968306"/>
              <a:gd name="connsiteX3357" fmla="*/ 1133570 w 5114885"/>
              <a:gd name="connsiteY3357" fmla="*/ 364573 h 968306"/>
              <a:gd name="connsiteX3358" fmla="*/ 1122045 w 5114885"/>
              <a:gd name="connsiteY3358" fmla="*/ 370288 h 968306"/>
              <a:gd name="connsiteX3359" fmla="*/ 1116806 w 5114885"/>
              <a:gd name="connsiteY3359" fmla="*/ 371907 h 968306"/>
              <a:gd name="connsiteX3360" fmla="*/ 1112139 w 5114885"/>
              <a:gd name="connsiteY3360" fmla="*/ 373526 h 968306"/>
              <a:gd name="connsiteX3361" fmla="*/ 1032510 w 5114885"/>
              <a:gd name="connsiteY3361" fmla="*/ 371907 h 968306"/>
              <a:gd name="connsiteX3362" fmla="*/ 1006316 w 5114885"/>
              <a:gd name="connsiteY3362" fmla="*/ 364001 h 968306"/>
              <a:gd name="connsiteX3363" fmla="*/ 976979 w 5114885"/>
              <a:gd name="connsiteY3363" fmla="*/ 341522 h 968306"/>
              <a:gd name="connsiteX3364" fmla="*/ 948690 w 5114885"/>
              <a:gd name="connsiteY3364" fmla="*/ 291230 h 968306"/>
              <a:gd name="connsiteX3365" fmla="*/ 946023 w 5114885"/>
              <a:gd name="connsiteY3365" fmla="*/ 280753 h 968306"/>
              <a:gd name="connsiteX3366" fmla="*/ 944404 w 5114885"/>
              <a:gd name="connsiteY3366" fmla="*/ 276562 h 968306"/>
              <a:gd name="connsiteX3367" fmla="*/ 943356 w 5114885"/>
              <a:gd name="connsiteY3367" fmla="*/ 270275 h 968306"/>
              <a:gd name="connsiteX3368" fmla="*/ 941261 w 5114885"/>
              <a:gd name="connsiteY3368" fmla="*/ 256655 h 968306"/>
              <a:gd name="connsiteX3369" fmla="*/ 941832 w 5114885"/>
              <a:gd name="connsiteY3369" fmla="*/ 252940 h 968306"/>
              <a:gd name="connsiteX3370" fmla="*/ 942404 w 5114885"/>
              <a:gd name="connsiteY3370" fmla="*/ 249320 h 968306"/>
              <a:gd name="connsiteX3371" fmla="*/ 942404 w 5114885"/>
              <a:gd name="connsiteY3371" fmla="*/ 245606 h 968306"/>
              <a:gd name="connsiteX3372" fmla="*/ 942880 w 5114885"/>
              <a:gd name="connsiteY3372" fmla="*/ 238843 h 968306"/>
              <a:gd name="connsiteX3373" fmla="*/ 968026 w 5114885"/>
              <a:gd name="connsiteY3373" fmla="*/ 170168 h 968306"/>
              <a:gd name="connsiteX3374" fmla="*/ 980027 w 5114885"/>
              <a:gd name="connsiteY3374" fmla="*/ 152356 h 968306"/>
              <a:gd name="connsiteX3375" fmla="*/ 1018223 w 5114885"/>
              <a:gd name="connsiteY3375" fmla="*/ 123019 h 968306"/>
              <a:gd name="connsiteX3376" fmla="*/ 1049084 w 5114885"/>
              <a:gd name="connsiteY3376" fmla="*/ 114161 h 968306"/>
              <a:gd name="connsiteX3377" fmla="*/ 1106710 w 5114885"/>
              <a:gd name="connsiteY3377" fmla="*/ 114732 h 968306"/>
              <a:gd name="connsiteX3378" fmla="*/ 1110425 w 5114885"/>
              <a:gd name="connsiteY3378" fmla="*/ 115780 h 968306"/>
              <a:gd name="connsiteX3379" fmla="*/ 1139762 w 5114885"/>
              <a:gd name="connsiteY3379" fmla="*/ 127781 h 968306"/>
              <a:gd name="connsiteX3380" fmla="*/ 1158621 w 5114885"/>
              <a:gd name="connsiteY3380" fmla="*/ 149784 h 968306"/>
              <a:gd name="connsiteX3381" fmla="*/ 1190625 w 5114885"/>
              <a:gd name="connsiteY3381" fmla="*/ 227318 h 968306"/>
              <a:gd name="connsiteX3382" fmla="*/ 1191197 w 5114885"/>
              <a:gd name="connsiteY3382" fmla="*/ 232080 h 968306"/>
              <a:gd name="connsiteX3383" fmla="*/ 1191197 w 5114885"/>
              <a:gd name="connsiteY3383" fmla="*/ 235795 h 968306"/>
              <a:gd name="connsiteX3384" fmla="*/ 1191673 w 5114885"/>
              <a:gd name="connsiteY3384" fmla="*/ 242081 h 968306"/>
              <a:gd name="connsiteX3385" fmla="*/ 1193292 w 5114885"/>
              <a:gd name="connsiteY3385" fmla="*/ 249987 h 968306"/>
              <a:gd name="connsiteX3386" fmla="*/ 1194340 w 5114885"/>
              <a:gd name="connsiteY3386" fmla="*/ 254654 h 968306"/>
              <a:gd name="connsiteX3387" fmla="*/ 1161860 w 5114885"/>
              <a:gd name="connsiteY3387" fmla="*/ 253035 h 968306"/>
              <a:gd name="connsiteX3388" fmla="*/ 1089565 w 5114885"/>
              <a:gd name="connsiteY3388" fmla="*/ 256178 h 968306"/>
              <a:gd name="connsiteX3389" fmla="*/ 1066514 w 5114885"/>
              <a:gd name="connsiteY3389" fmla="*/ 257226 h 968306"/>
              <a:gd name="connsiteX3390" fmla="*/ 1015175 w 5114885"/>
              <a:gd name="connsiteY3390" fmla="*/ 258274 h 968306"/>
              <a:gd name="connsiteX3391" fmla="*/ 1006793 w 5114885"/>
              <a:gd name="connsiteY3391" fmla="*/ 292850 h 968306"/>
              <a:gd name="connsiteX3392" fmla="*/ 1008888 w 5114885"/>
              <a:gd name="connsiteY3392" fmla="*/ 298088 h 968306"/>
              <a:gd name="connsiteX3393" fmla="*/ 1010507 w 5114885"/>
              <a:gd name="connsiteY3393" fmla="*/ 302279 h 968306"/>
              <a:gd name="connsiteX3394" fmla="*/ 1012127 w 5114885"/>
              <a:gd name="connsiteY3394" fmla="*/ 305423 h 968306"/>
              <a:gd name="connsiteX3395" fmla="*/ 1014222 w 5114885"/>
              <a:gd name="connsiteY3395" fmla="*/ 308090 h 968306"/>
              <a:gd name="connsiteX3396" fmla="*/ 1017365 w 5114885"/>
              <a:gd name="connsiteY3396" fmla="*/ 312281 h 968306"/>
              <a:gd name="connsiteX3397" fmla="*/ 1022604 w 5114885"/>
              <a:gd name="connsiteY3397" fmla="*/ 317519 h 968306"/>
              <a:gd name="connsiteX3398" fmla="*/ 1027843 w 5114885"/>
              <a:gd name="connsiteY3398" fmla="*/ 323806 h 968306"/>
              <a:gd name="connsiteX3399" fmla="*/ 1057180 w 5114885"/>
              <a:gd name="connsiteY3399" fmla="*/ 336950 h 968306"/>
              <a:gd name="connsiteX3400" fmla="*/ 1060799 w 5114885"/>
              <a:gd name="connsiteY3400" fmla="*/ 337522 h 968306"/>
              <a:gd name="connsiteX3401" fmla="*/ 1094327 w 5114885"/>
              <a:gd name="connsiteY3401" fmla="*/ 333807 h 968306"/>
              <a:gd name="connsiteX3402" fmla="*/ 1139857 w 5114885"/>
              <a:gd name="connsiteY3402" fmla="*/ 304470 h 968306"/>
              <a:gd name="connsiteX3403" fmla="*/ 1140428 w 5114885"/>
              <a:gd name="connsiteY3403" fmla="*/ 304470 h 968306"/>
              <a:gd name="connsiteX3404" fmla="*/ 1015651 w 5114885"/>
              <a:gd name="connsiteY3404" fmla="*/ 268275 h 968306"/>
              <a:gd name="connsiteX3405" fmla="*/ 1068038 w 5114885"/>
              <a:gd name="connsiteY3405" fmla="*/ 267227 h 968306"/>
              <a:gd name="connsiteX3406" fmla="*/ 1089470 w 5114885"/>
              <a:gd name="connsiteY3406" fmla="*/ 266180 h 968306"/>
              <a:gd name="connsiteX3407" fmla="*/ 1161764 w 5114885"/>
              <a:gd name="connsiteY3407" fmla="*/ 263036 h 968306"/>
              <a:gd name="connsiteX3408" fmla="*/ 1182719 w 5114885"/>
              <a:gd name="connsiteY3408" fmla="*/ 264656 h 968306"/>
              <a:gd name="connsiteX3409" fmla="*/ 1201579 w 5114885"/>
              <a:gd name="connsiteY3409" fmla="*/ 240557 h 968306"/>
              <a:gd name="connsiteX3410" fmla="*/ 1201007 w 5114885"/>
              <a:gd name="connsiteY3410" fmla="*/ 235319 h 968306"/>
              <a:gd name="connsiteX3411" fmla="*/ 1201007 w 5114885"/>
              <a:gd name="connsiteY3411" fmla="*/ 231128 h 968306"/>
              <a:gd name="connsiteX3412" fmla="*/ 1200436 w 5114885"/>
              <a:gd name="connsiteY3412" fmla="*/ 225889 h 968306"/>
              <a:gd name="connsiteX3413" fmla="*/ 1165860 w 5114885"/>
              <a:gd name="connsiteY3413" fmla="*/ 142545 h 968306"/>
              <a:gd name="connsiteX3414" fmla="*/ 1144905 w 5114885"/>
              <a:gd name="connsiteY3414" fmla="*/ 119495 h 968306"/>
              <a:gd name="connsiteX3415" fmla="*/ 1116616 w 5114885"/>
              <a:gd name="connsiteY3415" fmla="*/ 107493 h 968306"/>
              <a:gd name="connsiteX3416" fmla="*/ 1112425 w 5114885"/>
              <a:gd name="connsiteY3416" fmla="*/ 105874 h 968306"/>
              <a:gd name="connsiteX3417" fmla="*/ 1108710 w 5114885"/>
              <a:gd name="connsiteY3417" fmla="*/ 105302 h 968306"/>
              <a:gd name="connsiteX3418" fmla="*/ 1047369 w 5114885"/>
              <a:gd name="connsiteY3418" fmla="*/ 104255 h 968306"/>
              <a:gd name="connsiteX3419" fmla="*/ 1014889 w 5114885"/>
              <a:gd name="connsiteY3419" fmla="*/ 113113 h 968306"/>
              <a:gd name="connsiteX3420" fmla="*/ 970883 w 5114885"/>
              <a:gd name="connsiteY3420" fmla="*/ 147689 h 968306"/>
              <a:gd name="connsiteX3421" fmla="*/ 958310 w 5114885"/>
              <a:gd name="connsiteY3421" fmla="*/ 165977 h 968306"/>
              <a:gd name="connsiteX3422" fmla="*/ 933164 w 5114885"/>
              <a:gd name="connsiteY3422" fmla="*/ 230366 h 968306"/>
              <a:gd name="connsiteX3423" fmla="*/ 932117 w 5114885"/>
              <a:gd name="connsiteY3423" fmla="*/ 244558 h 968306"/>
              <a:gd name="connsiteX3424" fmla="*/ 932117 w 5114885"/>
              <a:gd name="connsiteY3424" fmla="*/ 248273 h 968306"/>
              <a:gd name="connsiteX3425" fmla="*/ 931545 w 5114885"/>
              <a:gd name="connsiteY3425" fmla="*/ 251416 h 968306"/>
              <a:gd name="connsiteX3426" fmla="*/ 930974 w 5114885"/>
              <a:gd name="connsiteY3426" fmla="*/ 255607 h 968306"/>
              <a:gd name="connsiteX3427" fmla="*/ 933069 w 5114885"/>
              <a:gd name="connsiteY3427" fmla="*/ 272371 h 968306"/>
              <a:gd name="connsiteX3428" fmla="*/ 934688 w 5114885"/>
              <a:gd name="connsiteY3428" fmla="*/ 280181 h 968306"/>
              <a:gd name="connsiteX3429" fmla="*/ 936308 w 5114885"/>
              <a:gd name="connsiteY3429" fmla="*/ 284372 h 968306"/>
              <a:gd name="connsiteX3430" fmla="*/ 938403 w 5114885"/>
              <a:gd name="connsiteY3430" fmla="*/ 292754 h 968306"/>
              <a:gd name="connsiteX3431" fmla="*/ 938975 w 5114885"/>
              <a:gd name="connsiteY3431" fmla="*/ 295421 h 968306"/>
              <a:gd name="connsiteX3432" fmla="*/ 969836 w 5114885"/>
              <a:gd name="connsiteY3432" fmla="*/ 349428 h 968306"/>
              <a:gd name="connsiteX3433" fmla="*/ 1003363 w 5114885"/>
              <a:gd name="connsiteY3433" fmla="*/ 374003 h 968306"/>
              <a:gd name="connsiteX3434" fmla="*/ 1029557 w 5114885"/>
              <a:gd name="connsiteY3434" fmla="*/ 381908 h 968306"/>
              <a:gd name="connsiteX3435" fmla="*/ 1114901 w 5114885"/>
              <a:gd name="connsiteY3435" fmla="*/ 382956 h 968306"/>
              <a:gd name="connsiteX3436" fmla="*/ 1119092 w 5114885"/>
              <a:gd name="connsiteY3436" fmla="*/ 381432 h 968306"/>
              <a:gd name="connsiteX3437" fmla="*/ 1124903 w 5114885"/>
              <a:gd name="connsiteY3437" fmla="*/ 379813 h 968306"/>
              <a:gd name="connsiteX3438" fmla="*/ 1134332 w 5114885"/>
              <a:gd name="connsiteY3438" fmla="*/ 374574 h 968306"/>
              <a:gd name="connsiteX3439" fmla="*/ 1139571 w 5114885"/>
              <a:gd name="connsiteY3439" fmla="*/ 372479 h 968306"/>
              <a:gd name="connsiteX3440" fmla="*/ 1142238 w 5114885"/>
              <a:gd name="connsiteY3440" fmla="*/ 370383 h 968306"/>
              <a:gd name="connsiteX3441" fmla="*/ 1144905 w 5114885"/>
              <a:gd name="connsiteY3441" fmla="*/ 368288 h 968306"/>
              <a:gd name="connsiteX3442" fmla="*/ 1165860 w 5114885"/>
              <a:gd name="connsiteY3442" fmla="*/ 357239 h 968306"/>
              <a:gd name="connsiteX3443" fmla="*/ 1181100 w 5114885"/>
              <a:gd name="connsiteY3443" fmla="*/ 341046 h 968306"/>
              <a:gd name="connsiteX3444" fmla="*/ 1187387 w 5114885"/>
              <a:gd name="connsiteY3444" fmla="*/ 333712 h 968306"/>
              <a:gd name="connsiteX3445" fmla="*/ 1195769 w 5114885"/>
              <a:gd name="connsiteY3445" fmla="*/ 293326 h 968306"/>
              <a:gd name="connsiteX3446" fmla="*/ 1179005 w 5114885"/>
              <a:gd name="connsiteY3446" fmla="*/ 292278 h 968306"/>
              <a:gd name="connsiteX3447" fmla="*/ 1138142 w 5114885"/>
              <a:gd name="connsiteY3447" fmla="*/ 294374 h 968306"/>
              <a:gd name="connsiteX3448" fmla="*/ 1133951 w 5114885"/>
              <a:gd name="connsiteY3448" fmla="*/ 295421 h 968306"/>
              <a:gd name="connsiteX3449" fmla="*/ 1130237 w 5114885"/>
              <a:gd name="connsiteY3449" fmla="*/ 301232 h 968306"/>
              <a:gd name="connsiteX3450" fmla="*/ 1091470 w 5114885"/>
              <a:gd name="connsiteY3450" fmla="*/ 324282 h 968306"/>
              <a:gd name="connsiteX3451" fmla="*/ 1060514 w 5114885"/>
              <a:gd name="connsiteY3451" fmla="*/ 327425 h 968306"/>
              <a:gd name="connsiteX3452" fmla="*/ 1055846 w 5114885"/>
              <a:gd name="connsiteY3452" fmla="*/ 326378 h 968306"/>
              <a:gd name="connsiteX3453" fmla="*/ 1034891 w 5114885"/>
              <a:gd name="connsiteY3453" fmla="*/ 316948 h 968306"/>
              <a:gd name="connsiteX3454" fmla="*/ 1028129 w 5114885"/>
              <a:gd name="connsiteY3454" fmla="*/ 309137 h 968306"/>
              <a:gd name="connsiteX3455" fmla="*/ 1024985 w 5114885"/>
              <a:gd name="connsiteY3455" fmla="*/ 305423 h 968306"/>
              <a:gd name="connsiteX3456" fmla="*/ 1021842 w 5114885"/>
              <a:gd name="connsiteY3456" fmla="*/ 301803 h 968306"/>
              <a:gd name="connsiteX3457" fmla="*/ 1019747 w 5114885"/>
              <a:gd name="connsiteY3457" fmla="*/ 298088 h 968306"/>
              <a:gd name="connsiteX3458" fmla="*/ 1018127 w 5114885"/>
              <a:gd name="connsiteY3458" fmla="*/ 294945 h 968306"/>
              <a:gd name="connsiteX3459" fmla="*/ 1016032 w 5114885"/>
              <a:gd name="connsiteY3459" fmla="*/ 289230 h 968306"/>
              <a:gd name="connsiteX3460" fmla="*/ 1015460 w 5114885"/>
              <a:gd name="connsiteY3460" fmla="*/ 268275 h 968306"/>
              <a:gd name="connsiteX3461" fmla="*/ 826865 w 5114885"/>
              <a:gd name="connsiteY3461" fmla="*/ 368383 h 968306"/>
              <a:gd name="connsiteX3462" fmla="*/ 826865 w 5114885"/>
              <a:gd name="connsiteY3462" fmla="*/ 356286 h 968306"/>
              <a:gd name="connsiteX3463" fmla="*/ 827437 w 5114885"/>
              <a:gd name="connsiteY3463" fmla="*/ 331712 h 968306"/>
              <a:gd name="connsiteX3464" fmla="*/ 825341 w 5114885"/>
              <a:gd name="connsiteY3464" fmla="*/ 47771 h 968306"/>
              <a:gd name="connsiteX3465" fmla="*/ 826865 w 5114885"/>
              <a:gd name="connsiteY3465" fmla="*/ 17863 h 968306"/>
              <a:gd name="connsiteX3466" fmla="*/ 826865 w 5114885"/>
              <a:gd name="connsiteY3466" fmla="*/ 15291 h 968306"/>
              <a:gd name="connsiteX3467" fmla="*/ 846773 w 5114885"/>
              <a:gd name="connsiteY3467" fmla="*/ 17387 h 968306"/>
              <a:gd name="connsiteX3468" fmla="*/ 849916 w 5114885"/>
              <a:gd name="connsiteY3468" fmla="*/ 17387 h 968306"/>
              <a:gd name="connsiteX3469" fmla="*/ 850963 w 5114885"/>
              <a:gd name="connsiteY3469" fmla="*/ 16815 h 968306"/>
              <a:gd name="connsiteX3470" fmla="*/ 854107 w 5114885"/>
              <a:gd name="connsiteY3470" fmla="*/ 17387 h 968306"/>
              <a:gd name="connsiteX3471" fmla="*/ 863537 w 5114885"/>
              <a:gd name="connsiteY3471" fmla="*/ 17387 h 968306"/>
              <a:gd name="connsiteX3472" fmla="*/ 877157 w 5114885"/>
              <a:gd name="connsiteY3472" fmla="*/ 17958 h 968306"/>
              <a:gd name="connsiteX3473" fmla="*/ 887635 w 5114885"/>
              <a:gd name="connsiteY3473" fmla="*/ 17958 h 968306"/>
              <a:gd name="connsiteX3474" fmla="*/ 887635 w 5114885"/>
              <a:gd name="connsiteY3474" fmla="*/ 19006 h 968306"/>
              <a:gd name="connsiteX3475" fmla="*/ 888206 w 5114885"/>
              <a:gd name="connsiteY3475" fmla="*/ 22721 h 968306"/>
              <a:gd name="connsiteX3476" fmla="*/ 884492 w 5114885"/>
              <a:gd name="connsiteY3476" fmla="*/ 362192 h 968306"/>
              <a:gd name="connsiteX3477" fmla="*/ 884492 w 5114885"/>
              <a:gd name="connsiteY3477" fmla="*/ 370002 h 968306"/>
              <a:gd name="connsiteX3478" fmla="*/ 883920 w 5114885"/>
              <a:gd name="connsiteY3478" fmla="*/ 370002 h 968306"/>
              <a:gd name="connsiteX3479" fmla="*/ 843058 w 5114885"/>
              <a:gd name="connsiteY3479" fmla="*/ 371621 h 968306"/>
              <a:gd name="connsiteX3480" fmla="*/ 826770 w 5114885"/>
              <a:gd name="connsiteY3480" fmla="*/ 370002 h 968306"/>
              <a:gd name="connsiteX3481" fmla="*/ 826770 w 5114885"/>
              <a:gd name="connsiteY3481" fmla="*/ 368478 h 968306"/>
              <a:gd name="connsiteX3482" fmla="*/ 848106 w 5114885"/>
              <a:gd name="connsiteY3482" fmla="*/ 7290 h 968306"/>
              <a:gd name="connsiteX3483" fmla="*/ 821912 w 5114885"/>
              <a:gd name="connsiteY3483" fmla="*/ 5195 h 968306"/>
              <a:gd name="connsiteX3484" fmla="*/ 817150 w 5114885"/>
              <a:gd name="connsiteY3484" fmla="*/ 17196 h 968306"/>
              <a:gd name="connsiteX3485" fmla="*/ 815531 w 5114885"/>
              <a:gd name="connsiteY3485" fmla="*/ 47105 h 968306"/>
              <a:gd name="connsiteX3486" fmla="*/ 817626 w 5114885"/>
              <a:gd name="connsiteY3486" fmla="*/ 331045 h 968306"/>
              <a:gd name="connsiteX3487" fmla="*/ 817055 w 5114885"/>
              <a:gd name="connsiteY3487" fmla="*/ 355715 h 968306"/>
              <a:gd name="connsiteX3488" fmla="*/ 817055 w 5114885"/>
              <a:gd name="connsiteY3488" fmla="*/ 372479 h 968306"/>
              <a:gd name="connsiteX3489" fmla="*/ 823341 w 5114885"/>
              <a:gd name="connsiteY3489" fmla="*/ 380861 h 968306"/>
              <a:gd name="connsiteX3490" fmla="*/ 842677 w 5114885"/>
              <a:gd name="connsiteY3490" fmla="*/ 381432 h 968306"/>
              <a:gd name="connsiteX3491" fmla="*/ 885635 w 5114885"/>
              <a:gd name="connsiteY3491" fmla="*/ 380384 h 968306"/>
              <a:gd name="connsiteX3492" fmla="*/ 886682 w 5114885"/>
              <a:gd name="connsiteY3492" fmla="*/ 380384 h 968306"/>
              <a:gd name="connsiteX3493" fmla="*/ 895064 w 5114885"/>
              <a:gd name="connsiteY3493" fmla="*/ 372479 h 968306"/>
              <a:gd name="connsiteX3494" fmla="*/ 895064 w 5114885"/>
              <a:gd name="connsiteY3494" fmla="*/ 369812 h 968306"/>
              <a:gd name="connsiteX3495" fmla="*/ 894493 w 5114885"/>
              <a:gd name="connsiteY3495" fmla="*/ 367240 h 968306"/>
              <a:gd name="connsiteX3496" fmla="*/ 894493 w 5114885"/>
              <a:gd name="connsiteY3496" fmla="*/ 362001 h 968306"/>
              <a:gd name="connsiteX3497" fmla="*/ 898208 w 5114885"/>
              <a:gd name="connsiteY3497" fmla="*/ 22054 h 968306"/>
              <a:gd name="connsiteX3498" fmla="*/ 897636 w 5114885"/>
              <a:gd name="connsiteY3498" fmla="*/ 16339 h 968306"/>
              <a:gd name="connsiteX3499" fmla="*/ 897065 w 5114885"/>
              <a:gd name="connsiteY3499" fmla="*/ 13196 h 968306"/>
              <a:gd name="connsiteX3500" fmla="*/ 877634 w 5114885"/>
              <a:gd name="connsiteY3500" fmla="*/ 7957 h 968306"/>
              <a:gd name="connsiteX3501" fmla="*/ 864013 w 5114885"/>
              <a:gd name="connsiteY3501" fmla="*/ 7385 h 968306"/>
              <a:gd name="connsiteX3502" fmla="*/ 854583 w 5114885"/>
              <a:gd name="connsiteY3502" fmla="*/ 6814 h 968306"/>
              <a:gd name="connsiteX3503" fmla="*/ 849344 w 5114885"/>
              <a:gd name="connsiteY3503" fmla="*/ 6814 h 968306"/>
              <a:gd name="connsiteX3504" fmla="*/ 847725 w 5114885"/>
              <a:gd name="connsiteY3504" fmla="*/ 7385 h 968306"/>
              <a:gd name="connsiteX3505" fmla="*/ 649034 w 5114885"/>
              <a:gd name="connsiteY3505" fmla="*/ 158738 h 968306"/>
              <a:gd name="connsiteX3506" fmla="*/ 612362 w 5114885"/>
              <a:gd name="connsiteY3506" fmla="*/ 158738 h 968306"/>
              <a:gd name="connsiteX3507" fmla="*/ 599313 w 5114885"/>
              <a:gd name="connsiteY3507" fmla="*/ 162929 h 968306"/>
              <a:gd name="connsiteX3508" fmla="*/ 596646 w 5114885"/>
              <a:gd name="connsiteY3508" fmla="*/ 165024 h 968306"/>
              <a:gd name="connsiteX3509" fmla="*/ 589788 w 5114885"/>
              <a:gd name="connsiteY3509" fmla="*/ 169215 h 968306"/>
              <a:gd name="connsiteX3510" fmla="*/ 576644 w 5114885"/>
              <a:gd name="connsiteY3510" fmla="*/ 182360 h 968306"/>
              <a:gd name="connsiteX3511" fmla="*/ 566166 w 5114885"/>
              <a:gd name="connsiteY3511" fmla="*/ 207982 h 968306"/>
              <a:gd name="connsiteX3512" fmla="*/ 581882 w 5114885"/>
              <a:gd name="connsiteY3512" fmla="*/ 219507 h 968306"/>
              <a:gd name="connsiteX3513" fmla="*/ 585026 w 5114885"/>
              <a:gd name="connsiteY3513" fmla="*/ 218936 h 968306"/>
              <a:gd name="connsiteX3514" fmla="*/ 675608 w 5114885"/>
              <a:gd name="connsiteY3514" fmla="*/ 221603 h 968306"/>
              <a:gd name="connsiteX3515" fmla="*/ 692372 w 5114885"/>
              <a:gd name="connsiteY3515" fmla="*/ 215792 h 968306"/>
              <a:gd name="connsiteX3516" fmla="*/ 685514 w 5114885"/>
              <a:gd name="connsiteY3516" fmla="*/ 179693 h 968306"/>
              <a:gd name="connsiteX3517" fmla="*/ 667703 w 5114885"/>
              <a:gd name="connsiteY3517" fmla="*/ 166072 h 968306"/>
              <a:gd name="connsiteX3518" fmla="*/ 648843 w 5114885"/>
              <a:gd name="connsiteY3518" fmla="*/ 158738 h 968306"/>
              <a:gd name="connsiteX3519" fmla="*/ 685990 w 5114885"/>
              <a:gd name="connsiteY3519" fmla="*/ 207982 h 968306"/>
              <a:gd name="connsiteX3520" fmla="*/ 675037 w 5114885"/>
              <a:gd name="connsiteY3520" fmla="*/ 211697 h 968306"/>
              <a:gd name="connsiteX3521" fmla="*/ 582835 w 5114885"/>
              <a:gd name="connsiteY3521" fmla="*/ 209030 h 968306"/>
              <a:gd name="connsiteX3522" fmla="*/ 579692 w 5114885"/>
              <a:gd name="connsiteY3522" fmla="*/ 209601 h 968306"/>
              <a:gd name="connsiteX3523" fmla="*/ 575977 w 5114885"/>
              <a:gd name="connsiteY3523" fmla="*/ 210173 h 968306"/>
              <a:gd name="connsiteX3524" fmla="*/ 584359 w 5114885"/>
              <a:gd name="connsiteY3524" fmla="*/ 188170 h 968306"/>
              <a:gd name="connsiteX3525" fmla="*/ 594265 w 5114885"/>
              <a:gd name="connsiteY3525" fmla="*/ 178264 h 968306"/>
              <a:gd name="connsiteX3526" fmla="*/ 602647 w 5114885"/>
              <a:gd name="connsiteY3526" fmla="*/ 173597 h 968306"/>
              <a:gd name="connsiteX3527" fmla="*/ 604742 w 5114885"/>
              <a:gd name="connsiteY3527" fmla="*/ 171501 h 968306"/>
              <a:gd name="connsiteX3528" fmla="*/ 614648 w 5114885"/>
              <a:gd name="connsiteY3528" fmla="*/ 168834 h 968306"/>
              <a:gd name="connsiteX3529" fmla="*/ 646557 w 5114885"/>
              <a:gd name="connsiteY3529" fmla="*/ 168834 h 968306"/>
              <a:gd name="connsiteX3530" fmla="*/ 662845 w 5114885"/>
              <a:gd name="connsiteY3530" fmla="*/ 175121 h 968306"/>
              <a:gd name="connsiteX3531" fmla="*/ 677037 w 5114885"/>
              <a:gd name="connsiteY3531" fmla="*/ 185598 h 968306"/>
              <a:gd name="connsiteX3532" fmla="*/ 685895 w 5114885"/>
              <a:gd name="connsiteY3532" fmla="*/ 208077 h 968306"/>
              <a:gd name="connsiteX3533" fmla="*/ 700088 w 5114885"/>
              <a:gd name="connsiteY3533" fmla="*/ 304470 h 968306"/>
              <a:gd name="connsiteX3534" fmla="*/ 748856 w 5114885"/>
              <a:gd name="connsiteY3534" fmla="*/ 303422 h 968306"/>
              <a:gd name="connsiteX3535" fmla="*/ 738378 w 5114885"/>
              <a:gd name="connsiteY3535" fmla="*/ 328568 h 968306"/>
              <a:gd name="connsiteX3536" fmla="*/ 731615 w 5114885"/>
              <a:gd name="connsiteY3536" fmla="*/ 337427 h 968306"/>
              <a:gd name="connsiteX3537" fmla="*/ 720090 w 5114885"/>
              <a:gd name="connsiteY3537" fmla="*/ 348952 h 968306"/>
              <a:gd name="connsiteX3538" fmla="*/ 698563 w 5114885"/>
              <a:gd name="connsiteY3538" fmla="*/ 360477 h 968306"/>
              <a:gd name="connsiteX3539" fmla="*/ 695992 w 5114885"/>
              <a:gd name="connsiteY3539" fmla="*/ 363049 h 968306"/>
              <a:gd name="connsiteX3540" fmla="*/ 693325 w 5114885"/>
              <a:gd name="connsiteY3540" fmla="*/ 364668 h 968306"/>
              <a:gd name="connsiteX3541" fmla="*/ 681800 w 5114885"/>
              <a:gd name="connsiteY3541" fmla="*/ 370383 h 968306"/>
              <a:gd name="connsiteX3542" fmla="*/ 676561 w 5114885"/>
              <a:gd name="connsiteY3542" fmla="*/ 372002 h 968306"/>
              <a:gd name="connsiteX3543" fmla="*/ 671798 w 5114885"/>
              <a:gd name="connsiteY3543" fmla="*/ 373622 h 968306"/>
              <a:gd name="connsiteX3544" fmla="*/ 592169 w 5114885"/>
              <a:gd name="connsiteY3544" fmla="*/ 372002 h 968306"/>
              <a:gd name="connsiteX3545" fmla="*/ 565976 w 5114885"/>
              <a:gd name="connsiteY3545" fmla="*/ 364097 h 968306"/>
              <a:gd name="connsiteX3546" fmla="*/ 536639 w 5114885"/>
              <a:gd name="connsiteY3546" fmla="*/ 341618 h 968306"/>
              <a:gd name="connsiteX3547" fmla="*/ 508349 w 5114885"/>
              <a:gd name="connsiteY3547" fmla="*/ 291326 h 968306"/>
              <a:gd name="connsiteX3548" fmla="*/ 505778 w 5114885"/>
              <a:gd name="connsiteY3548" fmla="*/ 280848 h 968306"/>
              <a:gd name="connsiteX3549" fmla="*/ 504158 w 5114885"/>
              <a:gd name="connsiteY3549" fmla="*/ 276657 h 968306"/>
              <a:gd name="connsiteX3550" fmla="*/ 503111 w 5114885"/>
              <a:gd name="connsiteY3550" fmla="*/ 270371 h 968306"/>
              <a:gd name="connsiteX3551" fmla="*/ 501015 w 5114885"/>
              <a:gd name="connsiteY3551" fmla="*/ 256750 h 968306"/>
              <a:gd name="connsiteX3552" fmla="*/ 501587 w 5114885"/>
              <a:gd name="connsiteY3552" fmla="*/ 253035 h 968306"/>
              <a:gd name="connsiteX3553" fmla="*/ 502158 w 5114885"/>
              <a:gd name="connsiteY3553" fmla="*/ 249416 h 968306"/>
              <a:gd name="connsiteX3554" fmla="*/ 502158 w 5114885"/>
              <a:gd name="connsiteY3554" fmla="*/ 245701 h 968306"/>
              <a:gd name="connsiteX3555" fmla="*/ 502730 w 5114885"/>
              <a:gd name="connsiteY3555" fmla="*/ 238938 h 968306"/>
              <a:gd name="connsiteX3556" fmla="*/ 527876 w 5114885"/>
              <a:gd name="connsiteY3556" fmla="*/ 170263 h 968306"/>
              <a:gd name="connsiteX3557" fmla="*/ 539972 w 5114885"/>
              <a:gd name="connsiteY3557" fmla="*/ 152451 h 968306"/>
              <a:gd name="connsiteX3558" fmla="*/ 578168 w 5114885"/>
              <a:gd name="connsiteY3558" fmla="*/ 123114 h 968306"/>
              <a:gd name="connsiteX3559" fmla="*/ 609029 w 5114885"/>
              <a:gd name="connsiteY3559" fmla="*/ 114256 h 968306"/>
              <a:gd name="connsiteX3560" fmla="*/ 666655 w 5114885"/>
              <a:gd name="connsiteY3560" fmla="*/ 114827 h 968306"/>
              <a:gd name="connsiteX3561" fmla="*/ 670370 w 5114885"/>
              <a:gd name="connsiteY3561" fmla="*/ 115875 h 968306"/>
              <a:gd name="connsiteX3562" fmla="*/ 699707 w 5114885"/>
              <a:gd name="connsiteY3562" fmla="*/ 127877 h 968306"/>
              <a:gd name="connsiteX3563" fmla="*/ 718566 w 5114885"/>
              <a:gd name="connsiteY3563" fmla="*/ 149879 h 968306"/>
              <a:gd name="connsiteX3564" fmla="*/ 750475 w 5114885"/>
              <a:gd name="connsiteY3564" fmla="*/ 227413 h 968306"/>
              <a:gd name="connsiteX3565" fmla="*/ 751046 w 5114885"/>
              <a:gd name="connsiteY3565" fmla="*/ 232175 h 968306"/>
              <a:gd name="connsiteX3566" fmla="*/ 751046 w 5114885"/>
              <a:gd name="connsiteY3566" fmla="*/ 235890 h 968306"/>
              <a:gd name="connsiteX3567" fmla="*/ 751618 w 5114885"/>
              <a:gd name="connsiteY3567" fmla="*/ 242177 h 968306"/>
              <a:gd name="connsiteX3568" fmla="*/ 753237 w 5114885"/>
              <a:gd name="connsiteY3568" fmla="*/ 250082 h 968306"/>
              <a:gd name="connsiteX3569" fmla="*/ 754285 w 5114885"/>
              <a:gd name="connsiteY3569" fmla="*/ 254750 h 968306"/>
              <a:gd name="connsiteX3570" fmla="*/ 721805 w 5114885"/>
              <a:gd name="connsiteY3570" fmla="*/ 253130 h 968306"/>
              <a:gd name="connsiteX3571" fmla="*/ 649510 w 5114885"/>
              <a:gd name="connsiteY3571" fmla="*/ 256274 h 968306"/>
              <a:gd name="connsiteX3572" fmla="*/ 626459 w 5114885"/>
              <a:gd name="connsiteY3572" fmla="*/ 257321 h 968306"/>
              <a:gd name="connsiteX3573" fmla="*/ 575120 w 5114885"/>
              <a:gd name="connsiteY3573" fmla="*/ 258369 h 968306"/>
              <a:gd name="connsiteX3574" fmla="*/ 566738 w 5114885"/>
              <a:gd name="connsiteY3574" fmla="*/ 292945 h 968306"/>
              <a:gd name="connsiteX3575" fmla="*/ 568833 w 5114885"/>
              <a:gd name="connsiteY3575" fmla="*/ 298184 h 968306"/>
              <a:gd name="connsiteX3576" fmla="*/ 570452 w 5114885"/>
              <a:gd name="connsiteY3576" fmla="*/ 302375 h 968306"/>
              <a:gd name="connsiteX3577" fmla="*/ 572072 w 5114885"/>
              <a:gd name="connsiteY3577" fmla="*/ 305518 h 968306"/>
              <a:gd name="connsiteX3578" fmla="*/ 574167 w 5114885"/>
              <a:gd name="connsiteY3578" fmla="*/ 308185 h 968306"/>
              <a:gd name="connsiteX3579" fmla="*/ 577310 w 5114885"/>
              <a:gd name="connsiteY3579" fmla="*/ 312376 h 968306"/>
              <a:gd name="connsiteX3580" fmla="*/ 582549 w 5114885"/>
              <a:gd name="connsiteY3580" fmla="*/ 317615 h 968306"/>
              <a:gd name="connsiteX3581" fmla="*/ 587788 w 5114885"/>
              <a:gd name="connsiteY3581" fmla="*/ 323901 h 968306"/>
              <a:gd name="connsiteX3582" fmla="*/ 617125 w 5114885"/>
              <a:gd name="connsiteY3582" fmla="*/ 337046 h 968306"/>
              <a:gd name="connsiteX3583" fmla="*/ 620744 w 5114885"/>
              <a:gd name="connsiteY3583" fmla="*/ 337617 h 968306"/>
              <a:gd name="connsiteX3584" fmla="*/ 654272 w 5114885"/>
              <a:gd name="connsiteY3584" fmla="*/ 333902 h 968306"/>
              <a:gd name="connsiteX3585" fmla="*/ 699802 w 5114885"/>
              <a:gd name="connsiteY3585" fmla="*/ 304565 h 968306"/>
              <a:gd name="connsiteX3586" fmla="*/ 700373 w 5114885"/>
              <a:gd name="connsiteY3586" fmla="*/ 304565 h 968306"/>
              <a:gd name="connsiteX3587" fmla="*/ 575405 w 5114885"/>
              <a:gd name="connsiteY3587" fmla="*/ 268370 h 968306"/>
              <a:gd name="connsiteX3588" fmla="*/ 627793 w 5114885"/>
              <a:gd name="connsiteY3588" fmla="*/ 267323 h 968306"/>
              <a:gd name="connsiteX3589" fmla="*/ 649224 w 5114885"/>
              <a:gd name="connsiteY3589" fmla="*/ 266275 h 968306"/>
              <a:gd name="connsiteX3590" fmla="*/ 721519 w 5114885"/>
              <a:gd name="connsiteY3590" fmla="*/ 263132 h 968306"/>
              <a:gd name="connsiteX3591" fmla="*/ 742474 w 5114885"/>
              <a:gd name="connsiteY3591" fmla="*/ 264751 h 968306"/>
              <a:gd name="connsiteX3592" fmla="*/ 761333 w 5114885"/>
              <a:gd name="connsiteY3592" fmla="*/ 240653 h 968306"/>
              <a:gd name="connsiteX3593" fmla="*/ 760762 w 5114885"/>
              <a:gd name="connsiteY3593" fmla="*/ 235414 h 968306"/>
              <a:gd name="connsiteX3594" fmla="*/ 760762 w 5114885"/>
              <a:gd name="connsiteY3594" fmla="*/ 231223 h 968306"/>
              <a:gd name="connsiteX3595" fmla="*/ 760190 w 5114885"/>
              <a:gd name="connsiteY3595" fmla="*/ 225984 h 968306"/>
              <a:gd name="connsiteX3596" fmla="*/ 725615 w 5114885"/>
              <a:gd name="connsiteY3596" fmla="*/ 142640 h 968306"/>
              <a:gd name="connsiteX3597" fmla="*/ 704660 w 5114885"/>
              <a:gd name="connsiteY3597" fmla="*/ 119590 h 968306"/>
              <a:gd name="connsiteX3598" fmla="*/ 676370 w 5114885"/>
              <a:gd name="connsiteY3598" fmla="*/ 107588 h 968306"/>
              <a:gd name="connsiteX3599" fmla="*/ 672179 w 5114885"/>
              <a:gd name="connsiteY3599" fmla="*/ 105969 h 968306"/>
              <a:gd name="connsiteX3600" fmla="*/ 668560 w 5114885"/>
              <a:gd name="connsiteY3600" fmla="*/ 105398 h 968306"/>
              <a:gd name="connsiteX3601" fmla="*/ 607219 w 5114885"/>
              <a:gd name="connsiteY3601" fmla="*/ 104350 h 968306"/>
              <a:gd name="connsiteX3602" fmla="*/ 574739 w 5114885"/>
              <a:gd name="connsiteY3602" fmla="*/ 113208 h 968306"/>
              <a:gd name="connsiteX3603" fmla="*/ 530733 w 5114885"/>
              <a:gd name="connsiteY3603" fmla="*/ 147784 h 968306"/>
              <a:gd name="connsiteX3604" fmla="*/ 518160 w 5114885"/>
              <a:gd name="connsiteY3604" fmla="*/ 166072 h 968306"/>
              <a:gd name="connsiteX3605" fmla="*/ 493014 w 5114885"/>
              <a:gd name="connsiteY3605" fmla="*/ 230461 h 968306"/>
              <a:gd name="connsiteX3606" fmla="*/ 491966 w 5114885"/>
              <a:gd name="connsiteY3606" fmla="*/ 244653 h 968306"/>
              <a:gd name="connsiteX3607" fmla="*/ 491966 w 5114885"/>
              <a:gd name="connsiteY3607" fmla="*/ 248368 h 968306"/>
              <a:gd name="connsiteX3608" fmla="*/ 491395 w 5114885"/>
              <a:gd name="connsiteY3608" fmla="*/ 251511 h 968306"/>
              <a:gd name="connsiteX3609" fmla="*/ 490823 w 5114885"/>
              <a:gd name="connsiteY3609" fmla="*/ 255702 h 968306"/>
              <a:gd name="connsiteX3610" fmla="*/ 492919 w 5114885"/>
              <a:gd name="connsiteY3610" fmla="*/ 272466 h 968306"/>
              <a:gd name="connsiteX3611" fmla="*/ 494443 w 5114885"/>
              <a:gd name="connsiteY3611" fmla="*/ 280277 h 968306"/>
              <a:gd name="connsiteX3612" fmla="*/ 496062 w 5114885"/>
              <a:gd name="connsiteY3612" fmla="*/ 284468 h 968306"/>
              <a:gd name="connsiteX3613" fmla="*/ 498158 w 5114885"/>
              <a:gd name="connsiteY3613" fmla="*/ 292850 h 968306"/>
              <a:gd name="connsiteX3614" fmla="*/ 498729 w 5114885"/>
              <a:gd name="connsiteY3614" fmla="*/ 295517 h 968306"/>
              <a:gd name="connsiteX3615" fmla="*/ 529590 w 5114885"/>
              <a:gd name="connsiteY3615" fmla="*/ 349523 h 968306"/>
              <a:gd name="connsiteX3616" fmla="*/ 563118 w 5114885"/>
              <a:gd name="connsiteY3616" fmla="*/ 374098 h 968306"/>
              <a:gd name="connsiteX3617" fmla="*/ 589312 w 5114885"/>
              <a:gd name="connsiteY3617" fmla="*/ 382004 h 968306"/>
              <a:gd name="connsiteX3618" fmla="*/ 674656 w 5114885"/>
              <a:gd name="connsiteY3618" fmla="*/ 383051 h 968306"/>
              <a:gd name="connsiteX3619" fmla="*/ 678847 w 5114885"/>
              <a:gd name="connsiteY3619" fmla="*/ 381527 h 968306"/>
              <a:gd name="connsiteX3620" fmla="*/ 684562 w 5114885"/>
              <a:gd name="connsiteY3620" fmla="*/ 379908 h 968306"/>
              <a:gd name="connsiteX3621" fmla="*/ 693992 w 5114885"/>
              <a:gd name="connsiteY3621" fmla="*/ 374669 h 968306"/>
              <a:gd name="connsiteX3622" fmla="*/ 699230 w 5114885"/>
              <a:gd name="connsiteY3622" fmla="*/ 372574 h 968306"/>
              <a:gd name="connsiteX3623" fmla="*/ 701897 w 5114885"/>
              <a:gd name="connsiteY3623" fmla="*/ 370478 h 968306"/>
              <a:gd name="connsiteX3624" fmla="*/ 704564 w 5114885"/>
              <a:gd name="connsiteY3624" fmla="*/ 368383 h 968306"/>
              <a:gd name="connsiteX3625" fmla="*/ 725519 w 5114885"/>
              <a:gd name="connsiteY3625" fmla="*/ 357334 h 968306"/>
              <a:gd name="connsiteX3626" fmla="*/ 740759 w 5114885"/>
              <a:gd name="connsiteY3626" fmla="*/ 341141 h 968306"/>
              <a:gd name="connsiteX3627" fmla="*/ 747046 w 5114885"/>
              <a:gd name="connsiteY3627" fmla="*/ 333807 h 968306"/>
              <a:gd name="connsiteX3628" fmla="*/ 755428 w 5114885"/>
              <a:gd name="connsiteY3628" fmla="*/ 293421 h 968306"/>
              <a:gd name="connsiteX3629" fmla="*/ 738664 w 5114885"/>
              <a:gd name="connsiteY3629" fmla="*/ 292373 h 968306"/>
              <a:gd name="connsiteX3630" fmla="*/ 697802 w 5114885"/>
              <a:gd name="connsiteY3630" fmla="*/ 294469 h 968306"/>
              <a:gd name="connsiteX3631" fmla="*/ 693611 w 5114885"/>
              <a:gd name="connsiteY3631" fmla="*/ 295517 h 968306"/>
              <a:gd name="connsiteX3632" fmla="*/ 689896 w 5114885"/>
              <a:gd name="connsiteY3632" fmla="*/ 301327 h 968306"/>
              <a:gd name="connsiteX3633" fmla="*/ 651129 w 5114885"/>
              <a:gd name="connsiteY3633" fmla="*/ 324377 h 968306"/>
              <a:gd name="connsiteX3634" fmla="*/ 620173 w 5114885"/>
              <a:gd name="connsiteY3634" fmla="*/ 327521 h 968306"/>
              <a:gd name="connsiteX3635" fmla="*/ 615506 w 5114885"/>
              <a:gd name="connsiteY3635" fmla="*/ 326473 h 968306"/>
              <a:gd name="connsiteX3636" fmla="*/ 594551 w 5114885"/>
              <a:gd name="connsiteY3636" fmla="*/ 317043 h 968306"/>
              <a:gd name="connsiteX3637" fmla="*/ 587693 w 5114885"/>
              <a:gd name="connsiteY3637" fmla="*/ 309233 h 968306"/>
              <a:gd name="connsiteX3638" fmla="*/ 584549 w 5114885"/>
              <a:gd name="connsiteY3638" fmla="*/ 305518 h 968306"/>
              <a:gd name="connsiteX3639" fmla="*/ 581406 w 5114885"/>
              <a:gd name="connsiteY3639" fmla="*/ 301898 h 968306"/>
              <a:gd name="connsiteX3640" fmla="*/ 579311 w 5114885"/>
              <a:gd name="connsiteY3640" fmla="*/ 298184 h 968306"/>
              <a:gd name="connsiteX3641" fmla="*/ 577691 w 5114885"/>
              <a:gd name="connsiteY3641" fmla="*/ 295040 h 968306"/>
              <a:gd name="connsiteX3642" fmla="*/ 575596 w 5114885"/>
              <a:gd name="connsiteY3642" fmla="*/ 289325 h 968306"/>
              <a:gd name="connsiteX3643" fmla="*/ 575024 w 5114885"/>
              <a:gd name="connsiteY3643" fmla="*/ 268370 h 968306"/>
              <a:gd name="connsiteX3644" fmla="*/ 447866 w 5114885"/>
              <a:gd name="connsiteY3644" fmla="*/ 13005 h 968306"/>
              <a:gd name="connsiteX3645" fmla="*/ 448437 w 5114885"/>
              <a:gd name="connsiteY3645" fmla="*/ 37580 h 968306"/>
              <a:gd name="connsiteX3646" fmla="*/ 449009 w 5114885"/>
              <a:gd name="connsiteY3646" fmla="*/ 41294 h 968306"/>
              <a:gd name="connsiteX3647" fmla="*/ 449580 w 5114885"/>
              <a:gd name="connsiteY3647" fmla="*/ 43390 h 968306"/>
              <a:gd name="connsiteX3648" fmla="*/ 450628 w 5114885"/>
              <a:gd name="connsiteY3648" fmla="*/ 56534 h 968306"/>
              <a:gd name="connsiteX3649" fmla="*/ 451199 w 5114885"/>
              <a:gd name="connsiteY3649" fmla="*/ 62345 h 968306"/>
              <a:gd name="connsiteX3650" fmla="*/ 398240 w 5114885"/>
              <a:gd name="connsiteY3650" fmla="*/ 60725 h 968306"/>
              <a:gd name="connsiteX3651" fmla="*/ 395573 w 5114885"/>
              <a:gd name="connsiteY3651" fmla="*/ 60725 h 968306"/>
              <a:gd name="connsiteX3652" fmla="*/ 389858 w 5114885"/>
              <a:gd name="connsiteY3652" fmla="*/ 61297 h 968306"/>
              <a:gd name="connsiteX3653" fmla="*/ 388334 w 5114885"/>
              <a:gd name="connsiteY3653" fmla="*/ 61297 h 968306"/>
              <a:gd name="connsiteX3654" fmla="*/ 388334 w 5114885"/>
              <a:gd name="connsiteY3654" fmla="*/ 56058 h 968306"/>
              <a:gd name="connsiteX3655" fmla="*/ 388906 w 5114885"/>
              <a:gd name="connsiteY3655" fmla="*/ 41866 h 968306"/>
              <a:gd name="connsiteX3656" fmla="*/ 390430 w 5114885"/>
              <a:gd name="connsiteY3656" fmla="*/ 26150 h 968306"/>
              <a:gd name="connsiteX3657" fmla="*/ 391001 w 5114885"/>
              <a:gd name="connsiteY3657" fmla="*/ 18244 h 968306"/>
              <a:gd name="connsiteX3658" fmla="*/ 403003 w 5114885"/>
              <a:gd name="connsiteY3658" fmla="*/ 17196 h 968306"/>
              <a:gd name="connsiteX3659" fmla="*/ 405098 w 5114885"/>
              <a:gd name="connsiteY3659" fmla="*/ 17196 h 968306"/>
              <a:gd name="connsiteX3660" fmla="*/ 409289 w 5114885"/>
              <a:gd name="connsiteY3660" fmla="*/ 16625 h 968306"/>
              <a:gd name="connsiteX3661" fmla="*/ 422434 w 5114885"/>
              <a:gd name="connsiteY3661" fmla="*/ 15101 h 968306"/>
              <a:gd name="connsiteX3662" fmla="*/ 448056 w 5114885"/>
              <a:gd name="connsiteY3662" fmla="*/ 13005 h 968306"/>
              <a:gd name="connsiteX3663" fmla="*/ 460629 w 5114885"/>
              <a:gd name="connsiteY3663" fmla="*/ 54915 h 968306"/>
              <a:gd name="connsiteX3664" fmla="*/ 458534 w 5114885"/>
              <a:gd name="connsiteY3664" fmla="*/ 39199 h 968306"/>
              <a:gd name="connsiteX3665" fmla="*/ 458534 w 5114885"/>
              <a:gd name="connsiteY3665" fmla="*/ 36532 h 968306"/>
              <a:gd name="connsiteX3666" fmla="*/ 457962 w 5114885"/>
              <a:gd name="connsiteY3666" fmla="*/ 8719 h 968306"/>
              <a:gd name="connsiteX3667" fmla="*/ 421291 w 5114885"/>
              <a:gd name="connsiteY3667" fmla="*/ 5004 h 968306"/>
              <a:gd name="connsiteX3668" fmla="*/ 408146 w 5114885"/>
              <a:gd name="connsiteY3668" fmla="*/ 6052 h 968306"/>
              <a:gd name="connsiteX3669" fmla="*/ 403955 w 5114885"/>
              <a:gd name="connsiteY3669" fmla="*/ 7100 h 968306"/>
              <a:gd name="connsiteX3670" fmla="*/ 401860 w 5114885"/>
              <a:gd name="connsiteY3670" fmla="*/ 7100 h 968306"/>
              <a:gd name="connsiteX3671" fmla="*/ 387191 w 5114885"/>
              <a:gd name="connsiteY3671" fmla="*/ 8147 h 968306"/>
              <a:gd name="connsiteX3672" fmla="*/ 380905 w 5114885"/>
              <a:gd name="connsiteY3672" fmla="*/ 13386 h 968306"/>
              <a:gd name="connsiteX3673" fmla="*/ 378809 w 5114885"/>
              <a:gd name="connsiteY3673" fmla="*/ 40628 h 968306"/>
              <a:gd name="connsiteX3674" fmla="*/ 378809 w 5114885"/>
              <a:gd name="connsiteY3674" fmla="*/ 41675 h 968306"/>
              <a:gd name="connsiteX3675" fmla="*/ 378238 w 5114885"/>
              <a:gd name="connsiteY3675" fmla="*/ 55296 h 968306"/>
              <a:gd name="connsiteX3676" fmla="*/ 377666 w 5114885"/>
              <a:gd name="connsiteY3676" fmla="*/ 61583 h 968306"/>
              <a:gd name="connsiteX3677" fmla="*/ 377666 w 5114885"/>
              <a:gd name="connsiteY3677" fmla="*/ 64250 h 968306"/>
              <a:gd name="connsiteX3678" fmla="*/ 398145 w 5114885"/>
              <a:gd name="connsiteY3678" fmla="*/ 70536 h 968306"/>
              <a:gd name="connsiteX3679" fmla="*/ 457867 w 5114885"/>
              <a:gd name="connsiteY3679" fmla="*/ 71108 h 968306"/>
              <a:gd name="connsiteX3680" fmla="*/ 461486 w 5114885"/>
              <a:gd name="connsiteY3680" fmla="*/ 63773 h 968306"/>
              <a:gd name="connsiteX3681" fmla="*/ 460439 w 5114885"/>
              <a:gd name="connsiteY3681" fmla="*/ 54915 h 968306"/>
              <a:gd name="connsiteX3682" fmla="*/ 445770 w 5114885"/>
              <a:gd name="connsiteY3682" fmla="*/ 370288 h 968306"/>
              <a:gd name="connsiteX3683" fmla="*/ 387096 w 5114885"/>
              <a:gd name="connsiteY3683" fmla="*/ 370859 h 968306"/>
              <a:gd name="connsiteX3684" fmla="*/ 387096 w 5114885"/>
              <a:gd name="connsiteY3684" fmla="*/ 370859 h 968306"/>
              <a:gd name="connsiteX3685" fmla="*/ 387096 w 5114885"/>
              <a:gd name="connsiteY3685" fmla="*/ 368764 h 968306"/>
              <a:gd name="connsiteX3686" fmla="*/ 389668 w 5114885"/>
              <a:gd name="connsiteY3686" fmla="*/ 151880 h 968306"/>
              <a:gd name="connsiteX3687" fmla="*/ 388620 w 5114885"/>
              <a:gd name="connsiteY3687" fmla="*/ 126734 h 968306"/>
              <a:gd name="connsiteX3688" fmla="*/ 389096 w 5114885"/>
              <a:gd name="connsiteY3688" fmla="*/ 119399 h 968306"/>
              <a:gd name="connsiteX3689" fmla="*/ 397002 w 5114885"/>
              <a:gd name="connsiteY3689" fmla="*/ 119971 h 968306"/>
              <a:gd name="connsiteX3690" fmla="*/ 441484 w 5114885"/>
              <a:gd name="connsiteY3690" fmla="*/ 119399 h 968306"/>
              <a:gd name="connsiteX3691" fmla="*/ 443579 w 5114885"/>
              <a:gd name="connsiteY3691" fmla="*/ 118828 h 968306"/>
              <a:gd name="connsiteX3692" fmla="*/ 445199 w 5114885"/>
              <a:gd name="connsiteY3692" fmla="*/ 118828 h 968306"/>
              <a:gd name="connsiteX3693" fmla="*/ 447770 w 5114885"/>
              <a:gd name="connsiteY3693" fmla="*/ 162262 h 968306"/>
              <a:gd name="connsiteX3694" fmla="*/ 445675 w 5114885"/>
              <a:gd name="connsiteY3694" fmla="*/ 263417 h 968306"/>
              <a:gd name="connsiteX3695" fmla="*/ 445675 w 5114885"/>
              <a:gd name="connsiteY3695" fmla="*/ 370288 h 968306"/>
              <a:gd name="connsiteX3696" fmla="*/ 385382 w 5114885"/>
              <a:gd name="connsiteY3696" fmla="*/ 380289 h 968306"/>
              <a:gd name="connsiteX3697" fmla="*/ 446151 w 5114885"/>
              <a:gd name="connsiteY3697" fmla="*/ 380289 h 968306"/>
              <a:gd name="connsiteX3698" fmla="*/ 456057 w 5114885"/>
              <a:gd name="connsiteY3698" fmla="*/ 375622 h 968306"/>
              <a:gd name="connsiteX3699" fmla="*/ 455486 w 5114885"/>
              <a:gd name="connsiteY3699" fmla="*/ 263513 h 968306"/>
              <a:gd name="connsiteX3700" fmla="*/ 457581 w 5114885"/>
              <a:gd name="connsiteY3700" fmla="*/ 161881 h 968306"/>
              <a:gd name="connsiteX3701" fmla="*/ 454914 w 5114885"/>
              <a:gd name="connsiteY3701" fmla="*/ 113208 h 968306"/>
              <a:gd name="connsiteX3702" fmla="*/ 447580 w 5114885"/>
              <a:gd name="connsiteY3702" fmla="*/ 108541 h 968306"/>
              <a:gd name="connsiteX3703" fmla="*/ 440246 w 5114885"/>
              <a:gd name="connsiteY3703" fmla="*/ 109589 h 968306"/>
              <a:gd name="connsiteX3704" fmla="*/ 396716 w 5114885"/>
              <a:gd name="connsiteY3704" fmla="*/ 110160 h 968306"/>
              <a:gd name="connsiteX3705" fmla="*/ 378428 w 5114885"/>
              <a:gd name="connsiteY3705" fmla="*/ 126448 h 968306"/>
              <a:gd name="connsiteX3706" fmla="*/ 379476 w 5114885"/>
              <a:gd name="connsiteY3706" fmla="*/ 152070 h 968306"/>
              <a:gd name="connsiteX3707" fmla="*/ 376809 w 5114885"/>
              <a:gd name="connsiteY3707" fmla="*/ 368954 h 968306"/>
              <a:gd name="connsiteX3708" fmla="*/ 384715 w 5114885"/>
              <a:gd name="connsiteY3708" fmla="*/ 380956 h 968306"/>
              <a:gd name="connsiteX3709" fmla="*/ 385286 w 5114885"/>
              <a:gd name="connsiteY3709" fmla="*/ 380384 h 968306"/>
              <a:gd name="connsiteX3710" fmla="*/ 81725 w 5114885"/>
              <a:gd name="connsiteY3710" fmla="*/ 12529 h 968306"/>
              <a:gd name="connsiteX3711" fmla="*/ 83249 w 5114885"/>
              <a:gd name="connsiteY3711" fmla="*/ 16720 h 968306"/>
              <a:gd name="connsiteX3712" fmla="*/ 89535 w 5114885"/>
              <a:gd name="connsiteY3712" fmla="*/ 30341 h 968306"/>
              <a:gd name="connsiteX3713" fmla="*/ 110490 w 5114885"/>
              <a:gd name="connsiteY3713" fmla="*/ 93777 h 968306"/>
              <a:gd name="connsiteX3714" fmla="*/ 128873 w 5114885"/>
              <a:gd name="connsiteY3714" fmla="*/ 158166 h 968306"/>
              <a:gd name="connsiteX3715" fmla="*/ 134112 w 5114885"/>
              <a:gd name="connsiteY3715" fmla="*/ 172835 h 968306"/>
              <a:gd name="connsiteX3716" fmla="*/ 157639 w 5114885"/>
              <a:gd name="connsiteY3716" fmla="*/ 245606 h 968306"/>
              <a:gd name="connsiteX3717" fmla="*/ 158687 w 5114885"/>
              <a:gd name="connsiteY3717" fmla="*/ 248273 h 968306"/>
              <a:gd name="connsiteX3718" fmla="*/ 160306 w 5114885"/>
              <a:gd name="connsiteY3718" fmla="*/ 255035 h 968306"/>
              <a:gd name="connsiteX3719" fmla="*/ 180785 w 5114885"/>
              <a:gd name="connsiteY3719" fmla="*/ 259226 h 968306"/>
              <a:gd name="connsiteX3720" fmla="*/ 208026 w 5114885"/>
              <a:gd name="connsiteY3720" fmla="*/ 172835 h 968306"/>
              <a:gd name="connsiteX3721" fmla="*/ 214313 w 5114885"/>
              <a:gd name="connsiteY3721" fmla="*/ 155023 h 968306"/>
              <a:gd name="connsiteX3722" fmla="*/ 221171 w 5114885"/>
              <a:gd name="connsiteY3722" fmla="*/ 137687 h 968306"/>
              <a:gd name="connsiteX3723" fmla="*/ 224314 w 5114885"/>
              <a:gd name="connsiteY3723" fmla="*/ 129305 h 968306"/>
              <a:gd name="connsiteX3724" fmla="*/ 226409 w 5114885"/>
              <a:gd name="connsiteY3724" fmla="*/ 124067 h 968306"/>
              <a:gd name="connsiteX3725" fmla="*/ 227457 w 5114885"/>
              <a:gd name="connsiteY3725" fmla="*/ 121971 h 968306"/>
              <a:gd name="connsiteX3726" fmla="*/ 228505 w 5114885"/>
              <a:gd name="connsiteY3726" fmla="*/ 116732 h 968306"/>
              <a:gd name="connsiteX3727" fmla="*/ 230600 w 5114885"/>
              <a:gd name="connsiteY3727" fmla="*/ 113589 h 968306"/>
              <a:gd name="connsiteX3728" fmla="*/ 232696 w 5114885"/>
              <a:gd name="connsiteY3728" fmla="*/ 106826 h 968306"/>
              <a:gd name="connsiteX3729" fmla="*/ 240506 w 5114885"/>
              <a:gd name="connsiteY3729" fmla="*/ 80633 h 968306"/>
              <a:gd name="connsiteX3730" fmla="*/ 248412 w 5114885"/>
              <a:gd name="connsiteY3730" fmla="*/ 59106 h 968306"/>
              <a:gd name="connsiteX3731" fmla="*/ 261556 w 5114885"/>
              <a:gd name="connsiteY3731" fmla="*/ 19863 h 968306"/>
              <a:gd name="connsiteX3732" fmla="*/ 263176 w 5114885"/>
              <a:gd name="connsiteY3732" fmla="*/ 13100 h 968306"/>
              <a:gd name="connsiteX3733" fmla="*/ 275749 w 5114885"/>
              <a:gd name="connsiteY3733" fmla="*/ 12053 h 968306"/>
              <a:gd name="connsiteX3734" fmla="*/ 310801 w 5114885"/>
              <a:gd name="connsiteY3734" fmla="*/ 12624 h 968306"/>
              <a:gd name="connsiteX3735" fmla="*/ 322802 w 5114885"/>
              <a:gd name="connsiteY3735" fmla="*/ 12624 h 968306"/>
              <a:gd name="connsiteX3736" fmla="*/ 328613 w 5114885"/>
              <a:gd name="connsiteY3736" fmla="*/ 13196 h 968306"/>
              <a:gd name="connsiteX3737" fmla="*/ 320231 w 5114885"/>
              <a:gd name="connsiteY3737" fmla="*/ 37770 h 968306"/>
              <a:gd name="connsiteX3738" fmla="*/ 320231 w 5114885"/>
              <a:gd name="connsiteY3738" fmla="*/ 40913 h 968306"/>
              <a:gd name="connsiteX3739" fmla="*/ 319183 w 5114885"/>
              <a:gd name="connsiteY3739" fmla="*/ 43485 h 968306"/>
              <a:gd name="connsiteX3740" fmla="*/ 317564 w 5114885"/>
              <a:gd name="connsiteY3740" fmla="*/ 47676 h 968306"/>
              <a:gd name="connsiteX3741" fmla="*/ 313373 w 5114885"/>
              <a:gd name="connsiteY3741" fmla="*/ 64440 h 968306"/>
              <a:gd name="connsiteX3742" fmla="*/ 307086 w 5114885"/>
              <a:gd name="connsiteY3742" fmla="*/ 89586 h 968306"/>
              <a:gd name="connsiteX3743" fmla="*/ 306038 w 5114885"/>
              <a:gd name="connsiteY3743" fmla="*/ 93777 h 968306"/>
              <a:gd name="connsiteX3744" fmla="*/ 304991 w 5114885"/>
              <a:gd name="connsiteY3744" fmla="*/ 96920 h 968306"/>
              <a:gd name="connsiteX3745" fmla="*/ 303467 w 5114885"/>
              <a:gd name="connsiteY3745" fmla="*/ 101111 h 968306"/>
              <a:gd name="connsiteX3746" fmla="*/ 301943 w 5114885"/>
              <a:gd name="connsiteY3746" fmla="*/ 104255 h 968306"/>
              <a:gd name="connsiteX3747" fmla="*/ 300323 w 5114885"/>
              <a:gd name="connsiteY3747" fmla="*/ 107969 h 968306"/>
              <a:gd name="connsiteX3748" fmla="*/ 294608 w 5114885"/>
              <a:gd name="connsiteY3748" fmla="*/ 127305 h 968306"/>
              <a:gd name="connsiteX3749" fmla="*/ 287274 w 5114885"/>
              <a:gd name="connsiteY3749" fmla="*/ 146165 h 968306"/>
              <a:gd name="connsiteX3750" fmla="*/ 280988 w 5114885"/>
              <a:gd name="connsiteY3750" fmla="*/ 166548 h 968306"/>
              <a:gd name="connsiteX3751" fmla="*/ 273177 w 5114885"/>
              <a:gd name="connsiteY3751" fmla="*/ 192170 h 968306"/>
              <a:gd name="connsiteX3752" fmla="*/ 266319 w 5114885"/>
              <a:gd name="connsiteY3752" fmla="*/ 208934 h 968306"/>
              <a:gd name="connsiteX3753" fmla="*/ 256318 w 5114885"/>
              <a:gd name="connsiteY3753" fmla="*/ 246653 h 968306"/>
              <a:gd name="connsiteX3754" fmla="*/ 250031 w 5114885"/>
              <a:gd name="connsiteY3754" fmla="*/ 257131 h 968306"/>
              <a:gd name="connsiteX3755" fmla="*/ 245840 w 5114885"/>
              <a:gd name="connsiteY3755" fmla="*/ 269704 h 968306"/>
              <a:gd name="connsiteX3756" fmla="*/ 234791 w 5114885"/>
              <a:gd name="connsiteY3756" fmla="*/ 305327 h 968306"/>
              <a:gd name="connsiteX3757" fmla="*/ 226409 w 5114885"/>
              <a:gd name="connsiteY3757" fmla="*/ 329902 h 968306"/>
              <a:gd name="connsiteX3758" fmla="*/ 213265 w 5114885"/>
              <a:gd name="connsiteY3758" fmla="*/ 376003 h 968306"/>
              <a:gd name="connsiteX3759" fmla="*/ 201740 w 5114885"/>
              <a:gd name="connsiteY3759" fmla="*/ 376003 h 968306"/>
              <a:gd name="connsiteX3760" fmla="*/ 197549 w 5114885"/>
              <a:gd name="connsiteY3760" fmla="*/ 376574 h 968306"/>
              <a:gd name="connsiteX3761" fmla="*/ 139922 w 5114885"/>
              <a:gd name="connsiteY3761" fmla="*/ 378670 h 968306"/>
              <a:gd name="connsiteX3762" fmla="*/ 132112 w 5114885"/>
              <a:gd name="connsiteY3762" fmla="*/ 378670 h 968306"/>
              <a:gd name="connsiteX3763" fmla="*/ 128969 w 5114885"/>
              <a:gd name="connsiteY3763" fmla="*/ 373431 h 968306"/>
              <a:gd name="connsiteX3764" fmla="*/ 115824 w 5114885"/>
              <a:gd name="connsiteY3764" fmla="*/ 338379 h 968306"/>
              <a:gd name="connsiteX3765" fmla="*/ 113157 w 5114885"/>
              <a:gd name="connsiteY3765" fmla="*/ 329997 h 968306"/>
              <a:gd name="connsiteX3766" fmla="*/ 111062 w 5114885"/>
              <a:gd name="connsiteY3766" fmla="*/ 324282 h 968306"/>
              <a:gd name="connsiteX3767" fmla="*/ 96393 w 5114885"/>
              <a:gd name="connsiteY3767" fmla="*/ 266656 h 968306"/>
              <a:gd name="connsiteX3768" fmla="*/ 85344 w 5114885"/>
              <a:gd name="connsiteY3768" fmla="*/ 227413 h 968306"/>
              <a:gd name="connsiteX3769" fmla="*/ 83820 w 5114885"/>
              <a:gd name="connsiteY3769" fmla="*/ 223222 h 968306"/>
              <a:gd name="connsiteX3770" fmla="*/ 81248 w 5114885"/>
              <a:gd name="connsiteY3770" fmla="*/ 217412 h 968306"/>
              <a:gd name="connsiteX3771" fmla="*/ 78581 w 5114885"/>
              <a:gd name="connsiteY3771" fmla="*/ 206458 h 968306"/>
              <a:gd name="connsiteX3772" fmla="*/ 70771 w 5114885"/>
              <a:gd name="connsiteY3772" fmla="*/ 183979 h 968306"/>
              <a:gd name="connsiteX3773" fmla="*/ 68675 w 5114885"/>
              <a:gd name="connsiteY3773" fmla="*/ 179788 h 968306"/>
              <a:gd name="connsiteX3774" fmla="*/ 62865 w 5114885"/>
              <a:gd name="connsiteY3774" fmla="*/ 164072 h 968306"/>
              <a:gd name="connsiteX3775" fmla="*/ 57626 w 5114885"/>
              <a:gd name="connsiteY3775" fmla="*/ 149403 h 968306"/>
              <a:gd name="connsiteX3776" fmla="*/ 39815 w 5114885"/>
              <a:gd name="connsiteY3776" fmla="*/ 94920 h 968306"/>
              <a:gd name="connsiteX3777" fmla="*/ 38767 w 5114885"/>
              <a:gd name="connsiteY3777" fmla="*/ 92825 h 968306"/>
              <a:gd name="connsiteX3778" fmla="*/ 37719 w 5114885"/>
              <a:gd name="connsiteY3778" fmla="*/ 89110 h 968306"/>
              <a:gd name="connsiteX3779" fmla="*/ 31909 w 5114885"/>
              <a:gd name="connsiteY3779" fmla="*/ 73870 h 968306"/>
              <a:gd name="connsiteX3780" fmla="*/ 29813 w 5114885"/>
              <a:gd name="connsiteY3780" fmla="*/ 68155 h 968306"/>
              <a:gd name="connsiteX3781" fmla="*/ 27241 w 5114885"/>
              <a:gd name="connsiteY3781" fmla="*/ 62916 h 968306"/>
              <a:gd name="connsiteX3782" fmla="*/ 25146 w 5114885"/>
              <a:gd name="connsiteY3782" fmla="*/ 58725 h 968306"/>
              <a:gd name="connsiteX3783" fmla="*/ 23527 w 5114885"/>
              <a:gd name="connsiteY3783" fmla="*/ 54534 h 968306"/>
              <a:gd name="connsiteX3784" fmla="*/ 19812 w 5114885"/>
              <a:gd name="connsiteY3784" fmla="*/ 36722 h 968306"/>
              <a:gd name="connsiteX3785" fmla="*/ 14097 w 5114885"/>
              <a:gd name="connsiteY3785" fmla="*/ 21482 h 968306"/>
              <a:gd name="connsiteX3786" fmla="*/ 13526 w 5114885"/>
              <a:gd name="connsiteY3786" fmla="*/ 17768 h 968306"/>
              <a:gd name="connsiteX3787" fmla="*/ 12954 w 5114885"/>
              <a:gd name="connsiteY3787" fmla="*/ 16244 h 968306"/>
              <a:gd name="connsiteX3788" fmla="*/ 27146 w 5114885"/>
              <a:gd name="connsiteY3788" fmla="*/ 15196 h 968306"/>
              <a:gd name="connsiteX3789" fmla="*/ 72676 w 5114885"/>
              <a:gd name="connsiteY3789" fmla="*/ 13577 h 968306"/>
              <a:gd name="connsiteX3790" fmla="*/ 81629 w 5114885"/>
              <a:gd name="connsiteY3790" fmla="*/ 12529 h 968306"/>
              <a:gd name="connsiteX3791" fmla="*/ 216789 w 5114885"/>
              <a:gd name="connsiteY3791" fmla="*/ 121971 h 968306"/>
              <a:gd name="connsiteX3792" fmla="*/ 212027 w 5114885"/>
              <a:gd name="connsiteY3792" fmla="*/ 133496 h 968306"/>
              <a:gd name="connsiteX3793" fmla="*/ 204692 w 5114885"/>
              <a:gd name="connsiteY3793" fmla="*/ 152356 h 968306"/>
              <a:gd name="connsiteX3794" fmla="*/ 198406 w 5114885"/>
              <a:gd name="connsiteY3794" fmla="*/ 169691 h 968306"/>
              <a:gd name="connsiteX3795" fmla="*/ 171641 w 5114885"/>
              <a:gd name="connsiteY3795" fmla="*/ 255607 h 968306"/>
              <a:gd name="connsiteX3796" fmla="*/ 168021 w 5114885"/>
              <a:gd name="connsiteY3796" fmla="*/ 245701 h 968306"/>
              <a:gd name="connsiteX3797" fmla="*/ 167450 w 5114885"/>
              <a:gd name="connsiteY3797" fmla="*/ 242558 h 968306"/>
              <a:gd name="connsiteX3798" fmla="*/ 143351 w 5114885"/>
              <a:gd name="connsiteY3798" fmla="*/ 169215 h 968306"/>
              <a:gd name="connsiteX3799" fmla="*/ 138113 w 5114885"/>
              <a:gd name="connsiteY3799" fmla="*/ 154547 h 968306"/>
              <a:gd name="connsiteX3800" fmla="*/ 120301 w 5114885"/>
              <a:gd name="connsiteY3800" fmla="*/ 91205 h 968306"/>
              <a:gd name="connsiteX3801" fmla="*/ 98298 w 5114885"/>
              <a:gd name="connsiteY3801" fmla="*/ 25197 h 968306"/>
              <a:gd name="connsiteX3802" fmla="*/ 92012 w 5114885"/>
              <a:gd name="connsiteY3802" fmla="*/ 12053 h 968306"/>
              <a:gd name="connsiteX3803" fmla="*/ 82582 w 5114885"/>
              <a:gd name="connsiteY3803" fmla="*/ 2147 h 968306"/>
              <a:gd name="connsiteX3804" fmla="*/ 80010 w 5114885"/>
              <a:gd name="connsiteY3804" fmla="*/ 2718 h 968306"/>
              <a:gd name="connsiteX3805" fmla="*/ 72104 w 5114885"/>
              <a:gd name="connsiteY3805" fmla="*/ 3766 h 968306"/>
              <a:gd name="connsiteX3806" fmla="*/ 27051 w 5114885"/>
              <a:gd name="connsiteY3806" fmla="*/ 5385 h 968306"/>
              <a:gd name="connsiteX3807" fmla="*/ 8763 w 5114885"/>
              <a:gd name="connsiteY3807" fmla="*/ 6433 h 968306"/>
              <a:gd name="connsiteX3808" fmla="*/ 2572 w 5114885"/>
              <a:gd name="connsiteY3808" fmla="*/ 16148 h 968306"/>
              <a:gd name="connsiteX3809" fmla="*/ 3620 w 5114885"/>
              <a:gd name="connsiteY3809" fmla="*/ 19292 h 968306"/>
              <a:gd name="connsiteX3810" fmla="*/ 4667 w 5114885"/>
              <a:gd name="connsiteY3810" fmla="*/ 24054 h 968306"/>
              <a:gd name="connsiteX3811" fmla="*/ 10382 w 5114885"/>
              <a:gd name="connsiteY3811" fmla="*/ 40342 h 968306"/>
              <a:gd name="connsiteX3812" fmla="*/ 14097 w 5114885"/>
              <a:gd name="connsiteY3812" fmla="*/ 57582 h 968306"/>
              <a:gd name="connsiteX3813" fmla="*/ 16193 w 5114885"/>
              <a:gd name="connsiteY3813" fmla="*/ 62821 h 968306"/>
              <a:gd name="connsiteX3814" fmla="*/ 20955 w 5114885"/>
              <a:gd name="connsiteY3814" fmla="*/ 72251 h 968306"/>
              <a:gd name="connsiteX3815" fmla="*/ 22479 w 5114885"/>
              <a:gd name="connsiteY3815" fmla="*/ 77013 h 968306"/>
              <a:gd name="connsiteX3816" fmla="*/ 28289 w 5114885"/>
              <a:gd name="connsiteY3816" fmla="*/ 93301 h 968306"/>
              <a:gd name="connsiteX3817" fmla="*/ 30385 w 5114885"/>
              <a:gd name="connsiteY3817" fmla="*/ 98540 h 968306"/>
              <a:gd name="connsiteX3818" fmla="*/ 48197 w 5114885"/>
              <a:gd name="connsiteY3818" fmla="*/ 153023 h 968306"/>
              <a:gd name="connsiteX3819" fmla="*/ 53435 w 5114885"/>
              <a:gd name="connsiteY3819" fmla="*/ 167691 h 968306"/>
              <a:gd name="connsiteX3820" fmla="*/ 61341 w 5114885"/>
              <a:gd name="connsiteY3820" fmla="*/ 186551 h 968306"/>
              <a:gd name="connsiteX3821" fmla="*/ 69152 w 5114885"/>
              <a:gd name="connsiteY3821" fmla="*/ 209601 h 968306"/>
              <a:gd name="connsiteX3822" fmla="*/ 72295 w 5114885"/>
              <a:gd name="connsiteY3822" fmla="*/ 222174 h 968306"/>
              <a:gd name="connsiteX3823" fmla="*/ 73343 w 5114885"/>
              <a:gd name="connsiteY3823" fmla="*/ 224270 h 968306"/>
              <a:gd name="connsiteX3824" fmla="*/ 75914 w 5114885"/>
              <a:gd name="connsiteY3824" fmla="*/ 229985 h 968306"/>
              <a:gd name="connsiteX3825" fmla="*/ 86868 w 5114885"/>
              <a:gd name="connsiteY3825" fmla="*/ 269799 h 968306"/>
              <a:gd name="connsiteX3826" fmla="*/ 101537 w 5114885"/>
              <a:gd name="connsiteY3826" fmla="*/ 327425 h 968306"/>
              <a:gd name="connsiteX3827" fmla="*/ 103632 w 5114885"/>
              <a:gd name="connsiteY3827" fmla="*/ 333140 h 968306"/>
              <a:gd name="connsiteX3828" fmla="*/ 105728 w 5114885"/>
              <a:gd name="connsiteY3828" fmla="*/ 341046 h 968306"/>
              <a:gd name="connsiteX3829" fmla="*/ 119825 w 5114885"/>
              <a:gd name="connsiteY3829" fmla="*/ 378194 h 968306"/>
              <a:gd name="connsiteX3830" fmla="*/ 126111 w 5114885"/>
              <a:gd name="connsiteY3830" fmla="*/ 387623 h 968306"/>
              <a:gd name="connsiteX3831" fmla="*/ 129254 w 5114885"/>
              <a:gd name="connsiteY3831" fmla="*/ 388671 h 968306"/>
              <a:gd name="connsiteX3832" fmla="*/ 139732 w 5114885"/>
              <a:gd name="connsiteY3832" fmla="*/ 388671 h 968306"/>
              <a:gd name="connsiteX3833" fmla="*/ 198882 w 5114885"/>
              <a:gd name="connsiteY3833" fmla="*/ 386576 h 968306"/>
              <a:gd name="connsiteX3834" fmla="*/ 202025 w 5114885"/>
              <a:gd name="connsiteY3834" fmla="*/ 386004 h 968306"/>
              <a:gd name="connsiteX3835" fmla="*/ 213551 w 5114885"/>
              <a:gd name="connsiteY3835" fmla="*/ 386004 h 968306"/>
              <a:gd name="connsiteX3836" fmla="*/ 222504 w 5114885"/>
              <a:gd name="connsiteY3836" fmla="*/ 381813 h 968306"/>
              <a:gd name="connsiteX3837" fmla="*/ 236125 w 5114885"/>
              <a:gd name="connsiteY3837" fmla="*/ 332569 h 968306"/>
              <a:gd name="connsiteX3838" fmla="*/ 243935 w 5114885"/>
              <a:gd name="connsiteY3838" fmla="*/ 309042 h 968306"/>
              <a:gd name="connsiteX3839" fmla="*/ 254984 w 5114885"/>
              <a:gd name="connsiteY3839" fmla="*/ 273419 h 968306"/>
              <a:gd name="connsiteX3840" fmla="*/ 259175 w 5114885"/>
              <a:gd name="connsiteY3840" fmla="*/ 261417 h 968306"/>
              <a:gd name="connsiteX3841" fmla="*/ 265462 w 5114885"/>
              <a:gd name="connsiteY3841" fmla="*/ 250463 h 968306"/>
              <a:gd name="connsiteX3842" fmla="*/ 275939 w 5114885"/>
              <a:gd name="connsiteY3842" fmla="*/ 212268 h 968306"/>
              <a:gd name="connsiteX3843" fmla="*/ 282702 w 5114885"/>
              <a:gd name="connsiteY3843" fmla="*/ 194456 h 968306"/>
              <a:gd name="connsiteX3844" fmla="*/ 290608 w 5114885"/>
              <a:gd name="connsiteY3844" fmla="*/ 169310 h 968306"/>
              <a:gd name="connsiteX3845" fmla="*/ 296323 w 5114885"/>
              <a:gd name="connsiteY3845" fmla="*/ 148832 h 968306"/>
              <a:gd name="connsiteX3846" fmla="*/ 303657 w 5114885"/>
              <a:gd name="connsiteY3846" fmla="*/ 131020 h 968306"/>
              <a:gd name="connsiteX3847" fmla="*/ 309372 w 5114885"/>
              <a:gd name="connsiteY3847" fmla="*/ 111113 h 968306"/>
              <a:gd name="connsiteX3848" fmla="*/ 310420 w 5114885"/>
              <a:gd name="connsiteY3848" fmla="*/ 108541 h 968306"/>
              <a:gd name="connsiteX3849" fmla="*/ 312039 w 5114885"/>
              <a:gd name="connsiteY3849" fmla="*/ 105874 h 968306"/>
              <a:gd name="connsiteX3850" fmla="*/ 314706 w 5114885"/>
              <a:gd name="connsiteY3850" fmla="*/ 99587 h 968306"/>
              <a:gd name="connsiteX3851" fmla="*/ 315278 w 5114885"/>
              <a:gd name="connsiteY3851" fmla="*/ 95873 h 968306"/>
              <a:gd name="connsiteX3852" fmla="*/ 316325 w 5114885"/>
              <a:gd name="connsiteY3852" fmla="*/ 91205 h 968306"/>
              <a:gd name="connsiteX3853" fmla="*/ 322612 w 5114885"/>
              <a:gd name="connsiteY3853" fmla="*/ 67107 h 968306"/>
              <a:gd name="connsiteX3854" fmla="*/ 326326 w 5114885"/>
              <a:gd name="connsiteY3854" fmla="*/ 51867 h 968306"/>
              <a:gd name="connsiteX3855" fmla="*/ 329946 w 5114885"/>
              <a:gd name="connsiteY3855" fmla="*/ 42437 h 968306"/>
              <a:gd name="connsiteX3856" fmla="*/ 329946 w 5114885"/>
              <a:gd name="connsiteY3856" fmla="*/ 39294 h 968306"/>
              <a:gd name="connsiteX3857" fmla="*/ 338328 w 5114885"/>
              <a:gd name="connsiteY3857" fmla="*/ 7862 h 968306"/>
              <a:gd name="connsiteX3858" fmla="*/ 322612 w 5114885"/>
              <a:gd name="connsiteY3858" fmla="*/ 2623 h 968306"/>
              <a:gd name="connsiteX3859" fmla="*/ 316325 w 5114885"/>
              <a:gd name="connsiteY3859" fmla="*/ 3194 h 968306"/>
              <a:gd name="connsiteX3860" fmla="*/ 310039 w 5114885"/>
              <a:gd name="connsiteY3860" fmla="*/ 2623 h 968306"/>
              <a:gd name="connsiteX3861" fmla="*/ 276035 w 5114885"/>
              <a:gd name="connsiteY3861" fmla="*/ 2051 h 968306"/>
              <a:gd name="connsiteX3862" fmla="*/ 266033 w 5114885"/>
              <a:gd name="connsiteY3862" fmla="*/ 2623 h 968306"/>
              <a:gd name="connsiteX3863" fmla="*/ 251365 w 5114885"/>
              <a:gd name="connsiteY3863" fmla="*/ 17291 h 968306"/>
              <a:gd name="connsiteX3864" fmla="*/ 238792 w 5114885"/>
              <a:gd name="connsiteY3864" fmla="*/ 56534 h 968306"/>
              <a:gd name="connsiteX3865" fmla="*/ 230886 w 5114885"/>
              <a:gd name="connsiteY3865" fmla="*/ 77013 h 968306"/>
              <a:gd name="connsiteX3866" fmla="*/ 222504 w 5114885"/>
              <a:gd name="connsiteY3866" fmla="*/ 104255 h 968306"/>
              <a:gd name="connsiteX3867" fmla="*/ 220885 w 5114885"/>
              <a:gd name="connsiteY3867" fmla="*/ 109493 h 968306"/>
              <a:gd name="connsiteX3868" fmla="*/ 217742 w 5114885"/>
              <a:gd name="connsiteY3868" fmla="*/ 118447 h 968306"/>
              <a:gd name="connsiteX3869" fmla="*/ 216694 w 5114885"/>
              <a:gd name="connsiteY3869" fmla="*/ 122066 h 968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</a:cxnLst>
            <a:rect l="l" t="t" r="r" b="b"/>
            <a:pathLst>
              <a:path w="5114885" h="968306">
                <a:moveTo>
                  <a:pt x="4196239" y="945503"/>
                </a:moveTo>
                <a:cubicBezTo>
                  <a:pt x="4195763" y="943407"/>
                  <a:pt x="4195763" y="941312"/>
                  <a:pt x="4195191" y="939216"/>
                </a:cubicBezTo>
                <a:cubicBezTo>
                  <a:pt x="4194715" y="936073"/>
                  <a:pt x="4192048" y="891591"/>
                  <a:pt x="4192048" y="891591"/>
                </a:cubicBezTo>
                <a:lnTo>
                  <a:pt x="4192048" y="886924"/>
                </a:lnTo>
                <a:cubicBezTo>
                  <a:pt x="4192524" y="884828"/>
                  <a:pt x="4193096" y="882257"/>
                  <a:pt x="4193667" y="880066"/>
                </a:cubicBezTo>
                <a:lnTo>
                  <a:pt x="4198906" y="880066"/>
                </a:lnTo>
                <a:lnTo>
                  <a:pt x="4216718" y="880637"/>
                </a:lnTo>
                <a:cubicBezTo>
                  <a:pt x="4220432" y="881209"/>
                  <a:pt x="4253389" y="881209"/>
                  <a:pt x="4258151" y="883209"/>
                </a:cubicBezTo>
                <a:cubicBezTo>
                  <a:pt x="4257104" y="902545"/>
                  <a:pt x="4256532" y="925595"/>
                  <a:pt x="4259771" y="943407"/>
                </a:cubicBezTo>
                <a:lnTo>
                  <a:pt x="4259771" y="945503"/>
                </a:lnTo>
                <a:cubicBezTo>
                  <a:pt x="4258723" y="945979"/>
                  <a:pt x="4257675" y="945979"/>
                  <a:pt x="4256056" y="945979"/>
                </a:cubicBezTo>
                <a:cubicBezTo>
                  <a:pt x="4253960" y="945979"/>
                  <a:pt x="4252341" y="945979"/>
                  <a:pt x="4250341" y="945503"/>
                </a:cubicBezTo>
                <a:lnTo>
                  <a:pt x="4244055" y="944455"/>
                </a:lnTo>
                <a:lnTo>
                  <a:pt x="4235196" y="944455"/>
                </a:lnTo>
                <a:lnTo>
                  <a:pt x="4232529" y="943979"/>
                </a:lnTo>
                <a:cubicBezTo>
                  <a:pt x="4223099" y="942931"/>
                  <a:pt x="4215765" y="942931"/>
                  <a:pt x="4209003" y="943407"/>
                </a:cubicBezTo>
                <a:cubicBezTo>
                  <a:pt x="4204240" y="944455"/>
                  <a:pt x="4199573" y="944931"/>
                  <a:pt x="4196430" y="945503"/>
                </a:cubicBezTo>
                <a:moveTo>
                  <a:pt x="4190619" y="955504"/>
                </a:moveTo>
                <a:cubicBezTo>
                  <a:pt x="4191667" y="955980"/>
                  <a:pt x="4193191" y="955504"/>
                  <a:pt x="4194810" y="955504"/>
                </a:cubicBezTo>
                <a:cubicBezTo>
                  <a:pt x="4199001" y="955504"/>
                  <a:pt x="4204812" y="954456"/>
                  <a:pt x="4210526" y="953408"/>
                </a:cubicBezTo>
                <a:cubicBezTo>
                  <a:pt x="4215765" y="952837"/>
                  <a:pt x="4222052" y="952837"/>
                  <a:pt x="4231005" y="953980"/>
                </a:cubicBezTo>
                <a:cubicBezTo>
                  <a:pt x="4234625" y="954456"/>
                  <a:pt x="4238340" y="953980"/>
                  <a:pt x="4242531" y="954456"/>
                </a:cubicBezTo>
                <a:lnTo>
                  <a:pt x="4248817" y="955504"/>
                </a:lnTo>
                <a:cubicBezTo>
                  <a:pt x="4251389" y="955980"/>
                  <a:pt x="4254056" y="955980"/>
                  <a:pt x="4256151" y="955980"/>
                </a:cubicBezTo>
                <a:cubicBezTo>
                  <a:pt x="4262914" y="955980"/>
                  <a:pt x="4268724" y="954932"/>
                  <a:pt x="4269296" y="947598"/>
                </a:cubicBezTo>
                <a:cubicBezTo>
                  <a:pt x="4269772" y="947122"/>
                  <a:pt x="4269772" y="946074"/>
                  <a:pt x="4269772" y="944931"/>
                </a:cubicBezTo>
                <a:lnTo>
                  <a:pt x="4270343" y="942359"/>
                </a:lnTo>
                <a:cubicBezTo>
                  <a:pt x="4266629" y="925024"/>
                  <a:pt x="4267200" y="901497"/>
                  <a:pt x="4268724" y="881114"/>
                </a:cubicBezTo>
                <a:cubicBezTo>
                  <a:pt x="4269200" y="872160"/>
                  <a:pt x="4249865" y="871684"/>
                  <a:pt x="4245102" y="871684"/>
                </a:cubicBezTo>
                <a:cubicBezTo>
                  <a:pt x="4243007" y="871684"/>
                  <a:pt x="4229862" y="871208"/>
                  <a:pt x="4217289" y="870636"/>
                </a:cubicBezTo>
                <a:lnTo>
                  <a:pt x="4199001" y="870065"/>
                </a:lnTo>
                <a:lnTo>
                  <a:pt x="4190143" y="870065"/>
                </a:lnTo>
                <a:cubicBezTo>
                  <a:pt x="4183380" y="870636"/>
                  <a:pt x="4182809" y="880542"/>
                  <a:pt x="4182237" y="885781"/>
                </a:cubicBezTo>
                <a:lnTo>
                  <a:pt x="4182237" y="892067"/>
                </a:lnTo>
                <a:cubicBezTo>
                  <a:pt x="4183285" y="910451"/>
                  <a:pt x="4184333" y="928739"/>
                  <a:pt x="4186428" y="947122"/>
                </a:cubicBezTo>
                <a:lnTo>
                  <a:pt x="4186428" y="949217"/>
                </a:lnTo>
                <a:cubicBezTo>
                  <a:pt x="4187476" y="949694"/>
                  <a:pt x="4185952" y="957028"/>
                  <a:pt x="4186904" y="954932"/>
                </a:cubicBezTo>
                <a:lnTo>
                  <a:pt x="4190619" y="955504"/>
                </a:lnTo>
                <a:close/>
                <a:moveTo>
                  <a:pt x="4136612" y="902069"/>
                </a:moveTo>
                <a:cubicBezTo>
                  <a:pt x="4135088" y="915689"/>
                  <a:pt x="4138232" y="931882"/>
                  <a:pt x="4136612" y="944455"/>
                </a:cubicBezTo>
                <a:cubicBezTo>
                  <a:pt x="4133469" y="943407"/>
                  <a:pt x="4129278" y="942931"/>
                  <a:pt x="4125087" y="942931"/>
                </a:cubicBezTo>
                <a:cubicBezTo>
                  <a:pt x="4119372" y="942455"/>
                  <a:pt x="4114133" y="944455"/>
                  <a:pt x="4108323" y="945026"/>
                </a:cubicBezTo>
                <a:cubicBezTo>
                  <a:pt x="4102037" y="945598"/>
                  <a:pt x="4096322" y="945026"/>
                  <a:pt x="4089464" y="945026"/>
                </a:cubicBezTo>
                <a:lnTo>
                  <a:pt x="4075843" y="945026"/>
                </a:lnTo>
                <a:cubicBezTo>
                  <a:pt x="4068985" y="944550"/>
                  <a:pt x="4063270" y="941883"/>
                  <a:pt x="4055936" y="940835"/>
                </a:cubicBezTo>
                <a:lnTo>
                  <a:pt x="4052792" y="939216"/>
                </a:lnTo>
                <a:lnTo>
                  <a:pt x="4048601" y="938168"/>
                </a:lnTo>
                <a:cubicBezTo>
                  <a:pt x="4042791" y="936644"/>
                  <a:pt x="4041267" y="936073"/>
                  <a:pt x="4036600" y="932358"/>
                </a:cubicBezTo>
                <a:lnTo>
                  <a:pt x="4033933" y="930263"/>
                </a:lnTo>
                <a:lnTo>
                  <a:pt x="4030790" y="927691"/>
                </a:lnTo>
                <a:cubicBezTo>
                  <a:pt x="4030790" y="926643"/>
                  <a:pt x="4030790" y="926072"/>
                  <a:pt x="4030313" y="924548"/>
                </a:cubicBezTo>
                <a:lnTo>
                  <a:pt x="4029266" y="921404"/>
                </a:lnTo>
                <a:lnTo>
                  <a:pt x="4024027" y="905212"/>
                </a:lnTo>
                <a:lnTo>
                  <a:pt x="4023551" y="902545"/>
                </a:lnTo>
                <a:lnTo>
                  <a:pt x="4019836" y="864350"/>
                </a:lnTo>
                <a:cubicBezTo>
                  <a:pt x="4018788" y="855968"/>
                  <a:pt x="4016693" y="847014"/>
                  <a:pt x="4017264" y="838156"/>
                </a:cubicBezTo>
                <a:lnTo>
                  <a:pt x="4017740" y="815105"/>
                </a:lnTo>
                <a:lnTo>
                  <a:pt x="4019836" y="784149"/>
                </a:lnTo>
                <a:cubicBezTo>
                  <a:pt x="4020312" y="772624"/>
                  <a:pt x="4020884" y="761670"/>
                  <a:pt x="4021455" y="752717"/>
                </a:cubicBezTo>
                <a:cubicBezTo>
                  <a:pt x="4021455" y="745382"/>
                  <a:pt x="4022503" y="731762"/>
                  <a:pt x="4014121" y="727571"/>
                </a:cubicBezTo>
                <a:cubicBezTo>
                  <a:pt x="4003167" y="722903"/>
                  <a:pt x="3990023" y="726523"/>
                  <a:pt x="3978497" y="726047"/>
                </a:cubicBezTo>
                <a:cubicBezTo>
                  <a:pt x="3978021" y="712902"/>
                  <a:pt x="3976878" y="699853"/>
                  <a:pt x="3978021" y="687280"/>
                </a:cubicBezTo>
                <a:cubicBezTo>
                  <a:pt x="3990594" y="687851"/>
                  <a:pt x="4006310" y="688899"/>
                  <a:pt x="4017264" y="681565"/>
                </a:cubicBezTo>
                <a:cubicBezTo>
                  <a:pt x="4026694" y="674707"/>
                  <a:pt x="4025646" y="620319"/>
                  <a:pt x="4025646" y="611937"/>
                </a:cubicBezTo>
                <a:lnTo>
                  <a:pt x="4028789" y="611937"/>
                </a:lnTo>
                <a:cubicBezTo>
                  <a:pt x="4047649" y="610889"/>
                  <a:pt x="4067556" y="612985"/>
                  <a:pt x="4086416" y="614033"/>
                </a:cubicBezTo>
                <a:cubicBezTo>
                  <a:pt x="4088035" y="635464"/>
                  <a:pt x="4084891" y="657467"/>
                  <a:pt x="4085368" y="678993"/>
                </a:cubicBezTo>
                <a:cubicBezTo>
                  <a:pt x="4085844" y="690042"/>
                  <a:pt x="4100608" y="687851"/>
                  <a:pt x="4107847" y="687851"/>
                </a:cubicBezTo>
                <a:cubicBezTo>
                  <a:pt x="4117848" y="688899"/>
                  <a:pt x="4127754" y="692042"/>
                  <a:pt x="4138232" y="694138"/>
                </a:cubicBezTo>
                <a:cubicBezTo>
                  <a:pt x="4138232" y="697853"/>
                  <a:pt x="4136612" y="726618"/>
                  <a:pt x="4136136" y="731857"/>
                </a:cubicBezTo>
                <a:cubicBezTo>
                  <a:pt x="4132516" y="731285"/>
                  <a:pt x="4127754" y="731285"/>
                  <a:pt x="4122515" y="731285"/>
                </a:cubicBezTo>
                <a:cubicBezTo>
                  <a:pt x="4112038" y="731857"/>
                  <a:pt x="4101560" y="730714"/>
                  <a:pt x="4092607" y="731857"/>
                </a:cubicBezTo>
                <a:cubicBezTo>
                  <a:pt x="4078986" y="733381"/>
                  <a:pt x="4081653" y="765956"/>
                  <a:pt x="4081653" y="773767"/>
                </a:cubicBezTo>
                <a:cubicBezTo>
                  <a:pt x="4081653" y="784816"/>
                  <a:pt x="4080129" y="852348"/>
                  <a:pt x="4080605" y="860159"/>
                </a:cubicBezTo>
                <a:cubicBezTo>
                  <a:pt x="4080605" y="868541"/>
                  <a:pt x="4081653" y="876923"/>
                  <a:pt x="4086320" y="886924"/>
                </a:cubicBezTo>
                <a:cubicBezTo>
                  <a:pt x="4103084" y="902069"/>
                  <a:pt x="4116705" y="901592"/>
                  <a:pt x="4136612" y="900068"/>
                </a:cubicBezTo>
                <a:lnTo>
                  <a:pt x="4136612" y="902164"/>
                </a:lnTo>
                <a:close/>
                <a:moveTo>
                  <a:pt x="4094226" y="741763"/>
                </a:moveTo>
                <a:cubicBezTo>
                  <a:pt x="4103084" y="740715"/>
                  <a:pt x="4112514" y="741763"/>
                  <a:pt x="4122991" y="741191"/>
                </a:cubicBezTo>
                <a:cubicBezTo>
                  <a:pt x="4127659" y="741191"/>
                  <a:pt x="4131850" y="741191"/>
                  <a:pt x="4136136" y="741763"/>
                </a:cubicBezTo>
                <a:cubicBezTo>
                  <a:pt x="4144518" y="741763"/>
                  <a:pt x="4146614" y="741191"/>
                  <a:pt x="4146614" y="731762"/>
                </a:cubicBezTo>
                <a:cubicBezTo>
                  <a:pt x="4146614" y="729190"/>
                  <a:pt x="4148233" y="697186"/>
                  <a:pt x="4148233" y="693471"/>
                </a:cubicBezTo>
                <a:cubicBezTo>
                  <a:pt x="4147661" y="685661"/>
                  <a:pt x="4146137" y="683470"/>
                  <a:pt x="4138803" y="682517"/>
                </a:cubicBezTo>
                <a:cubicBezTo>
                  <a:pt x="4128897" y="681470"/>
                  <a:pt x="4118896" y="678803"/>
                  <a:pt x="4107942" y="677279"/>
                </a:cubicBezTo>
                <a:cubicBezTo>
                  <a:pt x="4103751" y="677279"/>
                  <a:pt x="4099560" y="678326"/>
                  <a:pt x="4095369" y="677279"/>
                </a:cubicBezTo>
                <a:cubicBezTo>
                  <a:pt x="4094893" y="665277"/>
                  <a:pt x="4095941" y="653180"/>
                  <a:pt x="4096417" y="641084"/>
                </a:cubicBezTo>
                <a:cubicBezTo>
                  <a:pt x="4096417" y="635845"/>
                  <a:pt x="4099560" y="606508"/>
                  <a:pt x="4092226" y="604412"/>
                </a:cubicBezTo>
                <a:cubicBezTo>
                  <a:pt x="4082796" y="602317"/>
                  <a:pt x="4051935" y="601745"/>
                  <a:pt x="4040315" y="601745"/>
                </a:cubicBezTo>
                <a:cubicBezTo>
                  <a:pt x="4035647" y="601745"/>
                  <a:pt x="4015169" y="599650"/>
                  <a:pt x="4015740" y="607556"/>
                </a:cubicBezTo>
                <a:cubicBezTo>
                  <a:pt x="4016216" y="624320"/>
                  <a:pt x="4014692" y="659943"/>
                  <a:pt x="4011549" y="672992"/>
                </a:cubicBezTo>
                <a:cubicBezTo>
                  <a:pt x="4006882" y="676136"/>
                  <a:pt x="3999548" y="677183"/>
                  <a:pt x="3991642" y="677183"/>
                </a:cubicBezTo>
                <a:cubicBezTo>
                  <a:pt x="3964400" y="677755"/>
                  <a:pt x="3967067" y="670325"/>
                  <a:pt x="3967544" y="707092"/>
                </a:cubicBezTo>
                <a:cubicBezTo>
                  <a:pt x="3968020" y="717569"/>
                  <a:pt x="3968591" y="727571"/>
                  <a:pt x="3968591" y="727571"/>
                </a:cubicBezTo>
                <a:lnTo>
                  <a:pt x="3968591" y="730714"/>
                </a:lnTo>
                <a:cubicBezTo>
                  <a:pt x="3968115" y="740715"/>
                  <a:pt x="3998976" y="736524"/>
                  <a:pt x="4010501" y="738048"/>
                </a:cubicBezTo>
                <a:cubicBezTo>
                  <a:pt x="4012597" y="746906"/>
                  <a:pt x="4010501" y="775291"/>
                  <a:pt x="4009930" y="783578"/>
                </a:cubicBezTo>
                <a:lnTo>
                  <a:pt x="4007358" y="814534"/>
                </a:lnTo>
                <a:lnTo>
                  <a:pt x="4006882" y="837584"/>
                </a:lnTo>
                <a:cubicBezTo>
                  <a:pt x="4006882" y="847014"/>
                  <a:pt x="4008978" y="856444"/>
                  <a:pt x="4009454" y="865302"/>
                </a:cubicBezTo>
                <a:lnTo>
                  <a:pt x="4013645" y="905117"/>
                </a:lnTo>
                <a:lnTo>
                  <a:pt x="4014692" y="907784"/>
                </a:lnTo>
                <a:cubicBezTo>
                  <a:pt x="4016216" y="912451"/>
                  <a:pt x="4018312" y="919785"/>
                  <a:pt x="4019931" y="924548"/>
                </a:cubicBezTo>
                <a:lnTo>
                  <a:pt x="4020979" y="928739"/>
                </a:lnTo>
                <a:cubicBezTo>
                  <a:pt x="4021550" y="932930"/>
                  <a:pt x="4024694" y="935597"/>
                  <a:pt x="4027837" y="938168"/>
                </a:cubicBezTo>
                <a:lnTo>
                  <a:pt x="4030980" y="940835"/>
                </a:lnTo>
                <a:cubicBezTo>
                  <a:pt x="4036790" y="945026"/>
                  <a:pt x="4038314" y="945503"/>
                  <a:pt x="4045649" y="947598"/>
                </a:cubicBezTo>
                <a:cubicBezTo>
                  <a:pt x="4047173" y="948074"/>
                  <a:pt x="4048220" y="948646"/>
                  <a:pt x="4049840" y="948646"/>
                </a:cubicBezTo>
                <a:lnTo>
                  <a:pt x="4052411" y="950170"/>
                </a:lnTo>
                <a:lnTo>
                  <a:pt x="4054983" y="950741"/>
                </a:lnTo>
                <a:cubicBezTo>
                  <a:pt x="4062317" y="951789"/>
                  <a:pt x="4068604" y="954361"/>
                  <a:pt x="4075366" y="954932"/>
                </a:cubicBezTo>
                <a:lnTo>
                  <a:pt x="4090035" y="954932"/>
                </a:lnTo>
                <a:cubicBezTo>
                  <a:pt x="4096322" y="954932"/>
                  <a:pt x="4102608" y="955504"/>
                  <a:pt x="4109466" y="954932"/>
                </a:cubicBezTo>
                <a:cubicBezTo>
                  <a:pt x="4114705" y="954361"/>
                  <a:pt x="4119944" y="952361"/>
                  <a:pt x="4125182" y="952837"/>
                </a:cubicBezTo>
                <a:cubicBezTo>
                  <a:pt x="4127754" y="952837"/>
                  <a:pt x="4130993" y="953885"/>
                  <a:pt x="4135184" y="954932"/>
                </a:cubicBezTo>
                <a:cubicBezTo>
                  <a:pt x="4146137" y="956456"/>
                  <a:pt x="4145090" y="955504"/>
                  <a:pt x="4146709" y="946074"/>
                </a:cubicBezTo>
                <a:cubicBezTo>
                  <a:pt x="4148328" y="932930"/>
                  <a:pt x="4145090" y="916737"/>
                  <a:pt x="4146709" y="902069"/>
                </a:cubicBezTo>
                <a:cubicBezTo>
                  <a:pt x="4146709" y="901021"/>
                  <a:pt x="4146709" y="900545"/>
                  <a:pt x="4147185" y="898925"/>
                </a:cubicBezTo>
                <a:cubicBezTo>
                  <a:pt x="4147661" y="893115"/>
                  <a:pt x="4146709" y="890067"/>
                  <a:pt x="4139851" y="890067"/>
                </a:cubicBezTo>
                <a:cubicBezTo>
                  <a:pt x="4121468" y="890067"/>
                  <a:pt x="4110514" y="894734"/>
                  <a:pt x="4094226" y="880637"/>
                </a:cubicBezTo>
                <a:cubicBezTo>
                  <a:pt x="4091654" y="873779"/>
                  <a:pt x="4090511" y="867017"/>
                  <a:pt x="4090511" y="859682"/>
                </a:cubicBezTo>
                <a:cubicBezTo>
                  <a:pt x="4090035" y="851872"/>
                  <a:pt x="4092131" y="784816"/>
                  <a:pt x="4091559" y="773767"/>
                </a:cubicBezTo>
                <a:cubicBezTo>
                  <a:pt x="4091559" y="762813"/>
                  <a:pt x="4092035" y="751764"/>
                  <a:pt x="4094131" y="741858"/>
                </a:cubicBezTo>
                <a:moveTo>
                  <a:pt x="3933254" y="584696"/>
                </a:moveTo>
                <a:cubicBezTo>
                  <a:pt x="3932778" y="592601"/>
                  <a:pt x="3932778" y="602507"/>
                  <a:pt x="3933825" y="609270"/>
                </a:cubicBezTo>
                <a:cubicBezTo>
                  <a:pt x="3933825" y="610889"/>
                  <a:pt x="3933825" y="611937"/>
                  <a:pt x="3934301" y="612985"/>
                </a:cubicBezTo>
                <a:lnTo>
                  <a:pt x="3934778" y="615080"/>
                </a:lnTo>
                <a:cubicBezTo>
                  <a:pt x="3934301" y="619843"/>
                  <a:pt x="3935254" y="624510"/>
                  <a:pt x="3935825" y="628225"/>
                </a:cubicBezTo>
                <a:lnTo>
                  <a:pt x="3936302" y="634035"/>
                </a:lnTo>
                <a:cubicBezTo>
                  <a:pt x="3917442" y="636131"/>
                  <a:pt x="3901726" y="632987"/>
                  <a:pt x="3883438" y="632416"/>
                </a:cubicBezTo>
                <a:lnTo>
                  <a:pt x="3880771" y="632416"/>
                </a:lnTo>
                <a:lnTo>
                  <a:pt x="3875056" y="632987"/>
                </a:lnTo>
                <a:lnTo>
                  <a:pt x="3873437" y="632987"/>
                </a:lnTo>
                <a:lnTo>
                  <a:pt x="3873437" y="627749"/>
                </a:lnTo>
                <a:cubicBezTo>
                  <a:pt x="3873913" y="621938"/>
                  <a:pt x="3873913" y="616700"/>
                  <a:pt x="3873913" y="613556"/>
                </a:cubicBezTo>
                <a:cubicBezTo>
                  <a:pt x="3874961" y="608318"/>
                  <a:pt x="3875532" y="603079"/>
                  <a:pt x="3875532" y="597840"/>
                </a:cubicBezTo>
                <a:lnTo>
                  <a:pt x="3876008" y="589934"/>
                </a:lnTo>
                <a:lnTo>
                  <a:pt x="3888105" y="588887"/>
                </a:lnTo>
                <a:lnTo>
                  <a:pt x="3890201" y="588887"/>
                </a:lnTo>
                <a:lnTo>
                  <a:pt x="3894391" y="588410"/>
                </a:lnTo>
                <a:lnTo>
                  <a:pt x="3907536" y="586791"/>
                </a:lnTo>
                <a:cubicBezTo>
                  <a:pt x="3915918" y="585743"/>
                  <a:pt x="3924300" y="584696"/>
                  <a:pt x="3933158" y="584696"/>
                </a:cubicBezTo>
                <a:moveTo>
                  <a:pt x="3945731" y="626606"/>
                </a:moveTo>
                <a:cubicBezTo>
                  <a:pt x="3944684" y="622415"/>
                  <a:pt x="3944112" y="618224"/>
                  <a:pt x="3943636" y="610889"/>
                </a:cubicBezTo>
                <a:lnTo>
                  <a:pt x="3943636" y="608222"/>
                </a:lnTo>
                <a:cubicBezTo>
                  <a:pt x="3942588" y="600412"/>
                  <a:pt x="3943160" y="587839"/>
                  <a:pt x="3943160" y="580505"/>
                </a:cubicBezTo>
                <a:cubicBezTo>
                  <a:pt x="3943160" y="570027"/>
                  <a:pt x="3909632" y="576314"/>
                  <a:pt x="3906488" y="576790"/>
                </a:cubicBezTo>
                <a:lnTo>
                  <a:pt x="3893344" y="577838"/>
                </a:lnTo>
                <a:lnTo>
                  <a:pt x="3889153" y="578885"/>
                </a:lnTo>
                <a:lnTo>
                  <a:pt x="3887057" y="578885"/>
                </a:lnTo>
                <a:lnTo>
                  <a:pt x="3872389" y="579933"/>
                </a:lnTo>
                <a:cubicBezTo>
                  <a:pt x="3869246" y="579362"/>
                  <a:pt x="3866103" y="580981"/>
                  <a:pt x="3866103" y="585172"/>
                </a:cubicBezTo>
                <a:cubicBezTo>
                  <a:pt x="3866103" y="594125"/>
                  <a:pt x="3865531" y="602984"/>
                  <a:pt x="3864007" y="612413"/>
                </a:cubicBezTo>
                <a:lnTo>
                  <a:pt x="3864007" y="613461"/>
                </a:lnTo>
                <a:cubicBezTo>
                  <a:pt x="3864007" y="616033"/>
                  <a:pt x="3864007" y="621272"/>
                  <a:pt x="3863435" y="627082"/>
                </a:cubicBezTo>
                <a:lnTo>
                  <a:pt x="3862959" y="633368"/>
                </a:lnTo>
                <a:lnTo>
                  <a:pt x="3862959" y="635940"/>
                </a:lnTo>
                <a:cubicBezTo>
                  <a:pt x="3856196" y="647465"/>
                  <a:pt x="3879723" y="641655"/>
                  <a:pt x="3883438" y="642227"/>
                </a:cubicBezTo>
                <a:cubicBezTo>
                  <a:pt x="3886010" y="642798"/>
                  <a:pt x="3932111" y="645941"/>
                  <a:pt x="3943160" y="642798"/>
                </a:cubicBezTo>
                <a:cubicBezTo>
                  <a:pt x="3946874" y="641750"/>
                  <a:pt x="3946874" y="638131"/>
                  <a:pt x="3946874" y="635464"/>
                </a:cubicBezTo>
                <a:cubicBezTo>
                  <a:pt x="3946303" y="632892"/>
                  <a:pt x="3945827" y="629749"/>
                  <a:pt x="3945827" y="626606"/>
                </a:cubicBezTo>
                <a:moveTo>
                  <a:pt x="3931158" y="941978"/>
                </a:moveTo>
                <a:cubicBezTo>
                  <a:pt x="3920204" y="940931"/>
                  <a:pt x="3876675" y="941502"/>
                  <a:pt x="3872484" y="942550"/>
                </a:cubicBezTo>
                <a:cubicBezTo>
                  <a:pt x="3870960" y="942550"/>
                  <a:pt x="3872484" y="942550"/>
                  <a:pt x="3872484" y="942550"/>
                </a:cubicBezTo>
                <a:lnTo>
                  <a:pt x="3872484" y="940454"/>
                </a:lnTo>
                <a:cubicBezTo>
                  <a:pt x="3872484" y="935216"/>
                  <a:pt x="3875151" y="724618"/>
                  <a:pt x="3875151" y="723570"/>
                </a:cubicBezTo>
                <a:cubicBezTo>
                  <a:pt x="3875151" y="715664"/>
                  <a:pt x="3873532" y="706806"/>
                  <a:pt x="3874103" y="698424"/>
                </a:cubicBezTo>
                <a:cubicBezTo>
                  <a:pt x="3874103" y="695852"/>
                  <a:pt x="3874580" y="693185"/>
                  <a:pt x="3874580" y="691090"/>
                </a:cubicBezTo>
                <a:cubicBezTo>
                  <a:pt x="3877247" y="691090"/>
                  <a:pt x="3879818" y="691661"/>
                  <a:pt x="3882485" y="691661"/>
                </a:cubicBezTo>
                <a:lnTo>
                  <a:pt x="3926967" y="691090"/>
                </a:lnTo>
                <a:lnTo>
                  <a:pt x="3929063" y="690518"/>
                </a:lnTo>
                <a:lnTo>
                  <a:pt x="3930682" y="690518"/>
                </a:lnTo>
                <a:cubicBezTo>
                  <a:pt x="3931158" y="704139"/>
                  <a:pt x="3931730" y="719379"/>
                  <a:pt x="3933254" y="734048"/>
                </a:cubicBezTo>
                <a:cubicBezTo>
                  <a:pt x="3933254" y="735667"/>
                  <a:pt x="3932206" y="784340"/>
                  <a:pt x="3931158" y="835203"/>
                </a:cubicBezTo>
                <a:cubicBezTo>
                  <a:pt x="3930682" y="878161"/>
                  <a:pt x="3930110" y="923690"/>
                  <a:pt x="3931158" y="942074"/>
                </a:cubicBezTo>
                <a:moveTo>
                  <a:pt x="3870960" y="952075"/>
                </a:moveTo>
                <a:cubicBezTo>
                  <a:pt x="3874103" y="951503"/>
                  <a:pt x="3925443" y="951503"/>
                  <a:pt x="3931730" y="952075"/>
                </a:cubicBezTo>
                <a:cubicBezTo>
                  <a:pt x="3935921" y="952646"/>
                  <a:pt x="3943255" y="955218"/>
                  <a:pt x="3941636" y="947408"/>
                </a:cubicBezTo>
                <a:cubicBezTo>
                  <a:pt x="3940016" y="938549"/>
                  <a:pt x="3940588" y="886638"/>
                  <a:pt x="3941159" y="835298"/>
                </a:cubicBezTo>
                <a:cubicBezTo>
                  <a:pt x="3942207" y="783959"/>
                  <a:pt x="3943255" y="735191"/>
                  <a:pt x="3943255" y="733667"/>
                </a:cubicBezTo>
                <a:cubicBezTo>
                  <a:pt x="3941636" y="716903"/>
                  <a:pt x="3940683" y="700139"/>
                  <a:pt x="3940683" y="684994"/>
                </a:cubicBezTo>
                <a:cubicBezTo>
                  <a:pt x="3940683" y="680327"/>
                  <a:pt x="3936492" y="679755"/>
                  <a:pt x="3933349" y="680327"/>
                </a:cubicBezTo>
                <a:cubicBezTo>
                  <a:pt x="3930777" y="680327"/>
                  <a:pt x="3928110" y="680803"/>
                  <a:pt x="3926015" y="681374"/>
                </a:cubicBezTo>
                <a:lnTo>
                  <a:pt x="3882485" y="681946"/>
                </a:lnTo>
                <a:cubicBezTo>
                  <a:pt x="3865721" y="681946"/>
                  <a:pt x="3864197" y="678231"/>
                  <a:pt x="3864197" y="698138"/>
                </a:cubicBezTo>
                <a:cubicBezTo>
                  <a:pt x="3863626" y="706997"/>
                  <a:pt x="3865245" y="715950"/>
                  <a:pt x="3865245" y="723856"/>
                </a:cubicBezTo>
                <a:cubicBezTo>
                  <a:pt x="3865245" y="724904"/>
                  <a:pt x="3862673" y="935501"/>
                  <a:pt x="3862673" y="940740"/>
                </a:cubicBezTo>
                <a:cubicBezTo>
                  <a:pt x="3862673" y="944931"/>
                  <a:pt x="3862197" y="957504"/>
                  <a:pt x="3870579" y="952837"/>
                </a:cubicBezTo>
                <a:lnTo>
                  <a:pt x="3871055" y="952265"/>
                </a:lnTo>
                <a:close/>
                <a:moveTo>
                  <a:pt x="3691319" y="730428"/>
                </a:moveTo>
                <a:cubicBezTo>
                  <a:pt x="3679793" y="724142"/>
                  <a:pt x="3666173" y="727285"/>
                  <a:pt x="3654647" y="730428"/>
                </a:cubicBezTo>
                <a:cubicBezTo>
                  <a:pt x="3650456" y="732047"/>
                  <a:pt x="3646265" y="732524"/>
                  <a:pt x="3641503" y="734619"/>
                </a:cubicBezTo>
                <a:lnTo>
                  <a:pt x="3638931" y="736715"/>
                </a:lnTo>
                <a:lnTo>
                  <a:pt x="3632168" y="740906"/>
                </a:lnTo>
                <a:cubicBezTo>
                  <a:pt x="3626358" y="743001"/>
                  <a:pt x="3622739" y="749288"/>
                  <a:pt x="3619024" y="754050"/>
                </a:cubicBezTo>
                <a:cubicBezTo>
                  <a:pt x="3613785" y="761384"/>
                  <a:pt x="3611118" y="770814"/>
                  <a:pt x="3608546" y="779672"/>
                </a:cubicBezTo>
                <a:cubicBezTo>
                  <a:pt x="3605403" y="789674"/>
                  <a:pt x="3616452" y="793293"/>
                  <a:pt x="3624263" y="791198"/>
                </a:cubicBezTo>
                <a:lnTo>
                  <a:pt x="3627406" y="790626"/>
                </a:lnTo>
                <a:cubicBezTo>
                  <a:pt x="3627882" y="790626"/>
                  <a:pt x="3715417" y="793198"/>
                  <a:pt x="3717989" y="793198"/>
                </a:cubicBezTo>
                <a:cubicBezTo>
                  <a:pt x="3723799" y="793198"/>
                  <a:pt x="3729514" y="791674"/>
                  <a:pt x="3734753" y="787483"/>
                </a:cubicBezTo>
                <a:cubicBezTo>
                  <a:pt x="3743135" y="780625"/>
                  <a:pt x="3732181" y="757574"/>
                  <a:pt x="3727990" y="751288"/>
                </a:cubicBezTo>
                <a:cubicBezTo>
                  <a:pt x="3723323" y="743954"/>
                  <a:pt x="3717512" y="741858"/>
                  <a:pt x="3710178" y="737667"/>
                </a:cubicBezTo>
                <a:cubicBezTo>
                  <a:pt x="3703415" y="734524"/>
                  <a:pt x="3699224" y="731381"/>
                  <a:pt x="3691319" y="730333"/>
                </a:cubicBezTo>
                <a:moveTo>
                  <a:pt x="3728466" y="779577"/>
                </a:moveTo>
                <a:cubicBezTo>
                  <a:pt x="3725323" y="782244"/>
                  <a:pt x="3721703" y="783292"/>
                  <a:pt x="3717512" y="783292"/>
                </a:cubicBezTo>
                <a:cubicBezTo>
                  <a:pt x="3715417" y="783292"/>
                  <a:pt x="3628454" y="780720"/>
                  <a:pt x="3625310" y="780720"/>
                </a:cubicBezTo>
                <a:lnTo>
                  <a:pt x="3622167" y="781292"/>
                </a:lnTo>
                <a:cubicBezTo>
                  <a:pt x="3620548" y="781863"/>
                  <a:pt x="3619500" y="782339"/>
                  <a:pt x="3618453" y="781863"/>
                </a:cubicBezTo>
                <a:cubicBezTo>
                  <a:pt x="3620548" y="774529"/>
                  <a:pt x="3622643" y="766147"/>
                  <a:pt x="3626834" y="759860"/>
                </a:cubicBezTo>
                <a:cubicBezTo>
                  <a:pt x="3628358" y="757765"/>
                  <a:pt x="3633121" y="751002"/>
                  <a:pt x="3636740" y="749954"/>
                </a:cubicBezTo>
                <a:lnTo>
                  <a:pt x="3645122" y="745192"/>
                </a:lnTo>
                <a:lnTo>
                  <a:pt x="3647218" y="743096"/>
                </a:lnTo>
                <a:cubicBezTo>
                  <a:pt x="3650361" y="741477"/>
                  <a:pt x="3653981" y="741477"/>
                  <a:pt x="3657219" y="740429"/>
                </a:cubicBezTo>
                <a:cubicBezTo>
                  <a:pt x="3666078" y="737858"/>
                  <a:pt x="3678650" y="734714"/>
                  <a:pt x="3689128" y="740429"/>
                </a:cubicBezTo>
                <a:cubicBezTo>
                  <a:pt x="3695414" y="741001"/>
                  <a:pt x="3700082" y="744144"/>
                  <a:pt x="3705416" y="746716"/>
                </a:cubicBezTo>
                <a:cubicBezTo>
                  <a:pt x="3710654" y="749859"/>
                  <a:pt x="3715893" y="751478"/>
                  <a:pt x="3719513" y="757193"/>
                </a:cubicBezTo>
                <a:cubicBezTo>
                  <a:pt x="3723704" y="763004"/>
                  <a:pt x="3726275" y="771862"/>
                  <a:pt x="3728371" y="779672"/>
                </a:cubicBezTo>
                <a:moveTo>
                  <a:pt x="3742563" y="876065"/>
                </a:moveTo>
                <a:cubicBezTo>
                  <a:pt x="3758279" y="873494"/>
                  <a:pt x="3775520" y="874541"/>
                  <a:pt x="3791236" y="875018"/>
                </a:cubicBezTo>
                <a:cubicBezTo>
                  <a:pt x="3788093" y="885495"/>
                  <a:pt x="3784949" y="892829"/>
                  <a:pt x="3780758" y="900164"/>
                </a:cubicBezTo>
                <a:cubicBezTo>
                  <a:pt x="3778187" y="902735"/>
                  <a:pt x="3775520" y="905402"/>
                  <a:pt x="3773996" y="909022"/>
                </a:cubicBezTo>
                <a:cubicBezTo>
                  <a:pt x="3771424" y="913213"/>
                  <a:pt x="3765614" y="918452"/>
                  <a:pt x="3762470" y="920547"/>
                </a:cubicBezTo>
                <a:cubicBezTo>
                  <a:pt x="3756660" y="925786"/>
                  <a:pt x="3748849" y="927881"/>
                  <a:pt x="3740944" y="932072"/>
                </a:cubicBezTo>
                <a:lnTo>
                  <a:pt x="3738372" y="934739"/>
                </a:lnTo>
                <a:lnTo>
                  <a:pt x="3735800" y="936263"/>
                </a:lnTo>
                <a:cubicBezTo>
                  <a:pt x="3731609" y="936835"/>
                  <a:pt x="3728466" y="940454"/>
                  <a:pt x="3724275" y="942074"/>
                </a:cubicBezTo>
                <a:lnTo>
                  <a:pt x="3719036" y="943598"/>
                </a:lnTo>
                <a:cubicBezTo>
                  <a:pt x="3717417" y="944169"/>
                  <a:pt x="3715893" y="944645"/>
                  <a:pt x="3714369" y="945122"/>
                </a:cubicBezTo>
                <a:cubicBezTo>
                  <a:pt x="3690747" y="947789"/>
                  <a:pt x="3658267" y="953504"/>
                  <a:pt x="3634740" y="943598"/>
                </a:cubicBezTo>
                <a:cubicBezTo>
                  <a:pt x="3625882" y="942074"/>
                  <a:pt x="3617405" y="937311"/>
                  <a:pt x="3608546" y="935787"/>
                </a:cubicBezTo>
                <a:cubicBezTo>
                  <a:pt x="3596545" y="929501"/>
                  <a:pt x="3587020" y="923214"/>
                  <a:pt x="3579209" y="913213"/>
                </a:cubicBezTo>
                <a:cubicBezTo>
                  <a:pt x="3563970" y="902259"/>
                  <a:pt x="3559778" y="879209"/>
                  <a:pt x="3550920" y="862921"/>
                </a:cubicBezTo>
                <a:cubicBezTo>
                  <a:pt x="3550444" y="858730"/>
                  <a:pt x="3549301" y="855110"/>
                  <a:pt x="3548348" y="852443"/>
                </a:cubicBezTo>
                <a:lnTo>
                  <a:pt x="3546729" y="848252"/>
                </a:lnTo>
                <a:cubicBezTo>
                  <a:pt x="3546729" y="847681"/>
                  <a:pt x="3545681" y="843585"/>
                  <a:pt x="3545681" y="841966"/>
                </a:cubicBezTo>
                <a:cubicBezTo>
                  <a:pt x="3544634" y="837775"/>
                  <a:pt x="3543110" y="833012"/>
                  <a:pt x="3543586" y="828345"/>
                </a:cubicBezTo>
                <a:lnTo>
                  <a:pt x="3544062" y="824630"/>
                </a:lnTo>
                <a:lnTo>
                  <a:pt x="3544538" y="820916"/>
                </a:lnTo>
                <a:lnTo>
                  <a:pt x="3544538" y="817296"/>
                </a:lnTo>
                <a:cubicBezTo>
                  <a:pt x="3545015" y="815201"/>
                  <a:pt x="3545015" y="812534"/>
                  <a:pt x="3545015" y="810438"/>
                </a:cubicBezTo>
                <a:cubicBezTo>
                  <a:pt x="3545491" y="794246"/>
                  <a:pt x="3559683" y="754336"/>
                  <a:pt x="3570161" y="741858"/>
                </a:cubicBezTo>
                <a:cubicBezTo>
                  <a:pt x="3572256" y="734524"/>
                  <a:pt x="3579019" y="730809"/>
                  <a:pt x="3582162" y="724046"/>
                </a:cubicBezTo>
                <a:cubicBezTo>
                  <a:pt x="3593687" y="713569"/>
                  <a:pt x="3604736" y="699948"/>
                  <a:pt x="3620453" y="694709"/>
                </a:cubicBezTo>
                <a:cubicBezTo>
                  <a:pt x="3629882" y="691566"/>
                  <a:pt x="3640360" y="686327"/>
                  <a:pt x="3651314" y="685851"/>
                </a:cubicBezTo>
                <a:cubicBezTo>
                  <a:pt x="3670173" y="683279"/>
                  <a:pt x="3690080" y="682136"/>
                  <a:pt x="3708940" y="686423"/>
                </a:cubicBezTo>
                <a:lnTo>
                  <a:pt x="3712655" y="687470"/>
                </a:lnTo>
                <a:cubicBezTo>
                  <a:pt x="3723608" y="690614"/>
                  <a:pt x="3733038" y="694805"/>
                  <a:pt x="3741991" y="699567"/>
                </a:cubicBezTo>
                <a:cubicBezTo>
                  <a:pt x="3748278" y="705854"/>
                  <a:pt x="3755612" y="712140"/>
                  <a:pt x="3760851" y="721570"/>
                </a:cubicBezTo>
                <a:cubicBezTo>
                  <a:pt x="3779711" y="738334"/>
                  <a:pt x="3787521" y="767099"/>
                  <a:pt x="3792855" y="799103"/>
                </a:cubicBezTo>
                <a:lnTo>
                  <a:pt x="3793331" y="803771"/>
                </a:lnTo>
                <a:lnTo>
                  <a:pt x="3793331" y="807485"/>
                </a:lnTo>
                <a:lnTo>
                  <a:pt x="3793808" y="813772"/>
                </a:lnTo>
                <a:cubicBezTo>
                  <a:pt x="3794284" y="816344"/>
                  <a:pt x="3794855" y="819011"/>
                  <a:pt x="3795427" y="821582"/>
                </a:cubicBezTo>
                <a:lnTo>
                  <a:pt x="3796474" y="826250"/>
                </a:lnTo>
                <a:cubicBezTo>
                  <a:pt x="3785997" y="827774"/>
                  <a:pt x="3775043" y="824726"/>
                  <a:pt x="3763995" y="824726"/>
                </a:cubicBezTo>
                <a:cubicBezTo>
                  <a:pt x="3756660" y="824154"/>
                  <a:pt x="3697986" y="827869"/>
                  <a:pt x="3691699" y="827869"/>
                </a:cubicBezTo>
                <a:cubicBezTo>
                  <a:pt x="3684365" y="827869"/>
                  <a:pt x="3676460" y="827869"/>
                  <a:pt x="3668649" y="828917"/>
                </a:cubicBezTo>
                <a:cubicBezTo>
                  <a:pt x="3651885" y="830536"/>
                  <a:pt x="3634549" y="829964"/>
                  <a:pt x="3617309" y="829964"/>
                </a:cubicBezTo>
                <a:cubicBezTo>
                  <a:pt x="3603212" y="829964"/>
                  <a:pt x="3606832" y="855587"/>
                  <a:pt x="3608928" y="864540"/>
                </a:cubicBezTo>
                <a:lnTo>
                  <a:pt x="3611023" y="869779"/>
                </a:lnTo>
                <a:lnTo>
                  <a:pt x="3612642" y="873970"/>
                </a:lnTo>
                <a:cubicBezTo>
                  <a:pt x="3613118" y="875018"/>
                  <a:pt x="3613690" y="876065"/>
                  <a:pt x="3614261" y="877113"/>
                </a:cubicBezTo>
                <a:lnTo>
                  <a:pt x="3616357" y="879780"/>
                </a:lnTo>
                <a:lnTo>
                  <a:pt x="3619500" y="883971"/>
                </a:lnTo>
                <a:lnTo>
                  <a:pt x="3624739" y="889210"/>
                </a:lnTo>
                <a:lnTo>
                  <a:pt x="3629978" y="895496"/>
                </a:lnTo>
                <a:cubicBezTo>
                  <a:pt x="3636264" y="902831"/>
                  <a:pt x="3649409" y="908069"/>
                  <a:pt x="3659315" y="908641"/>
                </a:cubicBezTo>
                <a:cubicBezTo>
                  <a:pt x="3660362" y="908641"/>
                  <a:pt x="3661886" y="909212"/>
                  <a:pt x="3662934" y="909212"/>
                </a:cubicBezTo>
                <a:cubicBezTo>
                  <a:pt x="3673888" y="909212"/>
                  <a:pt x="3685985" y="908641"/>
                  <a:pt x="3696462" y="905498"/>
                </a:cubicBezTo>
                <a:cubicBezTo>
                  <a:pt x="3707416" y="902831"/>
                  <a:pt x="3738372" y="890829"/>
                  <a:pt x="3741991" y="876161"/>
                </a:cubicBezTo>
                <a:lnTo>
                  <a:pt x="3742563" y="876161"/>
                </a:lnTo>
                <a:close/>
                <a:moveTo>
                  <a:pt x="3617881" y="839870"/>
                </a:moveTo>
                <a:cubicBezTo>
                  <a:pt x="3635693" y="839870"/>
                  <a:pt x="3652933" y="840442"/>
                  <a:pt x="3670268" y="838823"/>
                </a:cubicBezTo>
                <a:cubicBezTo>
                  <a:pt x="3677603" y="837775"/>
                  <a:pt x="3684937" y="837775"/>
                  <a:pt x="3691699" y="837775"/>
                </a:cubicBezTo>
                <a:cubicBezTo>
                  <a:pt x="3697986" y="837775"/>
                  <a:pt x="3758279" y="834060"/>
                  <a:pt x="3763995" y="834632"/>
                </a:cubicBezTo>
                <a:cubicBezTo>
                  <a:pt x="3770757" y="834632"/>
                  <a:pt x="3778091" y="835679"/>
                  <a:pt x="3784949" y="836156"/>
                </a:cubicBezTo>
                <a:cubicBezTo>
                  <a:pt x="3812762" y="838823"/>
                  <a:pt x="3806952" y="831965"/>
                  <a:pt x="3803809" y="812057"/>
                </a:cubicBezTo>
                <a:lnTo>
                  <a:pt x="3803333" y="806819"/>
                </a:lnTo>
                <a:lnTo>
                  <a:pt x="3803333" y="802628"/>
                </a:lnTo>
                <a:lnTo>
                  <a:pt x="3802761" y="797389"/>
                </a:lnTo>
                <a:cubicBezTo>
                  <a:pt x="3797522" y="765956"/>
                  <a:pt x="3789140" y="733952"/>
                  <a:pt x="3768185" y="714045"/>
                </a:cubicBezTo>
                <a:cubicBezTo>
                  <a:pt x="3763518" y="705187"/>
                  <a:pt x="3755612" y="698329"/>
                  <a:pt x="3747230" y="690995"/>
                </a:cubicBezTo>
                <a:cubicBezTo>
                  <a:pt x="3738372" y="685756"/>
                  <a:pt x="3729419" y="682136"/>
                  <a:pt x="3718941" y="678993"/>
                </a:cubicBezTo>
                <a:lnTo>
                  <a:pt x="3714750" y="677374"/>
                </a:lnTo>
                <a:lnTo>
                  <a:pt x="3711035" y="676898"/>
                </a:lnTo>
                <a:cubicBezTo>
                  <a:pt x="3691128" y="671659"/>
                  <a:pt x="3670173" y="672707"/>
                  <a:pt x="3649790" y="675850"/>
                </a:cubicBezTo>
                <a:cubicBezTo>
                  <a:pt x="3638264" y="676898"/>
                  <a:pt x="3627787" y="681565"/>
                  <a:pt x="3617309" y="684708"/>
                </a:cubicBezTo>
                <a:cubicBezTo>
                  <a:pt x="3599498" y="690995"/>
                  <a:pt x="3587972" y="705187"/>
                  <a:pt x="3573304" y="719284"/>
                </a:cubicBezTo>
                <a:cubicBezTo>
                  <a:pt x="3570161" y="726142"/>
                  <a:pt x="3564446" y="727666"/>
                  <a:pt x="3560731" y="737572"/>
                </a:cubicBezTo>
                <a:cubicBezTo>
                  <a:pt x="3551873" y="748621"/>
                  <a:pt x="3537680" y="785768"/>
                  <a:pt x="3535585" y="802056"/>
                </a:cubicBezTo>
                <a:cubicBezTo>
                  <a:pt x="3535109" y="806723"/>
                  <a:pt x="3535585" y="811486"/>
                  <a:pt x="3534537" y="816153"/>
                </a:cubicBezTo>
                <a:lnTo>
                  <a:pt x="3534537" y="819868"/>
                </a:lnTo>
                <a:lnTo>
                  <a:pt x="3534061" y="823011"/>
                </a:lnTo>
                <a:lnTo>
                  <a:pt x="3533585" y="827202"/>
                </a:lnTo>
                <a:cubicBezTo>
                  <a:pt x="3533108" y="833012"/>
                  <a:pt x="3534632" y="838727"/>
                  <a:pt x="3535680" y="843966"/>
                </a:cubicBezTo>
                <a:cubicBezTo>
                  <a:pt x="3535680" y="846062"/>
                  <a:pt x="3536728" y="850253"/>
                  <a:pt x="3537299" y="851872"/>
                </a:cubicBezTo>
                <a:lnTo>
                  <a:pt x="3538823" y="856063"/>
                </a:lnTo>
                <a:cubicBezTo>
                  <a:pt x="3539871" y="858635"/>
                  <a:pt x="3540919" y="861302"/>
                  <a:pt x="3540919" y="864445"/>
                </a:cubicBezTo>
                <a:lnTo>
                  <a:pt x="3541490" y="867017"/>
                </a:lnTo>
                <a:cubicBezTo>
                  <a:pt x="3552444" y="884828"/>
                  <a:pt x="3554635" y="907403"/>
                  <a:pt x="3572351" y="920928"/>
                </a:cubicBezTo>
                <a:cubicBezTo>
                  <a:pt x="3580733" y="931406"/>
                  <a:pt x="3591782" y="938740"/>
                  <a:pt x="3605879" y="945598"/>
                </a:cubicBezTo>
                <a:cubicBezTo>
                  <a:pt x="3615309" y="947122"/>
                  <a:pt x="3623215" y="951313"/>
                  <a:pt x="3632073" y="953408"/>
                </a:cubicBezTo>
                <a:cubicBezTo>
                  <a:pt x="3657219" y="963886"/>
                  <a:pt x="3689699" y="957599"/>
                  <a:pt x="3717417" y="954456"/>
                </a:cubicBezTo>
                <a:cubicBezTo>
                  <a:pt x="3719036" y="953980"/>
                  <a:pt x="3720560" y="953408"/>
                  <a:pt x="3721608" y="952932"/>
                </a:cubicBezTo>
                <a:lnTo>
                  <a:pt x="3727418" y="951408"/>
                </a:lnTo>
                <a:cubicBezTo>
                  <a:pt x="3730562" y="950360"/>
                  <a:pt x="3734181" y="948836"/>
                  <a:pt x="3736848" y="946169"/>
                </a:cubicBezTo>
                <a:cubicBezTo>
                  <a:pt x="3738944" y="946169"/>
                  <a:pt x="3740563" y="945122"/>
                  <a:pt x="3742087" y="944074"/>
                </a:cubicBezTo>
                <a:lnTo>
                  <a:pt x="3744754" y="941978"/>
                </a:lnTo>
                <a:lnTo>
                  <a:pt x="3747326" y="939883"/>
                </a:lnTo>
                <a:cubicBezTo>
                  <a:pt x="3754660" y="936740"/>
                  <a:pt x="3761994" y="934073"/>
                  <a:pt x="3768281" y="928834"/>
                </a:cubicBezTo>
                <a:cubicBezTo>
                  <a:pt x="3773043" y="925691"/>
                  <a:pt x="3779330" y="918833"/>
                  <a:pt x="3783521" y="912641"/>
                </a:cubicBezTo>
                <a:cubicBezTo>
                  <a:pt x="3784568" y="909974"/>
                  <a:pt x="3787235" y="907974"/>
                  <a:pt x="3789807" y="905307"/>
                </a:cubicBezTo>
                <a:cubicBezTo>
                  <a:pt x="3792950" y="899021"/>
                  <a:pt x="3811810" y="864445"/>
                  <a:pt x="3798189" y="865016"/>
                </a:cubicBezTo>
                <a:cubicBezTo>
                  <a:pt x="3792474" y="865493"/>
                  <a:pt x="3786664" y="865016"/>
                  <a:pt x="3781425" y="863969"/>
                </a:cubicBezTo>
                <a:cubicBezTo>
                  <a:pt x="3775139" y="863492"/>
                  <a:pt x="3743706" y="865493"/>
                  <a:pt x="3740563" y="866064"/>
                </a:cubicBezTo>
                <a:lnTo>
                  <a:pt x="3736372" y="867112"/>
                </a:lnTo>
                <a:lnTo>
                  <a:pt x="3732657" y="872922"/>
                </a:lnTo>
                <a:cubicBezTo>
                  <a:pt x="3727990" y="881304"/>
                  <a:pt x="3712274" y="890734"/>
                  <a:pt x="3693890" y="895973"/>
                </a:cubicBezTo>
                <a:cubicBezTo>
                  <a:pt x="3684461" y="898640"/>
                  <a:pt x="3672935" y="899116"/>
                  <a:pt x="3663029" y="899116"/>
                </a:cubicBezTo>
                <a:lnTo>
                  <a:pt x="3658362" y="898068"/>
                </a:lnTo>
                <a:cubicBezTo>
                  <a:pt x="3654171" y="899116"/>
                  <a:pt x="3641027" y="892829"/>
                  <a:pt x="3637407" y="888638"/>
                </a:cubicBezTo>
                <a:lnTo>
                  <a:pt x="3630645" y="880828"/>
                </a:lnTo>
                <a:lnTo>
                  <a:pt x="3627501" y="877113"/>
                </a:lnTo>
                <a:lnTo>
                  <a:pt x="3624358" y="873494"/>
                </a:lnTo>
                <a:lnTo>
                  <a:pt x="3622262" y="869779"/>
                </a:lnTo>
                <a:lnTo>
                  <a:pt x="3620643" y="866636"/>
                </a:lnTo>
                <a:lnTo>
                  <a:pt x="3618548" y="860825"/>
                </a:lnTo>
                <a:cubicBezTo>
                  <a:pt x="3617500" y="855110"/>
                  <a:pt x="3615976" y="845585"/>
                  <a:pt x="3618071" y="839870"/>
                </a:cubicBezTo>
                <a:moveTo>
                  <a:pt x="3296888" y="939883"/>
                </a:moveTo>
                <a:lnTo>
                  <a:pt x="3274886" y="940359"/>
                </a:lnTo>
                <a:lnTo>
                  <a:pt x="3269647" y="940359"/>
                </a:lnTo>
                <a:lnTo>
                  <a:pt x="3270123" y="931501"/>
                </a:lnTo>
                <a:cubicBezTo>
                  <a:pt x="3274790" y="848252"/>
                  <a:pt x="3266504" y="764909"/>
                  <a:pt x="3264884" y="682136"/>
                </a:cubicBezTo>
                <a:cubicBezTo>
                  <a:pt x="3264408" y="662229"/>
                  <a:pt x="3265361" y="599936"/>
                  <a:pt x="3265932" y="595173"/>
                </a:cubicBezTo>
                <a:lnTo>
                  <a:pt x="3265932" y="587363"/>
                </a:lnTo>
                <a:lnTo>
                  <a:pt x="3271171" y="587363"/>
                </a:lnTo>
                <a:cubicBezTo>
                  <a:pt x="3287935" y="587934"/>
                  <a:pt x="3304699" y="587934"/>
                  <a:pt x="3321463" y="585743"/>
                </a:cubicBezTo>
                <a:cubicBezTo>
                  <a:pt x="3321463" y="595649"/>
                  <a:pt x="3321463" y="606222"/>
                  <a:pt x="3321939" y="616604"/>
                </a:cubicBezTo>
                <a:cubicBezTo>
                  <a:pt x="3321939" y="630225"/>
                  <a:pt x="3324035" y="696233"/>
                  <a:pt x="3325654" y="711950"/>
                </a:cubicBezTo>
                <a:cubicBezTo>
                  <a:pt x="3327178" y="727094"/>
                  <a:pt x="3328797" y="741858"/>
                  <a:pt x="3327749" y="757003"/>
                </a:cubicBezTo>
                <a:cubicBezTo>
                  <a:pt x="3327749" y="757574"/>
                  <a:pt x="3327749" y="759575"/>
                  <a:pt x="3328226" y="761194"/>
                </a:cubicBezTo>
                <a:lnTo>
                  <a:pt x="3329845" y="764337"/>
                </a:lnTo>
                <a:cubicBezTo>
                  <a:pt x="3328226" y="772243"/>
                  <a:pt x="3335560" y="777958"/>
                  <a:pt x="3343466" y="773767"/>
                </a:cubicBezTo>
                <a:cubicBezTo>
                  <a:pt x="3349752" y="770624"/>
                  <a:pt x="3353943" y="765956"/>
                  <a:pt x="3357086" y="762813"/>
                </a:cubicBezTo>
                <a:cubicBezTo>
                  <a:pt x="3381661" y="737667"/>
                  <a:pt x="3409950" y="716141"/>
                  <a:pt x="3433096" y="688423"/>
                </a:cubicBezTo>
                <a:lnTo>
                  <a:pt x="3438906" y="688423"/>
                </a:lnTo>
                <a:cubicBezTo>
                  <a:pt x="3440430" y="688423"/>
                  <a:pt x="3448336" y="687851"/>
                  <a:pt x="3455670" y="687375"/>
                </a:cubicBezTo>
                <a:lnTo>
                  <a:pt x="3466148" y="686804"/>
                </a:lnTo>
                <a:lnTo>
                  <a:pt x="3470815" y="686804"/>
                </a:lnTo>
                <a:cubicBezTo>
                  <a:pt x="3483959" y="687375"/>
                  <a:pt x="3493294" y="687851"/>
                  <a:pt x="3493294" y="687851"/>
                </a:cubicBezTo>
                <a:cubicBezTo>
                  <a:pt x="3486531" y="696233"/>
                  <a:pt x="3485483" y="696710"/>
                  <a:pt x="3475006" y="704044"/>
                </a:cubicBezTo>
                <a:cubicBezTo>
                  <a:pt x="3467672" y="713474"/>
                  <a:pt x="3457670" y="720808"/>
                  <a:pt x="3450431" y="730238"/>
                </a:cubicBezTo>
                <a:lnTo>
                  <a:pt x="3447860" y="731857"/>
                </a:lnTo>
                <a:lnTo>
                  <a:pt x="3444145" y="734429"/>
                </a:lnTo>
                <a:cubicBezTo>
                  <a:pt x="3432048" y="748049"/>
                  <a:pt x="3420047" y="761670"/>
                  <a:pt x="3409093" y="776339"/>
                </a:cubicBezTo>
                <a:cubicBezTo>
                  <a:pt x="3404902" y="782149"/>
                  <a:pt x="3409569" y="789483"/>
                  <a:pt x="3413760" y="794150"/>
                </a:cubicBezTo>
                <a:lnTo>
                  <a:pt x="3416332" y="796246"/>
                </a:lnTo>
                <a:cubicBezTo>
                  <a:pt x="3417380" y="797865"/>
                  <a:pt x="3417951" y="798913"/>
                  <a:pt x="3418904" y="799389"/>
                </a:cubicBezTo>
                <a:cubicBezTo>
                  <a:pt x="3419475" y="801485"/>
                  <a:pt x="3420523" y="803104"/>
                  <a:pt x="3422047" y="804628"/>
                </a:cubicBezTo>
                <a:lnTo>
                  <a:pt x="3424619" y="807771"/>
                </a:lnTo>
                <a:cubicBezTo>
                  <a:pt x="3430429" y="818249"/>
                  <a:pt x="3439287" y="827107"/>
                  <a:pt x="3446145" y="837108"/>
                </a:cubicBezTo>
                <a:cubicBezTo>
                  <a:pt x="3459766" y="859682"/>
                  <a:pt x="3475482" y="887972"/>
                  <a:pt x="3491770" y="908927"/>
                </a:cubicBezTo>
                <a:cubicBezTo>
                  <a:pt x="3494913" y="916261"/>
                  <a:pt x="3498056" y="924071"/>
                  <a:pt x="3503771" y="929882"/>
                </a:cubicBezTo>
                <a:cubicBezTo>
                  <a:pt x="3506915" y="935692"/>
                  <a:pt x="3509010" y="939883"/>
                  <a:pt x="3511677" y="943502"/>
                </a:cubicBezTo>
                <a:lnTo>
                  <a:pt x="3513773" y="946646"/>
                </a:lnTo>
                <a:lnTo>
                  <a:pt x="3507010" y="945598"/>
                </a:lnTo>
                <a:lnTo>
                  <a:pt x="3500723" y="945598"/>
                </a:lnTo>
                <a:cubicBezTo>
                  <a:pt x="3489770" y="946074"/>
                  <a:pt x="3477673" y="944550"/>
                  <a:pt x="3466624" y="944074"/>
                </a:cubicBezTo>
                <a:cubicBezTo>
                  <a:pt x="3459861" y="944074"/>
                  <a:pt x="3452527" y="942550"/>
                  <a:pt x="3446240" y="942550"/>
                </a:cubicBezTo>
                <a:cubicBezTo>
                  <a:pt x="3443669" y="942550"/>
                  <a:pt x="3440430" y="942550"/>
                  <a:pt x="3437858" y="943026"/>
                </a:cubicBezTo>
                <a:cubicBezTo>
                  <a:pt x="3436811" y="940359"/>
                  <a:pt x="3435763" y="938835"/>
                  <a:pt x="3435287" y="937216"/>
                </a:cubicBezTo>
                <a:lnTo>
                  <a:pt x="3432143" y="931977"/>
                </a:lnTo>
                <a:cubicBezTo>
                  <a:pt x="3430620" y="929405"/>
                  <a:pt x="3429572" y="927310"/>
                  <a:pt x="3429000" y="925214"/>
                </a:cubicBezTo>
                <a:cubicBezTo>
                  <a:pt x="3429000" y="922547"/>
                  <a:pt x="3427953" y="920452"/>
                  <a:pt x="3425857" y="918928"/>
                </a:cubicBezTo>
                <a:cubicBezTo>
                  <a:pt x="3423761" y="913118"/>
                  <a:pt x="3420047" y="907974"/>
                  <a:pt x="3416427" y="903212"/>
                </a:cubicBezTo>
                <a:cubicBezTo>
                  <a:pt x="3415951" y="901116"/>
                  <a:pt x="3414808" y="898544"/>
                  <a:pt x="3413284" y="896925"/>
                </a:cubicBezTo>
                <a:cubicBezTo>
                  <a:pt x="3412236" y="893782"/>
                  <a:pt x="3410712" y="890639"/>
                  <a:pt x="3408616" y="888543"/>
                </a:cubicBezTo>
                <a:cubicBezTo>
                  <a:pt x="3402806" y="878542"/>
                  <a:pt x="3394996" y="862349"/>
                  <a:pt x="3387662" y="855015"/>
                </a:cubicBezTo>
                <a:lnTo>
                  <a:pt x="3385090" y="851300"/>
                </a:lnTo>
                <a:cubicBezTo>
                  <a:pt x="3382995" y="848157"/>
                  <a:pt x="3380423" y="844442"/>
                  <a:pt x="3377756" y="841299"/>
                </a:cubicBezTo>
                <a:cubicBezTo>
                  <a:pt x="3368326" y="830822"/>
                  <a:pt x="3363659" y="827107"/>
                  <a:pt x="3352133" y="834441"/>
                </a:cubicBezTo>
                <a:cubicBezTo>
                  <a:pt x="3346895" y="838156"/>
                  <a:pt x="3342132" y="842252"/>
                  <a:pt x="3334798" y="847014"/>
                </a:cubicBezTo>
                <a:cubicBezTo>
                  <a:pt x="3330607" y="848062"/>
                  <a:pt x="3327464" y="852253"/>
                  <a:pt x="3328035" y="857015"/>
                </a:cubicBezTo>
                <a:cubicBezTo>
                  <a:pt x="3329559" y="877970"/>
                  <a:pt x="3329559" y="897878"/>
                  <a:pt x="3328035" y="918261"/>
                </a:cubicBezTo>
                <a:cubicBezTo>
                  <a:pt x="3328035" y="918737"/>
                  <a:pt x="3328035" y="920357"/>
                  <a:pt x="3327464" y="921976"/>
                </a:cubicBezTo>
                <a:lnTo>
                  <a:pt x="3327464" y="925119"/>
                </a:lnTo>
                <a:cubicBezTo>
                  <a:pt x="3326416" y="931406"/>
                  <a:pt x="3326416" y="936073"/>
                  <a:pt x="3326987" y="939788"/>
                </a:cubicBezTo>
                <a:lnTo>
                  <a:pt x="3297079" y="939788"/>
                </a:lnTo>
                <a:close/>
                <a:moveTo>
                  <a:pt x="3259170" y="943026"/>
                </a:moveTo>
                <a:cubicBezTo>
                  <a:pt x="3259646" y="947217"/>
                  <a:pt x="3260217" y="952932"/>
                  <a:pt x="3266504" y="950360"/>
                </a:cubicBezTo>
                <a:cubicBezTo>
                  <a:pt x="3266980" y="949789"/>
                  <a:pt x="3326225" y="949789"/>
                  <a:pt x="3327749" y="949789"/>
                </a:cubicBezTo>
                <a:cubicBezTo>
                  <a:pt x="3331369" y="949789"/>
                  <a:pt x="3337655" y="949789"/>
                  <a:pt x="3337179" y="944074"/>
                </a:cubicBezTo>
                <a:cubicBezTo>
                  <a:pt x="3336703" y="939311"/>
                  <a:pt x="3336131" y="934644"/>
                  <a:pt x="3337179" y="926262"/>
                </a:cubicBezTo>
                <a:lnTo>
                  <a:pt x="3337179" y="923690"/>
                </a:lnTo>
                <a:cubicBezTo>
                  <a:pt x="3337655" y="922166"/>
                  <a:pt x="3337655" y="919499"/>
                  <a:pt x="3337655" y="917404"/>
                </a:cubicBezTo>
                <a:cubicBezTo>
                  <a:pt x="3339274" y="898068"/>
                  <a:pt x="3339274" y="878161"/>
                  <a:pt x="3339274" y="856158"/>
                </a:cubicBezTo>
                <a:lnTo>
                  <a:pt x="3342418" y="854634"/>
                </a:lnTo>
                <a:cubicBezTo>
                  <a:pt x="3347657" y="851491"/>
                  <a:pt x="3352419" y="846824"/>
                  <a:pt x="3357658" y="843109"/>
                </a:cubicBezTo>
                <a:lnTo>
                  <a:pt x="3361373" y="840537"/>
                </a:lnTo>
                <a:cubicBezTo>
                  <a:pt x="3368135" y="844728"/>
                  <a:pt x="3372326" y="851491"/>
                  <a:pt x="3377089" y="857301"/>
                </a:cubicBezTo>
                <a:lnTo>
                  <a:pt x="3380232" y="862064"/>
                </a:lnTo>
                <a:cubicBezTo>
                  <a:pt x="3386519" y="867779"/>
                  <a:pt x="3395472" y="885590"/>
                  <a:pt x="3401187" y="895592"/>
                </a:cubicBezTo>
                <a:cubicBezTo>
                  <a:pt x="3402806" y="897211"/>
                  <a:pt x="3403759" y="899306"/>
                  <a:pt x="3405378" y="903497"/>
                </a:cubicBezTo>
                <a:cubicBezTo>
                  <a:pt x="3405693" y="903815"/>
                  <a:pt x="3406045" y="904704"/>
                  <a:pt x="3406426" y="906164"/>
                </a:cubicBezTo>
                <a:lnTo>
                  <a:pt x="3407474" y="908736"/>
                </a:lnTo>
                <a:cubicBezTo>
                  <a:pt x="3412141" y="914546"/>
                  <a:pt x="3415379" y="920261"/>
                  <a:pt x="3418999" y="926548"/>
                </a:cubicBezTo>
                <a:cubicBezTo>
                  <a:pt x="3419570" y="930739"/>
                  <a:pt x="3421666" y="934454"/>
                  <a:pt x="3423761" y="937597"/>
                </a:cubicBezTo>
                <a:lnTo>
                  <a:pt x="3426333" y="942836"/>
                </a:lnTo>
                <a:cubicBezTo>
                  <a:pt x="3429953" y="948551"/>
                  <a:pt x="3427857" y="952837"/>
                  <a:pt x="3436811" y="953313"/>
                </a:cubicBezTo>
                <a:cubicBezTo>
                  <a:pt x="3439382" y="953313"/>
                  <a:pt x="3443097" y="952837"/>
                  <a:pt x="3446240" y="952837"/>
                </a:cubicBezTo>
                <a:cubicBezTo>
                  <a:pt x="3452527" y="952837"/>
                  <a:pt x="3459385" y="954361"/>
                  <a:pt x="3466148" y="954361"/>
                </a:cubicBezTo>
                <a:cubicBezTo>
                  <a:pt x="3477673" y="954837"/>
                  <a:pt x="3490246" y="956456"/>
                  <a:pt x="3502819" y="956456"/>
                </a:cubicBezTo>
                <a:lnTo>
                  <a:pt x="3506438" y="955980"/>
                </a:lnTo>
                <a:cubicBezTo>
                  <a:pt x="3507010" y="955980"/>
                  <a:pt x="3516916" y="958552"/>
                  <a:pt x="3521107" y="955980"/>
                </a:cubicBezTo>
                <a:cubicBezTo>
                  <a:pt x="3525298" y="954456"/>
                  <a:pt x="3531584" y="951789"/>
                  <a:pt x="3526346" y="946550"/>
                </a:cubicBezTo>
                <a:cubicBezTo>
                  <a:pt x="3520535" y="940740"/>
                  <a:pt x="3515868" y="931882"/>
                  <a:pt x="3511106" y="923500"/>
                </a:cubicBezTo>
                <a:cubicBezTo>
                  <a:pt x="3506343" y="918833"/>
                  <a:pt x="3503200" y="910927"/>
                  <a:pt x="3500152" y="903593"/>
                </a:cubicBezTo>
                <a:cubicBezTo>
                  <a:pt x="3484436" y="884257"/>
                  <a:pt x="3467672" y="852729"/>
                  <a:pt x="3454527" y="832346"/>
                </a:cubicBezTo>
                <a:cubicBezTo>
                  <a:pt x="3448241" y="822344"/>
                  <a:pt x="3439287" y="813486"/>
                  <a:pt x="3433572" y="803009"/>
                </a:cubicBezTo>
                <a:lnTo>
                  <a:pt x="3431477" y="799865"/>
                </a:lnTo>
                <a:lnTo>
                  <a:pt x="3428905" y="797770"/>
                </a:lnTo>
                <a:cubicBezTo>
                  <a:pt x="3428905" y="797770"/>
                  <a:pt x="3428905" y="797198"/>
                  <a:pt x="3423666" y="789864"/>
                </a:cubicBezTo>
                <a:lnTo>
                  <a:pt x="3420999" y="787292"/>
                </a:lnTo>
                <a:cubicBezTo>
                  <a:pt x="3419475" y="785768"/>
                  <a:pt x="3418428" y="784149"/>
                  <a:pt x="3417380" y="782054"/>
                </a:cubicBezTo>
                <a:cubicBezTo>
                  <a:pt x="3427857" y="767861"/>
                  <a:pt x="3439382" y="755288"/>
                  <a:pt x="3450908" y="742239"/>
                </a:cubicBezTo>
                <a:cubicBezTo>
                  <a:pt x="3450908" y="742239"/>
                  <a:pt x="3453003" y="741191"/>
                  <a:pt x="3454622" y="739667"/>
                </a:cubicBezTo>
                <a:lnTo>
                  <a:pt x="3457766" y="737572"/>
                </a:lnTo>
                <a:cubicBezTo>
                  <a:pt x="3465100" y="728142"/>
                  <a:pt x="3475101" y="720808"/>
                  <a:pt x="3482340" y="711378"/>
                </a:cubicBezTo>
                <a:cubicBezTo>
                  <a:pt x="3492818" y="704044"/>
                  <a:pt x="3500723" y="695662"/>
                  <a:pt x="3508058" y="686804"/>
                </a:cubicBezTo>
                <a:lnTo>
                  <a:pt x="3508058" y="679946"/>
                </a:lnTo>
                <a:cubicBezTo>
                  <a:pt x="3509677" y="679946"/>
                  <a:pt x="3502819" y="679374"/>
                  <a:pt x="3503390" y="678898"/>
                </a:cubicBezTo>
                <a:cubicBezTo>
                  <a:pt x="3501295" y="678326"/>
                  <a:pt x="3498723" y="678326"/>
                  <a:pt x="3496628" y="678898"/>
                </a:cubicBezTo>
                <a:cubicBezTo>
                  <a:pt x="3487770" y="678326"/>
                  <a:pt x="3478816" y="676802"/>
                  <a:pt x="3469958" y="676802"/>
                </a:cubicBezTo>
                <a:lnTo>
                  <a:pt x="3465766" y="676802"/>
                </a:lnTo>
                <a:lnTo>
                  <a:pt x="3455289" y="677850"/>
                </a:lnTo>
                <a:cubicBezTo>
                  <a:pt x="3447955" y="678422"/>
                  <a:pt x="3440621" y="678898"/>
                  <a:pt x="3439097" y="678898"/>
                </a:cubicBezTo>
                <a:cubicBezTo>
                  <a:pt x="3433286" y="678898"/>
                  <a:pt x="3426524" y="676326"/>
                  <a:pt x="3424428" y="684137"/>
                </a:cubicBezTo>
                <a:cubicBezTo>
                  <a:pt x="3401854" y="710330"/>
                  <a:pt x="3374136" y="731285"/>
                  <a:pt x="3350514" y="755955"/>
                </a:cubicBezTo>
                <a:cubicBezTo>
                  <a:pt x="3347371" y="759098"/>
                  <a:pt x="3344228" y="762242"/>
                  <a:pt x="3340037" y="763289"/>
                </a:cubicBezTo>
                <a:lnTo>
                  <a:pt x="3337941" y="758527"/>
                </a:lnTo>
                <a:cubicBezTo>
                  <a:pt x="3338989" y="742811"/>
                  <a:pt x="3337465" y="727094"/>
                  <a:pt x="3335846" y="711378"/>
                </a:cubicBezTo>
                <a:cubicBezTo>
                  <a:pt x="3334322" y="695662"/>
                  <a:pt x="3332226" y="630701"/>
                  <a:pt x="3332226" y="617081"/>
                </a:cubicBezTo>
                <a:cubicBezTo>
                  <a:pt x="3331655" y="604508"/>
                  <a:pt x="3331655" y="591935"/>
                  <a:pt x="3331655" y="580409"/>
                </a:cubicBezTo>
                <a:cubicBezTo>
                  <a:pt x="3331655" y="577266"/>
                  <a:pt x="3329083" y="575171"/>
                  <a:pt x="3325940" y="575742"/>
                </a:cubicBezTo>
                <a:cubicBezTo>
                  <a:pt x="3304985" y="578885"/>
                  <a:pt x="3284506" y="576790"/>
                  <a:pt x="3264122" y="577838"/>
                </a:cubicBezTo>
                <a:cubicBezTo>
                  <a:pt x="3256788" y="578885"/>
                  <a:pt x="3256788" y="580505"/>
                  <a:pt x="3256312" y="587267"/>
                </a:cubicBezTo>
                <a:lnTo>
                  <a:pt x="3256312" y="595173"/>
                </a:lnTo>
                <a:cubicBezTo>
                  <a:pt x="3255836" y="599840"/>
                  <a:pt x="3254693" y="662705"/>
                  <a:pt x="3255264" y="682613"/>
                </a:cubicBezTo>
                <a:cubicBezTo>
                  <a:pt x="3256883" y="765385"/>
                  <a:pt x="3262598" y="848729"/>
                  <a:pt x="3259931" y="931406"/>
                </a:cubicBezTo>
                <a:lnTo>
                  <a:pt x="3259931" y="940264"/>
                </a:lnTo>
                <a:lnTo>
                  <a:pt x="3259455" y="943407"/>
                </a:lnTo>
                <a:close/>
                <a:moveTo>
                  <a:pt x="2845308" y="943026"/>
                </a:moveTo>
                <a:cubicBezTo>
                  <a:pt x="2825401" y="941978"/>
                  <a:pt x="2804922" y="940359"/>
                  <a:pt x="2785586" y="944550"/>
                </a:cubicBezTo>
                <a:cubicBezTo>
                  <a:pt x="2786634" y="935692"/>
                  <a:pt x="2787682" y="921023"/>
                  <a:pt x="2787206" y="914165"/>
                </a:cubicBezTo>
                <a:cubicBezTo>
                  <a:pt x="2786729" y="905307"/>
                  <a:pt x="2788253" y="774338"/>
                  <a:pt x="2788253" y="769576"/>
                </a:cubicBezTo>
                <a:cubicBezTo>
                  <a:pt x="2785110" y="754907"/>
                  <a:pt x="2781491" y="701472"/>
                  <a:pt x="2785110" y="687851"/>
                </a:cubicBezTo>
                <a:lnTo>
                  <a:pt x="2790920" y="687851"/>
                </a:lnTo>
                <a:cubicBezTo>
                  <a:pt x="2793016" y="687851"/>
                  <a:pt x="2795588" y="687280"/>
                  <a:pt x="2797683" y="687280"/>
                </a:cubicBezTo>
                <a:cubicBezTo>
                  <a:pt x="2801303" y="686708"/>
                  <a:pt x="2805494" y="687280"/>
                  <a:pt x="2810256" y="686708"/>
                </a:cubicBezTo>
                <a:cubicBezTo>
                  <a:pt x="2820734" y="685184"/>
                  <a:pt x="2832259" y="683089"/>
                  <a:pt x="2842736" y="683565"/>
                </a:cubicBezTo>
                <a:cubicBezTo>
                  <a:pt x="2843308" y="692519"/>
                  <a:pt x="2841689" y="700901"/>
                  <a:pt x="2842260" y="709759"/>
                </a:cubicBezTo>
                <a:cubicBezTo>
                  <a:pt x="2843308" y="713950"/>
                  <a:pt x="2847499" y="715569"/>
                  <a:pt x="2851118" y="715569"/>
                </a:cubicBezTo>
                <a:cubicBezTo>
                  <a:pt x="2853690" y="716141"/>
                  <a:pt x="2855786" y="715569"/>
                  <a:pt x="2856929" y="715569"/>
                </a:cubicBezTo>
                <a:cubicBezTo>
                  <a:pt x="2862739" y="713950"/>
                  <a:pt x="2865787" y="709759"/>
                  <a:pt x="2867406" y="707187"/>
                </a:cubicBezTo>
                <a:lnTo>
                  <a:pt x="2870549" y="702996"/>
                </a:lnTo>
                <a:lnTo>
                  <a:pt x="2876360" y="698805"/>
                </a:lnTo>
                <a:lnTo>
                  <a:pt x="2882074" y="695662"/>
                </a:lnTo>
                <a:lnTo>
                  <a:pt x="2885218" y="693566"/>
                </a:lnTo>
                <a:cubicBezTo>
                  <a:pt x="2886266" y="692519"/>
                  <a:pt x="2889409" y="690995"/>
                  <a:pt x="2893028" y="689375"/>
                </a:cubicBezTo>
                <a:lnTo>
                  <a:pt x="2900934" y="686232"/>
                </a:lnTo>
                <a:lnTo>
                  <a:pt x="2905125" y="684613"/>
                </a:lnTo>
                <a:lnTo>
                  <a:pt x="2909792" y="682517"/>
                </a:lnTo>
                <a:cubicBezTo>
                  <a:pt x="2911412" y="681946"/>
                  <a:pt x="2912364" y="681470"/>
                  <a:pt x="2913983" y="680422"/>
                </a:cubicBezTo>
                <a:cubicBezTo>
                  <a:pt x="2944845" y="674707"/>
                  <a:pt x="2979515" y="684137"/>
                  <a:pt x="2994660" y="704520"/>
                </a:cubicBezTo>
                <a:cubicBezTo>
                  <a:pt x="2996756" y="707663"/>
                  <a:pt x="2997232" y="709283"/>
                  <a:pt x="2999328" y="712902"/>
                </a:cubicBezTo>
                <a:cubicBezTo>
                  <a:pt x="3000947" y="718141"/>
                  <a:pt x="3004566" y="722903"/>
                  <a:pt x="3010281" y="721856"/>
                </a:cubicBezTo>
                <a:cubicBezTo>
                  <a:pt x="3015520" y="720808"/>
                  <a:pt x="3024473" y="711854"/>
                  <a:pt x="3032855" y="708711"/>
                </a:cubicBezTo>
                <a:cubicBezTo>
                  <a:pt x="3036475" y="706139"/>
                  <a:pt x="3039142" y="703949"/>
                  <a:pt x="3042761" y="700805"/>
                </a:cubicBezTo>
                <a:lnTo>
                  <a:pt x="3045333" y="699758"/>
                </a:lnTo>
                <a:lnTo>
                  <a:pt x="3053239" y="696138"/>
                </a:lnTo>
                <a:lnTo>
                  <a:pt x="3064764" y="690899"/>
                </a:lnTo>
                <a:cubicBezTo>
                  <a:pt x="3081528" y="683565"/>
                  <a:pt x="3108293" y="683565"/>
                  <a:pt x="3129248" y="688804"/>
                </a:cubicBezTo>
                <a:cubicBezTo>
                  <a:pt x="3143917" y="698234"/>
                  <a:pt x="3155442" y="710807"/>
                  <a:pt x="3164872" y="726999"/>
                </a:cubicBezTo>
                <a:lnTo>
                  <a:pt x="3166491" y="730714"/>
                </a:lnTo>
                <a:cubicBezTo>
                  <a:pt x="3167539" y="732333"/>
                  <a:pt x="3168587" y="735476"/>
                  <a:pt x="3170111" y="737572"/>
                </a:cubicBezTo>
                <a:cubicBezTo>
                  <a:pt x="3171730" y="747002"/>
                  <a:pt x="3174302" y="756908"/>
                  <a:pt x="3175349" y="766337"/>
                </a:cubicBezTo>
                <a:lnTo>
                  <a:pt x="3175349" y="770052"/>
                </a:lnTo>
                <a:cubicBezTo>
                  <a:pt x="3175349" y="772148"/>
                  <a:pt x="3174873" y="774243"/>
                  <a:pt x="3175349" y="776910"/>
                </a:cubicBezTo>
                <a:cubicBezTo>
                  <a:pt x="3175826" y="778529"/>
                  <a:pt x="3176397" y="780053"/>
                  <a:pt x="3176969" y="783768"/>
                </a:cubicBezTo>
                <a:cubicBezTo>
                  <a:pt x="3178016" y="788531"/>
                  <a:pt x="3178016" y="793769"/>
                  <a:pt x="3178493" y="798437"/>
                </a:cubicBezTo>
                <a:cubicBezTo>
                  <a:pt x="3178493" y="803675"/>
                  <a:pt x="3178969" y="809390"/>
                  <a:pt x="3179540" y="814629"/>
                </a:cubicBezTo>
                <a:cubicBezTo>
                  <a:pt x="3180016" y="821963"/>
                  <a:pt x="3179540" y="830822"/>
                  <a:pt x="3180588" y="837680"/>
                </a:cubicBezTo>
                <a:cubicBezTo>
                  <a:pt x="3181064" y="844538"/>
                  <a:pt x="3180112" y="876446"/>
                  <a:pt x="3180588" y="882257"/>
                </a:cubicBezTo>
                <a:cubicBezTo>
                  <a:pt x="3180588" y="891210"/>
                  <a:pt x="3181636" y="900545"/>
                  <a:pt x="3181636" y="908450"/>
                </a:cubicBezTo>
                <a:cubicBezTo>
                  <a:pt x="3181636" y="909974"/>
                  <a:pt x="3182684" y="931501"/>
                  <a:pt x="3182684" y="933596"/>
                </a:cubicBezTo>
                <a:lnTo>
                  <a:pt x="3183731" y="940931"/>
                </a:lnTo>
                <a:lnTo>
                  <a:pt x="3180588" y="940359"/>
                </a:lnTo>
                <a:cubicBezTo>
                  <a:pt x="3178969" y="940359"/>
                  <a:pt x="3126105" y="940931"/>
                  <a:pt x="3122962" y="941407"/>
                </a:cubicBezTo>
                <a:lnTo>
                  <a:pt x="3119819" y="941407"/>
                </a:lnTo>
                <a:cubicBezTo>
                  <a:pt x="3119819" y="940931"/>
                  <a:pt x="3120390" y="939883"/>
                  <a:pt x="3120390" y="937216"/>
                </a:cubicBezTo>
                <a:cubicBezTo>
                  <a:pt x="3121438" y="908927"/>
                  <a:pt x="3121438" y="881209"/>
                  <a:pt x="3120866" y="857587"/>
                </a:cubicBezTo>
                <a:cubicBezTo>
                  <a:pt x="3125057" y="838727"/>
                  <a:pt x="3118295" y="753860"/>
                  <a:pt x="3094673" y="738143"/>
                </a:cubicBezTo>
                <a:cubicBezTo>
                  <a:pt x="3082099" y="726618"/>
                  <a:pt x="3065907" y="730238"/>
                  <a:pt x="3052191" y="736048"/>
                </a:cubicBezTo>
                <a:cubicBezTo>
                  <a:pt x="3017139" y="751193"/>
                  <a:pt x="3016568" y="773767"/>
                  <a:pt x="3008186" y="807295"/>
                </a:cubicBezTo>
                <a:cubicBezTo>
                  <a:pt x="3007138" y="811010"/>
                  <a:pt x="3007138" y="915213"/>
                  <a:pt x="3007709" y="918356"/>
                </a:cubicBezTo>
                <a:lnTo>
                  <a:pt x="3007709" y="923024"/>
                </a:lnTo>
                <a:cubicBezTo>
                  <a:pt x="3008186" y="930358"/>
                  <a:pt x="3009329" y="938264"/>
                  <a:pt x="3009805" y="945598"/>
                </a:cubicBezTo>
                <a:lnTo>
                  <a:pt x="3006662" y="947693"/>
                </a:lnTo>
                <a:lnTo>
                  <a:pt x="3003995" y="947693"/>
                </a:lnTo>
                <a:lnTo>
                  <a:pt x="2998280" y="947217"/>
                </a:lnTo>
                <a:cubicBezTo>
                  <a:pt x="2985135" y="947217"/>
                  <a:pt x="2972562" y="947693"/>
                  <a:pt x="2959513" y="947693"/>
                </a:cubicBezTo>
                <a:lnTo>
                  <a:pt x="2954274" y="948170"/>
                </a:lnTo>
                <a:cubicBezTo>
                  <a:pt x="2953226" y="940835"/>
                  <a:pt x="2952655" y="933501"/>
                  <a:pt x="2952655" y="926738"/>
                </a:cubicBezTo>
                <a:cubicBezTo>
                  <a:pt x="2952655" y="925691"/>
                  <a:pt x="2953131" y="924643"/>
                  <a:pt x="2953131" y="923024"/>
                </a:cubicBezTo>
                <a:cubicBezTo>
                  <a:pt x="2952655" y="917213"/>
                  <a:pt x="2953607" y="884257"/>
                  <a:pt x="2954750" y="851300"/>
                </a:cubicBezTo>
                <a:cubicBezTo>
                  <a:pt x="2955798" y="818820"/>
                  <a:pt x="2956274" y="785768"/>
                  <a:pt x="2955798" y="781673"/>
                </a:cubicBezTo>
                <a:cubicBezTo>
                  <a:pt x="2954750" y="775386"/>
                  <a:pt x="2954274" y="769576"/>
                  <a:pt x="2953703" y="764909"/>
                </a:cubicBezTo>
                <a:cubicBezTo>
                  <a:pt x="2950559" y="756050"/>
                  <a:pt x="2947988" y="751764"/>
                  <a:pt x="2943225" y="745001"/>
                </a:cubicBezTo>
                <a:cubicBezTo>
                  <a:pt x="2931700" y="731381"/>
                  <a:pt x="2909697" y="731381"/>
                  <a:pt x="2897124" y="732428"/>
                </a:cubicBezTo>
                <a:cubicBezTo>
                  <a:pt x="2875121" y="733476"/>
                  <a:pt x="2864168" y="747097"/>
                  <a:pt x="2852071" y="763861"/>
                </a:cubicBezTo>
                <a:cubicBezTo>
                  <a:pt x="2846261" y="777005"/>
                  <a:pt x="2844737" y="792150"/>
                  <a:pt x="2844165" y="806247"/>
                </a:cubicBezTo>
                <a:cubicBezTo>
                  <a:pt x="2844165" y="820439"/>
                  <a:pt x="2843689" y="908355"/>
                  <a:pt x="2844165" y="918833"/>
                </a:cubicBezTo>
                <a:cubicBezTo>
                  <a:pt x="2844641" y="925691"/>
                  <a:pt x="2844641" y="934549"/>
                  <a:pt x="2845213" y="942931"/>
                </a:cubicBezTo>
                <a:moveTo>
                  <a:pt x="3011234" y="956552"/>
                </a:moveTo>
                <a:cubicBezTo>
                  <a:pt x="3014853" y="958076"/>
                  <a:pt x="3020663" y="958647"/>
                  <a:pt x="3020092" y="952361"/>
                </a:cubicBezTo>
                <a:cubicBezTo>
                  <a:pt x="3020092" y="942931"/>
                  <a:pt x="3017996" y="932453"/>
                  <a:pt x="3017520" y="922452"/>
                </a:cubicBezTo>
                <a:lnTo>
                  <a:pt x="3017520" y="918737"/>
                </a:lnTo>
                <a:cubicBezTo>
                  <a:pt x="3017520" y="917213"/>
                  <a:pt x="3017520" y="916166"/>
                  <a:pt x="3016949" y="914070"/>
                </a:cubicBezTo>
                <a:cubicBezTo>
                  <a:pt x="3016949" y="914070"/>
                  <a:pt x="3016949" y="811962"/>
                  <a:pt x="3017996" y="809295"/>
                </a:cubicBezTo>
                <a:cubicBezTo>
                  <a:pt x="3022664" y="790436"/>
                  <a:pt x="3026378" y="759003"/>
                  <a:pt x="3046762" y="749573"/>
                </a:cubicBezTo>
                <a:cubicBezTo>
                  <a:pt x="3058287" y="743763"/>
                  <a:pt x="3075051" y="734905"/>
                  <a:pt x="3087053" y="744811"/>
                </a:cubicBezTo>
                <a:lnTo>
                  <a:pt x="3090767" y="748526"/>
                </a:lnTo>
                <a:cubicBezTo>
                  <a:pt x="3106007" y="756336"/>
                  <a:pt x="3115342" y="837584"/>
                  <a:pt x="3110674" y="856920"/>
                </a:cubicBezTo>
                <a:cubicBezTo>
                  <a:pt x="3111246" y="879971"/>
                  <a:pt x="3111246" y="907784"/>
                  <a:pt x="3110198" y="933406"/>
                </a:cubicBezTo>
                <a:cubicBezTo>
                  <a:pt x="3110198" y="935025"/>
                  <a:pt x="3109722" y="936549"/>
                  <a:pt x="3109722" y="939216"/>
                </a:cubicBezTo>
                <a:cubicBezTo>
                  <a:pt x="3109722" y="939788"/>
                  <a:pt x="3109246" y="941312"/>
                  <a:pt x="3107627" y="943407"/>
                </a:cubicBezTo>
                <a:cubicBezTo>
                  <a:pt x="3101340" y="953408"/>
                  <a:pt x="3120199" y="951218"/>
                  <a:pt x="3123819" y="951218"/>
                </a:cubicBezTo>
                <a:cubicBezTo>
                  <a:pt x="3126962" y="950741"/>
                  <a:pt x="3177826" y="950170"/>
                  <a:pt x="3179350" y="950170"/>
                </a:cubicBezTo>
                <a:cubicBezTo>
                  <a:pt x="3184589" y="950741"/>
                  <a:pt x="3190304" y="954361"/>
                  <a:pt x="3193447" y="947027"/>
                </a:cubicBezTo>
                <a:cubicBezTo>
                  <a:pt x="3193923" y="945979"/>
                  <a:pt x="3193923" y="944360"/>
                  <a:pt x="3193923" y="942836"/>
                </a:cubicBezTo>
                <a:lnTo>
                  <a:pt x="3193447" y="937597"/>
                </a:lnTo>
                <a:lnTo>
                  <a:pt x="3192399" y="932358"/>
                </a:lnTo>
                <a:cubicBezTo>
                  <a:pt x="3192399" y="930263"/>
                  <a:pt x="3191351" y="909784"/>
                  <a:pt x="3191351" y="908260"/>
                </a:cubicBezTo>
                <a:cubicBezTo>
                  <a:pt x="3191351" y="900449"/>
                  <a:pt x="3190304" y="890448"/>
                  <a:pt x="3190304" y="881590"/>
                </a:cubicBezTo>
                <a:cubicBezTo>
                  <a:pt x="3189828" y="875875"/>
                  <a:pt x="3190780" y="842347"/>
                  <a:pt x="3190304" y="836060"/>
                </a:cubicBezTo>
                <a:cubicBezTo>
                  <a:pt x="3189256" y="829774"/>
                  <a:pt x="3189828" y="820820"/>
                  <a:pt x="3189256" y="814058"/>
                </a:cubicBezTo>
                <a:cubicBezTo>
                  <a:pt x="3188780" y="808343"/>
                  <a:pt x="3188208" y="802532"/>
                  <a:pt x="3188208" y="797294"/>
                </a:cubicBezTo>
                <a:cubicBezTo>
                  <a:pt x="3187732" y="792055"/>
                  <a:pt x="3187732" y="786816"/>
                  <a:pt x="3186589" y="781577"/>
                </a:cubicBezTo>
                <a:lnTo>
                  <a:pt x="3186113" y="778434"/>
                </a:lnTo>
                <a:cubicBezTo>
                  <a:pt x="3185636" y="777386"/>
                  <a:pt x="3185636" y="776339"/>
                  <a:pt x="3185065" y="774719"/>
                </a:cubicBezTo>
                <a:lnTo>
                  <a:pt x="3185065" y="765861"/>
                </a:lnTo>
                <a:cubicBezTo>
                  <a:pt x="3184017" y="755384"/>
                  <a:pt x="3181445" y="744906"/>
                  <a:pt x="3179826" y="734429"/>
                </a:cubicBezTo>
                <a:cubicBezTo>
                  <a:pt x="3179350" y="732333"/>
                  <a:pt x="3176111" y="728714"/>
                  <a:pt x="3175635" y="726618"/>
                </a:cubicBezTo>
                <a:lnTo>
                  <a:pt x="3173063" y="720808"/>
                </a:lnTo>
                <a:cubicBezTo>
                  <a:pt x="3163062" y="704044"/>
                  <a:pt x="3150584" y="690423"/>
                  <a:pt x="3132201" y="678898"/>
                </a:cubicBezTo>
                <a:cubicBezTo>
                  <a:pt x="3110198" y="673659"/>
                  <a:pt x="3080290" y="673183"/>
                  <a:pt x="3060383" y="681470"/>
                </a:cubicBezTo>
                <a:lnTo>
                  <a:pt x="3048857" y="686708"/>
                </a:lnTo>
                <a:lnTo>
                  <a:pt x="3040475" y="690899"/>
                </a:lnTo>
                <a:lnTo>
                  <a:pt x="3037332" y="692519"/>
                </a:lnTo>
                <a:cubicBezTo>
                  <a:pt x="3033617" y="694043"/>
                  <a:pt x="3031046" y="697757"/>
                  <a:pt x="3027331" y="699853"/>
                </a:cubicBezTo>
                <a:cubicBezTo>
                  <a:pt x="3020568" y="702996"/>
                  <a:pt x="3014186" y="706711"/>
                  <a:pt x="3007900" y="708806"/>
                </a:cubicBezTo>
                <a:lnTo>
                  <a:pt x="3006852" y="706235"/>
                </a:lnTo>
                <a:cubicBezTo>
                  <a:pt x="3005804" y="704615"/>
                  <a:pt x="3005233" y="702520"/>
                  <a:pt x="3002661" y="698329"/>
                </a:cubicBezTo>
                <a:cubicBezTo>
                  <a:pt x="2984278" y="673659"/>
                  <a:pt x="2943987" y="664229"/>
                  <a:pt x="2908840" y="671564"/>
                </a:cubicBezTo>
                <a:cubicBezTo>
                  <a:pt x="2907792" y="672135"/>
                  <a:pt x="2906745" y="672611"/>
                  <a:pt x="2905697" y="673183"/>
                </a:cubicBezTo>
                <a:lnTo>
                  <a:pt x="2900458" y="675278"/>
                </a:lnTo>
                <a:lnTo>
                  <a:pt x="2896267" y="677374"/>
                </a:lnTo>
                <a:lnTo>
                  <a:pt x="2888933" y="680517"/>
                </a:lnTo>
                <a:cubicBezTo>
                  <a:pt x="2885218" y="681565"/>
                  <a:pt x="2880074" y="684232"/>
                  <a:pt x="2875788" y="686804"/>
                </a:cubicBezTo>
                <a:lnTo>
                  <a:pt x="2869978" y="690518"/>
                </a:lnTo>
                <a:cubicBezTo>
                  <a:pt x="2867882" y="692138"/>
                  <a:pt x="2865787" y="693662"/>
                  <a:pt x="2864168" y="694709"/>
                </a:cubicBezTo>
                <a:lnTo>
                  <a:pt x="2861596" y="696805"/>
                </a:lnTo>
                <a:cubicBezTo>
                  <a:pt x="2861120" y="697376"/>
                  <a:pt x="2860072" y="698424"/>
                  <a:pt x="2859500" y="699472"/>
                </a:cubicBezTo>
                <a:lnTo>
                  <a:pt x="2857976" y="702615"/>
                </a:lnTo>
                <a:cubicBezTo>
                  <a:pt x="2856929" y="704139"/>
                  <a:pt x="2855881" y="705187"/>
                  <a:pt x="2854262" y="705758"/>
                </a:cubicBezTo>
                <a:lnTo>
                  <a:pt x="2851690" y="705758"/>
                </a:lnTo>
                <a:cubicBezTo>
                  <a:pt x="2851690" y="696805"/>
                  <a:pt x="2853785" y="687375"/>
                  <a:pt x="2851690" y="678517"/>
                </a:cubicBezTo>
                <a:cubicBezTo>
                  <a:pt x="2849595" y="669087"/>
                  <a:pt x="2812923" y="676421"/>
                  <a:pt x="2808732" y="676993"/>
                </a:cubicBezTo>
                <a:cubicBezTo>
                  <a:pt x="2804065" y="677469"/>
                  <a:pt x="2799303" y="676993"/>
                  <a:pt x="2795588" y="677469"/>
                </a:cubicBezTo>
                <a:lnTo>
                  <a:pt x="2784634" y="677469"/>
                </a:lnTo>
                <a:cubicBezTo>
                  <a:pt x="2781491" y="678041"/>
                  <a:pt x="2775776" y="678041"/>
                  <a:pt x="2774156" y="681660"/>
                </a:cubicBezTo>
                <a:cubicBezTo>
                  <a:pt x="2769965" y="692138"/>
                  <a:pt x="2774633" y="755003"/>
                  <a:pt x="2777871" y="771290"/>
                </a:cubicBezTo>
                <a:cubicBezTo>
                  <a:pt x="2777871" y="780720"/>
                  <a:pt x="2775776" y="905879"/>
                  <a:pt x="2776823" y="914832"/>
                </a:cubicBezTo>
                <a:cubicBezTo>
                  <a:pt x="2777395" y="923690"/>
                  <a:pt x="2775299" y="944645"/>
                  <a:pt x="2774252" y="947789"/>
                </a:cubicBezTo>
                <a:cubicBezTo>
                  <a:pt x="2771680" y="955694"/>
                  <a:pt x="2781586" y="954551"/>
                  <a:pt x="2786348" y="954551"/>
                </a:cubicBezTo>
                <a:cubicBezTo>
                  <a:pt x="2806256" y="950360"/>
                  <a:pt x="2829878" y="951980"/>
                  <a:pt x="2849690" y="953504"/>
                </a:cubicBezTo>
                <a:cubicBezTo>
                  <a:pt x="2855405" y="954075"/>
                  <a:pt x="2855976" y="948265"/>
                  <a:pt x="2855405" y="944645"/>
                </a:cubicBezTo>
                <a:cubicBezTo>
                  <a:pt x="2854357" y="935787"/>
                  <a:pt x="2854357" y="925786"/>
                  <a:pt x="2853881" y="918452"/>
                </a:cubicBezTo>
                <a:cubicBezTo>
                  <a:pt x="2853309" y="907974"/>
                  <a:pt x="2853881" y="820535"/>
                  <a:pt x="2854357" y="806342"/>
                </a:cubicBezTo>
                <a:cubicBezTo>
                  <a:pt x="2854357" y="792722"/>
                  <a:pt x="2855976" y="779101"/>
                  <a:pt x="2860643" y="768147"/>
                </a:cubicBezTo>
                <a:cubicBezTo>
                  <a:pt x="2870549" y="755003"/>
                  <a:pt x="2878931" y="743477"/>
                  <a:pt x="2897315" y="742525"/>
                </a:cubicBezTo>
                <a:cubicBezTo>
                  <a:pt x="2910459" y="741477"/>
                  <a:pt x="2927128" y="742525"/>
                  <a:pt x="2935510" y="751383"/>
                </a:cubicBezTo>
                <a:cubicBezTo>
                  <a:pt x="2939224" y="757098"/>
                  <a:pt x="2940749" y="760813"/>
                  <a:pt x="2943892" y="767576"/>
                </a:cubicBezTo>
                <a:cubicBezTo>
                  <a:pt x="2943892" y="771290"/>
                  <a:pt x="2944368" y="776434"/>
                  <a:pt x="2945511" y="783292"/>
                </a:cubicBezTo>
                <a:cubicBezTo>
                  <a:pt x="2945987" y="785864"/>
                  <a:pt x="2944940" y="817868"/>
                  <a:pt x="2944463" y="850919"/>
                </a:cubicBezTo>
                <a:cubicBezTo>
                  <a:pt x="2943416" y="884447"/>
                  <a:pt x="2942368" y="917975"/>
                  <a:pt x="2942368" y="923690"/>
                </a:cubicBezTo>
                <a:cubicBezTo>
                  <a:pt x="2940272" y="926834"/>
                  <a:pt x="2943987" y="949408"/>
                  <a:pt x="2943987" y="953027"/>
                </a:cubicBezTo>
                <a:cubicBezTo>
                  <a:pt x="2944463" y="958266"/>
                  <a:pt x="2950750" y="958266"/>
                  <a:pt x="2953988" y="958266"/>
                </a:cubicBezTo>
                <a:lnTo>
                  <a:pt x="2959703" y="957790"/>
                </a:lnTo>
                <a:cubicBezTo>
                  <a:pt x="2972276" y="957790"/>
                  <a:pt x="2984849" y="957218"/>
                  <a:pt x="2997422" y="957218"/>
                </a:cubicBezTo>
                <a:lnTo>
                  <a:pt x="3004280" y="957790"/>
                </a:lnTo>
                <a:lnTo>
                  <a:pt x="3007424" y="957790"/>
                </a:lnTo>
                <a:cubicBezTo>
                  <a:pt x="3007900" y="957790"/>
                  <a:pt x="3009043" y="957790"/>
                  <a:pt x="3011138" y="956742"/>
                </a:cubicBezTo>
                <a:moveTo>
                  <a:pt x="2553272" y="843109"/>
                </a:moveTo>
                <a:cubicBezTo>
                  <a:pt x="2551653" y="843680"/>
                  <a:pt x="2549557" y="844157"/>
                  <a:pt x="2548033" y="845204"/>
                </a:cubicBezTo>
                <a:cubicBezTo>
                  <a:pt x="2545937" y="846252"/>
                  <a:pt x="2544890" y="847300"/>
                  <a:pt x="2541746" y="849395"/>
                </a:cubicBezTo>
                <a:lnTo>
                  <a:pt x="2537079" y="852062"/>
                </a:lnTo>
                <a:cubicBezTo>
                  <a:pt x="2524982" y="863016"/>
                  <a:pt x="2524982" y="881876"/>
                  <a:pt x="2530793" y="896544"/>
                </a:cubicBezTo>
                <a:lnTo>
                  <a:pt x="2532888" y="899211"/>
                </a:lnTo>
                <a:cubicBezTo>
                  <a:pt x="2545461" y="915975"/>
                  <a:pt x="2563273" y="919595"/>
                  <a:pt x="2580037" y="921214"/>
                </a:cubicBezTo>
                <a:cubicBezTo>
                  <a:pt x="2588895" y="922262"/>
                  <a:pt x="2601563" y="914927"/>
                  <a:pt x="2609374" y="910736"/>
                </a:cubicBezTo>
                <a:cubicBezTo>
                  <a:pt x="2614041" y="908069"/>
                  <a:pt x="2618804" y="906545"/>
                  <a:pt x="2622518" y="902831"/>
                </a:cubicBezTo>
                <a:cubicBezTo>
                  <a:pt x="2632996" y="893401"/>
                  <a:pt x="2636615" y="877208"/>
                  <a:pt x="2639282" y="864064"/>
                </a:cubicBezTo>
                <a:cubicBezTo>
                  <a:pt x="2642426" y="853586"/>
                  <a:pt x="2640902" y="842061"/>
                  <a:pt x="2639854" y="831584"/>
                </a:cubicBezTo>
                <a:cubicBezTo>
                  <a:pt x="2639282" y="827869"/>
                  <a:pt x="2637758" y="821582"/>
                  <a:pt x="2632996" y="821582"/>
                </a:cubicBezTo>
                <a:lnTo>
                  <a:pt x="2630424" y="822154"/>
                </a:lnTo>
                <a:lnTo>
                  <a:pt x="2626805" y="822630"/>
                </a:lnTo>
                <a:lnTo>
                  <a:pt x="2614708" y="825297"/>
                </a:lnTo>
                <a:cubicBezTo>
                  <a:pt x="2605849" y="827393"/>
                  <a:pt x="2595848" y="829488"/>
                  <a:pt x="2592229" y="830536"/>
                </a:cubicBezTo>
                <a:lnTo>
                  <a:pt x="2578037" y="834155"/>
                </a:lnTo>
                <a:lnTo>
                  <a:pt x="2568131" y="837299"/>
                </a:lnTo>
                <a:lnTo>
                  <a:pt x="2564416" y="838346"/>
                </a:lnTo>
                <a:cubicBezTo>
                  <a:pt x="2561844" y="839394"/>
                  <a:pt x="2560225" y="840918"/>
                  <a:pt x="2557653" y="842061"/>
                </a:cubicBezTo>
                <a:lnTo>
                  <a:pt x="2553462" y="843109"/>
                </a:lnTo>
                <a:close/>
                <a:moveTo>
                  <a:pt x="2629757" y="832631"/>
                </a:moveTo>
                <a:cubicBezTo>
                  <a:pt x="2630805" y="842061"/>
                  <a:pt x="2632329" y="852062"/>
                  <a:pt x="2629757" y="861968"/>
                </a:cubicBezTo>
                <a:cubicBezTo>
                  <a:pt x="2627186" y="872446"/>
                  <a:pt x="2623947" y="887591"/>
                  <a:pt x="2615660" y="895496"/>
                </a:cubicBezTo>
                <a:cubicBezTo>
                  <a:pt x="2612517" y="898640"/>
                  <a:pt x="2608326" y="899687"/>
                  <a:pt x="2604611" y="901783"/>
                </a:cubicBezTo>
                <a:cubicBezTo>
                  <a:pt x="2598325" y="904926"/>
                  <a:pt x="2592610" y="908546"/>
                  <a:pt x="2585752" y="910641"/>
                </a:cubicBezTo>
                <a:cubicBezTo>
                  <a:pt x="2571560" y="914832"/>
                  <a:pt x="2549081" y="904355"/>
                  <a:pt x="2539079" y="890734"/>
                </a:cubicBezTo>
                <a:cubicBezTo>
                  <a:pt x="2534888" y="879780"/>
                  <a:pt x="2536984" y="865588"/>
                  <a:pt x="2544318" y="859301"/>
                </a:cubicBezTo>
                <a:lnTo>
                  <a:pt x="2546890" y="857777"/>
                </a:lnTo>
                <a:lnTo>
                  <a:pt x="2550033" y="856253"/>
                </a:lnTo>
                <a:lnTo>
                  <a:pt x="2552129" y="854158"/>
                </a:lnTo>
                <a:cubicBezTo>
                  <a:pt x="2553176" y="853682"/>
                  <a:pt x="2554796" y="853110"/>
                  <a:pt x="2555843" y="852634"/>
                </a:cubicBezTo>
                <a:lnTo>
                  <a:pt x="2560034" y="851586"/>
                </a:lnTo>
                <a:cubicBezTo>
                  <a:pt x="2562606" y="850538"/>
                  <a:pt x="2565845" y="850062"/>
                  <a:pt x="2567940" y="847871"/>
                </a:cubicBezTo>
                <a:lnTo>
                  <a:pt x="2571083" y="846824"/>
                </a:lnTo>
                <a:lnTo>
                  <a:pt x="2580513" y="844157"/>
                </a:lnTo>
                <a:lnTo>
                  <a:pt x="2594705" y="839966"/>
                </a:lnTo>
                <a:cubicBezTo>
                  <a:pt x="2598420" y="838918"/>
                  <a:pt x="2608326" y="836822"/>
                  <a:pt x="2616708" y="835298"/>
                </a:cubicBezTo>
                <a:lnTo>
                  <a:pt x="2629853" y="832631"/>
                </a:lnTo>
                <a:close/>
                <a:moveTo>
                  <a:pt x="2473071" y="757765"/>
                </a:moveTo>
                <a:cubicBezTo>
                  <a:pt x="2474690" y="752526"/>
                  <a:pt x="2476214" y="747287"/>
                  <a:pt x="2477262" y="741572"/>
                </a:cubicBezTo>
                <a:cubicBezTo>
                  <a:pt x="2487740" y="724808"/>
                  <a:pt x="2500313" y="710140"/>
                  <a:pt x="2516029" y="699662"/>
                </a:cubicBezTo>
                <a:cubicBezTo>
                  <a:pt x="2518124" y="696995"/>
                  <a:pt x="2520220" y="695948"/>
                  <a:pt x="2522791" y="693852"/>
                </a:cubicBezTo>
                <a:lnTo>
                  <a:pt x="2528030" y="691280"/>
                </a:lnTo>
                <a:cubicBezTo>
                  <a:pt x="2529649" y="690709"/>
                  <a:pt x="2531174" y="689756"/>
                  <a:pt x="2532793" y="688709"/>
                </a:cubicBezTo>
                <a:cubicBezTo>
                  <a:pt x="2540127" y="686613"/>
                  <a:pt x="2547461" y="683470"/>
                  <a:pt x="2554796" y="681851"/>
                </a:cubicBezTo>
                <a:lnTo>
                  <a:pt x="2572607" y="679279"/>
                </a:lnTo>
                <a:lnTo>
                  <a:pt x="2575179" y="678231"/>
                </a:lnTo>
                <a:lnTo>
                  <a:pt x="2577751" y="677183"/>
                </a:lnTo>
                <a:cubicBezTo>
                  <a:pt x="2586133" y="676136"/>
                  <a:pt x="2595563" y="676136"/>
                  <a:pt x="2603468" y="676136"/>
                </a:cubicBezTo>
                <a:cubicBezTo>
                  <a:pt x="2609279" y="676136"/>
                  <a:pt x="2614422" y="677183"/>
                  <a:pt x="2619185" y="677660"/>
                </a:cubicBezTo>
                <a:cubicBezTo>
                  <a:pt x="2629186" y="678231"/>
                  <a:pt x="2639663" y="677660"/>
                  <a:pt x="2649570" y="680803"/>
                </a:cubicBezTo>
                <a:cubicBezTo>
                  <a:pt x="2663190" y="684518"/>
                  <a:pt x="2674715" y="694424"/>
                  <a:pt x="2685764" y="703853"/>
                </a:cubicBezTo>
                <a:cubicBezTo>
                  <a:pt x="2689384" y="708616"/>
                  <a:pt x="2694146" y="713855"/>
                  <a:pt x="2695670" y="720617"/>
                </a:cubicBezTo>
                <a:cubicBezTo>
                  <a:pt x="2699861" y="735857"/>
                  <a:pt x="2699385" y="752621"/>
                  <a:pt x="2699861" y="768338"/>
                </a:cubicBezTo>
                <a:cubicBezTo>
                  <a:pt x="2699861" y="774053"/>
                  <a:pt x="2699385" y="779863"/>
                  <a:pt x="2698814" y="785673"/>
                </a:cubicBezTo>
                <a:cubicBezTo>
                  <a:pt x="2698814" y="791388"/>
                  <a:pt x="2699861" y="852729"/>
                  <a:pt x="2699385" y="867398"/>
                </a:cubicBezTo>
                <a:cubicBezTo>
                  <a:pt x="2699385" y="869493"/>
                  <a:pt x="2700433" y="894639"/>
                  <a:pt x="2702528" y="906164"/>
                </a:cubicBezTo>
                <a:cubicBezTo>
                  <a:pt x="2705100" y="917690"/>
                  <a:pt x="2707767" y="928643"/>
                  <a:pt x="2709291" y="937597"/>
                </a:cubicBezTo>
                <a:cubicBezTo>
                  <a:pt x="2709291" y="939692"/>
                  <a:pt x="2709767" y="941312"/>
                  <a:pt x="2710910" y="944931"/>
                </a:cubicBezTo>
                <a:cubicBezTo>
                  <a:pt x="2696718" y="947598"/>
                  <a:pt x="2682621" y="952265"/>
                  <a:pt x="2667953" y="951218"/>
                </a:cubicBezTo>
                <a:lnTo>
                  <a:pt x="2658999" y="949694"/>
                </a:lnTo>
                <a:cubicBezTo>
                  <a:pt x="2655856" y="949694"/>
                  <a:pt x="2652713" y="950170"/>
                  <a:pt x="2650141" y="950170"/>
                </a:cubicBezTo>
                <a:cubicBezTo>
                  <a:pt x="2648617" y="942836"/>
                  <a:pt x="2648045" y="930263"/>
                  <a:pt x="2638139" y="930263"/>
                </a:cubicBezTo>
                <a:cubicBezTo>
                  <a:pt x="2634996" y="930263"/>
                  <a:pt x="2632329" y="932358"/>
                  <a:pt x="2630234" y="933406"/>
                </a:cubicBezTo>
                <a:lnTo>
                  <a:pt x="2627090" y="935501"/>
                </a:lnTo>
                <a:cubicBezTo>
                  <a:pt x="2626043" y="935978"/>
                  <a:pt x="2623376" y="937597"/>
                  <a:pt x="2621852" y="939121"/>
                </a:cubicBezTo>
                <a:lnTo>
                  <a:pt x="2617184" y="942264"/>
                </a:lnTo>
                <a:cubicBezTo>
                  <a:pt x="2609374" y="946455"/>
                  <a:pt x="2603087" y="949598"/>
                  <a:pt x="2595182" y="951694"/>
                </a:cubicBezTo>
                <a:cubicBezTo>
                  <a:pt x="2584228" y="954361"/>
                  <a:pt x="2574798" y="955885"/>
                  <a:pt x="2563273" y="956361"/>
                </a:cubicBezTo>
                <a:lnTo>
                  <a:pt x="2545937" y="957980"/>
                </a:lnTo>
                <a:cubicBezTo>
                  <a:pt x="2527078" y="959504"/>
                  <a:pt x="2513933" y="953218"/>
                  <a:pt x="2496693" y="946455"/>
                </a:cubicBezTo>
                <a:lnTo>
                  <a:pt x="2494121" y="944360"/>
                </a:lnTo>
                <a:lnTo>
                  <a:pt x="2488311" y="940645"/>
                </a:lnTo>
                <a:lnTo>
                  <a:pt x="2480977" y="935406"/>
                </a:lnTo>
                <a:lnTo>
                  <a:pt x="2478881" y="932263"/>
                </a:lnTo>
                <a:lnTo>
                  <a:pt x="2475738" y="927024"/>
                </a:lnTo>
                <a:cubicBezTo>
                  <a:pt x="2471547" y="920166"/>
                  <a:pt x="2473643" y="923881"/>
                  <a:pt x="2470499" y="918642"/>
                </a:cubicBezTo>
                <a:cubicBezTo>
                  <a:pt x="2466308" y="913403"/>
                  <a:pt x="2464689" y="900830"/>
                  <a:pt x="2462117" y="893972"/>
                </a:cubicBezTo>
                <a:cubicBezTo>
                  <a:pt x="2460022" y="887210"/>
                  <a:pt x="2460022" y="879875"/>
                  <a:pt x="2462117" y="870446"/>
                </a:cubicBezTo>
                <a:cubicBezTo>
                  <a:pt x="2462594" y="866255"/>
                  <a:pt x="2463165" y="862064"/>
                  <a:pt x="2464213" y="858920"/>
                </a:cubicBezTo>
                <a:lnTo>
                  <a:pt x="2465261" y="855301"/>
                </a:lnTo>
                <a:lnTo>
                  <a:pt x="2467832" y="849014"/>
                </a:lnTo>
                <a:cubicBezTo>
                  <a:pt x="2477262" y="825488"/>
                  <a:pt x="2501837" y="808724"/>
                  <a:pt x="2526506" y="805580"/>
                </a:cubicBezTo>
                <a:lnTo>
                  <a:pt x="2548985" y="803485"/>
                </a:lnTo>
                <a:cubicBezTo>
                  <a:pt x="2549462" y="803485"/>
                  <a:pt x="2551557" y="803485"/>
                  <a:pt x="2553653" y="802913"/>
                </a:cubicBezTo>
                <a:lnTo>
                  <a:pt x="2562035" y="802437"/>
                </a:lnTo>
                <a:lnTo>
                  <a:pt x="2574131" y="801866"/>
                </a:lnTo>
                <a:cubicBezTo>
                  <a:pt x="2577751" y="801866"/>
                  <a:pt x="2587276" y="800818"/>
                  <a:pt x="2596610" y="799770"/>
                </a:cubicBezTo>
                <a:cubicBezTo>
                  <a:pt x="2605469" y="798722"/>
                  <a:pt x="2631662" y="792436"/>
                  <a:pt x="2636901" y="783006"/>
                </a:cubicBezTo>
                <a:lnTo>
                  <a:pt x="2638997" y="778339"/>
                </a:lnTo>
                <a:lnTo>
                  <a:pt x="2640045" y="775196"/>
                </a:lnTo>
                <a:cubicBezTo>
                  <a:pt x="2640521" y="773576"/>
                  <a:pt x="2641092" y="771481"/>
                  <a:pt x="2640521" y="769957"/>
                </a:cubicBezTo>
                <a:cubicBezTo>
                  <a:pt x="2638425" y="755288"/>
                  <a:pt x="2639473" y="735953"/>
                  <a:pt x="2624328" y="725951"/>
                </a:cubicBezTo>
                <a:cubicBezTo>
                  <a:pt x="2616422" y="720713"/>
                  <a:pt x="2604897" y="719093"/>
                  <a:pt x="2597087" y="719093"/>
                </a:cubicBezTo>
                <a:cubicBezTo>
                  <a:pt x="2590324" y="718522"/>
                  <a:pt x="2583466" y="720141"/>
                  <a:pt x="2578227" y="721189"/>
                </a:cubicBezTo>
                <a:cubicBezTo>
                  <a:pt x="2570893" y="722808"/>
                  <a:pt x="2558320" y="726999"/>
                  <a:pt x="2552033" y="732238"/>
                </a:cubicBezTo>
                <a:cubicBezTo>
                  <a:pt x="2549938" y="734333"/>
                  <a:pt x="2547366" y="737477"/>
                  <a:pt x="2546318" y="739572"/>
                </a:cubicBezTo>
                <a:lnTo>
                  <a:pt x="2542604" y="745859"/>
                </a:lnTo>
                <a:cubicBezTo>
                  <a:pt x="2540032" y="751097"/>
                  <a:pt x="2537936" y="754717"/>
                  <a:pt x="2535841" y="759479"/>
                </a:cubicBezTo>
                <a:lnTo>
                  <a:pt x="2532698" y="759479"/>
                </a:lnTo>
                <a:cubicBezTo>
                  <a:pt x="2529554" y="759479"/>
                  <a:pt x="2526411" y="758432"/>
                  <a:pt x="2522696" y="758432"/>
                </a:cubicBezTo>
                <a:cubicBezTo>
                  <a:pt x="2518982" y="757860"/>
                  <a:pt x="2506980" y="757860"/>
                  <a:pt x="2494883" y="757384"/>
                </a:cubicBezTo>
                <a:lnTo>
                  <a:pt x="2479167" y="757384"/>
                </a:lnTo>
                <a:lnTo>
                  <a:pt x="2472881" y="757955"/>
                </a:lnTo>
                <a:close/>
                <a:moveTo>
                  <a:pt x="2627090" y="946836"/>
                </a:moveTo>
                <a:lnTo>
                  <a:pt x="2632329" y="943693"/>
                </a:lnTo>
                <a:lnTo>
                  <a:pt x="2635472" y="942169"/>
                </a:lnTo>
                <a:lnTo>
                  <a:pt x="2637568" y="940645"/>
                </a:lnTo>
                <a:cubicBezTo>
                  <a:pt x="2638616" y="943788"/>
                  <a:pt x="2639092" y="946931"/>
                  <a:pt x="2639663" y="950075"/>
                </a:cubicBezTo>
                <a:cubicBezTo>
                  <a:pt x="2642235" y="964267"/>
                  <a:pt x="2645378" y="959504"/>
                  <a:pt x="2658523" y="960076"/>
                </a:cubicBezTo>
                <a:lnTo>
                  <a:pt x="2666905" y="961600"/>
                </a:lnTo>
                <a:cubicBezTo>
                  <a:pt x="2684240" y="962171"/>
                  <a:pt x="2700433" y="956361"/>
                  <a:pt x="2717673" y="953789"/>
                </a:cubicBezTo>
                <a:cubicBezTo>
                  <a:pt x="2722912" y="953218"/>
                  <a:pt x="2721864" y="947979"/>
                  <a:pt x="2720816" y="944931"/>
                </a:cubicBezTo>
                <a:lnTo>
                  <a:pt x="2719769" y="940740"/>
                </a:lnTo>
                <a:cubicBezTo>
                  <a:pt x="2719292" y="939216"/>
                  <a:pt x="2719292" y="938073"/>
                  <a:pt x="2719292" y="936549"/>
                </a:cubicBezTo>
                <a:cubicBezTo>
                  <a:pt x="2717673" y="927691"/>
                  <a:pt x="2715101" y="915594"/>
                  <a:pt x="2712530" y="904069"/>
                </a:cubicBezTo>
                <a:cubicBezTo>
                  <a:pt x="2710434" y="893591"/>
                  <a:pt x="2709386" y="871112"/>
                  <a:pt x="2709386" y="866350"/>
                </a:cubicBezTo>
                <a:cubicBezTo>
                  <a:pt x="2709863" y="852729"/>
                  <a:pt x="2708910" y="791960"/>
                  <a:pt x="2708910" y="786149"/>
                </a:cubicBezTo>
                <a:cubicBezTo>
                  <a:pt x="2709386" y="780434"/>
                  <a:pt x="2709958" y="774148"/>
                  <a:pt x="2709958" y="768338"/>
                </a:cubicBezTo>
                <a:cubicBezTo>
                  <a:pt x="2709482" y="751574"/>
                  <a:pt x="2709958" y="733762"/>
                  <a:pt x="2705767" y="718046"/>
                </a:cubicBezTo>
                <a:cubicBezTo>
                  <a:pt x="2703671" y="709664"/>
                  <a:pt x="2698433" y="703377"/>
                  <a:pt x="2692622" y="696614"/>
                </a:cubicBezTo>
                <a:cubicBezTo>
                  <a:pt x="2680526" y="686137"/>
                  <a:pt x="2668048" y="675659"/>
                  <a:pt x="2652236" y="670897"/>
                </a:cubicBezTo>
                <a:cubicBezTo>
                  <a:pt x="2641759" y="667754"/>
                  <a:pt x="2630710" y="668325"/>
                  <a:pt x="2620328" y="667754"/>
                </a:cubicBezTo>
                <a:cubicBezTo>
                  <a:pt x="2615089" y="667277"/>
                  <a:pt x="2609374" y="666230"/>
                  <a:pt x="2603564" y="666230"/>
                </a:cubicBezTo>
                <a:cubicBezTo>
                  <a:pt x="2595182" y="666230"/>
                  <a:pt x="2584704" y="666230"/>
                  <a:pt x="2574227" y="667754"/>
                </a:cubicBezTo>
                <a:lnTo>
                  <a:pt x="2570036" y="669373"/>
                </a:lnTo>
                <a:lnTo>
                  <a:pt x="2552224" y="671945"/>
                </a:lnTo>
                <a:cubicBezTo>
                  <a:pt x="2544890" y="674040"/>
                  <a:pt x="2537079" y="677183"/>
                  <a:pt x="2527649" y="679850"/>
                </a:cubicBezTo>
                <a:cubicBezTo>
                  <a:pt x="2526030" y="680898"/>
                  <a:pt x="2525078" y="681946"/>
                  <a:pt x="2523458" y="682422"/>
                </a:cubicBezTo>
                <a:lnTo>
                  <a:pt x="2518220" y="685565"/>
                </a:lnTo>
                <a:cubicBezTo>
                  <a:pt x="2514505" y="687089"/>
                  <a:pt x="2511933" y="689280"/>
                  <a:pt x="2508790" y="692900"/>
                </a:cubicBezTo>
                <a:cubicBezTo>
                  <a:pt x="2492502" y="703377"/>
                  <a:pt x="2479453" y="719665"/>
                  <a:pt x="2467928" y="739001"/>
                </a:cubicBezTo>
                <a:cubicBezTo>
                  <a:pt x="2466308" y="746335"/>
                  <a:pt x="2463737" y="753669"/>
                  <a:pt x="2461641" y="760432"/>
                </a:cubicBezTo>
                <a:cubicBezTo>
                  <a:pt x="2460022" y="765194"/>
                  <a:pt x="2464213" y="766718"/>
                  <a:pt x="2467451" y="767290"/>
                </a:cubicBezTo>
                <a:lnTo>
                  <a:pt x="2470595" y="767861"/>
                </a:lnTo>
                <a:cubicBezTo>
                  <a:pt x="2474786" y="767290"/>
                  <a:pt x="2474309" y="767290"/>
                  <a:pt x="2474786" y="767861"/>
                </a:cubicBezTo>
                <a:lnTo>
                  <a:pt x="2495169" y="767861"/>
                </a:lnTo>
                <a:cubicBezTo>
                  <a:pt x="2506695" y="767861"/>
                  <a:pt x="2518791" y="768433"/>
                  <a:pt x="2522411" y="768433"/>
                </a:cubicBezTo>
                <a:cubicBezTo>
                  <a:pt x="2546985" y="770528"/>
                  <a:pt x="2539174" y="772624"/>
                  <a:pt x="2551748" y="751097"/>
                </a:cubicBezTo>
                <a:lnTo>
                  <a:pt x="2555462" y="744811"/>
                </a:lnTo>
                <a:cubicBezTo>
                  <a:pt x="2556510" y="742715"/>
                  <a:pt x="2557558" y="740620"/>
                  <a:pt x="2559177" y="739572"/>
                </a:cubicBezTo>
                <a:cubicBezTo>
                  <a:pt x="2563368" y="735857"/>
                  <a:pt x="2573274" y="732714"/>
                  <a:pt x="2580608" y="730619"/>
                </a:cubicBezTo>
                <a:cubicBezTo>
                  <a:pt x="2585847" y="730142"/>
                  <a:pt x="2591562" y="729095"/>
                  <a:pt x="2597372" y="729095"/>
                </a:cubicBezTo>
                <a:cubicBezTo>
                  <a:pt x="2604707" y="729095"/>
                  <a:pt x="2614136" y="730619"/>
                  <a:pt x="2618899" y="734333"/>
                </a:cubicBezTo>
                <a:cubicBezTo>
                  <a:pt x="2630424" y="741668"/>
                  <a:pt x="2629376" y="761099"/>
                  <a:pt x="2630900" y="771576"/>
                </a:cubicBezTo>
                <a:lnTo>
                  <a:pt x="2629853" y="774719"/>
                </a:lnTo>
                <a:lnTo>
                  <a:pt x="2625662" y="779958"/>
                </a:lnTo>
                <a:cubicBezTo>
                  <a:pt x="2606802" y="790436"/>
                  <a:pt x="2594229" y="789388"/>
                  <a:pt x="2573274" y="792055"/>
                </a:cubicBezTo>
                <a:lnTo>
                  <a:pt x="2561749" y="792626"/>
                </a:lnTo>
                <a:lnTo>
                  <a:pt x="2552891" y="793103"/>
                </a:lnTo>
                <a:lnTo>
                  <a:pt x="2547652" y="793674"/>
                </a:lnTo>
                <a:lnTo>
                  <a:pt x="2525649" y="795770"/>
                </a:lnTo>
                <a:cubicBezTo>
                  <a:pt x="2497360" y="799484"/>
                  <a:pt x="2469642" y="818249"/>
                  <a:pt x="2458593" y="845014"/>
                </a:cubicBezTo>
                <a:lnTo>
                  <a:pt x="2455926" y="851872"/>
                </a:lnTo>
                <a:lnTo>
                  <a:pt x="2454402" y="856539"/>
                </a:lnTo>
                <a:cubicBezTo>
                  <a:pt x="2453354" y="859682"/>
                  <a:pt x="2452783" y="863873"/>
                  <a:pt x="2452307" y="868636"/>
                </a:cubicBezTo>
                <a:cubicBezTo>
                  <a:pt x="2449640" y="879590"/>
                  <a:pt x="2450211" y="889019"/>
                  <a:pt x="2452783" y="897401"/>
                </a:cubicBezTo>
                <a:cubicBezTo>
                  <a:pt x="2455926" y="906260"/>
                  <a:pt x="2456974" y="917785"/>
                  <a:pt x="2463260" y="925691"/>
                </a:cubicBezTo>
                <a:cubicBezTo>
                  <a:pt x="2466404" y="931501"/>
                  <a:pt x="2463260" y="925691"/>
                  <a:pt x="2466880" y="932453"/>
                </a:cubicBezTo>
                <a:lnTo>
                  <a:pt x="2470023" y="937692"/>
                </a:lnTo>
                <a:lnTo>
                  <a:pt x="2472595" y="941883"/>
                </a:lnTo>
                <a:cubicBezTo>
                  <a:pt x="2473071" y="942359"/>
                  <a:pt x="2473643" y="942931"/>
                  <a:pt x="2476786" y="945026"/>
                </a:cubicBezTo>
                <a:lnTo>
                  <a:pt x="2482596" y="949217"/>
                </a:lnTo>
                <a:lnTo>
                  <a:pt x="2488311" y="952932"/>
                </a:lnTo>
                <a:lnTo>
                  <a:pt x="2492502" y="955504"/>
                </a:lnTo>
                <a:cubicBezTo>
                  <a:pt x="2511933" y="963314"/>
                  <a:pt x="2524982" y="969601"/>
                  <a:pt x="2546985" y="968077"/>
                </a:cubicBezTo>
                <a:lnTo>
                  <a:pt x="2563749" y="966553"/>
                </a:lnTo>
                <a:cubicBezTo>
                  <a:pt x="2575751" y="966077"/>
                  <a:pt x="2586228" y="963981"/>
                  <a:pt x="2597753" y="961314"/>
                </a:cubicBezTo>
                <a:cubicBezTo>
                  <a:pt x="2606612" y="959219"/>
                  <a:pt x="2614041" y="955504"/>
                  <a:pt x="2622899" y="950837"/>
                </a:cubicBezTo>
                <a:lnTo>
                  <a:pt x="2625471" y="948170"/>
                </a:lnTo>
                <a:lnTo>
                  <a:pt x="2627090" y="947122"/>
                </a:lnTo>
                <a:close/>
                <a:moveTo>
                  <a:pt x="2225326" y="870922"/>
                </a:moveTo>
                <a:cubicBezTo>
                  <a:pt x="2226374" y="876732"/>
                  <a:pt x="2228469" y="881876"/>
                  <a:pt x="2233708" y="887686"/>
                </a:cubicBezTo>
                <a:cubicBezTo>
                  <a:pt x="2243138" y="909117"/>
                  <a:pt x="2319052" y="934835"/>
                  <a:pt x="2335340" y="898640"/>
                </a:cubicBezTo>
                <a:cubicBezTo>
                  <a:pt x="2336864" y="897116"/>
                  <a:pt x="2338483" y="895496"/>
                  <a:pt x="2340007" y="891305"/>
                </a:cubicBezTo>
                <a:cubicBezTo>
                  <a:pt x="2341055" y="890258"/>
                  <a:pt x="2342102" y="888638"/>
                  <a:pt x="2344674" y="883971"/>
                </a:cubicBezTo>
                <a:cubicBezTo>
                  <a:pt x="2347341" y="864635"/>
                  <a:pt x="2339435" y="850443"/>
                  <a:pt x="2323719" y="845204"/>
                </a:cubicBezTo>
                <a:cubicBezTo>
                  <a:pt x="2305336" y="839394"/>
                  <a:pt x="2282857" y="835775"/>
                  <a:pt x="2265617" y="828917"/>
                </a:cubicBezTo>
                <a:lnTo>
                  <a:pt x="2262950" y="828440"/>
                </a:lnTo>
                <a:cubicBezTo>
                  <a:pt x="2258759" y="825773"/>
                  <a:pt x="2254091" y="824726"/>
                  <a:pt x="2249329" y="823202"/>
                </a:cubicBezTo>
                <a:cubicBezTo>
                  <a:pt x="2230469" y="817963"/>
                  <a:pt x="2211610" y="813200"/>
                  <a:pt x="2195894" y="801199"/>
                </a:cubicBezTo>
                <a:lnTo>
                  <a:pt x="2192274" y="798056"/>
                </a:lnTo>
                <a:lnTo>
                  <a:pt x="2190179" y="794341"/>
                </a:lnTo>
                <a:lnTo>
                  <a:pt x="2188083" y="791198"/>
                </a:lnTo>
                <a:cubicBezTo>
                  <a:pt x="2187512" y="790150"/>
                  <a:pt x="2186464" y="789102"/>
                  <a:pt x="2184940" y="786435"/>
                </a:cubicBezTo>
                <a:cubicBezTo>
                  <a:pt x="2183892" y="779101"/>
                  <a:pt x="2175034" y="759670"/>
                  <a:pt x="2177606" y="753955"/>
                </a:cubicBezTo>
                <a:cubicBezTo>
                  <a:pt x="2178653" y="751383"/>
                  <a:pt x="2179701" y="748240"/>
                  <a:pt x="2179225" y="745097"/>
                </a:cubicBezTo>
                <a:lnTo>
                  <a:pt x="2180749" y="738810"/>
                </a:lnTo>
                <a:cubicBezTo>
                  <a:pt x="2181797" y="736238"/>
                  <a:pt x="2182368" y="734048"/>
                  <a:pt x="2183416" y="731952"/>
                </a:cubicBezTo>
                <a:cubicBezTo>
                  <a:pt x="2184464" y="730333"/>
                  <a:pt x="2184940" y="729380"/>
                  <a:pt x="2185511" y="728237"/>
                </a:cubicBezTo>
                <a:lnTo>
                  <a:pt x="2187131" y="725666"/>
                </a:lnTo>
                <a:lnTo>
                  <a:pt x="2191322" y="718808"/>
                </a:lnTo>
                <a:cubicBezTo>
                  <a:pt x="2193417" y="716712"/>
                  <a:pt x="2194465" y="715093"/>
                  <a:pt x="2195989" y="711950"/>
                </a:cubicBezTo>
                <a:cubicBezTo>
                  <a:pt x="2199132" y="708806"/>
                  <a:pt x="2203799" y="705092"/>
                  <a:pt x="2206466" y="702520"/>
                </a:cubicBezTo>
                <a:cubicBezTo>
                  <a:pt x="2209610" y="699853"/>
                  <a:pt x="2212181" y="698329"/>
                  <a:pt x="2215896" y="696233"/>
                </a:cubicBezTo>
                <a:cubicBezTo>
                  <a:pt x="2217992" y="694614"/>
                  <a:pt x="2219611" y="693566"/>
                  <a:pt x="2222183" y="692519"/>
                </a:cubicBezTo>
                <a:lnTo>
                  <a:pt x="2228469" y="689375"/>
                </a:lnTo>
                <a:cubicBezTo>
                  <a:pt x="2230565" y="688804"/>
                  <a:pt x="2232660" y="688328"/>
                  <a:pt x="2234184" y="687280"/>
                </a:cubicBezTo>
                <a:cubicBezTo>
                  <a:pt x="2237327" y="685184"/>
                  <a:pt x="2242566" y="683565"/>
                  <a:pt x="2250948" y="682613"/>
                </a:cubicBezTo>
                <a:cubicBezTo>
                  <a:pt x="2283428" y="676898"/>
                  <a:pt x="2308098" y="675278"/>
                  <a:pt x="2339531" y="688899"/>
                </a:cubicBezTo>
                <a:lnTo>
                  <a:pt x="2344769" y="690995"/>
                </a:lnTo>
                <a:cubicBezTo>
                  <a:pt x="2346389" y="691566"/>
                  <a:pt x="2347913" y="692042"/>
                  <a:pt x="2348960" y="692042"/>
                </a:cubicBezTo>
                <a:lnTo>
                  <a:pt x="2352104" y="693566"/>
                </a:lnTo>
                <a:lnTo>
                  <a:pt x="2358390" y="696233"/>
                </a:lnTo>
                <a:lnTo>
                  <a:pt x="2366201" y="699853"/>
                </a:lnTo>
                <a:lnTo>
                  <a:pt x="2368772" y="700901"/>
                </a:lnTo>
                <a:cubicBezTo>
                  <a:pt x="2386108" y="712902"/>
                  <a:pt x="2394490" y="732905"/>
                  <a:pt x="2399729" y="758527"/>
                </a:cubicBezTo>
                <a:cubicBezTo>
                  <a:pt x="2380869" y="755384"/>
                  <a:pt x="2367725" y="753764"/>
                  <a:pt x="2347341" y="756431"/>
                </a:cubicBezTo>
                <a:cubicBezTo>
                  <a:pt x="2343626" y="745954"/>
                  <a:pt x="2335340" y="741763"/>
                  <a:pt x="2332101" y="734429"/>
                </a:cubicBezTo>
                <a:lnTo>
                  <a:pt x="2327910" y="729761"/>
                </a:lnTo>
                <a:cubicBezTo>
                  <a:pt x="2325815" y="728142"/>
                  <a:pt x="2324291" y="726047"/>
                  <a:pt x="2321624" y="724999"/>
                </a:cubicBezTo>
                <a:lnTo>
                  <a:pt x="2318480" y="723475"/>
                </a:lnTo>
                <a:cubicBezTo>
                  <a:pt x="2316385" y="722903"/>
                  <a:pt x="2313813" y="721856"/>
                  <a:pt x="2310670" y="720808"/>
                </a:cubicBezTo>
                <a:lnTo>
                  <a:pt x="2303336" y="719284"/>
                </a:lnTo>
                <a:lnTo>
                  <a:pt x="2299145" y="718236"/>
                </a:lnTo>
                <a:lnTo>
                  <a:pt x="2289143" y="717665"/>
                </a:lnTo>
                <a:cubicBezTo>
                  <a:pt x="2286000" y="717665"/>
                  <a:pt x="2282857" y="717093"/>
                  <a:pt x="2279237" y="718236"/>
                </a:cubicBezTo>
                <a:cubicBezTo>
                  <a:pt x="2277142" y="718236"/>
                  <a:pt x="2275046" y="719284"/>
                  <a:pt x="2271903" y="720332"/>
                </a:cubicBezTo>
                <a:lnTo>
                  <a:pt x="2267712" y="721379"/>
                </a:lnTo>
                <a:cubicBezTo>
                  <a:pt x="2265617" y="721951"/>
                  <a:pt x="2262473" y="722427"/>
                  <a:pt x="2259330" y="725094"/>
                </a:cubicBezTo>
                <a:cubicBezTo>
                  <a:pt x="2253615" y="728809"/>
                  <a:pt x="2246186" y="737096"/>
                  <a:pt x="2246186" y="746049"/>
                </a:cubicBezTo>
                <a:cubicBezTo>
                  <a:pt x="2245138" y="766433"/>
                  <a:pt x="2262473" y="771671"/>
                  <a:pt x="2277618" y="780625"/>
                </a:cubicBezTo>
                <a:cubicBezTo>
                  <a:pt x="2278094" y="780625"/>
                  <a:pt x="2279142" y="781196"/>
                  <a:pt x="2281238" y="782244"/>
                </a:cubicBezTo>
                <a:lnTo>
                  <a:pt x="2288096" y="784816"/>
                </a:lnTo>
                <a:cubicBezTo>
                  <a:pt x="2292287" y="786340"/>
                  <a:pt x="2297525" y="790055"/>
                  <a:pt x="2302764" y="790055"/>
                </a:cubicBezTo>
                <a:lnTo>
                  <a:pt x="2308479" y="792150"/>
                </a:lnTo>
                <a:lnTo>
                  <a:pt x="2314289" y="794246"/>
                </a:lnTo>
                <a:cubicBezTo>
                  <a:pt x="2315813" y="794246"/>
                  <a:pt x="2317433" y="794817"/>
                  <a:pt x="2318957" y="795293"/>
                </a:cubicBezTo>
                <a:cubicBezTo>
                  <a:pt x="2347246" y="797389"/>
                  <a:pt x="2355628" y="799484"/>
                  <a:pt x="2379726" y="816725"/>
                </a:cubicBezTo>
                <a:cubicBezTo>
                  <a:pt x="2386013" y="821392"/>
                  <a:pt x="2390680" y="827202"/>
                  <a:pt x="2396490" y="834536"/>
                </a:cubicBezTo>
                <a:cubicBezTo>
                  <a:pt x="2406968" y="842347"/>
                  <a:pt x="2403824" y="872255"/>
                  <a:pt x="2402205" y="884352"/>
                </a:cubicBezTo>
                <a:cubicBezTo>
                  <a:pt x="2402205" y="886924"/>
                  <a:pt x="2402777" y="890639"/>
                  <a:pt x="2401729" y="894258"/>
                </a:cubicBezTo>
                <a:cubicBezTo>
                  <a:pt x="2399633" y="904259"/>
                  <a:pt x="2393347" y="912546"/>
                  <a:pt x="2388584" y="921976"/>
                </a:cubicBezTo>
                <a:cubicBezTo>
                  <a:pt x="2381726" y="929310"/>
                  <a:pt x="2359247" y="935597"/>
                  <a:pt x="2349818" y="939216"/>
                </a:cubicBezTo>
                <a:lnTo>
                  <a:pt x="2346198" y="940835"/>
                </a:lnTo>
                <a:cubicBezTo>
                  <a:pt x="2345150" y="941312"/>
                  <a:pt x="2342007" y="942931"/>
                  <a:pt x="2343055" y="942359"/>
                </a:cubicBezTo>
                <a:cubicBezTo>
                  <a:pt x="2340483" y="943407"/>
                  <a:pt x="2337340" y="943883"/>
                  <a:pt x="2333149" y="945503"/>
                </a:cubicBezTo>
                <a:cubicBezTo>
                  <a:pt x="2327434" y="949694"/>
                  <a:pt x="2319528" y="951789"/>
                  <a:pt x="2310575" y="952361"/>
                </a:cubicBezTo>
                <a:cubicBezTo>
                  <a:pt x="2306384" y="952361"/>
                  <a:pt x="2302764" y="953408"/>
                  <a:pt x="2298573" y="953408"/>
                </a:cubicBezTo>
                <a:cubicBezTo>
                  <a:pt x="2277047" y="950837"/>
                  <a:pt x="2256092" y="951884"/>
                  <a:pt x="2235232" y="946550"/>
                </a:cubicBezTo>
                <a:cubicBezTo>
                  <a:pt x="2221611" y="943407"/>
                  <a:pt x="2212181" y="943979"/>
                  <a:pt x="2202275" y="932930"/>
                </a:cubicBezTo>
                <a:lnTo>
                  <a:pt x="2199132" y="929310"/>
                </a:lnTo>
                <a:lnTo>
                  <a:pt x="2193893" y="923500"/>
                </a:lnTo>
                <a:cubicBezTo>
                  <a:pt x="2192369" y="918737"/>
                  <a:pt x="2189226" y="914642"/>
                  <a:pt x="2186559" y="910927"/>
                </a:cubicBezTo>
                <a:cubicBezTo>
                  <a:pt x="2183987" y="906736"/>
                  <a:pt x="2181320" y="897782"/>
                  <a:pt x="2178749" y="895782"/>
                </a:cubicBezTo>
                <a:cubicBezTo>
                  <a:pt x="2178272" y="894734"/>
                  <a:pt x="2178749" y="894734"/>
                  <a:pt x="2178272" y="892067"/>
                </a:cubicBezTo>
                <a:cubicBezTo>
                  <a:pt x="2176177" y="887400"/>
                  <a:pt x="2175129" y="883685"/>
                  <a:pt x="2174558" y="879494"/>
                </a:cubicBezTo>
                <a:lnTo>
                  <a:pt x="2174081" y="871589"/>
                </a:lnTo>
                <a:cubicBezTo>
                  <a:pt x="2185607" y="871112"/>
                  <a:pt x="2197608" y="869017"/>
                  <a:pt x="2209705" y="870065"/>
                </a:cubicBezTo>
                <a:cubicBezTo>
                  <a:pt x="2214372" y="870636"/>
                  <a:pt x="2216468" y="870636"/>
                  <a:pt x="2221706" y="870636"/>
                </a:cubicBezTo>
                <a:lnTo>
                  <a:pt x="2225326" y="870636"/>
                </a:lnTo>
                <a:close/>
                <a:moveTo>
                  <a:pt x="2301335" y="728999"/>
                </a:moveTo>
                <a:lnTo>
                  <a:pt x="2308098" y="731095"/>
                </a:lnTo>
                <a:cubicBezTo>
                  <a:pt x="2310670" y="731666"/>
                  <a:pt x="2312765" y="732714"/>
                  <a:pt x="2314861" y="733190"/>
                </a:cubicBezTo>
                <a:lnTo>
                  <a:pt x="2318004" y="734238"/>
                </a:lnTo>
                <a:lnTo>
                  <a:pt x="2320576" y="737381"/>
                </a:lnTo>
                <a:lnTo>
                  <a:pt x="2323719" y="741096"/>
                </a:lnTo>
                <a:cubicBezTo>
                  <a:pt x="2326862" y="747954"/>
                  <a:pt x="2334673" y="752145"/>
                  <a:pt x="2337340" y="759479"/>
                </a:cubicBezTo>
                <a:cubicBezTo>
                  <a:pt x="2338388" y="769481"/>
                  <a:pt x="2342579" y="767861"/>
                  <a:pt x="2349913" y="766337"/>
                </a:cubicBezTo>
                <a:cubicBezTo>
                  <a:pt x="2371439" y="764242"/>
                  <a:pt x="2383917" y="766814"/>
                  <a:pt x="2404967" y="769481"/>
                </a:cubicBezTo>
                <a:cubicBezTo>
                  <a:pt x="2409158" y="769957"/>
                  <a:pt x="2411730" y="767861"/>
                  <a:pt x="2410682" y="763670"/>
                </a:cubicBezTo>
                <a:cubicBezTo>
                  <a:pt x="2405444" y="734333"/>
                  <a:pt x="2396490" y="708140"/>
                  <a:pt x="2373535" y="692423"/>
                </a:cubicBezTo>
                <a:lnTo>
                  <a:pt x="2370868" y="690804"/>
                </a:lnTo>
                <a:lnTo>
                  <a:pt x="2362010" y="687089"/>
                </a:lnTo>
                <a:lnTo>
                  <a:pt x="2355723" y="684518"/>
                </a:lnTo>
                <a:lnTo>
                  <a:pt x="2351056" y="682994"/>
                </a:lnTo>
                <a:lnTo>
                  <a:pt x="2348484" y="681946"/>
                </a:lnTo>
                <a:lnTo>
                  <a:pt x="2343722" y="679850"/>
                </a:lnTo>
                <a:cubicBezTo>
                  <a:pt x="2319623" y="669849"/>
                  <a:pt x="2299240" y="666706"/>
                  <a:pt x="2273046" y="669373"/>
                </a:cubicBezTo>
                <a:cubicBezTo>
                  <a:pt x="2263045" y="669944"/>
                  <a:pt x="2237423" y="674040"/>
                  <a:pt x="2229041" y="679374"/>
                </a:cubicBezTo>
                <a:lnTo>
                  <a:pt x="2226469" y="679946"/>
                </a:lnTo>
                <a:lnTo>
                  <a:pt x="2223326" y="680993"/>
                </a:lnTo>
                <a:cubicBezTo>
                  <a:pt x="2219135" y="683089"/>
                  <a:pt x="2214467" y="685184"/>
                  <a:pt x="2210181" y="688328"/>
                </a:cubicBezTo>
                <a:cubicBezTo>
                  <a:pt x="2206562" y="690423"/>
                  <a:pt x="2203418" y="693090"/>
                  <a:pt x="2200275" y="695662"/>
                </a:cubicBezTo>
                <a:cubicBezTo>
                  <a:pt x="2197132" y="698234"/>
                  <a:pt x="2191893" y="702520"/>
                  <a:pt x="2188274" y="706139"/>
                </a:cubicBezTo>
                <a:lnTo>
                  <a:pt x="2186178" y="709283"/>
                </a:lnTo>
                <a:lnTo>
                  <a:pt x="2183035" y="713474"/>
                </a:lnTo>
                <a:lnTo>
                  <a:pt x="2177796" y="721856"/>
                </a:lnTo>
                <a:lnTo>
                  <a:pt x="2176748" y="723951"/>
                </a:lnTo>
                <a:cubicBezTo>
                  <a:pt x="2176748" y="724999"/>
                  <a:pt x="2176272" y="725475"/>
                  <a:pt x="2174653" y="727094"/>
                </a:cubicBezTo>
                <a:cubicBezTo>
                  <a:pt x="2173605" y="730238"/>
                  <a:pt x="2172557" y="733381"/>
                  <a:pt x="2171510" y="735953"/>
                </a:cubicBezTo>
                <a:lnTo>
                  <a:pt x="2169414" y="743763"/>
                </a:lnTo>
                <a:lnTo>
                  <a:pt x="2169414" y="746430"/>
                </a:lnTo>
                <a:cubicBezTo>
                  <a:pt x="2169414" y="747954"/>
                  <a:pt x="2168843" y="749573"/>
                  <a:pt x="2168366" y="751097"/>
                </a:cubicBezTo>
                <a:cubicBezTo>
                  <a:pt x="2163128" y="763194"/>
                  <a:pt x="2174653" y="776720"/>
                  <a:pt x="2175701" y="790340"/>
                </a:cubicBezTo>
                <a:lnTo>
                  <a:pt x="2177796" y="794055"/>
                </a:lnTo>
                <a:cubicBezTo>
                  <a:pt x="2178844" y="795103"/>
                  <a:pt x="2179415" y="796151"/>
                  <a:pt x="2179892" y="797198"/>
                </a:cubicBezTo>
                <a:lnTo>
                  <a:pt x="2182559" y="800913"/>
                </a:lnTo>
                <a:cubicBezTo>
                  <a:pt x="2182559" y="800913"/>
                  <a:pt x="2183035" y="801485"/>
                  <a:pt x="2187226" y="807200"/>
                </a:cubicBezTo>
                <a:lnTo>
                  <a:pt x="2189798" y="809295"/>
                </a:lnTo>
                <a:cubicBezTo>
                  <a:pt x="2206562" y="822344"/>
                  <a:pt x="2226469" y="827583"/>
                  <a:pt x="2246376" y="833393"/>
                </a:cubicBezTo>
                <a:cubicBezTo>
                  <a:pt x="2249996" y="834441"/>
                  <a:pt x="2254758" y="834917"/>
                  <a:pt x="2258378" y="837584"/>
                </a:cubicBezTo>
                <a:lnTo>
                  <a:pt x="2262569" y="838632"/>
                </a:lnTo>
                <a:cubicBezTo>
                  <a:pt x="2279904" y="845490"/>
                  <a:pt x="2302383" y="849110"/>
                  <a:pt x="2320195" y="855396"/>
                </a:cubicBezTo>
                <a:cubicBezTo>
                  <a:pt x="2330672" y="858539"/>
                  <a:pt x="2336959" y="866921"/>
                  <a:pt x="2334863" y="881590"/>
                </a:cubicBezTo>
                <a:cubicBezTo>
                  <a:pt x="2332768" y="884733"/>
                  <a:pt x="2331244" y="886829"/>
                  <a:pt x="2329625" y="890448"/>
                </a:cubicBezTo>
                <a:lnTo>
                  <a:pt x="2326481" y="894068"/>
                </a:lnTo>
                <a:cubicBezTo>
                  <a:pt x="2317052" y="917594"/>
                  <a:pt x="2249424" y="902926"/>
                  <a:pt x="2242090" y="882066"/>
                </a:cubicBezTo>
                <a:cubicBezTo>
                  <a:pt x="2237423" y="876827"/>
                  <a:pt x="2236375" y="873208"/>
                  <a:pt x="2235327" y="867969"/>
                </a:cubicBezTo>
                <a:cubicBezTo>
                  <a:pt x="2234279" y="859587"/>
                  <a:pt x="2227993" y="861111"/>
                  <a:pt x="2221706" y="861111"/>
                </a:cubicBezTo>
                <a:cubicBezTo>
                  <a:pt x="2216944" y="861111"/>
                  <a:pt x="2214848" y="861111"/>
                  <a:pt x="2210657" y="860540"/>
                </a:cubicBezTo>
                <a:cubicBezTo>
                  <a:pt x="2196560" y="859016"/>
                  <a:pt x="2182368" y="863207"/>
                  <a:pt x="2168271" y="862159"/>
                </a:cubicBezTo>
                <a:cubicBezTo>
                  <a:pt x="2157794" y="861587"/>
                  <a:pt x="2166652" y="890924"/>
                  <a:pt x="2168747" y="895687"/>
                </a:cubicBezTo>
                <a:cubicBezTo>
                  <a:pt x="2168747" y="898830"/>
                  <a:pt x="2170367" y="901973"/>
                  <a:pt x="2172367" y="903593"/>
                </a:cubicBezTo>
                <a:cubicBezTo>
                  <a:pt x="2173415" y="913022"/>
                  <a:pt x="2181797" y="919785"/>
                  <a:pt x="2184940" y="928739"/>
                </a:cubicBezTo>
                <a:lnTo>
                  <a:pt x="2188559" y="932930"/>
                </a:lnTo>
                <a:lnTo>
                  <a:pt x="2191226" y="936073"/>
                </a:lnTo>
                <a:lnTo>
                  <a:pt x="2194846" y="940264"/>
                </a:lnTo>
                <a:cubicBezTo>
                  <a:pt x="2206847" y="953885"/>
                  <a:pt x="2216372" y="952837"/>
                  <a:pt x="2232565" y="957028"/>
                </a:cubicBezTo>
                <a:cubicBezTo>
                  <a:pt x="2253996" y="962267"/>
                  <a:pt x="2275523" y="961219"/>
                  <a:pt x="2297525" y="963886"/>
                </a:cubicBezTo>
                <a:cubicBezTo>
                  <a:pt x="2302193" y="964457"/>
                  <a:pt x="2306384" y="962838"/>
                  <a:pt x="2311146" y="962838"/>
                </a:cubicBezTo>
                <a:cubicBezTo>
                  <a:pt x="2320576" y="962267"/>
                  <a:pt x="2330482" y="960171"/>
                  <a:pt x="2338388" y="954456"/>
                </a:cubicBezTo>
                <a:cubicBezTo>
                  <a:pt x="2342007" y="953408"/>
                  <a:pt x="2346770" y="952932"/>
                  <a:pt x="2349913" y="950741"/>
                </a:cubicBezTo>
                <a:lnTo>
                  <a:pt x="2353628" y="949217"/>
                </a:lnTo>
                <a:cubicBezTo>
                  <a:pt x="2365629" y="944550"/>
                  <a:pt x="2388203" y="938740"/>
                  <a:pt x="2397633" y="927215"/>
                </a:cubicBezTo>
                <a:cubicBezTo>
                  <a:pt x="2402872" y="916737"/>
                  <a:pt x="2409158" y="908355"/>
                  <a:pt x="2411825" y="896354"/>
                </a:cubicBezTo>
                <a:cubicBezTo>
                  <a:pt x="2412302" y="893210"/>
                  <a:pt x="2412302" y="889591"/>
                  <a:pt x="2412302" y="885876"/>
                </a:cubicBezTo>
                <a:cubicBezTo>
                  <a:pt x="2414397" y="869684"/>
                  <a:pt x="2417540" y="839299"/>
                  <a:pt x="2403443" y="827678"/>
                </a:cubicBezTo>
                <a:cubicBezTo>
                  <a:pt x="2398205" y="820344"/>
                  <a:pt x="2392490" y="814629"/>
                  <a:pt x="2385632" y="809390"/>
                </a:cubicBezTo>
                <a:cubicBezTo>
                  <a:pt x="2359914" y="790531"/>
                  <a:pt x="2350580" y="787864"/>
                  <a:pt x="2319623" y="785292"/>
                </a:cubicBezTo>
                <a:cubicBezTo>
                  <a:pt x="2317052" y="785292"/>
                  <a:pt x="2306003" y="781101"/>
                  <a:pt x="2303336" y="781101"/>
                </a:cubicBezTo>
                <a:cubicBezTo>
                  <a:pt x="2301240" y="780053"/>
                  <a:pt x="2297049" y="777958"/>
                  <a:pt x="2292382" y="776434"/>
                </a:cubicBezTo>
                <a:lnTo>
                  <a:pt x="2285048" y="773291"/>
                </a:lnTo>
                <a:cubicBezTo>
                  <a:pt x="2283428" y="772814"/>
                  <a:pt x="2281904" y="772243"/>
                  <a:pt x="2280285" y="771767"/>
                </a:cubicBezTo>
                <a:cubicBezTo>
                  <a:pt x="2270855" y="766052"/>
                  <a:pt x="2255139" y="760718"/>
                  <a:pt x="2256187" y="746621"/>
                </a:cubicBezTo>
                <a:cubicBezTo>
                  <a:pt x="2256187" y="742906"/>
                  <a:pt x="2260378" y="736619"/>
                  <a:pt x="2265045" y="733476"/>
                </a:cubicBezTo>
                <a:cubicBezTo>
                  <a:pt x="2268188" y="731381"/>
                  <a:pt x="2271332" y="731381"/>
                  <a:pt x="2275999" y="730333"/>
                </a:cubicBezTo>
                <a:lnTo>
                  <a:pt x="2278094" y="729285"/>
                </a:lnTo>
                <a:cubicBezTo>
                  <a:pt x="2279142" y="728714"/>
                  <a:pt x="2279714" y="728714"/>
                  <a:pt x="2280761" y="728714"/>
                </a:cubicBezTo>
                <a:cubicBezTo>
                  <a:pt x="2283333" y="728142"/>
                  <a:pt x="2286000" y="728142"/>
                  <a:pt x="2288572" y="728142"/>
                </a:cubicBezTo>
                <a:lnTo>
                  <a:pt x="2299526" y="728714"/>
                </a:lnTo>
                <a:lnTo>
                  <a:pt x="2301145" y="729285"/>
                </a:lnTo>
                <a:close/>
                <a:moveTo>
                  <a:pt x="1926717" y="940073"/>
                </a:moveTo>
                <a:lnTo>
                  <a:pt x="1904714" y="940550"/>
                </a:lnTo>
                <a:lnTo>
                  <a:pt x="1899476" y="940550"/>
                </a:lnTo>
                <a:lnTo>
                  <a:pt x="1900047" y="931691"/>
                </a:lnTo>
                <a:cubicBezTo>
                  <a:pt x="1904714" y="848443"/>
                  <a:pt x="1896332" y="765099"/>
                  <a:pt x="1894808" y="682327"/>
                </a:cubicBezTo>
                <a:cubicBezTo>
                  <a:pt x="1894332" y="662420"/>
                  <a:pt x="1895380" y="600126"/>
                  <a:pt x="1895856" y="595364"/>
                </a:cubicBezTo>
                <a:lnTo>
                  <a:pt x="1895856" y="587553"/>
                </a:lnTo>
                <a:lnTo>
                  <a:pt x="1901095" y="587553"/>
                </a:lnTo>
                <a:cubicBezTo>
                  <a:pt x="1917859" y="588125"/>
                  <a:pt x="1934623" y="588125"/>
                  <a:pt x="1951387" y="585934"/>
                </a:cubicBezTo>
                <a:cubicBezTo>
                  <a:pt x="1951387" y="595840"/>
                  <a:pt x="1951387" y="606413"/>
                  <a:pt x="1951863" y="616795"/>
                </a:cubicBezTo>
                <a:cubicBezTo>
                  <a:pt x="1951863" y="630416"/>
                  <a:pt x="1953959" y="696424"/>
                  <a:pt x="1955578" y="712140"/>
                </a:cubicBezTo>
                <a:cubicBezTo>
                  <a:pt x="1957102" y="727285"/>
                  <a:pt x="1958721" y="742049"/>
                  <a:pt x="1957673" y="757193"/>
                </a:cubicBezTo>
                <a:cubicBezTo>
                  <a:pt x="1957673" y="757765"/>
                  <a:pt x="1957673" y="759765"/>
                  <a:pt x="1958150" y="761384"/>
                </a:cubicBezTo>
                <a:lnTo>
                  <a:pt x="1959769" y="764528"/>
                </a:lnTo>
                <a:cubicBezTo>
                  <a:pt x="1958150" y="772433"/>
                  <a:pt x="1965484" y="778148"/>
                  <a:pt x="1973389" y="773957"/>
                </a:cubicBezTo>
                <a:cubicBezTo>
                  <a:pt x="1979676" y="770814"/>
                  <a:pt x="1983867" y="766147"/>
                  <a:pt x="1987010" y="763004"/>
                </a:cubicBezTo>
                <a:cubicBezTo>
                  <a:pt x="2011585" y="737858"/>
                  <a:pt x="2039874" y="716331"/>
                  <a:pt x="2062925" y="688613"/>
                </a:cubicBezTo>
                <a:lnTo>
                  <a:pt x="2068639" y="688613"/>
                </a:lnTo>
                <a:cubicBezTo>
                  <a:pt x="2070259" y="688613"/>
                  <a:pt x="2078069" y="688042"/>
                  <a:pt x="2085404" y="687566"/>
                </a:cubicBezTo>
                <a:lnTo>
                  <a:pt x="2095881" y="686994"/>
                </a:lnTo>
                <a:lnTo>
                  <a:pt x="2100644" y="686994"/>
                </a:lnTo>
                <a:cubicBezTo>
                  <a:pt x="2113788" y="687566"/>
                  <a:pt x="2123123" y="688042"/>
                  <a:pt x="2123123" y="688042"/>
                </a:cubicBezTo>
                <a:cubicBezTo>
                  <a:pt x="2116360" y="696424"/>
                  <a:pt x="2115312" y="696900"/>
                  <a:pt x="2104835" y="704234"/>
                </a:cubicBezTo>
                <a:cubicBezTo>
                  <a:pt x="2097500" y="713664"/>
                  <a:pt x="2087499" y="720998"/>
                  <a:pt x="2080165" y="730428"/>
                </a:cubicBezTo>
                <a:lnTo>
                  <a:pt x="2077593" y="732047"/>
                </a:lnTo>
                <a:lnTo>
                  <a:pt x="2073878" y="734619"/>
                </a:lnTo>
                <a:cubicBezTo>
                  <a:pt x="2061877" y="748240"/>
                  <a:pt x="2049780" y="761861"/>
                  <a:pt x="2038826" y="776529"/>
                </a:cubicBezTo>
                <a:cubicBezTo>
                  <a:pt x="2034635" y="782339"/>
                  <a:pt x="2039398" y="789674"/>
                  <a:pt x="2043493" y="794341"/>
                </a:cubicBezTo>
                <a:lnTo>
                  <a:pt x="2046161" y="796436"/>
                </a:lnTo>
                <a:cubicBezTo>
                  <a:pt x="2047208" y="798056"/>
                  <a:pt x="2047685" y="799103"/>
                  <a:pt x="2048732" y="799580"/>
                </a:cubicBezTo>
                <a:cubicBezTo>
                  <a:pt x="2049304" y="801675"/>
                  <a:pt x="2050352" y="803294"/>
                  <a:pt x="2051876" y="804818"/>
                </a:cubicBezTo>
                <a:lnTo>
                  <a:pt x="2054447" y="807962"/>
                </a:lnTo>
                <a:cubicBezTo>
                  <a:pt x="2060258" y="818439"/>
                  <a:pt x="2069116" y="827297"/>
                  <a:pt x="2075974" y="837299"/>
                </a:cubicBezTo>
                <a:cubicBezTo>
                  <a:pt x="2089595" y="859873"/>
                  <a:pt x="2105311" y="888162"/>
                  <a:pt x="2121599" y="909117"/>
                </a:cubicBezTo>
                <a:cubicBezTo>
                  <a:pt x="2124742" y="916451"/>
                  <a:pt x="2127885" y="924262"/>
                  <a:pt x="2133600" y="930072"/>
                </a:cubicBezTo>
                <a:cubicBezTo>
                  <a:pt x="2136743" y="935882"/>
                  <a:pt x="2138839" y="940073"/>
                  <a:pt x="2141411" y="943693"/>
                </a:cubicBezTo>
                <a:lnTo>
                  <a:pt x="2143506" y="946836"/>
                </a:lnTo>
                <a:lnTo>
                  <a:pt x="2136743" y="945788"/>
                </a:lnTo>
                <a:lnTo>
                  <a:pt x="2130457" y="945788"/>
                </a:lnTo>
                <a:cubicBezTo>
                  <a:pt x="2119503" y="946265"/>
                  <a:pt x="2107406" y="944741"/>
                  <a:pt x="2096453" y="944264"/>
                </a:cubicBezTo>
                <a:cubicBezTo>
                  <a:pt x="2089690" y="944264"/>
                  <a:pt x="2082260" y="942740"/>
                  <a:pt x="2075974" y="942740"/>
                </a:cubicBezTo>
                <a:cubicBezTo>
                  <a:pt x="2073402" y="942740"/>
                  <a:pt x="2070259" y="942740"/>
                  <a:pt x="2067592" y="943217"/>
                </a:cubicBezTo>
                <a:cubicBezTo>
                  <a:pt x="2066544" y="940550"/>
                  <a:pt x="2065496" y="939026"/>
                  <a:pt x="2065020" y="937406"/>
                </a:cubicBezTo>
                <a:lnTo>
                  <a:pt x="2061877" y="932168"/>
                </a:lnTo>
                <a:cubicBezTo>
                  <a:pt x="2060353" y="929596"/>
                  <a:pt x="2059305" y="927500"/>
                  <a:pt x="2058734" y="925405"/>
                </a:cubicBezTo>
                <a:cubicBezTo>
                  <a:pt x="2058734" y="922738"/>
                  <a:pt x="2057686" y="920642"/>
                  <a:pt x="2055590" y="919118"/>
                </a:cubicBezTo>
                <a:cubicBezTo>
                  <a:pt x="2053495" y="913308"/>
                  <a:pt x="2049875" y="908165"/>
                  <a:pt x="2046161" y="903402"/>
                </a:cubicBezTo>
                <a:cubicBezTo>
                  <a:pt x="2045589" y="901307"/>
                  <a:pt x="2044541" y="898735"/>
                  <a:pt x="2043017" y="897116"/>
                </a:cubicBezTo>
                <a:cubicBezTo>
                  <a:pt x="2041970" y="893972"/>
                  <a:pt x="2040350" y="890829"/>
                  <a:pt x="2038350" y="888734"/>
                </a:cubicBezTo>
                <a:cubicBezTo>
                  <a:pt x="2032540" y="878732"/>
                  <a:pt x="2024729" y="862540"/>
                  <a:pt x="2017395" y="855206"/>
                </a:cubicBezTo>
                <a:lnTo>
                  <a:pt x="2014823" y="851491"/>
                </a:lnTo>
                <a:cubicBezTo>
                  <a:pt x="2012728" y="848348"/>
                  <a:pt x="2010156" y="844633"/>
                  <a:pt x="2007489" y="841490"/>
                </a:cubicBezTo>
                <a:cubicBezTo>
                  <a:pt x="1998059" y="831012"/>
                  <a:pt x="1993297" y="827297"/>
                  <a:pt x="1981867" y="834632"/>
                </a:cubicBezTo>
                <a:cubicBezTo>
                  <a:pt x="1976628" y="838346"/>
                  <a:pt x="1971961" y="842442"/>
                  <a:pt x="1964531" y="847205"/>
                </a:cubicBezTo>
                <a:cubicBezTo>
                  <a:pt x="1960340" y="848252"/>
                  <a:pt x="1957197" y="852443"/>
                  <a:pt x="1957768" y="857206"/>
                </a:cubicBezTo>
                <a:cubicBezTo>
                  <a:pt x="1959293" y="878161"/>
                  <a:pt x="1959293" y="898068"/>
                  <a:pt x="1957768" y="918452"/>
                </a:cubicBezTo>
                <a:cubicBezTo>
                  <a:pt x="1957768" y="918928"/>
                  <a:pt x="1957768" y="920547"/>
                  <a:pt x="1957197" y="922166"/>
                </a:cubicBezTo>
                <a:lnTo>
                  <a:pt x="1957197" y="925310"/>
                </a:lnTo>
                <a:cubicBezTo>
                  <a:pt x="1956149" y="931596"/>
                  <a:pt x="1956149" y="936263"/>
                  <a:pt x="1956721" y="939978"/>
                </a:cubicBezTo>
                <a:lnTo>
                  <a:pt x="1926812" y="939978"/>
                </a:lnTo>
                <a:close/>
                <a:moveTo>
                  <a:pt x="1888998" y="943217"/>
                </a:moveTo>
                <a:cubicBezTo>
                  <a:pt x="1889474" y="947408"/>
                  <a:pt x="1890046" y="953123"/>
                  <a:pt x="1896332" y="950551"/>
                </a:cubicBezTo>
                <a:cubicBezTo>
                  <a:pt x="1896904" y="949979"/>
                  <a:pt x="1956054" y="949979"/>
                  <a:pt x="1957673" y="949979"/>
                </a:cubicBezTo>
                <a:cubicBezTo>
                  <a:pt x="1961293" y="949979"/>
                  <a:pt x="1967579" y="949979"/>
                  <a:pt x="1967103" y="944264"/>
                </a:cubicBezTo>
                <a:cubicBezTo>
                  <a:pt x="1966627" y="939502"/>
                  <a:pt x="1966055" y="934835"/>
                  <a:pt x="1967103" y="926453"/>
                </a:cubicBezTo>
                <a:lnTo>
                  <a:pt x="1967103" y="923881"/>
                </a:lnTo>
                <a:cubicBezTo>
                  <a:pt x="1967675" y="922357"/>
                  <a:pt x="1967675" y="919690"/>
                  <a:pt x="1967675" y="917594"/>
                </a:cubicBezTo>
                <a:cubicBezTo>
                  <a:pt x="1969199" y="898259"/>
                  <a:pt x="1969199" y="878351"/>
                  <a:pt x="1969199" y="856349"/>
                </a:cubicBezTo>
                <a:lnTo>
                  <a:pt x="1972342" y="854825"/>
                </a:lnTo>
                <a:cubicBezTo>
                  <a:pt x="1977581" y="851681"/>
                  <a:pt x="1982248" y="847014"/>
                  <a:pt x="1987582" y="843299"/>
                </a:cubicBezTo>
                <a:lnTo>
                  <a:pt x="1991201" y="840728"/>
                </a:lnTo>
                <a:cubicBezTo>
                  <a:pt x="1998059" y="844919"/>
                  <a:pt x="2002155" y="851681"/>
                  <a:pt x="2006918" y="857492"/>
                </a:cubicBezTo>
                <a:lnTo>
                  <a:pt x="2010061" y="862254"/>
                </a:lnTo>
                <a:cubicBezTo>
                  <a:pt x="2016347" y="867969"/>
                  <a:pt x="2025301" y="885781"/>
                  <a:pt x="2031016" y="895782"/>
                </a:cubicBezTo>
                <a:cubicBezTo>
                  <a:pt x="2032540" y="897401"/>
                  <a:pt x="2033588" y="899497"/>
                  <a:pt x="2035207" y="903688"/>
                </a:cubicBezTo>
                <a:cubicBezTo>
                  <a:pt x="2035521" y="904005"/>
                  <a:pt x="2035874" y="904895"/>
                  <a:pt x="2036255" y="906355"/>
                </a:cubicBezTo>
                <a:lnTo>
                  <a:pt x="2037302" y="908927"/>
                </a:lnTo>
                <a:cubicBezTo>
                  <a:pt x="2041970" y="914737"/>
                  <a:pt x="2045113" y="920452"/>
                  <a:pt x="2048828" y="926738"/>
                </a:cubicBezTo>
                <a:cubicBezTo>
                  <a:pt x="2049399" y="930929"/>
                  <a:pt x="2051495" y="934644"/>
                  <a:pt x="2053495" y="937787"/>
                </a:cubicBezTo>
                <a:lnTo>
                  <a:pt x="2056162" y="943026"/>
                </a:lnTo>
                <a:cubicBezTo>
                  <a:pt x="2059781" y="948741"/>
                  <a:pt x="2057686" y="953027"/>
                  <a:pt x="2066639" y="953504"/>
                </a:cubicBezTo>
                <a:cubicBezTo>
                  <a:pt x="2069306" y="953504"/>
                  <a:pt x="2072926" y="953027"/>
                  <a:pt x="2076069" y="953027"/>
                </a:cubicBezTo>
                <a:cubicBezTo>
                  <a:pt x="2082356" y="953027"/>
                  <a:pt x="2089214" y="954551"/>
                  <a:pt x="2095976" y="954551"/>
                </a:cubicBezTo>
                <a:cubicBezTo>
                  <a:pt x="2107502" y="955028"/>
                  <a:pt x="2120075" y="956647"/>
                  <a:pt x="2132648" y="956647"/>
                </a:cubicBezTo>
                <a:lnTo>
                  <a:pt x="2136267" y="956171"/>
                </a:lnTo>
                <a:cubicBezTo>
                  <a:pt x="2136839" y="956171"/>
                  <a:pt x="2146745" y="958742"/>
                  <a:pt x="2150936" y="956171"/>
                </a:cubicBezTo>
                <a:cubicBezTo>
                  <a:pt x="2155127" y="954647"/>
                  <a:pt x="2161413" y="951980"/>
                  <a:pt x="2156174" y="946741"/>
                </a:cubicBezTo>
                <a:cubicBezTo>
                  <a:pt x="2150364" y="940931"/>
                  <a:pt x="2145697" y="932072"/>
                  <a:pt x="2140934" y="923690"/>
                </a:cubicBezTo>
                <a:cubicBezTo>
                  <a:pt x="2136172" y="919023"/>
                  <a:pt x="2133029" y="911117"/>
                  <a:pt x="2129981" y="903783"/>
                </a:cubicBezTo>
                <a:cubicBezTo>
                  <a:pt x="2114264" y="884447"/>
                  <a:pt x="2097500" y="852920"/>
                  <a:pt x="2084356" y="832536"/>
                </a:cubicBezTo>
                <a:cubicBezTo>
                  <a:pt x="2078069" y="822535"/>
                  <a:pt x="2069116" y="813677"/>
                  <a:pt x="2063401" y="803199"/>
                </a:cubicBezTo>
                <a:lnTo>
                  <a:pt x="2061305" y="800056"/>
                </a:lnTo>
                <a:lnTo>
                  <a:pt x="2058638" y="797960"/>
                </a:lnTo>
                <a:cubicBezTo>
                  <a:pt x="2058638" y="797960"/>
                  <a:pt x="2058638" y="797389"/>
                  <a:pt x="2053400" y="790055"/>
                </a:cubicBezTo>
                <a:lnTo>
                  <a:pt x="2050828" y="787483"/>
                </a:lnTo>
                <a:cubicBezTo>
                  <a:pt x="2049304" y="785959"/>
                  <a:pt x="2048256" y="784340"/>
                  <a:pt x="2047208" y="782244"/>
                </a:cubicBezTo>
                <a:cubicBezTo>
                  <a:pt x="2057686" y="768052"/>
                  <a:pt x="2069211" y="755479"/>
                  <a:pt x="2080736" y="742430"/>
                </a:cubicBezTo>
                <a:cubicBezTo>
                  <a:pt x="2080736" y="742430"/>
                  <a:pt x="2082832" y="741382"/>
                  <a:pt x="2084451" y="739858"/>
                </a:cubicBezTo>
                <a:lnTo>
                  <a:pt x="2087594" y="737762"/>
                </a:lnTo>
                <a:cubicBezTo>
                  <a:pt x="2094929" y="728333"/>
                  <a:pt x="2104930" y="720998"/>
                  <a:pt x="2112169" y="711569"/>
                </a:cubicBezTo>
                <a:cubicBezTo>
                  <a:pt x="2122646" y="704234"/>
                  <a:pt x="2130552" y="695852"/>
                  <a:pt x="2137886" y="686994"/>
                </a:cubicBezTo>
                <a:lnTo>
                  <a:pt x="2137886" y="680136"/>
                </a:lnTo>
                <a:cubicBezTo>
                  <a:pt x="2139410" y="680136"/>
                  <a:pt x="2132648" y="679565"/>
                  <a:pt x="2133124" y="679088"/>
                </a:cubicBezTo>
                <a:cubicBezTo>
                  <a:pt x="2131028" y="678517"/>
                  <a:pt x="2128457" y="678517"/>
                  <a:pt x="2126361" y="679088"/>
                </a:cubicBezTo>
                <a:cubicBezTo>
                  <a:pt x="2117503" y="678517"/>
                  <a:pt x="2108549" y="676993"/>
                  <a:pt x="2099691" y="676993"/>
                </a:cubicBezTo>
                <a:lnTo>
                  <a:pt x="2095500" y="676993"/>
                </a:lnTo>
                <a:lnTo>
                  <a:pt x="2085023" y="678041"/>
                </a:lnTo>
                <a:cubicBezTo>
                  <a:pt x="2077688" y="678612"/>
                  <a:pt x="2070354" y="679088"/>
                  <a:pt x="2068735" y="679088"/>
                </a:cubicBezTo>
                <a:cubicBezTo>
                  <a:pt x="2063020" y="679088"/>
                  <a:pt x="2056162" y="676517"/>
                  <a:pt x="2054066" y="684327"/>
                </a:cubicBezTo>
                <a:cubicBezTo>
                  <a:pt x="2031492" y="710521"/>
                  <a:pt x="2003774" y="731476"/>
                  <a:pt x="1980152" y="756146"/>
                </a:cubicBezTo>
                <a:cubicBezTo>
                  <a:pt x="1977009" y="759289"/>
                  <a:pt x="1973866" y="762432"/>
                  <a:pt x="1969675" y="763480"/>
                </a:cubicBezTo>
                <a:lnTo>
                  <a:pt x="1967579" y="758717"/>
                </a:lnTo>
                <a:cubicBezTo>
                  <a:pt x="1968627" y="743001"/>
                  <a:pt x="1967008" y="727285"/>
                  <a:pt x="1965484" y="711569"/>
                </a:cubicBezTo>
                <a:cubicBezTo>
                  <a:pt x="1963864" y="695852"/>
                  <a:pt x="1961769" y="630892"/>
                  <a:pt x="1961769" y="617271"/>
                </a:cubicBezTo>
                <a:cubicBezTo>
                  <a:pt x="1961293" y="604698"/>
                  <a:pt x="1961293" y="592125"/>
                  <a:pt x="1961293" y="580600"/>
                </a:cubicBezTo>
                <a:cubicBezTo>
                  <a:pt x="1961293" y="577457"/>
                  <a:pt x="1958721" y="575361"/>
                  <a:pt x="1955578" y="575933"/>
                </a:cubicBezTo>
                <a:cubicBezTo>
                  <a:pt x="1934623" y="579076"/>
                  <a:pt x="1914144" y="576980"/>
                  <a:pt x="1893761" y="578028"/>
                </a:cubicBezTo>
                <a:cubicBezTo>
                  <a:pt x="1886426" y="579076"/>
                  <a:pt x="1886426" y="580695"/>
                  <a:pt x="1885950" y="587458"/>
                </a:cubicBezTo>
                <a:lnTo>
                  <a:pt x="1885950" y="595364"/>
                </a:lnTo>
                <a:cubicBezTo>
                  <a:pt x="1885379" y="600031"/>
                  <a:pt x="1884331" y="662896"/>
                  <a:pt x="1884902" y="682803"/>
                </a:cubicBezTo>
                <a:cubicBezTo>
                  <a:pt x="1886426" y="765575"/>
                  <a:pt x="1892237" y="848919"/>
                  <a:pt x="1889570" y="931596"/>
                </a:cubicBezTo>
                <a:lnTo>
                  <a:pt x="1889570" y="940454"/>
                </a:lnTo>
                <a:lnTo>
                  <a:pt x="1889093" y="943598"/>
                </a:lnTo>
                <a:close/>
                <a:moveTo>
                  <a:pt x="1678400" y="944741"/>
                </a:moveTo>
                <a:cubicBezTo>
                  <a:pt x="1678400" y="944741"/>
                  <a:pt x="1677353" y="945217"/>
                  <a:pt x="1677924" y="944741"/>
                </a:cubicBezTo>
                <a:lnTo>
                  <a:pt x="1678972" y="940073"/>
                </a:lnTo>
                <a:cubicBezTo>
                  <a:pt x="1678972" y="937406"/>
                  <a:pt x="1679448" y="934835"/>
                  <a:pt x="1678972" y="932168"/>
                </a:cubicBezTo>
                <a:cubicBezTo>
                  <a:pt x="1678972" y="913880"/>
                  <a:pt x="1679448" y="894449"/>
                  <a:pt x="1678400" y="876161"/>
                </a:cubicBezTo>
                <a:cubicBezTo>
                  <a:pt x="1677924" y="867779"/>
                  <a:pt x="1678972" y="810629"/>
                  <a:pt x="1678972" y="810629"/>
                </a:cubicBezTo>
                <a:lnTo>
                  <a:pt x="1678972" y="779672"/>
                </a:lnTo>
                <a:lnTo>
                  <a:pt x="1679448" y="776053"/>
                </a:lnTo>
                <a:cubicBezTo>
                  <a:pt x="1679448" y="773386"/>
                  <a:pt x="1680020" y="769766"/>
                  <a:pt x="1680020" y="765004"/>
                </a:cubicBezTo>
                <a:cubicBezTo>
                  <a:pt x="1681067" y="737762"/>
                  <a:pt x="1682591" y="714712"/>
                  <a:pt x="1680020" y="687470"/>
                </a:cubicBezTo>
                <a:lnTo>
                  <a:pt x="1702499" y="689090"/>
                </a:lnTo>
                <a:lnTo>
                  <a:pt x="1704594" y="689661"/>
                </a:lnTo>
                <a:lnTo>
                  <a:pt x="1737074" y="689661"/>
                </a:lnTo>
                <a:cubicBezTo>
                  <a:pt x="1738122" y="697472"/>
                  <a:pt x="1738693" y="705377"/>
                  <a:pt x="1738122" y="714807"/>
                </a:cubicBezTo>
                <a:cubicBezTo>
                  <a:pt x="1738122" y="722141"/>
                  <a:pt x="1744409" y="726904"/>
                  <a:pt x="1751267" y="723761"/>
                </a:cubicBezTo>
                <a:cubicBezTo>
                  <a:pt x="1755934" y="721665"/>
                  <a:pt x="1759077" y="718522"/>
                  <a:pt x="1762792" y="715379"/>
                </a:cubicBezTo>
                <a:lnTo>
                  <a:pt x="1766411" y="712235"/>
                </a:lnTo>
                <a:cubicBezTo>
                  <a:pt x="1769555" y="708044"/>
                  <a:pt x="1771650" y="706997"/>
                  <a:pt x="1776889" y="703377"/>
                </a:cubicBezTo>
                <a:lnTo>
                  <a:pt x="1784223" y="695471"/>
                </a:lnTo>
                <a:lnTo>
                  <a:pt x="1790033" y="691280"/>
                </a:lnTo>
                <a:cubicBezTo>
                  <a:pt x="1791557" y="689756"/>
                  <a:pt x="1793177" y="688709"/>
                  <a:pt x="1796320" y="688137"/>
                </a:cubicBezTo>
                <a:cubicBezTo>
                  <a:pt x="1801082" y="687089"/>
                  <a:pt x="1802606" y="684422"/>
                  <a:pt x="1808893" y="684422"/>
                </a:cubicBezTo>
                <a:cubicBezTo>
                  <a:pt x="1812512" y="683851"/>
                  <a:pt x="1816227" y="683375"/>
                  <a:pt x="1819847" y="682898"/>
                </a:cubicBezTo>
                <a:lnTo>
                  <a:pt x="1825085" y="681851"/>
                </a:lnTo>
                <a:lnTo>
                  <a:pt x="1828229" y="682422"/>
                </a:lnTo>
                <a:lnTo>
                  <a:pt x="1831372" y="684518"/>
                </a:lnTo>
                <a:cubicBezTo>
                  <a:pt x="1830324" y="692900"/>
                  <a:pt x="1828229" y="700710"/>
                  <a:pt x="1829276" y="710140"/>
                </a:cubicBezTo>
                <a:cubicBezTo>
                  <a:pt x="1829276" y="712235"/>
                  <a:pt x="1830324" y="715379"/>
                  <a:pt x="1830324" y="717474"/>
                </a:cubicBezTo>
                <a:cubicBezTo>
                  <a:pt x="1830324" y="725380"/>
                  <a:pt x="1832896" y="732143"/>
                  <a:pt x="1832896" y="739477"/>
                </a:cubicBezTo>
                <a:cubicBezTo>
                  <a:pt x="1829753" y="738905"/>
                  <a:pt x="1826133" y="738905"/>
                  <a:pt x="1822990" y="740048"/>
                </a:cubicBezTo>
                <a:lnTo>
                  <a:pt x="1815656" y="741096"/>
                </a:lnTo>
                <a:lnTo>
                  <a:pt x="1813084" y="740525"/>
                </a:lnTo>
                <a:cubicBezTo>
                  <a:pt x="1795272" y="742144"/>
                  <a:pt x="1776413" y="746335"/>
                  <a:pt x="1763268" y="758336"/>
                </a:cubicBezTo>
                <a:cubicBezTo>
                  <a:pt x="1761744" y="760432"/>
                  <a:pt x="1760125" y="763099"/>
                  <a:pt x="1759077" y="764051"/>
                </a:cubicBezTo>
                <a:lnTo>
                  <a:pt x="1756982" y="767766"/>
                </a:lnTo>
                <a:lnTo>
                  <a:pt x="1755458" y="769862"/>
                </a:lnTo>
                <a:cubicBezTo>
                  <a:pt x="1753362" y="771481"/>
                  <a:pt x="1751838" y="773005"/>
                  <a:pt x="1750790" y="775100"/>
                </a:cubicBezTo>
                <a:cubicBezTo>
                  <a:pt x="1749743" y="777196"/>
                  <a:pt x="1749171" y="778815"/>
                  <a:pt x="1748123" y="782435"/>
                </a:cubicBezTo>
                <a:lnTo>
                  <a:pt x="1746599" y="785006"/>
                </a:lnTo>
                <a:lnTo>
                  <a:pt x="1744980" y="791293"/>
                </a:lnTo>
                <a:lnTo>
                  <a:pt x="1744504" y="795484"/>
                </a:lnTo>
                <a:lnTo>
                  <a:pt x="1742885" y="800723"/>
                </a:lnTo>
                <a:lnTo>
                  <a:pt x="1742408" y="802818"/>
                </a:lnTo>
                <a:cubicBezTo>
                  <a:pt x="1741361" y="808628"/>
                  <a:pt x="1740313" y="814915"/>
                  <a:pt x="1738789" y="821678"/>
                </a:cubicBezTo>
                <a:lnTo>
                  <a:pt x="1737741" y="835298"/>
                </a:lnTo>
                <a:lnTo>
                  <a:pt x="1736693" y="861492"/>
                </a:lnTo>
                <a:cubicBezTo>
                  <a:pt x="1736693" y="875113"/>
                  <a:pt x="1736122" y="883019"/>
                  <a:pt x="1736122" y="896544"/>
                </a:cubicBezTo>
                <a:cubicBezTo>
                  <a:pt x="1736122" y="905402"/>
                  <a:pt x="1735646" y="912260"/>
                  <a:pt x="1736122" y="919023"/>
                </a:cubicBezTo>
                <a:lnTo>
                  <a:pt x="1737741" y="927977"/>
                </a:lnTo>
                <a:cubicBezTo>
                  <a:pt x="1737741" y="931120"/>
                  <a:pt x="1738217" y="934739"/>
                  <a:pt x="1737741" y="937883"/>
                </a:cubicBezTo>
                <a:cubicBezTo>
                  <a:pt x="1737741" y="939978"/>
                  <a:pt x="1737170" y="942074"/>
                  <a:pt x="1737170" y="944169"/>
                </a:cubicBezTo>
                <a:cubicBezTo>
                  <a:pt x="1716691" y="943121"/>
                  <a:pt x="1698403" y="946741"/>
                  <a:pt x="1678496" y="944645"/>
                </a:cubicBezTo>
                <a:moveTo>
                  <a:pt x="1669066" y="937787"/>
                </a:moveTo>
                <a:cubicBezTo>
                  <a:pt x="1667447" y="938835"/>
                  <a:pt x="1666399" y="941978"/>
                  <a:pt x="1667447" y="947217"/>
                </a:cubicBezTo>
                <a:lnTo>
                  <a:pt x="1668494" y="950360"/>
                </a:lnTo>
                <a:cubicBezTo>
                  <a:pt x="1668494" y="951408"/>
                  <a:pt x="1671161" y="954075"/>
                  <a:pt x="1672209" y="954075"/>
                </a:cubicBezTo>
                <a:cubicBezTo>
                  <a:pt x="1687925" y="957218"/>
                  <a:pt x="1705737" y="955123"/>
                  <a:pt x="1721453" y="954075"/>
                </a:cubicBezTo>
                <a:cubicBezTo>
                  <a:pt x="1733455" y="953027"/>
                  <a:pt x="1749171" y="959314"/>
                  <a:pt x="1746599" y="946169"/>
                </a:cubicBezTo>
                <a:cubicBezTo>
                  <a:pt x="1747076" y="943502"/>
                  <a:pt x="1747647" y="940931"/>
                  <a:pt x="1747647" y="938359"/>
                </a:cubicBezTo>
                <a:cubicBezTo>
                  <a:pt x="1748123" y="934168"/>
                  <a:pt x="1747647" y="930453"/>
                  <a:pt x="1747647" y="926834"/>
                </a:cubicBezTo>
                <a:lnTo>
                  <a:pt x="1746028" y="917975"/>
                </a:lnTo>
                <a:cubicBezTo>
                  <a:pt x="1745552" y="911117"/>
                  <a:pt x="1746028" y="904831"/>
                  <a:pt x="1746028" y="897020"/>
                </a:cubicBezTo>
                <a:cubicBezTo>
                  <a:pt x="1746599" y="882923"/>
                  <a:pt x="1746599" y="875494"/>
                  <a:pt x="1747076" y="861397"/>
                </a:cubicBezTo>
                <a:lnTo>
                  <a:pt x="1747647" y="835679"/>
                </a:lnTo>
                <a:lnTo>
                  <a:pt x="1748695" y="823106"/>
                </a:lnTo>
                <a:cubicBezTo>
                  <a:pt x="1750219" y="818439"/>
                  <a:pt x="1750790" y="815772"/>
                  <a:pt x="1751267" y="811105"/>
                </a:cubicBezTo>
                <a:lnTo>
                  <a:pt x="1751838" y="804247"/>
                </a:lnTo>
                <a:lnTo>
                  <a:pt x="1752886" y="802628"/>
                </a:lnTo>
                <a:lnTo>
                  <a:pt x="1754981" y="796913"/>
                </a:lnTo>
                <a:lnTo>
                  <a:pt x="1754981" y="792245"/>
                </a:lnTo>
                <a:lnTo>
                  <a:pt x="1757648" y="787007"/>
                </a:lnTo>
                <a:lnTo>
                  <a:pt x="1758696" y="784911"/>
                </a:lnTo>
                <a:lnTo>
                  <a:pt x="1759172" y="781768"/>
                </a:lnTo>
                <a:lnTo>
                  <a:pt x="1759744" y="779672"/>
                </a:lnTo>
                <a:lnTo>
                  <a:pt x="1762316" y="776529"/>
                </a:lnTo>
                <a:lnTo>
                  <a:pt x="1765459" y="773386"/>
                </a:lnTo>
                <a:lnTo>
                  <a:pt x="1766983" y="771290"/>
                </a:lnTo>
                <a:lnTo>
                  <a:pt x="1768031" y="769195"/>
                </a:lnTo>
                <a:cubicBezTo>
                  <a:pt x="1769078" y="767576"/>
                  <a:pt x="1769650" y="766528"/>
                  <a:pt x="1770698" y="765480"/>
                </a:cubicBezTo>
                <a:cubicBezTo>
                  <a:pt x="1780604" y="756050"/>
                  <a:pt x="1795843" y="752336"/>
                  <a:pt x="1814703" y="750812"/>
                </a:cubicBezTo>
                <a:lnTo>
                  <a:pt x="1819370" y="750812"/>
                </a:lnTo>
                <a:lnTo>
                  <a:pt x="1825181" y="749288"/>
                </a:lnTo>
                <a:cubicBezTo>
                  <a:pt x="1828324" y="748716"/>
                  <a:pt x="1830896" y="748716"/>
                  <a:pt x="1833563" y="749288"/>
                </a:cubicBezTo>
                <a:lnTo>
                  <a:pt x="1836230" y="749859"/>
                </a:lnTo>
                <a:cubicBezTo>
                  <a:pt x="1845088" y="750335"/>
                  <a:pt x="1843564" y="745097"/>
                  <a:pt x="1843564" y="738810"/>
                </a:cubicBezTo>
                <a:cubicBezTo>
                  <a:pt x="1843564" y="731952"/>
                  <a:pt x="1840897" y="725189"/>
                  <a:pt x="1840897" y="717284"/>
                </a:cubicBezTo>
                <a:cubicBezTo>
                  <a:pt x="1840897" y="714712"/>
                  <a:pt x="1839849" y="711569"/>
                  <a:pt x="1839373" y="708902"/>
                </a:cubicBezTo>
                <a:cubicBezTo>
                  <a:pt x="1838325" y="696805"/>
                  <a:pt x="1848803" y="672707"/>
                  <a:pt x="1833563" y="672707"/>
                </a:cubicBezTo>
                <a:cubicBezTo>
                  <a:pt x="1832515" y="672707"/>
                  <a:pt x="1830991" y="672707"/>
                  <a:pt x="1829943" y="672135"/>
                </a:cubicBezTo>
                <a:lnTo>
                  <a:pt x="1826800" y="671564"/>
                </a:lnTo>
                <a:cubicBezTo>
                  <a:pt x="1825276" y="671564"/>
                  <a:pt x="1824228" y="671564"/>
                  <a:pt x="1822609" y="672135"/>
                </a:cubicBezTo>
                <a:lnTo>
                  <a:pt x="1818418" y="672707"/>
                </a:lnTo>
                <a:cubicBezTo>
                  <a:pt x="1815275" y="673278"/>
                  <a:pt x="1812131" y="673754"/>
                  <a:pt x="1808988" y="673754"/>
                </a:cubicBezTo>
                <a:cubicBezTo>
                  <a:pt x="1802702" y="673754"/>
                  <a:pt x="1799082" y="675850"/>
                  <a:pt x="1793748" y="677945"/>
                </a:cubicBezTo>
                <a:lnTo>
                  <a:pt x="1791653" y="677945"/>
                </a:lnTo>
                <a:cubicBezTo>
                  <a:pt x="1789081" y="679565"/>
                  <a:pt x="1786414" y="681089"/>
                  <a:pt x="1784318" y="682708"/>
                </a:cubicBezTo>
                <a:lnTo>
                  <a:pt x="1777556" y="687947"/>
                </a:lnTo>
                <a:lnTo>
                  <a:pt x="1770221" y="695852"/>
                </a:lnTo>
                <a:cubicBezTo>
                  <a:pt x="1764983" y="699567"/>
                  <a:pt x="1762887" y="700520"/>
                  <a:pt x="1759268" y="705282"/>
                </a:cubicBezTo>
                <a:lnTo>
                  <a:pt x="1756696" y="707378"/>
                </a:lnTo>
                <a:cubicBezTo>
                  <a:pt x="1754029" y="709949"/>
                  <a:pt x="1751457" y="712140"/>
                  <a:pt x="1748885" y="713664"/>
                </a:cubicBezTo>
                <a:cubicBezTo>
                  <a:pt x="1748885" y="702710"/>
                  <a:pt x="1748314" y="693281"/>
                  <a:pt x="1746790" y="683756"/>
                </a:cubicBezTo>
                <a:cubicBezTo>
                  <a:pt x="1745742" y="674326"/>
                  <a:pt x="1712214" y="682232"/>
                  <a:pt x="1704308" y="679088"/>
                </a:cubicBezTo>
                <a:lnTo>
                  <a:pt x="1701641" y="679088"/>
                </a:lnTo>
                <a:cubicBezTo>
                  <a:pt x="1695926" y="679660"/>
                  <a:pt x="1668685" y="672802"/>
                  <a:pt x="1669733" y="683279"/>
                </a:cubicBezTo>
                <a:cubicBezTo>
                  <a:pt x="1670780" y="693281"/>
                  <a:pt x="1670780" y="714140"/>
                  <a:pt x="1670780" y="733571"/>
                </a:cubicBezTo>
                <a:cubicBezTo>
                  <a:pt x="1670780" y="747192"/>
                  <a:pt x="1670780" y="760813"/>
                  <a:pt x="1669733" y="774434"/>
                </a:cubicBezTo>
                <a:lnTo>
                  <a:pt x="1668685" y="779672"/>
                </a:lnTo>
                <a:cubicBezTo>
                  <a:pt x="1669256" y="784435"/>
                  <a:pt x="1669256" y="798056"/>
                  <a:pt x="1669256" y="810629"/>
                </a:cubicBezTo>
                <a:cubicBezTo>
                  <a:pt x="1668209" y="851491"/>
                  <a:pt x="1669256" y="892353"/>
                  <a:pt x="1669256" y="932644"/>
                </a:cubicBezTo>
                <a:cubicBezTo>
                  <a:pt x="1669733" y="934739"/>
                  <a:pt x="1669256" y="936835"/>
                  <a:pt x="1669256" y="937883"/>
                </a:cubicBezTo>
                <a:moveTo>
                  <a:pt x="1507331" y="730428"/>
                </a:moveTo>
                <a:cubicBezTo>
                  <a:pt x="1495806" y="724142"/>
                  <a:pt x="1482185" y="727285"/>
                  <a:pt x="1470660" y="730428"/>
                </a:cubicBezTo>
                <a:cubicBezTo>
                  <a:pt x="1466469" y="732047"/>
                  <a:pt x="1462278" y="732524"/>
                  <a:pt x="1457516" y="734619"/>
                </a:cubicBezTo>
                <a:lnTo>
                  <a:pt x="1454849" y="736715"/>
                </a:lnTo>
                <a:lnTo>
                  <a:pt x="1448086" y="740906"/>
                </a:lnTo>
                <a:cubicBezTo>
                  <a:pt x="1442371" y="743001"/>
                  <a:pt x="1438656" y="749288"/>
                  <a:pt x="1434941" y="754050"/>
                </a:cubicBezTo>
                <a:cubicBezTo>
                  <a:pt x="1429703" y="761384"/>
                  <a:pt x="1427131" y="770814"/>
                  <a:pt x="1424464" y="779672"/>
                </a:cubicBezTo>
                <a:cubicBezTo>
                  <a:pt x="1421321" y="789674"/>
                  <a:pt x="1432274" y="793293"/>
                  <a:pt x="1440180" y="791198"/>
                </a:cubicBezTo>
                <a:lnTo>
                  <a:pt x="1443323" y="790626"/>
                </a:lnTo>
                <a:cubicBezTo>
                  <a:pt x="1443800" y="790626"/>
                  <a:pt x="1531334" y="793198"/>
                  <a:pt x="1533906" y="793198"/>
                </a:cubicBezTo>
                <a:cubicBezTo>
                  <a:pt x="1539621" y="793198"/>
                  <a:pt x="1545431" y="791674"/>
                  <a:pt x="1550670" y="787483"/>
                </a:cubicBezTo>
                <a:cubicBezTo>
                  <a:pt x="1559052" y="780625"/>
                  <a:pt x="1548098" y="757574"/>
                  <a:pt x="1543907" y="751288"/>
                </a:cubicBezTo>
                <a:cubicBezTo>
                  <a:pt x="1539240" y="743954"/>
                  <a:pt x="1533430" y="741858"/>
                  <a:pt x="1526096" y="737667"/>
                </a:cubicBezTo>
                <a:cubicBezTo>
                  <a:pt x="1519238" y="734524"/>
                  <a:pt x="1515142" y="731381"/>
                  <a:pt x="1507236" y="730333"/>
                </a:cubicBezTo>
                <a:moveTo>
                  <a:pt x="1544384" y="779577"/>
                </a:moveTo>
                <a:cubicBezTo>
                  <a:pt x="1541240" y="782244"/>
                  <a:pt x="1537621" y="783292"/>
                  <a:pt x="1533430" y="783292"/>
                </a:cubicBezTo>
                <a:cubicBezTo>
                  <a:pt x="1531334" y="783292"/>
                  <a:pt x="1444371" y="780720"/>
                  <a:pt x="1441228" y="780720"/>
                </a:cubicBezTo>
                <a:lnTo>
                  <a:pt x="1438085" y="781292"/>
                </a:lnTo>
                <a:cubicBezTo>
                  <a:pt x="1436465" y="781863"/>
                  <a:pt x="1435418" y="782339"/>
                  <a:pt x="1434370" y="781863"/>
                </a:cubicBezTo>
                <a:cubicBezTo>
                  <a:pt x="1436465" y="774529"/>
                  <a:pt x="1438561" y="766147"/>
                  <a:pt x="1442752" y="759860"/>
                </a:cubicBezTo>
                <a:cubicBezTo>
                  <a:pt x="1444371" y="757765"/>
                  <a:pt x="1449038" y="751002"/>
                  <a:pt x="1452658" y="749954"/>
                </a:cubicBezTo>
                <a:lnTo>
                  <a:pt x="1461040" y="745192"/>
                </a:lnTo>
                <a:lnTo>
                  <a:pt x="1463135" y="743096"/>
                </a:lnTo>
                <a:cubicBezTo>
                  <a:pt x="1466279" y="741477"/>
                  <a:pt x="1469898" y="741477"/>
                  <a:pt x="1473041" y="740429"/>
                </a:cubicBezTo>
                <a:cubicBezTo>
                  <a:pt x="1481900" y="737858"/>
                  <a:pt x="1494568" y="734714"/>
                  <a:pt x="1504950" y="740429"/>
                </a:cubicBezTo>
                <a:cubicBezTo>
                  <a:pt x="1511237" y="741001"/>
                  <a:pt x="1515999" y="744144"/>
                  <a:pt x="1521238" y="746716"/>
                </a:cubicBezTo>
                <a:cubicBezTo>
                  <a:pt x="1526477" y="749859"/>
                  <a:pt x="1531715" y="751478"/>
                  <a:pt x="1535430" y="757193"/>
                </a:cubicBezTo>
                <a:cubicBezTo>
                  <a:pt x="1539621" y="763004"/>
                  <a:pt x="1542288" y="771862"/>
                  <a:pt x="1544288" y="779672"/>
                </a:cubicBezTo>
                <a:moveTo>
                  <a:pt x="1558481" y="876065"/>
                </a:moveTo>
                <a:cubicBezTo>
                  <a:pt x="1574197" y="873494"/>
                  <a:pt x="1591532" y="874541"/>
                  <a:pt x="1607249" y="875018"/>
                </a:cubicBezTo>
                <a:cubicBezTo>
                  <a:pt x="1604105" y="885495"/>
                  <a:pt x="1600962" y="892829"/>
                  <a:pt x="1596771" y="900164"/>
                </a:cubicBezTo>
                <a:cubicBezTo>
                  <a:pt x="1594199" y="902735"/>
                  <a:pt x="1591532" y="905402"/>
                  <a:pt x="1590008" y="909022"/>
                </a:cubicBezTo>
                <a:cubicBezTo>
                  <a:pt x="1587437" y="913213"/>
                  <a:pt x="1581626" y="918452"/>
                  <a:pt x="1578483" y="920547"/>
                </a:cubicBezTo>
                <a:cubicBezTo>
                  <a:pt x="1572673" y="925786"/>
                  <a:pt x="1564862" y="927881"/>
                  <a:pt x="1556957" y="932072"/>
                </a:cubicBezTo>
                <a:lnTo>
                  <a:pt x="1554385" y="934739"/>
                </a:lnTo>
                <a:lnTo>
                  <a:pt x="1551718" y="936263"/>
                </a:lnTo>
                <a:cubicBezTo>
                  <a:pt x="1547527" y="936835"/>
                  <a:pt x="1544384" y="940454"/>
                  <a:pt x="1540193" y="942074"/>
                </a:cubicBezTo>
                <a:lnTo>
                  <a:pt x="1534954" y="943598"/>
                </a:lnTo>
                <a:cubicBezTo>
                  <a:pt x="1533335" y="944169"/>
                  <a:pt x="1531811" y="944645"/>
                  <a:pt x="1530287" y="945122"/>
                </a:cubicBezTo>
                <a:cubicBezTo>
                  <a:pt x="1506664" y="947789"/>
                  <a:pt x="1474184" y="953504"/>
                  <a:pt x="1450658" y="943598"/>
                </a:cubicBezTo>
                <a:cubicBezTo>
                  <a:pt x="1441799" y="942074"/>
                  <a:pt x="1433322" y="937311"/>
                  <a:pt x="1424464" y="935787"/>
                </a:cubicBezTo>
                <a:cubicBezTo>
                  <a:pt x="1412462" y="929501"/>
                  <a:pt x="1403033" y="923214"/>
                  <a:pt x="1395127" y="913213"/>
                </a:cubicBezTo>
                <a:cubicBezTo>
                  <a:pt x="1379887" y="902259"/>
                  <a:pt x="1375791" y="879209"/>
                  <a:pt x="1366838" y="862921"/>
                </a:cubicBezTo>
                <a:cubicBezTo>
                  <a:pt x="1366361" y="858730"/>
                  <a:pt x="1365314" y="855110"/>
                  <a:pt x="1364266" y="852443"/>
                </a:cubicBezTo>
                <a:lnTo>
                  <a:pt x="1362742" y="848252"/>
                </a:lnTo>
                <a:cubicBezTo>
                  <a:pt x="1362742" y="847681"/>
                  <a:pt x="1361694" y="843585"/>
                  <a:pt x="1361694" y="841966"/>
                </a:cubicBezTo>
                <a:cubicBezTo>
                  <a:pt x="1360646" y="837775"/>
                  <a:pt x="1359027" y="833012"/>
                  <a:pt x="1359599" y="828345"/>
                </a:cubicBezTo>
                <a:lnTo>
                  <a:pt x="1360075" y="824630"/>
                </a:lnTo>
                <a:lnTo>
                  <a:pt x="1360646" y="820916"/>
                </a:lnTo>
                <a:lnTo>
                  <a:pt x="1360646" y="817296"/>
                </a:lnTo>
                <a:cubicBezTo>
                  <a:pt x="1361123" y="815201"/>
                  <a:pt x="1361123" y="812534"/>
                  <a:pt x="1361123" y="810438"/>
                </a:cubicBezTo>
                <a:cubicBezTo>
                  <a:pt x="1361694" y="794246"/>
                  <a:pt x="1375791" y="754336"/>
                  <a:pt x="1386268" y="741858"/>
                </a:cubicBezTo>
                <a:cubicBezTo>
                  <a:pt x="1388364" y="734524"/>
                  <a:pt x="1395127" y="730809"/>
                  <a:pt x="1398270" y="724046"/>
                </a:cubicBezTo>
                <a:cubicBezTo>
                  <a:pt x="1409795" y="713569"/>
                  <a:pt x="1420844" y="699948"/>
                  <a:pt x="1436465" y="694709"/>
                </a:cubicBezTo>
                <a:cubicBezTo>
                  <a:pt x="1445895" y="691566"/>
                  <a:pt x="1456373" y="686327"/>
                  <a:pt x="1467422" y="685851"/>
                </a:cubicBezTo>
                <a:cubicBezTo>
                  <a:pt x="1486281" y="683279"/>
                  <a:pt x="1506188" y="682136"/>
                  <a:pt x="1525048" y="686423"/>
                </a:cubicBezTo>
                <a:lnTo>
                  <a:pt x="1528667" y="687470"/>
                </a:lnTo>
                <a:cubicBezTo>
                  <a:pt x="1539621" y="690614"/>
                  <a:pt x="1549146" y="694805"/>
                  <a:pt x="1558004" y="699567"/>
                </a:cubicBezTo>
                <a:cubicBezTo>
                  <a:pt x="1564291" y="705854"/>
                  <a:pt x="1571625" y="712140"/>
                  <a:pt x="1576864" y="721570"/>
                </a:cubicBezTo>
                <a:cubicBezTo>
                  <a:pt x="1595723" y="738334"/>
                  <a:pt x="1603629" y="767099"/>
                  <a:pt x="1608868" y="799103"/>
                </a:cubicBezTo>
                <a:lnTo>
                  <a:pt x="1609344" y="803771"/>
                </a:lnTo>
                <a:lnTo>
                  <a:pt x="1609344" y="807485"/>
                </a:lnTo>
                <a:lnTo>
                  <a:pt x="1609820" y="813772"/>
                </a:lnTo>
                <a:cubicBezTo>
                  <a:pt x="1610392" y="816344"/>
                  <a:pt x="1610868" y="819011"/>
                  <a:pt x="1611439" y="821582"/>
                </a:cubicBezTo>
                <a:lnTo>
                  <a:pt x="1612487" y="826250"/>
                </a:lnTo>
                <a:cubicBezTo>
                  <a:pt x="1602010" y="827774"/>
                  <a:pt x="1590961" y="824726"/>
                  <a:pt x="1580007" y="824726"/>
                </a:cubicBezTo>
                <a:cubicBezTo>
                  <a:pt x="1572673" y="824154"/>
                  <a:pt x="1513999" y="827869"/>
                  <a:pt x="1507712" y="827869"/>
                </a:cubicBezTo>
                <a:cubicBezTo>
                  <a:pt x="1500378" y="827869"/>
                  <a:pt x="1492472" y="827869"/>
                  <a:pt x="1484662" y="828917"/>
                </a:cubicBezTo>
                <a:cubicBezTo>
                  <a:pt x="1467898" y="830536"/>
                  <a:pt x="1450562" y="829964"/>
                  <a:pt x="1433322" y="829964"/>
                </a:cubicBezTo>
                <a:cubicBezTo>
                  <a:pt x="1419130" y="829964"/>
                  <a:pt x="1422845" y="855587"/>
                  <a:pt x="1424940" y="864540"/>
                </a:cubicBezTo>
                <a:lnTo>
                  <a:pt x="1427036" y="869779"/>
                </a:lnTo>
                <a:lnTo>
                  <a:pt x="1428560" y="873970"/>
                </a:lnTo>
                <a:cubicBezTo>
                  <a:pt x="1429131" y="875018"/>
                  <a:pt x="1429607" y="876065"/>
                  <a:pt x="1430179" y="877113"/>
                </a:cubicBezTo>
                <a:lnTo>
                  <a:pt x="1432274" y="879780"/>
                </a:lnTo>
                <a:lnTo>
                  <a:pt x="1435418" y="883971"/>
                </a:lnTo>
                <a:lnTo>
                  <a:pt x="1440656" y="889210"/>
                </a:lnTo>
                <a:lnTo>
                  <a:pt x="1445895" y="895496"/>
                </a:lnTo>
                <a:cubicBezTo>
                  <a:pt x="1452182" y="902831"/>
                  <a:pt x="1465326" y="908069"/>
                  <a:pt x="1475232" y="908641"/>
                </a:cubicBezTo>
                <a:cubicBezTo>
                  <a:pt x="1476280" y="908641"/>
                  <a:pt x="1477899" y="909212"/>
                  <a:pt x="1478852" y="909212"/>
                </a:cubicBezTo>
                <a:cubicBezTo>
                  <a:pt x="1489901" y="909212"/>
                  <a:pt x="1501902" y="908641"/>
                  <a:pt x="1512380" y="905498"/>
                </a:cubicBezTo>
                <a:cubicBezTo>
                  <a:pt x="1523333" y="902831"/>
                  <a:pt x="1554289" y="890829"/>
                  <a:pt x="1558004" y="876161"/>
                </a:cubicBezTo>
                <a:lnTo>
                  <a:pt x="1558481" y="876161"/>
                </a:lnTo>
                <a:close/>
                <a:moveTo>
                  <a:pt x="1433798" y="839870"/>
                </a:moveTo>
                <a:cubicBezTo>
                  <a:pt x="1451610" y="839870"/>
                  <a:pt x="1468850" y="840442"/>
                  <a:pt x="1486186" y="838823"/>
                </a:cubicBezTo>
                <a:cubicBezTo>
                  <a:pt x="1493520" y="837775"/>
                  <a:pt x="1500854" y="837775"/>
                  <a:pt x="1507712" y="837775"/>
                </a:cubicBezTo>
                <a:cubicBezTo>
                  <a:pt x="1513999" y="837775"/>
                  <a:pt x="1574292" y="834060"/>
                  <a:pt x="1580007" y="834632"/>
                </a:cubicBezTo>
                <a:cubicBezTo>
                  <a:pt x="1586770" y="834632"/>
                  <a:pt x="1594199" y="835679"/>
                  <a:pt x="1600962" y="836156"/>
                </a:cubicBezTo>
                <a:cubicBezTo>
                  <a:pt x="1628775" y="838823"/>
                  <a:pt x="1622965" y="831965"/>
                  <a:pt x="1619822" y="812057"/>
                </a:cubicBezTo>
                <a:lnTo>
                  <a:pt x="1619250" y="806819"/>
                </a:lnTo>
                <a:lnTo>
                  <a:pt x="1619250" y="802628"/>
                </a:lnTo>
                <a:lnTo>
                  <a:pt x="1618774" y="797389"/>
                </a:lnTo>
                <a:cubicBezTo>
                  <a:pt x="1613535" y="765956"/>
                  <a:pt x="1605153" y="733952"/>
                  <a:pt x="1584198" y="714045"/>
                </a:cubicBezTo>
                <a:cubicBezTo>
                  <a:pt x="1579531" y="705187"/>
                  <a:pt x="1571625" y="698329"/>
                  <a:pt x="1563243" y="690995"/>
                </a:cubicBezTo>
                <a:cubicBezTo>
                  <a:pt x="1554385" y="685756"/>
                  <a:pt x="1545431" y="682136"/>
                  <a:pt x="1534954" y="678993"/>
                </a:cubicBezTo>
                <a:lnTo>
                  <a:pt x="1530763" y="677374"/>
                </a:lnTo>
                <a:lnTo>
                  <a:pt x="1527143" y="676898"/>
                </a:lnTo>
                <a:cubicBezTo>
                  <a:pt x="1507236" y="671659"/>
                  <a:pt x="1486281" y="672707"/>
                  <a:pt x="1465802" y="675850"/>
                </a:cubicBezTo>
                <a:cubicBezTo>
                  <a:pt x="1454277" y="676898"/>
                  <a:pt x="1443800" y="681565"/>
                  <a:pt x="1433322" y="684708"/>
                </a:cubicBezTo>
                <a:cubicBezTo>
                  <a:pt x="1415510" y="690995"/>
                  <a:pt x="1403985" y="705187"/>
                  <a:pt x="1389317" y="719284"/>
                </a:cubicBezTo>
                <a:cubicBezTo>
                  <a:pt x="1386173" y="726142"/>
                  <a:pt x="1380458" y="727666"/>
                  <a:pt x="1376743" y="737572"/>
                </a:cubicBezTo>
                <a:cubicBezTo>
                  <a:pt x="1367790" y="748621"/>
                  <a:pt x="1353693" y="785768"/>
                  <a:pt x="1351598" y="802056"/>
                </a:cubicBezTo>
                <a:cubicBezTo>
                  <a:pt x="1351026" y="806723"/>
                  <a:pt x="1351598" y="811486"/>
                  <a:pt x="1350550" y="816153"/>
                </a:cubicBezTo>
                <a:lnTo>
                  <a:pt x="1350550" y="819868"/>
                </a:lnTo>
                <a:lnTo>
                  <a:pt x="1349978" y="823011"/>
                </a:lnTo>
                <a:lnTo>
                  <a:pt x="1349502" y="827202"/>
                </a:lnTo>
                <a:cubicBezTo>
                  <a:pt x="1348931" y="833012"/>
                  <a:pt x="1350550" y="838727"/>
                  <a:pt x="1351598" y="843966"/>
                </a:cubicBezTo>
                <a:cubicBezTo>
                  <a:pt x="1351598" y="846062"/>
                  <a:pt x="1352645" y="850253"/>
                  <a:pt x="1353122" y="851872"/>
                </a:cubicBezTo>
                <a:lnTo>
                  <a:pt x="1354646" y="856063"/>
                </a:lnTo>
                <a:cubicBezTo>
                  <a:pt x="1355693" y="858635"/>
                  <a:pt x="1356741" y="861302"/>
                  <a:pt x="1356741" y="864445"/>
                </a:cubicBezTo>
                <a:lnTo>
                  <a:pt x="1357313" y="867017"/>
                </a:lnTo>
                <a:cubicBezTo>
                  <a:pt x="1368266" y="884828"/>
                  <a:pt x="1370457" y="907403"/>
                  <a:pt x="1388174" y="920928"/>
                </a:cubicBezTo>
                <a:cubicBezTo>
                  <a:pt x="1396556" y="931406"/>
                  <a:pt x="1407605" y="938740"/>
                  <a:pt x="1421702" y="945598"/>
                </a:cubicBezTo>
                <a:cubicBezTo>
                  <a:pt x="1431131" y="947122"/>
                  <a:pt x="1439037" y="951313"/>
                  <a:pt x="1447895" y="953408"/>
                </a:cubicBezTo>
                <a:cubicBezTo>
                  <a:pt x="1473041" y="963886"/>
                  <a:pt x="1505522" y="957599"/>
                  <a:pt x="1533239" y="954456"/>
                </a:cubicBezTo>
                <a:cubicBezTo>
                  <a:pt x="1534859" y="953980"/>
                  <a:pt x="1536383" y="953408"/>
                  <a:pt x="1537430" y="952932"/>
                </a:cubicBezTo>
                <a:lnTo>
                  <a:pt x="1543241" y="951408"/>
                </a:lnTo>
                <a:cubicBezTo>
                  <a:pt x="1546384" y="950360"/>
                  <a:pt x="1550003" y="948836"/>
                  <a:pt x="1552670" y="946169"/>
                </a:cubicBezTo>
                <a:cubicBezTo>
                  <a:pt x="1554766" y="946169"/>
                  <a:pt x="1556385" y="945122"/>
                  <a:pt x="1557909" y="944074"/>
                </a:cubicBezTo>
                <a:lnTo>
                  <a:pt x="1560481" y="941978"/>
                </a:lnTo>
                <a:lnTo>
                  <a:pt x="1563148" y="939883"/>
                </a:lnTo>
                <a:cubicBezTo>
                  <a:pt x="1570482" y="936740"/>
                  <a:pt x="1577816" y="934073"/>
                  <a:pt x="1584103" y="928834"/>
                </a:cubicBezTo>
                <a:cubicBezTo>
                  <a:pt x="1588770" y="925691"/>
                  <a:pt x="1595057" y="918833"/>
                  <a:pt x="1599343" y="912641"/>
                </a:cubicBezTo>
                <a:cubicBezTo>
                  <a:pt x="1600391" y="909974"/>
                  <a:pt x="1602962" y="907974"/>
                  <a:pt x="1605629" y="905307"/>
                </a:cubicBezTo>
                <a:cubicBezTo>
                  <a:pt x="1608773" y="899021"/>
                  <a:pt x="1627632" y="864445"/>
                  <a:pt x="1614011" y="865016"/>
                </a:cubicBezTo>
                <a:cubicBezTo>
                  <a:pt x="1608296" y="865493"/>
                  <a:pt x="1602486" y="865016"/>
                  <a:pt x="1597247" y="863969"/>
                </a:cubicBezTo>
                <a:cubicBezTo>
                  <a:pt x="1590961" y="863492"/>
                  <a:pt x="1559528" y="865493"/>
                  <a:pt x="1556385" y="866064"/>
                </a:cubicBezTo>
                <a:lnTo>
                  <a:pt x="1552194" y="867112"/>
                </a:lnTo>
                <a:lnTo>
                  <a:pt x="1548479" y="872922"/>
                </a:lnTo>
                <a:cubicBezTo>
                  <a:pt x="1543812" y="881304"/>
                  <a:pt x="1528096" y="890734"/>
                  <a:pt x="1509713" y="895973"/>
                </a:cubicBezTo>
                <a:cubicBezTo>
                  <a:pt x="1500283" y="898640"/>
                  <a:pt x="1488758" y="899116"/>
                  <a:pt x="1478756" y="899116"/>
                </a:cubicBezTo>
                <a:lnTo>
                  <a:pt x="1474089" y="898068"/>
                </a:lnTo>
                <a:cubicBezTo>
                  <a:pt x="1469898" y="899116"/>
                  <a:pt x="1456754" y="892829"/>
                  <a:pt x="1453134" y="888638"/>
                </a:cubicBezTo>
                <a:lnTo>
                  <a:pt x="1446276" y="880828"/>
                </a:lnTo>
                <a:lnTo>
                  <a:pt x="1443133" y="877113"/>
                </a:lnTo>
                <a:lnTo>
                  <a:pt x="1439989" y="873494"/>
                </a:lnTo>
                <a:lnTo>
                  <a:pt x="1437894" y="869779"/>
                </a:lnTo>
                <a:lnTo>
                  <a:pt x="1436275" y="866636"/>
                </a:lnTo>
                <a:lnTo>
                  <a:pt x="1434179" y="860825"/>
                </a:lnTo>
                <a:cubicBezTo>
                  <a:pt x="1433132" y="855110"/>
                  <a:pt x="1431608" y="845585"/>
                  <a:pt x="1433703" y="839870"/>
                </a:cubicBezTo>
                <a:moveTo>
                  <a:pt x="963263" y="943026"/>
                </a:moveTo>
                <a:cubicBezTo>
                  <a:pt x="943356" y="941978"/>
                  <a:pt x="922877" y="940359"/>
                  <a:pt x="903542" y="944550"/>
                </a:cubicBezTo>
                <a:cubicBezTo>
                  <a:pt x="904589" y="935692"/>
                  <a:pt x="905637" y="921023"/>
                  <a:pt x="905161" y="914165"/>
                </a:cubicBezTo>
                <a:cubicBezTo>
                  <a:pt x="904589" y="905307"/>
                  <a:pt x="906209" y="774338"/>
                  <a:pt x="906209" y="769576"/>
                </a:cubicBezTo>
                <a:cubicBezTo>
                  <a:pt x="903065" y="754907"/>
                  <a:pt x="899351" y="701472"/>
                  <a:pt x="903065" y="687851"/>
                </a:cubicBezTo>
                <a:lnTo>
                  <a:pt x="908780" y="687851"/>
                </a:lnTo>
                <a:cubicBezTo>
                  <a:pt x="910876" y="687851"/>
                  <a:pt x="913543" y="687280"/>
                  <a:pt x="915638" y="687280"/>
                </a:cubicBezTo>
                <a:cubicBezTo>
                  <a:pt x="919353" y="686708"/>
                  <a:pt x="923449" y="687280"/>
                  <a:pt x="928211" y="686708"/>
                </a:cubicBezTo>
                <a:cubicBezTo>
                  <a:pt x="938689" y="685184"/>
                  <a:pt x="950214" y="683089"/>
                  <a:pt x="960692" y="683565"/>
                </a:cubicBezTo>
                <a:cubicBezTo>
                  <a:pt x="961263" y="692519"/>
                  <a:pt x="959644" y="700901"/>
                  <a:pt x="960215" y="709759"/>
                </a:cubicBezTo>
                <a:cubicBezTo>
                  <a:pt x="961263" y="713950"/>
                  <a:pt x="965454" y="715569"/>
                  <a:pt x="969074" y="715569"/>
                </a:cubicBezTo>
                <a:cubicBezTo>
                  <a:pt x="971740" y="716141"/>
                  <a:pt x="973741" y="715569"/>
                  <a:pt x="974788" y="715569"/>
                </a:cubicBezTo>
                <a:cubicBezTo>
                  <a:pt x="980599" y="713950"/>
                  <a:pt x="983742" y="709759"/>
                  <a:pt x="985266" y="707187"/>
                </a:cubicBezTo>
                <a:lnTo>
                  <a:pt x="988409" y="702996"/>
                </a:lnTo>
                <a:lnTo>
                  <a:pt x="994220" y="698805"/>
                </a:lnTo>
                <a:lnTo>
                  <a:pt x="999935" y="695662"/>
                </a:lnTo>
                <a:lnTo>
                  <a:pt x="1003078" y="693566"/>
                </a:lnTo>
                <a:cubicBezTo>
                  <a:pt x="1004126" y="692519"/>
                  <a:pt x="1007269" y="690995"/>
                  <a:pt x="1010984" y="689375"/>
                </a:cubicBezTo>
                <a:lnTo>
                  <a:pt x="1018794" y="686232"/>
                </a:lnTo>
                <a:lnTo>
                  <a:pt x="1022985" y="684613"/>
                </a:lnTo>
                <a:lnTo>
                  <a:pt x="1027652" y="682517"/>
                </a:lnTo>
                <a:cubicBezTo>
                  <a:pt x="1029272" y="681946"/>
                  <a:pt x="1030319" y="681470"/>
                  <a:pt x="1031843" y="680422"/>
                </a:cubicBezTo>
                <a:cubicBezTo>
                  <a:pt x="1062800" y="674707"/>
                  <a:pt x="1097375" y="684137"/>
                  <a:pt x="1112520" y="704520"/>
                </a:cubicBezTo>
                <a:cubicBezTo>
                  <a:pt x="1114616" y="707663"/>
                  <a:pt x="1115187" y="709283"/>
                  <a:pt x="1117283" y="712902"/>
                </a:cubicBezTo>
                <a:cubicBezTo>
                  <a:pt x="1118807" y="718141"/>
                  <a:pt x="1122521" y="722903"/>
                  <a:pt x="1128236" y="721856"/>
                </a:cubicBezTo>
                <a:cubicBezTo>
                  <a:pt x="1133475" y="720808"/>
                  <a:pt x="1142429" y="711854"/>
                  <a:pt x="1150715" y="708711"/>
                </a:cubicBezTo>
                <a:cubicBezTo>
                  <a:pt x="1154430" y="706139"/>
                  <a:pt x="1157002" y="703949"/>
                  <a:pt x="1160621" y="700805"/>
                </a:cubicBezTo>
                <a:lnTo>
                  <a:pt x="1163288" y="699758"/>
                </a:lnTo>
                <a:lnTo>
                  <a:pt x="1171099" y="696138"/>
                </a:lnTo>
                <a:lnTo>
                  <a:pt x="1182624" y="690899"/>
                </a:lnTo>
                <a:cubicBezTo>
                  <a:pt x="1199388" y="683565"/>
                  <a:pt x="1226058" y="683565"/>
                  <a:pt x="1247013" y="688804"/>
                </a:cubicBezTo>
                <a:cubicBezTo>
                  <a:pt x="1261682" y="698234"/>
                  <a:pt x="1273207" y="710807"/>
                  <a:pt x="1282637" y="726999"/>
                </a:cubicBezTo>
                <a:lnTo>
                  <a:pt x="1284161" y="730714"/>
                </a:lnTo>
                <a:cubicBezTo>
                  <a:pt x="1285208" y="732333"/>
                  <a:pt x="1286256" y="735476"/>
                  <a:pt x="1287780" y="737572"/>
                </a:cubicBezTo>
                <a:cubicBezTo>
                  <a:pt x="1289399" y="747002"/>
                  <a:pt x="1291971" y="756908"/>
                  <a:pt x="1293019" y="766337"/>
                </a:cubicBezTo>
                <a:lnTo>
                  <a:pt x="1293019" y="770052"/>
                </a:lnTo>
                <a:cubicBezTo>
                  <a:pt x="1293019" y="772148"/>
                  <a:pt x="1292543" y="774243"/>
                  <a:pt x="1293019" y="776910"/>
                </a:cubicBezTo>
                <a:cubicBezTo>
                  <a:pt x="1293590" y="778529"/>
                  <a:pt x="1294067" y="780053"/>
                  <a:pt x="1294638" y="783768"/>
                </a:cubicBezTo>
                <a:cubicBezTo>
                  <a:pt x="1295686" y="788531"/>
                  <a:pt x="1295686" y="793769"/>
                  <a:pt x="1296162" y="798437"/>
                </a:cubicBezTo>
                <a:cubicBezTo>
                  <a:pt x="1296162" y="803675"/>
                  <a:pt x="1296734" y="809390"/>
                  <a:pt x="1297210" y="814629"/>
                </a:cubicBezTo>
                <a:cubicBezTo>
                  <a:pt x="1297781" y="821963"/>
                  <a:pt x="1297210" y="830822"/>
                  <a:pt x="1298258" y="837680"/>
                </a:cubicBezTo>
                <a:cubicBezTo>
                  <a:pt x="1298829" y="844538"/>
                  <a:pt x="1297781" y="876446"/>
                  <a:pt x="1298258" y="882257"/>
                </a:cubicBezTo>
                <a:cubicBezTo>
                  <a:pt x="1298258" y="891210"/>
                  <a:pt x="1299305" y="900545"/>
                  <a:pt x="1299305" y="908450"/>
                </a:cubicBezTo>
                <a:cubicBezTo>
                  <a:pt x="1299305" y="909974"/>
                  <a:pt x="1300353" y="931501"/>
                  <a:pt x="1300353" y="933596"/>
                </a:cubicBezTo>
                <a:lnTo>
                  <a:pt x="1301401" y="940931"/>
                </a:lnTo>
                <a:lnTo>
                  <a:pt x="1298258" y="940359"/>
                </a:lnTo>
                <a:cubicBezTo>
                  <a:pt x="1296734" y="940359"/>
                  <a:pt x="1243775" y="940931"/>
                  <a:pt x="1240631" y="941407"/>
                </a:cubicBezTo>
                <a:lnTo>
                  <a:pt x="1237488" y="941407"/>
                </a:lnTo>
                <a:cubicBezTo>
                  <a:pt x="1237488" y="940931"/>
                  <a:pt x="1238060" y="939883"/>
                  <a:pt x="1238060" y="937216"/>
                </a:cubicBezTo>
                <a:cubicBezTo>
                  <a:pt x="1239107" y="908927"/>
                  <a:pt x="1239107" y="881209"/>
                  <a:pt x="1238536" y="857587"/>
                </a:cubicBezTo>
                <a:cubicBezTo>
                  <a:pt x="1242727" y="838727"/>
                  <a:pt x="1235964" y="753860"/>
                  <a:pt x="1212342" y="738143"/>
                </a:cubicBezTo>
                <a:cubicBezTo>
                  <a:pt x="1199769" y="726618"/>
                  <a:pt x="1183481" y="730238"/>
                  <a:pt x="1169861" y="736048"/>
                </a:cubicBezTo>
                <a:cubicBezTo>
                  <a:pt x="1134809" y="751193"/>
                  <a:pt x="1134237" y="773767"/>
                  <a:pt x="1125855" y="807295"/>
                </a:cubicBezTo>
                <a:cubicBezTo>
                  <a:pt x="1124807" y="811010"/>
                  <a:pt x="1124807" y="915213"/>
                  <a:pt x="1125284" y="918356"/>
                </a:cubicBezTo>
                <a:lnTo>
                  <a:pt x="1125284" y="923024"/>
                </a:lnTo>
                <a:cubicBezTo>
                  <a:pt x="1125855" y="930358"/>
                  <a:pt x="1126903" y="938264"/>
                  <a:pt x="1127379" y="945598"/>
                </a:cubicBezTo>
                <a:lnTo>
                  <a:pt x="1124236" y="947693"/>
                </a:lnTo>
                <a:lnTo>
                  <a:pt x="1121569" y="947693"/>
                </a:lnTo>
                <a:lnTo>
                  <a:pt x="1115854" y="947217"/>
                </a:lnTo>
                <a:cubicBezTo>
                  <a:pt x="1102709" y="947217"/>
                  <a:pt x="1090232" y="947693"/>
                  <a:pt x="1077087" y="947693"/>
                </a:cubicBezTo>
                <a:lnTo>
                  <a:pt x="1071848" y="948170"/>
                </a:lnTo>
                <a:cubicBezTo>
                  <a:pt x="1070801" y="940835"/>
                  <a:pt x="1070229" y="933501"/>
                  <a:pt x="1070229" y="926738"/>
                </a:cubicBezTo>
                <a:cubicBezTo>
                  <a:pt x="1070229" y="925691"/>
                  <a:pt x="1070801" y="924643"/>
                  <a:pt x="1070801" y="923024"/>
                </a:cubicBezTo>
                <a:cubicBezTo>
                  <a:pt x="1070229" y="917213"/>
                  <a:pt x="1071372" y="884257"/>
                  <a:pt x="1072420" y="851300"/>
                </a:cubicBezTo>
                <a:cubicBezTo>
                  <a:pt x="1073468" y="818820"/>
                  <a:pt x="1074039" y="785768"/>
                  <a:pt x="1073468" y="781673"/>
                </a:cubicBezTo>
                <a:cubicBezTo>
                  <a:pt x="1072420" y="775386"/>
                  <a:pt x="1071848" y="769576"/>
                  <a:pt x="1071372" y="764909"/>
                </a:cubicBezTo>
                <a:cubicBezTo>
                  <a:pt x="1068229" y="756050"/>
                  <a:pt x="1065562" y="751764"/>
                  <a:pt x="1060895" y="745001"/>
                </a:cubicBezTo>
                <a:cubicBezTo>
                  <a:pt x="1049369" y="731381"/>
                  <a:pt x="1027367" y="731381"/>
                  <a:pt x="1014794" y="732428"/>
                </a:cubicBezTo>
                <a:cubicBezTo>
                  <a:pt x="992791" y="733476"/>
                  <a:pt x="981837" y="747097"/>
                  <a:pt x="969740" y="763861"/>
                </a:cubicBezTo>
                <a:cubicBezTo>
                  <a:pt x="963930" y="777005"/>
                  <a:pt x="962406" y="792150"/>
                  <a:pt x="961835" y="806247"/>
                </a:cubicBezTo>
                <a:cubicBezTo>
                  <a:pt x="961835" y="820439"/>
                  <a:pt x="961263" y="908355"/>
                  <a:pt x="961835" y="918833"/>
                </a:cubicBezTo>
                <a:cubicBezTo>
                  <a:pt x="962406" y="925691"/>
                  <a:pt x="962406" y="934549"/>
                  <a:pt x="962882" y="942931"/>
                </a:cubicBezTo>
                <a:moveTo>
                  <a:pt x="1128998" y="956552"/>
                </a:moveTo>
                <a:cubicBezTo>
                  <a:pt x="1132618" y="958076"/>
                  <a:pt x="1138428" y="958647"/>
                  <a:pt x="1137857" y="952361"/>
                </a:cubicBezTo>
                <a:cubicBezTo>
                  <a:pt x="1137857" y="942931"/>
                  <a:pt x="1135761" y="932453"/>
                  <a:pt x="1135190" y="922452"/>
                </a:cubicBezTo>
                <a:lnTo>
                  <a:pt x="1135190" y="918737"/>
                </a:lnTo>
                <a:cubicBezTo>
                  <a:pt x="1135190" y="917213"/>
                  <a:pt x="1135190" y="916166"/>
                  <a:pt x="1134618" y="914070"/>
                </a:cubicBezTo>
                <a:cubicBezTo>
                  <a:pt x="1134618" y="914070"/>
                  <a:pt x="1134618" y="811962"/>
                  <a:pt x="1135666" y="809295"/>
                </a:cubicBezTo>
                <a:cubicBezTo>
                  <a:pt x="1140428" y="790436"/>
                  <a:pt x="1144048" y="759003"/>
                  <a:pt x="1164527" y="749573"/>
                </a:cubicBezTo>
                <a:cubicBezTo>
                  <a:pt x="1176052" y="743763"/>
                  <a:pt x="1192816" y="734905"/>
                  <a:pt x="1204913" y="744811"/>
                </a:cubicBezTo>
                <a:lnTo>
                  <a:pt x="1208627" y="748526"/>
                </a:lnTo>
                <a:cubicBezTo>
                  <a:pt x="1223772" y="756336"/>
                  <a:pt x="1233202" y="837584"/>
                  <a:pt x="1228535" y="856920"/>
                </a:cubicBezTo>
                <a:cubicBezTo>
                  <a:pt x="1229106" y="879971"/>
                  <a:pt x="1229106" y="907784"/>
                  <a:pt x="1228058" y="933406"/>
                </a:cubicBezTo>
                <a:cubicBezTo>
                  <a:pt x="1228058" y="935025"/>
                  <a:pt x="1227487" y="936549"/>
                  <a:pt x="1227487" y="939216"/>
                </a:cubicBezTo>
                <a:cubicBezTo>
                  <a:pt x="1227487" y="939788"/>
                  <a:pt x="1227011" y="941312"/>
                  <a:pt x="1225391" y="943407"/>
                </a:cubicBezTo>
                <a:cubicBezTo>
                  <a:pt x="1219105" y="953408"/>
                  <a:pt x="1237964" y="951218"/>
                  <a:pt x="1241679" y="951218"/>
                </a:cubicBezTo>
                <a:cubicBezTo>
                  <a:pt x="1244822" y="950741"/>
                  <a:pt x="1295686" y="950170"/>
                  <a:pt x="1297210" y="950170"/>
                </a:cubicBezTo>
                <a:cubicBezTo>
                  <a:pt x="1302449" y="950741"/>
                  <a:pt x="1308164" y="954361"/>
                  <a:pt x="1311402" y="947027"/>
                </a:cubicBezTo>
                <a:cubicBezTo>
                  <a:pt x="1311974" y="945979"/>
                  <a:pt x="1311974" y="944360"/>
                  <a:pt x="1311974" y="942836"/>
                </a:cubicBezTo>
                <a:lnTo>
                  <a:pt x="1311402" y="937597"/>
                </a:lnTo>
                <a:lnTo>
                  <a:pt x="1310354" y="932358"/>
                </a:lnTo>
                <a:cubicBezTo>
                  <a:pt x="1310354" y="930263"/>
                  <a:pt x="1309307" y="909784"/>
                  <a:pt x="1309307" y="908260"/>
                </a:cubicBezTo>
                <a:cubicBezTo>
                  <a:pt x="1309307" y="900449"/>
                  <a:pt x="1308259" y="890448"/>
                  <a:pt x="1308259" y="881590"/>
                </a:cubicBezTo>
                <a:cubicBezTo>
                  <a:pt x="1307783" y="875875"/>
                  <a:pt x="1308830" y="842347"/>
                  <a:pt x="1308259" y="836060"/>
                </a:cubicBezTo>
                <a:cubicBezTo>
                  <a:pt x="1307211" y="829774"/>
                  <a:pt x="1307783" y="820820"/>
                  <a:pt x="1307211" y="814058"/>
                </a:cubicBezTo>
                <a:cubicBezTo>
                  <a:pt x="1306735" y="808343"/>
                  <a:pt x="1306163" y="802532"/>
                  <a:pt x="1306163" y="797294"/>
                </a:cubicBezTo>
                <a:cubicBezTo>
                  <a:pt x="1305687" y="792055"/>
                  <a:pt x="1305687" y="786816"/>
                  <a:pt x="1304639" y="781577"/>
                </a:cubicBezTo>
                <a:lnTo>
                  <a:pt x="1304068" y="778434"/>
                </a:lnTo>
                <a:cubicBezTo>
                  <a:pt x="1303592" y="777386"/>
                  <a:pt x="1303592" y="776339"/>
                  <a:pt x="1303020" y="774719"/>
                </a:cubicBezTo>
                <a:lnTo>
                  <a:pt x="1303020" y="765861"/>
                </a:lnTo>
                <a:cubicBezTo>
                  <a:pt x="1301972" y="755384"/>
                  <a:pt x="1299401" y="744906"/>
                  <a:pt x="1297781" y="734429"/>
                </a:cubicBezTo>
                <a:cubicBezTo>
                  <a:pt x="1297210" y="732333"/>
                  <a:pt x="1294067" y="728714"/>
                  <a:pt x="1293590" y="726618"/>
                </a:cubicBezTo>
                <a:lnTo>
                  <a:pt x="1290923" y="720808"/>
                </a:lnTo>
                <a:cubicBezTo>
                  <a:pt x="1281017" y="704044"/>
                  <a:pt x="1268444" y="690423"/>
                  <a:pt x="1250061" y="678898"/>
                </a:cubicBezTo>
                <a:cubicBezTo>
                  <a:pt x="1228058" y="673659"/>
                  <a:pt x="1198245" y="673183"/>
                  <a:pt x="1178338" y="681470"/>
                </a:cubicBezTo>
                <a:lnTo>
                  <a:pt x="1166813" y="686708"/>
                </a:lnTo>
                <a:lnTo>
                  <a:pt x="1158431" y="690899"/>
                </a:lnTo>
                <a:lnTo>
                  <a:pt x="1155287" y="692519"/>
                </a:lnTo>
                <a:cubicBezTo>
                  <a:pt x="1151573" y="694043"/>
                  <a:pt x="1149001" y="697757"/>
                  <a:pt x="1145286" y="699853"/>
                </a:cubicBezTo>
                <a:cubicBezTo>
                  <a:pt x="1138523" y="702996"/>
                  <a:pt x="1132142" y="706711"/>
                  <a:pt x="1125950" y="708806"/>
                </a:cubicBezTo>
                <a:lnTo>
                  <a:pt x="1124903" y="706235"/>
                </a:lnTo>
                <a:cubicBezTo>
                  <a:pt x="1123855" y="704615"/>
                  <a:pt x="1123283" y="702520"/>
                  <a:pt x="1120712" y="698329"/>
                </a:cubicBezTo>
                <a:cubicBezTo>
                  <a:pt x="1102424" y="673659"/>
                  <a:pt x="1062038" y="664229"/>
                  <a:pt x="1026890" y="671564"/>
                </a:cubicBezTo>
                <a:lnTo>
                  <a:pt x="1023747" y="673183"/>
                </a:lnTo>
                <a:lnTo>
                  <a:pt x="1018508" y="675278"/>
                </a:lnTo>
                <a:lnTo>
                  <a:pt x="1014317" y="677374"/>
                </a:lnTo>
                <a:lnTo>
                  <a:pt x="1006983" y="680517"/>
                </a:lnTo>
                <a:cubicBezTo>
                  <a:pt x="1003268" y="681565"/>
                  <a:pt x="998125" y="684232"/>
                  <a:pt x="993838" y="686804"/>
                </a:cubicBezTo>
                <a:lnTo>
                  <a:pt x="988028" y="690518"/>
                </a:lnTo>
                <a:cubicBezTo>
                  <a:pt x="985933" y="692138"/>
                  <a:pt x="983837" y="693662"/>
                  <a:pt x="982313" y="694709"/>
                </a:cubicBezTo>
                <a:lnTo>
                  <a:pt x="979646" y="696805"/>
                </a:lnTo>
                <a:cubicBezTo>
                  <a:pt x="979075" y="697376"/>
                  <a:pt x="978027" y="698424"/>
                  <a:pt x="977551" y="699472"/>
                </a:cubicBezTo>
                <a:lnTo>
                  <a:pt x="975932" y="702615"/>
                </a:lnTo>
                <a:cubicBezTo>
                  <a:pt x="974884" y="704139"/>
                  <a:pt x="973836" y="705187"/>
                  <a:pt x="972312" y="705758"/>
                </a:cubicBezTo>
                <a:lnTo>
                  <a:pt x="969645" y="705758"/>
                </a:lnTo>
                <a:cubicBezTo>
                  <a:pt x="969645" y="696805"/>
                  <a:pt x="971740" y="687375"/>
                  <a:pt x="969645" y="678517"/>
                </a:cubicBezTo>
                <a:cubicBezTo>
                  <a:pt x="967550" y="669087"/>
                  <a:pt x="930878" y="676421"/>
                  <a:pt x="926687" y="676993"/>
                </a:cubicBezTo>
                <a:cubicBezTo>
                  <a:pt x="921925" y="677469"/>
                  <a:pt x="917258" y="676993"/>
                  <a:pt x="913543" y="677469"/>
                </a:cubicBezTo>
                <a:lnTo>
                  <a:pt x="902589" y="677469"/>
                </a:lnTo>
                <a:cubicBezTo>
                  <a:pt x="899446" y="678041"/>
                  <a:pt x="893731" y="678041"/>
                  <a:pt x="892112" y="681660"/>
                </a:cubicBezTo>
                <a:cubicBezTo>
                  <a:pt x="887921" y="692138"/>
                  <a:pt x="892683" y="755003"/>
                  <a:pt x="895731" y="771290"/>
                </a:cubicBezTo>
                <a:cubicBezTo>
                  <a:pt x="895731" y="780720"/>
                  <a:pt x="893636" y="905879"/>
                  <a:pt x="894683" y="914832"/>
                </a:cubicBezTo>
                <a:cubicBezTo>
                  <a:pt x="895255" y="923690"/>
                  <a:pt x="893159" y="944645"/>
                  <a:pt x="892112" y="947789"/>
                </a:cubicBezTo>
                <a:cubicBezTo>
                  <a:pt x="889445" y="955694"/>
                  <a:pt x="899446" y="954551"/>
                  <a:pt x="904113" y="954551"/>
                </a:cubicBezTo>
                <a:cubicBezTo>
                  <a:pt x="924020" y="950360"/>
                  <a:pt x="947547" y="951980"/>
                  <a:pt x="967454" y="953504"/>
                </a:cubicBezTo>
                <a:cubicBezTo>
                  <a:pt x="973169" y="954075"/>
                  <a:pt x="973741" y="948265"/>
                  <a:pt x="973169" y="944645"/>
                </a:cubicBezTo>
                <a:cubicBezTo>
                  <a:pt x="972122" y="935787"/>
                  <a:pt x="972122" y="925786"/>
                  <a:pt x="971645" y="918452"/>
                </a:cubicBezTo>
                <a:cubicBezTo>
                  <a:pt x="971074" y="907974"/>
                  <a:pt x="971645" y="820535"/>
                  <a:pt x="972217" y="806342"/>
                </a:cubicBezTo>
                <a:cubicBezTo>
                  <a:pt x="972217" y="792722"/>
                  <a:pt x="973741" y="779101"/>
                  <a:pt x="978503" y="768147"/>
                </a:cubicBezTo>
                <a:cubicBezTo>
                  <a:pt x="988409" y="755003"/>
                  <a:pt x="996887" y="743477"/>
                  <a:pt x="1015175" y="742525"/>
                </a:cubicBezTo>
                <a:cubicBezTo>
                  <a:pt x="1028319" y="741477"/>
                  <a:pt x="1045083" y="742525"/>
                  <a:pt x="1053370" y="751383"/>
                </a:cubicBezTo>
                <a:cubicBezTo>
                  <a:pt x="1057085" y="757098"/>
                  <a:pt x="1058609" y="760813"/>
                  <a:pt x="1061752" y="767576"/>
                </a:cubicBezTo>
                <a:cubicBezTo>
                  <a:pt x="1061752" y="771290"/>
                  <a:pt x="1062323" y="776434"/>
                  <a:pt x="1063371" y="783292"/>
                </a:cubicBezTo>
                <a:cubicBezTo>
                  <a:pt x="1063943" y="785864"/>
                  <a:pt x="1062800" y="817868"/>
                  <a:pt x="1062323" y="850919"/>
                </a:cubicBezTo>
                <a:cubicBezTo>
                  <a:pt x="1061276" y="884447"/>
                  <a:pt x="1060228" y="917975"/>
                  <a:pt x="1060228" y="923690"/>
                </a:cubicBezTo>
                <a:cubicBezTo>
                  <a:pt x="1058132" y="926834"/>
                  <a:pt x="1061847" y="949408"/>
                  <a:pt x="1061847" y="953027"/>
                </a:cubicBezTo>
                <a:cubicBezTo>
                  <a:pt x="1062419" y="958266"/>
                  <a:pt x="1068610" y="958266"/>
                  <a:pt x="1071753" y="958266"/>
                </a:cubicBezTo>
                <a:lnTo>
                  <a:pt x="1077563" y="957790"/>
                </a:lnTo>
                <a:cubicBezTo>
                  <a:pt x="1090136" y="957790"/>
                  <a:pt x="1102709" y="957218"/>
                  <a:pt x="1115282" y="957218"/>
                </a:cubicBezTo>
                <a:lnTo>
                  <a:pt x="1122045" y="957790"/>
                </a:lnTo>
                <a:lnTo>
                  <a:pt x="1125188" y="957790"/>
                </a:lnTo>
                <a:cubicBezTo>
                  <a:pt x="1125760" y="957790"/>
                  <a:pt x="1126808" y="957790"/>
                  <a:pt x="1128903" y="956742"/>
                </a:cubicBezTo>
                <a:moveTo>
                  <a:pt x="688277" y="719474"/>
                </a:moveTo>
                <a:cubicBezTo>
                  <a:pt x="688848" y="708997"/>
                  <a:pt x="690372" y="697948"/>
                  <a:pt x="689324" y="686994"/>
                </a:cubicBezTo>
                <a:lnTo>
                  <a:pt x="691420" y="687566"/>
                </a:lnTo>
                <a:cubicBezTo>
                  <a:pt x="694563" y="687566"/>
                  <a:pt x="699802" y="686518"/>
                  <a:pt x="703993" y="687566"/>
                </a:cubicBezTo>
                <a:lnTo>
                  <a:pt x="712375" y="687566"/>
                </a:lnTo>
                <a:cubicBezTo>
                  <a:pt x="732282" y="686518"/>
                  <a:pt x="727615" y="676040"/>
                  <a:pt x="730187" y="658800"/>
                </a:cubicBezTo>
                <a:lnTo>
                  <a:pt x="730187" y="653561"/>
                </a:lnTo>
                <a:lnTo>
                  <a:pt x="730758" y="649847"/>
                </a:lnTo>
                <a:cubicBezTo>
                  <a:pt x="731806" y="646227"/>
                  <a:pt x="734378" y="630987"/>
                  <a:pt x="737045" y="627844"/>
                </a:cubicBezTo>
                <a:cubicBezTo>
                  <a:pt x="741807" y="619462"/>
                  <a:pt x="747998" y="612604"/>
                  <a:pt x="755904" y="604793"/>
                </a:cubicBezTo>
                <a:cubicBezTo>
                  <a:pt x="760571" y="600126"/>
                  <a:pt x="763715" y="597459"/>
                  <a:pt x="770096" y="593840"/>
                </a:cubicBezTo>
                <a:cubicBezTo>
                  <a:pt x="772763" y="591744"/>
                  <a:pt x="775811" y="590125"/>
                  <a:pt x="778478" y="588601"/>
                </a:cubicBezTo>
                <a:cubicBezTo>
                  <a:pt x="784288" y="586505"/>
                  <a:pt x="789432" y="586505"/>
                  <a:pt x="795242" y="583838"/>
                </a:cubicBezTo>
                <a:cubicBezTo>
                  <a:pt x="807815" y="583838"/>
                  <a:pt x="830866" y="579171"/>
                  <a:pt x="842391" y="585934"/>
                </a:cubicBezTo>
                <a:lnTo>
                  <a:pt x="845058" y="586982"/>
                </a:lnTo>
                <a:lnTo>
                  <a:pt x="847725" y="587553"/>
                </a:lnTo>
                <a:cubicBezTo>
                  <a:pt x="846677" y="595364"/>
                  <a:pt x="846677" y="603269"/>
                  <a:pt x="846677" y="610032"/>
                </a:cubicBezTo>
                <a:lnTo>
                  <a:pt x="847249" y="626796"/>
                </a:lnTo>
                <a:cubicBezTo>
                  <a:pt x="841438" y="625748"/>
                  <a:pt x="835724" y="624701"/>
                  <a:pt x="829437" y="624701"/>
                </a:cubicBezTo>
                <a:cubicBezTo>
                  <a:pt x="801148" y="625748"/>
                  <a:pt x="784955" y="647751"/>
                  <a:pt x="791242" y="677088"/>
                </a:cubicBezTo>
                <a:cubicBezTo>
                  <a:pt x="791242" y="677564"/>
                  <a:pt x="792861" y="679660"/>
                  <a:pt x="795433" y="682803"/>
                </a:cubicBezTo>
                <a:lnTo>
                  <a:pt x="797528" y="683851"/>
                </a:lnTo>
                <a:cubicBezTo>
                  <a:pt x="797528" y="683851"/>
                  <a:pt x="814292" y="687566"/>
                  <a:pt x="822103" y="688042"/>
                </a:cubicBezTo>
                <a:cubicBezTo>
                  <a:pt x="828865" y="688613"/>
                  <a:pt x="835247" y="689661"/>
                  <a:pt x="842486" y="689661"/>
                </a:cubicBezTo>
                <a:lnTo>
                  <a:pt x="841915" y="695948"/>
                </a:lnTo>
                <a:cubicBezTo>
                  <a:pt x="841915" y="705377"/>
                  <a:pt x="841343" y="715283"/>
                  <a:pt x="841343" y="726332"/>
                </a:cubicBezTo>
                <a:cubicBezTo>
                  <a:pt x="836676" y="725761"/>
                  <a:pt x="831913" y="724713"/>
                  <a:pt x="827151" y="724237"/>
                </a:cubicBezTo>
                <a:cubicBezTo>
                  <a:pt x="818293" y="723189"/>
                  <a:pt x="810959" y="725856"/>
                  <a:pt x="802577" y="725856"/>
                </a:cubicBezTo>
                <a:cubicBezTo>
                  <a:pt x="800481" y="725856"/>
                  <a:pt x="798386" y="727380"/>
                  <a:pt x="796862" y="728999"/>
                </a:cubicBezTo>
                <a:cubicBezTo>
                  <a:pt x="795814" y="729571"/>
                  <a:pt x="795242" y="730523"/>
                  <a:pt x="795242" y="730523"/>
                </a:cubicBezTo>
                <a:lnTo>
                  <a:pt x="793623" y="733190"/>
                </a:lnTo>
                <a:cubicBezTo>
                  <a:pt x="790956" y="748335"/>
                  <a:pt x="790956" y="762527"/>
                  <a:pt x="790956" y="777672"/>
                </a:cubicBezTo>
                <a:cubicBezTo>
                  <a:pt x="790956" y="789197"/>
                  <a:pt x="793623" y="801294"/>
                  <a:pt x="793052" y="812248"/>
                </a:cubicBezTo>
                <a:cubicBezTo>
                  <a:pt x="793052" y="814343"/>
                  <a:pt x="792480" y="817487"/>
                  <a:pt x="792480" y="819582"/>
                </a:cubicBezTo>
                <a:lnTo>
                  <a:pt x="793052" y="822725"/>
                </a:lnTo>
                <a:cubicBezTo>
                  <a:pt x="793623" y="827964"/>
                  <a:pt x="793052" y="833774"/>
                  <a:pt x="793052" y="839013"/>
                </a:cubicBezTo>
                <a:cubicBezTo>
                  <a:pt x="793052" y="857873"/>
                  <a:pt x="793052" y="880923"/>
                  <a:pt x="792004" y="902354"/>
                </a:cubicBezTo>
                <a:cubicBezTo>
                  <a:pt x="791432" y="908641"/>
                  <a:pt x="791432" y="915975"/>
                  <a:pt x="792004" y="922738"/>
                </a:cubicBezTo>
                <a:cubicBezTo>
                  <a:pt x="792575" y="926929"/>
                  <a:pt x="794099" y="931596"/>
                  <a:pt x="794099" y="936359"/>
                </a:cubicBezTo>
                <a:lnTo>
                  <a:pt x="794099" y="944264"/>
                </a:lnTo>
                <a:cubicBezTo>
                  <a:pt x="778859" y="944741"/>
                  <a:pt x="763715" y="945312"/>
                  <a:pt x="747998" y="945788"/>
                </a:cubicBezTo>
                <a:cubicBezTo>
                  <a:pt x="745427" y="945217"/>
                  <a:pt x="741712" y="944741"/>
                  <a:pt x="738092" y="945217"/>
                </a:cubicBezTo>
                <a:cubicBezTo>
                  <a:pt x="736473" y="945217"/>
                  <a:pt x="734378" y="945788"/>
                  <a:pt x="732854" y="945788"/>
                </a:cubicBezTo>
                <a:lnTo>
                  <a:pt x="733425" y="942645"/>
                </a:lnTo>
                <a:cubicBezTo>
                  <a:pt x="733425" y="939978"/>
                  <a:pt x="733425" y="936835"/>
                  <a:pt x="732377" y="933215"/>
                </a:cubicBezTo>
                <a:cubicBezTo>
                  <a:pt x="733997" y="922262"/>
                  <a:pt x="731330" y="911213"/>
                  <a:pt x="732377" y="900735"/>
                </a:cubicBezTo>
                <a:cubicBezTo>
                  <a:pt x="732377" y="894925"/>
                  <a:pt x="731806" y="889781"/>
                  <a:pt x="731330" y="884543"/>
                </a:cubicBezTo>
                <a:cubicBezTo>
                  <a:pt x="730282" y="868826"/>
                  <a:pt x="732377" y="854158"/>
                  <a:pt x="730758" y="834727"/>
                </a:cubicBezTo>
                <a:cubicBezTo>
                  <a:pt x="730187" y="829488"/>
                  <a:pt x="730187" y="791293"/>
                  <a:pt x="730187" y="785483"/>
                </a:cubicBezTo>
                <a:cubicBezTo>
                  <a:pt x="730187" y="780244"/>
                  <a:pt x="731806" y="773957"/>
                  <a:pt x="731806" y="768147"/>
                </a:cubicBezTo>
                <a:cubicBezTo>
                  <a:pt x="731234" y="759765"/>
                  <a:pt x="731806" y="753479"/>
                  <a:pt x="731234" y="744049"/>
                </a:cubicBezTo>
                <a:cubicBezTo>
                  <a:pt x="731234" y="743001"/>
                  <a:pt x="730663" y="741477"/>
                  <a:pt x="730663" y="740334"/>
                </a:cubicBezTo>
                <a:lnTo>
                  <a:pt x="729615" y="735667"/>
                </a:lnTo>
                <a:lnTo>
                  <a:pt x="727996" y="730428"/>
                </a:lnTo>
                <a:cubicBezTo>
                  <a:pt x="726377" y="724713"/>
                  <a:pt x="707612" y="723665"/>
                  <a:pt x="702374" y="724713"/>
                </a:cubicBezTo>
                <a:cubicBezTo>
                  <a:pt x="698659" y="724142"/>
                  <a:pt x="695039" y="724713"/>
                  <a:pt x="691420" y="724713"/>
                </a:cubicBezTo>
                <a:lnTo>
                  <a:pt x="688277" y="725285"/>
                </a:lnTo>
                <a:lnTo>
                  <a:pt x="688277" y="719570"/>
                </a:lnTo>
                <a:close/>
                <a:moveTo>
                  <a:pt x="718185" y="676517"/>
                </a:moveTo>
                <a:cubicBezTo>
                  <a:pt x="714470" y="677564"/>
                  <a:pt x="710279" y="677088"/>
                  <a:pt x="705040" y="677564"/>
                </a:cubicBezTo>
                <a:cubicBezTo>
                  <a:pt x="700850" y="676517"/>
                  <a:pt x="696087" y="677088"/>
                  <a:pt x="691420" y="677088"/>
                </a:cubicBezTo>
                <a:cubicBezTo>
                  <a:pt x="687229" y="677088"/>
                  <a:pt x="676180" y="674421"/>
                  <a:pt x="678275" y="682803"/>
                </a:cubicBezTo>
                <a:cubicBezTo>
                  <a:pt x="681419" y="694805"/>
                  <a:pt x="678847" y="707378"/>
                  <a:pt x="678275" y="719474"/>
                </a:cubicBezTo>
                <a:cubicBezTo>
                  <a:pt x="677704" y="726332"/>
                  <a:pt x="676180" y="733571"/>
                  <a:pt x="685038" y="735191"/>
                </a:cubicBezTo>
                <a:cubicBezTo>
                  <a:pt x="696563" y="735762"/>
                  <a:pt x="707612" y="733571"/>
                  <a:pt x="719138" y="736238"/>
                </a:cubicBezTo>
                <a:cubicBezTo>
                  <a:pt x="720185" y="738810"/>
                  <a:pt x="721233" y="743096"/>
                  <a:pt x="721233" y="744620"/>
                </a:cubicBezTo>
                <a:cubicBezTo>
                  <a:pt x="721805" y="754050"/>
                  <a:pt x="721233" y="759765"/>
                  <a:pt x="721805" y="768719"/>
                </a:cubicBezTo>
                <a:cubicBezTo>
                  <a:pt x="721805" y="774434"/>
                  <a:pt x="720281" y="780244"/>
                  <a:pt x="720281" y="785959"/>
                </a:cubicBezTo>
                <a:cubicBezTo>
                  <a:pt x="720281" y="789674"/>
                  <a:pt x="720281" y="829964"/>
                  <a:pt x="720852" y="835775"/>
                </a:cubicBezTo>
                <a:cubicBezTo>
                  <a:pt x="722376" y="854634"/>
                  <a:pt x="720281" y="869303"/>
                  <a:pt x="721328" y="885019"/>
                </a:cubicBezTo>
                <a:cubicBezTo>
                  <a:pt x="721900" y="890258"/>
                  <a:pt x="722376" y="895020"/>
                  <a:pt x="722376" y="899687"/>
                </a:cubicBezTo>
                <a:cubicBezTo>
                  <a:pt x="721328" y="910736"/>
                  <a:pt x="723995" y="922262"/>
                  <a:pt x="721805" y="932739"/>
                </a:cubicBezTo>
                <a:cubicBezTo>
                  <a:pt x="721233" y="935882"/>
                  <a:pt x="723900" y="939026"/>
                  <a:pt x="722376" y="945312"/>
                </a:cubicBezTo>
                <a:lnTo>
                  <a:pt x="721805" y="947408"/>
                </a:lnTo>
                <a:lnTo>
                  <a:pt x="721805" y="949979"/>
                </a:lnTo>
                <a:cubicBezTo>
                  <a:pt x="723900" y="959409"/>
                  <a:pt x="731806" y="955790"/>
                  <a:pt x="739140" y="955218"/>
                </a:cubicBezTo>
                <a:cubicBezTo>
                  <a:pt x="741807" y="954647"/>
                  <a:pt x="744379" y="955218"/>
                  <a:pt x="747522" y="955790"/>
                </a:cubicBezTo>
                <a:cubicBezTo>
                  <a:pt x="747522" y="955790"/>
                  <a:pt x="780002" y="955218"/>
                  <a:pt x="783717" y="954742"/>
                </a:cubicBezTo>
                <a:cubicBezTo>
                  <a:pt x="803624" y="953218"/>
                  <a:pt x="806768" y="958457"/>
                  <a:pt x="804101" y="935406"/>
                </a:cubicBezTo>
                <a:cubicBezTo>
                  <a:pt x="804101" y="930644"/>
                  <a:pt x="802481" y="926453"/>
                  <a:pt x="802005" y="922262"/>
                </a:cubicBezTo>
                <a:cubicBezTo>
                  <a:pt x="801434" y="915975"/>
                  <a:pt x="801434" y="908641"/>
                  <a:pt x="802005" y="902831"/>
                </a:cubicBezTo>
                <a:cubicBezTo>
                  <a:pt x="803053" y="881399"/>
                  <a:pt x="803053" y="857777"/>
                  <a:pt x="803053" y="838918"/>
                </a:cubicBezTo>
                <a:cubicBezTo>
                  <a:pt x="803053" y="833108"/>
                  <a:pt x="803624" y="826821"/>
                  <a:pt x="803053" y="821106"/>
                </a:cubicBezTo>
                <a:lnTo>
                  <a:pt x="802481" y="818534"/>
                </a:lnTo>
                <a:cubicBezTo>
                  <a:pt x="802481" y="817010"/>
                  <a:pt x="803053" y="814343"/>
                  <a:pt x="803053" y="812724"/>
                </a:cubicBezTo>
                <a:cubicBezTo>
                  <a:pt x="803624" y="801199"/>
                  <a:pt x="800957" y="789197"/>
                  <a:pt x="800957" y="777672"/>
                </a:cubicBezTo>
                <a:cubicBezTo>
                  <a:pt x="800957" y="763480"/>
                  <a:pt x="800957" y="750431"/>
                  <a:pt x="804101" y="736334"/>
                </a:cubicBezTo>
                <a:cubicBezTo>
                  <a:pt x="805720" y="735762"/>
                  <a:pt x="808292" y="735762"/>
                  <a:pt x="810387" y="735286"/>
                </a:cubicBezTo>
                <a:cubicBezTo>
                  <a:pt x="823532" y="732714"/>
                  <a:pt x="829723" y="735857"/>
                  <a:pt x="841820" y="736334"/>
                </a:cubicBezTo>
                <a:cubicBezTo>
                  <a:pt x="853345" y="736905"/>
                  <a:pt x="851249" y="732143"/>
                  <a:pt x="851249" y="724808"/>
                </a:cubicBezTo>
                <a:cubicBezTo>
                  <a:pt x="851249" y="715379"/>
                  <a:pt x="851821" y="705473"/>
                  <a:pt x="851821" y="696043"/>
                </a:cubicBezTo>
                <a:cubicBezTo>
                  <a:pt x="851821" y="692900"/>
                  <a:pt x="852297" y="689185"/>
                  <a:pt x="852297" y="686613"/>
                </a:cubicBezTo>
                <a:cubicBezTo>
                  <a:pt x="852297" y="682422"/>
                  <a:pt x="851249" y="677660"/>
                  <a:pt x="843915" y="679755"/>
                </a:cubicBezTo>
                <a:cubicBezTo>
                  <a:pt x="837152" y="678707"/>
                  <a:pt x="829723" y="678707"/>
                  <a:pt x="822484" y="678136"/>
                </a:cubicBezTo>
                <a:cubicBezTo>
                  <a:pt x="816197" y="677564"/>
                  <a:pt x="804672" y="674993"/>
                  <a:pt x="800957" y="674993"/>
                </a:cubicBezTo>
                <a:cubicBezTo>
                  <a:pt x="795719" y="650894"/>
                  <a:pt x="807815" y="635178"/>
                  <a:pt x="829247" y="635178"/>
                </a:cubicBezTo>
                <a:cubicBezTo>
                  <a:pt x="837152" y="635178"/>
                  <a:pt x="844487" y="636226"/>
                  <a:pt x="851249" y="637274"/>
                </a:cubicBezTo>
                <a:cubicBezTo>
                  <a:pt x="854869" y="637845"/>
                  <a:pt x="856964" y="635654"/>
                  <a:pt x="856964" y="632606"/>
                </a:cubicBezTo>
                <a:cubicBezTo>
                  <a:pt x="856964" y="616319"/>
                  <a:pt x="855345" y="601174"/>
                  <a:pt x="858012" y="584886"/>
                </a:cubicBezTo>
                <a:cubicBezTo>
                  <a:pt x="859060" y="579647"/>
                  <a:pt x="850678" y="578028"/>
                  <a:pt x="846487" y="576980"/>
                </a:cubicBezTo>
                <a:cubicBezTo>
                  <a:pt x="831818" y="568122"/>
                  <a:pt x="810387" y="574409"/>
                  <a:pt x="794099" y="573361"/>
                </a:cubicBezTo>
                <a:lnTo>
                  <a:pt x="791432" y="574409"/>
                </a:lnTo>
                <a:cubicBezTo>
                  <a:pt x="786194" y="576980"/>
                  <a:pt x="780479" y="576980"/>
                  <a:pt x="774097" y="579076"/>
                </a:cubicBezTo>
                <a:cubicBezTo>
                  <a:pt x="770954" y="580695"/>
                  <a:pt x="767810" y="582695"/>
                  <a:pt x="764667" y="584791"/>
                </a:cubicBezTo>
                <a:cubicBezTo>
                  <a:pt x="757333" y="588982"/>
                  <a:pt x="753713" y="592125"/>
                  <a:pt x="748379" y="597364"/>
                </a:cubicBezTo>
                <a:cubicBezTo>
                  <a:pt x="741045" y="605270"/>
                  <a:pt x="733711" y="613080"/>
                  <a:pt x="728472" y="622510"/>
                </a:cubicBezTo>
                <a:cubicBezTo>
                  <a:pt x="725329" y="626701"/>
                  <a:pt x="720662" y="644513"/>
                  <a:pt x="720090" y="649751"/>
                </a:cubicBezTo>
                <a:lnTo>
                  <a:pt x="720090" y="658705"/>
                </a:lnTo>
                <a:cubicBezTo>
                  <a:pt x="719042" y="665468"/>
                  <a:pt x="719042" y="671278"/>
                  <a:pt x="717995" y="676517"/>
                </a:cubicBezTo>
                <a:moveTo>
                  <a:pt x="583883" y="944741"/>
                </a:moveTo>
                <a:cubicBezTo>
                  <a:pt x="584359" y="938930"/>
                  <a:pt x="584930" y="932739"/>
                  <a:pt x="584359" y="926929"/>
                </a:cubicBezTo>
                <a:cubicBezTo>
                  <a:pt x="583883" y="923214"/>
                  <a:pt x="579692" y="918071"/>
                  <a:pt x="575501" y="920642"/>
                </a:cubicBezTo>
                <a:cubicBezTo>
                  <a:pt x="551879" y="933787"/>
                  <a:pt x="528352" y="951027"/>
                  <a:pt x="500063" y="951503"/>
                </a:cubicBezTo>
                <a:lnTo>
                  <a:pt x="492728" y="950456"/>
                </a:lnTo>
                <a:cubicBezTo>
                  <a:pt x="485870" y="951027"/>
                  <a:pt x="479108" y="947789"/>
                  <a:pt x="472821" y="947312"/>
                </a:cubicBezTo>
                <a:cubicBezTo>
                  <a:pt x="465487" y="946741"/>
                  <a:pt x="457105" y="947312"/>
                  <a:pt x="450342" y="945217"/>
                </a:cubicBezTo>
                <a:cubicBezTo>
                  <a:pt x="445580" y="944169"/>
                  <a:pt x="438341" y="939407"/>
                  <a:pt x="435102" y="936359"/>
                </a:cubicBezTo>
                <a:lnTo>
                  <a:pt x="431483" y="933215"/>
                </a:lnTo>
                <a:cubicBezTo>
                  <a:pt x="427292" y="929024"/>
                  <a:pt x="424625" y="926929"/>
                  <a:pt x="422529" y="925405"/>
                </a:cubicBezTo>
                <a:cubicBezTo>
                  <a:pt x="419862" y="922738"/>
                  <a:pt x="418910" y="919595"/>
                  <a:pt x="415671" y="917023"/>
                </a:cubicBezTo>
                <a:cubicBezTo>
                  <a:pt x="414623" y="914356"/>
                  <a:pt x="413575" y="912356"/>
                  <a:pt x="413004" y="910165"/>
                </a:cubicBezTo>
                <a:lnTo>
                  <a:pt x="409385" y="903878"/>
                </a:lnTo>
                <a:cubicBezTo>
                  <a:pt x="407765" y="899687"/>
                  <a:pt x="406241" y="897116"/>
                  <a:pt x="405194" y="893877"/>
                </a:cubicBezTo>
                <a:cubicBezTo>
                  <a:pt x="405765" y="891782"/>
                  <a:pt x="405765" y="889686"/>
                  <a:pt x="405194" y="888162"/>
                </a:cubicBezTo>
                <a:lnTo>
                  <a:pt x="403098" y="881304"/>
                </a:lnTo>
                <a:cubicBezTo>
                  <a:pt x="402526" y="877113"/>
                  <a:pt x="402050" y="871303"/>
                  <a:pt x="402050" y="867683"/>
                </a:cubicBezTo>
                <a:cubicBezTo>
                  <a:pt x="402050" y="863492"/>
                  <a:pt x="402622" y="749288"/>
                  <a:pt x="403670" y="738810"/>
                </a:cubicBezTo>
                <a:cubicBezTo>
                  <a:pt x="405289" y="724142"/>
                  <a:pt x="406241" y="709473"/>
                  <a:pt x="406241" y="695281"/>
                </a:cubicBezTo>
                <a:lnTo>
                  <a:pt x="406241" y="691090"/>
                </a:lnTo>
                <a:lnTo>
                  <a:pt x="414147" y="691090"/>
                </a:lnTo>
                <a:cubicBezTo>
                  <a:pt x="414147" y="691090"/>
                  <a:pt x="457105" y="690042"/>
                  <a:pt x="460248" y="690042"/>
                </a:cubicBezTo>
                <a:lnTo>
                  <a:pt x="463963" y="692614"/>
                </a:lnTo>
                <a:cubicBezTo>
                  <a:pt x="463391" y="702615"/>
                  <a:pt x="463963" y="711950"/>
                  <a:pt x="463391" y="720903"/>
                </a:cubicBezTo>
                <a:lnTo>
                  <a:pt x="462344" y="765956"/>
                </a:lnTo>
                <a:lnTo>
                  <a:pt x="461772" y="795293"/>
                </a:lnTo>
                <a:lnTo>
                  <a:pt x="461772" y="807866"/>
                </a:lnTo>
                <a:cubicBezTo>
                  <a:pt x="461772" y="810438"/>
                  <a:pt x="462344" y="810438"/>
                  <a:pt x="462344" y="811581"/>
                </a:cubicBezTo>
                <a:lnTo>
                  <a:pt x="462915" y="812629"/>
                </a:lnTo>
                <a:lnTo>
                  <a:pt x="462915" y="821582"/>
                </a:lnTo>
                <a:cubicBezTo>
                  <a:pt x="462344" y="826250"/>
                  <a:pt x="462344" y="831012"/>
                  <a:pt x="462915" y="835679"/>
                </a:cubicBezTo>
                <a:cubicBezTo>
                  <a:pt x="464534" y="860349"/>
                  <a:pt x="467106" y="882828"/>
                  <a:pt x="487013" y="896449"/>
                </a:cubicBezTo>
                <a:cubicBezTo>
                  <a:pt x="497015" y="905307"/>
                  <a:pt x="522637" y="908450"/>
                  <a:pt x="536258" y="908450"/>
                </a:cubicBezTo>
                <a:cubicBezTo>
                  <a:pt x="558260" y="905879"/>
                  <a:pt x="567690" y="893306"/>
                  <a:pt x="575501" y="879113"/>
                </a:cubicBezTo>
                <a:cubicBezTo>
                  <a:pt x="576548" y="878066"/>
                  <a:pt x="576548" y="877018"/>
                  <a:pt x="577120" y="875970"/>
                </a:cubicBezTo>
                <a:lnTo>
                  <a:pt x="578644" y="871303"/>
                </a:lnTo>
                <a:lnTo>
                  <a:pt x="580739" y="866064"/>
                </a:lnTo>
                <a:cubicBezTo>
                  <a:pt x="581787" y="863969"/>
                  <a:pt x="582359" y="861397"/>
                  <a:pt x="582835" y="858730"/>
                </a:cubicBezTo>
                <a:lnTo>
                  <a:pt x="584359" y="853015"/>
                </a:lnTo>
                <a:lnTo>
                  <a:pt x="585978" y="849872"/>
                </a:lnTo>
                <a:cubicBezTo>
                  <a:pt x="586550" y="848348"/>
                  <a:pt x="587026" y="847205"/>
                  <a:pt x="587026" y="845681"/>
                </a:cubicBezTo>
                <a:lnTo>
                  <a:pt x="588645" y="834155"/>
                </a:lnTo>
                <a:cubicBezTo>
                  <a:pt x="591217" y="818439"/>
                  <a:pt x="587026" y="732524"/>
                  <a:pt x="587026" y="730428"/>
                </a:cubicBezTo>
                <a:cubicBezTo>
                  <a:pt x="585978" y="719951"/>
                  <a:pt x="586454" y="708997"/>
                  <a:pt x="585978" y="698996"/>
                </a:cubicBezTo>
                <a:cubicBezTo>
                  <a:pt x="585978" y="697948"/>
                  <a:pt x="585407" y="696900"/>
                  <a:pt x="585407" y="693757"/>
                </a:cubicBezTo>
                <a:lnTo>
                  <a:pt x="585407" y="690137"/>
                </a:lnTo>
                <a:cubicBezTo>
                  <a:pt x="587502" y="690614"/>
                  <a:pt x="598551" y="690137"/>
                  <a:pt x="609505" y="689566"/>
                </a:cubicBezTo>
                <a:lnTo>
                  <a:pt x="641509" y="688518"/>
                </a:lnTo>
                <a:lnTo>
                  <a:pt x="641509" y="694233"/>
                </a:lnTo>
                <a:cubicBezTo>
                  <a:pt x="641509" y="708902"/>
                  <a:pt x="638365" y="725189"/>
                  <a:pt x="640937" y="739286"/>
                </a:cubicBezTo>
                <a:cubicBezTo>
                  <a:pt x="641509" y="753955"/>
                  <a:pt x="640366" y="883304"/>
                  <a:pt x="642557" y="901116"/>
                </a:cubicBezTo>
                <a:cubicBezTo>
                  <a:pt x="644652" y="908450"/>
                  <a:pt x="641509" y="936168"/>
                  <a:pt x="640937" y="945693"/>
                </a:cubicBezTo>
                <a:lnTo>
                  <a:pt x="636175" y="945693"/>
                </a:lnTo>
                <a:cubicBezTo>
                  <a:pt x="628364" y="945693"/>
                  <a:pt x="620935" y="946169"/>
                  <a:pt x="613124" y="945693"/>
                </a:cubicBezTo>
                <a:lnTo>
                  <a:pt x="599980" y="944645"/>
                </a:lnTo>
                <a:cubicBezTo>
                  <a:pt x="595313" y="944645"/>
                  <a:pt x="589502" y="944169"/>
                  <a:pt x="583787" y="944645"/>
                </a:cubicBezTo>
                <a:moveTo>
                  <a:pt x="409861" y="925310"/>
                </a:moveTo>
                <a:cubicBezTo>
                  <a:pt x="412433" y="931120"/>
                  <a:pt x="419291" y="935787"/>
                  <a:pt x="424529" y="939978"/>
                </a:cubicBezTo>
                <a:lnTo>
                  <a:pt x="428149" y="943598"/>
                </a:lnTo>
                <a:cubicBezTo>
                  <a:pt x="432340" y="947312"/>
                  <a:pt x="440722" y="953027"/>
                  <a:pt x="447008" y="954551"/>
                </a:cubicBezTo>
                <a:cubicBezTo>
                  <a:pt x="454914" y="957218"/>
                  <a:pt x="463772" y="956075"/>
                  <a:pt x="471583" y="957218"/>
                </a:cubicBezTo>
                <a:cubicBezTo>
                  <a:pt x="478441" y="957790"/>
                  <a:pt x="485204" y="960933"/>
                  <a:pt x="492538" y="960362"/>
                </a:cubicBezTo>
                <a:lnTo>
                  <a:pt x="499396" y="961409"/>
                </a:lnTo>
                <a:cubicBezTo>
                  <a:pt x="523970" y="961409"/>
                  <a:pt x="558070" y="946741"/>
                  <a:pt x="574358" y="927881"/>
                </a:cubicBezTo>
                <a:cubicBezTo>
                  <a:pt x="574929" y="934168"/>
                  <a:pt x="573786" y="941026"/>
                  <a:pt x="573786" y="947217"/>
                </a:cubicBezTo>
                <a:lnTo>
                  <a:pt x="573215" y="949789"/>
                </a:lnTo>
                <a:cubicBezTo>
                  <a:pt x="573215" y="956075"/>
                  <a:pt x="577406" y="956075"/>
                  <a:pt x="582168" y="955028"/>
                </a:cubicBezTo>
                <a:cubicBezTo>
                  <a:pt x="587407" y="953980"/>
                  <a:pt x="593122" y="954456"/>
                  <a:pt x="599408" y="954456"/>
                </a:cubicBezTo>
                <a:lnTo>
                  <a:pt x="612553" y="955504"/>
                </a:lnTo>
                <a:cubicBezTo>
                  <a:pt x="620935" y="955980"/>
                  <a:pt x="628269" y="955504"/>
                  <a:pt x="636080" y="955504"/>
                </a:cubicBezTo>
                <a:cubicBezTo>
                  <a:pt x="640842" y="955504"/>
                  <a:pt x="651320" y="960171"/>
                  <a:pt x="651320" y="951789"/>
                </a:cubicBezTo>
                <a:cubicBezTo>
                  <a:pt x="650272" y="937597"/>
                  <a:pt x="655511" y="909403"/>
                  <a:pt x="652367" y="898354"/>
                </a:cubicBezTo>
                <a:cubicBezTo>
                  <a:pt x="650272" y="879971"/>
                  <a:pt x="651796" y="750050"/>
                  <a:pt x="650748" y="737477"/>
                </a:cubicBezTo>
                <a:cubicBezTo>
                  <a:pt x="648653" y="724332"/>
                  <a:pt x="651320" y="708140"/>
                  <a:pt x="651796" y="694519"/>
                </a:cubicBezTo>
                <a:cubicBezTo>
                  <a:pt x="651796" y="681946"/>
                  <a:pt x="652367" y="678326"/>
                  <a:pt x="639794" y="678326"/>
                </a:cubicBezTo>
                <a:lnTo>
                  <a:pt x="608838" y="679374"/>
                </a:lnTo>
                <a:cubicBezTo>
                  <a:pt x="596837" y="679946"/>
                  <a:pt x="587407" y="679946"/>
                  <a:pt x="586835" y="679946"/>
                </a:cubicBezTo>
                <a:cubicBezTo>
                  <a:pt x="579501" y="678898"/>
                  <a:pt x="577406" y="677850"/>
                  <a:pt x="574262" y="684613"/>
                </a:cubicBezTo>
                <a:lnTo>
                  <a:pt x="575310" y="691947"/>
                </a:lnTo>
                <a:cubicBezTo>
                  <a:pt x="574739" y="693471"/>
                  <a:pt x="575310" y="695662"/>
                  <a:pt x="575882" y="699281"/>
                </a:cubicBezTo>
                <a:cubicBezTo>
                  <a:pt x="576453" y="709283"/>
                  <a:pt x="575882" y="720713"/>
                  <a:pt x="576929" y="731190"/>
                </a:cubicBezTo>
                <a:cubicBezTo>
                  <a:pt x="576929" y="733762"/>
                  <a:pt x="580549" y="819773"/>
                  <a:pt x="578453" y="832250"/>
                </a:cubicBezTo>
                <a:lnTo>
                  <a:pt x="576358" y="845395"/>
                </a:lnTo>
                <a:lnTo>
                  <a:pt x="574262" y="849586"/>
                </a:lnTo>
                <a:lnTo>
                  <a:pt x="573215" y="855872"/>
                </a:lnTo>
                <a:cubicBezTo>
                  <a:pt x="572643" y="858444"/>
                  <a:pt x="571595" y="860063"/>
                  <a:pt x="571119" y="861683"/>
                </a:cubicBezTo>
                <a:lnTo>
                  <a:pt x="569024" y="867398"/>
                </a:lnTo>
                <a:cubicBezTo>
                  <a:pt x="568452" y="868445"/>
                  <a:pt x="567976" y="869969"/>
                  <a:pt x="567976" y="871112"/>
                </a:cubicBezTo>
                <a:lnTo>
                  <a:pt x="566928" y="873684"/>
                </a:lnTo>
                <a:cubicBezTo>
                  <a:pt x="559022" y="886829"/>
                  <a:pt x="552260" y="896163"/>
                  <a:pt x="535496" y="898354"/>
                </a:cubicBezTo>
                <a:cubicBezTo>
                  <a:pt x="525018" y="897782"/>
                  <a:pt x="500920" y="895687"/>
                  <a:pt x="493014" y="888353"/>
                </a:cubicBezTo>
                <a:cubicBezTo>
                  <a:pt x="476822" y="877399"/>
                  <a:pt x="474155" y="859587"/>
                  <a:pt x="472535" y="834441"/>
                </a:cubicBezTo>
                <a:cubicBezTo>
                  <a:pt x="471964" y="830250"/>
                  <a:pt x="471964" y="826059"/>
                  <a:pt x="472535" y="821868"/>
                </a:cubicBezTo>
                <a:lnTo>
                  <a:pt x="472535" y="816058"/>
                </a:lnTo>
                <a:cubicBezTo>
                  <a:pt x="472535" y="813962"/>
                  <a:pt x="472535" y="811867"/>
                  <a:pt x="471964" y="810343"/>
                </a:cubicBezTo>
                <a:lnTo>
                  <a:pt x="471392" y="807771"/>
                </a:lnTo>
                <a:lnTo>
                  <a:pt x="471392" y="795198"/>
                </a:lnTo>
                <a:lnTo>
                  <a:pt x="471964" y="765861"/>
                </a:lnTo>
                <a:lnTo>
                  <a:pt x="473012" y="721284"/>
                </a:lnTo>
                <a:cubicBezTo>
                  <a:pt x="473583" y="712426"/>
                  <a:pt x="473012" y="702996"/>
                  <a:pt x="473583" y="692995"/>
                </a:cubicBezTo>
                <a:lnTo>
                  <a:pt x="474155" y="689280"/>
                </a:lnTo>
                <a:cubicBezTo>
                  <a:pt x="474726" y="678803"/>
                  <a:pt x="468440" y="680898"/>
                  <a:pt x="461010" y="679850"/>
                </a:cubicBezTo>
                <a:cubicBezTo>
                  <a:pt x="457867" y="679850"/>
                  <a:pt x="413290" y="680898"/>
                  <a:pt x="413290" y="680898"/>
                </a:cubicBezTo>
                <a:cubicBezTo>
                  <a:pt x="392811" y="681470"/>
                  <a:pt x="396050" y="675659"/>
                  <a:pt x="396050" y="695090"/>
                </a:cubicBezTo>
                <a:cubicBezTo>
                  <a:pt x="396050" y="709283"/>
                  <a:pt x="394430" y="723380"/>
                  <a:pt x="393383" y="737477"/>
                </a:cubicBezTo>
                <a:cubicBezTo>
                  <a:pt x="392335" y="747954"/>
                  <a:pt x="391763" y="863207"/>
                  <a:pt x="391763" y="867398"/>
                </a:cubicBezTo>
                <a:cubicBezTo>
                  <a:pt x="391763" y="871589"/>
                  <a:pt x="392335" y="877875"/>
                  <a:pt x="393383" y="883590"/>
                </a:cubicBezTo>
                <a:lnTo>
                  <a:pt x="393954" y="886162"/>
                </a:lnTo>
                <a:lnTo>
                  <a:pt x="395002" y="889877"/>
                </a:lnTo>
                <a:cubicBezTo>
                  <a:pt x="395573" y="890448"/>
                  <a:pt x="395573" y="890924"/>
                  <a:pt x="395002" y="895115"/>
                </a:cubicBezTo>
                <a:cubicBezTo>
                  <a:pt x="396621" y="899306"/>
                  <a:pt x="398145" y="903497"/>
                  <a:pt x="400241" y="907688"/>
                </a:cubicBezTo>
                <a:lnTo>
                  <a:pt x="403384" y="913975"/>
                </a:lnTo>
                <a:cubicBezTo>
                  <a:pt x="404432" y="916070"/>
                  <a:pt x="405479" y="918166"/>
                  <a:pt x="410242" y="925500"/>
                </a:cubicBezTo>
                <a:lnTo>
                  <a:pt x="409670" y="925024"/>
                </a:lnTo>
                <a:close/>
                <a:moveTo>
                  <a:pt x="186690" y="676517"/>
                </a:moveTo>
                <a:cubicBezTo>
                  <a:pt x="185166" y="675469"/>
                  <a:pt x="183547" y="675469"/>
                  <a:pt x="181928" y="675469"/>
                </a:cubicBezTo>
                <a:cubicBezTo>
                  <a:pt x="179832" y="675469"/>
                  <a:pt x="177737" y="676517"/>
                  <a:pt x="176689" y="677088"/>
                </a:cubicBezTo>
                <a:cubicBezTo>
                  <a:pt x="168878" y="681755"/>
                  <a:pt x="157829" y="723761"/>
                  <a:pt x="154686" y="735191"/>
                </a:cubicBezTo>
                <a:cubicBezTo>
                  <a:pt x="154686" y="742525"/>
                  <a:pt x="141065" y="782816"/>
                  <a:pt x="137446" y="788626"/>
                </a:cubicBezTo>
                <a:cubicBezTo>
                  <a:pt x="136874" y="789674"/>
                  <a:pt x="135922" y="790721"/>
                  <a:pt x="135922" y="792341"/>
                </a:cubicBezTo>
                <a:cubicBezTo>
                  <a:pt x="134874" y="793388"/>
                  <a:pt x="134398" y="794436"/>
                  <a:pt x="133826" y="795484"/>
                </a:cubicBezTo>
                <a:cubicBezTo>
                  <a:pt x="124968" y="813772"/>
                  <a:pt x="157353" y="812248"/>
                  <a:pt x="165830" y="812724"/>
                </a:cubicBezTo>
                <a:cubicBezTo>
                  <a:pt x="184690" y="814343"/>
                  <a:pt x="204597" y="818534"/>
                  <a:pt x="224504" y="812724"/>
                </a:cubicBezTo>
                <a:lnTo>
                  <a:pt x="228219" y="812248"/>
                </a:lnTo>
                <a:cubicBezTo>
                  <a:pt x="242888" y="810629"/>
                  <a:pt x="236601" y="804342"/>
                  <a:pt x="233458" y="794912"/>
                </a:cubicBezTo>
                <a:cubicBezTo>
                  <a:pt x="229743" y="781292"/>
                  <a:pt x="222980" y="769290"/>
                  <a:pt x="217265" y="756622"/>
                </a:cubicBezTo>
                <a:cubicBezTo>
                  <a:pt x="215646" y="751955"/>
                  <a:pt x="214598" y="747764"/>
                  <a:pt x="212503" y="743477"/>
                </a:cubicBezTo>
                <a:cubicBezTo>
                  <a:pt x="209931" y="736143"/>
                  <a:pt x="206216" y="729380"/>
                  <a:pt x="205169" y="720998"/>
                </a:cubicBezTo>
                <a:cubicBezTo>
                  <a:pt x="203644" y="713664"/>
                  <a:pt x="202597" y="708425"/>
                  <a:pt x="200501" y="702710"/>
                </a:cubicBezTo>
                <a:cubicBezTo>
                  <a:pt x="197358" y="695376"/>
                  <a:pt x="195263" y="688042"/>
                  <a:pt x="190024" y="679088"/>
                </a:cubicBezTo>
                <a:cubicBezTo>
                  <a:pt x="188976" y="678041"/>
                  <a:pt x="187928" y="676993"/>
                  <a:pt x="186881" y="676517"/>
                </a:cubicBezTo>
                <a:moveTo>
                  <a:pt x="223076" y="802723"/>
                </a:moveTo>
                <a:lnTo>
                  <a:pt x="220504" y="803294"/>
                </a:lnTo>
                <a:cubicBezTo>
                  <a:pt x="203168" y="808533"/>
                  <a:pt x="184309" y="804342"/>
                  <a:pt x="167069" y="802723"/>
                </a:cubicBezTo>
                <a:cubicBezTo>
                  <a:pt x="160782" y="802247"/>
                  <a:pt x="148209" y="802723"/>
                  <a:pt x="142970" y="800627"/>
                </a:cubicBezTo>
                <a:cubicBezTo>
                  <a:pt x="142970" y="800246"/>
                  <a:pt x="143668" y="799199"/>
                  <a:pt x="145066" y="797484"/>
                </a:cubicBezTo>
                <a:lnTo>
                  <a:pt x="146114" y="793769"/>
                </a:lnTo>
                <a:cubicBezTo>
                  <a:pt x="150781" y="786435"/>
                  <a:pt x="164402" y="745573"/>
                  <a:pt x="164973" y="736143"/>
                </a:cubicBezTo>
                <a:cubicBezTo>
                  <a:pt x="170212" y="718808"/>
                  <a:pt x="174974" y="701567"/>
                  <a:pt x="183261" y="686327"/>
                </a:cubicBezTo>
                <a:cubicBezTo>
                  <a:pt x="185833" y="692614"/>
                  <a:pt x="188024" y="699472"/>
                  <a:pt x="191167" y="705663"/>
                </a:cubicBezTo>
                <a:cubicBezTo>
                  <a:pt x="193262" y="711378"/>
                  <a:pt x="193739" y="716141"/>
                  <a:pt x="195358" y="722427"/>
                </a:cubicBezTo>
                <a:cubicBezTo>
                  <a:pt x="196406" y="731285"/>
                  <a:pt x="200597" y="738620"/>
                  <a:pt x="203264" y="747573"/>
                </a:cubicBezTo>
                <a:cubicBezTo>
                  <a:pt x="204311" y="749669"/>
                  <a:pt x="205359" y="751764"/>
                  <a:pt x="205835" y="753860"/>
                </a:cubicBezTo>
                <a:lnTo>
                  <a:pt x="207931" y="760146"/>
                </a:lnTo>
                <a:cubicBezTo>
                  <a:pt x="213646" y="772719"/>
                  <a:pt x="220504" y="784816"/>
                  <a:pt x="224123" y="797865"/>
                </a:cubicBezTo>
                <a:lnTo>
                  <a:pt x="226219" y="802056"/>
                </a:lnTo>
                <a:lnTo>
                  <a:pt x="223076" y="802532"/>
                </a:lnTo>
                <a:close/>
                <a:moveTo>
                  <a:pt x="11525" y="943883"/>
                </a:moveTo>
                <a:cubicBezTo>
                  <a:pt x="16764" y="935501"/>
                  <a:pt x="20955" y="927691"/>
                  <a:pt x="24098" y="919785"/>
                </a:cubicBezTo>
                <a:cubicBezTo>
                  <a:pt x="27813" y="910927"/>
                  <a:pt x="61341" y="814534"/>
                  <a:pt x="65532" y="802437"/>
                </a:cubicBezTo>
                <a:cubicBezTo>
                  <a:pt x="65532" y="801389"/>
                  <a:pt x="66104" y="800342"/>
                  <a:pt x="66104" y="798818"/>
                </a:cubicBezTo>
                <a:cubicBezTo>
                  <a:pt x="70295" y="790912"/>
                  <a:pt x="72866" y="777291"/>
                  <a:pt x="78677" y="769957"/>
                </a:cubicBezTo>
                <a:cubicBezTo>
                  <a:pt x="79724" y="766242"/>
                  <a:pt x="80772" y="762623"/>
                  <a:pt x="81820" y="759956"/>
                </a:cubicBezTo>
                <a:cubicBezTo>
                  <a:pt x="82868" y="757384"/>
                  <a:pt x="84963" y="754717"/>
                  <a:pt x="86487" y="750526"/>
                </a:cubicBezTo>
                <a:cubicBezTo>
                  <a:pt x="87535" y="747954"/>
                  <a:pt x="90202" y="740525"/>
                  <a:pt x="93345" y="731190"/>
                </a:cubicBezTo>
                <a:lnTo>
                  <a:pt x="108014" y="689852"/>
                </a:lnTo>
                <a:cubicBezTo>
                  <a:pt x="119063" y="659467"/>
                  <a:pt x="130016" y="629082"/>
                  <a:pt x="131636" y="625463"/>
                </a:cubicBezTo>
                <a:cubicBezTo>
                  <a:pt x="135827" y="617557"/>
                  <a:pt x="140589" y="610223"/>
                  <a:pt x="142113" y="607175"/>
                </a:cubicBezTo>
                <a:cubicBezTo>
                  <a:pt x="143161" y="604508"/>
                  <a:pt x="143637" y="601936"/>
                  <a:pt x="144209" y="600317"/>
                </a:cubicBezTo>
                <a:lnTo>
                  <a:pt x="145256" y="597173"/>
                </a:lnTo>
                <a:cubicBezTo>
                  <a:pt x="145733" y="595554"/>
                  <a:pt x="147352" y="592982"/>
                  <a:pt x="147828" y="591935"/>
                </a:cubicBezTo>
                <a:cubicBezTo>
                  <a:pt x="148400" y="590315"/>
                  <a:pt x="148876" y="588791"/>
                  <a:pt x="151543" y="586696"/>
                </a:cubicBezTo>
                <a:cubicBezTo>
                  <a:pt x="154115" y="587267"/>
                  <a:pt x="156210" y="587267"/>
                  <a:pt x="158306" y="587267"/>
                </a:cubicBezTo>
                <a:cubicBezTo>
                  <a:pt x="160401" y="587267"/>
                  <a:pt x="162020" y="586696"/>
                  <a:pt x="164592" y="586696"/>
                </a:cubicBezTo>
                <a:cubicBezTo>
                  <a:pt x="179737" y="585077"/>
                  <a:pt x="194977" y="587267"/>
                  <a:pt x="208121" y="585077"/>
                </a:cubicBezTo>
                <a:cubicBezTo>
                  <a:pt x="212312" y="584029"/>
                  <a:pt x="215932" y="584029"/>
                  <a:pt x="218599" y="584029"/>
                </a:cubicBezTo>
                <a:cubicBezTo>
                  <a:pt x="224885" y="597173"/>
                  <a:pt x="229076" y="610794"/>
                  <a:pt x="236411" y="623272"/>
                </a:cubicBezTo>
                <a:cubicBezTo>
                  <a:pt x="241173" y="636893"/>
                  <a:pt x="245269" y="651561"/>
                  <a:pt x="250031" y="667277"/>
                </a:cubicBezTo>
                <a:cubicBezTo>
                  <a:pt x="251079" y="668897"/>
                  <a:pt x="251555" y="671468"/>
                  <a:pt x="252127" y="674135"/>
                </a:cubicBezTo>
                <a:cubicBezTo>
                  <a:pt x="253746" y="677279"/>
                  <a:pt x="273082" y="729666"/>
                  <a:pt x="275749" y="736524"/>
                </a:cubicBezTo>
                <a:cubicBezTo>
                  <a:pt x="278892" y="743287"/>
                  <a:pt x="280511" y="750145"/>
                  <a:pt x="282607" y="757479"/>
                </a:cubicBezTo>
                <a:cubicBezTo>
                  <a:pt x="285179" y="763766"/>
                  <a:pt x="288893" y="770624"/>
                  <a:pt x="290989" y="776815"/>
                </a:cubicBezTo>
                <a:cubicBezTo>
                  <a:pt x="291465" y="778910"/>
                  <a:pt x="292037" y="780530"/>
                  <a:pt x="292513" y="782054"/>
                </a:cubicBezTo>
                <a:lnTo>
                  <a:pt x="294132" y="785673"/>
                </a:lnTo>
                <a:lnTo>
                  <a:pt x="296228" y="790912"/>
                </a:lnTo>
                <a:lnTo>
                  <a:pt x="298799" y="796627"/>
                </a:lnTo>
                <a:cubicBezTo>
                  <a:pt x="299847" y="809771"/>
                  <a:pt x="306134" y="820725"/>
                  <a:pt x="310801" y="832822"/>
                </a:cubicBezTo>
                <a:cubicBezTo>
                  <a:pt x="313468" y="839680"/>
                  <a:pt x="317087" y="845966"/>
                  <a:pt x="320231" y="852158"/>
                </a:cubicBezTo>
                <a:lnTo>
                  <a:pt x="322326" y="857396"/>
                </a:lnTo>
                <a:cubicBezTo>
                  <a:pt x="323945" y="859492"/>
                  <a:pt x="352711" y="929691"/>
                  <a:pt x="354806" y="937502"/>
                </a:cubicBezTo>
                <a:cubicBezTo>
                  <a:pt x="355378" y="940169"/>
                  <a:pt x="356425" y="942740"/>
                  <a:pt x="356902" y="945407"/>
                </a:cubicBezTo>
                <a:cubicBezTo>
                  <a:pt x="354235" y="944836"/>
                  <a:pt x="351187" y="944360"/>
                  <a:pt x="347472" y="943883"/>
                </a:cubicBezTo>
                <a:cubicBezTo>
                  <a:pt x="339090" y="942836"/>
                  <a:pt x="330708" y="941788"/>
                  <a:pt x="321278" y="941788"/>
                </a:cubicBezTo>
                <a:cubicBezTo>
                  <a:pt x="309277" y="942359"/>
                  <a:pt x="297752" y="941312"/>
                  <a:pt x="284131" y="941788"/>
                </a:cubicBezTo>
                <a:cubicBezTo>
                  <a:pt x="277273" y="929215"/>
                  <a:pt x="276797" y="913499"/>
                  <a:pt x="270986" y="900449"/>
                </a:cubicBezTo>
                <a:lnTo>
                  <a:pt x="268891" y="895782"/>
                </a:lnTo>
                <a:cubicBezTo>
                  <a:pt x="268319" y="894734"/>
                  <a:pt x="267843" y="893115"/>
                  <a:pt x="267367" y="892067"/>
                </a:cubicBezTo>
                <a:lnTo>
                  <a:pt x="265271" y="887400"/>
                </a:lnTo>
                <a:cubicBezTo>
                  <a:pt x="264224" y="884733"/>
                  <a:pt x="263176" y="882161"/>
                  <a:pt x="261080" y="879018"/>
                </a:cubicBezTo>
                <a:cubicBezTo>
                  <a:pt x="259461" y="869017"/>
                  <a:pt x="254222" y="857492"/>
                  <a:pt x="242221" y="862254"/>
                </a:cubicBezTo>
                <a:cubicBezTo>
                  <a:pt x="239078" y="863302"/>
                  <a:pt x="226505" y="862254"/>
                  <a:pt x="223361" y="861778"/>
                </a:cubicBezTo>
                <a:cubicBezTo>
                  <a:pt x="212312" y="861778"/>
                  <a:pt x="200882" y="863873"/>
                  <a:pt x="189833" y="863302"/>
                </a:cubicBezTo>
                <a:cubicBezTo>
                  <a:pt x="165259" y="861778"/>
                  <a:pt x="141161" y="860159"/>
                  <a:pt x="117539" y="862254"/>
                </a:cubicBezTo>
                <a:cubicBezTo>
                  <a:pt x="114395" y="863302"/>
                  <a:pt x="111252" y="865397"/>
                  <a:pt x="109633" y="869112"/>
                </a:cubicBezTo>
                <a:lnTo>
                  <a:pt x="106490" y="871684"/>
                </a:lnTo>
                <a:cubicBezTo>
                  <a:pt x="99155" y="880066"/>
                  <a:pt x="87630" y="920928"/>
                  <a:pt x="86011" y="929310"/>
                </a:cubicBezTo>
                <a:lnTo>
                  <a:pt x="80296" y="948646"/>
                </a:lnTo>
                <a:cubicBezTo>
                  <a:pt x="68294" y="947598"/>
                  <a:pt x="55721" y="950741"/>
                  <a:pt x="43148" y="949217"/>
                </a:cubicBezTo>
                <a:cubicBezTo>
                  <a:pt x="40005" y="948646"/>
                  <a:pt x="36862" y="947122"/>
                  <a:pt x="33719" y="947122"/>
                </a:cubicBezTo>
                <a:cubicBezTo>
                  <a:pt x="29528" y="946074"/>
                  <a:pt x="28004" y="945598"/>
                  <a:pt x="26384" y="945598"/>
                </a:cubicBezTo>
                <a:lnTo>
                  <a:pt x="21622" y="944550"/>
                </a:lnTo>
                <a:cubicBezTo>
                  <a:pt x="20574" y="944550"/>
                  <a:pt x="19050" y="944074"/>
                  <a:pt x="16955" y="944074"/>
                </a:cubicBezTo>
                <a:lnTo>
                  <a:pt x="11716" y="944074"/>
                </a:lnTo>
                <a:close/>
                <a:moveTo>
                  <a:pt x="247841" y="871589"/>
                </a:moveTo>
                <a:lnTo>
                  <a:pt x="249936" y="875780"/>
                </a:lnTo>
                <a:cubicBezTo>
                  <a:pt x="250508" y="877875"/>
                  <a:pt x="250984" y="879494"/>
                  <a:pt x="252031" y="883114"/>
                </a:cubicBezTo>
                <a:cubicBezTo>
                  <a:pt x="253651" y="885781"/>
                  <a:pt x="254603" y="888353"/>
                  <a:pt x="256223" y="891020"/>
                </a:cubicBezTo>
                <a:lnTo>
                  <a:pt x="257747" y="895687"/>
                </a:lnTo>
                <a:cubicBezTo>
                  <a:pt x="258318" y="897211"/>
                  <a:pt x="259366" y="898830"/>
                  <a:pt x="260414" y="900354"/>
                </a:cubicBezTo>
                <a:cubicBezTo>
                  <a:pt x="260414" y="901402"/>
                  <a:pt x="260985" y="901878"/>
                  <a:pt x="261938" y="904069"/>
                </a:cubicBezTo>
                <a:cubicBezTo>
                  <a:pt x="267176" y="917690"/>
                  <a:pt x="268224" y="932834"/>
                  <a:pt x="275082" y="945979"/>
                </a:cubicBezTo>
                <a:cubicBezTo>
                  <a:pt x="276130" y="952265"/>
                  <a:pt x="278225" y="953885"/>
                  <a:pt x="285083" y="952742"/>
                </a:cubicBezTo>
                <a:cubicBezTo>
                  <a:pt x="297656" y="951218"/>
                  <a:pt x="309658" y="952742"/>
                  <a:pt x="321183" y="952265"/>
                </a:cubicBezTo>
                <a:cubicBezTo>
                  <a:pt x="330137" y="952265"/>
                  <a:pt x="337947" y="952742"/>
                  <a:pt x="345853" y="953789"/>
                </a:cubicBezTo>
                <a:cubicBezTo>
                  <a:pt x="352139" y="954837"/>
                  <a:pt x="358426" y="955885"/>
                  <a:pt x="363665" y="955885"/>
                </a:cubicBezTo>
                <a:cubicBezTo>
                  <a:pt x="373571" y="955885"/>
                  <a:pt x="365284" y="939121"/>
                  <a:pt x="364236" y="934930"/>
                </a:cubicBezTo>
                <a:cubicBezTo>
                  <a:pt x="362617" y="927024"/>
                  <a:pt x="335375" y="860540"/>
                  <a:pt x="331184" y="852729"/>
                </a:cubicBezTo>
                <a:lnTo>
                  <a:pt x="329089" y="848062"/>
                </a:lnTo>
                <a:cubicBezTo>
                  <a:pt x="325946" y="841775"/>
                  <a:pt x="322231" y="835489"/>
                  <a:pt x="320231" y="829202"/>
                </a:cubicBezTo>
                <a:cubicBezTo>
                  <a:pt x="315468" y="817677"/>
                  <a:pt x="309753" y="807200"/>
                  <a:pt x="308134" y="793007"/>
                </a:cubicBezTo>
                <a:cubicBezTo>
                  <a:pt x="304991" y="786721"/>
                  <a:pt x="302895" y="780434"/>
                  <a:pt x="300323" y="773672"/>
                </a:cubicBezTo>
                <a:cubicBezTo>
                  <a:pt x="298228" y="767385"/>
                  <a:pt x="294513" y="761099"/>
                  <a:pt x="291941" y="754336"/>
                </a:cubicBezTo>
                <a:cubicBezTo>
                  <a:pt x="289846" y="747002"/>
                  <a:pt x="288227" y="740144"/>
                  <a:pt x="285083" y="732905"/>
                </a:cubicBezTo>
                <a:cubicBezTo>
                  <a:pt x="281940" y="725570"/>
                  <a:pt x="263081" y="673659"/>
                  <a:pt x="261461" y="670040"/>
                </a:cubicBezTo>
                <a:lnTo>
                  <a:pt x="260414" y="667373"/>
                </a:lnTo>
                <a:cubicBezTo>
                  <a:pt x="260414" y="665849"/>
                  <a:pt x="259366" y="664229"/>
                  <a:pt x="258794" y="662705"/>
                </a:cubicBezTo>
                <a:cubicBezTo>
                  <a:pt x="254603" y="648037"/>
                  <a:pt x="250412" y="633368"/>
                  <a:pt x="245174" y="618700"/>
                </a:cubicBezTo>
                <a:cubicBezTo>
                  <a:pt x="241459" y="611842"/>
                  <a:pt x="238316" y="605079"/>
                  <a:pt x="235172" y="597745"/>
                </a:cubicBezTo>
                <a:cubicBezTo>
                  <a:pt x="226790" y="577266"/>
                  <a:pt x="229934" y="570980"/>
                  <a:pt x="206407" y="575266"/>
                </a:cubicBezTo>
                <a:cubicBezTo>
                  <a:pt x="193262" y="577361"/>
                  <a:pt x="178118" y="575266"/>
                  <a:pt x="163449" y="576790"/>
                </a:cubicBezTo>
                <a:cubicBezTo>
                  <a:pt x="161354" y="576790"/>
                  <a:pt x="159734" y="577361"/>
                  <a:pt x="158210" y="577361"/>
                </a:cubicBezTo>
                <a:cubicBezTo>
                  <a:pt x="151448" y="577361"/>
                  <a:pt x="149352" y="575742"/>
                  <a:pt x="140970" y="581552"/>
                </a:cubicBezTo>
                <a:cubicBezTo>
                  <a:pt x="140494" y="583076"/>
                  <a:pt x="139922" y="585172"/>
                  <a:pt x="138875" y="587267"/>
                </a:cubicBezTo>
                <a:cubicBezTo>
                  <a:pt x="137351" y="589839"/>
                  <a:pt x="136208" y="591935"/>
                  <a:pt x="135160" y="594602"/>
                </a:cubicBezTo>
                <a:lnTo>
                  <a:pt x="134112" y="598221"/>
                </a:lnTo>
                <a:cubicBezTo>
                  <a:pt x="134112" y="599840"/>
                  <a:pt x="133636" y="601364"/>
                  <a:pt x="133064" y="602888"/>
                </a:cubicBezTo>
                <a:cubicBezTo>
                  <a:pt x="131540" y="605555"/>
                  <a:pt x="126778" y="612890"/>
                  <a:pt x="122587" y="620700"/>
                </a:cubicBezTo>
                <a:cubicBezTo>
                  <a:pt x="120491" y="625367"/>
                  <a:pt x="108966" y="656324"/>
                  <a:pt x="98489" y="686137"/>
                </a:cubicBezTo>
                <a:lnTo>
                  <a:pt x="83820" y="727475"/>
                </a:lnTo>
                <a:cubicBezTo>
                  <a:pt x="79629" y="739572"/>
                  <a:pt x="76962" y="746335"/>
                  <a:pt x="76486" y="748430"/>
                </a:cubicBezTo>
                <a:cubicBezTo>
                  <a:pt x="72771" y="753669"/>
                  <a:pt x="71247" y="759956"/>
                  <a:pt x="69152" y="766242"/>
                </a:cubicBezTo>
                <a:cubicBezTo>
                  <a:pt x="62865" y="774148"/>
                  <a:pt x="59722" y="788816"/>
                  <a:pt x="55531" y="799294"/>
                </a:cubicBezTo>
                <a:cubicBezTo>
                  <a:pt x="51816" y="811391"/>
                  <a:pt x="18288" y="907212"/>
                  <a:pt x="14669" y="916166"/>
                </a:cubicBezTo>
                <a:cubicBezTo>
                  <a:pt x="10954" y="924548"/>
                  <a:pt x="7334" y="932930"/>
                  <a:pt x="1048" y="941312"/>
                </a:cubicBezTo>
                <a:cubicBezTo>
                  <a:pt x="1048" y="941788"/>
                  <a:pt x="0" y="944455"/>
                  <a:pt x="0" y="944455"/>
                </a:cubicBezTo>
                <a:cubicBezTo>
                  <a:pt x="572" y="959600"/>
                  <a:pt x="8858" y="952361"/>
                  <a:pt x="19336" y="954361"/>
                </a:cubicBezTo>
                <a:lnTo>
                  <a:pt x="24575" y="955409"/>
                </a:lnTo>
                <a:cubicBezTo>
                  <a:pt x="25622" y="955409"/>
                  <a:pt x="27146" y="955409"/>
                  <a:pt x="32957" y="956933"/>
                </a:cubicBezTo>
                <a:cubicBezTo>
                  <a:pt x="36100" y="956933"/>
                  <a:pt x="38672" y="958457"/>
                  <a:pt x="41339" y="959028"/>
                </a:cubicBezTo>
                <a:cubicBezTo>
                  <a:pt x="55531" y="961124"/>
                  <a:pt x="70104" y="956361"/>
                  <a:pt x="83725" y="959028"/>
                </a:cubicBezTo>
                <a:cubicBezTo>
                  <a:pt x="88964" y="960076"/>
                  <a:pt x="90583" y="953789"/>
                  <a:pt x="90011" y="950075"/>
                </a:cubicBezTo>
                <a:lnTo>
                  <a:pt x="95822" y="930167"/>
                </a:lnTo>
                <a:cubicBezTo>
                  <a:pt x="95822" y="929691"/>
                  <a:pt x="106775" y="893020"/>
                  <a:pt x="108395" y="888829"/>
                </a:cubicBezTo>
                <a:cubicBezTo>
                  <a:pt x="109919" y="885686"/>
                  <a:pt x="112109" y="881971"/>
                  <a:pt x="114205" y="878351"/>
                </a:cubicBezTo>
                <a:lnTo>
                  <a:pt x="116777" y="875780"/>
                </a:lnTo>
                <a:cubicBezTo>
                  <a:pt x="117824" y="874732"/>
                  <a:pt x="118301" y="873684"/>
                  <a:pt x="120491" y="871589"/>
                </a:cubicBezTo>
                <a:cubicBezTo>
                  <a:pt x="142018" y="870065"/>
                  <a:pt x="164973" y="871589"/>
                  <a:pt x="189071" y="873208"/>
                </a:cubicBezTo>
                <a:cubicBezTo>
                  <a:pt x="200025" y="873684"/>
                  <a:pt x="211550" y="871589"/>
                  <a:pt x="222599" y="871589"/>
                </a:cubicBezTo>
                <a:cubicBezTo>
                  <a:pt x="228314" y="872160"/>
                  <a:pt x="239935" y="873684"/>
                  <a:pt x="246221" y="871589"/>
                </a:cubicBezTo>
                <a:lnTo>
                  <a:pt x="247841" y="871589"/>
                </a:lnTo>
                <a:close/>
                <a:moveTo>
                  <a:pt x="4999768" y="158642"/>
                </a:moveTo>
                <a:cubicBezTo>
                  <a:pt x="4988243" y="152356"/>
                  <a:pt x="4974622" y="155499"/>
                  <a:pt x="4963097" y="158642"/>
                </a:cubicBezTo>
                <a:cubicBezTo>
                  <a:pt x="4958906" y="160262"/>
                  <a:pt x="4954715" y="160738"/>
                  <a:pt x="4949952" y="162833"/>
                </a:cubicBezTo>
                <a:lnTo>
                  <a:pt x="4947380" y="164929"/>
                </a:lnTo>
                <a:lnTo>
                  <a:pt x="4940523" y="169120"/>
                </a:lnTo>
                <a:cubicBezTo>
                  <a:pt x="4934808" y="171215"/>
                  <a:pt x="4931093" y="177502"/>
                  <a:pt x="4927378" y="182264"/>
                </a:cubicBezTo>
                <a:cubicBezTo>
                  <a:pt x="4922139" y="189599"/>
                  <a:pt x="4919472" y="199028"/>
                  <a:pt x="4916901" y="207887"/>
                </a:cubicBezTo>
                <a:cubicBezTo>
                  <a:pt x="4913757" y="217793"/>
                  <a:pt x="4924806" y="221507"/>
                  <a:pt x="4932617" y="219412"/>
                </a:cubicBezTo>
                <a:lnTo>
                  <a:pt x="4935760" y="218840"/>
                </a:lnTo>
                <a:cubicBezTo>
                  <a:pt x="4936236" y="218840"/>
                  <a:pt x="5023771" y="221507"/>
                  <a:pt x="5026438" y="221507"/>
                </a:cubicBezTo>
                <a:cubicBezTo>
                  <a:pt x="5032153" y="221507"/>
                  <a:pt x="5037963" y="219888"/>
                  <a:pt x="5043202" y="215697"/>
                </a:cubicBezTo>
                <a:cubicBezTo>
                  <a:pt x="5051584" y="208934"/>
                  <a:pt x="5040535" y="185884"/>
                  <a:pt x="5036344" y="179597"/>
                </a:cubicBezTo>
                <a:cubicBezTo>
                  <a:pt x="5031677" y="172263"/>
                  <a:pt x="5025867" y="170168"/>
                  <a:pt x="5018532" y="165977"/>
                </a:cubicBezTo>
                <a:cubicBezTo>
                  <a:pt x="5011769" y="162833"/>
                  <a:pt x="5007578" y="159690"/>
                  <a:pt x="4999673" y="158642"/>
                </a:cubicBezTo>
                <a:moveTo>
                  <a:pt x="5036820" y="207887"/>
                </a:moveTo>
                <a:cubicBezTo>
                  <a:pt x="5033677" y="210554"/>
                  <a:pt x="5030058" y="211601"/>
                  <a:pt x="5025867" y="211601"/>
                </a:cubicBezTo>
                <a:cubicBezTo>
                  <a:pt x="5023771" y="211601"/>
                  <a:pt x="4936808" y="208934"/>
                  <a:pt x="4933664" y="208934"/>
                </a:cubicBezTo>
                <a:lnTo>
                  <a:pt x="4930521" y="209506"/>
                </a:lnTo>
                <a:cubicBezTo>
                  <a:pt x="4928997" y="210077"/>
                  <a:pt x="4927854" y="210554"/>
                  <a:pt x="4926806" y="210077"/>
                </a:cubicBezTo>
                <a:cubicBezTo>
                  <a:pt x="4928902" y="202743"/>
                  <a:pt x="4930998" y="194361"/>
                  <a:pt x="4935189" y="188075"/>
                </a:cubicBezTo>
                <a:cubicBezTo>
                  <a:pt x="4936712" y="185979"/>
                  <a:pt x="4941475" y="179216"/>
                  <a:pt x="4945094" y="178169"/>
                </a:cubicBezTo>
                <a:lnTo>
                  <a:pt x="4953476" y="173501"/>
                </a:lnTo>
                <a:lnTo>
                  <a:pt x="4955572" y="171406"/>
                </a:lnTo>
                <a:cubicBezTo>
                  <a:pt x="4958715" y="169787"/>
                  <a:pt x="4962335" y="169787"/>
                  <a:pt x="4965478" y="168739"/>
                </a:cubicBezTo>
                <a:cubicBezTo>
                  <a:pt x="4974336" y="166072"/>
                  <a:pt x="4987005" y="162929"/>
                  <a:pt x="4997386" y="168739"/>
                </a:cubicBezTo>
                <a:cubicBezTo>
                  <a:pt x="5003673" y="169310"/>
                  <a:pt x="5008436" y="172454"/>
                  <a:pt x="5013674" y="175025"/>
                </a:cubicBezTo>
                <a:cubicBezTo>
                  <a:pt x="5018913" y="178169"/>
                  <a:pt x="5024152" y="179788"/>
                  <a:pt x="5027771" y="185503"/>
                </a:cubicBezTo>
                <a:cubicBezTo>
                  <a:pt x="5031962" y="191218"/>
                  <a:pt x="5034630" y="200171"/>
                  <a:pt x="5036630" y="207982"/>
                </a:cubicBezTo>
                <a:moveTo>
                  <a:pt x="5050822" y="304375"/>
                </a:moveTo>
                <a:cubicBezTo>
                  <a:pt x="5066538" y="301803"/>
                  <a:pt x="5083778" y="302851"/>
                  <a:pt x="5099495" y="303327"/>
                </a:cubicBezTo>
                <a:cubicBezTo>
                  <a:pt x="5096351" y="313805"/>
                  <a:pt x="5093208" y="321139"/>
                  <a:pt x="5089018" y="328473"/>
                </a:cubicBezTo>
                <a:cubicBezTo>
                  <a:pt x="5086446" y="331045"/>
                  <a:pt x="5083778" y="333712"/>
                  <a:pt x="5082255" y="337331"/>
                </a:cubicBezTo>
                <a:cubicBezTo>
                  <a:pt x="5079587" y="341522"/>
                  <a:pt x="5073873" y="346761"/>
                  <a:pt x="5070729" y="348857"/>
                </a:cubicBezTo>
                <a:cubicBezTo>
                  <a:pt x="5065014" y="354095"/>
                  <a:pt x="5057108" y="356191"/>
                  <a:pt x="5049203" y="360382"/>
                </a:cubicBezTo>
                <a:lnTo>
                  <a:pt x="5046631" y="362954"/>
                </a:lnTo>
                <a:lnTo>
                  <a:pt x="5043964" y="364573"/>
                </a:lnTo>
                <a:cubicBezTo>
                  <a:pt x="5039773" y="365144"/>
                  <a:pt x="5036630" y="368764"/>
                  <a:pt x="5032439" y="370288"/>
                </a:cubicBezTo>
                <a:lnTo>
                  <a:pt x="5027200" y="371907"/>
                </a:lnTo>
                <a:cubicBezTo>
                  <a:pt x="5025676" y="372479"/>
                  <a:pt x="5024057" y="372955"/>
                  <a:pt x="5022533" y="373526"/>
                </a:cubicBezTo>
                <a:cubicBezTo>
                  <a:pt x="4999006" y="376098"/>
                  <a:pt x="4966430" y="381908"/>
                  <a:pt x="4942904" y="371907"/>
                </a:cubicBezTo>
                <a:cubicBezTo>
                  <a:pt x="4934046" y="370288"/>
                  <a:pt x="4925568" y="365621"/>
                  <a:pt x="4916710" y="364001"/>
                </a:cubicBezTo>
                <a:cubicBezTo>
                  <a:pt x="4904613" y="357715"/>
                  <a:pt x="4895183" y="351428"/>
                  <a:pt x="4887373" y="341522"/>
                </a:cubicBezTo>
                <a:cubicBezTo>
                  <a:pt x="4872228" y="330473"/>
                  <a:pt x="4868037" y="307423"/>
                  <a:pt x="4859084" y="291230"/>
                </a:cubicBezTo>
                <a:cubicBezTo>
                  <a:pt x="4858512" y="287039"/>
                  <a:pt x="4857465" y="283420"/>
                  <a:pt x="4856512" y="280753"/>
                </a:cubicBezTo>
                <a:lnTo>
                  <a:pt x="4854893" y="276562"/>
                </a:lnTo>
                <a:cubicBezTo>
                  <a:pt x="4854893" y="275990"/>
                  <a:pt x="4853845" y="271799"/>
                  <a:pt x="4853845" y="270275"/>
                </a:cubicBezTo>
                <a:cubicBezTo>
                  <a:pt x="4852797" y="266084"/>
                  <a:pt x="4851273" y="261417"/>
                  <a:pt x="4851749" y="256655"/>
                </a:cubicBezTo>
                <a:lnTo>
                  <a:pt x="4852321" y="252940"/>
                </a:lnTo>
                <a:lnTo>
                  <a:pt x="4852797" y="249320"/>
                </a:lnTo>
                <a:lnTo>
                  <a:pt x="4852797" y="245606"/>
                </a:lnTo>
                <a:cubicBezTo>
                  <a:pt x="4853273" y="243510"/>
                  <a:pt x="4853273" y="240843"/>
                  <a:pt x="4853273" y="238843"/>
                </a:cubicBezTo>
                <a:cubicBezTo>
                  <a:pt x="4853750" y="222555"/>
                  <a:pt x="4867942" y="182741"/>
                  <a:pt x="4878419" y="170168"/>
                </a:cubicBezTo>
                <a:cubicBezTo>
                  <a:pt x="4880515" y="162833"/>
                  <a:pt x="4887278" y="159214"/>
                  <a:pt x="4890516" y="152356"/>
                </a:cubicBezTo>
                <a:cubicBezTo>
                  <a:pt x="4902042" y="141878"/>
                  <a:pt x="4912995" y="128258"/>
                  <a:pt x="4928807" y="123019"/>
                </a:cubicBezTo>
                <a:cubicBezTo>
                  <a:pt x="4938237" y="119876"/>
                  <a:pt x="4948714" y="114637"/>
                  <a:pt x="4959668" y="114161"/>
                </a:cubicBezTo>
                <a:cubicBezTo>
                  <a:pt x="4978527" y="111494"/>
                  <a:pt x="4998435" y="110446"/>
                  <a:pt x="5017294" y="114732"/>
                </a:cubicBezTo>
                <a:lnTo>
                  <a:pt x="5021009" y="115780"/>
                </a:lnTo>
                <a:cubicBezTo>
                  <a:pt x="5031962" y="118923"/>
                  <a:pt x="5041393" y="123114"/>
                  <a:pt x="5050345" y="127781"/>
                </a:cubicBezTo>
                <a:cubicBezTo>
                  <a:pt x="5056632" y="134068"/>
                  <a:pt x="5063967" y="140354"/>
                  <a:pt x="5069205" y="149784"/>
                </a:cubicBezTo>
                <a:cubicBezTo>
                  <a:pt x="5088065" y="166548"/>
                  <a:pt x="5095875" y="195409"/>
                  <a:pt x="5101114" y="227318"/>
                </a:cubicBezTo>
                <a:lnTo>
                  <a:pt x="5101590" y="232080"/>
                </a:lnTo>
                <a:lnTo>
                  <a:pt x="5101590" y="235795"/>
                </a:lnTo>
                <a:lnTo>
                  <a:pt x="5102067" y="242081"/>
                </a:lnTo>
                <a:lnTo>
                  <a:pt x="5103590" y="249987"/>
                </a:lnTo>
                <a:lnTo>
                  <a:pt x="5104638" y="254654"/>
                </a:lnTo>
                <a:cubicBezTo>
                  <a:pt x="5094161" y="256274"/>
                  <a:pt x="5083111" y="253035"/>
                  <a:pt x="5072158" y="253035"/>
                </a:cubicBezTo>
                <a:cubicBezTo>
                  <a:pt x="5064824" y="252464"/>
                  <a:pt x="5006150" y="256178"/>
                  <a:pt x="4999863" y="256178"/>
                </a:cubicBezTo>
                <a:cubicBezTo>
                  <a:pt x="4992529" y="256178"/>
                  <a:pt x="4984623" y="256178"/>
                  <a:pt x="4976813" y="257226"/>
                </a:cubicBezTo>
                <a:cubicBezTo>
                  <a:pt x="4960049" y="258845"/>
                  <a:pt x="4942713" y="258274"/>
                  <a:pt x="4925473" y="258274"/>
                </a:cubicBezTo>
                <a:cubicBezTo>
                  <a:pt x="4911376" y="258274"/>
                  <a:pt x="4914996" y="283896"/>
                  <a:pt x="4917091" y="292850"/>
                </a:cubicBezTo>
                <a:lnTo>
                  <a:pt x="4919187" y="298088"/>
                </a:lnTo>
                <a:lnTo>
                  <a:pt x="4920806" y="302279"/>
                </a:lnTo>
                <a:cubicBezTo>
                  <a:pt x="4921282" y="303327"/>
                  <a:pt x="4921853" y="304375"/>
                  <a:pt x="4922330" y="305423"/>
                </a:cubicBezTo>
                <a:lnTo>
                  <a:pt x="4924425" y="308090"/>
                </a:lnTo>
                <a:lnTo>
                  <a:pt x="4927569" y="312281"/>
                </a:lnTo>
                <a:lnTo>
                  <a:pt x="4932807" y="317519"/>
                </a:lnTo>
                <a:lnTo>
                  <a:pt x="4938046" y="323806"/>
                </a:lnTo>
                <a:cubicBezTo>
                  <a:pt x="4944333" y="331140"/>
                  <a:pt x="4957382" y="336379"/>
                  <a:pt x="4967383" y="336950"/>
                </a:cubicBezTo>
                <a:cubicBezTo>
                  <a:pt x="4968431" y="336950"/>
                  <a:pt x="4970050" y="337522"/>
                  <a:pt x="4971098" y="337522"/>
                </a:cubicBezTo>
                <a:cubicBezTo>
                  <a:pt x="4982147" y="337522"/>
                  <a:pt x="4994148" y="336950"/>
                  <a:pt x="5004626" y="333807"/>
                </a:cubicBezTo>
                <a:cubicBezTo>
                  <a:pt x="5015580" y="331140"/>
                  <a:pt x="5046536" y="319139"/>
                  <a:pt x="5050155" y="304470"/>
                </a:cubicBezTo>
                <a:lnTo>
                  <a:pt x="5050727" y="304470"/>
                </a:lnTo>
                <a:close/>
                <a:moveTo>
                  <a:pt x="4926140" y="268275"/>
                </a:moveTo>
                <a:cubicBezTo>
                  <a:pt x="4943951" y="268275"/>
                  <a:pt x="4961192" y="268847"/>
                  <a:pt x="4978527" y="267227"/>
                </a:cubicBezTo>
                <a:cubicBezTo>
                  <a:pt x="4985862" y="266180"/>
                  <a:pt x="4993195" y="266180"/>
                  <a:pt x="5000054" y="266180"/>
                </a:cubicBezTo>
                <a:cubicBezTo>
                  <a:pt x="5006340" y="266180"/>
                  <a:pt x="5066538" y="262560"/>
                  <a:pt x="5072349" y="263036"/>
                </a:cubicBezTo>
                <a:cubicBezTo>
                  <a:pt x="5079206" y="263036"/>
                  <a:pt x="5086541" y="264084"/>
                  <a:pt x="5093303" y="264656"/>
                </a:cubicBezTo>
                <a:cubicBezTo>
                  <a:pt x="5121021" y="267227"/>
                  <a:pt x="5115306" y="260465"/>
                  <a:pt x="5112163" y="240557"/>
                </a:cubicBezTo>
                <a:lnTo>
                  <a:pt x="5111686" y="235319"/>
                </a:lnTo>
                <a:lnTo>
                  <a:pt x="5111686" y="231128"/>
                </a:lnTo>
                <a:lnTo>
                  <a:pt x="5111210" y="225889"/>
                </a:lnTo>
                <a:cubicBezTo>
                  <a:pt x="5105972" y="194456"/>
                  <a:pt x="5097590" y="162452"/>
                  <a:pt x="5076635" y="142545"/>
                </a:cubicBezTo>
                <a:cubicBezTo>
                  <a:pt x="5071967" y="133687"/>
                  <a:pt x="5064061" y="126829"/>
                  <a:pt x="5055680" y="119495"/>
                </a:cubicBezTo>
                <a:cubicBezTo>
                  <a:pt x="5046821" y="114256"/>
                  <a:pt x="5037868" y="110541"/>
                  <a:pt x="5027390" y="107493"/>
                </a:cubicBezTo>
                <a:lnTo>
                  <a:pt x="5023199" y="105874"/>
                </a:lnTo>
                <a:lnTo>
                  <a:pt x="5019485" y="105302"/>
                </a:lnTo>
                <a:cubicBezTo>
                  <a:pt x="4999578" y="100064"/>
                  <a:pt x="4978623" y="101111"/>
                  <a:pt x="4958239" y="104255"/>
                </a:cubicBezTo>
                <a:cubicBezTo>
                  <a:pt x="4946714" y="105302"/>
                  <a:pt x="4936236" y="109970"/>
                  <a:pt x="4925759" y="113113"/>
                </a:cubicBezTo>
                <a:cubicBezTo>
                  <a:pt x="4907947" y="119399"/>
                  <a:pt x="4896422" y="133592"/>
                  <a:pt x="4881753" y="147689"/>
                </a:cubicBezTo>
                <a:cubicBezTo>
                  <a:pt x="4878610" y="154451"/>
                  <a:pt x="4872895" y="156071"/>
                  <a:pt x="4869180" y="165977"/>
                </a:cubicBezTo>
                <a:cubicBezTo>
                  <a:pt x="4860322" y="176930"/>
                  <a:pt x="4846130" y="214173"/>
                  <a:pt x="4844034" y="230366"/>
                </a:cubicBezTo>
                <a:cubicBezTo>
                  <a:pt x="4843558" y="235128"/>
                  <a:pt x="4844034" y="239795"/>
                  <a:pt x="4842987" y="244558"/>
                </a:cubicBezTo>
                <a:lnTo>
                  <a:pt x="4842987" y="248273"/>
                </a:lnTo>
                <a:lnTo>
                  <a:pt x="4842510" y="251416"/>
                </a:lnTo>
                <a:lnTo>
                  <a:pt x="4842034" y="255607"/>
                </a:lnTo>
                <a:cubicBezTo>
                  <a:pt x="4841558" y="261417"/>
                  <a:pt x="4843082" y="267132"/>
                  <a:pt x="4844130" y="272371"/>
                </a:cubicBezTo>
                <a:cubicBezTo>
                  <a:pt x="4844130" y="274466"/>
                  <a:pt x="4845177" y="278657"/>
                  <a:pt x="4845654" y="280181"/>
                </a:cubicBezTo>
                <a:lnTo>
                  <a:pt x="4847273" y="284372"/>
                </a:lnTo>
                <a:cubicBezTo>
                  <a:pt x="4848321" y="287039"/>
                  <a:pt x="4849368" y="289611"/>
                  <a:pt x="4849368" y="292754"/>
                </a:cubicBezTo>
                <a:lnTo>
                  <a:pt x="4849845" y="295421"/>
                </a:lnTo>
                <a:cubicBezTo>
                  <a:pt x="4860798" y="313233"/>
                  <a:pt x="4862989" y="335807"/>
                  <a:pt x="4880801" y="349428"/>
                </a:cubicBezTo>
                <a:cubicBezTo>
                  <a:pt x="4889183" y="359906"/>
                  <a:pt x="4900137" y="367240"/>
                  <a:pt x="4914329" y="374003"/>
                </a:cubicBezTo>
                <a:cubicBezTo>
                  <a:pt x="4923758" y="375622"/>
                  <a:pt x="4931664" y="379718"/>
                  <a:pt x="4940523" y="381908"/>
                </a:cubicBezTo>
                <a:cubicBezTo>
                  <a:pt x="4965669" y="392386"/>
                  <a:pt x="4998149" y="386099"/>
                  <a:pt x="5025961" y="382956"/>
                </a:cubicBezTo>
                <a:cubicBezTo>
                  <a:pt x="5027486" y="382385"/>
                  <a:pt x="5029105" y="381908"/>
                  <a:pt x="5030153" y="381432"/>
                </a:cubicBezTo>
                <a:lnTo>
                  <a:pt x="5035868" y="379813"/>
                </a:lnTo>
                <a:cubicBezTo>
                  <a:pt x="5039011" y="378765"/>
                  <a:pt x="5042726" y="377146"/>
                  <a:pt x="5045298" y="374574"/>
                </a:cubicBezTo>
                <a:cubicBezTo>
                  <a:pt x="5047393" y="374574"/>
                  <a:pt x="5049012" y="373526"/>
                  <a:pt x="5050536" y="372479"/>
                </a:cubicBezTo>
                <a:lnTo>
                  <a:pt x="5053203" y="370383"/>
                </a:lnTo>
                <a:lnTo>
                  <a:pt x="5055870" y="368288"/>
                </a:lnTo>
                <a:cubicBezTo>
                  <a:pt x="5063205" y="365144"/>
                  <a:pt x="5070539" y="362573"/>
                  <a:pt x="5076825" y="357239"/>
                </a:cubicBezTo>
                <a:cubicBezTo>
                  <a:pt x="5081492" y="354095"/>
                  <a:pt x="5087874" y="347333"/>
                  <a:pt x="5092065" y="341046"/>
                </a:cubicBezTo>
                <a:cubicBezTo>
                  <a:pt x="5093113" y="338379"/>
                  <a:pt x="5095685" y="336284"/>
                  <a:pt x="5098352" y="333712"/>
                </a:cubicBezTo>
                <a:cubicBezTo>
                  <a:pt x="5101495" y="327425"/>
                  <a:pt x="5120355" y="292850"/>
                  <a:pt x="5106734" y="293326"/>
                </a:cubicBezTo>
                <a:cubicBezTo>
                  <a:pt x="5101019" y="293897"/>
                  <a:pt x="5095208" y="293326"/>
                  <a:pt x="5089970" y="292278"/>
                </a:cubicBezTo>
                <a:cubicBezTo>
                  <a:pt x="5083683" y="291707"/>
                  <a:pt x="5052251" y="293897"/>
                  <a:pt x="5049108" y="294374"/>
                </a:cubicBezTo>
                <a:lnTo>
                  <a:pt x="5044917" y="295421"/>
                </a:lnTo>
                <a:lnTo>
                  <a:pt x="5041202" y="301232"/>
                </a:lnTo>
                <a:cubicBezTo>
                  <a:pt x="5036535" y="309614"/>
                  <a:pt x="5020818" y="319043"/>
                  <a:pt x="5002435" y="324282"/>
                </a:cubicBezTo>
                <a:cubicBezTo>
                  <a:pt x="4993005" y="326949"/>
                  <a:pt x="4981480" y="327425"/>
                  <a:pt x="4971574" y="327425"/>
                </a:cubicBezTo>
                <a:lnTo>
                  <a:pt x="4966907" y="326378"/>
                </a:lnTo>
                <a:cubicBezTo>
                  <a:pt x="4962716" y="327425"/>
                  <a:pt x="4949571" y="321139"/>
                  <a:pt x="4945952" y="316948"/>
                </a:cubicBezTo>
                <a:lnTo>
                  <a:pt x="4939189" y="309137"/>
                </a:lnTo>
                <a:lnTo>
                  <a:pt x="4936045" y="305423"/>
                </a:lnTo>
                <a:lnTo>
                  <a:pt x="4932903" y="301803"/>
                </a:lnTo>
                <a:lnTo>
                  <a:pt x="4930807" y="298088"/>
                </a:lnTo>
                <a:lnTo>
                  <a:pt x="4929283" y="294945"/>
                </a:lnTo>
                <a:lnTo>
                  <a:pt x="4927187" y="289230"/>
                </a:lnTo>
                <a:cubicBezTo>
                  <a:pt x="4926140" y="283420"/>
                  <a:pt x="4924521" y="273990"/>
                  <a:pt x="4926711" y="268275"/>
                </a:cubicBezTo>
                <a:moveTo>
                  <a:pt x="4659535" y="373050"/>
                </a:moveTo>
                <a:cubicBezTo>
                  <a:pt x="4659535" y="373050"/>
                  <a:pt x="4658487" y="373622"/>
                  <a:pt x="4659059" y="373050"/>
                </a:cubicBezTo>
                <a:lnTo>
                  <a:pt x="4660106" y="368383"/>
                </a:lnTo>
                <a:cubicBezTo>
                  <a:pt x="4660106" y="365716"/>
                  <a:pt x="4660678" y="363144"/>
                  <a:pt x="4660106" y="360477"/>
                </a:cubicBezTo>
                <a:cubicBezTo>
                  <a:pt x="4660106" y="342189"/>
                  <a:pt x="4660678" y="322758"/>
                  <a:pt x="4659630" y="304375"/>
                </a:cubicBezTo>
                <a:cubicBezTo>
                  <a:pt x="4659154" y="295993"/>
                  <a:pt x="4660106" y="238938"/>
                  <a:pt x="4660106" y="238938"/>
                </a:cubicBezTo>
                <a:lnTo>
                  <a:pt x="4660106" y="207982"/>
                </a:lnTo>
                <a:lnTo>
                  <a:pt x="4660678" y="204267"/>
                </a:lnTo>
                <a:cubicBezTo>
                  <a:pt x="4660678" y="201600"/>
                  <a:pt x="4661154" y="197981"/>
                  <a:pt x="4661154" y="193313"/>
                </a:cubicBezTo>
                <a:cubicBezTo>
                  <a:pt x="4662202" y="166072"/>
                  <a:pt x="4663726" y="143021"/>
                  <a:pt x="4661154" y="115780"/>
                </a:cubicBezTo>
                <a:lnTo>
                  <a:pt x="4683633" y="117399"/>
                </a:lnTo>
                <a:lnTo>
                  <a:pt x="4685729" y="117971"/>
                </a:lnTo>
                <a:lnTo>
                  <a:pt x="4718209" y="117971"/>
                </a:lnTo>
                <a:cubicBezTo>
                  <a:pt x="4719257" y="125781"/>
                  <a:pt x="4719828" y="133687"/>
                  <a:pt x="4719257" y="143117"/>
                </a:cubicBezTo>
                <a:cubicBezTo>
                  <a:pt x="4719257" y="150451"/>
                  <a:pt x="4725543" y="155118"/>
                  <a:pt x="4732401" y="151975"/>
                </a:cubicBezTo>
                <a:cubicBezTo>
                  <a:pt x="4737164" y="149879"/>
                  <a:pt x="4740307" y="146736"/>
                  <a:pt x="4743926" y="143593"/>
                </a:cubicBezTo>
                <a:lnTo>
                  <a:pt x="4747546" y="140450"/>
                </a:lnTo>
                <a:cubicBezTo>
                  <a:pt x="4750689" y="136259"/>
                  <a:pt x="4752785" y="135211"/>
                  <a:pt x="4758023" y="131591"/>
                </a:cubicBezTo>
                <a:lnTo>
                  <a:pt x="4765358" y="123686"/>
                </a:lnTo>
                <a:lnTo>
                  <a:pt x="4771073" y="119495"/>
                </a:lnTo>
                <a:cubicBezTo>
                  <a:pt x="4772692" y="117875"/>
                  <a:pt x="4774216" y="116828"/>
                  <a:pt x="4777359" y="116351"/>
                </a:cubicBezTo>
                <a:cubicBezTo>
                  <a:pt x="4782026" y="115304"/>
                  <a:pt x="4783646" y="112637"/>
                  <a:pt x="4789932" y="112637"/>
                </a:cubicBezTo>
                <a:cubicBezTo>
                  <a:pt x="4793552" y="112065"/>
                  <a:pt x="4797266" y="111589"/>
                  <a:pt x="4800886" y="111017"/>
                </a:cubicBezTo>
                <a:lnTo>
                  <a:pt x="4806125" y="109970"/>
                </a:lnTo>
                <a:lnTo>
                  <a:pt x="4809268" y="110541"/>
                </a:lnTo>
                <a:lnTo>
                  <a:pt x="4812411" y="112637"/>
                </a:lnTo>
                <a:cubicBezTo>
                  <a:pt x="4811364" y="121019"/>
                  <a:pt x="4809268" y="128924"/>
                  <a:pt x="4810316" y="138259"/>
                </a:cubicBezTo>
                <a:cubicBezTo>
                  <a:pt x="4810316" y="140354"/>
                  <a:pt x="4811364" y="143498"/>
                  <a:pt x="4811364" y="145593"/>
                </a:cubicBezTo>
                <a:cubicBezTo>
                  <a:pt x="4811364" y="153404"/>
                  <a:pt x="4813935" y="160262"/>
                  <a:pt x="4813935" y="167596"/>
                </a:cubicBezTo>
                <a:cubicBezTo>
                  <a:pt x="4810792" y="167024"/>
                  <a:pt x="4807173" y="167024"/>
                  <a:pt x="4803934" y="168167"/>
                </a:cubicBezTo>
                <a:lnTo>
                  <a:pt x="4796600" y="169215"/>
                </a:lnTo>
                <a:lnTo>
                  <a:pt x="4794028" y="168644"/>
                </a:lnTo>
                <a:cubicBezTo>
                  <a:pt x="4776216" y="170263"/>
                  <a:pt x="4757357" y="174359"/>
                  <a:pt x="4744212" y="186455"/>
                </a:cubicBezTo>
                <a:cubicBezTo>
                  <a:pt x="4742593" y="188551"/>
                  <a:pt x="4741069" y="191123"/>
                  <a:pt x="4740021" y="192170"/>
                </a:cubicBezTo>
                <a:lnTo>
                  <a:pt x="4737926" y="195885"/>
                </a:lnTo>
                <a:lnTo>
                  <a:pt x="4736306" y="197981"/>
                </a:lnTo>
                <a:cubicBezTo>
                  <a:pt x="4734211" y="199600"/>
                  <a:pt x="4732687" y="201124"/>
                  <a:pt x="4731639" y="203219"/>
                </a:cubicBezTo>
                <a:cubicBezTo>
                  <a:pt x="4730591" y="205315"/>
                  <a:pt x="4730020" y="206934"/>
                  <a:pt x="4729067" y="210554"/>
                </a:cubicBezTo>
                <a:lnTo>
                  <a:pt x="4727448" y="213125"/>
                </a:lnTo>
                <a:lnTo>
                  <a:pt x="4725924" y="219412"/>
                </a:lnTo>
                <a:lnTo>
                  <a:pt x="4725353" y="223603"/>
                </a:lnTo>
                <a:lnTo>
                  <a:pt x="4723829" y="228842"/>
                </a:lnTo>
                <a:lnTo>
                  <a:pt x="4723257" y="230937"/>
                </a:lnTo>
                <a:cubicBezTo>
                  <a:pt x="4722209" y="236747"/>
                  <a:pt x="4721162" y="242939"/>
                  <a:pt x="4719638" y="249797"/>
                </a:cubicBezTo>
                <a:lnTo>
                  <a:pt x="4718590" y="263417"/>
                </a:lnTo>
                <a:lnTo>
                  <a:pt x="4717542" y="289611"/>
                </a:lnTo>
                <a:cubicBezTo>
                  <a:pt x="4717542" y="303232"/>
                  <a:pt x="4716971" y="311042"/>
                  <a:pt x="4716971" y="324663"/>
                </a:cubicBezTo>
                <a:cubicBezTo>
                  <a:pt x="4716971" y="333521"/>
                  <a:pt x="4716495" y="340379"/>
                  <a:pt x="4716971" y="347142"/>
                </a:cubicBezTo>
                <a:lnTo>
                  <a:pt x="4718590" y="356000"/>
                </a:lnTo>
                <a:cubicBezTo>
                  <a:pt x="4718590" y="359144"/>
                  <a:pt x="4719066" y="362858"/>
                  <a:pt x="4718590" y="366002"/>
                </a:cubicBezTo>
                <a:cubicBezTo>
                  <a:pt x="4718590" y="368097"/>
                  <a:pt x="4718114" y="370193"/>
                  <a:pt x="4718114" y="372288"/>
                </a:cubicBezTo>
                <a:cubicBezTo>
                  <a:pt x="4697730" y="371240"/>
                  <a:pt x="4679347" y="374955"/>
                  <a:pt x="4659440" y="372860"/>
                </a:cubicBezTo>
                <a:moveTo>
                  <a:pt x="4650010" y="366002"/>
                </a:moveTo>
                <a:cubicBezTo>
                  <a:pt x="4648391" y="367049"/>
                  <a:pt x="4647438" y="370193"/>
                  <a:pt x="4648391" y="375431"/>
                </a:cubicBezTo>
                <a:lnTo>
                  <a:pt x="4649439" y="378575"/>
                </a:lnTo>
                <a:cubicBezTo>
                  <a:pt x="4649439" y="379622"/>
                  <a:pt x="4652106" y="382194"/>
                  <a:pt x="4653153" y="382194"/>
                </a:cubicBezTo>
                <a:cubicBezTo>
                  <a:pt x="4668870" y="385337"/>
                  <a:pt x="4686681" y="383242"/>
                  <a:pt x="4702398" y="382194"/>
                </a:cubicBezTo>
                <a:cubicBezTo>
                  <a:pt x="4714399" y="381146"/>
                  <a:pt x="4730115" y="387433"/>
                  <a:pt x="4727543" y="374384"/>
                </a:cubicBezTo>
                <a:cubicBezTo>
                  <a:pt x="4728020" y="371717"/>
                  <a:pt x="4728591" y="369145"/>
                  <a:pt x="4728591" y="366478"/>
                </a:cubicBezTo>
                <a:cubicBezTo>
                  <a:pt x="4729067" y="362287"/>
                  <a:pt x="4728591" y="358572"/>
                  <a:pt x="4728591" y="354953"/>
                </a:cubicBezTo>
                <a:lnTo>
                  <a:pt x="4726972" y="345999"/>
                </a:lnTo>
                <a:cubicBezTo>
                  <a:pt x="4726496" y="339236"/>
                  <a:pt x="4726972" y="332855"/>
                  <a:pt x="4726972" y="325044"/>
                </a:cubicBezTo>
                <a:cubicBezTo>
                  <a:pt x="4727448" y="310852"/>
                  <a:pt x="4727448" y="303518"/>
                  <a:pt x="4728020" y="289421"/>
                </a:cubicBezTo>
                <a:lnTo>
                  <a:pt x="4728591" y="263798"/>
                </a:lnTo>
                <a:lnTo>
                  <a:pt x="4729639" y="251225"/>
                </a:lnTo>
                <a:cubicBezTo>
                  <a:pt x="4731258" y="246463"/>
                  <a:pt x="4731734" y="243891"/>
                  <a:pt x="4732211" y="239129"/>
                </a:cubicBezTo>
                <a:lnTo>
                  <a:pt x="4732782" y="232366"/>
                </a:lnTo>
                <a:lnTo>
                  <a:pt x="4733830" y="230747"/>
                </a:lnTo>
                <a:lnTo>
                  <a:pt x="4735925" y="225032"/>
                </a:lnTo>
                <a:lnTo>
                  <a:pt x="4735925" y="220269"/>
                </a:lnTo>
                <a:lnTo>
                  <a:pt x="4738497" y="215030"/>
                </a:lnTo>
                <a:lnTo>
                  <a:pt x="4739545" y="212935"/>
                </a:lnTo>
                <a:lnTo>
                  <a:pt x="4740021" y="209792"/>
                </a:lnTo>
                <a:lnTo>
                  <a:pt x="4740498" y="207696"/>
                </a:lnTo>
                <a:lnTo>
                  <a:pt x="4743069" y="204553"/>
                </a:lnTo>
                <a:lnTo>
                  <a:pt x="4746213" y="201410"/>
                </a:lnTo>
                <a:lnTo>
                  <a:pt x="4747832" y="199314"/>
                </a:lnTo>
                <a:lnTo>
                  <a:pt x="4748880" y="197219"/>
                </a:lnTo>
                <a:cubicBezTo>
                  <a:pt x="4749927" y="195599"/>
                  <a:pt x="4750499" y="194552"/>
                  <a:pt x="4751451" y="193504"/>
                </a:cubicBezTo>
                <a:cubicBezTo>
                  <a:pt x="4761453" y="184074"/>
                  <a:pt x="4776597" y="180359"/>
                  <a:pt x="4795457" y="178835"/>
                </a:cubicBezTo>
                <a:lnTo>
                  <a:pt x="4800219" y="178835"/>
                </a:lnTo>
                <a:lnTo>
                  <a:pt x="4805934" y="177216"/>
                </a:lnTo>
                <a:cubicBezTo>
                  <a:pt x="4809078" y="176645"/>
                  <a:pt x="4811745" y="176645"/>
                  <a:pt x="4814316" y="177216"/>
                </a:cubicBezTo>
                <a:lnTo>
                  <a:pt x="4816888" y="177788"/>
                </a:lnTo>
                <a:cubicBezTo>
                  <a:pt x="4825746" y="178359"/>
                  <a:pt x="4824222" y="173120"/>
                  <a:pt x="4824222" y="166834"/>
                </a:cubicBezTo>
                <a:cubicBezTo>
                  <a:pt x="4824222" y="160071"/>
                  <a:pt x="4821555" y="153213"/>
                  <a:pt x="4821555" y="145403"/>
                </a:cubicBezTo>
                <a:cubicBezTo>
                  <a:pt x="4821555" y="142736"/>
                  <a:pt x="4820507" y="139592"/>
                  <a:pt x="4820031" y="137021"/>
                </a:cubicBezTo>
                <a:cubicBezTo>
                  <a:pt x="4818983" y="125019"/>
                  <a:pt x="4829461" y="100921"/>
                  <a:pt x="4814221" y="100921"/>
                </a:cubicBezTo>
                <a:cubicBezTo>
                  <a:pt x="4813173" y="100921"/>
                  <a:pt x="4811649" y="100921"/>
                  <a:pt x="4810506" y="100349"/>
                </a:cubicBezTo>
                <a:lnTo>
                  <a:pt x="4807363" y="99778"/>
                </a:lnTo>
                <a:cubicBezTo>
                  <a:pt x="4805744" y="99778"/>
                  <a:pt x="4804791" y="99778"/>
                  <a:pt x="4803172" y="100349"/>
                </a:cubicBezTo>
                <a:lnTo>
                  <a:pt x="4798981" y="100921"/>
                </a:lnTo>
                <a:cubicBezTo>
                  <a:pt x="4795838" y="101492"/>
                  <a:pt x="4792695" y="101969"/>
                  <a:pt x="4789551" y="101969"/>
                </a:cubicBezTo>
                <a:cubicBezTo>
                  <a:pt x="4783265" y="101969"/>
                  <a:pt x="4779550" y="104064"/>
                  <a:pt x="4774311" y="106160"/>
                </a:cubicBezTo>
                <a:lnTo>
                  <a:pt x="4772216" y="106160"/>
                </a:lnTo>
                <a:cubicBezTo>
                  <a:pt x="4769644" y="107779"/>
                  <a:pt x="4766977" y="109303"/>
                  <a:pt x="4764881" y="110827"/>
                </a:cubicBezTo>
                <a:lnTo>
                  <a:pt x="4758023" y="116066"/>
                </a:lnTo>
                <a:lnTo>
                  <a:pt x="4750689" y="123876"/>
                </a:lnTo>
                <a:cubicBezTo>
                  <a:pt x="4745450" y="127591"/>
                  <a:pt x="4743355" y="128639"/>
                  <a:pt x="4739735" y="133306"/>
                </a:cubicBezTo>
                <a:lnTo>
                  <a:pt x="4737164" y="135401"/>
                </a:lnTo>
                <a:cubicBezTo>
                  <a:pt x="4734592" y="138068"/>
                  <a:pt x="4731925" y="140164"/>
                  <a:pt x="4729258" y="141688"/>
                </a:cubicBezTo>
                <a:cubicBezTo>
                  <a:pt x="4729258" y="130734"/>
                  <a:pt x="4728782" y="121304"/>
                  <a:pt x="4727163" y="111779"/>
                </a:cubicBezTo>
                <a:cubicBezTo>
                  <a:pt x="4726115" y="102350"/>
                  <a:pt x="4692587" y="110160"/>
                  <a:pt x="4684776" y="107112"/>
                </a:cubicBezTo>
                <a:lnTo>
                  <a:pt x="4682205" y="107112"/>
                </a:lnTo>
                <a:cubicBezTo>
                  <a:pt x="4676394" y="107684"/>
                  <a:pt x="4649153" y="100826"/>
                  <a:pt x="4650200" y="111303"/>
                </a:cubicBezTo>
                <a:cubicBezTo>
                  <a:pt x="4651248" y="121304"/>
                  <a:pt x="4651248" y="142259"/>
                  <a:pt x="4651248" y="161595"/>
                </a:cubicBezTo>
                <a:cubicBezTo>
                  <a:pt x="4651248" y="175216"/>
                  <a:pt x="4651248" y="188837"/>
                  <a:pt x="4650200" y="202457"/>
                </a:cubicBezTo>
                <a:lnTo>
                  <a:pt x="4649153" y="207696"/>
                </a:lnTo>
                <a:cubicBezTo>
                  <a:pt x="4649724" y="212459"/>
                  <a:pt x="4649724" y="225984"/>
                  <a:pt x="4649724" y="238652"/>
                </a:cubicBezTo>
                <a:cubicBezTo>
                  <a:pt x="4648676" y="279515"/>
                  <a:pt x="4649724" y="320377"/>
                  <a:pt x="4649724" y="360668"/>
                </a:cubicBezTo>
                <a:cubicBezTo>
                  <a:pt x="4650200" y="362763"/>
                  <a:pt x="4649724" y="364859"/>
                  <a:pt x="4649724" y="365906"/>
                </a:cubicBezTo>
                <a:moveTo>
                  <a:pt x="4526090" y="372764"/>
                </a:moveTo>
                <a:cubicBezTo>
                  <a:pt x="4526566" y="367049"/>
                  <a:pt x="4527138" y="360763"/>
                  <a:pt x="4526566" y="354953"/>
                </a:cubicBezTo>
                <a:cubicBezTo>
                  <a:pt x="4526090" y="351238"/>
                  <a:pt x="4521899" y="345999"/>
                  <a:pt x="4517708" y="348666"/>
                </a:cubicBezTo>
                <a:cubicBezTo>
                  <a:pt x="4494086" y="361811"/>
                  <a:pt x="4470559" y="379051"/>
                  <a:pt x="4442270" y="379527"/>
                </a:cubicBezTo>
                <a:lnTo>
                  <a:pt x="4434935" y="378479"/>
                </a:lnTo>
                <a:cubicBezTo>
                  <a:pt x="4428173" y="379051"/>
                  <a:pt x="4421315" y="375812"/>
                  <a:pt x="4415028" y="375336"/>
                </a:cubicBezTo>
                <a:cubicBezTo>
                  <a:pt x="4407694" y="374765"/>
                  <a:pt x="4399312" y="375336"/>
                  <a:pt x="4392549" y="373241"/>
                </a:cubicBezTo>
                <a:cubicBezTo>
                  <a:pt x="4387882" y="372193"/>
                  <a:pt x="4380453" y="367526"/>
                  <a:pt x="4377309" y="364287"/>
                </a:cubicBezTo>
                <a:lnTo>
                  <a:pt x="4373595" y="361144"/>
                </a:lnTo>
                <a:cubicBezTo>
                  <a:pt x="4369404" y="356953"/>
                  <a:pt x="4366832" y="354857"/>
                  <a:pt x="4364736" y="353333"/>
                </a:cubicBezTo>
                <a:cubicBezTo>
                  <a:pt x="4362165" y="350666"/>
                  <a:pt x="4361022" y="347523"/>
                  <a:pt x="4357973" y="344951"/>
                </a:cubicBezTo>
                <a:cubicBezTo>
                  <a:pt x="4356926" y="342380"/>
                  <a:pt x="4355878" y="340284"/>
                  <a:pt x="4355402" y="338189"/>
                </a:cubicBezTo>
                <a:lnTo>
                  <a:pt x="4351687" y="331902"/>
                </a:lnTo>
                <a:cubicBezTo>
                  <a:pt x="4350068" y="327711"/>
                  <a:pt x="4348544" y="325139"/>
                  <a:pt x="4347496" y="321996"/>
                </a:cubicBezTo>
                <a:cubicBezTo>
                  <a:pt x="4347972" y="319901"/>
                  <a:pt x="4347972" y="317805"/>
                  <a:pt x="4347496" y="316281"/>
                </a:cubicBezTo>
                <a:lnTo>
                  <a:pt x="4345400" y="309423"/>
                </a:lnTo>
                <a:cubicBezTo>
                  <a:pt x="4344924" y="305232"/>
                  <a:pt x="4344353" y="299517"/>
                  <a:pt x="4344353" y="295802"/>
                </a:cubicBezTo>
                <a:cubicBezTo>
                  <a:pt x="4344353" y="291611"/>
                  <a:pt x="4344829" y="177407"/>
                  <a:pt x="4345972" y="166929"/>
                </a:cubicBezTo>
                <a:cubicBezTo>
                  <a:pt x="4347496" y="152261"/>
                  <a:pt x="4348544" y="137592"/>
                  <a:pt x="4348544" y="123400"/>
                </a:cubicBezTo>
                <a:lnTo>
                  <a:pt x="4348544" y="119209"/>
                </a:lnTo>
                <a:lnTo>
                  <a:pt x="4356354" y="119209"/>
                </a:lnTo>
                <a:cubicBezTo>
                  <a:pt x="4356354" y="119209"/>
                  <a:pt x="4399312" y="118161"/>
                  <a:pt x="4402455" y="118161"/>
                </a:cubicBezTo>
                <a:lnTo>
                  <a:pt x="4406170" y="120828"/>
                </a:lnTo>
                <a:cubicBezTo>
                  <a:pt x="4405694" y="130734"/>
                  <a:pt x="4406170" y="140164"/>
                  <a:pt x="4405694" y="149117"/>
                </a:cubicBezTo>
                <a:lnTo>
                  <a:pt x="4404646" y="194171"/>
                </a:lnTo>
                <a:lnTo>
                  <a:pt x="4404170" y="223508"/>
                </a:lnTo>
                <a:lnTo>
                  <a:pt x="4404170" y="236081"/>
                </a:lnTo>
                <a:cubicBezTo>
                  <a:pt x="4404170" y="238748"/>
                  <a:pt x="4404646" y="238748"/>
                  <a:pt x="4404646" y="239700"/>
                </a:cubicBezTo>
                <a:lnTo>
                  <a:pt x="4405217" y="240748"/>
                </a:lnTo>
                <a:lnTo>
                  <a:pt x="4405217" y="249701"/>
                </a:lnTo>
                <a:cubicBezTo>
                  <a:pt x="4404646" y="254369"/>
                  <a:pt x="4404646" y="259131"/>
                  <a:pt x="4405217" y="263894"/>
                </a:cubicBezTo>
                <a:cubicBezTo>
                  <a:pt x="4406741" y="288468"/>
                  <a:pt x="4409408" y="311042"/>
                  <a:pt x="4429316" y="324663"/>
                </a:cubicBezTo>
                <a:cubicBezTo>
                  <a:pt x="4439222" y="333521"/>
                  <a:pt x="4464939" y="336665"/>
                  <a:pt x="4478560" y="336665"/>
                </a:cubicBezTo>
                <a:cubicBezTo>
                  <a:pt x="4500563" y="333998"/>
                  <a:pt x="4509992" y="321425"/>
                  <a:pt x="4517803" y="307328"/>
                </a:cubicBezTo>
                <a:cubicBezTo>
                  <a:pt x="4518851" y="306280"/>
                  <a:pt x="4518851" y="305232"/>
                  <a:pt x="4519422" y="304184"/>
                </a:cubicBezTo>
                <a:lnTo>
                  <a:pt x="4521041" y="299517"/>
                </a:lnTo>
                <a:lnTo>
                  <a:pt x="4523137" y="294278"/>
                </a:lnTo>
                <a:cubicBezTo>
                  <a:pt x="4524185" y="292183"/>
                  <a:pt x="4524661" y="289611"/>
                  <a:pt x="4525232" y="286944"/>
                </a:cubicBezTo>
                <a:lnTo>
                  <a:pt x="4526756" y="281134"/>
                </a:lnTo>
                <a:lnTo>
                  <a:pt x="4528376" y="277991"/>
                </a:lnTo>
                <a:cubicBezTo>
                  <a:pt x="4528852" y="276467"/>
                  <a:pt x="4529423" y="275419"/>
                  <a:pt x="4529423" y="273800"/>
                </a:cubicBezTo>
                <a:lnTo>
                  <a:pt x="4530948" y="262274"/>
                </a:lnTo>
                <a:cubicBezTo>
                  <a:pt x="4533519" y="246558"/>
                  <a:pt x="4529423" y="160643"/>
                  <a:pt x="4529423" y="158547"/>
                </a:cubicBezTo>
                <a:cubicBezTo>
                  <a:pt x="4528376" y="148070"/>
                  <a:pt x="4528852" y="137021"/>
                  <a:pt x="4528376" y="127115"/>
                </a:cubicBezTo>
                <a:cubicBezTo>
                  <a:pt x="4528376" y="126067"/>
                  <a:pt x="4527899" y="125019"/>
                  <a:pt x="4527899" y="121876"/>
                </a:cubicBezTo>
                <a:lnTo>
                  <a:pt x="4527899" y="118256"/>
                </a:lnTo>
                <a:cubicBezTo>
                  <a:pt x="4529995" y="118828"/>
                  <a:pt x="4541044" y="118256"/>
                  <a:pt x="4551998" y="117685"/>
                </a:cubicBezTo>
                <a:lnTo>
                  <a:pt x="4583906" y="116637"/>
                </a:lnTo>
                <a:lnTo>
                  <a:pt x="4583906" y="122352"/>
                </a:lnTo>
                <a:cubicBezTo>
                  <a:pt x="4583906" y="137021"/>
                  <a:pt x="4580763" y="153308"/>
                  <a:pt x="4583430" y="167405"/>
                </a:cubicBezTo>
                <a:cubicBezTo>
                  <a:pt x="4583906" y="182074"/>
                  <a:pt x="4582954" y="311423"/>
                  <a:pt x="4585049" y="329330"/>
                </a:cubicBezTo>
                <a:cubicBezTo>
                  <a:pt x="4587145" y="336665"/>
                  <a:pt x="4584002" y="364382"/>
                  <a:pt x="4583430" y="373812"/>
                </a:cubicBezTo>
                <a:lnTo>
                  <a:pt x="4578763" y="373812"/>
                </a:lnTo>
                <a:cubicBezTo>
                  <a:pt x="4570857" y="373812"/>
                  <a:pt x="4563523" y="374384"/>
                  <a:pt x="4555713" y="373812"/>
                </a:cubicBezTo>
                <a:lnTo>
                  <a:pt x="4542568" y="372764"/>
                </a:lnTo>
                <a:cubicBezTo>
                  <a:pt x="4537806" y="372764"/>
                  <a:pt x="4532090" y="372193"/>
                  <a:pt x="4526280" y="372764"/>
                </a:cubicBezTo>
                <a:moveTo>
                  <a:pt x="4352354" y="353429"/>
                </a:moveTo>
                <a:cubicBezTo>
                  <a:pt x="4355021" y="359144"/>
                  <a:pt x="4361783" y="363906"/>
                  <a:pt x="4367022" y="368097"/>
                </a:cubicBezTo>
                <a:lnTo>
                  <a:pt x="4370737" y="371717"/>
                </a:lnTo>
                <a:cubicBezTo>
                  <a:pt x="4374928" y="375431"/>
                  <a:pt x="4383310" y="381146"/>
                  <a:pt x="4389597" y="382670"/>
                </a:cubicBezTo>
                <a:cubicBezTo>
                  <a:pt x="4397502" y="385337"/>
                  <a:pt x="4406360" y="384290"/>
                  <a:pt x="4414266" y="385337"/>
                </a:cubicBezTo>
                <a:cubicBezTo>
                  <a:pt x="4421029" y="385909"/>
                  <a:pt x="4427887" y="388957"/>
                  <a:pt x="4435221" y="388481"/>
                </a:cubicBezTo>
                <a:lnTo>
                  <a:pt x="4441984" y="389528"/>
                </a:lnTo>
                <a:cubicBezTo>
                  <a:pt x="4466654" y="389528"/>
                  <a:pt x="4500658" y="374860"/>
                  <a:pt x="4516946" y="356000"/>
                </a:cubicBezTo>
                <a:cubicBezTo>
                  <a:pt x="4517422" y="362287"/>
                  <a:pt x="4516470" y="369145"/>
                  <a:pt x="4516470" y="375431"/>
                </a:cubicBezTo>
                <a:lnTo>
                  <a:pt x="4515898" y="378003"/>
                </a:lnTo>
                <a:cubicBezTo>
                  <a:pt x="4515898" y="384290"/>
                  <a:pt x="4520089" y="384290"/>
                  <a:pt x="4524756" y="383242"/>
                </a:cubicBezTo>
                <a:cubicBezTo>
                  <a:pt x="4529995" y="382194"/>
                  <a:pt x="4535710" y="382670"/>
                  <a:pt x="4542092" y="382670"/>
                </a:cubicBezTo>
                <a:lnTo>
                  <a:pt x="4555236" y="383718"/>
                </a:lnTo>
                <a:cubicBezTo>
                  <a:pt x="4563618" y="384290"/>
                  <a:pt x="4570953" y="383718"/>
                  <a:pt x="4578858" y="383718"/>
                </a:cubicBezTo>
                <a:cubicBezTo>
                  <a:pt x="4583525" y="383718"/>
                  <a:pt x="4594098" y="388481"/>
                  <a:pt x="4594098" y="380099"/>
                </a:cubicBezTo>
                <a:cubicBezTo>
                  <a:pt x="4593050" y="365906"/>
                  <a:pt x="4598289" y="337712"/>
                  <a:pt x="4595146" y="326663"/>
                </a:cubicBezTo>
                <a:cubicBezTo>
                  <a:pt x="4593050" y="308280"/>
                  <a:pt x="4594574" y="178359"/>
                  <a:pt x="4593527" y="165786"/>
                </a:cubicBezTo>
                <a:cubicBezTo>
                  <a:pt x="4591431" y="152642"/>
                  <a:pt x="4594003" y="136449"/>
                  <a:pt x="4594574" y="122828"/>
                </a:cubicBezTo>
                <a:cubicBezTo>
                  <a:pt x="4594574" y="110255"/>
                  <a:pt x="4595146" y="106636"/>
                  <a:pt x="4582573" y="106636"/>
                </a:cubicBezTo>
                <a:lnTo>
                  <a:pt x="4551712" y="107684"/>
                </a:lnTo>
                <a:cubicBezTo>
                  <a:pt x="4539615" y="108255"/>
                  <a:pt x="4530185" y="108255"/>
                  <a:pt x="4529709" y="108255"/>
                </a:cubicBezTo>
                <a:cubicBezTo>
                  <a:pt x="4522375" y="107207"/>
                  <a:pt x="4520280" y="106160"/>
                  <a:pt x="4517136" y="112922"/>
                </a:cubicBezTo>
                <a:lnTo>
                  <a:pt x="4518184" y="120257"/>
                </a:lnTo>
                <a:cubicBezTo>
                  <a:pt x="4517708" y="121781"/>
                  <a:pt x="4518184" y="123876"/>
                  <a:pt x="4518660" y="127591"/>
                </a:cubicBezTo>
                <a:cubicBezTo>
                  <a:pt x="4519232" y="137497"/>
                  <a:pt x="4518660" y="149022"/>
                  <a:pt x="4519708" y="159595"/>
                </a:cubicBezTo>
                <a:cubicBezTo>
                  <a:pt x="4519708" y="162167"/>
                  <a:pt x="4523423" y="248082"/>
                  <a:pt x="4521327" y="260655"/>
                </a:cubicBezTo>
                <a:lnTo>
                  <a:pt x="4519232" y="273800"/>
                </a:lnTo>
                <a:lnTo>
                  <a:pt x="4517136" y="277991"/>
                </a:lnTo>
                <a:lnTo>
                  <a:pt x="4516089" y="284277"/>
                </a:lnTo>
                <a:cubicBezTo>
                  <a:pt x="4515612" y="286944"/>
                  <a:pt x="4514565" y="288468"/>
                  <a:pt x="4513993" y="290087"/>
                </a:cubicBezTo>
                <a:lnTo>
                  <a:pt x="4511898" y="295802"/>
                </a:lnTo>
                <a:cubicBezTo>
                  <a:pt x="4511421" y="296850"/>
                  <a:pt x="4510850" y="298469"/>
                  <a:pt x="4510850" y="299517"/>
                </a:cubicBezTo>
                <a:lnTo>
                  <a:pt x="4509802" y="302184"/>
                </a:lnTo>
                <a:cubicBezTo>
                  <a:pt x="4501991" y="315329"/>
                  <a:pt x="4495133" y="324663"/>
                  <a:pt x="4478370" y="326759"/>
                </a:cubicBezTo>
                <a:cubicBezTo>
                  <a:pt x="4467892" y="326187"/>
                  <a:pt x="4443794" y="324092"/>
                  <a:pt x="4435983" y="316757"/>
                </a:cubicBezTo>
                <a:cubicBezTo>
                  <a:pt x="4419696" y="305804"/>
                  <a:pt x="4417124" y="287992"/>
                  <a:pt x="4415505" y="262846"/>
                </a:cubicBezTo>
                <a:cubicBezTo>
                  <a:pt x="4415028" y="258655"/>
                  <a:pt x="4415028" y="254464"/>
                  <a:pt x="4415505" y="250273"/>
                </a:cubicBezTo>
                <a:lnTo>
                  <a:pt x="4415505" y="244463"/>
                </a:lnTo>
                <a:cubicBezTo>
                  <a:pt x="4415505" y="242367"/>
                  <a:pt x="4415505" y="240272"/>
                  <a:pt x="4415028" y="238748"/>
                </a:cubicBezTo>
                <a:lnTo>
                  <a:pt x="4414552" y="236081"/>
                </a:lnTo>
                <a:lnTo>
                  <a:pt x="4414552" y="223508"/>
                </a:lnTo>
                <a:lnTo>
                  <a:pt x="4415028" y="194171"/>
                </a:lnTo>
                <a:lnTo>
                  <a:pt x="4416076" y="149594"/>
                </a:lnTo>
                <a:cubicBezTo>
                  <a:pt x="4416648" y="140735"/>
                  <a:pt x="4416076" y="131306"/>
                  <a:pt x="4416648" y="121304"/>
                </a:cubicBezTo>
                <a:lnTo>
                  <a:pt x="4417124" y="117590"/>
                </a:lnTo>
                <a:cubicBezTo>
                  <a:pt x="4417600" y="107112"/>
                  <a:pt x="4411314" y="109208"/>
                  <a:pt x="4403979" y="108160"/>
                </a:cubicBezTo>
                <a:cubicBezTo>
                  <a:pt x="4400836" y="108160"/>
                  <a:pt x="4356259" y="109208"/>
                  <a:pt x="4356259" y="109208"/>
                </a:cubicBezTo>
                <a:cubicBezTo>
                  <a:pt x="4335875" y="109779"/>
                  <a:pt x="4338923" y="103969"/>
                  <a:pt x="4338923" y="123400"/>
                </a:cubicBezTo>
                <a:cubicBezTo>
                  <a:pt x="4338923" y="137592"/>
                  <a:pt x="4337304" y="151689"/>
                  <a:pt x="4336352" y="165881"/>
                </a:cubicBezTo>
                <a:cubicBezTo>
                  <a:pt x="4335304" y="176359"/>
                  <a:pt x="4334732" y="291611"/>
                  <a:pt x="4334732" y="295802"/>
                </a:cubicBezTo>
                <a:cubicBezTo>
                  <a:pt x="4334732" y="299993"/>
                  <a:pt x="4335209" y="306280"/>
                  <a:pt x="4336352" y="312090"/>
                </a:cubicBezTo>
                <a:lnTo>
                  <a:pt x="4336828" y="314757"/>
                </a:lnTo>
                <a:lnTo>
                  <a:pt x="4337876" y="318377"/>
                </a:lnTo>
                <a:cubicBezTo>
                  <a:pt x="4338352" y="318948"/>
                  <a:pt x="4338352" y="319424"/>
                  <a:pt x="4337876" y="323615"/>
                </a:cubicBezTo>
                <a:cubicBezTo>
                  <a:pt x="4339400" y="327806"/>
                  <a:pt x="4341019" y="331997"/>
                  <a:pt x="4343115" y="336188"/>
                </a:cubicBezTo>
                <a:lnTo>
                  <a:pt x="4346258" y="342475"/>
                </a:lnTo>
                <a:cubicBezTo>
                  <a:pt x="4347306" y="344570"/>
                  <a:pt x="4348353" y="346666"/>
                  <a:pt x="4353021" y="354000"/>
                </a:cubicBezTo>
                <a:lnTo>
                  <a:pt x="4352449" y="353429"/>
                </a:lnTo>
                <a:close/>
                <a:moveTo>
                  <a:pt x="4263295" y="209411"/>
                </a:moveTo>
                <a:cubicBezTo>
                  <a:pt x="4240245" y="211030"/>
                  <a:pt x="4217194" y="211030"/>
                  <a:pt x="4194143" y="211030"/>
                </a:cubicBezTo>
                <a:lnTo>
                  <a:pt x="4117658" y="211030"/>
                </a:lnTo>
                <a:cubicBezTo>
                  <a:pt x="4106132" y="212649"/>
                  <a:pt x="4088797" y="209982"/>
                  <a:pt x="4089368" y="226175"/>
                </a:cubicBezTo>
                <a:lnTo>
                  <a:pt x="4089845" y="229318"/>
                </a:lnTo>
                <a:cubicBezTo>
                  <a:pt x="4088225" y="237224"/>
                  <a:pt x="4089368" y="245034"/>
                  <a:pt x="4089368" y="252845"/>
                </a:cubicBezTo>
                <a:cubicBezTo>
                  <a:pt x="4088797" y="269609"/>
                  <a:pt x="4088321" y="286373"/>
                  <a:pt x="4086797" y="302089"/>
                </a:cubicBezTo>
                <a:cubicBezTo>
                  <a:pt x="4085749" y="313043"/>
                  <a:pt x="4101465" y="314662"/>
                  <a:pt x="4108799" y="314090"/>
                </a:cubicBezTo>
                <a:lnTo>
                  <a:pt x="4116134" y="313519"/>
                </a:lnTo>
                <a:cubicBezTo>
                  <a:pt x="4117753" y="313519"/>
                  <a:pt x="4119277" y="313519"/>
                  <a:pt x="4121372" y="314090"/>
                </a:cubicBezTo>
                <a:cubicBezTo>
                  <a:pt x="4122420" y="314090"/>
                  <a:pt x="4123468" y="314090"/>
                  <a:pt x="4125087" y="313519"/>
                </a:cubicBezTo>
                <a:lnTo>
                  <a:pt x="4130897" y="315138"/>
                </a:lnTo>
                <a:cubicBezTo>
                  <a:pt x="4139279" y="315710"/>
                  <a:pt x="4146614" y="314090"/>
                  <a:pt x="4152900" y="314090"/>
                </a:cubicBezTo>
                <a:cubicBezTo>
                  <a:pt x="4166045" y="314662"/>
                  <a:pt x="4179570" y="314090"/>
                  <a:pt x="4193762" y="314662"/>
                </a:cubicBezTo>
                <a:cubicBezTo>
                  <a:pt x="4196906" y="314662"/>
                  <a:pt x="4200621" y="315710"/>
                  <a:pt x="4204240" y="315710"/>
                </a:cubicBezTo>
                <a:cubicBezTo>
                  <a:pt x="4214241" y="316757"/>
                  <a:pt x="4222052" y="317805"/>
                  <a:pt x="4233006" y="318281"/>
                </a:cubicBezTo>
                <a:cubicBezTo>
                  <a:pt x="4236720" y="318281"/>
                  <a:pt x="4249293" y="317710"/>
                  <a:pt x="4260247" y="317234"/>
                </a:cubicBezTo>
                <a:lnTo>
                  <a:pt x="4282250" y="315710"/>
                </a:lnTo>
                <a:cubicBezTo>
                  <a:pt x="4284345" y="315710"/>
                  <a:pt x="4288536" y="315710"/>
                  <a:pt x="4290632" y="316281"/>
                </a:cubicBezTo>
                <a:cubicBezTo>
                  <a:pt x="4287489" y="334569"/>
                  <a:pt x="4291680" y="355048"/>
                  <a:pt x="4284822" y="372860"/>
                </a:cubicBezTo>
                <a:lnTo>
                  <a:pt x="4277011" y="372860"/>
                </a:lnTo>
                <a:cubicBezTo>
                  <a:pt x="4274915" y="372860"/>
                  <a:pt x="4265486" y="372860"/>
                  <a:pt x="4256056" y="373431"/>
                </a:cubicBezTo>
                <a:lnTo>
                  <a:pt x="4243483" y="374003"/>
                </a:lnTo>
                <a:lnTo>
                  <a:pt x="4238244" y="374574"/>
                </a:lnTo>
                <a:cubicBezTo>
                  <a:pt x="4226148" y="372955"/>
                  <a:pt x="4118229" y="371431"/>
                  <a:pt x="4110990" y="371431"/>
                </a:cubicBezTo>
                <a:cubicBezTo>
                  <a:pt x="4100036" y="370859"/>
                  <a:pt x="4088987" y="370859"/>
                  <a:pt x="4077462" y="371431"/>
                </a:cubicBezTo>
                <a:cubicBezTo>
                  <a:pt x="4071176" y="371431"/>
                  <a:pt x="4064318" y="370859"/>
                  <a:pt x="4058031" y="372002"/>
                </a:cubicBezTo>
                <a:cubicBezTo>
                  <a:pt x="4053840" y="371431"/>
                  <a:pt x="4049173" y="371431"/>
                  <a:pt x="4044410" y="371431"/>
                </a:cubicBezTo>
                <a:lnTo>
                  <a:pt x="4032409" y="371431"/>
                </a:lnTo>
                <a:lnTo>
                  <a:pt x="4026599" y="369335"/>
                </a:lnTo>
                <a:lnTo>
                  <a:pt x="4022408" y="368859"/>
                </a:lnTo>
                <a:lnTo>
                  <a:pt x="4019836" y="367811"/>
                </a:lnTo>
                <a:lnTo>
                  <a:pt x="4019836" y="363620"/>
                </a:lnTo>
                <a:cubicBezTo>
                  <a:pt x="4020884" y="344761"/>
                  <a:pt x="4019360" y="325901"/>
                  <a:pt x="4019836" y="307613"/>
                </a:cubicBezTo>
                <a:cubicBezTo>
                  <a:pt x="4019360" y="295612"/>
                  <a:pt x="4017740" y="248463"/>
                  <a:pt x="4018788" y="241034"/>
                </a:cubicBezTo>
                <a:cubicBezTo>
                  <a:pt x="4019360" y="239414"/>
                  <a:pt x="4019360" y="238462"/>
                  <a:pt x="4019360" y="236843"/>
                </a:cubicBezTo>
                <a:lnTo>
                  <a:pt x="4018788" y="233699"/>
                </a:lnTo>
                <a:cubicBezTo>
                  <a:pt x="4018788" y="232652"/>
                  <a:pt x="4018312" y="231032"/>
                  <a:pt x="4018312" y="229985"/>
                </a:cubicBezTo>
                <a:cubicBezTo>
                  <a:pt x="4018312" y="219507"/>
                  <a:pt x="4019931" y="190742"/>
                  <a:pt x="4017264" y="180740"/>
                </a:cubicBezTo>
                <a:lnTo>
                  <a:pt x="4016693" y="177026"/>
                </a:lnTo>
                <a:cubicBezTo>
                  <a:pt x="4016216" y="167596"/>
                  <a:pt x="4016216" y="151880"/>
                  <a:pt x="4016216" y="134639"/>
                </a:cubicBezTo>
                <a:cubicBezTo>
                  <a:pt x="4016216" y="100064"/>
                  <a:pt x="4016693" y="60249"/>
                  <a:pt x="4017264" y="50819"/>
                </a:cubicBezTo>
                <a:cubicBezTo>
                  <a:pt x="4017740" y="45581"/>
                  <a:pt x="4016693" y="38246"/>
                  <a:pt x="4017264" y="31388"/>
                </a:cubicBezTo>
                <a:cubicBezTo>
                  <a:pt x="4017264" y="27769"/>
                  <a:pt x="4018312" y="23578"/>
                  <a:pt x="4019836" y="17768"/>
                </a:cubicBezTo>
                <a:lnTo>
                  <a:pt x="4025551" y="18339"/>
                </a:lnTo>
                <a:cubicBezTo>
                  <a:pt x="4028218" y="18911"/>
                  <a:pt x="4054888" y="17768"/>
                  <a:pt x="4081082" y="17291"/>
                </a:cubicBezTo>
                <a:cubicBezTo>
                  <a:pt x="4107275" y="16815"/>
                  <a:pt x="4134517" y="15767"/>
                  <a:pt x="4138136" y="15767"/>
                </a:cubicBezTo>
                <a:cubicBezTo>
                  <a:pt x="4140708" y="15767"/>
                  <a:pt x="4173760" y="14720"/>
                  <a:pt x="4173760" y="14720"/>
                </a:cubicBezTo>
                <a:lnTo>
                  <a:pt x="4182142" y="14720"/>
                </a:lnTo>
                <a:lnTo>
                  <a:pt x="4206716" y="15291"/>
                </a:lnTo>
                <a:lnTo>
                  <a:pt x="4245483" y="14720"/>
                </a:lnTo>
                <a:cubicBezTo>
                  <a:pt x="4249198" y="14720"/>
                  <a:pt x="4252817" y="14148"/>
                  <a:pt x="4257008" y="14148"/>
                </a:cubicBezTo>
                <a:lnTo>
                  <a:pt x="4263295" y="14148"/>
                </a:lnTo>
                <a:cubicBezTo>
                  <a:pt x="4269581" y="15196"/>
                  <a:pt x="4275868" y="15196"/>
                  <a:pt x="4282155" y="16244"/>
                </a:cubicBezTo>
                <a:cubicBezTo>
                  <a:pt x="4282631" y="26150"/>
                  <a:pt x="4280059" y="35579"/>
                  <a:pt x="4280059" y="45581"/>
                </a:cubicBezTo>
                <a:cubicBezTo>
                  <a:pt x="4280535" y="50819"/>
                  <a:pt x="4282155" y="56534"/>
                  <a:pt x="4282631" y="61868"/>
                </a:cubicBezTo>
                <a:lnTo>
                  <a:pt x="4283202" y="64535"/>
                </a:lnTo>
                <a:cubicBezTo>
                  <a:pt x="4269010" y="64535"/>
                  <a:pt x="4254341" y="66631"/>
                  <a:pt x="4238625" y="64535"/>
                </a:cubicBezTo>
                <a:cubicBezTo>
                  <a:pt x="4221861" y="67202"/>
                  <a:pt x="4205097" y="65583"/>
                  <a:pt x="4187857" y="65583"/>
                </a:cubicBezTo>
                <a:cubicBezTo>
                  <a:pt x="4176332" y="65583"/>
                  <a:pt x="4164806" y="67679"/>
                  <a:pt x="4153281" y="67679"/>
                </a:cubicBezTo>
                <a:cubicBezTo>
                  <a:pt x="4134422" y="67679"/>
                  <a:pt x="4117658" y="67107"/>
                  <a:pt x="4099846" y="67107"/>
                </a:cubicBezTo>
                <a:cubicBezTo>
                  <a:pt x="4096131" y="67107"/>
                  <a:pt x="4092512" y="70250"/>
                  <a:pt x="4089845" y="74918"/>
                </a:cubicBezTo>
                <a:cubicBezTo>
                  <a:pt x="4087749" y="79109"/>
                  <a:pt x="4086701" y="100064"/>
                  <a:pt x="4086701" y="105302"/>
                </a:cubicBezTo>
                <a:lnTo>
                  <a:pt x="4086701" y="122066"/>
                </a:lnTo>
                <a:lnTo>
                  <a:pt x="4086130" y="131020"/>
                </a:lnTo>
                <a:lnTo>
                  <a:pt x="4085654" y="135687"/>
                </a:lnTo>
                <a:cubicBezTo>
                  <a:pt x="4085654" y="140926"/>
                  <a:pt x="4087273" y="145117"/>
                  <a:pt x="4087273" y="149879"/>
                </a:cubicBezTo>
                <a:cubicBezTo>
                  <a:pt x="4087273" y="156166"/>
                  <a:pt x="4092988" y="159881"/>
                  <a:pt x="4098227" y="160357"/>
                </a:cubicBezTo>
                <a:lnTo>
                  <a:pt x="4103465" y="161405"/>
                </a:lnTo>
                <a:cubicBezTo>
                  <a:pt x="4128040" y="160357"/>
                  <a:pt x="4153757" y="160357"/>
                  <a:pt x="4178903" y="159309"/>
                </a:cubicBezTo>
                <a:cubicBezTo>
                  <a:pt x="4205573" y="163500"/>
                  <a:pt x="4237578" y="161405"/>
                  <a:pt x="4264819" y="162929"/>
                </a:cubicBezTo>
                <a:cubicBezTo>
                  <a:pt x="4265295" y="167120"/>
                  <a:pt x="4264819" y="170834"/>
                  <a:pt x="4264819" y="174454"/>
                </a:cubicBezTo>
                <a:lnTo>
                  <a:pt x="4264819" y="209601"/>
                </a:lnTo>
                <a:lnTo>
                  <a:pt x="4263200" y="209601"/>
                </a:lnTo>
                <a:close/>
                <a:moveTo>
                  <a:pt x="4096703" y="303232"/>
                </a:moveTo>
                <a:cubicBezTo>
                  <a:pt x="4098322" y="286944"/>
                  <a:pt x="4098798" y="269704"/>
                  <a:pt x="4099274" y="252940"/>
                </a:cubicBezTo>
                <a:cubicBezTo>
                  <a:pt x="4099274" y="245606"/>
                  <a:pt x="4098798" y="237795"/>
                  <a:pt x="4099846" y="228842"/>
                </a:cubicBezTo>
                <a:lnTo>
                  <a:pt x="4099274" y="223603"/>
                </a:lnTo>
                <a:cubicBezTo>
                  <a:pt x="4105561" y="221984"/>
                  <a:pt x="4112419" y="221984"/>
                  <a:pt x="4118705" y="220936"/>
                </a:cubicBezTo>
                <a:lnTo>
                  <a:pt x="4194143" y="220936"/>
                </a:lnTo>
                <a:cubicBezTo>
                  <a:pt x="4217194" y="220936"/>
                  <a:pt x="4240721" y="220936"/>
                  <a:pt x="4263866" y="219317"/>
                </a:cubicBezTo>
                <a:lnTo>
                  <a:pt x="4269105" y="218745"/>
                </a:lnTo>
                <a:cubicBezTo>
                  <a:pt x="4274344" y="218174"/>
                  <a:pt x="4275392" y="213983"/>
                  <a:pt x="4275392" y="212935"/>
                </a:cubicBezTo>
                <a:lnTo>
                  <a:pt x="4274915" y="202457"/>
                </a:lnTo>
                <a:lnTo>
                  <a:pt x="4274915" y="174168"/>
                </a:lnTo>
                <a:cubicBezTo>
                  <a:pt x="4275392" y="158452"/>
                  <a:pt x="4278535" y="152165"/>
                  <a:pt x="4260247" y="152737"/>
                </a:cubicBezTo>
                <a:cubicBezTo>
                  <a:pt x="4252913" y="153308"/>
                  <a:pt x="4182713" y="150070"/>
                  <a:pt x="4179094" y="149022"/>
                </a:cubicBezTo>
                <a:cubicBezTo>
                  <a:pt x="4153948" y="150070"/>
                  <a:pt x="4128802" y="150070"/>
                  <a:pt x="4104132" y="151118"/>
                </a:cubicBezTo>
                <a:lnTo>
                  <a:pt x="4099941" y="150070"/>
                </a:lnTo>
                <a:lnTo>
                  <a:pt x="4097274" y="149022"/>
                </a:lnTo>
                <a:cubicBezTo>
                  <a:pt x="4097274" y="144831"/>
                  <a:pt x="4095750" y="141212"/>
                  <a:pt x="4096226" y="134354"/>
                </a:cubicBezTo>
                <a:lnTo>
                  <a:pt x="4096226" y="131210"/>
                </a:lnTo>
                <a:lnTo>
                  <a:pt x="4096703" y="122257"/>
                </a:lnTo>
                <a:lnTo>
                  <a:pt x="4096703" y="105017"/>
                </a:lnTo>
                <a:cubicBezTo>
                  <a:pt x="4096703" y="96635"/>
                  <a:pt x="4097750" y="88729"/>
                  <a:pt x="4098798" y="79871"/>
                </a:cubicBezTo>
                <a:cubicBezTo>
                  <a:pt x="4099274" y="78823"/>
                  <a:pt x="4099846" y="77204"/>
                  <a:pt x="4100894" y="76727"/>
                </a:cubicBezTo>
                <a:cubicBezTo>
                  <a:pt x="4118229" y="76727"/>
                  <a:pt x="4134993" y="77299"/>
                  <a:pt x="4153281" y="77299"/>
                </a:cubicBezTo>
                <a:cubicBezTo>
                  <a:pt x="4164806" y="77299"/>
                  <a:pt x="4176332" y="75203"/>
                  <a:pt x="4187857" y="75203"/>
                </a:cubicBezTo>
                <a:cubicBezTo>
                  <a:pt x="4205192" y="75203"/>
                  <a:pt x="4222433" y="76823"/>
                  <a:pt x="4239768" y="74156"/>
                </a:cubicBezTo>
                <a:cubicBezTo>
                  <a:pt x="4255484" y="76251"/>
                  <a:pt x="4271201" y="74156"/>
                  <a:pt x="4287393" y="74156"/>
                </a:cubicBezTo>
                <a:cubicBezTo>
                  <a:pt x="4297871" y="74156"/>
                  <a:pt x="4290537" y="49581"/>
                  <a:pt x="4290537" y="44819"/>
                </a:cubicBezTo>
                <a:cubicBezTo>
                  <a:pt x="4290060" y="39104"/>
                  <a:pt x="4291013" y="32817"/>
                  <a:pt x="4291584" y="27007"/>
                </a:cubicBezTo>
                <a:cubicBezTo>
                  <a:pt x="4294251" y="1385"/>
                  <a:pt x="4287393" y="6528"/>
                  <a:pt x="4264343" y="3956"/>
                </a:cubicBezTo>
                <a:lnTo>
                  <a:pt x="4260628" y="3956"/>
                </a:lnTo>
                <a:lnTo>
                  <a:pt x="4257485" y="3385"/>
                </a:lnTo>
                <a:lnTo>
                  <a:pt x="4254341" y="3956"/>
                </a:lnTo>
                <a:cubicBezTo>
                  <a:pt x="4251770" y="3956"/>
                  <a:pt x="4248626" y="4528"/>
                  <a:pt x="4245483" y="4528"/>
                </a:cubicBezTo>
                <a:lnTo>
                  <a:pt x="4173665" y="4528"/>
                </a:lnTo>
                <a:cubicBezTo>
                  <a:pt x="4173665" y="4528"/>
                  <a:pt x="4140708" y="5576"/>
                  <a:pt x="4138041" y="5576"/>
                </a:cubicBezTo>
                <a:cubicBezTo>
                  <a:pt x="4133850" y="5576"/>
                  <a:pt x="4107180" y="6623"/>
                  <a:pt x="4080415" y="7195"/>
                </a:cubicBezTo>
                <a:cubicBezTo>
                  <a:pt x="4053173" y="7766"/>
                  <a:pt x="4028504" y="8243"/>
                  <a:pt x="4027456" y="8243"/>
                </a:cubicBezTo>
                <a:lnTo>
                  <a:pt x="4023836" y="7671"/>
                </a:lnTo>
                <a:lnTo>
                  <a:pt x="4014407" y="7671"/>
                </a:lnTo>
                <a:cubicBezTo>
                  <a:pt x="4010216" y="6052"/>
                  <a:pt x="4007072" y="8719"/>
                  <a:pt x="4008120" y="13481"/>
                </a:cubicBezTo>
                <a:cubicBezTo>
                  <a:pt x="4009644" y="18720"/>
                  <a:pt x="4007072" y="25483"/>
                  <a:pt x="4007072" y="30722"/>
                </a:cubicBezTo>
                <a:cubicBezTo>
                  <a:pt x="4006596" y="37580"/>
                  <a:pt x="4007549" y="44342"/>
                  <a:pt x="4007072" y="49581"/>
                </a:cubicBezTo>
                <a:cubicBezTo>
                  <a:pt x="4006596" y="59011"/>
                  <a:pt x="4006024" y="99873"/>
                  <a:pt x="4006024" y="134449"/>
                </a:cubicBezTo>
                <a:lnTo>
                  <a:pt x="4006024" y="176835"/>
                </a:lnTo>
                <a:cubicBezTo>
                  <a:pt x="4006024" y="176835"/>
                  <a:pt x="4006501" y="180550"/>
                  <a:pt x="4007072" y="183122"/>
                </a:cubicBezTo>
                <a:cubicBezTo>
                  <a:pt x="4007072" y="186265"/>
                  <a:pt x="4007549" y="189408"/>
                  <a:pt x="4008120" y="193028"/>
                </a:cubicBezTo>
                <a:cubicBezTo>
                  <a:pt x="4008596" y="196171"/>
                  <a:pt x="4008120" y="223412"/>
                  <a:pt x="4008120" y="229699"/>
                </a:cubicBezTo>
                <a:cubicBezTo>
                  <a:pt x="4008120" y="232842"/>
                  <a:pt x="4009168" y="235985"/>
                  <a:pt x="4008596" y="239129"/>
                </a:cubicBezTo>
                <a:cubicBezTo>
                  <a:pt x="4007549" y="247511"/>
                  <a:pt x="4009073" y="295231"/>
                  <a:pt x="4009644" y="307232"/>
                </a:cubicBezTo>
                <a:cubicBezTo>
                  <a:pt x="4009168" y="325616"/>
                  <a:pt x="4010692" y="344380"/>
                  <a:pt x="4009644" y="362763"/>
                </a:cubicBezTo>
                <a:cubicBezTo>
                  <a:pt x="4009644" y="372764"/>
                  <a:pt x="4010692" y="378479"/>
                  <a:pt x="4021741" y="378479"/>
                </a:cubicBezTo>
                <a:lnTo>
                  <a:pt x="4024884" y="379051"/>
                </a:lnTo>
                <a:lnTo>
                  <a:pt x="4031171" y="381146"/>
                </a:lnTo>
                <a:lnTo>
                  <a:pt x="4044315" y="381146"/>
                </a:lnTo>
                <a:cubicBezTo>
                  <a:pt x="4048506" y="381146"/>
                  <a:pt x="4053173" y="381146"/>
                  <a:pt x="4059555" y="381718"/>
                </a:cubicBezTo>
                <a:cubicBezTo>
                  <a:pt x="4065365" y="380099"/>
                  <a:pt x="4072128" y="381146"/>
                  <a:pt x="4077843" y="381146"/>
                </a:cubicBezTo>
                <a:cubicBezTo>
                  <a:pt x="4089368" y="380575"/>
                  <a:pt x="4099846" y="380575"/>
                  <a:pt x="4110895" y="381146"/>
                </a:cubicBezTo>
                <a:cubicBezTo>
                  <a:pt x="4117658" y="381146"/>
                  <a:pt x="4225100" y="382670"/>
                  <a:pt x="4236625" y="384290"/>
                </a:cubicBezTo>
                <a:lnTo>
                  <a:pt x="4239768" y="384290"/>
                </a:lnTo>
                <a:lnTo>
                  <a:pt x="4243959" y="383718"/>
                </a:lnTo>
                <a:lnTo>
                  <a:pt x="4256532" y="383147"/>
                </a:lnTo>
                <a:cubicBezTo>
                  <a:pt x="4265390" y="383147"/>
                  <a:pt x="4274915" y="382575"/>
                  <a:pt x="4277011" y="382575"/>
                </a:cubicBezTo>
                <a:lnTo>
                  <a:pt x="4284822" y="382575"/>
                </a:lnTo>
                <a:cubicBezTo>
                  <a:pt x="4287965" y="382575"/>
                  <a:pt x="4293204" y="382575"/>
                  <a:pt x="4294251" y="378956"/>
                </a:cubicBezTo>
                <a:cubicBezTo>
                  <a:pt x="4301585" y="360096"/>
                  <a:pt x="4296823" y="339141"/>
                  <a:pt x="4299966" y="319234"/>
                </a:cubicBezTo>
                <a:cubicBezTo>
                  <a:pt x="4303681" y="306661"/>
                  <a:pt x="4290537" y="305613"/>
                  <a:pt x="4281678" y="305613"/>
                </a:cubicBezTo>
                <a:cubicBezTo>
                  <a:pt x="4281202" y="305613"/>
                  <a:pt x="4239768" y="308756"/>
                  <a:pt x="4233958" y="308280"/>
                </a:cubicBezTo>
                <a:cubicBezTo>
                  <a:pt x="4222433" y="307709"/>
                  <a:pt x="4214527" y="306661"/>
                  <a:pt x="4204049" y="305613"/>
                </a:cubicBezTo>
                <a:cubicBezTo>
                  <a:pt x="4200430" y="305613"/>
                  <a:pt x="4196715" y="304565"/>
                  <a:pt x="4193572" y="304565"/>
                </a:cubicBezTo>
                <a:cubicBezTo>
                  <a:pt x="4179475" y="303994"/>
                  <a:pt x="4165854" y="304565"/>
                  <a:pt x="4152710" y="303994"/>
                </a:cubicBezTo>
                <a:cubicBezTo>
                  <a:pt x="4146899" y="303994"/>
                  <a:pt x="4139565" y="305042"/>
                  <a:pt x="4132231" y="305042"/>
                </a:cubicBezTo>
                <a:cubicBezTo>
                  <a:pt x="4130707" y="304470"/>
                  <a:pt x="4128040" y="303994"/>
                  <a:pt x="4121753" y="303994"/>
                </a:cubicBezTo>
                <a:cubicBezTo>
                  <a:pt x="4120134" y="303422"/>
                  <a:pt x="4117562" y="303422"/>
                  <a:pt x="4115467" y="303422"/>
                </a:cubicBezTo>
                <a:lnTo>
                  <a:pt x="4108133" y="303994"/>
                </a:lnTo>
                <a:cubicBezTo>
                  <a:pt x="4103465" y="303994"/>
                  <a:pt x="4099751" y="303994"/>
                  <a:pt x="4096607" y="302946"/>
                </a:cubicBezTo>
                <a:moveTo>
                  <a:pt x="3655505" y="372574"/>
                </a:moveTo>
                <a:cubicBezTo>
                  <a:pt x="3655505" y="372574"/>
                  <a:pt x="3654457" y="373145"/>
                  <a:pt x="3655028" y="372574"/>
                </a:cubicBezTo>
                <a:lnTo>
                  <a:pt x="3656076" y="367907"/>
                </a:lnTo>
                <a:cubicBezTo>
                  <a:pt x="3656076" y="365240"/>
                  <a:pt x="3656553" y="362668"/>
                  <a:pt x="3656076" y="360001"/>
                </a:cubicBezTo>
                <a:cubicBezTo>
                  <a:pt x="3656076" y="341713"/>
                  <a:pt x="3656553" y="322282"/>
                  <a:pt x="3655600" y="303899"/>
                </a:cubicBezTo>
                <a:cubicBezTo>
                  <a:pt x="3655124" y="295517"/>
                  <a:pt x="3656076" y="238462"/>
                  <a:pt x="3656076" y="238462"/>
                </a:cubicBezTo>
                <a:lnTo>
                  <a:pt x="3656076" y="207506"/>
                </a:lnTo>
                <a:lnTo>
                  <a:pt x="3656553" y="203791"/>
                </a:lnTo>
                <a:cubicBezTo>
                  <a:pt x="3656553" y="201124"/>
                  <a:pt x="3657029" y="197504"/>
                  <a:pt x="3657029" y="192837"/>
                </a:cubicBezTo>
                <a:cubicBezTo>
                  <a:pt x="3658076" y="165596"/>
                  <a:pt x="3659696" y="142545"/>
                  <a:pt x="3657029" y="115304"/>
                </a:cubicBezTo>
                <a:lnTo>
                  <a:pt x="3679603" y="116923"/>
                </a:lnTo>
                <a:lnTo>
                  <a:pt x="3681698" y="117494"/>
                </a:lnTo>
                <a:lnTo>
                  <a:pt x="3714179" y="117494"/>
                </a:lnTo>
                <a:cubicBezTo>
                  <a:pt x="3715226" y="125305"/>
                  <a:pt x="3715703" y="133211"/>
                  <a:pt x="3715226" y="142640"/>
                </a:cubicBezTo>
                <a:cubicBezTo>
                  <a:pt x="3715226" y="149975"/>
                  <a:pt x="3721513" y="154642"/>
                  <a:pt x="3728371" y="151499"/>
                </a:cubicBezTo>
                <a:cubicBezTo>
                  <a:pt x="3733038" y="149403"/>
                  <a:pt x="3736277" y="146260"/>
                  <a:pt x="3739896" y="143117"/>
                </a:cubicBezTo>
                <a:lnTo>
                  <a:pt x="3743611" y="139973"/>
                </a:lnTo>
                <a:cubicBezTo>
                  <a:pt x="3746754" y="135782"/>
                  <a:pt x="3748849" y="134735"/>
                  <a:pt x="3754088" y="131115"/>
                </a:cubicBezTo>
                <a:lnTo>
                  <a:pt x="3761423" y="123209"/>
                </a:lnTo>
                <a:lnTo>
                  <a:pt x="3767233" y="119018"/>
                </a:lnTo>
                <a:cubicBezTo>
                  <a:pt x="3768852" y="117399"/>
                  <a:pt x="3770376" y="116351"/>
                  <a:pt x="3773520" y="115875"/>
                </a:cubicBezTo>
                <a:cubicBezTo>
                  <a:pt x="3778187" y="114827"/>
                  <a:pt x="3779806" y="112160"/>
                  <a:pt x="3786092" y="112160"/>
                </a:cubicBezTo>
                <a:cubicBezTo>
                  <a:pt x="3789712" y="111589"/>
                  <a:pt x="3793427" y="111113"/>
                  <a:pt x="3797046" y="110541"/>
                </a:cubicBezTo>
                <a:lnTo>
                  <a:pt x="3802285" y="109493"/>
                </a:lnTo>
                <a:lnTo>
                  <a:pt x="3805428" y="110065"/>
                </a:lnTo>
                <a:lnTo>
                  <a:pt x="3808571" y="112160"/>
                </a:lnTo>
                <a:cubicBezTo>
                  <a:pt x="3807524" y="120542"/>
                  <a:pt x="3805428" y="128448"/>
                  <a:pt x="3806476" y="137783"/>
                </a:cubicBezTo>
                <a:cubicBezTo>
                  <a:pt x="3806476" y="139878"/>
                  <a:pt x="3807524" y="143021"/>
                  <a:pt x="3807524" y="145117"/>
                </a:cubicBezTo>
                <a:cubicBezTo>
                  <a:pt x="3807524" y="152927"/>
                  <a:pt x="3810191" y="159785"/>
                  <a:pt x="3810191" y="167120"/>
                </a:cubicBezTo>
                <a:cubicBezTo>
                  <a:pt x="3807047" y="166548"/>
                  <a:pt x="3803333" y="166548"/>
                  <a:pt x="3800189" y="167691"/>
                </a:cubicBezTo>
                <a:lnTo>
                  <a:pt x="3792855" y="168739"/>
                </a:lnTo>
                <a:lnTo>
                  <a:pt x="3790188" y="168167"/>
                </a:lnTo>
                <a:cubicBezTo>
                  <a:pt x="3772376" y="169787"/>
                  <a:pt x="3753517" y="173882"/>
                  <a:pt x="3740468" y="185979"/>
                </a:cubicBezTo>
                <a:cubicBezTo>
                  <a:pt x="3738848" y="188075"/>
                  <a:pt x="3737324" y="190646"/>
                  <a:pt x="3736277" y="191694"/>
                </a:cubicBezTo>
                <a:lnTo>
                  <a:pt x="3734181" y="195409"/>
                </a:lnTo>
                <a:lnTo>
                  <a:pt x="3732562" y="197504"/>
                </a:lnTo>
                <a:cubicBezTo>
                  <a:pt x="3730466" y="199124"/>
                  <a:pt x="3728847" y="200648"/>
                  <a:pt x="3727895" y="202743"/>
                </a:cubicBezTo>
                <a:cubicBezTo>
                  <a:pt x="3726847" y="204839"/>
                  <a:pt x="3726275" y="206458"/>
                  <a:pt x="3725323" y="210077"/>
                </a:cubicBezTo>
                <a:lnTo>
                  <a:pt x="3723704" y="212649"/>
                </a:lnTo>
                <a:lnTo>
                  <a:pt x="3722084" y="218936"/>
                </a:lnTo>
                <a:lnTo>
                  <a:pt x="3721608" y="223127"/>
                </a:lnTo>
                <a:lnTo>
                  <a:pt x="3719989" y="228365"/>
                </a:lnTo>
                <a:lnTo>
                  <a:pt x="3719513" y="230461"/>
                </a:lnTo>
                <a:cubicBezTo>
                  <a:pt x="3718465" y="236271"/>
                  <a:pt x="3717417" y="242462"/>
                  <a:pt x="3715798" y="249320"/>
                </a:cubicBezTo>
                <a:lnTo>
                  <a:pt x="3714750" y="262941"/>
                </a:lnTo>
                <a:lnTo>
                  <a:pt x="3713703" y="289135"/>
                </a:lnTo>
                <a:cubicBezTo>
                  <a:pt x="3713703" y="302756"/>
                  <a:pt x="3713226" y="310566"/>
                  <a:pt x="3713226" y="324187"/>
                </a:cubicBezTo>
                <a:cubicBezTo>
                  <a:pt x="3713226" y="333045"/>
                  <a:pt x="3712750" y="339903"/>
                  <a:pt x="3713226" y="346666"/>
                </a:cubicBezTo>
                <a:lnTo>
                  <a:pt x="3714845" y="355524"/>
                </a:lnTo>
                <a:cubicBezTo>
                  <a:pt x="3714845" y="358667"/>
                  <a:pt x="3715322" y="362382"/>
                  <a:pt x="3714845" y="365525"/>
                </a:cubicBezTo>
                <a:cubicBezTo>
                  <a:pt x="3714845" y="367621"/>
                  <a:pt x="3714369" y="369716"/>
                  <a:pt x="3714369" y="371812"/>
                </a:cubicBezTo>
                <a:cubicBezTo>
                  <a:pt x="3693890" y="370764"/>
                  <a:pt x="3675603" y="374479"/>
                  <a:pt x="3655695" y="372383"/>
                </a:cubicBezTo>
                <a:moveTo>
                  <a:pt x="3646265" y="365525"/>
                </a:moveTo>
                <a:cubicBezTo>
                  <a:pt x="3644741" y="366573"/>
                  <a:pt x="3643694" y="369716"/>
                  <a:pt x="3644741" y="374955"/>
                </a:cubicBezTo>
                <a:lnTo>
                  <a:pt x="3645789" y="378098"/>
                </a:lnTo>
                <a:cubicBezTo>
                  <a:pt x="3645789" y="379146"/>
                  <a:pt x="3648361" y="381718"/>
                  <a:pt x="3649504" y="381718"/>
                </a:cubicBezTo>
                <a:cubicBezTo>
                  <a:pt x="3665220" y="384861"/>
                  <a:pt x="3683032" y="382766"/>
                  <a:pt x="3698748" y="381718"/>
                </a:cubicBezTo>
                <a:cubicBezTo>
                  <a:pt x="3710845" y="380670"/>
                  <a:pt x="3726561" y="386957"/>
                  <a:pt x="3723894" y="373907"/>
                </a:cubicBezTo>
                <a:cubicBezTo>
                  <a:pt x="3724370" y="371240"/>
                  <a:pt x="3724942" y="368669"/>
                  <a:pt x="3724942" y="366002"/>
                </a:cubicBezTo>
                <a:cubicBezTo>
                  <a:pt x="3725513" y="361811"/>
                  <a:pt x="3724942" y="358096"/>
                  <a:pt x="3724942" y="354476"/>
                </a:cubicBezTo>
                <a:lnTo>
                  <a:pt x="3723418" y="345523"/>
                </a:lnTo>
                <a:cubicBezTo>
                  <a:pt x="3722846" y="338760"/>
                  <a:pt x="3723418" y="332378"/>
                  <a:pt x="3723418" y="324568"/>
                </a:cubicBezTo>
                <a:cubicBezTo>
                  <a:pt x="3723894" y="310376"/>
                  <a:pt x="3723894" y="303041"/>
                  <a:pt x="3724466" y="288944"/>
                </a:cubicBezTo>
                <a:lnTo>
                  <a:pt x="3724942" y="263322"/>
                </a:lnTo>
                <a:lnTo>
                  <a:pt x="3725990" y="250749"/>
                </a:lnTo>
                <a:cubicBezTo>
                  <a:pt x="3727609" y="245987"/>
                  <a:pt x="3728085" y="243415"/>
                  <a:pt x="3728561" y="238652"/>
                </a:cubicBezTo>
                <a:lnTo>
                  <a:pt x="3729038" y="231890"/>
                </a:lnTo>
                <a:lnTo>
                  <a:pt x="3730085" y="230270"/>
                </a:lnTo>
                <a:lnTo>
                  <a:pt x="3732181" y="224555"/>
                </a:lnTo>
                <a:lnTo>
                  <a:pt x="3732181" y="219793"/>
                </a:lnTo>
                <a:lnTo>
                  <a:pt x="3734753" y="214554"/>
                </a:lnTo>
                <a:lnTo>
                  <a:pt x="3735800" y="212459"/>
                </a:lnTo>
                <a:lnTo>
                  <a:pt x="3736372" y="209315"/>
                </a:lnTo>
                <a:lnTo>
                  <a:pt x="3736848" y="207220"/>
                </a:lnTo>
                <a:lnTo>
                  <a:pt x="3739420" y="204077"/>
                </a:lnTo>
                <a:lnTo>
                  <a:pt x="3742563" y="200933"/>
                </a:lnTo>
                <a:lnTo>
                  <a:pt x="3744087" y="198838"/>
                </a:lnTo>
                <a:lnTo>
                  <a:pt x="3745135" y="196742"/>
                </a:lnTo>
                <a:cubicBezTo>
                  <a:pt x="3746183" y="195123"/>
                  <a:pt x="3746754" y="194075"/>
                  <a:pt x="3747707" y="193028"/>
                </a:cubicBezTo>
                <a:cubicBezTo>
                  <a:pt x="3757708" y="183598"/>
                  <a:pt x="3772853" y="179883"/>
                  <a:pt x="3791712" y="178359"/>
                </a:cubicBezTo>
                <a:lnTo>
                  <a:pt x="3796379" y="178359"/>
                </a:lnTo>
                <a:lnTo>
                  <a:pt x="3802190" y="176740"/>
                </a:lnTo>
                <a:cubicBezTo>
                  <a:pt x="3805333" y="176168"/>
                  <a:pt x="3808000" y="176168"/>
                  <a:pt x="3810572" y="176740"/>
                </a:cubicBezTo>
                <a:lnTo>
                  <a:pt x="3813143" y="177311"/>
                </a:lnTo>
                <a:cubicBezTo>
                  <a:pt x="3822002" y="177883"/>
                  <a:pt x="3820478" y="172644"/>
                  <a:pt x="3820478" y="166358"/>
                </a:cubicBezTo>
                <a:cubicBezTo>
                  <a:pt x="3820478" y="159595"/>
                  <a:pt x="3817906" y="152737"/>
                  <a:pt x="3817906" y="144926"/>
                </a:cubicBezTo>
                <a:cubicBezTo>
                  <a:pt x="3817906" y="142259"/>
                  <a:pt x="3816858" y="139116"/>
                  <a:pt x="3816287" y="136544"/>
                </a:cubicBezTo>
                <a:cubicBezTo>
                  <a:pt x="3815239" y="124543"/>
                  <a:pt x="3825716" y="100445"/>
                  <a:pt x="3810572" y="100445"/>
                </a:cubicBezTo>
                <a:cubicBezTo>
                  <a:pt x="3809524" y="100445"/>
                  <a:pt x="3808000" y="100445"/>
                  <a:pt x="3806857" y="99873"/>
                </a:cubicBezTo>
                <a:lnTo>
                  <a:pt x="3803714" y="99302"/>
                </a:lnTo>
                <a:cubicBezTo>
                  <a:pt x="3802095" y="99302"/>
                  <a:pt x="3801047" y="99302"/>
                  <a:pt x="3799523" y="99873"/>
                </a:cubicBezTo>
                <a:lnTo>
                  <a:pt x="3795332" y="100445"/>
                </a:lnTo>
                <a:cubicBezTo>
                  <a:pt x="3792188" y="101016"/>
                  <a:pt x="3789045" y="101492"/>
                  <a:pt x="3785902" y="101492"/>
                </a:cubicBezTo>
                <a:cubicBezTo>
                  <a:pt x="3779615" y="101492"/>
                  <a:pt x="3775901" y="103588"/>
                  <a:pt x="3770662" y="105683"/>
                </a:cubicBezTo>
                <a:lnTo>
                  <a:pt x="3768566" y="105683"/>
                </a:lnTo>
                <a:cubicBezTo>
                  <a:pt x="3765899" y="107303"/>
                  <a:pt x="3763328" y="108827"/>
                  <a:pt x="3761232" y="110351"/>
                </a:cubicBezTo>
                <a:lnTo>
                  <a:pt x="3754470" y="115589"/>
                </a:lnTo>
                <a:lnTo>
                  <a:pt x="3747135" y="123400"/>
                </a:lnTo>
                <a:cubicBezTo>
                  <a:pt x="3741896" y="127115"/>
                  <a:pt x="3739801" y="128162"/>
                  <a:pt x="3736181" y="132830"/>
                </a:cubicBezTo>
                <a:lnTo>
                  <a:pt x="3733610" y="134925"/>
                </a:lnTo>
                <a:cubicBezTo>
                  <a:pt x="3730943" y="137592"/>
                  <a:pt x="3728371" y="139688"/>
                  <a:pt x="3725704" y="141212"/>
                </a:cubicBezTo>
                <a:cubicBezTo>
                  <a:pt x="3725704" y="130258"/>
                  <a:pt x="3725228" y="120828"/>
                  <a:pt x="3723608" y="111303"/>
                </a:cubicBezTo>
                <a:cubicBezTo>
                  <a:pt x="3722561" y="101873"/>
                  <a:pt x="3689033" y="109684"/>
                  <a:pt x="3681222" y="106636"/>
                </a:cubicBezTo>
                <a:lnTo>
                  <a:pt x="3678555" y="106636"/>
                </a:lnTo>
                <a:cubicBezTo>
                  <a:pt x="3672840" y="107207"/>
                  <a:pt x="3645599" y="100349"/>
                  <a:pt x="3646646" y="110827"/>
                </a:cubicBezTo>
                <a:cubicBezTo>
                  <a:pt x="3647694" y="120828"/>
                  <a:pt x="3647694" y="141783"/>
                  <a:pt x="3647694" y="161119"/>
                </a:cubicBezTo>
                <a:cubicBezTo>
                  <a:pt x="3647694" y="174740"/>
                  <a:pt x="3647694" y="188360"/>
                  <a:pt x="3646646" y="201981"/>
                </a:cubicBezTo>
                <a:lnTo>
                  <a:pt x="3645599" y="207220"/>
                </a:lnTo>
                <a:cubicBezTo>
                  <a:pt x="3646075" y="211982"/>
                  <a:pt x="3646075" y="225508"/>
                  <a:pt x="3646075" y="238176"/>
                </a:cubicBezTo>
                <a:cubicBezTo>
                  <a:pt x="3645027" y="279038"/>
                  <a:pt x="3646075" y="319901"/>
                  <a:pt x="3646075" y="360191"/>
                </a:cubicBezTo>
                <a:cubicBezTo>
                  <a:pt x="3646646" y="362287"/>
                  <a:pt x="3646075" y="364382"/>
                  <a:pt x="3646075" y="365430"/>
                </a:cubicBezTo>
                <a:moveTo>
                  <a:pt x="3529298" y="373336"/>
                </a:moveTo>
                <a:cubicBezTo>
                  <a:pt x="3529774" y="367049"/>
                  <a:pt x="3530346" y="361334"/>
                  <a:pt x="3529774" y="355048"/>
                </a:cubicBezTo>
                <a:cubicBezTo>
                  <a:pt x="3529298" y="351333"/>
                  <a:pt x="3525584" y="346666"/>
                  <a:pt x="3520916" y="348761"/>
                </a:cubicBezTo>
                <a:cubicBezTo>
                  <a:pt x="3497295" y="361906"/>
                  <a:pt x="3474339" y="379622"/>
                  <a:pt x="3445478" y="380194"/>
                </a:cubicBezTo>
                <a:lnTo>
                  <a:pt x="3438144" y="379146"/>
                </a:lnTo>
                <a:cubicBezTo>
                  <a:pt x="3431381" y="379146"/>
                  <a:pt x="3424999" y="376479"/>
                  <a:pt x="3418237" y="376003"/>
                </a:cubicBezTo>
                <a:cubicBezTo>
                  <a:pt x="3410903" y="374955"/>
                  <a:pt x="3402521" y="375431"/>
                  <a:pt x="3395758" y="373431"/>
                </a:cubicBezTo>
                <a:cubicBezTo>
                  <a:pt x="3391567" y="372383"/>
                  <a:pt x="3384233" y="368192"/>
                  <a:pt x="3380518" y="365049"/>
                </a:cubicBezTo>
                <a:lnTo>
                  <a:pt x="3377374" y="361430"/>
                </a:lnTo>
                <a:cubicBezTo>
                  <a:pt x="3372707" y="357715"/>
                  <a:pt x="3370040" y="355619"/>
                  <a:pt x="3367945" y="353619"/>
                </a:cubicBezTo>
                <a:cubicBezTo>
                  <a:pt x="3365373" y="351524"/>
                  <a:pt x="3364230" y="347809"/>
                  <a:pt x="3361182" y="345713"/>
                </a:cubicBezTo>
                <a:cubicBezTo>
                  <a:pt x="3360134" y="343046"/>
                  <a:pt x="3359563" y="341046"/>
                  <a:pt x="3358610" y="338951"/>
                </a:cubicBezTo>
                <a:lnTo>
                  <a:pt x="3355467" y="332093"/>
                </a:lnTo>
                <a:cubicBezTo>
                  <a:pt x="3353372" y="328473"/>
                  <a:pt x="3351848" y="325330"/>
                  <a:pt x="3351276" y="322187"/>
                </a:cubicBezTo>
                <a:cubicBezTo>
                  <a:pt x="3351276" y="320567"/>
                  <a:pt x="3351276" y="318472"/>
                  <a:pt x="3350800" y="316376"/>
                </a:cubicBezTo>
                <a:lnTo>
                  <a:pt x="3348704" y="309614"/>
                </a:lnTo>
                <a:cubicBezTo>
                  <a:pt x="3348228" y="305423"/>
                  <a:pt x="3348228" y="300184"/>
                  <a:pt x="3348228" y="295993"/>
                </a:cubicBezTo>
                <a:cubicBezTo>
                  <a:pt x="3348228" y="291802"/>
                  <a:pt x="3348704" y="177597"/>
                  <a:pt x="3349276" y="167120"/>
                </a:cubicBezTo>
                <a:cubicBezTo>
                  <a:pt x="3350895" y="152927"/>
                  <a:pt x="3352419" y="138259"/>
                  <a:pt x="3352419" y="123590"/>
                </a:cubicBezTo>
                <a:lnTo>
                  <a:pt x="3351943" y="119399"/>
                </a:lnTo>
                <a:cubicBezTo>
                  <a:pt x="3355086" y="119971"/>
                  <a:pt x="3358229" y="119971"/>
                  <a:pt x="3359753" y="119971"/>
                </a:cubicBezTo>
                <a:cubicBezTo>
                  <a:pt x="3359753" y="119971"/>
                  <a:pt x="3402711" y="118352"/>
                  <a:pt x="3405854" y="118923"/>
                </a:cubicBezTo>
                <a:lnTo>
                  <a:pt x="3409569" y="121019"/>
                </a:lnTo>
                <a:cubicBezTo>
                  <a:pt x="3409093" y="130925"/>
                  <a:pt x="3409569" y="140926"/>
                  <a:pt x="3409093" y="149784"/>
                </a:cubicBezTo>
                <a:cubicBezTo>
                  <a:pt x="3409093" y="152927"/>
                  <a:pt x="3408521" y="246177"/>
                  <a:pt x="3408521" y="250368"/>
                </a:cubicBezTo>
                <a:cubicBezTo>
                  <a:pt x="3408045" y="255035"/>
                  <a:pt x="3408045" y="259798"/>
                  <a:pt x="3408521" y="264560"/>
                </a:cubicBezTo>
                <a:cubicBezTo>
                  <a:pt x="3410141" y="288659"/>
                  <a:pt x="3412712" y="311709"/>
                  <a:pt x="3433191" y="325330"/>
                </a:cubicBezTo>
                <a:cubicBezTo>
                  <a:pt x="3442621" y="334188"/>
                  <a:pt x="3468815" y="337331"/>
                  <a:pt x="3482435" y="337331"/>
                </a:cubicBezTo>
                <a:cubicBezTo>
                  <a:pt x="3503962" y="334664"/>
                  <a:pt x="3513296" y="322091"/>
                  <a:pt x="3521678" y="307423"/>
                </a:cubicBezTo>
                <a:cubicBezTo>
                  <a:pt x="3522250" y="306375"/>
                  <a:pt x="3522726" y="305327"/>
                  <a:pt x="3522726" y="304280"/>
                </a:cubicBezTo>
                <a:lnTo>
                  <a:pt x="3524345" y="300089"/>
                </a:lnTo>
                <a:lnTo>
                  <a:pt x="3526441" y="294278"/>
                </a:lnTo>
                <a:cubicBezTo>
                  <a:pt x="3527489" y="292183"/>
                  <a:pt x="3528060" y="290087"/>
                  <a:pt x="3529108" y="286944"/>
                </a:cubicBezTo>
                <a:lnTo>
                  <a:pt x="3530156" y="281134"/>
                </a:lnTo>
                <a:lnTo>
                  <a:pt x="3531775" y="277991"/>
                </a:lnTo>
                <a:cubicBezTo>
                  <a:pt x="3532251" y="276943"/>
                  <a:pt x="3532823" y="275895"/>
                  <a:pt x="3533394" y="273800"/>
                </a:cubicBezTo>
                <a:lnTo>
                  <a:pt x="3534442" y="262274"/>
                </a:lnTo>
                <a:cubicBezTo>
                  <a:pt x="3537014" y="247034"/>
                  <a:pt x="3532823" y="161119"/>
                  <a:pt x="3532823" y="158547"/>
                </a:cubicBezTo>
                <a:cubicBezTo>
                  <a:pt x="3531775" y="148546"/>
                  <a:pt x="3532346" y="137592"/>
                  <a:pt x="3531775" y="127591"/>
                </a:cubicBezTo>
                <a:cubicBezTo>
                  <a:pt x="3531775" y="126543"/>
                  <a:pt x="3531775" y="125495"/>
                  <a:pt x="3531299" y="121781"/>
                </a:cubicBezTo>
                <a:cubicBezTo>
                  <a:pt x="3531299" y="120733"/>
                  <a:pt x="3531775" y="119685"/>
                  <a:pt x="3531775" y="118637"/>
                </a:cubicBezTo>
                <a:cubicBezTo>
                  <a:pt x="3533394" y="118637"/>
                  <a:pt x="3544348" y="118637"/>
                  <a:pt x="3555397" y="118066"/>
                </a:cubicBezTo>
                <a:lnTo>
                  <a:pt x="3587306" y="117018"/>
                </a:lnTo>
                <a:cubicBezTo>
                  <a:pt x="3587306" y="118637"/>
                  <a:pt x="3587877" y="120733"/>
                  <a:pt x="3587877" y="122733"/>
                </a:cubicBezTo>
                <a:cubicBezTo>
                  <a:pt x="3587306" y="137402"/>
                  <a:pt x="3584162" y="153118"/>
                  <a:pt x="3586829" y="167310"/>
                </a:cubicBezTo>
                <a:cubicBezTo>
                  <a:pt x="3587877" y="182550"/>
                  <a:pt x="3586353" y="311328"/>
                  <a:pt x="3588449" y="329711"/>
                </a:cubicBezTo>
                <a:cubicBezTo>
                  <a:pt x="3590544" y="337046"/>
                  <a:pt x="3587401" y="364859"/>
                  <a:pt x="3587401" y="374288"/>
                </a:cubicBezTo>
                <a:cubicBezTo>
                  <a:pt x="3585305" y="373717"/>
                  <a:pt x="3583781" y="373717"/>
                  <a:pt x="3582162" y="373717"/>
                </a:cubicBezTo>
                <a:cubicBezTo>
                  <a:pt x="3574256" y="374288"/>
                  <a:pt x="3566922" y="374288"/>
                  <a:pt x="3559112" y="373717"/>
                </a:cubicBezTo>
                <a:lnTo>
                  <a:pt x="3545967" y="373145"/>
                </a:lnTo>
                <a:cubicBezTo>
                  <a:pt x="3541300" y="372574"/>
                  <a:pt x="3535490" y="372574"/>
                  <a:pt x="3529774" y="373145"/>
                </a:cubicBezTo>
                <a:moveTo>
                  <a:pt x="3355848" y="353238"/>
                </a:moveTo>
                <a:cubicBezTo>
                  <a:pt x="3358991" y="359525"/>
                  <a:pt x="3365849" y="364192"/>
                  <a:pt x="3370516" y="368383"/>
                </a:cubicBezTo>
                <a:lnTo>
                  <a:pt x="3374231" y="372098"/>
                </a:lnTo>
                <a:cubicBezTo>
                  <a:pt x="3378422" y="375717"/>
                  <a:pt x="3386804" y="381527"/>
                  <a:pt x="3393662" y="383051"/>
                </a:cubicBezTo>
                <a:cubicBezTo>
                  <a:pt x="3400997" y="385147"/>
                  <a:pt x="3409855" y="384671"/>
                  <a:pt x="3417761" y="385718"/>
                </a:cubicBezTo>
                <a:cubicBezTo>
                  <a:pt x="3425095" y="386290"/>
                  <a:pt x="3431381" y="388862"/>
                  <a:pt x="3438716" y="388862"/>
                </a:cubicBezTo>
                <a:lnTo>
                  <a:pt x="3446050" y="389909"/>
                </a:lnTo>
                <a:cubicBezTo>
                  <a:pt x="3470148" y="389909"/>
                  <a:pt x="3504153" y="375241"/>
                  <a:pt x="3520440" y="356381"/>
                </a:cubicBezTo>
                <a:cubicBezTo>
                  <a:pt x="3520916" y="362668"/>
                  <a:pt x="3520440" y="369526"/>
                  <a:pt x="3519869" y="375717"/>
                </a:cubicBezTo>
                <a:lnTo>
                  <a:pt x="3519869" y="377813"/>
                </a:lnTo>
                <a:cubicBezTo>
                  <a:pt x="3519392" y="384671"/>
                  <a:pt x="3523583" y="384099"/>
                  <a:pt x="3528251" y="383528"/>
                </a:cubicBezTo>
                <a:cubicBezTo>
                  <a:pt x="3533489" y="382480"/>
                  <a:pt x="3539776" y="382480"/>
                  <a:pt x="3545586" y="382956"/>
                </a:cubicBezTo>
                <a:lnTo>
                  <a:pt x="3558731" y="384004"/>
                </a:lnTo>
                <a:lnTo>
                  <a:pt x="3582829" y="384004"/>
                </a:lnTo>
                <a:cubicBezTo>
                  <a:pt x="3587020" y="383432"/>
                  <a:pt x="3597497" y="388671"/>
                  <a:pt x="3597497" y="379813"/>
                </a:cubicBezTo>
                <a:cubicBezTo>
                  <a:pt x="3597021" y="366192"/>
                  <a:pt x="3601688" y="337903"/>
                  <a:pt x="3598545" y="326949"/>
                </a:cubicBezTo>
                <a:cubicBezTo>
                  <a:pt x="3596449" y="308090"/>
                  <a:pt x="3598069" y="178645"/>
                  <a:pt x="3597021" y="166072"/>
                </a:cubicBezTo>
                <a:cubicBezTo>
                  <a:pt x="3594926" y="152927"/>
                  <a:pt x="3598069" y="136163"/>
                  <a:pt x="3598069" y="122543"/>
                </a:cubicBezTo>
                <a:cubicBezTo>
                  <a:pt x="3598069" y="110541"/>
                  <a:pt x="3598545" y="106350"/>
                  <a:pt x="3586544" y="106350"/>
                </a:cubicBezTo>
                <a:lnTo>
                  <a:pt x="3555111" y="107874"/>
                </a:lnTo>
                <a:cubicBezTo>
                  <a:pt x="3543586" y="107874"/>
                  <a:pt x="3534156" y="108446"/>
                  <a:pt x="3533108" y="108446"/>
                </a:cubicBezTo>
                <a:cubicBezTo>
                  <a:pt x="3526346" y="107398"/>
                  <a:pt x="3524250" y="105874"/>
                  <a:pt x="3520535" y="112637"/>
                </a:cubicBezTo>
                <a:lnTo>
                  <a:pt x="3521583" y="119971"/>
                </a:lnTo>
                <a:cubicBezTo>
                  <a:pt x="3521107" y="122066"/>
                  <a:pt x="3521583" y="123590"/>
                  <a:pt x="3522059" y="127781"/>
                </a:cubicBezTo>
                <a:cubicBezTo>
                  <a:pt x="3522631" y="137687"/>
                  <a:pt x="3522059" y="149213"/>
                  <a:pt x="3523107" y="159214"/>
                </a:cubicBezTo>
                <a:cubicBezTo>
                  <a:pt x="3523107" y="161786"/>
                  <a:pt x="3527298" y="248273"/>
                  <a:pt x="3524726" y="260846"/>
                </a:cubicBezTo>
                <a:lnTo>
                  <a:pt x="3523107" y="273419"/>
                </a:lnTo>
                <a:lnTo>
                  <a:pt x="3521012" y="278086"/>
                </a:lnTo>
                <a:lnTo>
                  <a:pt x="3519392" y="284372"/>
                </a:lnTo>
                <a:cubicBezTo>
                  <a:pt x="3518916" y="286468"/>
                  <a:pt x="3518345" y="288563"/>
                  <a:pt x="3517297" y="290087"/>
                </a:cubicBezTo>
                <a:lnTo>
                  <a:pt x="3515201" y="295898"/>
                </a:lnTo>
                <a:cubicBezTo>
                  <a:pt x="3514725" y="296945"/>
                  <a:pt x="3514154" y="298565"/>
                  <a:pt x="3514154" y="299612"/>
                </a:cubicBezTo>
                <a:lnTo>
                  <a:pt x="3513106" y="301708"/>
                </a:lnTo>
                <a:cubicBezTo>
                  <a:pt x="3505295" y="315329"/>
                  <a:pt x="3498437" y="324187"/>
                  <a:pt x="3481673" y="326854"/>
                </a:cubicBezTo>
                <a:cubicBezTo>
                  <a:pt x="3471672" y="326282"/>
                  <a:pt x="3447098" y="323711"/>
                  <a:pt x="3439192" y="316376"/>
                </a:cubicBezTo>
                <a:cubicBezTo>
                  <a:pt x="3422999" y="305899"/>
                  <a:pt x="3420332" y="288087"/>
                  <a:pt x="3418808" y="262941"/>
                </a:cubicBezTo>
                <a:cubicBezTo>
                  <a:pt x="3418332" y="258750"/>
                  <a:pt x="3418808" y="253988"/>
                  <a:pt x="3418808" y="249797"/>
                </a:cubicBezTo>
                <a:cubicBezTo>
                  <a:pt x="3418808" y="246082"/>
                  <a:pt x="3419285" y="155975"/>
                  <a:pt x="3419285" y="149689"/>
                </a:cubicBezTo>
                <a:cubicBezTo>
                  <a:pt x="3419856" y="140831"/>
                  <a:pt x="3419285" y="131401"/>
                  <a:pt x="3419856" y="121400"/>
                </a:cubicBezTo>
                <a:lnTo>
                  <a:pt x="3420332" y="117780"/>
                </a:lnTo>
                <a:cubicBezTo>
                  <a:pt x="3420809" y="107303"/>
                  <a:pt x="3414522" y="108827"/>
                  <a:pt x="3407188" y="108350"/>
                </a:cubicBezTo>
                <a:cubicBezTo>
                  <a:pt x="3404045" y="107779"/>
                  <a:pt x="3359468" y="108922"/>
                  <a:pt x="3359468" y="108922"/>
                </a:cubicBezTo>
                <a:cubicBezTo>
                  <a:pt x="3339560" y="109970"/>
                  <a:pt x="3342704" y="103683"/>
                  <a:pt x="3342132" y="123114"/>
                </a:cubicBezTo>
                <a:cubicBezTo>
                  <a:pt x="3342132" y="137306"/>
                  <a:pt x="3341084" y="151975"/>
                  <a:pt x="3339560" y="166072"/>
                </a:cubicBezTo>
                <a:cubicBezTo>
                  <a:pt x="3339084" y="176549"/>
                  <a:pt x="3337941" y="291230"/>
                  <a:pt x="3337941" y="295421"/>
                </a:cubicBezTo>
                <a:cubicBezTo>
                  <a:pt x="3337941" y="300184"/>
                  <a:pt x="3338417" y="306375"/>
                  <a:pt x="3339560" y="312185"/>
                </a:cubicBezTo>
                <a:lnTo>
                  <a:pt x="3340037" y="314281"/>
                </a:lnTo>
                <a:lnTo>
                  <a:pt x="3341656" y="318472"/>
                </a:lnTo>
                <a:lnTo>
                  <a:pt x="3341656" y="323234"/>
                </a:lnTo>
                <a:cubicBezTo>
                  <a:pt x="3342704" y="327997"/>
                  <a:pt x="3344799" y="332093"/>
                  <a:pt x="3346895" y="336379"/>
                </a:cubicBezTo>
                <a:lnTo>
                  <a:pt x="3350038" y="342665"/>
                </a:lnTo>
                <a:cubicBezTo>
                  <a:pt x="3350514" y="344761"/>
                  <a:pt x="3351562" y="346856"/>
                  <a:pt x="3356324" y="353714"/>
                </a:cubicBezTo>
                <a:lnTo>
                  <a:pt x="3355848" y="353143"/>
                </a:lnTo>
                <a:close/>
                <a:moveTo>
                  <a:pt x="3494723" y="16720"/>
                </a:moveTo>
                <a:cubicBezTo>
                  <a:pt x="3498437" y="16244"/>
                  <a:pt x="3501485" y="16244"/>
                  <a:pt x="3505200" y="15672"/>
                </a:cubicBezTo>
                <a:cubicBezTo>
                  <a:pt x="3518345" y="15101"/>
                  <a:pt x="3538157" y="10910"/>
                  <a:pt x="3549682" y="14624"/>
                </a:cubicBezTo>
                <a:cubicBezTo>
                  <a:pt x="3550730" y="15672"/>
                  <a:pt x="3549682" y="15672"/>
                  <a:pt x="3550253" y="16244"/>
                </a:cubicBezTo>
                <a:lnTo>
                  <a:pt x="3550730" y="16720"/>
                </a:lnTo>
                <a:cubicBezTo>
                  <a:pt x="3547586" y="27769"/>
                  <a:pt x="3551206" y="39294"/>
                  <a:pt x="3551778" y="50248"/>
                </a:cubicBezTo>
                <a:cubicBezTo>
                  <a:pt x="3551301" y="51867"/>
                  <a:pt x="3551301" y="53391"/>
                  <a:pt x="3551301" y="55487"/>
                </a:cubicBezTo>
                <a:lnTo>
                  <a:pt x="3550825" y="60725"/>
                </a:lnTo>
                <a:lnTo>
                  <a:pt x="3546634" y="60725"/>
                </a:lnTo>
                <a:cubicBezTo>
                  <a:pt x="3542919" y="60725"/>
                  <a:pt x="3539299" y="61297"/>
                  <a:pt x="3534537" y="61297"/>
                </a:cubicBezTo>
                <a:cubicBezTo>
                  <a:pt x="3530346" y="61297"/>
                  <a:pt x="3524631" y="60249"/>
                  <a:pt x="3519869" y="60249"/>
                </a:cubicBezTo>
                <a:cubicBezTo>
                  <a:pt x="3512534" y="60249"/>
                  <a:pt x="3502057" y="62916"/>
                  <a:pt x="3494723" y="61297"/>
                </a:cubicBezTo>
                <a:cubicBezTo>
                  <a:pt x="3495770" y="47676"/>
                  <a:pt x="3496342" y="30912"/>
                  <a:pt x="3494723" y="16720"/>
                </a:cubicBezTo>
                <a:moveTo>
                  <a:pt x="3560255" y="13100"/>
                </a:moveTo>
                <a:cubicBezTo>
                  <a:pt x="3559940" y="12719"/>
                  <a:pt x="3559778" y="12180"/>
                  <a:pt x="3559778" y="11481"/>
                </a:cubicBezTo>
                <a:cubicBezTo>
                  <a:pt x="3559778" y="-2140"/>
                  <a:pt x="3514725" y="5195"/>
                  <a:pt x="3504819" y="5671"/>
                </a:cubicBezTo>
                <a:cubicBezTo>
                  <a:pt x="3500628" y="6242"/>
                  <a:pt x="3485388" y="4623"/>
                  <a:pt x="3485388" y="12529"/>
                </a:cubicBezTo>
                <a:cubicBezTo>
                  <a:pt x="3484912" y="13100"/>
                  <a:pt x="3484340" y="15672"/>
                  <a:pt x="3484340" y="15672"/>
                </a:cubicBezTo>
                <a:cubicBezTo>
                  <a:pt x="3486436" y="31388"/>
                  <a:pt x="3485388" y="50248"/>
                  <a:pt x="3484340" y="63869"/>
                </a:cubicBezTo>
                <a:cubicBezTo>
                  <a:pt x="3483864" y="75870"/>
                  <a:pt x="3514249" y="70155"/>
                  <a:pt x="3519964" y="70155"/>
                </a:cubicBezTo>
                <a:cubicBezTo>
                  <a:pt x="3524631" y="70155"/>
                  <a:pt x="3530441" y="71203"/>
                  <a:pt x="3534632" y="71203"/>
                </a:cubicBezTo>
                <a:cubicBezTo>
                  <a:pt x="3539299" y="71203"/>
                  <a:pt x="3543491" y="70631"/>
                  <a:pt x="3546729" y="70631"/>
                </a:cubicBezTo>
                <a:cubicBezTo>
                  <a:pt x="3556635" y="70631"/>
                  <a:pt x="3559874" y="73298"/>
                  <a:pt x="3560826" y="61773"/>
                </a:cubicBezTo>
                <a:lnTo>
                  <a:pt x="3561398" y="56058"/>
                </a:lnTo>
                <a:cubicBezTo>
                  <a:pt x="3561398" y="54439"/>
                  <a:pt x="3561398" y="52915"/>
                  <a:pt x="3561874" y="51867"/>
                </a:cubicBezTo>
                <a:lnTo>
                  <a:pt x="3561874" y="50248"/>
                </a:lnTo>
                <a:cubicBezTo>
                  <a:pt x="3561874" y="42437"/>
                  <a:pt x="3558159" y="25673"/>
                  <a:pt x="3560826" y="18815"/>
                </a:cubicBezTo>
                <a:cubicBezTo>
                  <a:pt x="3561398" y="16720"/>
                  <a:pt x="3560350" y="14624"/>
                  <a:pt x="3560350" y="13100"/>
                </a:cubicBezTo>
                <a:moveTo>
                  <a:pt x="3439859" y="12529"/>
                </a:moveTo>
                <a:lnTo>
                  <a:pt x="3439859" y="18815"/>
                </a:lnTo>
                <a:cubicBezTo>
                  <a:pt x="3437763" y="33008"/>
                  <a:pt x="3441478" y="47105"/>
                  <a:pt x="3442430" y="61297"/>
                </a:cubicBezTo>
                <a:cubicBezTo>
                  <a:pt x="3424619" y="61297"/>
                  <a:pt x="3405759" y="61868"/>
                  <a:pt x="3387947" y="61868"/>
                </a:cubicBezTo>
                <a:lnTo>
                  <a:pt x="3384233" y="61297"/>
                </a:lnTo>
                <a:lnTo>
                  <a:pt x="3383756" y="59678"/>
                </a:lnTo>
                <a:cubicBezTo>
                  <a:pt x="3384804" y="55487"/>
                  <a:pt x="3386328" y="51296"/>
                  <a:pt x="3386328" y="47105"/>
                </a:cubicBezTo>
                <a:lnTo>
                  <a:pt x="3386328" y="30817"/>
                </a:lnTo>
                <a:lnTo>
                  <a:pt x="3385852" y="15101"/>
                </a:lnTo>
                <a:lnTo>
                  <a:pt x="3386328" y="13481"/>
                </a:lnTo>
                <a:lnTo>
                  <a:pt x="3387947" y="13481"/>
                </a:lnTo>
                <a:cubicBezTo>
                  <a:pt x="3401568" y="12910"/>
                  <a:pt x="3414617" y="11862"/>
                  <a:pt x="3428333" y="11386"/>
                </a:cubicBezTo>
                <a:lnTo>
                  <a:pt x="3439859" y="12434"/>
                </a:lnTo>
                <a:close/>
                <a:moveTo>
                  <a:pt x="3448241" y="5671"/>
                </a:moveTo>
                <a:cubicBezTo>
                  <a:pt x="3442430" y="1480"/>
                  <a:pt x="3435096" y="1004"/>
                  <a:pt x="3428333" y="1480"/>
                </a:cubicBezTo>
                <a:cubicBezTo>
                  <a:pt x="3419951" y="1480"/>
                  <a:pt x="3394234" y="3099"/>
                  <a:pt x="3392710" y="3099"/>
                </a:cubicBezTo>
                <a:cubicBezTo>
                  <a:pt x="3382232" y="4623"/>
                  <a:pt x="3379089" y="1480"/>
                  <a:pt x="3375946" y="13577"/>
                </a:cubicBezTo>
                <a:lnTo>
                  <a:pt x="3375946" y="15196"/>
                </a:lnTo>
                <a:cubicBezTo>
                  <a:pt x="3376422" y="30341"/>
                  <a:pt x="3378041" y="43961"/>
                  <a:pt x="3373850" y="58630"/>
                </a:cubicBezTo>
                <a:cubicBezTo>
                  <a:pt x="3373279" y="59201"/>
                  <a:pt x="3374327" y="62821"/>
                  <a:pt x="3374327" y="62821"/>
                </a:cubicBezTo>
                <a:cubicBezTo>
                  <a:pt x="3374327" y="62821"/>
                  <a:pt x="3374803" y="63869"/>
                  <a:pt x="3374803" y="65964"/>
                </a:cubicBezTo>
                <a:cubicBezTo>
                  <a:pt x="3375279" y="71679"/>
                  <a:pt x="3384233" y="71679"/>
                  <a:pt x="3387947" y="71679"/>
                </a:cubicBezTo>
                <a:cubicBezTo>
                  <a:pt x="3407378" y="71679"/>
                  <a:pt x="3428333" y="71108"/>
                  <a:pt x="3447669" y="71108"/>
                </a:cubicBezTo>
                <a:cubicBezTo>
                  <a:pt x="3450812" y="71108"/>
                  <a:pt x="3452908" y="68536"/>
                  <a:pt x="3452908" y="65869"/>
                </a:cubicBezTo>
                <a:cubicBezTo>
                  <a:pt x="3452432" y="50629"/>
                  <a:pt x="3447669" y="34436"/>
                  <a:pt x="3450336" y="18720"/>
                </a:cubicBezTo>
                <a:lnTo>
                  <a:pt x="3449765" y="16625"/>
                </a:lnTo>
                <a:lnTo>
                  <a:pt x="3449765" y="12434"/>
                </a:lnTo>
                <a:cubicBezTo>
                  <a:pt x="3450336" y="10338"/>
                  <a:pt x="3450336" y="6623"/>
                  <a:pt x="3448241" y="5576"/>
                </a:cubicBezTo>
                <a:moveTo>
                  <a:pt x="3136487" y="147593"/>
                </a:moveTo>
                <a:cubicBezTo>
                  <a:pt x="3136964" y="137116"/>
                  <a:pt x="3138583" y="126067"/>
                  <a:pt x="3137535" y="115113"/>
                </a:cubicBezTo>
                <a:lnTo>
                  <a:pt x="3139631" y="115685"/>
                </a:lnTo>
                <a:cubicBezTo>
                  <a:pt x="3142774" y="115685"/>
                  <a:pt x="3148013" y="114637"/>
                  <a:pt x="3152204" y="115685"/>
                </a:cubicBezTo>
                <a:lnTo>
                  <a:pt x="3160586" y="115685"/>
                </a:lnTo>
                <a:cubicBezTo>
                  <a:pt x="3180493" y="114637"/>
                  <a:pt x="3175826" y="104159"/>
                  <a:pt x="3178397" y="86824"/>
                </a:cubicBezTo>
                <a:lnTo>
                  <a:pt x="3178397" y="81585"/>
                </a:lnTo>
                <a:lnTo>
                  <a:pt x="3178874" y="77870"/>
                </a:lnTo>
                <a:cubicBezTo>
                  <a:pt x="3179921" y="74156"/>
                  <a:pt x="3182588" y="59011"/>
                  <a:pt x="3185160" y="55868"/>
                </a:cubicBezTo>
                <a:cubicBezTo>
                  <a:pt x="3189828" y="47486"/>
                  <a:pt x="3196114" y="40628"/>
                  <a:pt x="3204020" y="32817"/>
                </a:cubicBezTo>
                <a:cubicBezTo>
                  <a:pt x="3208687" y="28150"/>
                  <a:pt x="3211830" y="25483"/>
                  <a:pt x="3218116" y="21863"/>
                </a:cubicBezTo>
                <a:cubicBezTo>
                  <a:pt x="3220784" y="19768"/>
                  <a:pt x="3223927" y="18149"/>
                  <a:pt x="3226499" y="16625"/>
                </a:cubicBezTo>
                <a:cubicBezTo>
                  <a:pt x="3232309" y="14529"/>
                  <a:pt x="3237453" y="14529"/>
                  <a:pt x="3243263" y="11957"/>
                </a:cubicBezTo>
                <a:cubicBezTo>
                  <a:pt x="3255836" y="11957"/>
                  <a:pt x="3278886" y="7195"/>
                  <a:pt x="3290411" y="14053"/>
                </a:cubicBezTo>
                <a:lnTo>
                  <a:pt x="3293078" y="15101"/>
                </a:lnTo>
                <a:lnTo>
                  <a:pt x="3295650" y="15672"/>
                </a:lnTo>
                <a:cubicBezTo>
                  <a:pt x="3294603" y="23483"/>
                  <a:pt x="3294603" y="31388"/>
                  <a:pt x="3294603" y="38151"/>
                </a:cubicBezTo>
                <a:lnTo>
                  <a:pt x="3295174" y="54915"/>
                </a:lnTo>
                <a:cubicBezTo>
                  <a:pt x="3289364" y="53867"/>
                  <a:pt x="3283649" y="52820"/>
                  <a:pt x="3277362" y="52820"/>
                </a:cubicBezTo>
                <a:cubicBezTo>
                  <a:pt x="3249073" y="53867"/>
                  <a:pt x="3232880" y="75870"/>
                  <a:pt x="3239167" y="105207"/>
                </a:cubicBezTo>
                <a:cubicBezTo>
                  <a:pt x="3239167" y="105779"/>
                  <a:pt x="3240786" y="107874"/>
                  <a:pt x="3243358" y="110922"/>
                </a:cubicBezTo>
                <a:lnTo>
                  <a:pt x="3245453" y="111970"/>
                </a:lnTo>
                <a:cubicBezTo>
                  <a:pt x="3245453" y="111970"/>
                  <a:pt x="3262217" y="115685"/>
                  <a:pt x="3270028" y="116161"/>
                </a:cubicBezTo>
                <a:cubicBezTo>
                  <a:pt x="3276791" y="116732"/>
                  <a:pt x="3283172" y="117780"/>
                  <a:pt x="3290411" y="117780"/>
                </a:cubicBezTo>
                <a:lnTo>
                  <a:pt x="3289935" y="124067"/>
                </a:lnTo>
                <a:cubicBezTo>
                  <a:pt x="3289935" y="133496"/>
                  <a:pt x="3289459" y="143498"/>
                  <a:pt x="3289459" y="154451"/>
                </a:cubicBezTo>
                <a:cubicBezTo>
                  <a:pt x="3284791" y="153880"/>
                  <a:pt x="3280029" y="152832"/>
                  <a:pt x="3275362" y="152356"/>
                </a:cubicBezTo>
                <a:cubicBezTo>
                  <a:pt x="3266408" y="151308"/>
                  <a:pt x="3259074" y="153975"/>
                  <a:pt x="3250692" y="153975"/>
                </a:cubicBezTo>
                <a:cubicBezTo>
                  <a:pt x="3248597" y="153975"/>
                  <a:pt x="3246501" y="155594"/>
                  <a:pt x="3244977" y="157118"/>
                </a:cubicBezTo>
                <a:cubicBezTo>
                  <a:pt x="3243929" y="157690"/>
                  <a:pt x="3243358" y="158738"/>
                  <a:pt x="3243358" y="158738"/>
                </a:cubicBezTo>
                <a:lnTo>
                  <a:pt x="3241739" y="161309"/>
                </a:lnTo>
                <a:cubicBezTo>
                  <a:pt x="3239167" y="176549"/>
                  <a:pt x="3239167" y="190646"/>
                  <a:pt x="3239167" y="205886"/>
                </a:cubicBezTo>
                <a:cubicBezTo>
                  <a:pt x="3239167" y="217412"/>
                  <a:pt x="3241739" y="229413"/>
                  <a:pt x="3241262" y="240462"/>
                </a:cubicBezTo>
                <a:cubicBezTo>
                  <a:pt x="3241262" y="242558"/>
                  <a:pt x="3240786" y="245701"/>
                  <a:pt x="3240786" y="247796"/>
                </a:cubicBezTo>
                <a:lnTo>
                  <a:pt x="3241262" y="250940"/>
                </a:lnTo>
                <a:cubicBezTo>
                  <a:pt x="3241739" y="256178"/>
                  <a:pt x="3241262" y="261893"/>
                  <a:pt x="3241262" y="267132"/>
                </a:cubicBezTo>
                <a:cubicBezTo>
                  <a:pt x="3241262" y="285992"/>
                  <a:pt x="3241262" y="309042"/>
                  <a:pt x="3240215" y="330473"/>
                </a:cubicBezTo>
                <a:cubicBezTo>
                  <a:pt x="3239738" y="336760"/>
                  <a:pt x="3239738" y="344094"/>
                  <a:pt x="3240215" y="350952"/>
                </a:cubicBezTo>
                <a:cubicBezTo>
                  <a:pt x="3240786" y="355143"/>
                  <a:pt x="3242310" y="359810"/>
                  <a:pt x="3242310" y="364573"/>
                </a:cubicBezTo>
                <a:lnTo>
                  <a:pt x="3242310" y="372479"/>
                </a:lnTo>
                <a:cubicBezTo>
                  <a:pt x="3227070" y="373050"/>
                  <a:pt x="3211925" y="373526"/>
                  <a:pt x="3196209" y="374098"/>
                </a:cubicBezTo>
                <a:cubicBezTo>
                  <a:pt x="3193637" y="373526"/>
                  <a:pt x="3189923" y="373050"/>
                  <a:pt x="3186303" y="373526"/>
                </a:cubicBezTo>
                <a:cubicBezTo>
                  <a:pt x="3184684" y="373526"/>
                  <a:pt x="3182588" y="374098"/>
                  <a:pt x="3181064" y="374098"/>
                </a:cubicBezTo>
                <a:lnTo>
                  <a:pt x="3181636" y="370955"/>
                </a:lnTo>
                <a:cubicBezTo>
                  <a:pt x="3181636" y="368383"/>
                  <a:pt x="3181636" y="365240"/>
                  <a:pt x="3180588" y="361525"/>
                </a:cubicBezTo>
                <a:cubicBezTo>
                  <a:pt x="3182207" y="350571"/>
                  <a:pt x="3179540" y="339522"/>
                  <a:pt x="3180588" y="329045"/>
                </a:cubicBezTo>
                <a:cubicBezTo>
                  <a:pt x="3180588" y="323234"/>
                  <a:pt x="3180112" y="317996"/>
                  <a:pt x="3179540" y="312757"/>
                </a:cubicBezTo>
                <a:cubicBezTo>
                  <a:pt x="3178493" y="297041"/>
                  <a:pt x="3180588" y="282372"/>
                  <a:pt x="3178969" y="263036"/>
                </a:cubicBezTo>
                <a:cubicBezTo>
                  <a:pt x="3178493" y="257798"/>
                  <a:pt x="3178493" y="219507"/>
                  <a:pt x="3178493" y="213792"/>
                </a:cubicBezTo>
                <a:cubicBezTo>
                  <a:pt x="3178493" y="208553"/>
                  <a:pt x="3180112" y="202267"/>
                  <a:pt x="3180112" y="196552"/>
                </a:cubicBezTo>
                <a:cubicBezTo>
                  <a:pt x="3179636" y="188170"/>
                  <a:pt x="3180112" y="181883"/>
                  <a:pt x="3179636" y="172454"/>
                </a:cubicBezTo>
                <a:cubicBezTo>
                  <a:pt x="3179636" y="171406"/>
                  <a:pt x="3179064" y="169787"/>
                  <a:pt x="3179064" y="168739"/>
                </a:cubicBezTo>
                <a:lnTo>
                  <a:pt x="3178016" y="163976"/>
                </a:lnTo>
                <a:lnTo>
                  <a:pt x="3176397" y="158738"/>
                </a:lnTo>
                <a:cubicBezTo>
                  <a:pt x="3174778" y="152927"/>
                  <a:pt x="3156014" y="151880"/>
                  <a:pt x="3150680" y="152927"/>
                </a:cubicBezTo>
                <a:cubicBezTo>
                  <a:pt x="3147060" y="152356"/>
                  <a:pt x="3143345" y="152927"/>
                  <a:pt x="3139726" y="152927"/>
                </a:cubicBezTo>
                <a:lnTo>
                  <a:pt x="3136583" y="153499"/>
                </a:lnTo>
                <a:lnTo>
                  <a:pt x="3136583" y="147784"/>
                </a:lnTo>
                <a:close/>
                <a:moveTo>
                  <a:pt x="3166396" y="104636"/>
                </a:moveTo>
                <a:cubicBezTo>
                  <a:pt x="3162681" y="105683"/>
                  <a:pt x="3158490" y="105207"/>
                  <a:pt x="3153251" y="105683"/>
                </a:cubicBezTo>
                <a:cubicBezTo>
                  <a:pt x="3149060" y="104636"/>
                  <a:pt x="3144393" y="105112"/>
                  <a:pt x="3139631" y="105112"/>
                </a:cubicBezTo>
                <a:cubicBezTo>
                  <a:pt x="3135440" y="105112"/>
                  <a:pt x="3124391" y="102445"/>
                  <a:pt x="3126486" y="110827"/>
                </a:cubicBezTo>
                <a:cubicBezTo>
                  <a:pt x="3129629" y="122828"/>
                  <a:pt x="3127058" y="135401"/>
                  <a:pt x="3126486" y="147498"/>
                </a:cubicBezTo>
                <a:cubicBezTo>
                  <a:pt x="3126010" y="154261"/>
                  <a:pt x="3124391" y="161595"/>
                  <a:pt x="3133249" y="163214"/>
                </a:cubicBezTo>
                <a:cubicBezTo>
                  <a:pt x="3144774" y="163786"/>
                  <a:pt x="3155823" y="161595"/>
                  <a:pt x="3167348" y="164262"/>
                </a:cubicBezTo>
                <a:cubicBezTo>
                  <a:pt x="3168396" y="166929"/>
                  <a:pt x="3169444" y="171120"/>
                  <a:pt x="3169444" y="172644"/>
                </a:cubicBezTo>
                <a:cubicBezTo>
                  <a:pt x="3169920" y="182074"/>
                  <a:pt x="3169444" y="187789"/>
                  <a:pt x="3169920" y="196742"/>
                </a:cubicBezTo>
                <a:cubicBezTo>
                  <a:pt x="3169920" y="202457"/>
                  <a:pt x="3168396" y="208268"/>
                  <a:pt x="3168396" y="213983"/>
                </a:cubicBezTo>
                <a:cubicBezTo>
                  <a:pt x="3168396" y="217697"/>
                  <a:pt x="3168396" y="257988"/>
                  <a:pt x="3168872" y="263798"/>
                </a:cubicBezTo>
                <a:cubicBezTo>
                  <a:pt x="3170491" y="282658"/>
                  <a:pt x="3168396" y="297326"/>
                  <a:pt x="3169349" y="313043"/>
                </a:cubicBezTo>
                <a:cubicBezTo>
                  <a:pt x="3169825" y="318281"/>
                  <a:pt x="3170396" y="322949"/>
                  <a:pt x="3170396" y="327711"/>
                </a:cubicBezTo>
                <a:cubicBezTo>
                  <a:pt x="3169349" y="338665"/>
                  <a:pt x="3171920" y="350190"/>
                  <a:pt x="3169825" y="360668"/>
                </a:cubicBezTo>
                <a:cubicBezTo>
                  <a:pt x="3169349" y="363811"/>
                  <a:pt x="3171920" y="366954"/>
                  <a:pt x="3170396" y="373241"/>
                </a:cubicBezTo>
                <a:lnTo>
                  <a:pt x="3169825" y="375336"/>
                </a:lnTo>
                <a:lnTo>
                  <a:pt x="3169825" y="377908"/>
                </a:lnTo>
                <a:cubicBezTo>
                  <a:pt x="3171920" y="387338"/>
                  <a:pt x="3179826" y="383623"/>
                  <a:pt x="3187160" y="383147"/>
                </a:cubicBezTo>
                <a:cubicBezTo>
                  <a:pt x="3189732" y="382575"/>
                  <a:pt x="3192399" y="383147"/>
                  <a:pt x="3195542" y="383718"/>
                </a:cubicBezTo>
                <a:cubicBezTo>
                  <a:pt x="3195542" y="383718"/>
                  <a:pt x="3228023" y="383147"/>
                  <a:pt x="3231737" y="382670"/>
                </a:cubicBezTo>
                <a:cubicBezTo>
                  <a:pt x="3251645" y="381146"/>
                  <a:pt x="3254788" y="386385"/>
                  <a:pt x="3252121" y="363335"/>
                </a:cubicBezTo>
                <a:cubicBezTo>
                  <a:pt x="3252121" y="358667"/>
                  <a:pt x="3250502" y="354476"/>
                  <a:pt x="3250025" y="350285"/>
                </a:cubicBezTo>
                <a:cubicBezTo>
                  <a:pt x="3249549" y="343999"/>
                  <a:pt x="3249549" y="336665"/>
                  <a:pt x="3250025" y="330854"/>
                </a:cubicBezTo>
                <a:cubicBezTo>
                  <a:pt x="3251073" y="309423"/>
                  <a:pt x="3251073" y="285801"/>
                  <a:pt x="3251073" y="266942"/>
                </a:cubicBezTo>
                <a:cubicBezTo>
                  <a:pt x="3251073" y="261227"/>
                  <a:pt x="3251645" y="254940"/>
                  <a:pt x="3251073" y="249130"/>
                </a:cubicBezTo>
                <a:lnTo>
                  <a:pt x="3250597" y="246463"/>
                </a:lnTo>
                <a:cubicBezTo>
                  <a:pt x="3250597" y="244844"/>
                  <a:pt x="3251073" y="242272"/>
                  <a:pt x="3251073" y="240653"/>
                </a:cubicBezTo>
                <a:cubicBezTo>
                  <a:pt x="3251645" y="229127"/>
                  <a:pt x="3248978" y="217126"/>
                  <a:pt x="3248978" y="205601"/>
                </a:cubicBezTo>
                <a:cubicBezTo>
                  <a:pt x="3248978" y="191408"/>
                  <a:pt x="3248978" y="178359"/>
                  <a:pt x="3252121" y="164167"/>
                </a:cubicBezTo>
                <a:cubicBezTo>
                  <a:pt x="3253740" y="163595"/>
                  <a:pt x="3256312" y="163595"/>
                  <a:pt x="3258407" y="163119"/>
                </a:cubicBezTo>
                <a:cubicBezTo>
                  <a:pt x="3271552" y="160547"/>
                  <a:pt x="3277838" y="163691"/>
                  <a:pt x="3289840" y="164167"/>
                </a:cubicBezTo>
                <a:cubicBezTo>
                  <a:pt x="3301365" y="164738"/>
                  <a:pt x="3299270" y="159976"/>
                  <a:pt x="3299270" y="152642"/>
                </a:cubicBezTo>
                <a:cubicBezTo>
                  <a:pt x="3299270" y="143212"/>
                  <a:pt x="3299746" y="133306"/>
                  <a:pt x="3299746" y="123781"/>
                </a:cubicBezTo>
                <a:cubicBezTo>
                  <a:pt x="3299746" y="120638"/>
                  <a:pt x="3300222" y="117018"/>
                  <a:pt x="3300222" y="114351"/>
                </a:cubicBezTo>
                <a:cubicBezTo>
                  <a:pt x="3300222" y="110160"/>
                  <a:pt x="3299174" y="105493"/>
                  <a:pt x="3291840" y="107588"/>
                </a:cubicBezTo>
                <a:cubicBezTo>
                  <a:pt x="3285078" y="106541"/>
                  <a:pt x="3277743" y="106541"/>
                  <a:pt x="3270314" y="105969"/>
                </a:cubicBezTo>
                <a:cubicBezTo>
                  <a:pt x="3264027" y="105398"/>
                  <a:pt x="3252502" y="102826"/>
                  <a:pt x="3248882" y="102826"/>
                </a:cubicBezTo>
                <a:cubicBezTo>
                  <a:pt x="3243644" y="78728"/>
                  <a:pt x="3255645" y="63011"/>
                  <a:pt x="3277172" y="63011"/>
                </a:cubicBezTo>
                <a:cubicBezTo>
                  <a:pt x="3285078" y="63011"/>
                  <a:pt x="3292412" y="64059"/>
                  <a:pt x="3299174" y="65107"/>
                </a:cubicBezTo>
                <a:cubicBezTo>
                  <a:pt x="3302794" y="65678"/>
                  <a:pt x="3304889" y="63488"/>
                  <a:pt x="3304889" y="60344"/>
                </a:cubicBezTo>
                <a:cubicBezTo>
                  <a:pt x="3304889" y="44057"/>
                  <a:pt x="3303270" y="28912"/>
                  <a:pt x="3305937" y="12719"/>
                </a:cubicBezTo>
                <a:cubicBezTo>
                  <a:pt x="3306985" y="7481"/>
                  <a:pt x="3298603" y="5861"/>
                  <a:pt x="3294412" y="4814"/>
                </a:cubicBezTo>
                <a:cubicBezTo>
                  <a:pt x="3279743" y="-4045"/>
                  <a:pt x="3258312" y="2242"/>
                  <a:pt x="3242024" y="1194"/>
                </a:cubicBezTo>
                <a:lnTo>
                  <a:pt x="3239453" y="2242"/>
                </a:lnTo>
                <a:cubicBezTo>
                  <a:pt x="3234214" y="4814"/>
                  <a:pt x="3228499" y="4814"/>
                  <a:pt x="3222117" y="6909"/>
                </a:cubicBezTo>
                <a:cubicBezTo>
                  <a:pt x="3218974" y="8528"/>
                  <a:pt x="3215831" y="10624"/>
                  <a:pt x="3212687" y="12719"/>
                </a:cubicBezTo>
                <a:cubicBezTo>
                  <a:pt x="3205353" y="16910"/>
                  <a:pt x="3201734" y="20054"/>
                  <a:pt x="3196495" y="25292"/>
                </a:cubicBezTo>
                <a:cubicBezTo>
                  <a:pt x="3189161" y="33103"/>
                  <a:pt x="3181826" y="41009"/>
                  <a:pt x="3176588" y="50438"/>
                </a:cubicBezTo>
                <a:cubicBezTo>
                  <a:pt x="3173445" y="54629"/>
                  <a:pt x="3168777" y="72441"/>
                  <a:pt x="3168206" y="77680"/>
                </a:cubicBezTo>
                <a:lnTo>
                  <a:pt x="3168206" y="86538"/>
                </a:lnTo>
                <a:cubicBezTo>
                  <a:pt x="3167158" y="93396"/>
                  <a:pt x="3167158" y="99111"/>
                  <a:pt x="3166110" y="104350"/>
                </a:cubicBezTo>
                <a:moveTo>
                  <a:pt x="2760155" y="367811"/>
                </a:moveTo>
                <a:lnTo>
                  <a:pt x="2738152" y="368383"/>
                </a:lnTo>
                <a:lnTo>
                  <a:pt x="2732913" y="368383"/>
                </a:lnTo>
                <a:lnTo>
                  <a:pt x="2733389" y="359429"/>
                </a:lnTo>
                <a:cubicBezTo>
                  <a:pt x="2738057" y="276181"/>
                  <a:pt x="2729674" y="192837"/>
                  <a:pt x="2728151" y="110065"/>
                </a:cubicBezTo>
                <a:cubicBezTo>
                  <a:pt x="2727579" y="90158"/>
                  <a:pt x="2728627" y="27864"/>
                  <a:pt x="2729198" y="23102"/>
                </a:cubicBezTo>
                <a:lnTo>
                  <a:pt x="2729198" y="15291"/>
                </a:lnTo>
                <a:lnTo>
                  <a:pt x="2734437" y="15291"/>
                </a:lnTo>
                <a:cubicBezTo>
                  <a:pt x="2751201" y="15863"/>
                  <a:pt x="2767965" y="15863"/>
                  <a:pt x="2784729" y="13672"/>
                </a:cubicBezTo>
                <a:cubicBezTo>
                  <a:pt x="2784729" y="23578"/>
                  <a:pt x="2784729" y="34055"/>
                  <a:pt x="2785205" y="44533"/>
                </a:cubicBezTo>
                <a:cubicBezTo>
                  <a:pt x="2785205" y="58154"/>
                  <a:pt x="2787301" y="124162"/>
                  <a:pt x="2788920" y="139878"/>
                </a:cubicBezTo>
                <a:cubicBezTo>
                  <a:pt x="2790444" y="155118"/>
                  <a:pt x="2792063" y="169787"/>
                  <a:pt x="2791016" y="184931"/>
                </a:cubicBezTo>
                <a:cubicBezTo>
                  <a:pt x="2791016" y="185503"/>
                  <a:pt x="2791016" y="187503"/>
                  <a:pt x="2791492" y="189122"/>
                </a:cubicBezTo>
                <a:lnTo>
                  <a:pt x="2793016" y="192266"/>
                </a:lnTo>
                <a:cubicBezTo>
                  <a:pt x="2791492" y="200076"/>
                  <a:pt x="2798826" y="205886"/>
                  <a:pt x="2806637" y="201695"/>
                </a:cubicBezTo>
                <a:cubicBezTo>
                  <a:pt x="2812923" y="198552"/>
                  <a:pt x="2817114" y="193885"/>
                  <a:pt x="2820257" y="190742"/>
                </a:cubicBezTo>
                <a:cubicBezTo>
                  <a:pt x="2844832" y="165596"/>
                  <a:pt x="2873121" y="144164"/>
                  <a:pt x="2896267" y="116351"/>
                </a:cubicBezTo>
                <a:lnTo>
                  <a:pt x="2901982" y="116351"/>
                </a:lnTo>
                <a:cubicBezTo>
                  <a:pt x="2903601" y="116351"/>
                  <a:pt x="2911412" y="115780"/>
                  <a:pt x="2918746" y="115304"/>
                </a:cubicBezTo>
                <a:lnTo>
                  <a:pt x="2929223" y="114732"/>
                </a:lnTo>
                <a:lnTo>
                  <a:pt x="2933891" y="114732"/>
                </a:lnTo>
                <a:cubicBezTo>
                  <a:pt x="2947035" y="115304"/>
                  <a:pt x="2956370" y="115780"/>
                  <a:pt x="2956370" y="115780"/>
                </a:cubicBezTo>
                <a:cubicBezTo>
                  <a:pt x="2949607" y="124162"/>
                  <a:pt x="2948559" y="124638"/>
                  <a:pt x="2938082" y="132068"/>
                </a:cubicBezTo>
                <a:cubicBezTo>
                  <a:pt x="2930747" y="141497"/>
                  <a:pt x="2920746" y="148832"/>
                  <a:pt x="2913507" y="158261"/>
                </a:cubicBezTo>
                <a:lnTo>
                  <a:pt x="2910840" y="159881"/>
                </a:lnTo>
                <a:lnTo>
                  <a:pt x="2907221" y="162452"/>
                </a:lnTo>
                <a:cubicBezTo>
                  <a:pt x="2895124" y="176073"/>
                  <a:pt x="2883122" y="189694"/>
                  <a:pt x="2872169" y="204362"/>
                </a:cubicBezTo>
                <a:cubicBezTo>
                  <a:pt x="2867978" y="210173"/>
                  <a:pt x="2872645" y="217507"/>
                  <a:pt x="2876836" y="222174"/>
                </a:cubicBezTo>
                <a:lnTo>
                  <a:pt x="2879408" y="224270"/>
                </a:lnTo>
                <a:cubicBezTo>
                  <a:pt x="2880455" y="225794"/>
                  <a:pt x="2881027" y="226841"/>
                  <a:pt x="2881979" y="227413"/>
                </a:cubicBezTo>
                <a:cubicBezTo>
                  <a:pt x="2882551" y="229508"/>
                  <a:pt x="2883599" y="231128"/>
                  <a:pt x="2885123" y="232652"/>
                </a:cubicBezTo>
                <a:lnTo>
                  <a:pt x="2887695" y="235795"/>
                </a:lnTo>
                <a:cubicBezTo>
                  <a:pt x="2893505" y="246272"/>
                  <a:pt x="2902363" y="255131"/>
                  <a:pt x="2909221" y="265132"/>
                </a:cubicBezTo>
                <a:cubicBezTo>
                  <a:pt x="2922841" y="287706"/>
                  <a:pt x="2938558" y="315995"/>
                  <a:pt x="2954846" y="336950"/>
                </a:cubicBezTo>
                <a:cubicBezTo>
                  <a:pt x="2957989" y="344285"/>
                  <a:pt x="2961132" y="352190"/>
                  <a:pt x="2966847" y="357905"/>
                </a:cubicBezTo>
                <a:cubicBezTo>
                  <a:pt x="2969990" y="363620"/>
                  <a:pt x="2972086" y="367907"/>
                  <a:pt x="2974753" y="371526"/>
                </a:cubicBezTo>
                <a:lnTo>
                  <a:pt x="2976848" y="374669"/>
                </a:lnTo>
                <a:lnTo>
                  <a:pt x="2970086" y="373622"/>
                </a:lnTo>
                <a:lnTo>
                  <a:pt x="2963799" y="373622"/>
                </a:lnTo>
                <a:cubicBezTo>
                  <a:pt x="2952845" y="374193"/>
                  <a:pt x="2940749" y="372574"/>
                  <a:pt x="2929699" y="372002"/>
                </a:cubicBezTo>
                <a:cubicBezTo>
                  <a:pt x="2922937" y="372002"/>
                  <a:pt x="2915603" y="370383"/>
                  <a:pt x="2909316" y="370383"/>
                </a:cubicBezTo>
                <a:cubicBezTo>
                  <a:pt x="2906745" y="370383"/>
                  <a:pt x="2903506" y="370383"/>
                  <a:pt x="2900934" y="370955"/>
                </a:cubicBezTo>
                <a:cubicBezTo>
                  <a:pt x="2899886" y="368383"/>
                  <a:pt x="2898839" y="366764"/>
                  <a:pt x="2898362" y="365240"/>
                </a:cubicBezTo>
                <a:lnTo>
                  <a:pt x="2895219" y="360001"/>
                </a:lnTo>
                <a:cubicBezTo>
                  <a:pt x="2893695" y="357334"/>
                  <a:pt x="2892647" y="355334"/>
                  <a:pt x="2892076" y="353238"/>
                </a:cubicBezTo>
                <a:cubicBezTo>
                  <a:pt x="2892076" y="350571"/>
                  <a:pt x="2891028" y="348476"/>
                  <a:pt x="2888933" y="346952"/>
                </a:cubicBezTo>
                <a:cubicBezTo>
                  <a:pt x="2886837" y="341237"/>
                  <a:pt x="2883218" y="335998"/>
                  <a:pt x="2879503" y="331235"/>
                </a:cubicBezTo>
                <a:cubicBezTo>
                  <a:pt x="2879027" y="329140"/>
                  <a:pt x="2877884" y="326568"/>
                  <a:pt x="2876360" y="324949"/>
                </a:cubicBezTo>
                <a:cubicBezTo>
                  <a:pt x="2875312" y="321806"/>
                  <a:pt x="2873693" y="318662"/>
                  <a:pt x="2871597" y="316567"/>
                </a:cubicBezTo>
                <a:cubicBezTo>
                  <a:pt x="2865882" y="306661"/>
                  <a:pt x="2857976" y="290373"/>
                  <a:pt x="2850642" y="283039"/>
                </a:cubicBezTo>
                <a:lnTo>
                  <a:pt x="2848070" y="279324"/>
                </a:lnTo>
                <a:cubicBezTo>
                  <a:pt x="2845975" y="276181"/>
                  <a:pt x="2843403" y="272561"/>
                  <a:pt x="2840736" y="269418"/>
                </a:cubicBezTo>
                <a:cubicBezTo>
                  <a:pt x="2831306" y="258941"/>
                  <a:pt x="2826639" y="255226"/>
                  <a:pt x="2815114" y="262655"/>
                </a:cubicBezTo>
                <a:cubicBezTo>
                  <a:pt x="2809875" y="266275"/>
                  <a:pt x="2805113" y="270466"/>
                  <a:pt x="2797778" y="275228"/>
                </a:cubicBezTo>
                <a:cubicBezTo>
                  <a:pt x="2793587" y="276276"/>
                  <a:pt x="2790444" y="280467"/>
                  <a:pt x="2791016" y="285134"/>
                </a:cubicBezTo>
                <a:cubicBezTo>
                  <a:pt x="2792540" y="306089"/>
                  <a:pt x="2792540" y="325997"/>
                  <a:pt x="2791016" y="346380"/>
                </a:cubicBezTo>
                <a:cubicBezTo>
                  <a:pt x="2791016" y="346952"/>
                  <a:pt x="2791016" y="348476"/>
                  <a:pt x="2790444" y="350095"/>
                </a:cubicBezTo>
                <a:lnTo>
                  <a:pt x="2790444" y="353238"/>
                </a:lnTo>
                <a:cubicBezTo>
                  <a:pt x="2789396" y="359525"/>
                  <a:pt x="2789396" y="364192"/>
                  <a:pt x="2789968" y="367907"/>
                </a:cubicBezTo>
                <a:lnTo>
                  <a:pt x="2760059" y="367907"/>
                </a:lnTo>
                <a:close/>
                <a:moveTo>
                  <a:pt x="2722436" y="370955"/>
                </a:moveTo>
                <a:cubicBezTo>
                  <a:pt x="2722912" y="375146"/>
                  <a:pt x="2723483" y="380956"/>
                  <a:pt x="2729770" y="378289"/>
                </a:cubicBezTo>
                <a:cubicBezTo>
                  <a:pt x="2730341" y="377717"/>
                  <a:pt x="2789491" y="377717"/>
                  <a:pt x="2791111" y="377717"/>
                </a:cubicBezTo>
                <a:cubicBezTo>
                  <a:pt x="2794730" y="377717"/>
                  <a:pt x="2801017" y="377717"/>
                  <a:pt x="2800541" y="372002"/>
                </a:cubicBezTo>
                <a:cubicBezTo>
                  <a:pt x="2800064" y="367335"/>
                  <a:pt x="2799493" y="362573"/>
                  <a:pt x="2800541" y="354191"/>
                </a:cubicBezTo>
                <a:lnTo>
                  <a:pt x="2800541" y="351524"/>
                </a:lnTo>
                <a:cubicBezTo>
                  <a:pt x="2801017" y="349904"/>
                  <a:pt x="2801017" y="347333"/>
                  <a:pt x="2801017" y="345237"/>
                </a:cubicBezTo>
                <a:cubicBezTo>
                  <a:pt x="2802636" y="325901"/>
                  <a:pt x="2802636" y="305994"/>
                  <a:pt x="2802636" y="283991"/>
                </a:cubicBezTo>
                <a:lnTo>
                  <a:pt x="2805779" y="282372"/>
                </a:lnTo>
                <a:cubicBezTo>
                  <a:pt x="2811018" y="279229"/>
                  <a:pt x="2815781" y="274562"/>
                  <a:pt x="2821020" y="270847"/>
                </a:cubicBezTo>
                <a:lnTo>
                  <a:pt x="2824734" y="268180"/>
                </a:lnTo>
                <a:cubicBezTo>
                  <a:pt x="2831497" y="272371"/>
                  <a:pt x="2835688" y="279134"/>
                  <a:pt x="2840450" y="284944"/>
                </a:cubicBezTo>
                <a:lnTo>
                  <a:pt x="2843594" y="289706"/>
                </a:lnTo>
                <a:cubicBezTo>
                  <a:pt x="2849880" y="295421"/>
                  <a:pt x="2858738" y="313233"/>
                  <a:pt x="2864549" y="323234"/>
                </a:cubicBezTo>
                <a:cubicBezTo>
                  <a:pt x="2866168" y="324854"/>
                  <a:pt x="2867120" y="326949"/>
                  <a:pt x="2868740" y="331045"/>
                </a:cubicBezTo>
                <a:cubicBezTo>
                  <a:pt x="2869054" y="331426"/>
                  <a:pt x="2869406" y="332315"/>
                  <a:pt x="2869787" y="333712"/>
                </a:cubicBezTo>
                <a:lnTo>
                  <a:pt x="2870835" y="336379"/>
                </a:lnTo>
                <a:cubicBezTo>
                  <a:pt x="2875503" y="342189"/>
                  <a:pt x="2878741" y="347904"/>
                  <a:pt x="2882360" y="354191"/>
                </a:cubicBezTo>
                <a:cubicBezTo>
                  <a:pt x="2882932" y="358382"/>
                  <a:pt x="2884932" y="362001"/>
                  <a:pt x="2887028" y="365144"/>
                </a:cubicBezTo>
                <a:lnTo>
                  <a:pt x="2889695" y="370383"/>
                </a:lnTo>
                <a:cubicBezTo>
                  <a:pt x="2893314" y="376098"/>
                  <a:pt x="2891219" y="380384"/>
                  <a:pt x="2900172" y="380861"/>
                </a:cubicBezTo>
                <a:cubicBezTo>
                  <a:pt x="2902839" y="380861"/>
                  <a:pt x="2906459" y="380289"/>
                  <a:pt x="2909602" y="380289"/>
                </a:cubicBezTo>
                <a:cubicBezTo>
                  <a:pt x="2915888" y="380289"/>
                  <a:pt x="2922746" y="381813"/>
                  <a:pt x="2929509" y="381813"/>
                </a:cubicBezTo>
                <a:cubicBezTo>
                  <a:pt x="2941034" y="382385"/>
                  <a:pt x="2953607" y="383909"/>
                  <a:pt x="2966180" y="383909"/>
                </a:cubicBezTo>
                <a:lnTo>
                  <a:pt x="2969800" y="383337"/>
                </a:lnTo>
                <a:cubicBezTo>
                  <a:pt x="2970371" y="383337"/>
                  <a:pt x="2980278" y="386004"/>
                  <a:pt x="2984468" y="383337"/>
                </a:cubicBezTo>
                <a:cubicBezTo>
                  <a:pt x="2988659" y="381718"/>
                  <a:pt x="2994946" y="379146"/>
                  <a:pt x="2989707" y="373907"/>
                </a:cubicBezTo>
                <a:cubicBezTo>
                  <a:pt x="2983992" y="368192"/>
                  <a:pt x="2979230" y="359239"/>
                  <a:pt x="2974562" y="350857"/>
                </a:cubicBezTo>
                <a:cubicBezTo>
                  <a:pt x="2969800" y="346094"/>
                  <a:pt x="2966657" y="338284"/>
                  <a:pt x="2963513" y="330950"/>
                </a:cubicBezTo>
                <a:cubicBezTo>
                  <a:pt x="2947797" y="311614"/>
                  <a:pt x="2931033" y="280181"/>
                  <a:pt x="2917984" y="259703"/>
                </a:cubicBezTo>
                <a:cubicBezTo>
                  <a:pt x="2911697" y="249797"/>
                  <a:pt x="2902744" y="240843"/>
                  <a:pt x="2897029" y="230366"/>
                </a:cubicBezTo>
                <a:lnTo>
                  <a:pt x="2894933" y="227222"/>
                </a:lnTo>
                <a:lnTo>
                  <a:pt x="2892362" y="225127"/>
                </a:lnTo>
                <a:cubicBezTo>
                  <a:pt x="2892362" y="225127"/>
                  <a:pt x="2892362" y="224555"/>
                  <a:pt x="2887123" y="217221"/>
                </a:cubicBezTo>
                <a:lnTo>
                  <a:pt x="2884551" y="214554"/>
                </a:lnTo>
                <a:cubicBezTo>
                  <a:pt x="2883027" y="212935"/>
                  <a:pt x="2881979" y="211411"/>
                  <a:pt x="2880932" y="209315"/>
                </a:cubicBezTo>
                <a:cubicBezTo>
                  <a:pt x="2891409" y="195123"/>
                  <a:pt x="2902934" y="182550"/>
                  <a:pt x="2914460" y="169501"/>
                </a:cubicBezTo>
                <a:cubicBezTo>
                  <a:pt x="2914460" y="169501"/>
                  <a:pt x="2916555" y="168453"/>
                  <a:pt x="2918174" y="166834"/>
                </a:cubicBezTo>
                <a:lnTo>
                  <a:pt x="2921318" y="164738"/>
                </a:lnTo>
                <a:cubicBezTo>
                  <a:pt x="2928652" y="155309"/>
                  <a:pt x="2938653" y="147974"/>
                  <a:pt x="2945892" y="138545"/>
                </a:cubicBezTo>
                <a:cubicBezTo>
                  <a:pt x="2956370" y="131210"/>
                  <a:pt x="2964275" y="122828"/>
                  <a:pt x="2971610" y="113970"/>
                </a:cubicBezTo>
                <a:lnTo>
                  <a:pt x="2971610" y="107207"/>
                </a:lnTo>
                <a:cubicBezTo>
                  <a:pt x="2973229" y="107207"/>
                  <a:pt x="2966371" y="106636"/>
                  <a:pt x="2966942" y="106160"/>
                </a:cubicBezTo>
                <a:cubicBezTo>
                  <a:pt x="2964847" y="105588"/>
                  <a:pt x="2962275" y="105588"/>
                  <a:pt x="2960180" y="106160"/>
                </a:cubicBezTo>
                <a:cubicBezTo>
                  <a:pt x="2951321" y="105588"/>
                  <a:pt x="2942368" y="104064"/>
                  <a:pt x="2933510" y="104064"/>
                </a:cubicBezTo>
                <a:lnTo>
                  <a:pt x="2929319" y="104064"/>
                </a:lnTo>
                <a:lnTo>
                  <a:pt x="2918841" y="105112"/>
                </a:lnTo>
                <a:cubicBezTo>
                  <a:pt x="2911507" y="105683"/>
                  <a:pt x="2904173" y="106160"/>
                  <a:pt x="2902553" y="106160"/>
                </a:cubicBezTo>
                <a:cubicBezTo>
                  <a:pt x="2896838" y="106160"/>
                  <a:pt x="2889980" y="103493"/>
                  <a:pt x="2887885" y="111398"/>
                </a:cubicBezTo>
                <a:cubicBezTo>
                  <a:pt x="2865311" y="137592"/>
                  <a:pt x="2837593" y="158547"/>
                  <a:pt x="2813971" y="183217"/>
                </a:cubicBezTo>
                <a:cubicBezTo>
                  <a:pt x="2810828" y="186360"/>
                  <a:pt x="2807684" y="189503"/>
                  <a:pt x="2803493" y="190551"/>
                </a:cubicBezTo>
                <a:lnTo>
                  <a:pt x="2801398" y="185884"/>
                </a:lnTo>
                <a:cubicBezTo>
                  <a:pt x="2802446" y="170168"/>
                  <a:pt x="2800922" y="154451"/>
                  <a:pt x="2799303" y="138735"/>
                </a:cubicBezTo>
                <a:cubicBezTo>
                  <a:pt x="2797683" y="123019"/>
                  <a:pt x="2795588" y="58058"/>
                  <a:pt x="2795588" y="44438"/>
                </a:cubicBezTo>
                <a:cubicBezTo>
                  <a:pt x="2795111" y="31865"/>
                  <a:pt x="2795111" y="19292"/>
                  <a:pt x="2795111" y="7766"/>
                </a:cubicBezTo>
                <a:cubicBezTo>
                  <a:pt x="2795111" y="4623"/>
                  <a:pt x="2792540" y="2528"/>
                  <a:pt x="2789396" y="3004"/>
                </a:cubicBezTo>
                <a:cubicBezTo>
                  <a:pt x="2768441" y="6147"/>
                  <a:pt x="2747963" y="4052"/>
                  <a:pt x="2727579" y="5099"/>
                </a:cubicBezTo>
                <a:cubicBezTo>
                  <a:pt x="2720245" y="6147"/>
                  <a:pt x="2720245" y="7766"/>
                  <a:pt x="2719769" y="14529"/>
                </a:cubicBezTo>
                <a:lnTo>
                  <a:pt x="2719769" y="22340"/>
                </a:lnTo>
                <a:cubicBezTo>
                  <a:pt x="2719197" y="27102"/>
                  <a:pt x="2718149" y="89967"/>
                  <a:pt x="2718721" y="109779"/>
                </a:cubicBezTo>
                <a:cubicBezTo>
                  <a:pt x="2720340" y="192551"/>
                  <a:pt x="2726055" y="275895"/>
                  <a:pt x="2723388" y="358572"/>
                </a:cubicBezTo>
                <a:lnTo>
                  <a:pt x="2723388" y="367526"/>
                </a:lnTo>
                <a:lnTo>
                  <a:pt x="2722912" y="370669"/>
                </a:lnTo>
                <a:close/>
                <a:moveTo>
                  <a:pt x="2588895" y="374098"/>
                </a:moveTo>
                <a:cubicBezTo>
                  <a:pt x="2592038" y="347333"/>
                  <a:pt x="2590514" y="330569"/>
                  <a:pt x="2590514" y="305994"/>
                </a:cubicBezTo>
                <a:lnTo>
                  <a:pt x="2590991" y="268275"/>
                </a:lnTo>
                <a:cubicBezTo>
                  <a:pt x="2591562" y="249416"/>
                  <a:pt x="2591562" y="228461"/>
                  <a:pt x="2590991" y="225317"/>
                </a:cubicBezTo>
                <a:cubicBezTo>
                  <a:pt x="2590514" y="219507"/>
                  <a:pt x="2588895" y="212744"/>
                  <a:pt x="2588895" y="205410"/>
                </a:cubicBezTo>
                <a:lnTo>
                  <a:pt x="2587371" y="197028"/>
                </a:lnTo>
                <a:cubicBezTo>
                  <a:pt x="2582704" y="170263"/>
                  <a:pt x="2570036" y="149308"/>
                  <a:pt x="2538127" y="151975"/>
                </a:cubicBezTo>
                <a:cubicBezTo>
                  <a:pt x="2520791" y="153023"/>
                  <a:pt x="2504123" y="157214"/>
                  <a:pt x="2494121" y="169787"/>
                </a:cubicBezTo>
                <a:cubicBezTo>
                  <a:pt x="2486216" y="178645"/>
                  <a:pt x="2480501" y="188646"/>
                  <a:pt x="2477357" y="202743"/>
                </a:cubicBezTo>
                <a:lnTo>
                  <a:pt x="2476310" y="207982"/>
                </a:lnTo>
                <a:cubicBezTo>
                  <a:pt x="2474690" y="213221"/>
                  <a:pt x="2472595" y="218936"/>
                  <a:pt x="2471642" y="225794"/>
                </a:cubicBezTo>
                <a:cubicBezTo>
                  <a:pt x="2467928" y="245225"/>
                  <a:pt x="2474214" y="278181"/>
                  <a:pt x="2473166" y="298660"/>
                </a:cubicBezTo>
                <a:cubicBezTo>
                  <a:pt x="2472119" y="315995"/>
                  <a:pt x="2473738" y="333236"/>
                  <a:pt x="2472690" y="353143"/>
                </a:cubicBezTo>
                <a:cubicBezTo>
                  <a:pt x="2472214" y="359429"/>
                  <a:pt x="2471642" y="365716"/>
                  <a:pt x="2472214" y="372002"/>
                </a:cubicBezTo>
                <a:cubicBezTo>
                  <a:pt x="2464880" y="373050"/>
                  <a:pt x="2456974" y="373622"/>
                  <a:pt x="2448592" y="373622"/>
                </a:cubicBezTo>
                <a:cubicBezTo>
                  <a:pt x="2439734" y="373050"/>
                  <a:pt x="2430304" y="372574"/>
                  <a:pt x="2421350" y="372574"/>
                </a:cubicBezTo>
                <a:cubicBezTo>
                  <a:pt x="2419255" y="372574"/>
                  <a:pt x="2416588" y="373145"/>
                  <a:pt x="2414016" y="373145"/>
                </a:cubicBezTo>
                <a:cubicBezTo>
                  <a:pt x="2413445" y="340665"/>
                  <a:pt x="2411921" y="151022"/>
                  <a:pt x="2412968" y="140545"/>
                </a:cubicBezTo>
                <a:cubicBezTo>
                  <a:pt x="2413445" y="131687"/>
                  <a:pt x="2415064" y="122733"/>
                  <a:pt x="2416588" y="114351"/>
                </a:cubicBezTo>
                <a:lnTo>
                  <a:pt x="2424494" y="113780"/>
                </a:lnTo>
                <a:lnTo>
                  <a:pt x="2436495" y="113208"/>
                </a:lnTo>
                <a:cubicBezTo>
                  <a:pt x="2444306" y="113208"/>
                  <a:pt x="2451735" y="113780"/>
                  <a:pt x="2459546" y="113780"/>
                </a:cubicBezTo>
                <a:lnTo>
                  <a:pt x="2470499" y="113780"/>
                </a:lnTo>
                <a:lnTo>
                  <a:pt x="2470499" y="117494"/>
                </a:lnTo>
                <a:cubicBezTo>
                  <a:pt x="2470499" y="123209"/>
                  <a:pt x="2470023" y="130067"/>
                  <a:pt x="2472595" y="135306"/>
                </a:cubicBezTo>
                <a:cubicBezTo>
                  <a:pt x="2480501" y="151594"/>
                  <a:pt x="2499836" y="125400"/>
                  <a:pt x="2506123" y="122733"/>
                </a:cubicBezTo>
                <a:cubicBezTo>
                  <a:pt x="2517172" y="114923"/>
                  <a:pt x="2529745" y="108065"/>
                  <a:pt x="2543366" y="104921"/>
                </a:cubicBezTo>
                <a:cubicBezTo>
                  <a:pt x="2552224" y="103302"/>
                  <a:pt x="2562225" y="105493"/>
                  <a:pt x="2571083" y="105969"/>
                </a:cubicBezTo>
                <a:cubicBezTo>
                  <a:pt x="2581085" y="106541"/>
                  <a:pt x="2589943" y="110160"/>
                  <a:pt x="2599373" y="112256"/>
                </a:cubicBezTo>
                <a:cubicBezTo>
                  <a:pt x="2605183" y="113875"/>
                  <a:pt x="2607278" y="114923"/>
                  <a:pt x="2611470" y="118066"/>
                </a:cubicBezTo>
                <a:cubicBezTo>
                  <a:pt x="2625090" y="127496"/>
                  <a:pt x="2637091" y="140545"/>
                  <a:pt x="2642902" y="157309"/>
                </a:cubicBezTo>
                <a:cubicBezTo>
                  <a:pt x="2646616" y="175597"/>
                  <a:pt x="2652903" y="211316"/>
                  <a:pt x="2652332" y="238557"/>
                </a:cubicBezTo>
                <a:cubicBezTo>
                  <a:pt x="2651855" y="249511"/>
                  <a:pt x="2652903" y="260560"/>
                  <a:pt x="2652332" y="271037"/>
                </a:cubicBezTo>
                <a:cubicBezTo>
                  <a:pt x="2651855" y="277800"/>
                  <a:pt x="2653951" y="286277"/>
                  <a:pt x="2652332" y="294564"/>
                </a:cubicBezTo>
                <a:cubicBezTo>
                  <a:pt x="2652903" y="300374"/>
                  <a:pt x="2652903" y="355334"/>
                  <a:pt x="2648712" y="377813"/>
                </a:cubicBezTo>
                <a:cubicBezTo>
                  <a:pt x="2644521" y="377813"/>
                  <a:pt x="2640330" y="377813"/>
                  <a:pt x="2636139" y="378384"/>
                </a:cubicBezTo>
                <a:lnTo>
                  <a:pt x="2632996" y="378956"/>
                </a:lnTo>
                <a:lnTo>
                  <a:pt x="2630900" y="378956"/>
                </a:lnTo>
                <a:lnTo>
                  <a:pt x="2627186" y="378384"/>
                </a:lnTo>
                <a:cubicBezTo>
                  <a:pt x="2617756" y="376765"/>
                  <a:pt x="2609850" y="376289"/>
                  <a:pt x="2601468" y="376289"/>
                </a:cubicBezTo>
                <a:cubicBezTo>
                  <a:pt x="2597753" y="375717"/>
                  <a:pt x="2594134" y="376289"/>
                  <a:pt x="2589466" y="375717"/>
                </a:cubicBezTo>
                <a:lnTo>
                  <a:pt x="2588895" y="374193"/>
                </a:lnTo>
                <a:close/>
                <a:moveTo>
                  <a:pt x="2481548" y="129972"/>
                </a:moveTo>
                <a:cubicBezTo>
                  <a:pt x="2478405" y="121114"/>
                  <a:pt x="2486216" y="104350"/>
                  <a:pt x="2471642" y="103778"/>
                </a:cubicBezTo>
                <a:lnTo>
                  <a:pt x="2459546" y="103778"/>
                </a:lnTo>
                <a:cubicBezTo>
                  <a:pt x="2451735" y="103778"/>
                  <a:pt x="2444306" y="103207"/>
                  <a:pt x="2436495" y="103207"/>
                </a:cubicBezTo>
                <a:lnTo>
                  <a:pt x="2423922" y="103778"/>
                </a:lnTo>
                <a:cubicBezTo>
                  <a:pt x="2419731" y="104350"/>
                  <a:pt x="2408206" y="102731"/>
                  <a:pt x="2407158" y="108446"/>
                </a:cubicBezTo>
                <a:cubicBezTo>
                  <a:pt x="2405539" y="118447"/>
                  <a:pt x="2404015" y="128924"/>
                  <a:pt x="2402967" y="139402"/>
                </a:cubicBezTo>
                <a:cubicBezTo>
                  <a:pt x="2401919" y="150927"/>
                  <a:pt x="2404015" y="377717"/>
                  <a:pt x="2404015" y="377717"/>
                </a:cubicBezTo>
                <a:cubicBezTo>
                  <a:pt x="2404015" y="381908"/>
                  <a:pt x="2409254" y="382956"/>
                  <a:pt x="2412397" y="382956"/>
                </a:cubicBezTo>
                <a:cubicBezTo>
                  <a:pt x="2415540" y="382956"/>
                  <a:pt x="2418683" y="382385"/>
                  <a:pt x="2421255" y="382385"/>
                </a:cubicBezTo>
                <a:cubicBezTo>
                  <a:pt x="2430113" y="382385"/>
                  <a:pt x="2439543" y="382956"/>
                  <a:pt x="2448497" y="383432"/>
                </a:cubicBezTo>
                <a:cubicBezTo>
                  <a:pt x="2458974" y="383432"/>
                  <a:pt x="2469452" y="382385"/>
                  <a:pt x="2478405" y="381337"/>
                </a:cubicBezTo>
                <a:cubicBezTo>
                  <a:pt x="2481548" y="381337"/>
                  <a:pt x="2483644" y="378194"/>
                  <a:pt x="2482596" y="375050"/>
                </a:cubicBezTo>
                <a:cubicBezTo>
                  <a:pt x="2480977" y="369812"/>
                  <a:pt x="2482024" y="359334"/>
                  <a:pt x="2482596" y="353619"/>
                </a:cubicBezTo>
                <a:cubicBezTo>
                  <a:pt x="2483644" y="333712"/>
                  <a:pt x="2482024" y="316376"/>
                  <a:pt x="2483072" y="299136"/>
                </a:cubicBezTo>
                <a:cubicBezTo>
                  <a:pt x="2484120" y="280753"/>
                  <a:pt x="2477834" y="243034"/>
                  <a:pt x="2481453" y="227889"/>
                </a:cubicBezTo>
                <a:cubicBezTo>
                  <a:pt x="2482501" y="221126"/>
                  <a:pt x="2484596" y="215316"/>
                  <a:pt x="2486120" y="210077"/>
                </a:cubicBezTo>
                <a:lnTo>
                  <a:pt x="2487168" y="204267"/>
                </a:lnTo>
                <a:cubicBezTo>
                  <a:pt x="2489740" y="192742"/>
                  <a:pt x="2494979" y="183884"/>
                  <a:pt x="2501837" y="175978"/>
                </a:cubicBezTo>
                <a:cubicBezTo>
                  <a:pt x="2508599" y="167120"/>
                  <a:pt x="2522220" y="162833"/>
                  <a:pt x="2538984" y="161786"/>
                </a:cubicBezTo>
                <a:cubicBezTo>
                  <a:pt x="2569369" y="159690"/>
                  <a:pt x="2575084" y="182741"/>
                  <a:pt x="2578799" y="206363"/>
                </a:cubicBezTo>
                <a:cubicBezTo>
                  <a:pt x="2578799" y="213125"/>
                  <a:pt x="2579846" y="219983"/>
                  <a:pt x="2580894" y="226746"/>
                </a:cubicBezTo>
                <a:cubicBezTo>
                  <a:pt x="2581942" y="231509"/>
                  <a:pt x="2580418" y="305327"/>
                  <a:pt x="2580418" y="305899"/>
                </a:cubicBezTo>
                <a:cubicBezTo>
                  <a:pt x="2580418" y="330473"/>
                  <a:pt x="2581942" y="347333"/>
                  <a:pt x="2578799" y="374003"/>
                </a:cubicBezTo>
                <a:lnTo>
                  <a:pt x="2579275" y="376574"/>
                </a:lnTo>
                <a:lnTo>
                  <a:pt x="2578799" y="379241"/>
                </a:lnTo>
                <a:cubicBezTo>
                  <a:pt x="2577179" y="388195"/>
                  <a:pt x="2596610" y="385528"/>
                  <a:pt x="2601278" y="386099"/>
                </a:cubicBezTo>
                <a:cubicBezTo>
                  <a:pt x="2608612" y="386099"/>
                  <a:pt x="2616518" y="386671"/>
                  <a:pt x="2625376" y="388195"/>
                </a:cubicBezTo>
                <a:lnTo>
                  <a:pt x="2630043" y="388671"/>
                </a:lnTo>
                <a:lnTo>
                  <a:pt x="2634234" y="388671"/>
                </a:lnTo>
                <a:lnTo>
                  <a:pt x="2637378" y="388195"/>
                </a:lnTo>
                <a:cubicBezTo>
                  <a:pt x="2640997" y="387623"/>
                  <a:pt x="2644712" y="387623"/>
                  <a:pt x="2647855" y="388195"/>
                </a:cubicBezTo>
                <a:cubicBezTo>
                  <a:pt x="2651474" y="388195"/>
                  <a:pt x="2658332" y="389719"/>
                  <a:pt x="2659380" y="384004"/>
                </a:cubicBezTo>
                <a:cubicBezTo>
                  <a:pt x="2662523" y="364668"/>
                  <a:pt x="2662523" y="303803"/>
                  <a:pt x="2661952" y="294469"/>
                </a:cubicBezTo>
                <a:cubicBezTo>
                  <a:pt x="2663571" y="287135"/>
                  <a:pt x="2661476" y="278753"/>
                  <a:pt x="2661952" y="271418"/>
                </a:cubicBezTo>
                <a:cubicBezTo>
                  <a:pt x="2662428" y="260941"/>
                  <a:pt x="2661476" y="249987"/>
                  <a:pt x="2661952" y="238938"/>
                </a:cubicBezTo>
                <a:cubicBezTo>
                  <a:pt x="2662999" y="210173"/>
                  <a:pt x="2656237" y="173501"/>
                  <a:pt x="2652522" y="154070"/>
                </a:cubicBezTo>
                <a:cubicBezTo>
                  <a:pt x="2645759" y="134639"/>
                  <a:pt x="2632043" y="120066"/>
                  <a:pt x="2616899" y="109493"/>
                </a:cubicBezTo>
                <a:cubicBezTo>
                  <a:pt x="2611660" y="106350"/>
                  <a:pt x="2608516" y="104255"/>
                  <a:pt x="2601182" y="102731"/>
                </a:cubicBezTo>
                <a:cubicBezTo>
                  <a:pt x="2591276" y="100064"/>
                  <a:pt x="2581751" y="96444"/>
                  <a:pt x="2571274" y="95873"/>
                </a:cubicBezTo>
                <a:cubicBezTo>
                  <a:pt x="2561368" y="95301"/>
                  <a:pt x="2551366" y="93301"/>
                  <a:pt x="2540889" y="95301"/>
                </a:cubicBezTo>
                <a:cubicBezTo>
                  <a:pt x="2525649" y="98444"/>
                  <a:pt x="2512028" y="105779"/>
                  <a:pt x="2500503" y="114161"/>
                </a:cubicBezTo>
                <a:cubicBezTo>
                  <a:pt x="2492597" y="117875"/>
                  <a:pt x="2488502" y="126162"/>
                  <a:pt x="2481072" y="129877"/>
                </a:cubicBezTo>
                <a:moveTo>
                  <a:pt x="2181987" y="270752"/>
                </a:moveTo>
                <a:cubicBezTo>
                  <a:pt x="2180368" y="271323"/>
                  <a:pt x="2178272" y="271799"/>
                  <a:pt x="2176748" y="272847"/>
                </a:cubicBezTo>
                <a:cubicBezTo>
                  <a:pt x="2174653" y="273895"/>
                  <a:pt x="2173605" y="274943"/>
                  <a:pt x="2170462" y="277038"/>
                </a:cubicBezTo>
                <a:lnTo>
                  <a:pt x="2165795" y="279705"/>
                </a:lnTo>
                <a:cubicBezTo>
                  <a:pt x="2153793" y="290659"/>
                  <a:pt x="2153793" y="309614"/>
                  <a:pt x="2159508" y="324282"/>
                </a:cubicBezTo>
                <a:lnTo>
                  <a:pt x="2161604" y="326949"/>
                </a:lnTo>
                <a:cubicBezTo>
                  <a:pt x="2174177" y="343713"/>
                  <a:pt x="2191988" y="347333"/>
                  <a:pt x="2208752" y="348952"/>
                </a:cubicBezTo>
                <a:cubicBezTo>
                  <a:pt x="2217611" y="350000"/>
                  <a:pt x="2230279" y="342665"/>
                  <a:pt x="2238089" y="338474"/>
                </a:cubicBezTo>
                <a:cubicBezTo>
                  <a:pt x="2242757" y="335807"/>
                  <a:pt x="2247519" y="334283"/>
                  <a:pt x="2251234" y="330569"/>
                </a:cubicBezTo>
                <a:cubicBezTo>
                  <a:pt x="2261711" y="321139"/>
                  <a:pt x="2265426" y="304946"/>
                  <a:pt x="2267998" y="291802"/>
                </a:cubicBezTo>
                <a:cubicBezTo>
                  <a:pt x="2271141" y="281324"/>
                  <a:pt x="2269522" y="269799"/>
                  <a:pt x="2268474" y="259322"/>
                </a:cubicBezTo>
                <a:cubicBezTo>
                  <a:pt x="2267998" y="255607"/>
                  <a:pt x="2266379" y="249416"/>
                  <a:pt x="2261711" y="249416"/>
                </a:cubicBezTo>
                <a:lnTo>
                  <a:pt x="2259044" y="249987"/>
                </a:lnTo>
                <a:lnTo>
                  <a:pt x="2255425" y="250559"/>
                </a:lnTo>
                <a:lnTo>
                  <a:pt x="2243423" y="253130"/>
                </a:lnTo>
                <a:cubicBezTo>
                  <a:pt x="2234565" y="255226"/>
                  <a:pt x="2224564" y="257321"/>
                  <a:pt x="2220849" y="258369"/>
                </a:cubicBezTo>
                <a:lnTo>
                  <a:pt x="2206657" y="262084"/>
                </a:lnTo>
                <a:lnTo>
                  <a:pt x="2196751" y="265227"/>
                </a:lnTo>
                <a:lnTo>
                  <a:pt x="2193131" y="266275"/>
                </a:lnTo>
                <a:cubicBezTo>
                  <a:pt x="2190464" y="267323"/>
                  <a:pt x="2188940" y="268942"/>
                  <a:pt x="2186369" y="269990"/>
                </a:cubicBezTo>
                <a:lnTo>
                  <a:pt x="2182178" y="271037"/>
                </a:lnTo>
                <a:close/>
                <a:moveTo>
                  <a:pt x="2258473" y="260274"/>
                </a:moveTo>
                <a:cubicBezTo>
                  <a:pt x="2259521" y="269704"/>
                  <a:pt x="2261045" y="279610"/>
                  <a:pt x="2258473" y="289611"/>
                </a:cubicBezTo>
                <a:cubicBezTo>
                  <a:pt x="2255806" y="300089"/>
                  <a:pt x="2252758" y="315233"/>
                  <a:pt x="2244281" y="323139"/>
                </a:cubicBezTo>
                <a:cubicBezTo>
                  <a:pt x="2241137" y="326282"/>
                  <a:pt x="2236946" y="327330"/>
                  <a:pt x="2233327" y="329426"/>
                </a:cubicBezTo>
                <a:cubicBezTo>
                  <a:pt x="2227040" y="332569"/>
                  <a:pt x="2221325" y="336284"/>
                  <a:pt x="2214467" y="338379"/>
                </a:cubicBezTo>
                <a:cubicBezTo>
                  <a:pt x="2200275" y="342570"/>
                  <a:pt x="2177796" y="332093"/>
                  <a:pt x="2167795" y="318472"/>
                </a:cubicBezTo>
                <a:cubicBezTo>
                  <a:pt x="2163604" y="307518"/>
                  <a:pt x="2165699" y="293326"/>
                  <a:pt x="2173034" y="287039"/>
                </a:cubicBezTo>
                <a:lnTo>
                  <a:pt x="2175605" y="285420"/>
                </a:lnTo>
                <a:lnTo>
                  <a:pt x="2178749" y="283801"/>
                </a:lnTo>
                <a:lnTo>
                  <a:pt x="2180844" y="281705"/>
                </a:lnTo>
                <a:cubicBezTo>
                  <a:pt x="2181892" y="281134"/>
                  <a:pt x="2183416" y="280658"/>
                  <a:pt x="2184464" y="280086"/>
                </a:cubicBezTo>
                <a:lnTo>
                  <a:pt x="2188655" y="279038"/>
                </a:lnTo>
                <a:cubicBezTo>
                  <a:pt x="2191226" y="277991"/>
                  <a:pt x="2194370" y="277419"/>
                  <a:pt x="2196465" y="275419"/>
                </a:cubicBezTo>
                <a:lnTo>
                  <a:pt x="2199608" y="274371"/>
                </a:lnTo>
                <a:lnTo>
                  <a:pt x="2209038" y="271704"/>
                </a:lnTo>
                <a:lnTo>
                  <a:pt x="2223230" y="267513"/>
                </a:lnTo>
                <a:cubicBezTo>
                  <a:pt x="2226850" y="266465"/>
                  <a:pt x="2236851" y="264370"/>
                  <a:pt x="2245233" y="262846"/>
                </a:cubicBezTo>
                <a:lnTo>
                  <a:pt x="2258378" y="260179"/>
                </a:lnTo>
                <a:close/>
                <a:moveTo>
                  <a:pt x="2101787" y="185408"/>
                </a:moveTo>
                <a:cubicBezTo>
                  <a:pt x="2103406" y="180169"/>
                  <a:pt x="2104930" y="174930"/>
                  <a:pt x="2105978" y="169120"/>
                </a:cubicBezTo>
                <a:cubicBezTo>
                  <a:pt x="2116455" y="152356"/>
                  <a:pt x="2129028" y="137687"/>
                  <a:pt x="2144744" y="127210"/>
                </a:cubicBezTo>
                <a:cubicBezTo>
                  <a:pt x="2146840" y="124543"/>
                  <a:pt x="2148935" y="123495"/>
                  <a:pt x="2151507" y="121400"/>
                </a:cubicBezTo>
                <a:lnTo>
                  <a:pt x="2156746" y="118828"/>
                </a:lnTo>
                <a:cubicBezTo>
                  <a:pt x="2158270" y="118256"/>
                  <a:pt x="2159889" y="117209"/>
                  <a:pt x="2161413" y="116161"/>
                </a:cubicBezTo>
                <a:cubicBezTo>
                  <a:pt x="2168747" y="114065"/>
                  <a:pt x="2176082" y="110922"/>
                  <a:pt x="2183416" y="109303"/>
                </a:cubicBezTo>
                <a:lnTo>
                  <a:pt x="2201228" y="106731"/>
                </a:lnTo>
                <a:lnTo>
                  <a:pt x="2203799" y="105683"/>
                </a:lnTo>
                <a:lnTo>
                  <a:pt x="2206371" y="104636"/>
                </a:lnTo>
                <a:cubicBezTo>
                  <a:pt x="2214753" y="103588"/>
                  <a:pt x="2224183" y="103588"/>
                  <a:pt x="2232089" y="103588"/>
                </a:cubicBezTo>
                <a:cubicBezTo>
                  <a:pt x="2237804" y="103588"/>
                  <a:pt x="2243042" y="104636"/>
                  <a:pt x="2247805" y="105207"/>
                </a:cubicBezTo>
                <a:cubicBezTo>
                  <a:pt x="2257711" y="105779"/>
                  <a:pt x="2268284" y="105207"/>
                  <a:pt x="2278190" y="108350"/>
                </a:cubicBezTo>
                <a:cubicBezTo>
                  <a:pt x="2291810" y="112065"/>
                  <a:pt x="2303336" y="121971"/>
                  <a:pt x="2314289" y="131401"/>
                </a:cubicBezTo>
                <a:cubicBezTo>
                  <a:pt x="2318004" y="136068"/>
                  <a:pt x="2322671" y="141307"/>
                  <a:pt x="2324195" y="148165"/>
                </a:cubicBezTo>
                <a:cubicBezTo>
                  <a:pt x="2328386" y="163405"/>
                  <a:pt x="2327910" y="180169"/>
                  <a:pt x="2328386" y="195885"/>
                </a:cubicBezTo>
                <a:cubicBezTo>
                  <a:pt x="2328386" y="201600"/>
                  <a:pt x="2327910" y="207410"/>
                  <a:pt x="2327339" y="213125"/>
                </a:cubicBezTo>
                <a:cubicBezTo>
                  <a:pt x="2327339" y="218936"/>
                  <a:pt x="2328386" y="280181"/>
                  <a:pt x="2327910" y="294850"/>
                </a:cubicBezTo>
                <a:cubicBezTo>
                  <a:pt x="2327910" y="296945"/>
                  <a:pt x="2328958" y="322091"/>
                  <a:pt x="2331053" y="333617"/>
                </a:cubicBezTo>
                <a:cubicBezTo>
                  <a:pt x="2333625" y="345142"/>
                  <a:pt x="2336292" y="356096"/>
                  <a:pt x="2337816" y="365049"/>
                </a:cubicBezTo>
                <a:cubicBezTo>
                  <a:pt x="2337816" y="367145"/>
                  <a:pt x="2338292" y="368669"/>
                  <a:pt x="2339340" y="372383"/>
                </a:cubicBezTo>
                <a:cubicBezTo>
                  <a:pt x="2325148" y="375050"/>
                  <a:pt x="2311051" y="379718"/>
                  <a:pt x="2296382" y="378670"/>
                </a:cubicBezTo>
                <a:lnTo>
                  <a:pt x="2287524" y="377051"/>
                </a:lnTo>
                <a:cubicBezTo>
                  <a:pt x="2284381" y="377051"/>
                  <a:pt x="2281238" y="377622"/>
                  <a:pt x="2278666" y="377622"/>
                </a:cubicBezTo>
                <a:cubicBezTo>
                  <a:pt x="2277047" y="370288"/>
                  <a:pt x="2276570" y="357715"/>
                  <a:pt x="2266664" y="357715"/>
                </a:cubicBezTo>
                <a:cubicBezTo>
                  <a:pt x="2263521" y="357715"/>
                  <a:pt x="2260854" y="359810"/>
                  <a:pt x="2258759" y="360858"/>
                </a:cubicBezTo>
                <a:lnTo>
                  <a:pt x="2255615" y="362954"/>
                </a:lnTo>
                <a:cubicBezTo>
                  <a:pt x="2254568" y="363525"/>
                  <a:pt x="2251996" y="365049"/>
                  <a:pt x="2250377" y="366668"/>
                </a:cubicBezTo>
                <a:lnTo>
                  <a:pt x="2245614" y="369812"/>
                </a:lnTo>
                <a:cubicBezTo>
                  <a:pt x="2237804" y="374003"/>
                  <a:pt x="2231422" y="377146"/>
                  <a:pt x="2223611" y="379241"/>
                </a:cubicBezTo>
                <a:cubicBezTo>
                  <a:pt x="2212658" y="381813"/>
                  <a:pt x="2203133" y="383432"/>
                  <a:pt x="2191703" y="383909"/>
                </a:cubicBezTo>
                <a:lnTo>
                  <a:pt x="2174367" y="385528"/>
                </a:lnTo>
                <a:cubicBezTo>
                  <a:pt x="2155508" y="387147"/>
                  <a:pt x="2142458" y="380861"/>
                  <a:pt x="2125123" y="374003"/>
                </a:cubicBezTo>
                <a:lnTo>
                  <a:pt x="2122551" y="371907"/>
                </a:lnTo>
                <a:lnTo>
                  <a:pt x="2116741" y="368288"/>
                </a:lnTo>
                <a:lnTo>
                  <a:pt x="2109407" y="363049"/>
                </a:lnTo>
                <a:lnTo>
                  <a:pt x="2107311" y="359906"/>
                </a:lnTo>
                <a:lnTo>
                  <a:pt x="2104168" y="354667"/>
                </a:lnTo>
                <a:cubicBezTo>
                  <a:pt x="2099977" y="347809"/>
                  <a:pt x="2102072" y="351524"/>
                  <a:pt x="2098929" y="346285"/>
                </a:cubicBezTo>
                <a:cubicBezTo>
                  <a:pt x="2094738" y="341046"/>
                  <a:pt x="2093214" y="328473"/>
                  <a:pt x="2090547" y="321710"/>
                </a:cubicBezTo>
                <a:cubicBezTo>
                  <a:pt x="2088452" y="314948"/>
                  <a:pt x="2088452" y="307518"/>
                  <a:pt x="2090547" y="298184"/>
                </a:cubicBezTo>
                <a:cubicBezTo>
                  <a:pt x="2091118" y="293993"/>
                  <a:pt x="2091595" y="289802"/>
                  <a:pt x="2092643" y="286658"/>
                </a:cubicBezTo>
                <a:lnTo>
                  <a:pt x="2093690" y="282944"/>
                </a:lnTo>
                <a:lnTo>
                  <a:pt x="2096357" y="276657"/>
                </a:lnTo>
                <a:cubicBezTo>
                  <a:pt x="2105787" y="253035"/>
                  <a:pt x="2130362" y="236271"/>
                  <a:pt x="2155031" y="233128"/>
                </a:cubicBezTo>
                <a:lnTo>
                  <a:pt x="2177606" y="231032"/>
                </a:lnTo>
                <a:cubicBezTo>
                  <a:pt x="2178082" y="231032"/>
                  <a:pt x="2180177" y="231032"/>
                  <a:pt x="2182273" y="230461"/>
                </a:cubicBezTo>
                <a:lnTo>
                  <a:pt x="2190655" y="229889"/>
                </a:lnTo>
                <a:lnTo>
                  <a:pt x="2202656" y="229318"/>
                </a:lnTo>
                <a:cubicBezTo>
                  <a:pt x="2206276" y="229318"/>
                  <a:pt x="2215801" y="228270"/>
                  <a:pt x="2225231" y="227222"/>
                </a:cubicBezTo>
                <a:cubicBezTo>
                  <a:pt x="2234089" y="226175"/>
                  <a:pt x="2260283" y="219888"/>
                  <a:pt x="2265617" y="210458"/>
                </a:cubicBezTo>
                <a:lnTo>
                  <a:pt x="2267712" y="205696"/>
                </a:lnTo>
                <a:lnTo>
                  <a:pt x="2268760" y="202553"/>
                </a:lnTo>
                <a:cubicBezTo>
                  <a:pt x="2269331" y="200933"/>
                  <a:pt x="2269808" y="198933"/>
                  <a:pt x="2269331" y="197314"/>
                </a:cubicBezTo>
                <a:cubicBezTo>
                  <a:pt x="2267236" y="182645"/>
                  <a:pt x="2268284" y="163214"/>
                  <a:pt x="2253044" y="153308"/>
                </a:cubicBezTo>
                <a:cubicBezTo>
                  <a:pt x="2245233" y="148070"/>
                  <a:pt x="2233613" y="146546"/>
                  <a:pt x="2225802" y="146546"/>
                </a:cubicBezTo>
                <a:cubicBezTo>
                  <a:pt x="2219039" y="145974"/>
                  <a:pt x="2212181" y="147593"/>
                  <a:pt x="2206943" y="148641"/>
                </a:cubicBezTo>
                <a:cubicBezTo>
                  <a:pt x="2199608" y="150260"/>
                  <a:pt x="2187035" y="154451"/>
                  <a:pt x="2180749" y="159690"/>
                </a:cubicBezTo>
                <a:cubicBezTo>
                  <a:pt x="2178653" y="161786"/>
                  <a:pt x="2176082" y="164929"/>
                  <a:pt x="2175034" y="167024"/>
                </a:cubicBezTo>
                <a:lnTo>
                  <a:pt x="2171319" y="173311"/>
                </a:lnTo>
                <a:cubicBezTo>
                  <a:pt x="2168747" y="178550"/>
                  <a:pt x="2166652" y="182169"/>
                  <a:pt x="2164556" y="186932"/>
                </a:cubicBezTo>
                <a:lnTo>
                  <a:pt x="2161413" y="186932"/>
                </a:lnTo>
                <a:cubicBezTo>
                  <a:pt x="2158270" y="186932"/>
                  <a:pt x="2155127" y="185884"/>
                  <a:pt x="2151507" y="185884"/>
                </a:cubicBezTo>
                <a:cubicBezTo>
                  <a:pt x="2147888" y="185312"/>
                  <a:pt x="2135791" y="185312"/>
                  <a:pt x="2123789" y="184836"/>
                </a:cubicBezTo>
                <a:lnTo>
                  <a:pt x="2108073" y="184836"/>
                </a:lnTo>
                <a:lnTo>
                  <a:pt x="2101787" y="185408"/>
                </a:lnTo>
                <a:close/>
                <a:moveTo>
                  <a:pt x="2255806" y="374479"/>
                </a:moveTo>
                <a:lnTo>
                  <a:pt x="2261045" y="371336"/>
                </a:lnTo>
                <a:lnTo>
                  <a:pt x="2264188" y="369716"/>
                </a:lnTo>
                <a:lnTo>
                  <a:pt x="2266283" y="368192"/>
                </a:lnTo>
                <a:cubicBezTo>
                  <a:pt x="2267331" y="371336"/>
                  <a:pt x="2267903" y="374479"/>
                  <a:pt x="2268379" y="377622"/>
                </a:cubicBezTo>
                <a:cubicBezTo>
                  <a:pt x="2270951" y="391814"/>
                  <a:pt x="2274094" y="387052"/>
                  <a:pt x="2287238" y="387623"/>
                </a:cubicBezTo>
                <a:lnTo>
                  <a:pt x="2295620" y="389147"/>
                </a:lnTo>
                <a:cubicBezTo>
                  <a:pt x="2312956" y="389719"/>
                  <a:pt x="2329148" y="383909"/>
                  <a:pt x="2346484" y="381337"/>
                </a:cubicBezTo>
                <a:cubicBezTo>
                  <a:pt x="2351723" y="380765"/>
                  <a:pt x="2350675" y="375527"/>
                  <a:pt x="2349627" y="372383"/>
                </a:cubicBezTo>
                <a:lnTo>
                  <a:pt x="2348579" y="368192"/>
                </a:lnTo>
                <a:cubicBezTo>
                  <a:pt x="2348103" y="366573"/>
                  <a:pt x="2348103" y="365525"/>
                  <a:pt x="2348103" y="364001"/>
                </a:cubicBezTo>
                <a:cubicBezTo>
                  <a:pt x="2346579" y="355143"/>
                  <a:pt x="2343912" y="343046"/>
                  <a:pt x="2341340" y="331521"/>
                </a:cubicBezTo>
                <a:cubicBezTo>
                  <a:pt x="2339245" y="321044"/>
                  <a:pt x="2338197" y="298565"/>
                  <a:pt x="2338197" y="293802"/>
                </a:cubicBezTo>
                <a:cubicBezTo>
                  <a:pt x="2338673" y="280181"/>
                  <a:pt x="2337626" y="219412"/>
                  <a:pt x="2337626" y="213602"/>
                </a:cubicBezTo>
                <a:cubicBezTo>
                  <a:pt x="2338197" y="207887"/>
                  <a:pt x="2338673" y="201600"/>
                  <a:pt x="2338673" y="195790"/>
                </a:cubicBezTo>
                <a:cubicBezTo>
                  <a:pt x="2338197" y="179026"/>
                  <a:pt x="2338673" y="161214"/>
                  <a:pt x="2334482" y="145498"/>
                </a:cubicBezTo>
                <a:cubicBezTo>
                  <a:pt x="2332387" y="137116"/>
                  <a:pt x="2327148" y="130829"/>
                  <a:pt x="2321338" y="123971"/>
                </a:cubicBezTo>
                <a:cubicBezTo>
                  <a:pt x="2309336" y="113494"/>
                  <a:pt x="2296763" y="103016"/>
                  <a:pt x="2281047" y="98349"/>
                </a:cubicBezTo>
                <a:cubicBezTo>
                  <a:pt x="2270570" y="95206"/>
                  <a:pt x="2259521" y="95682"/>
                  <a:pt x="2249043" y="95206"/>
                </a:cubicBezTo>
                <a:cubicBezTo>
                  <a:pt x="2243804" y="94730"/>
                  <a:pt x="2238089" y="93682"/>
                  <a:pt x="2232279" y="93682"/>
                </a:cubicBezTo>
                <a:cubicBezTo>
                  <a:pt x="2223897" y="93682"/>
                  <a:pt x="2213420" y="93682"/>
                  <a:pt x="2202942" y="95206"/>
                </a:cubicBezTo>
                <a:lnTo>
                  <a:pt x="2198751" y="96825"/>
                </a:lnTo>
                <a:lnTo>
                  <a:pt x="2180939" y="99492"/>
                </a:lnTo>
                <a:cubicBezTo>
                  <a:pt x="2173605" y="101588"/>
                  <a:pt x="2165699" y="104731"/>
                  <a:pt x="2156270" y="107398"/>
                </a:cubicBezTo>
                <a:cubicBezTo>
                  <a:pt x="2154746" y="108446"/>
                  <a:pt x="2153698" y="109493"/>
                  <a:pt x="2152079" y="109970"/>
                </a:cubicBezTo>
                <a:lnTo>
                  <a:pt x="2146840" y="113113"/>
                </a:lnTo>
                <a:cubicBezTo>
                  <a:pt x="2143125" y="114732"/>
                  <a:pt x="2140553" y="116828"/>
                  <a:pt x="2137410" y="120447"/>
                </a:cubicBezTo>
                <a:cubicBezTo>
                  <a:pt x="2121122" y="130925"/>
                  <a:pt x="2108073" y="147212"/>
                  <a:pt x="2096548" y="166548"/>
                </a:cubicBezTo>
                <a:cubicBezTo>
                  <a:pt x="2094929" y="173882"/>
                  <a:pt x="2092357" y="181217"/>
                  <a:pt x="2090261" y="187979"/>
                </a:cubicBezTo>
                <a:cubicBezTo>
                  <a:pt x="2088642" y="192742"/>
                  <a:pt x="2092833" y="194266"/>
                  <a:pt x="2095976" y="194837"/>
                </a:cubicBezTo>
                <a:lnTo>
                  <a:pt x="2099120" y="195409"/>
                </a:lnTo>
                <a:cubicBezTo>
                  <a:pt x="2103311" y="194837"/>
                  <a:pt x="2102739" y="194837"/>
                  <a:pt x="2103311" y="195409"/>
                </a:cubicBezTo>
                <a:lnTo>
                  <a:pt x="2123789" y="195409"/>
                </a:lnTo>
                <a:cubicBezTo>
                  <a:pt x="2135315" y="195409"/>
                  <a:pt x="2147316" y="195980"/>
                  <a:pt x="2151031" y="195980"/>
                </a:cubicBezTo>
                <a:cubicBezTo>
                  <a:pt x="2175701" y="198076"/>
                  <a:pt x="2167795" y="200171"/>
                  <a:pt x="2180368" y="178645"/>
                </a:cubicBezTo>
                <a:lnTo>
                  <a:pt x="2184083" y="172358"/>
                </a:lnTo>
                <a:cubicBezTo>
                  <a:pt x="2185130" y="170263"/>
                  <a:pt x="2186178" y="168167"/>
                  <a:pt x="2187702" y="167120"/>
                </a:cubicBezTo>
                <a:cubicBezTo>
                  <a:pt x="2191893" y="163405"/>
                  <a:pt x="2201894" y="160357"/>
                  <a:pt x="2209229" y="158261"/>
                </a:cubicBezTo>
                <a:cubicBezTo>
                  <a:pt x="2214467" y="157690"/>
                  <a:pt x="2220182" y="156642"/>
                  <a:pt x="2225993" y="156642"/>
                </a:cubicBezTo>
                <a:cubicBezTo>
                  <a:pt x="2233327" y="156642"/>
                  <a:pt x="2242757" y="158261"/>
                  <a:pt x="2247519" y="161881"/>
                </a:cubicBezTo>
                <a:cubicBezTo>
                  <a:pt x="2259044" y="169215"/>
                  <a:pt x="2257997" y="188646"/>
                  <a:pt x="2259521" y="199124"/>
                </a:cubicBezTo>
                <a:lnTo>
                  <a:pt x="2258473" y="202267"/>
                </a:lnTo>
                <a:lnTo>
                  <a:pt x="2254282" y="207506"/>
                </a:lnTo>
                <a:cubicBezTo>
                  <a:pt x="2235422" y="217983"/>
                  <a:pt x="2222849" y="216935"/>
                  <a:pt x="2201894" y="219507"/>
                </a:cubicBezTo>
                <a:lnTo>
                  <a:pt x="2190369" y="220079"/>
                </a:lnTo>
                <a:lnTo>
                  <a:pt x="2181511" y="220650"/>
                </a:lnTo>
                <a:lnTo>
                  <a:pt x="2176272" y="221222"/>
                </a:lnTo>
                <a:lnTo>
                  <a:pt x="2154269" y="223317"/>
                </a:lnTo>
                <a:cubicBezTo>
                  <a:pt x="2125980" y="226937"/>
                  <a:pt x="2098262" y="245796"/>
                  <a:pt x="2087213" y="272561"/>
                </a:cubicBezTo>
                <a:lnTo>
                  <a:pt x="2084642" y="279324"/>
                </a:lnTo>
                <a:cubicBezTo>
                  <a:pt x="2084070" y="280943"/>
                  <a:pt x="2083594" y="282467"/>
                  <a:pt x="2083022" y="284087"/>
                </a:cubicBezTo>
                <a:cubicBezTo>
                  <a:pt x="2081975" y="287230"/>
                  <a:pt x="2081498" y="291421"/>
                  <a:pt x="2080927" y="296088"/>
                </a:cubicBezTo>
                <a:cubicBezTo>
                  <a:pt x="2078355" y="307042"/>
                  <a:pt x="2078831" y="316472"/>
                  <a:pt x="2081498" y="324949"/>
                </a:cubicBezTo>
                <a:cubicBezTo>
                  <a:pt x="2084642" y="333807"/>
                  <a:pt x="2085689" y="345332"/>
                  <a:pt x="2091976" y="353238"/>
                </a:cubicBezTo>
                <a:cubicBezTo>
                  <a:pt x="2095119" y="358953"/>
                  <a:pt x="2091976" y="353238"/>
                  <a:pt x="2095691" y="360001"/>
                </a:cubicBezTo>
                <a:lnTo>
                  <a:pt x="2098834" y="365240"/>
                </a:lnTo>
                <a:lnTo>
                  <a:pt x="2101501" y="369431"/>
                </a:lnTo>
                <a:cubicBezTo>
                  <a:pt x="2101977" y="370002"/>
                  <a:pt x="2102549" y="370478"/>
                  <a:pt x="2105692" y="372574"/>
                </a:cubicBezTo>
                <a:lnTo>
                  <a:pt x="2111407" y="376765"/>
                </a:lnTo>
                <a:lnTo>
                  <a:pt x="2117122" y="380480"/>
                </a:lnTo>
                <a:lnTo>
                  <a:pt x="2121313" y="383051"/>
                </a:lnTo>
                <a:cubicBezTo>
                  <a:pt x="2140744" y="390957"/>
                  <a:pt x="2153793" y="397244"/>
                  <a:pt x="2175796" y="395624"/>
                </a:cubicBezTo>
                <a:lnTo>
                  <a:pt x="2192560" y="394100"/>
                </a:lnTo>
                <a:cubicBezTo>
                  <a:pt x="2204561" y="393529"/>
                  <a:pt x="2215134" y="391433"/>
                  <a:pt x="2226659" y="388862"/>
                </a:cubicBezTo>
                <a:cubicBezTo>
                  <a:pt x="2235518" y="386766"/>
                  <a:pt x="2242852" y="383147"/>
                  <a:pt x="2251805" y="378384"/>
                </a:cubicBezTo>
                <a:lnTo>
                  <a:pt x="2254377" y="375717"/>
                </a:lnTo>
                <a:lnTo>
                  <a:pt x="2255901" y="374669"/>
                </a:lnTo>
                <a:close/>
                <a:moveTo>
                  <a:pt x="1914811" y="304756"/>
                </a:moveTo>
                <a:cubicBezTo>
                  <a:pt x="1916335" y="304184"/>
                  <a:pt x="1917954" y="303708"/>
                  <a:pt x="1919002" y="302184"/>
                </a:cubicBezTo>
                <a:cubicBezTo>
                  <a:pt x="1921669" y="300089"/>
                  <a:pt x="1924241" y="297993"/>
                  <a:pt x="1926336" y="295898"/>
                </a:cubicBezTo>
                <a:cubicBezTo>
                  <a:pt x="1934147" y="288087"/>
                  <a:pt x="1941576" y="281229"/>
                  <a:pt x="1947291" y="271323"/>
                </a:cubicBezTo>
                <a:cubicBezTo>
                  <a:pt x="1959293" y="258750"/>
                  <a:pt x="1964627" y="239319"/>
                  <a:pt x="1967198" y="222650"/>
                </a:cubicBezTo>
                <a:cubicBezTo>
                  <a:pt x="1970818" y="213697"/>
                  <a:pt x="1970818" y="204839"/>
                  <a:pt x="1970818" y="195885"/>
                </a:cubicBezTo>
                <a:cubicBezTo>
                  <a:pt x="1970818" y="185979"/>
                  <a:pt x="1968246" y="173406"/>
                  <a:pt x="1967198" y="162833"/>
                </a:cubicBezTo>
                <a:lnTo>
                  <a:pt x="1966627" y="155499"/>
                </a:lnTo>
                <a:cubicBezTo>
                  <a:pt x="1966627" y="154451"/>
                  <a:pt x="1966627" y="153404"/>
                  <a:pt x="1966151" y="153404"/>
                </a:cubicBezTo>
                <a:cubicBezTo>
                  <a:pt x="1958816" y="133020"/>
                  <a:pt x="1956149" y="108827"/>
                  <a:pt x="1940433" y="92634"/>
                </a:cubicBezTo>
                <a:cubicBezTo>
                  <a:pt x="1936814" y="87872"/>
                  <a:pt x="1917859" y="75299"/>
                  <a:pt x="1912144" y="73203"/>
                </a:cubicBezTo>
                <a:cubicBezTo>
                  <a:pt x="1907953" y="71584"/>
                  <a:pt x="1901190" y="70060"/>
                  <a:pt x="1896904" y="70536"/>
                </a:cubicBezTo>
                <a:cubicBezTo>
                  <a:pt x="1894808" y="70536"/>
                  <a:pt x="1889570" y="69965"/>
                  <a:pt x="1887474" y="69488"/>
                </a:cubicBezTo>
                <a:cubicBezTo>
                  <a:pt x="1865471" y="65869"/>
                  <a:pt x="1842421" y="68917"/>
                  <a:pt x="1819847" y="68441"/>
                </a:cubicBezTo>
                <a:lnTo>
                  <a:pt x="1801463" y="67869"/>
                </a:lnTo>
                <a:cubicBezTo>
                  <a:pt x="1797272" y="67298"/>
                  <a:pt x="1794701" y="70441"/>
                  <a:pt x="1794129" y="76251"/>
                </a:cubicBezTo>
                <a:cubicBezTo>
                  <a:pt x="1794701" y="90443"/>
                  <a:pt x="1795177" y="105112"/>
                  <a:pt x="1795177" y="119209"/>
                </a:cubicBezTo>
                <a:cubicBezTo>
                  <a:pt x="1795748" y="125972"/>
                  <a:pt x="1794701" y="269513"/>
                  <a:pt x="1794701" y="273704"/>
                </a:cubicBezTo>
                <a:cubicBezTo>
                  <a:pt x="1795177" y="282563"/>
                  <a:pt x="1789462" y="312471"/>
                  <a:pt x="1803559" y="312947"/>
                </a:cubicBezTo>
                <a:lnTo>
                  <a:pt x="1816132" y="312947"/>
                </a:lnTo>
                <a:cubicBezTo>
                  <a:pt x="1817751" y="312947"/>
                  <a:pt x="1819847" y="312947"/>
                  <a:pt x="1822418" y="312376"/>
                </a:cubicBezTo>
                <a:cubicBezTo>
                  <a:pt x="1834420" y="311804"/>
                  <a:pt x="1890522" y="312947"/>
                  <a:pt x="1901000" y="309233"/>
                </a:cubicBezTo>
                <a:cubicBezTo>
                  <a:pt x="1905667" y="308185"/>
                  <a:pt x="1909858" y="306089"/>
                  <a:pt x="1914620" y="304470"/>
                </a:cubicBezTo>
                <a:moveTo>
                  <a:pt x="1805654" y="302851"/>
                </a:moveTo>
                <a:cubicBezTo>
                  <a:pt x="1802511" y="293421"/>
                  <a:pt x="1805083" y="282944"/>
                  <a:pt x="1804607" y="273514"/>
                </a:cubicBezTo>
                <a:cubicBezTo>
                  <a:pt x="1804607" y="269323"/>
                  <a:pt x="1805654" y="129496"/>
                  <a:pt x="1805083" y="119018"/>
                </a:cubicBezTo>
                <a:cubicBezTo>
                  <a:pt x="1805083" y="114256"/>
                  <a:pt x="1805083" y="88634"/>
                  <a:pt x="1804607" y="81776"/>
                </a:cubicBezTo>
                <a:lnTo>
                  <a:pt x="1804607" y="77585"/>
                </a:lnTo>
                <a:lnTo>
                  <a:pt x="1819847" y="78156"/>
                </a:lnTo>
                <a:cubicBezTo>
                  <a:pt x="1841278" y="78728"/>
                  <a:pt x="1864328" y="75489"/>
                  <a:pt x="1885855" y="79204"/>
                </a:cubicBezTo>
                <a:cubicBezTo>
                  <a:pt x="1888998" y="79775"/>
                  <a:pt x="1896332" y="80252"/>
                  <a:pt x="1897856" y="80252"/>
                </a:cubicBezTo>
                <a:cubicBezTo>
                  <a:pt x="1899952" y="79680"/>
                  <a:pt x="1906714" y="81776"/>
                  <a:pt x="1908810" y="82347"/>
                </a:cubicBezTo>
                <a:cubicBezTo>
                  <a:pt x="1912525" y="83966"/>
                  <a:pt x="1930337" y="95968"/>
                  <a:pt x="1932908" y="98635"/>
                </a:cubicBezTo>
                <a:cubicBezTo>
                  <a:pt x="1946529" y="113875"/>
                  <a:pt x="1949672" y="137878"/>
                  <a:pt x="1956530" y="158357"/>
                </a:cubicBezTo>
                <a:lnTo>
                  <a:pt x="1957007" y="163595"/>
                </a:lnTo>
                <a:cubicBezTo>
                  <a:pt x="1958054" y="173025"/>
                  <a:pt x="1960721" y="186646"/>
                  <a:pt x="1960721" y="195599"/>
                </a:cubicBezTo>
                <a:cubicBezTo>
                  <a:pt x="1960721" y="204553"/>
                  <a:pt x="1960150" y="212363"/>
                  <a:pt x="1957007" y="220174"/>
                </a:cubicBezTo>
                <a:cubicBezTo>
                  <a:pt x="1954435" y="236938"/>
                  <a:pt x="1949672" y="254178"/>
                  <a:pt x="1938718" y="265227"/>
                </a:cubicBezTo>
                <a:cubicBezTo>
                  <a:pt x="1933480" y="274657"/>
                  <a:pt x="1926717" y="280943"/>
                  <a:pt x="1919288" y="288278"/>
                </a:cubicBezTo>
                <a:cubicBezTo>
                  <a:pt x="1916621" y="290373"/>
                  <a:pt x="1914049" y="292945"/>
                  <a:pt x="1911477" y="295040"/>
                </a:cubicBezTo>
                <a:cubicBezTo>
                  <a:pt x="1910429" y="295612"/>
                  <a:pt x="1909858" y="295612"/>
                  <a:pt x="1908810" y="296088"/>
                </a:cubicBezTo>
                <a:cubicBezTo>
                  <a:pt x="1904619" y="297707"/>
                  <a:pt x="1897856" y="299803"/>
                  <a:pt x="1897856" y="299803"/>
                </a:cubicBezTo>
                <a:cubicBezTo>
                  <a:pt x="1890046" y="302470"/>
                  <a:pt x="1831277" y="301898"/>
                  <a:pt x="1820323" y="302946"/>
                </a:cubicBezTo>
                <a:cubicBezTo>
                  <a:pt x="1815656" y="303994"/>
                  <a:pt x="1809845" y="302470"/>
                  <a:pt x="1805654" y="302946"/>
                </a:cubicBezTo>
                <a:moveTo>
                  <a:pt x="1728788" y="15672"/>
                </a:moveTo>
                <a:lnTo>
                  <a:pt x="1734503" y="15672"/>
                </a:lnTo>
                <a:lnTo>
                  <a:pt x="1737074" y="15101"/>
                </a:lnTo>
                <a:lnTo>
                  <a:pt x="1740789" y="14529"/>
                </a:lnTo>
                <a:cubicBezTo>
                  <a:pt x="1742885" y="13958"/>
                  <a:pt x="1744980" y="13481"/>
                  <a:pt x="1747076" y="13481"/>
                </a:cubicBezTo>
                <a:cubicBezTo>
                  <a:pt x="1752886" y="12910"/>
                  <a:pt x="1758125" y="11862"/>
                  <a:pt x="1763363" y="11862"/>
                </a:cubicBezTo>
                <a:cubicBezTo>
                  <a:pt x="1768126" y="12434"/>
                  <a:pt x="1772317" y="13481"/>
                  <a:pt x="1776984" y="13481"/>
                </a:cubicBezTo>
                <a:lnTo>
                  <a:pt x="1780127" y="13481"/>
                </a:lnTo>
                <a:lnTo>
                  <a:pt x="1870234" y="17101"/>
                </a:lnTo>
                <a:cubicBezTo>
                  <a:pt x="1879664" y="17101"/>
                  <a:pt x="1890141" y="16529"/>
                  <a:pt x="1899571" y="17101"/>
                </a:cubicBezTo>
                <a:cubicBezTo>
                  <a:pt x="1902238" y="17101"/>
                  <a:pt x="1905286" y="16529"/>
                  <a:pt x="1907953" y="16529"/>
                </a:cubicBezTo>
                <a:cubicBezTo>
                  <a:pt x="1913192" y="16529"/>
                  <a:pt x="1918430" y="18625"/>
                  <a:pt x="1923669" y="19673"/>
                </a:cubicBezTo>
                <a:cubicBezTo>
                  <a:pt x="1931003" y="20720"/>
                  <a:pt x="1936814" y="22340"/>
                  <a:pt x="1942052" y="24435"/>
                </a:cubicBezTo>
                <a:cubicBezTo>
                  <a:pt x="1945672" y="25483"/>
                  <a:pt x="1948815" y="27102"/>
                  <a:pt x="1952530" y="28150"/>
                </a:cubicBezTo>
                <a:lnTo>
                  <a:pt x="1956149" y="31293"/>
                </a:lnTo>
                <a:cubicBezTo>
                  <a:pt x="1969770" y="36532"/>
                  <a:pt x="1981295" y="43295"/>
                  <a:pt x="1990725" y="52248"/>
                </a:cubicBezTo>
                <a:cubicBezTo>
                  <a:pt x="1991773" y="53296"/>
                  <a:pt x="1992821" y="53867"/>
                  <a:pt x="1993868" y="54344"/>
                </a:cubicBezTo>
                <a:cubicBezTo>
                  <a:pt x="1995392" y="57487"/>
                  <a:pt x="1998059" y="60059"/>
                  <a:pt x="2000155" y="62154"/>
                </a:cubicBezTo>
                <a:lnTo>
                  <a:pt x="2003870" y="66917"/>
                </a:lnTo>
                <a:cubicBezTo>
                  <a:pt x="2004917" y="68536"/>
                  <a:pt x="2005965" y="69488"/>
                  <a:pt x="2007013" y="71108"/>
                </a:cubicBezTo>
                <a:lnTo>
                  <a:pt x="2009585" y="74822"/>
                </a:lnTo>
                <a:cubicBezTo>
                  <a:pt x="2012156" y="80633"/>
                  <a:pt x="2016347" y="85300"/>
                  <a:pt x="2018443" y="91586"/>
                </a:cubicBezTo>
                <a:cubicBezTo>
                  <a:pt x="2022634" y="101016"/>
                  <a:pt x="2032635" y="124543"/>
                  <a:pt x="2033111" y="135020"/>
                </a:cubicBezTo>
                <a:lnTo>
                  <a:pt x="2034159" y="141307"/>
                </a:lnTo>
                <a:lnTo>
                  <a:pt x="2034635" y="144450"/>
                </a:lnTo>
                <a:cubicBezTo>
                  <a:pt x="2036159" y="161690"/>
                  <a:pt x="2037207" y="175883"/>
                  <a:pt x="2037779" y="189503"/>
                </a:cubicBezTo>
                <a:cubicBezTo>
                  <a:pt x="2037779" y="197409"/>
                  <a:pt x="2036159" y="204743"/>
                  <a:pt x="2038255" y="212554"/>
                </a:cubicBezTo>
                <a:cubicBezTo>
                  <a:pt x="2035683" y="235033"/>
                  <a:pt x="2033016" y="268085"/>
                  <a:pt x="2021491" y="289516"/>
                </a:cubicBezTo>
                <a:lnTo>
                  <a:pt x="2021491" y="294755"/>
                </a:lnTo>
                <a:cubicBezTo>
                  <a:pt x="2016824" y="304661"/>
                  <a:pt x="2009966" y="313138"/>
                  <a:pt x="2003679" y="321996"/>
                </a:cubicBezTo>
                <a:cubicBezTo>
                  <a:pt x="1991106" y="336188"/>
                  <a:pt x="1975390" y="349238"/>
                  <a:pt x="1958054" y="357048"/>
                </a:cubicBezTo>
                <a:cubicBezTo>
                  <a:pt x="1943862" y="363906"/>
                  <a:pt x="1930241" y="369621"/>
                  <a:pt x="1914525" y="371240"/>
                </a:cubicBezTo>
                <a:cubicBezTo>
                  <a:pt x="1907762" y="370669"/>
                  <a:pt x="1892999" y="371240"/>
                  <a:pt x="1879949" y="371812"/>
                </a:cubicBezTo>
                <a:cubicBezTo>
                  <a:pt x="1865281" y="372860"/>
                  <a:pt x="1809750" y="370193"/>
                  <a:pt x="1805559" y="370193"/>
                </a:cubicBezTo>
                <a:cubicBezTo>
                  <a:pt x="1792414" y="371240"/>
                  <a:pt x="1783080" y="372288"/>
                  <a:pt x="1768888" y="371812"/>
                </a:cubicBezTo>
                <a:cubicBezTo>
                  <a:pt x="1758410" y="370764"/>
                  <a:pt x="1748409" y="371240"/>
                  <a:pt x="1737455" y="371812"/>
                </a:cubicBezTo>
                <a:lnTo>
                  <a:pt x="1729645" y="371812"/>
                </a:lnTo>
                <a:lnTo>
                  <a:pt x="1725930" y="370764"/>
                </a:lnTo>
                <a:cubicBezTo>
                  <a:pt x="1726978" y="359239"/>
                  <a:pt x="1727549" y="343523"/>
                  <a:pt x="1727549" y="328378"/>
                </a:cubicBezTo>
                <a:cubicBezTo>
                  <a:pt x="1727549" y="294278"/>
                  <a:pt x="1729073" y="260274"/>
                  <a:pt x="1729073" y="225698"/>
                </a:cubicBezTo>
                <a:lnTo>
                  <a:pt x="1728597" y="213125"/>
                </a:lnTo>
                <a:cubicBezTo>
                  <a:pt x="1728597" y="209506"/>
                  <a:pt x="1726502" y="117780"/>
                  <a:pt x="1725930" y="115208"/>
                </a:cubicBezTo>
                <a:cubicBezTo>
                  <a:pt x="1725454" y="104731"/>
                  <a:pt x="1723835" y="93777"/>
                  <a:pt x="1723835" y="83776"/>
                </a:cubicBezTo>
                <a:lnTo>
                  <a:pt x="1723835" y="60249"/>
                </a:lnTo>
                <a:cubicBezTo>
                  <a:pt x="1724406" y="50819"/>
                  <a:pt x="1725930" y="41390"/>
                  <a:pt x="1723835" y="31960"/>
                </a:cubicBezTo>
                <a:cubicBezTo>
                  <a:pt x="1725454" y="26721"/>
                  <a:pt x="1724882" y="21482"/>
                  <a:pt x="1725454" y="15767"/>
                </a:cubicBezTo>
                <a:lnTo>
                  <a:pt x="1728597" y="15767"/>
                </a:lnTo>
                <a:close/>
                <a:moveTo>
                  <a:pt x="1899571" y="7290"/>
                </a:moveTo>
                <a:cubicBezTo>
                  <a:pt x="1890713" y="6719"/>
                  <a:pt x="1880140" y="7290"/>
                  <a:pt x="1870805" y="7290"/>
                </a:cubicBezTo>
                <a:lnTo>
                  <a:pt x="1780699" y="3575"/>
                </a:lnTo>
                <a:lnTo>
                  <a:pt x="1777079" y="3575"/>
                </a:lnTo>
                <a:cubicBezTo>
                  <a:pt x="1772888" y="3575"/>
                  <a:pt x="1768697" y="2528"/>
                  <a:pt x="1763459" y="2051"/>
                </a:cubicBezTo>
                <a:cubicBezTo>
                  <a:pt x="1757743" y="2051"/>
                  <a:pt x="1751933" y="3099"/>
                  <a:pt x="1746218" y="3575"/>
                </a:cubicBezTo>
                <a:cubicBezTo>
                  <a:pt x="1743551" y="3575"/>
                  <a:pt x="1741456" y="4147"/>
                  <a:pt x="1738884" y="4623"/>
                </a:cubicBezTo>
                <a:lnTo>
                  <a:pt x="1736217" y="5195"/>
                </a:lnTo>
                <a:lnTo>
                  <a:pt x="1732026" y="5766"/>
                </a:lnTo>
                <a:lnTo>
                  <a:pt x="1725739" y="5766"/>
                </a:lnTo>
                <a:cubicBezTo>
                  <a:pt x="1718405" y="5766"/>
                  <a:pt x="1716310" y="9957"/>
                  <a:pt x="1715834" y="15767"/>
                </a:cubicBezTo>
                <a:cubicBezTo>
                  <a:pt x="1715834" y="17291"/>
                  <a:pt x="1714214" y="33008"/>
                  <a:pt x="1714214" y="33008"/>
                </a:cubicBezTo>
                <a:cubicBezTo>
                  <a:pt x="1716310" y="41390"/>
                  <a:pt x="1714786" y="50819"/>
                  <a:pt x="1714214" y="59773"/>
                </a:cubicBezTo>
                <a:cubicBezTo>
                  <a:pt x="1713738" y="67679"/>
                  <a:pt x="1713738" y="76061"/>
                  <a:pt x="1713738" y="83871"/>
                </a:cubicBezTo>
                <a:cubicBezTo>
                  <a:pt x="1713738" y="94349"/>
                  <a:pt x="1715834" y="105398"/>
                  <a:pt x="1716310" y="115875"/>
                </a:cubicBezTo>
                <a:cubicBezTo>
                  <a:pt x="1716881" y="118542"/>
                  <a:pt x="1718977" y="210173"/>
                  <a:pt x="1718977" y="213792"/>
                </a:cubicBezTo>
                <a:lnTo>
                  <a:pt x="1718977" y="225889"/>
                </a:lnTo>
                <a:cubicBezTo>
                  <a:pt x="1718977" y="260465"/>
                  <a:pt x="1717929" y="294469"/>
                  <a:pt x="1717929" y="328568"/>
                </a:cubicBezTo>
                <a:cubicBezTo>
                  <a:pt x="1717358" y="344285"/>
                  <a:pt x="1717358" y="360477"/>
                  <a:pt x="1715834" y="371526"/>
                </a:cubicBezTo>
                <a:cubicBezTo>
                  <a:pt x="1715834" y="373622"/>
                  <a:pt x="1717929" y="376765"/>
                  <a:pt x="1721072" y="379908"/>
                </a:cubicBezTo>
                <a:cubicBezTo>
                  <a:pt x="1724787" y="382004"/>
                  <a:pt x="1733645" y="382004"/>
                  <a:pt x="1738408" y="382004"/>
                </a:cubicBezTo>
                <a:cubicBezTo>
                  <a:pt x="1748885" y="382004"/>
                  <a:pt x="1758315" y="381432"/>
                  <a:pt x="1768793" y="382004"/>
                </a:cubicBezTo>
                <a:cubicBezTo>
                  <a:pt x="1783461" y="382480"/>
                  <a:pt x="1792891" y="381432"/>
                  <a:pt x="1806512" y="380956"/>
                </a:cubicBezTo>
                <a:cubicBezTo>
                  <a:pt x="1810703" y="380956"/>
                  <a:pt x="1866233" y="383051"/>
                  <a:pt x="1880902" y="382004"/>
                </a:cubicBezTo>
                <a:cubicBezTo>
                  <a:pt x="1895094" y="381432"/>
                  <a:pt x="1908620" y="380956"/>
                  <a:pt x="1915478" y="381432"/>
                </a:cubicBezTo>
                <a:cubicBezTo>
                  <a:pt x="1933289" y="379813"/>
                  <a:pt x="1948434" y="373050"/>
                  <a:pt x="1962626" y="366192"/>
                </a:cubicBezTo>
                <a:cubicBezTo>
                  <a:pt x="1981486" y="357810"/>
                  <a:pt x="1998250" y="343618"/>
                  <a:pt x="2012347" y="328473"/>
                </a:cubicBezTo>
                <a:cubicBezTo>
                  <a:pt x="2020253" y="317424"/>
                  <a:pt x="2027587" y="307518"/>
                  <a:pt x="2031778" y="292278"/>
                </a:cubicBezTo>
                <a:cubicBezTo>
                  <a:pt x="2043303" y="270275"/>
                  <a:pt x="2045399" y="237319"/>
                  <a:pt x="2048542" y="210554"/>
                </a:cubicBezTo>
                <a:cubicBezTo>
                  <a:pt x="2046446" y="204267"/>
                  <a:pt x="2048066" y="196361"/>
                  <a:pt x="2048066" y="189599"/>
                </a:cubicBezTo>
                <a:cubicBezTo>
                  <a:pt x="2047589" y="175406"/>
                  <a:pt x="2046542" y="161309"/>
                  <a:pt x="2044922" y="143498"/>
                </a:cubicBezTo>
                <a:lnTo>
                  <a:pt x="2044446" y="139307"/>
                </a:lnTo>
                <a:lnTo>
                  <a:pt x="2042827" y="133020"/>
                </a:lnTo>
                <a:cubicBezTo>
                  <a:pt x="2042351" y="121971"/>
                  <a:pt x="2032921" y="98444"/>
                  <a:pt x="2027587" y="87395"/>
                </a:cubicBezTo>
                <a:cubicBezTo>
                  <a:pt x="2025491" y="81109"/>
                  <a:pt x="2021300" y="75870"/>
                  <a:pt x="2018157" y="70060"/>
                </a:cubicBezTo>
                <a:lnTo>
                  <a:pt x="2015490" y="65869"/>
                </a:lnTo>
                <a:cubicBezTo>
                  <a:pt x="2014442" y="64250"/>
                  <a:pt x="2013395" y="62154"/>
                  <a:pt x="2011871" y="60630"/>
                </a:cubicBezTo>
                <a:lnTo>
                  <a:pt x="2007680" y="55963"/>
                </a:lnTo>
                <a:cubicBezTo>
                  <a:pt x="2005584" y="53296"/>
                  <a:pt x="2003489" y="50724"/>
                  <a:pt x="1997202" y="44438"/>
                </a:cubicBezTo>
                <a:cubicBezTo>
                  <a:pt x="1987296" y="35008"/>
                  <a:pt x="1974723" y="27674"/>
                  <a:pt x="1961102" y="22435"/>
                </a:cubicBezTo>
                <a:cubicBezTo>
                  <a:pt x="1956911" y="18244"/>
                  <a:pt x="1951196" y="16625"/>
                  <a:pt x="1945862" y="15101"/>
                </a:cubicBezTo>
                <a:cubicBezTo>
                  <a:pt x="1939576" y="12434"/>
                  <a:pt x="1933289" y="10910"/>
                  <a:pt x="1925479" y="9862"/>
                </a:cubicBezTo>
                <a:cubicBezTo>
                  <a:pt x="1919668" y="8814"/>
                  <a:pt x="1913954" y="6719"/>
                  <a:pt x="1908143" y="6719"/>
                </a:cubicBezTo>
                <a:cubicBezTo>
                  <a:pt x="1905476" y="6719"/>
                  <a:pt x="1902428" y="7290"/>
                  <a:pt x="1899761" y="7290"/>
                </a:cubicBezTo>
                <a:moveTo>
                  <a:pt x="1441895" y="374574"/>
                </a:moveTo>
                <a:cubicBezTo>
                  <a:pt x="1445038" y="347809"/>
                  <a:pt x="1443514" y="331045"/>
                  <a:pt x="1443514" y="306470"/>
                </a:cubicBezTo>
                <a:lnTo>
                  <a:pt x="1443990" y="268751"/>
                </a:lnTo>
                <a:cubicBezTo>
                  <a:pt x="1444562" y="249892"/>
                  <a:pt x="1444562" y="228937"/>
                  <a:pt x="1443990" y="225794"/>
                </a:cubicBezTo>
                <a:cubicBezTo>
                  <a:pt x="1443514" y="219983"/>
                  <a:pt x="1441895" y="213221"/>
                  <a:pt x="1441895" y="205886"/>
                </a:cubicBezTo>
                <a:lnTo>
                  <a:pt x="1440371" y="197504"/>
                </a:lnTo>
                <a:cubicBezTo>
                  <a:pt x="1435703" y="170739"/>
                  <a:pt x="1423035" y="149784"/>
                  <a:pt x="1391126" y="152451"/>
                </a:cubicBezTo>
                <a:cubicBezTo>
                  <a:pt x="1373791" y="153499"/>
                  <a:pt x="1357122" y="157690"/>
                  <a:pt x="1347121" y="170263"/>
                </a:cubicBezTo>
                <a:cubicBezTo>
                  <a:pt x="1339215" y="179121"/>
                  <a:pt x="1333500" y="189122"/>
                  <a:pt x="1330357" y="203219"/>
                </a:cubicBezTo>
                <a:lnTo>
                  <a:pt x="1329309" y="208458"/>
                </a:lnTo>
                <a:cubicBezTo>
                  <a:pt x="1327785" y="213697"/>
                  <a:pt x="1325689" y="219412"/>
                  <a:pt x="1324642" y="226270"/>
                </a:cubicBezTo>
                <a:cubicBezTo>
                  <a:pt x="1321022" y="245701"/>
                  <a:pt x="1327214" y="278657"/>
                  <a:pt x="1326166" y="299136"/>
                </a:cubicBezTo>
                <a:cubicBezTo>
                  <a:pt x="1325118" y="316472"/>
                  <a:pt x="1326737" y="333712"/>
                  <a:pt x="1325689" y="353619"/>
                </a:cubicBezTo>
                <a:cubicBezTo>
                  <a:pt x="1325118" y="359906"/>
                  <a:pt x="1324642" y="366192"/>
                  <a:pt x="1325118" y="372479"/>
                </a:cubicBezTo>
                <a:cubicBezTo>
                  <a:pt x="1317784" y="373526"/>
                  <a:pt x="1309878" y="374098"/>
                  <a:pt x="1301591" y="374098"/>
                </a:cubicBezTo>
                <a:cubicBezTo>
                  <a:pt x="1292733" y="373526"/>
                  <a:pt x="1283208" y="373050"/>
                  <a:pt x="1274350" y="373050"/>
                </a:cubicBezTo>
                <a:cubicBezTo>
                  <a:pt x="1272254" y="373050"/>
                  <a:pt x="1269587" y="373622"/>
                  <a:pt x="1267016" y="373622"/>
                </a:cubicBezTo>
                <a:cubicBezTo>
                  <a:pt x="1266539" y="341141"/>
                  <a:pt x="1264920" y="151499"/>
                  <a:pt x="1265968" y="141021"/>
                </a:cubicBezTo>
                <a:cubicBezTo>
                  <a:pt x="1266539" y="132163"/>
                  <a:pt x="1268063" y="123209"/>
                  <a:pt x="1269587" y="114827"/>
                </a:cubicBezTo>
                <a:lnTo>
                  <a:pt x="1277493" y="114256"/>
                </a:lnTo>
                <a:lnTo>
                  <a:pt x="1289495" y="113684"/>
                </a:lnTo>
                <a:cubicBezTo>
                  <a:pt x="1297305" y="113684"/>
                  <a:pt x="1304735" y="114256"/>
                  <a:pt x="1312545" y="114256"/>
                </a:cubicBezTo>
                <a:lnTo>
                  <a:pt x="1323499" y="114256"/>
                </a:lnTo>
                <a:lnTo>
                  <a:pt x="1323499" y="117971"/>
                </a:lnTo>
                <a:cubicBezTo>
                  <a:pt x="1323499" y="123686"/>
                  <a:pt x="1322927" y="130544"/>
                  <a:pt x="1325594" y="135782"/>
                </a:cubicBezTo>
                <a:cubicBezTo>
                  <a:pt x="1333405" y="152070"/>
                  <a:pt x="1352836" y="125876"/>
                  <a:pt x="1359122" y="123209"/>
                </a:cubicBezTo>
                <a:cubicBezTo>
                  <a:pt x="1370076" y="115399"/>
                  <a:pt x="1382649" y="108541"/>
                  <a:pt x="1396270" y="105398"/>
                </a:cubicBezTo>
                <a:cubicBezTo>
                  <a:pt x="1405128" y="103778"/>
                  <a:pt x="1415129" y="105969"/>
                  <a:pt x="1423988" y="106445"/>
                </a:cubicBezTo>
                <a:cubicBezTo>
                  <a:pt x="1433893" y="107017"/>
                  <a:pt x="1442847" y="110636"/>
                  <a:pt x="1452277" y="112732"/>
                </a:cubicBezTo>
                <a:cubicBezTo>
                  <a:pt x="1457992" y="114351"/>
                  <a:pt x="1460087" y="115399"/>
                  <a:pt x="1464278" y="118542"/>
                </a:cubicBezTo>
                <a:cubicBezTo>
                  <a:pt x="1477899" y="127972"/>
                  <a:pt x="1489901" y="141021"/>
                  <a:pt x="1495711" y="157785"/>
                </a:cubicBezTo>
                <a:cubicBezTo>
                  <a:pt x="1499330" y="176073"/>
                  <a:pt x="1505617" y="211792"/>
                  <a:pt x="1505141" y="239033"/>
                </a:cubicBezTo>
                <a:cubicBezTo>
                  <a:pt x="1504664" y="249987"/>
                  <a:pt x="1505712" y="261036"/>
                  <a:pt x="1505141" y="271514"/>
                </a:cubicBezTo>
                <a:cubicBezTo>
                  <a:pt x="1504664" y="278276"/>
                  <a:pt x="1506760" y="286754"/>
                  <a:pt x="1505141" y="295040"/>
                </a:cubicBezTo>
                <a:cubicBezTo>
                  <a:pt x="1505712" y="300851"/>
                  <a:pt x="1505712" y="355810"/>
                  <a:pt x="1501521" y="378289"/>
                </a:cubicBezTo>
                <a:cubicBezTo>
                  <a:pt x="1497330" y="378289"/>
                  <a:pt x="1493139" y="378289"/>
                  <a:pt x="1488948" y="378860"/>
                </a:cubicBezTo>
                <a:lnTo>
                  <a:pt x="1485805" y="379432"/>
                </a:lnTo>
                <a:lnTo>
                  <a:pt x="1483709" y="379432"/>
                </a:lnTo>
                <a:lnTo>
                  <a:pt x="1479995" y="378860"/>
                </a:lnTo>
                <a:cubicBezTo>
                  <a:pt x="1470565" y="377241"/>
                  <a:pt x="1462659" y="376765"/>
                  <a:pt x="1454372" y="376765"/>
                </a:cubicBezTo>
                <a:cubicBezTo>
                  <a:pt x="1450658" y="376193"/>
                  <a:pt x="1447038" y="376765"/>
                  <a:pt x="1442371" y="376193"/>
                </a:cubicBezTo>
                <a:lnTo>
                  <a:pt x="1441799" y="374669"/>
                </a:lnTo>
                <a:close/>
                <a:moveTo>
                  <a:pt x="1334548" y="130448"/>
                </a:moveTo>
                <a:cubicBezTo>
                  <a:pt x="1331405" y="121590"/>
                  <a:pt x="1339215" y="104826"/>
                  <a:pt x="1324642" y="104255"/>
                </a:cubicBezTo>
                <a:lnTo>
                  <a:pt x="1312640" y="104255"/>
                </a:lnTo>
                <a:cubicBezTo>
                  <a:pt x="1304830" y="104255"/>
                  <a:pt x="1297400" y="103683"/>
                  <a:pt x="1289590" y="103683"/>
                </a:cubicBezTo>
                <a:lnTo>
                  <a:pt x="1277017" y="104255"/>
                </a:lnTo>
                <a:cubicBezTo>
                  <a:pt x="1272826" y="104826"/>
                  <a:pt x="1261301" y="103207"/>
                  <a:pt x="1260253" y="108922"/>
                </a:cubicBezTo>
                <a:cubicBezTo>
                  <a:pt x="1258634" y="118923"/>
                  <a:pt x="1257110" y="129401"/>
                  <a:pt x="1256062" y="139878"/>
                </a:cubicBezTo>
                <a:cubicBezTo>
                  <a:pt x="1255014" y="151403"/>
                  <a:pt x="1257110" y="378194"/>
                  <a:pt x="1257110" y="378194"/>
                </a:cubicBezTo>
                <a:cubicBezTo>
                  <a:pt x="1257110" y="382385"/>
                  <a:pt x="1262348" y="383432"/>
                  <a:pt x="1265492" y="383432"/>
                </a:cubicBezTo>
                <a:cubicBezTo>
                  <a:pt x="1268635" y="383432"/>
                  <a:pt x="1271778" y="382861"/>
                  <a:pt x="1274350" y="382861"/>
                </a:cubicBezTo>
                <a:cubicBezTo>
                  <a:pt x="1283208" y="382861"/>
                  <a:pt x="1292733" y="383432"/>
                  <a:pt x="1301591" y="383909"/>
                </a:cubicBezTo>
                <a:cubicBezTo>
                  <a:pt x="1312069" y="383909"/>
                  <a:pt x="1322546" y="382861"/>
                  <a:pt x="1331405" y="381813"/>
                </a:cubicBezTo>
                <a:cubicBezTo>
                  <a:pt x="1334548" y="381813"/>
                  <a:pt x="1336643" y="378670"/>
                  <a:pt x="1335596" y="375527"/>
                </a:cubicBezTo>
                <a:cubicBezTo>
                  <a:pt x="1334072" y="370288"/>
                  <a:pt x="1335024" y="359810"/>
                  <a:pt x="1335596" y="354095"/>
                </a:cubicBezTo>
                <a:cubicBezTo>
                  <a:pt x="1336643" y="334188"/>
                  <a:pt x="1335024" y="316853"/>
                  <a:pt x="1336072" y="299612"/>
                </a:cubicBezTo>
                <a:cubicBezTo>
                  <a:pt x="1337120" y="281229"/>
                  <a:pt x="1330833" y="243510"/>
                  <a:pt x="1334548" y="228365"/>
                </a:cubicBezTo>
                <a:cubicBezTo>
                  <a:pt x="1335596" y="221603"/>
                  <a:pt x="1337691" y="215792"/>
                  <a:pt x="1339215" y="210554"/>
                </a:cubicBezTo>
                <a:lnTo>
                  <a:pt x="1340263" y="204743"/>
                </a:lnTo>
                <a:cubicBezTo>
                  <a:pt x="1342930" y="193218"/>
                  <a:pt x="1348073" y="184360"/>
                  <a:pt x="1354931" y="176454"/>
                </a:cubicBezTo>
                <a:cubicBezTo>
                  <a:pt x="1361694" y="167596"/>
                  <a:pt x="1375315" y="163310"/>
                  <a:pt x="1392079" y="162262"/>
                </a:cubicBezTo>
                <a:cubicBezTo>
                  <a:pt x="1422464" y="160166"/>
                  <a:pt x="1428179" y="183217"/>
                  <a:pt x="1431893" y="206839"/>
                </a:cubicBezTo>
                <a:cubicBezTo>
                  <a:pt x="1431893" y="213602"/>
                  <a:pt x="1432941" y="220460"/>
                  <a:pt x="1433989" y="227222"/>
                </a:cubicBezTo>
                <a:cubicBezTo>
                  <a:pt x="1435037" y="231985"/>
                  <a:pt x="1433513" y="305804"/>
                  <a:pt x="1433513" y="306375"/>
                </a:cubicBezTo>
                <a:cubicBezTo>
                  <a:pt x="1433513" y="330950"/>
                  <a:pt x="1435037" y="347809"/>
                  <a:pt x="1431893" y="374479"/>
                </a:cubicBezTo>
                <a:lnTo>
                  <a:pt x="1432465" y="377051"/>
                </a:lnTo>
                <a:lnTo>
                  <a:pt x="1431893" y="379718"/>
                </a:lnTo>
                <a:cubicBezTo>
                  <a:pt x="1430369" y="388671"/>
                  <a:pt x="1449705" y="386004"/>
                  <a:pt x="1454468" y="386576"/>
                </a:cubicBezTo>
                <a:cubicBezTo>
                  <a:pt x="1461802" y="386576"/>
                  <a:pt x="1469708" y="387147"/>
                  <a:pt x="1478566" y="388671"/>
                </a:cubicBezTo>
                <a:lnTo>
                  <a:pt x="1483233" y="389147"/>
                </a:lnTo>
                <a:lnTo>
                  <a:pt x="1487424" y="389147"/>
                </a:lnTo>
                <a:lnTo>
                  <a:pt x="1490567" y="388671"/>
                </a:lnTo>
                <a:cubicBezTo>
                  <a:pt x="1494187" y="388100"/>
                  <a:pt x="1497902" y="388100"/>
                  <a:pt x="1501045" y="388671"/>
                </a:cubicBezTo>
                <a:cubicBezTo>
                  <a:pt x="1504760" y="388671"/>
                  <a:pt x="1511522" y="390195"/>
                  <a:pt x="1512570" y="384480"/>
                </a:cubicBezTo>
                <a:cubicBezTo>
                  <a:pt x="1515713" y="365144"/>
                  <a:pt x="1515713" y="304280"/>
                  <a:pt x="1515142" y="294945"/>
                </a:cubicBezTo>
                <a:cubicBezTo>
                  <a:pt x="1516761" y="287611"/>
                  <a:pt x="1514666" y="279229"/>
                  <a:pt x="1515142" y="271895"/>
                </a:cubicBezTo>
                <a:cubicBezTo>
                  <a:pt x="1515713" y="261417"/>
                  <a:pt x="1514666" y="250463"/>
                  <a:pt x="1515142" y="239414"/>
                </a:cubicBezTo>
                <a:cubicBezTo>
                  <a:pt x="1516189" y="210649"/>
                  <a:pt x="1509427" y="173978"/>
                  <a:pt x="1505712" y="154547"/>
                </a:cubicBezTo>
                <a:cubicBezTo>
                  <a:pt x="1498854" y="135116"/>
                  <a:pt x="1485233" y="120542"/>
                  <a:pt x="1470089" y="109970"/>
                </a:cubicBezTo>
                <a:cubicBezTo>
                  <a:pt x="1464850" y="106826"/>
                  <a:pt x="1461707" y="104731"/>
                  <a:pt x="1454372" y="103207"/>
                </a:cubicBezTo>
                <a:cubicBezTo>
                  <a:pt x="1444466" y="100540"/>
                  <a:pt x="1434941" y="96920"/>
                  <a:pt x="1424559" y="96349"/>
                </a:cubicBezTo>
                <a:cubicBezTo>
                  <a:pt x="1414558" y="95777"/>
                  <a:pt x="1404652" y="93777"/>
                  <a:pt x="1394174" y="95777"/>
                </a:cubicBezTo>
                <a:cubicBezTo>
                  <a:pt x="1378934" y="98921"/>
                  <a:pt x="1365314" y="106255"/>
                  <a:pt x="1353788" y="114637"/>
                </a:cubicBezTo>
                <a:cubicBezTo>
                  <a:pt x="1345978" y="118352"/>
                  <a:pt x="1341787" y="126638"/>
                  <a:pt x="1334357" y="130353"/>
                </a:cubicBezTo>
                <a:moveTo>
                  <a:pt x="1089184" y="158642"/>
                </a:moveTo>
                <a:cubicBezTo>
                  <a:pt x="1077659" y="152356"/>
                  <a:pt x="1064038" y="155499"/>
                  <a:pt x="1052513" y="158642"/>
                </a:cubicBezTo>
                <a:cubicBezTo>
                  <a:pt x="1048322" y="160262"/>
                  <a:pt x="1044131" y="160738"/>
                  <a:pt x="1039368" y="162833"/>
                </a:cubicBezTo>
                <a:lnTo>
                  <a:pt x="1036701" y="164929"/>
                </a:lnTo>
                <a:lnTo>
                  <a:pt x="1029938" y="169120"/>
                </a:lnTo>
                <a:cubicBezTo>
                  <a:pt x="1024128" y="171215"/>
                  <a:pt x="1020509" y="177502"/>
                  <a:pt x="1016794" y="182264"/>
                </a:cubicBezTo>
                <a:cubicBezTo>
                  <a:pt x="1011555" y="189599"/>
                  <a:pt x="1008888" y="199028"/>
                  <a:pt x="1006316" y="207887"/>
                </a:cubicBezTo>
                <a:cubicBezTo>
                  <a:pt x="1003173" y="217793"/>
                  <a:pt x="1014127" y="221507"/>
                  <a:pt x="1022033" y="219412"/>
                </a:cubicBezTo>
                <a:lnTo>
                  <a:pt x="1025176" y="218840"/>
                </a:lnTo>
                <a:cubicBezTo>
                  <a:pt x="1025747" y="218840"/>
                  <a:pt x="1113187" y="221507"/>
                  <a:pt x="1115759" y="221507"/>
                </a:cubicBezTo>
                <a:cubicBezTo>
                  <a:pt x="1121569" y="221507"/>
                  <a:pt x="1127284" y="219888"/>
                  <a:pt x="1132523" y="215697"/>
                </a:cubicBezTo>
                <a:cubicBezTo>
                  <a:pt x="1140905" y="208934"/>
                  <a:pt x="1129856" y="185884"/>
                  <a:pt x="1125760" y="179597"/>
                </a:cubicBezTo>
                <a:cubicBezTo>
                  <a:pt x="1120997" y="172263"/>
                  <a:pt x="1115282" y="170168"/>
                  <a:pt x="1107948" y="165977"/>
                </a:cubicBezTo>
                <a:cubicBezTo>
                  <a:pt x="1101090" y="162833"/>
                  <a:pt x="1096994" y="159690"/>
                  <a:pt x="1089089" y="158642"/>
                </a:cubicBezTo>
                <a:moveTo>
                  <a:pt x="1126236" y="207887"/>
                </a:moveTo>
                <a:cubicBezTo>
                  <a:pt x="1123093" y="210554"/>
                  <a:pt x="1119473" y="211601"/>
                  <a:pt x="1115282" y="211601"/>
                </a:cubicBezTo>
                <a:cubicBezTo>
                  <a:pt x="1113187" y="211601"/>
                  <a:pt x="1026224" y="208934"/>
                  <a:pt x="1023080" y="208934"/>
                </a:cubicBezTo>
                <a:lnTo>
                  <a:pt x="1019937" y="209506"/>
                </a:lnTo>
                <a:cubicBezTo>
                  <a:pt x="1018318" y="210077"/>
                  <a:pt x="1017270" y="210554"/>
                  <a:pt x="1016222" y="210077"/>
                </a:cubicBezTo>
                <a:cubicBezTo>
                  <a:pt x="1018318" y="202743"/>
                  <a:pt x="1020413" y="194361"/>
                  <a:pt x="1024604" y="188075"/>
                </a:cubicBezTo>
                <a:cubicBezTo>
                  <a:pt x="1026224" y="185979"/>
                  <a:pt x="1030891" y="179216"/>
                  <a:pt x="1034510" y="178169"/>
                </a:cubicBezTo>
                <a:lnTo>
                  <a:pt x="1042892" y="173501"/>
                </a:lnTo>
                <a:lnTo>
                  <a:pt x="1044988" y="171406"/>
                </a:lnTo>
                <a:cubicBezTo>
                  <a:pt x="1048131" y="169787"/>
                  <a:pt x="1051751" y="169787"/>
                  <a:pt x="1054894" y="168739"/>
                </a:cubicBezTo>
                <a:cubicBezTo>
                  <a:pt x="1063752" y="166072"/>
                  <a:pt x="1076325" y="162929"/>
                  <a:pt x="1086803" y="168739"/>
                </a:cubicBezTo>
                <a:cubicBezTo>
                  <a:pt x="1093089" y="169310"/>
                  <a:pt x="1097852" y="172454"/>
                  <a:pt x="1103090" y="175025"/>
                </a:cubicBezTo>
                <a:cubicBezTo>
                  <a:pt x="1108329" y="178169"/>
                  <a:pt x="1113568" y="179788"/>
                  <a:pt x="1117283" y="185503"/>
                </a:cubicBezTo>
                <a:cubicBezTo>
                  <a:pt x="1121474" y="191218"/>
                  <a:pt x="1124141" y="200171"/>
                  <a:pt x="1126141" y="207982"/>
                </a:cubicBezTo>
                <a:moveTo>
                  <a:pt x="1140333" y="304375"/>
                </a:moveTo>
                <a:cubicBezTo>
                  <a:pt x="1156049" y="301803"/>
                  <a:pt x="1173385" y="302851"/>
                  <a:pt x="1189101" y="303327"/>
                </a:cubicBezTo>
                <a:cubicBezTo>
                  <a:pt x="1185958" y="313805"/>
                  <a:pt x="1182815" y="321139"/>
                  <a:pt x="1178624" y="328473"/>
                </a:cubicBezTo>
                <a:cubicBezTo>
                  <a:pt x="1176052" y="331045"/>
                  <a:pt x="1173385" y="333712"/>
                  <a:pt x="1171861" y="337331"/>
                </a:cubicBezTo>
                <a:cubicBezTo>
                  <a:pt x="1169194" y="341522"/>
                  <a:pt x="1163479" y="346761"/>
                  <a:pt x="1160336" y="348857"/>
                </a:cubicBezTo>
                <a:cubicBezTo>
                  <a:pt x="1154525" y="354095"/>
                  <a:pt x="1146715" y="356191"/>
                  <a:pt x="1138904" y="360382"/>
                </a:cubicBezTo>
                <a:lnTo>
                  <a:pt x="1136237" y="362954"/>
                </a:lnTo>
                <a:lnTo>
                  <a:pt x="1133570" y="364573"/>
                </a:lnTo>
                <a:cubicBezTo>
                  <a:pt x="1129379" y="365144"/>
                  <a:pt x="1126236" y="368764"/>
                  <a:pt x="1122045" y="370288"/>
                </a:cubicBezTo>
                <a:lnTo>
                  <a:pt x="1116806" y="371907"/>
                </a:lnTo>
                <a:cubicBezTo>
                  <a:pt x="1115187" y="372479"/>
                  <a:pt x="1113663" y="372955"/>
                  <a:pt x="1112139" y="373526"/>
                </a:cubicBezTo>
                <a:cubicBezTo>
                  <a:pt x="1088517" y="376098"/>
                  <a:pt x="1056037" y="381908"/>
                  <a:pt x="1032510" y="371907"/>
                </a:cubicBezTo>
                <a:cubicBezTo>
                  <a:pt x="1023557" y="370288"/>
                  <a:pt x="1015175" y="365621"/>
                  <a:pt x="1006316" y="364001"/>
                </a:cubicBezTo>
                <a:cubicBezTo>
                  <a:pt x="994315" y="357715"/>
                  <a:pt x="984790" y="351428"/>
                  <a:pt x="976979" y="341522"/>
                </a:cubicBezTo>
                <a:cubicBezTo>
                  <a:pt x="961739" y="330473"/>
                  <a:pt x="957548" y="307423"/>
                  <a:pt x="948690" y="291230"/>
                </a:cubicBezTo>
                <a:cubicBezTo>
                  <a:pt x="948119" y="287039"/>
                  <a:pt x="947071" y="283420"/>
                  <a:pt x="946023" y="280753"/>
                </a:cubicBezTo>
                <a:lnTo>
                  <a:pt x="944404" y="276562"/>
                </a:lnTo>
                <a:cubicBezTo>
                  <a:pt x="944404" y="275990"/>
                  <a:pt x="943356" y="271799"/>
                  <a:pt x="943356" y="270275"/>
                </a:cubicBezTo>
                <a:cubicBezTo>
                  <a:pt x="942308" y="266084"/>
                  <a:pt x="940784" y="261417"/>
                  <a:pt x="941261" y="256655"/>
                </a:cubicBezTo>
                <a:lnTo>
                  <a:pt x="941832" y="252940"/>
                </a:lnTo>
                <a:lnTo>
                  <a:pt x="942404" y="249320"/>
                </a:lnTo>
                <a:lnTo>
                  <a:pt x="942404" y="245606"/>
                </a:lnTo>
                <a:cubicBezTo>
                  <a:pt x="942880" y="243510"/>
                  <a:pt x="942880" y="240843"/>
                  <a:pt x="942880" y="238843"/>
                </a:cubicBezTo>
                <a:cubicBezTo>
                  <a:pt x="943451" y="222555"/>
                  <a:pt x="957548" y="182741"/>
                  <a:pt x="968026" y="170168"/>
                </a:cubicBezTo>
                <a:cubicBezTo>
                  <a:pt x="970121" y="162833"/>
                  <a:pt x="976884" y="159214"/>
                  <a:pt x="980027" y="152356"/>
                </a:cubicBezTo>
                <a:cubicBezTo>
                  <a:pt x="991553" y="141878"/>
                  <a:pt x="1002506" y="128258"/>
                  <a:pt x="1018223" y="123019"/>
                </a:cubicBezTo>
                <a:cubicBezTo>
                  <a:pt x="1027652" y="119876"/>
                  <a:pt x="1038130" y="114637"/>
                  <a:pt x="1049084" y="114161"/>
                </a:cubicBezTo>
                <a:cubicBezTo>
                  <a:pt x="1067943" y="111494"/>
                  <a:pt x="1087850" y="110446"/>
                  <a:pt x="1106710" y="114732"/>
                </a:cubicBezTo>
                <a:lnTo>
                  <a:pt x="1110425" y="115780"/>
                </a:lnTo>
                <a:cubicBezTo>
                  <a:pt x="1121378" y="118923"/>
                  <a:pt x="1130808" y="123114"/>
                  <a:pt x="1139762" y="127781"/>
                </a:cubicBezTo>
                <a:cubicBezTo>
                  <a:pt x="1146048" y="134068"/>
                  <a:pt x="1153382" y="140354"/>
                  <a:pt x="1158621" y="149784"/>
                </a:cubicBezTo>
                <a:cubicBezTo>
                  <a:pt x="1177481" y="166548"/>
                  <a:pt x="1185386" y="195409"/>
                  <a:pt x="1190625" y="227318"/>
                </a:cubicBezTo>
                <a:lnTo>
                  <a:pt x="1191197" y="232080"/>
                </a:lnTo>
                <a:lnTo>
                  <a:pt x="1191197" y="235795"/>
                </a:lnTo>
                <a:lnTo>
                  <a:pt x="1191673" y="242081"/>
                </a:lnTo>
                <a:lnTo>
                  <a:pt x="1193292" y="249987"/>
                </a:lnTo>
                <a:lnTo>
                  <a:pt x="1194340" y="254654"/>
                </a:lnTo>
                <a:cubicBezTo>
                  <a:pt x="1183862" y="256274"/>
                  <a:pt x="1172909" y="253035"/>
                  <a:pt x="1161860" y="253035"/>
                </a:cubicBezTo>
                <a:cubicBezTo>
                  <a:pt x="1154525" y="252464"/>
                  <a:pt x="1095851" y="256178"/>
                  <a:pt x="1089565" y="256178"/>
                </a:cubicBezTo>
                <a:cubicBezTo>
                  <a:pt x="1082231" y="256178"/>
                  <a:pt x="1074325" y="256178"/>
                  <a:pt x="1066514" y="257226"/>
                </a:cubicBezTo>
                <a:cubicBezTo>
                  <a:pt x="1049750" y="258845"/>
                  <a:pt x="1032510" y="258274"/>
                  <a:pt x="1015175" y="258274"/>
                </a:cubicBezTo>
                <a:cubicBezTo>
                  <a:pt x="1000982" y="258274"/>
                  <a:pt x="1004697" y="283896"/>
                  <a:pt x="1006793" y="292850"/>
                </a:cubicBezTo>
                <a:lnTo>
                  <a:pt x="1008888" y="298088"/>
                </a:lnTo>
                <a:lnTo>
                  <a:pt x="1010507" y="302279"/>
                </a:lnTo>
                <a:cubicBezTo>
                  <a:pt x="1011079" y="303327"/>
                  <a:pt x="1011555" y="304375"/>
                  <a:pt x="1012127" y="305423"/>
                </a:cubicBezTo>
                <a:lnTo>
                  <a:pt x="1014222" y="308090"/>
                </a:lnTo>
                <a:lnTo>
                  <a:pt x="1017365" y="312281"/>
                </a:lnTo>
                <a:lnTo>
                  <a:pt x="1022604" y="317519"/>
                </a:lnTo>
                <a:lnTo>
                  <a:pt x="1027843" y="323806"/>
                </a:lnTo>
                <a:cubicBezTo>
                  <a:pt x="1034129" y="331140"/>
                  <a:pt x="1047274" y="336379"/>
                  <a:pt x="1057180" y="336950"/>
                </a:cubicBezTo>
                <a:cubicBezTo>
                  <a:pt x="1058228" y="336950"/>
                  <a:pt x="1059847" y="337522"/>
                  <a:pt x="1060799" y="337522"/>
                </a:cubicBezTo>
                <a:cubicBezTo>
                  <a:pt x="1071848" y="337522"/>
                  <a:pt x="1083850" y="336950"/>
                  <a:pt x="1094327" y="333807"/>
                </a:cubicBezTo>
                <a:cubicBezTo>
                  <a:pt x="1105281" y="331140"/>
                  <a:pt x="1136237" y="319139"/>
                  <a:pt x="1139857" y="304470"/>
                </a:cubicBezTo>
                <a:lnTo>
                  <a:pt x="1140428" y="304470"/>
                </a:lnTo>
                <a:close/>
                <a:moveTo>
                  <a:pt x="1015651" y="268275"/>
                </a:moveTo>
                <a:cubicBezTo>
                  <a:pt x="1033463" y="268275"/>
                  <a:pt x="1050703" y="268847"/>
                  <a:pt x="1068038" y="267227"/>
                </a:cubicBezTo>
                <a:cubicBezTo>
                  <a:pt x="1075373" y="266180"/>
                  <a:pt x="1082707" y="266180"/>
                  <a:pt x="1089470" y="266180"/>
                </a:cubicBezTo>
                <a:cubicBezTo>
                  <a:pt x="1095756" y="266180"/>
                  <a:pt x="1156049" y="262560"/>
                  <a:pt x="1161764" y="263036"/>
                </a:cubicBezTo>
                <a:cubicBezTo>
                  <a:pt x="1168527" y="263036"/>
                  <a:pt x="1175957" y="264084"/>
                  <a:pt x="1182719" y="264656"/>
                </a:cubicBezTo>
                <a:cubicBezTo>
                  <a:pt x="1210532" y="267227"/>
                  <a:pt x="1204722" y="260465"/>
                  <a:pt x="1201579" y="240557"/>
                </a:cubicBezTo>
                <a:lnTo>
                  <a:pt x="1201007" y="235319"/>
                </a:lnTo>
                <a:lnTo>
                  <a:pt x="1201007" y="231128"/>
                </a:lnTo>
                <a:lnTo>
                  <a:pt x="1200436" y="225889"/>
                </a:lnTo>
                <a:cubicBezTo>
                  <a:pt x="1195197" y="194456"/>
                  <a:pt x="1186815" y="162452"/>
                  <a:pt x="1165860" y="142545"/>
                </a:cubicBezTo>
                <a:cubicBezTo>
                  <a:pt x="1161193" y="133687"/>
                  <a:pt x="1153287" y="126829"/>
                  <a:pt x="1144905" y="119495"/>
                </a:cubicBezTo>
                <a:cubicBezTo>
                  <a:pt x="1136047" y="114256"/>
                  <a:pt x="1127093" y="110541"/>
                  <a:pt x="1116616" y="107493"/>
                </a:cubicBezTo>
                <a:lnTo>
                  <a:pt x="1112425" y="105874"/>
                </a:lnTo>
                <a:lnTo>
                  <a:pt x="1108710" y="105302"/>
                </a:lnTo>
                <a:cubicBezTo>
                  <a:pt x="1088803" y="100064"/>
                  <a:pt x="1067848" y="101111"/>
                  <a:pt x="1047369" y="104255"/>
                </a:cubicBezTo>
                <a:cubicBezTo>
                  <a:pt x="1035844" y="105302"/>
                  <a:pt x="1025366" y="109970"/>
                  <a:pt x="1014889" y="113113"/>
                </a:cubicBezTo>
                <a:cubicBezTo>
                  <a:pt x="997077" y="119399"/>
                  <a:pt x="985552" y="133592"/>
                  <a:pt x="970883" y="147689"/>
                </a:cubicBezTo>
                <a:cubicBezTo>
                  <a:pt x="967740" y="154451"/>
                  <a:pt x="962025" y="156071"/>
                  <a:pt x="958310" y="165977"/>
                </a:cubicBezTo>
                <a:cubicBezTo>
                  <a:pt x="949452" y="176930"/>
                  <a:pt x="935260" y="214173"/>
                  <a:pt x="933164" y="230366"/>
                </a:cubicBezTo>
                <a:cubicBezTo>
                  <a:pt x="932593" y="235128"/>
                  <a:pt x="933164" y="239795"/>
                  <a:pt x="932117" y="244558"/>
                </a:cubicBezTo>
                <a:lnTo>
                  <a:pt x="932117" y="248273"/>
                </a:lnTo>
                <a:lnTo>
                  <a:pt x="931545" y="251416"/>
                </a:lnTo>
                <a:lnTo>
                  <a:pt x="930974" y="255607"/>
                </a:lnTo>
                <a:cubicBezTo>
                  <a:pt x="930402" y="261417"/>
                  <a:pt x="932021" y="267132"/>
                  <a:pt x="933069" y="272371"/>
                </a:cubicBezTo>
                <a:cubicBezTo>
                  <a:pt x="933069" y="274466"/>
                  <a:pt x="934117" y="278657"/>
                  <a:pt x="934688" y="280181"/>
                </a:cubicBezTo>
                <a:lnTo>
                  <a:pt x="936308" y="284372"/>
                </a:lnTo>
                <a:cubicBezTo>
                  <a:pt x="937355" y="287039"/>
                  <a:pt x="938403" y="289611"/>
                  <a:pt x="938403" y="292754"/>
                </a:cubicBezTo>
                <a:lnTo>
                  <a:pt x="938975" y="295421"/>
                </a:lnTo>
                <a:cubicBezTo>
                  <a:pt x="949928" y="313233"/>
                  <a:pt x="952119" y="335807"/>
                  <a:pt x="969836" y="349428"/>
                </a:cubicBezTo>
                <a:cubicBezTo>
                  <a:pt x="978218" y="359906"/>
                  <a:pt x="989267" y="367240"/>
                  <a:pt x="1003363" y="374003"/>
                </a:cubicBezTo>
                <a:cubicBezTo>
                  <a:pt x="1012793" y="375622"/>
                  <a:pt x="1020699" y="379718"/>
                  <a:pt x="1029557" y="381908"/>
                </a:cubicBezTo>
                <a:cubicBezTo>
                  <a:pt x="1054703" y="392386"/>
                  <a:pt x="1087184" y="386099"/>
                  <a:pt x="1114901" y="382956"/>
                </a:cubicBezTo>
                <a:cubicBezTo>
                  <a:pt x="1116521" y="382385"/>
                  <a:pt x="1118045" y="381908"/>
                  <a:pt x="1119092" y="381432"/>
                </a:cubicBezTo>
                <a:lnTo>
                  <a:pt x="1124903" y="379813"/>
                </a:lnTo>
                <a:cubicBezTo>
                  <a:pt x="1128046" y="378765"/>
                  <a:pt x="1131665" y="377146"/>
                  <a:pt x="1134332" y="374574"/>
                </a:cubicBezTo>
                <a:cubicBezTo>
                  <a:pt x="1136428" y="374574"/>
                  <a:pt x="1138047" y="373526"/>
                  <a:pt x="1139571" y="372479"/>
                </a:cubicBezTo>
                <a:lnTo>
                  <a:pt x="1142238" y="370383"/>
                </a:lnTo>
                <a:lnTo>
                  <a:pt x="1144905" y="368288"/>
                </a:lnTo>
                <a:cubicBezTo>
                  <a:pt x="1152239" y="365144"/>
                  <a:pt x="1159574" y="362573"/>
                  <a:pt x="1165860" y="357239"/>
                </a:cubicBezTo>
                <a:cubicBezTo>
                  <a:pt x="1170623" y="354095"/>
                  <a:pt x="1176909" y="347333"/>
                  <a:pt x="1181100" y="341046"/>
                </a:cubicBezTo>
                <a:cubicBezTo>
                  <a:pt x="1182148" y="338379"/>
                  <a:pt x="1184815" y="336284"/>
                  <a:pt x="1187387" y="333712"/>
                </a:cubicBezTo>
                <a:cubicBezTo>
                  <a:pt x="1190530" y="327425"/>
                  <a:pt x="1209389" y="292850"/>
                  <a:pt x="1195769" y="293326"/>
                </a:cubicBezTo>
                <a:cubicBezTo>
                  <a:pt x="1190054" y="293897"/>
                  <a:pt x="1184243" y="293326"/>
                  <a:pt x="1179005" y="292278"/>
                </a:cubicBezTo>
                <a:cubicBezTo>
                  <a:pt x="1172718" y="291707"/>
                  <a:pt x="1141286" y="293897"/>
                  <a:pt x="1138142" y="294374"/>
                </a:cubicBezTo>
                <a:lnTo>
                  <a:pt x="1133951" y="295421"/>
                </a:lnTo>
                <a:lnTo>
                  <a:pt x="1130237" y="301232"/>
                </a:lnTo>
                <a:cubicBezTo>
                  <a:pt x="1125569" y="309614"/>
                  <a:pt x="1109853" y="319043"/>
                  <a:pt x="1091470" y="324282"/>
                </a:cubicBezTo>
                <a:cubicBezTo>
                  <a:pt x="1082040" y="326949"/>
                  <a:pt x="1070515" y="327425"/>
                  <a:pt x="1060514" y="327425"/>
                </a:cubicBezTo>
                <a:lnTo>
                  <a:pt x="1055846" y="326378"/>
                </a:lnTo>
                <a:cubicBezTo>
                  <a:pt x="1051655" y="327425"/>
                  <a:pt x="1038511" y="321139"/>
                  <a:pt x="1034891" y="316948"/>
                </a:cubicBezTo>
                <a:lnTo>
                  <a:pt x="1028129" y="309137"/>
                </a:lnTo>
                <a:lnTo>
                  <a:pt x="1024985" y="305423"/>
                </a:lnTo>
                <a:lnTo>
                  <a:pt x="1021842" y="301803"/>
                </a:lnTo>
                <a:lnTo>
                  <a:pt x="1019747" y="298088"/>
                </a:lnTo>
                <a:lnTo>
                  <a:pt x="1018127" y="294945"/>
                </a:lnTo>
                <a:lnTo>
                  <a:pt x="1016032" y="289230"/>
                </a:lnTo>
                <a:cubicBezTo>
                  <a:pt x="1014984" y="283420"/>
                  <a:pt x="1013365" y="273990"/>
                  <a:pt x="1015460" y="268275"/>
                </a:cubicBezTo>
                <a:moveTo>
                  <a:pt x="826865" y="368383"/>
                </a:moveTo>
                <a:lnTo>
                  <a:pt x="826865" y="356286"/>
                </a:lnTo>
                <a:cubicBezTo>
                  <a:pt x="826865" y="346856"/>
                  <a:pt x="827437" y="336950"/>
                  <a:pt x="827437" y="331712"/>
                </a:cubicBezTo>
                <a:cubicBezTo>
                  <a:pt x="828485" y="321234"/>
                  <a:pt x="825341" y="52534"/>
                  <a:pt x="825341" y="47771"/>
                </a:cubicBezTo>
                <a:lnTo>
                  <a:pt x="826865" y="17863"/>
                </a:lnTo>
                <a:lnTo>
                  <a:pt x="826865" y="15291"/>
                </a:lnTo>
                <a:cubicBezTo>
                  <a:pt x="833152" y="15291"/>
                  <a:pt x="840010" y="16339"/>
                  <a:pt x="846773" y="17387"/>
                </a:cubicBezTo>
                <a:lnTo>
                  <a:pt x="849916" y="17387"/>
                </a:lnTo>
                <a:lnTo>
                  <a:pt x="850963" y="16815"/>
                </a:lnTo>
                <a:lnTo>
                  <a:pt x="854107" y="17387"/>
                </a:lnTo>
                <a:lnTo>
                  <a:pt x="863537" y="17387"/>
                </a:lnTo>
                <a:lnTo>
                  <a:pt x="877157" y="17958"/>
                </a:lnTo>
                <a:cubicBezTo>
                  <a:pt x="880872" y="17958"/>
                  <a:pt x="887635" y="16910"/>
                  <a:pt x="887635" y="17958"/>
                </a:cubicBezTo>
                <a:lnTo>
                  <a:pt x="887635" y="19006"/>
                </a:lnTo>
                <a:cubicBezTo>
                  <a:pt x="887635" y="19006"/>
                  <a:pt x="888206" y="21673"/>
                  <a:pt x="888206" y="22721"/>
                </a:cubicBezTo>
                <a:cubicBezTo>
                  <a:pt x="889254" y="33198"/>
                  <a:pt x="884492" y="360572"/>
                  <a:pt x="884492" y="362192"/>
                </a:cubicBezTo>
                <a:lnTo>
                  <a:pt x="884492" y="370002"/>
                </a:lnTo>
                <a:lnTo>
                  <a:pt x="883920" y="370002"/>
                </a:lnTo>
                <a:cubicBezTo>
                  <a:pt x="869728" y="370002"/>
                  <a:pt x="857155" y="372669"/>
                  <a:pt x="843058" y="371621"/>
                </a:cubicBezTo>
                <a:cubicBezTo>
                  <a:pt x="837819" y="371621"/>
                  <a:pt x="832104" y="369526"/>
                  <a:pt x="826770" y="370002"/>
                </a:cubicBezTo>
                <a:lnTo>
                  <a:pt x="826770" y="368478"/>
                </a:lnTo>
                <a:close/>
                <a:moveTo>
                  <a:pt x="848106" y="7290"/>
                </a:moveTo>
                <a:cubicBezTo>
                  <a:pt x="839724" y="5671"/>
                  <a:pt x="830294" y="4623"/>
                  <a:pt x="821912" y="5195"/>
                </a:cubicBezTo>
                <a:cubicBezTo>
                  <a:pt x="815626" y="5195"/>
                  <a:pt x="817150" y="13577"/>
                  <a:pt x="817150" y="17196"/>
                </a:cubicBezTo>
                <a:lnTo>
                  <a:pt x="815531" y="47105"/>
                </a:lnTo>
                <a:cubicBezTo>
                  <a:pt x="815531" y="51867"/>
                  <a:pt x="818674" y="319996"/>
                  <a:pt x="817626" y="331045"/>
                </a:cubicBezTo>
                <a:cubicBezTo>
                  <a:pt x="817055" y="335807"/>
                  <a:pt x="817055" y="346761"/>
                  <a:pt x="817055" y="355715"/>
                </a:cubicBezTo>
                <a:lnTo>
                  <a:pt x="817055" y="372479"/>
                </a:lnTo>
                <a:cubicBezTo>
                  <a:pt x="816007" y="376670"/>
                  <a:pt x="818102" y="382385"/>
                  <a:pt x="823341" y="380861"/>
                </a:cubicBezTo>
                <a:cubicBezTo>
                  <a:pt x="829628" y="378765"/>
                  <a:pt x="836486" y="381432"/>
                  <a:pt x="842677" y="381432"/>
                </a:cubicBezTo>
                <a:cubicBezTo>
                  <a:pt x="856869" y="382480"/>
                  <a:pt x="871538" y="380384"/>
                  <a:pt x="885635" y="380384"/>
                </a:cubicBezTo>
                <a:lnTo>
                  <a:pt x="886682" y="380384"/>
                </a:lnTo>
                <a:cubicBezTo>
                  <a:pt x="892969" y="385052"/>
                  <a:pt x="894493" y="376670"/>
                  <a:pt x="895064" y="372479"/>
                </a:cubicBezTo>
                <a:lnTo>
                  <a:pt x="895064" y="369812"/>
                </a:lnTo>
                <a:lnTo>
                  <a:pt x="894493" y="367240"/>
                </a:lnTo>
                <a:lnTo>
                  <a:pt x="894493" y="362001"/>
                </a:lnTo>
                <a:cubicBezTo>
                  <a:pt x="894493" y="360382"/>
                  <a:pt x="899255" y="39866"/>
                  <a:pt x="898208" y="22054"/>
                </a:cubicBezTo>
                <a:cubicBezTo>
                  <a:pt x="898208" y="21006"/>
                  <a:pt x="897636" y="17291"/>
                  <a:pt x="897636" y="16339"/>
                </a:cubicBezTo>
                <a:cubicBezTo>
                  <a:pt x="897636" y="15767"/>
                  <a:pt x="897636" y="14720"/>
                  <a:pt x="897065" y="13196"/>
                </a:cubicBezTo>
                <a:cubicBezTo>
                  <a:pt x="895445" y="5861"/>
                  <a:pt x="883444" y="7385"/>
                  <a:pt x="877634" y="7957"/>
                </a:cubicBezTo>
                <a:lnTo>
                  <a:pt x="864013" y="7385"/>
                </a:lnTo>
                <a:lnTo>
                  <a:pt x="854583" y="6814"/>
                </a:lnTo>
                <a:lnTo>
                  <a:pt x="849344" y="6814"/>
                </a:lnTo>
                <a:lnTo>
                  <a:pt x="847725" y="7385"/>
                </a:lnTo>
                <a:close/>
                <a:moveTo>
                  <a:pt x="649034" y="158738"/>
                </a:moveTo>
                <a:cubicBezTo>
                  <a:pt x="637508" y="152451"/>
                  <a:pt x="623888" y="155594"/>
                  <a:pt x="612362" y="158738"/>
                </a:cubicBezTo>
                <a:cubicBezTo>
                  <a:pt x="608171" y="160357"/>
                  <a:pt x="603980" y="160833"/>
                  <a:pt x="599313" y="162929"/>
                </a:cubicBezTo>
                <a:lnTo>
                  <a:pt x="596646" y="165024"/>
                </a:lnTo>
                <a:lnTo>
                  <a:pt x="589788" y="169215"/>
                </a:lnTo>
                <a:cubicBezTo>
                  <a:pt x="584073" y="171311"/>
                  <a:pt x="580358" y="177597"/>
                  <a:pt x="576644" y="182360"/>
                </a:cubicBezTo>
                <a:cubicBezTo>
                  <a:pt x="571405" y="189694"/>
                  <a:pt x="568738" y="199124"/>
                  <a:pt x="566166" y="207982"/>
                </a:cubicBezTo>
                <a:cubicBezTo>
                  <a:pt x="563023" y="217888"/>
                  <a:pt x="573977" y="221603"/>
                  <a:pt x="581882" y="219507"/>
                </a:cubicBezTo>
                <a:lnTo>
                  <a:pt x="585026" y="218936"/>
                </a:lnTo>
                <a:cubicBezTo>
                  <a:pt x="585597" y="218936"/>
                  <a:pt x="673037" y="221603"/>
                  <a:pt x="675608" y="221603"/>
                </a:cubicBezTo>
                <a:cubicBezTo>
                  <a:pt x="681419" y="221603"/>
                  <a:pt x="687134" y="219983"/>
                  <a:pt x="692372" y="215792"/>
                </a:cubicBezTo>
                <a:cubicBezTo>
                  <a:pt x="700754" y="209030"/>
                  <a:pt x="689705" y="185979"/>
                  <a:pt x="685514" y="179693"/>
                </a:cubicBezTo>
                <a:cubicBezTo>
                  <a:pt x="680847" y="172358"/>
                  <a:pt x="675037" y="170263"/>
                  <a:pt x="667703" y="166072"/>
                </a:cubicBezTo>
                <a:cubicBezTo>
                  <a:pt x="660845" y="162929"/>
                  <a:pt x="656749" y="159785"/>
                  <a:pt x="648843" y="158738"/>
                </a:cubicBezTo>
                <a:moveTo>
                  <a:pt x="685990" y="207982"/>
                </a:moveTo>
                <a:cubicBezTo>
                  <a:pt x="682847" y="210649"/>
                  <a:pt x="679228" y="211697"/>
                  <a:pt x="675037" y="211697"/>
                </a:cubicBezTo>
                <a:cubicBezTo>
                  <a:pt x="672941" y="211697"/>
                  <a:pt x="585978" y="209030"/>
                  <a:pt x="582835" y="209030"/>
                </a:cubicBezTo>
                <a:lnTo>
                  <a:pt x="579692" y="209601"/>
                </a:lnTo>
                <a:cubicBezTo>
                  <a:pt x="578072" y="210173"/>
                  <a:pt x="577025" y="210649"/>
                  <a:pt x="575977" y="210173"/>
                </a:cubicBezTo>
                <a:cubicBezTo>
                  <a:pt x="578072" y="202838"/>
                  <a:pt x="580168" y="194456"/>
                  <a:pt x="584359" y="188170"/>
                </a:cubicBezTo>
                <a:cubicBezTo>
                  <a:pt x="585978" y="186074"/>
                  <a:pt x="590645" y="179312"/>
                  <a:pt x="594265" y="178264"/>
                </a:cubicBezTo>
                <a:lnTo>
                  <a:pt x="602647" y="173597"/>
                </a:lnTo>
                <a:lnTo>
                  <a:pt x="604742" y="171501"/>
                </a:lnTo>
                <a:cubicBezTo>
                  <a:pt x="607886" y="169882"/>
                  <a:pt x="611505" y="169882"/>
                  <a:pt x="614648" y="168834"/>
                </a:cubicBezTo>
                <a:cubicBezTo>
                  <a:pt x="623507" y="166167"/>
                  <a:pt x="636080" y="163024"/>
                  <a:pt x="646557" y="168834"/>
                </a:cubicBezTo>
                <a:cubicBezTo>
                  <a:pt x="652844" y="169406"/>
                  <a:pt x="657606" y="172549"/>
                  <a:pt x="662845" y="175121"/>
                </a:cubicBezTo>
                <a:cubicBezTo>
                  <a:pt x="668084" y="178264"/>
                  <a:pt x="673322" y="179883"/>
                  <a:pt x="677037" y="185598"/>
                </a:cubicBezTo>
                <a:cubicBezTo>
                  <a:pt x="681228" y="191313"/>
                  <a:pt x="683895" y="200267"/>
                  <a:pt x="685895" y="208077"/>
                </a:cubicBezTo>
                <a:moveTo>
                  <a:pt x="700088" y="304470"/>
                </a:moveTo>
                <a:cubicBezTo>
                  <a:pt x="715804" y="301898"/>
                  <a:pt x="733139" y="302946"/>
                  <a:pt x="748856" y="303422"/>
                </a:cubicBezTo>
                <a:cubicBezTo>
                  <a:pt x="745712" y="313900"/>
                  <a:pt x="742569" y="321234"/>
                  <a:pt x="738378" y="328568"/>
                </a:cubicBezTo>
                <a:cubicBezTo>
                  <a:pt x="735806" y="331140"/>
                  <a:pt x="733139" y="333807"/>
                  <a:pt x="731615" y="337427"/>
                </a:cubicBezTo>
                <a:cubicBezTo>
                  <a:pt x="728948" y="341618"/>
                  <a:pt x="723233" y="346856"/>
                  <a:pt x="720090" y="348952"/>
                </a:cubicBezTo>
                <a:cubicBezTo>
                  <a:pt x="714280" y="354191"/>
                  <a:pt x="706469" y="356286"/>
                  <a:pt x="698563" y="360477"/>
                </a:cubicBezTo>
                <a:lnTo>
                  <a:pt x="695992" y="363049"/>
                </a:lnTo>
                <a:lnTo>
                  <a:pt x="693325" y="364668"/>
                </a:lnTo>
                <a:cubicBezTo>
                  <a:pt x="689134" y="365240"/>
                  <a:pt x="685990" y="368859"/>
                  <a:pt x="681800" y="370383"/>
                </a:cubicBezTo>
                <a:lnTo>
                  <a:pt x="676561" y="372002"/>
                </a:lnTo>
                <a:lnTo>
                  <a:pt x="671798" y="373622"/>
                </a:lnTo>
                <a:cubicBezTo>
                  <a:pt x="648272" y="376193"/>
                  <a:pt x="615791" y="382004"/>
                  <a:pt x="592169" y="372002"/>
                </a:cubicBezTo>
                <a:cubicBezTo>
                  <a:pt x="583216" y="370383"/>
                  <a:pt x="574834" y="365716"/>
                  <a:pt x="565976" y="364097"/>
                </a:cubicBezTo>
                <a:cubicBezTo>
                  <a:pt x="553879" y="357810"/>
                  <a:pt x="544449" y="351524"/>
                  <a:pt x="536639" y="341618"/>
                </a:cubicBezTo>
                <a:cubicBezTo>
                  <a:pt x="521399" y="330569"/>
                  <a:pt x="517303" y="307518"/>
                  <a:pt x="508349" y="291326"/>
                </a:cubicBezTo>
                <a:cubicBezTo>
                  <a:pt x="507778" y="287135"/>
                  <a:pt x="506730" y="283515"/>
                  <a:pt x="505778" y="280848"/>
                </a:cubicBezTo>
                <a:lnTo>
                  <a:pt x="504158" y="276657"/>
                </a:lnTo>
                <a:cubicBezTo>
                  <a:pt x="504158" y="276086"/>
                  <a:pt x="503111" y="271895"/>
                  <a:pt x="503111" y="270371"/>
                </a:cubicBezTo>
                <a:cubicBezTo>
                  <a:pt x="502063" y="266180"/>
                  <a:pt x="500444" y="261512"/>
                  <a:pt x="501015" y="256750"/>
                </a:cubicBezTo>
                <a:lnTo>
                  <a:pt x="501587" y="253035"/>
                </a:lnTo>
                <a:lnTo>
                  <a:pt x="502158" y="249416"/>
                </a:lnTo>
                <a:lnTo>
                  <a:pt x="502158" y="245701"/>
                </a:lnTo>
                <a:cubicBezTo>
                  <a:pt x="502730" y="243605"/>
                  <a:pt x="502730" y="240938"/>
                  <a:pt x="502730" y="238938"/>
                </a:cubicBezTo>
                <a:cubicBezTo>
                  <a:pt x="503301" y="222650"/>
                  <a:pt x="517398" y="182836"/>
                  <a:pt x="527876" y="170263"/>
                </a:cubicBezTo>
                <a:cubicBezTo>
                  <a:pt x="529971" y="162929"/>
                  <a:pt x="536829" y="159309"/>
                  <a:pt x="539972" y="152451"/>
                </a:cubicBezTo>
                <a:cubicBezTo>
                  <a:pt x="551498" y="141974"/>
                  <a:pt x="562451" y="128353"/>
                  <a:pt x="578168" y="123114"/>
                </a:cubicBezTo>
                <a:cubicBezTo>
                  <a:pt x="587597" y="119971"/>
                  <a:pt x="598075" y="114732"/>
                  <a:pt x="609029" y="114256"/>
                </a:cubicBezTo>
                <a:cubicBezTo>
                  <a:pt x="627888" y="111589"/>
                  <a:pt x="647795" y="110541"/>
                  <a:pt x="666655" y="114827"/>
                </a:cubicBezTo>
                <a:lnTo>
                  <a:pt x="670370" y="115875"/>
                </a:lnTo>
                <a:cubicBezTo>
                  <a:pt x="681323" y="119018"/>
                  <a:pt x="690753" y="123209"/>
                  <a:pt x="699707" y="127877"/>
                </a:cubicBezTo>
                <a:cubicBezTo>
                  <a:pt x="705993" y="134163"/>
                  <a:pt x="713327" y="140450"/>
                  <a:pt x="718566" y="149879"/>
                </a:cubicBezTo>
                <a:cubicBezTo>
                  <a:pt x="737426" y="166643"/>
                  <a:pt x="745331" y="195504"/>
                  <a:pt x="750475" y="227413"/>
                </a:cubicBezTo>
                <a:lnTo>
                  <a:pt x="751046" y="232175"/>
                </a:lnTo>
                <a:lnTo>
                  <a:pt x="751046" y="235890"/>
                </a:lnTo>
                <a:lnTo>
                  <a:pt x="751618" y="242177"/>
                </a:lnTo>
                <a:lnTo>
                  <a:pt x="753237" y="250082"/>
                </a:lnTo>
                <a:lnTo>
                  <a:pt x="754285" y="254750"/>
                </a:lnTo>
                <a:cubicBezTo>
                  <a:pt x="743807" y="256369"/>
                  <a:pt x="732854" y="253130"/>
                  <a:pt x="721805" y="253130"/>
                </a:cubicBezTo>
                <a:cubicBezTo>
                  <a:pt x="714470" y="252559"/>
                  <a:pt x="655796" y="256274"/>
                  <a:pt x="649510" y="256274"/>
                </a:cubicBezTo>
                <a:cubicBezTo>
                  <a:pt x="642176" y="256274"/>
                  <a:pt x="634270" y="256274"/>
                  <a:pt x="626459" y="257321"/>
                </a:cubicBezTo>
                <a:cubicBezTo>
                  <a:pt x="609695" y="258941"/>
                  <a:pt x="592455" y="258369"/>
                  <a:pt x="575120" y="258369"/>
                </a:cubicBezTo>
                <a:cubicBezTo>
                  <a:pt x="560927" y="258369"/>
                  <a:pt x="564642" y="283991"/>
                  <a:pt x="566738" y="292945"/>
                </a:cubicBezTo>
                <a:lnTo>
                  <a:pt x="568833" y="298184"/>
                </a:lnTo>
                <a:lnTo>
                  <a:pt x="570452" y="302375"/>
                </a:lnTo>
                <a:lnTo>
                  <a:pt x="572072" y="305518"/>
                </a:lnTo>
                <a:lnTo>
                  <a:pt x="574167" y="308185"/>
                </a:lnTo>
                <a:lnTo>
                  <a:pt x="577310" y="312376"/>
                </a:lnTo>
                <a:lnTo>
                  <a:pt x="582549" y="317615"/>
                </a:lnTo>
                <a:lnTo>
                  <a:pt x="587788" y="323901"/>
                </a:lnTo>
                <a:cubicBezTo>
                  <a:pt x="594074" y="331235"/>
                  <a:pt x="607124" y="336474"/>
                  <a:pt x="617125" y="337046"/>
                </a:cubicBezTo>
                <a:cubicBezTo>
                  <a:pt x="618173" y="337046"/>
                  <a:pt x="619697" y="337617"/>
                  <a:pt x="620744" y="337617"/>
                </a:cubicBezTo>
                <a:cubicBezTo>
                  <a:pt x="631793" y="337617"/>
                  <a:pt x="643795" y="337046"/>
                  <a:pt x="654272" y="333902"/>
                </a:cubicBezTo>
                <a:cubicBezTo>
                  <a:pt x="665226" y="331235"/>
                  <a:pt x="696182" y="319234"/>
                  <a:pt x="699802" y="304565"/>
                </a:cubicBezTo>
                <a:lnTo>
                  <a:pt x="700373" y="304565"/>
                </a:lnTo>
                <a:close/>
                <a:moveTo>
                  <a:pt x="575405" y="268370"/>
                </a:moveTo>
                <a:cubicBezTo>
                  <a:pt x="593217" y="268370"/>
                  <a:pt x="610457" y="268942"/>
                  <a:pt x="627793" y="267323"/>
                </a:cubicBezTo>
                <a:cubicBezTo>
                  <a:pt x="635127" y="266275"/>
                  <a:pt x="642461" y="266275"/>
                  <a:pt x="649224" y="266275"/>
                </a:cubicBezTo>
                <a:cubicBezTo>
                  <a:pt x="655511" y="266275"/>
                  <a:pt x="715804" y="262655"/>
                  <a:pt x="721519" y="263132"/>
                </a:cubicBezTo>
                <a:cubicBezTo>
                  <a:pt x="728282" y="263132"/>
                  <a:pt x="735711" y="264179"/>
                  <a:pt x="742474" y="264751"/>
                </a:cubicBezTo>
                <a:cubicBezTo>
                  <a:pt x="770287" y="267323"/>
                  <a:pt x="764477" y="260560"/>
                  <a:pt x="761333" y="240653"/>
                </a:cubicBezTo>
                <a:lnTo>
                  <a:pt x="760762" y="235414"/>
                </a:lnTo>
                <a:lnTo>
                  <a:pt x="760762" y="231223"/>
                </a:lnTo>
                <a:lnTo>
                  <a:pt x="760190" y="225984"/>
                </a:lnTo>
                <a:cubicBezTo>
                  <a:pt x="754952" y="194552"/>
                  <a:pt x="746570" y="162548"/>
                  <a:pt x="725615" y="142640"/>
                </a:cubicBezTo>
                <a:cubicBezTo>
                  <a:pt x="720947" y="133782"/>
                  <a:pt x="713042" y="126924"/>
                  <a:pt x="704660" y="119590"/>
                </a:cubicBezTo>
                <a:cubicBezTo>
                  <a:pt x="695801" y="114351"/>
                  <a:pt x="686848" y="110636"/>
                  <a:pt x="676370" y="107588"/>
                </a:cubicBezTo>
                <a:lnTo>
                  <a:pt x="672179" y="105969"/>
                </a:lnTo>
                <a:lnTo>
                  <a:pt x="668560" y="105398"/>
                </a:lnTo>
                <a:cubicBezTo>
                  <a:pt x="648653" y="100159"/>
                  <a:pt x="627698" y="101207"/>
                  <a:pt x="607219" y="104350"/>
                </a:cubicBezTo>
                <a:cubicBezTo>
                  <a:pt x="595694" y="105398"/>
                  <a:pt x="585216" y="110065"/>
                  <a:pt x="574739" y="113208"/>
                </a:cubicBezTo>
                <a:cubicBezTo>
                  <a:pt x="556927" y="119495"/>
                  <a:pt x="545402" y="133687"/>
                  <a:pt x="530733" y="147784"/>
                </a:cubicBezTo>
                <a:cubicBezTo>
                  <a:pt x="527590" y="154547"/>
                  <a:pt x="521780" y="156166"/>
                  <a:pt x="518160" y="166072"/>
                </a:cubicBezTo>
                <a:cubicBezTo>
                  <a:pt x="509207" y="177026"/>
                  <a:pt x="495110" y="214268"/>
                  <a:pt x="493014" y="230461"/>
                </a:cubicBezTo>
                <a:cubicBezTo>
                  <a:pt x="492443" y="235223"/>
                  <a:pt x="493014" y="239891"/>
                  <a:pt x="491966" y="244653"/>
                </a:cubicBezTo>
                <a:lnTo>
                  <a:pt x="491966" y="248368"/>
                </a:lnTo>
                <a:lnTo>
                  <a:pt x="491395" y="251511"/>
                </a:lnTo>
                <a:lnTo>
                  <a:pt x="490823" y="255702"/>
                </a:lnTo>
                <a:cubicBezTo>
                  <a:pt x="490252" y="261512"/>
                  <a:pt x="491871" y="267227"/>
                  <a:pt x="492919" y="272466"/>
                </a:cubicBezTo>
                <a:cubicBezTo>
                  <a:pt x="492919" y="274562"/>
                  <a:pt x="493967" y="278753"/>
                  <a:pt x="494443" y="280277"/>
                </a:cubicBezTo>
                <a:lnTo>
                  <a:pt x="496062" y="284468"/>
                </a:lnTo>
                <a:cubicBezTo>
                  <a:pt x="497110" y="287135"/>
                  <a:pt x="498158" y="289706"/>
                  <a:pt x="498158" y="292850"/>
                </a:cubicBezTo>
                <a:lnTo>
                  <a:pt x="498729" y="295517"/>
                </a:lnTo>
                <a:cubicBezTo>
                  <a:pt x="509683" y="313328"/>
                  <a:pt x="511874" y="335903"/>
                  <a:pt x="529590" y="349523"/>
                </a:cubicBezTo>
                <a:cubicBezTo>
                  <a:pt x="537972" y="360001"/>
                  <a:pt x="548926" y="367335"/>
                  <a:pt x="563118" y="374098"/>
                </a:cubicBezTo>
                <a:cubicBezTo>
                  <a:pt x="572548" y="375717"/>
                  <a:pt x="580358" y="379813"/>
                  <a:pt x="589312" y="382004"/>
                </a:cubicBezTo>
                <a:cubicBezTo>
                  <a:pt x="614458" y="392481"/>
                  <a:pt x="646938" y="386195"/>
                  <a:pt x="674656" y="383051"/>
                </a:cubicBezTo>
                <a:cubicBezTo>
                  <a:pt x="676275" y="382480"/>
                  <a:pt x="677799" y="382004"/>
                  <a:pt x="678847" y="381527"/>
                </a:cubicBezTo>
                <a:lnTo>
                  <a:pt x="684562" y="379908"/>
                </a:lnTo>
                <a:cubicBezTo>
                  <a:pt x="687705" y="378860"/>
                  <a:pt x="691420" y="377241"/>
                  <a:pt x="693992" y="374669"/>
                </a:cubicBezTo>
                <a:cubicBezTo>
                  <a:pt x="696087" y="374669"/>
                  <a:pt x="697611" y="373622"/>
                  <a:pt x="699230" y="372574"/>
                </a:cubicBezTo>
                <a:lnTo>
                  <a:pt x="701897" y="370478"/>
                </a:lnTo>
                <a:lnTo>
                  <a:pt x="704564" y="368383"/>
                </a:lnTo>
                <a:cubicBezTo>
                  <a:pt x="711899" y="365240"/>
                  <a:pt x="719233" y="362668"/>
                  <a:pt x="725519" y="357334"/>
                </a:cubicBezTo>
                <a:cubicBezTo>
                  <a:pt x="730282" y="354191"/>
                  <a:pt x="736568" y="347428"/>
                  <a:pt x="740759" y="341141"/>
                </a:cubicBezTo>
                <a:cubicBezTo>
                  <a:pt x="741807" y="338474"/>
                  <a:pt x="744474" y="336379"/>
                  <a:pt x="747046" y="333807"/>
                </a:cubicBezTo>
                <a:cubicBezTo>
                  <a:pt x="750189" y="327521"/>
                  <a:pt x="769049" y="292945"/>
                  <a:pt x="755428" y="293421"/>
                </a:cubicBezTo>
                <a:cubicBezTo>
                  <a:pt x="749713" y="293993"/>
                  <a:pt x="743903" y="293421"/>
                  <a:pt x="738664" y="292373"/>
                </a:cubicBezTo>
                <a:cubicBezTo>
                  <a:pt x="732377" y="291802"/>
                  <a:pt x="700945" y="293993"/>
                  <a:pt x="697802" y="294469"/>
                </a:cubicBezTo>
                <a:lnTo>
                  <a:pt x="693611" y="295517"/>
                </a:lnTo>
                <a:lnTo>
                  <a:pt x="689896" y="301327"/>
                </a:lnTo>
                <a:cubicBezTo>
                  <a:pt x="685133" y="309709"/>
                  <a:pt x="669512" y="319139"/>
                  <a:pt x="651129" y="324377"/>
                </a:cubicBezTo>
                <a:cubicBezTo>
                  <a:pt x="641699" y="327044"/>
                  <a:pt x="630174" y="327521"/>
                  <a:pt x="620173" y="327521"/>
                </a:cubicBezTo>
                <a:lnTo>
                  <a:pt x="615506" y="326473"/>
                </a:lnTo>
                <a:cubicBezTo>
                  <a:pt x="611315" y="327521"/>
                  <a:pt x="598265" y="321234"/>
                  <a:pt x="594551" y="317043"/>
                </a:cubicBezTo>
                <a:lnTo>
                  <a:pt x="587693" y="309233"/>
                </a:lnTo>
                <a:lnTo>
                  <a:pt x="584549" y="305518"/>
                </a:lnTo>
                <a:lnTo>
                  <a:pt x="581406" y="301898"/>
                </a:lnTo>
                <a:lnTo>
                  <a:pt x="579311" y="298184"/>
                </a:lnTo>
                <a:lnTo>
                  <a:pt x="577691" y="295040"/>
                </a:lnTo>
                <a:lnTo>
                  <a:pt x="575596" y="289325"/>
                </a:lnTo>
                <a:cubicBezTo>
                  <a:pt x="574548" y="283515"/>
                  <a:pt x="573024" y="274085"/>
                  <a:pt x="575024" y="268370"/>
                </a:cubicBezTo>
                <a:moveTo>
                  <a:pt x="447866" y="13005"/>
                </a:moveTo>
                <a:cubicBezTo>
                  <a:pt x="447389" y="20816"/>
                  <a:pt x="447389" y="30817"/>
                  <a:pt x="448437" y="37580"/>
                </a:cubicBezTo>
                <a:cubicBezTo>
                  <a:pt x="448437" y="39199"/>
                  <a:pt x="448437" y="40247"/>
                  <a:pt x="449009" y="41294"/>
                </a:cubicBezTo>
                <a:lnTo>
                  <a:pt x="449580" y="43390"/>
                </a:lnTo>
                <a:cubicBezTo>
                  <a:pt x="449009" y="48152"/>
                  <a:pt x="450151" y="52820"/>
                  <a:pt x="450628" y="56534"/>
                </a:cubicBezTo>
                <a:lnTo>
                  <a:pt x="451199" y="62345"/>
                </a:lnTo>
                <a:cubicBezTo>
                  <a:pt x="432340" y="64440"/>
                  <a:pt x="416624" y="61297"/>
                  <a:pt x="398240" y="60725"/>
                </a:cubicBezTo>
                <a:lnTo>
                  <a:pt x="395573" y="60725"/>
                </a:lnTo>
                <a:lnTo>
                  <a:pt x="389858" y="61297"/>
                </a:lnTo>
                <a:lnTo>
                  <a:pt x="388334" y="61297"/>
                </a:lnTo>
                <a:lnTo>
                  <a:pt x="388334" y="56058"/>
                </a:lnTo>
                <a:cubicBezTo>
                  <a:pt x="388906" y="50248"/>
                  <a:pt x="388906" y="45009"/>
                  <a:pt x="388906" y="41866"/>
                </a:cubicBezTo>
                <a:cubicBezTo>
                  <a:pt x="389954" y="36627"/>
                  <a:pt x="390430" y="31388"/>
                  <a:pt x="390430" y="26150"/>
                </a:cubicBezTo>
                <a:lnTo>
                  <a:pt x="391001" y="18244"/>
                </a:lnTo>
                <a:lnTo>
                  <a:pt x="403003" y="17196"/>
                </a:lnTo>
                <a:lnTo>
                  <a:pt x="405098" y="17196"/>
                </a:lnTo>
                <a:lnTo>
                  <a:pt x="409289" y="16625"/>
                </a:lnTo>
                <a:lnTo>
                  <a:pt x="422434" y="15101"/>
                </a:lnTo>
                <a:cubicBezTo>
                  <a:pt x="430816" y="14053"/>
                  <a:pt x="439198" y="13005"/>
                  <a:pt x="448056" y="13005"/>
                </a:cubicBezTo>
                <a:moveTo>
                  <a:pt x="460629" y="54915"/>
                </a:moveTo>
                <a:cubicBezTo>
                  <a:pt x="459581" y="50724"/>
                  <a:pt x="459010" y="46533"/>
                  <a:pt x="458534" y="39199"/>
                </a:cubicBezTo>
                <a:lnTo>
                  <a:pt x="458534" y="36532"/>
                </a:lnTo>
                <a:cubicBezTo>
                  <a:pt x="457486" y="28721"/>
                  <a:pt x="457962" y="16148"/>
                  <a:pt x="457962" y="8719"/>
                </a:cubicBezTo>
                <a:cubicBezTo>
                  <a:pt x="457962" y="-1759"/>
                  <a:pt x="424434" y="4528"/>
                  <a:pt x="421291" y="5004"/>
                </a:cubicBezTo>
                <a:lnTo>
                  <a:pt x="408146" y="6052"/>
                </a:lnTo>
                <a:lnTo>
                  <a:pt x="403955" y="7100"/>
                </a:lnTo>
                <a:lnTo>
                  <a:pt x="401860" y="7100"/>
                </a:lnTo>
                <a:lnTo>
                  <a:pt x="387191" y="8147"/>
                </a:lnTo>
                <a:cubicBezTo>
                  <a:pt x="384048" y="7576"/>
                  <a:pt x="380905" y="9195"/>
                  <a:pt x="380905" y="13386"/>
                </a:cubicBezTo>
                <a:cubicBezTo>
                  <a:pt x="380905" y="22244"/>
                  <a:pt x="380333" y="31198"/>
                  <a:pt x="378809" y="40628"/>
                </a:cubicBezTo>
                <a:lnTo>
                  <a:pt x="378809" y="41675"/>
                </a:lnTo>
                <a:cubicBezTo>
                  <a:pt x="378809" y="44247"/>
                  <a:pt x="378809" y="49486"/>
                  <a:pt x="378238" y="55296"/>
                </a:cubicBezTo>
                <a:lnTo>
                  <a:pt x="377666" y="61583"/>
                </a:lnTo>
                <a:lnTo>
                  <a:pt x="377666" y="64250"/>
                </a:lnTo>
                <a:cubicBezTo>
                  <a:pt x="370808" y="75775"/>
                  <a:pt x="394430" y="69965"/>
                  <a:pt x="398145" y="70536"/>
                </a:cubicBezTo>
                <a:cubicBezTo>
                  <a:pt x="400812" y="71108"/>
                  <a:pt x="446913" y="74251"/>
                  <a:pt x="457867" y="71108"/>
                </a:cubicBezTo>
                <a:cubicBezTo>
                  <a:pt x="461486" y="70060"/>
                  <a:pt x="461486" y="66440"/>
                  <a:pt x="461486" y="63773"/>
                </a:cubicBezTo>
                <a:cubicBezTo>
                  <a:pt x="460915" y="61106"/>
                  <a:pt x="460439" y="57963"/>
                  <a:pt x="460439" y="54915"/>
                </a:cubicBezTo>
                <a:moveTo>
                  <a:pt x="445770" y="370288"/>
                </a:moveTo>
                <a:cubicBezTo>
                  <a:pt x="434721" y="369240"/>
                  <a:pt x="391287" y="369716"/>
                  <a:pt x="387096" y="370859"/>
                </a:cubicBezTo>
                <a:cubicBezTo>
                  <a:pt x="385477" y="370859"/>
                  <a:pt x="387096" y="370859"/>
                  <a:pt x="387096" y="370859"/>
                </a:cubicBezTo>
                <a:lnTo>
                  <a:pt x="387096" y="368764"/>
                </a:lnTo>
                <a:cubicBezTo>
                  <a:pt x="387096" y="363525"/>
                  <a:pt x="389668" y="152927"/>
                  <a:pt x="389668" y="151880"/>
                </a:cubicBezTo>
                <a:cubicBezTo>
                  <a:pt x="389668" y="144069"/>
                  <a:pt x="388144" y="135116"/>
                  <a:pt x="388620" y="126734"/>
                </a:cubicBezTo>
                <a:cubicBezTo>
                  <a:pt x="388620" y="124067"/>
                  <a:pt x="389096" y="121495"/>
                  <a:pt x="389096" y="119399"/>
                </a:cubicBezTo>
                <a:cubicBezTo>
                  <a:pt x="391763" y="119399"/>
                  <a:pt x="394335" y="119971"/>
                  <a:pt x="397002" y="119971"/>
                </a:cubicBezTo>
                <a:lnTo>
                  <a:pt x="441484" y="119399"/>
                </a:lnTo>
                <a:lnTo>
                  <a:pt x="443579" y="118828"/>
                </a:lnTo>
                <a:lnTo>
                  <a:pt x="445199" y="118828"/>
                </a:lnTo>
                <a:cubicBezTo>
                  <a:pt x="445770" y="132449"/>
                  <a:pt x="446246" y="147689"/>
                  <a:pt x="447770" y="162262"/>
                </a:cubicBezTo>
                <a:cubicBezTo>
                  <a:pt x="447770" y="163881"/>
                  <a:pt x="446723" y="212554"/>
                  <a:pt x="445675" y="263417"/>
                </a:cubicBezTo>
                <a:cubicBezTo>
                  <a:pt x="445103" y="306375"/>
                  <a:pt x="444627" y="351905"/>
                  <a:pt x="445675" y="370288"/>
                </a:cubicBezTo>
                <a:moveTo>
                  <a:pt x="385382" y="380289"/>
                </a:moveTo>
                <a:cubicBezTo>
                  <a:pt x="388525" y="379718"/>
                  <a:pt x="439865" y="379718"/>
                  <a:pt x="446151" y="380289"/>
                </a:cubicBezTo>
                <a:cubicBezTo>
                  <a:pt x="450342" y="380861"/>
                  <a:pt x="457676" y="383432"/>
                  <a:pt x="456057" y="375622"/>
                </a:cubicBezTo>
                <a:cubicBezTo>
                  <a:pt x="454438" y="366668"/>
                  <a:pt x="455009" y="314852"/>
                  <a:pt x="455486" y="263513"/>
                </a:cubicBezTo>
                <a:cubicBezTo>
                  <a:pt x="456533" y="212173"/>
                  <a:pt x="457581" y="163405"/>
                  <a:pt x="457581" y="161881"/>
                </a:cubicBezTo>
                <a:cubicBezTo>
                  <a:pt x="455962" y="145117"/>
                  <a:pt x="454914" y="128353"/>
                  <a:pt x="454914" y="113208"/>
                </a:cubicBezTo>
                <a:cubicBezTo>
                  <a:pt x="454914" y="108541"/>
                  <a:pt x="450723" y="107969"/>
                  <a:pt x="447580" y="108541"/>
                </a:cubicBezTo>
                <a:cubicBezTo>
                  <a:pt x="445008" y="108541"/>
                  <a:pt x="442341" y="109017"/>
                  <a:pt x="440246" y="109589"/>
                </a:cubicBezTo>
                <a:lnTo>
                  <a:pt x="396716" y="110160"/>
                </a:lnTo>
                <a:cubicBezTo>
                  <a:pt x="379952" y="110160"/>
                  <a:pt x="378428" y="106541"/>
                  <a:pt x="378428" y="126448"/>
                </a:cubicBezTo>
                <a:cubicBezTo>
                  <a:pt x="377857" y="135306"/>
                  <a:pt x="379476" y="144260"/>
                  <a:pt x="379476" y="152070"/>
                </a:cubicBezTo>
                <a:cubicBezTo>
                  <a:pt x="379476" y="153118"/>
                  <a:pt x="376809" y="363716"/>
                  <a:pt x="376809" y="368954"/>
                </a:cubicBezTo>
                <a:cubicBezTo>
                  <a:pt x="376809" y="373145"/>
                  <a:pt x="376238" y="385718"/>
                  <a:pt x="384715" y="380956"/>
                </a:cubicBezTo>
                <a:lnTo>
                  <a:pt x="385286" y="380384"/>
                </a:lnTo>
                <a:close/>
                <a:moveTo>
                  <a:pt x="81725" y="12529"/>
                </a:moveTo>
                <a:cubicBezTo>
                  <a:pt x="82201" y="14148"/>
                  <a:pt x="82772" y="15672"/>
                  <a:pt x="83249" y="16720"/>
                </a:cubicBezTo>
                <a:cubicBezTo>
                  <a:pt x="86392" y="21959"/>
                  <a:pt x="87916" y="26721"/>
                  <a:pt x="89535" y="30341"/>
                </a:cubicBezTo>
                <a:cubicBezTo>
                  <a:pt x="93726" y="36151"/>
                  <a:pt x="102108" y="63869"/>
                  <a:pt x="110490" y="93777"/>
                </a:cubicBezTo>
                <a:cubicBezTo>
                  <a:pt x="118872" y="123114"/>
                  <a:pt x="126683" y="152451"/>
                  <a:pt x="128873" y="158166"/>
                </a:cubicBezTo>
                <a:cubicBezTo>
                  <a:pt x="130397" y="161786"/>
                  <a:pt x="133064" y="166548"/>
                  <a:pt x="134112" y="172835"/>
                </a:cubicBezTo>
                <a:cubicBezTo>
                  <a:pt x="144590" y="195885"/>
                  <a:pt x="149257" y="221507"/>
                  <a:pt x="157639" y="245606"/>
                </a:cubicBezTo>
                <a:lnTo>
                  <a:pt x="158687" y="248273"/>
                </a:lnTo>
                <a:cubicBezTo>
                  <a:pt x="159734" y="252464"/>
                  <a:pt x="159734" y="253988"/>
                  <a:pt x="160306" y="255035"/>
                </a:cubicBezTo>
                <a:cubicBezTo>
                  <a:pt x="162878" y="266561"/>
                  <a:pt x="177070" y="271323"/>
                  <a:pt x="180785" y="259226"/>
                </a:cubicBezTo>
                <a:cubicBezTo>
                  <a:pt x="189643" y="230366"/>
                  <a:pt x="197549" y="199981"/>
                  <a:pt x="208026" y="172835"/>
                </a:cubicBezTo>
                <a:cubicBezTo>
                  <a:pt x="210122" y="166548"/>
                  <a:pt x="212789" y="160833"/>
                  <a:pt x="214313" y="155023"/>
                </a:cubicBezTo>
                <a:cubicBezTo>
                  <a:pt x="216408" y="148736"/>
                  <a:pt x="219075" y="143021"/>
                  <a:pt x="221171" y="137687"/>
                </a:cubicBezTo>
                <a:cubicBezTo>
                  <a:pt x="222218" y="135592"/>
                  <a:pt x="222790" y="132449"/>
                  <a:pt x="224314" y="129305"/>
                </a:cubicBezTo>
                <a:cubicBezTo>
                  <a:pt x="225362" y="127686"/>
                  <a:pt x="225933" y="126162"/>
                  <a:pt x="226409" y="124067"/>
                </a:cubicBezTo>
                <a:lnTo>
                  <a:pt x="227457" y="121971"/>
                </a:lnTo>
                <a:cubicBezTo>
                  <a:pt x="228029" y="120447"/>
                  <a:pt x="228505" y="118828"/>
                  <a:pt x="228505" y="116732"/>
                </a:cubicBezTo>
                <a:lnTo>
                  <a:pt x="230600" y="113589"/>
                </a:lnTo>
                <a:cubicBezTo>
                  <a:pt x="231172" y="111494"/>
                  <a:pt x="232219" y="109398"/>
                  <a:pt x="232696" y="106826"/>
                </a:cubicBezTo>
                <a:cubicBezTo>
                  <a:pt x="236411" y="99492"/>
                  <a:pt x="237363" y="85871"/>
                  <a:pt x="240506" y="80633"/>
                </a:cubicBezTo>
                <a:cubicBezTo>
                  <a:pt x="243173" y="70631"/>
                  <a:pt x="244697" y="65393"/>
                  <a:pt x="248412" y="59106"/>
                </a:cubicBezTo>
                <a:cubicBezTo>
                  <a:pt x="250984" y="45485"/>
                  <a:pt x="257270" y="32912"/>
                  <a:pt x="261556" y="19863"/>
                </a:cubicBezTo>
                <a:cubicBezTo>
                  <a:pt x="262128" y="17196"/>
                  <a:pt x="262604" y="15196"/>
                  <a:pt x="263176" y="13100"/>
                </a:cubicBezTo>
                <a:cubicBezTo>
                  <a:pt x="267367" y="12529"/>
                  <a:pt x="271558" y="12053"/>
                  <a:pt x="275749" y="12053"/>
                </a:cubicBezTo>
                <a:cubicBezTo>
                  <a:pt x="287750" y="12624"/>
                  <a:pt x="299371" y="15196"/>
                  <a:pt x="310801" y="12624"/>
                </a:cubicBezTo>
                <a:cubicBezTo>
                  <a:pt x="315563" y="14243"/>
                  <a:pt x="318707" y="12624"/>
                  <a:pt x="322802" y="12624"/>
                </a:cubicBezTo>
                <a:lnTo>
                  <a:pt x="328613" y="13196"/>
                </a:lnTo>
                <a:cubicBezTo>
                  <a:pt x="328041" y="21578"/>
                  <a:pt x="321755" y="29483"/>
                  <a:pt x="320231" y="37770"/>
                </a:cubicBezTo>
                <a:lnTo>
                  <a:pt x="320231" y="40913"/>
                </a:lnTo>
                <a:lnTo>
                  <a:pt x="319183" y="43485"/>
                </a:lnTo>
                <a:cubicBezTo>
                  <a:pt x="318611" y="45104"/>
                  <a:pt x="318135" y="46152"/>
                  <a:pt x="317564" y="47676"/>
                </a:cubicBezTo>
                <a:cubicBezTo>
                  <a:pt x="314992" y="52915"/>
                  <a:pt x="314992" y="58630"/>
                  <a:pt x="313373" y="64440"/>
                </a:cubicBezTo>
                <a:cubicBezTo>
                  <a:pt x="310706" y="72822"/>
                  <a:pt x="308705" y="80728"/>
                  <a:pt x="307086" y="89586"/>
                </a:cubicBezTo>
                <a:lnTo>
                  <a:pt x="306038" y="93777"/>
                </a:lnTo>
                <a:lnTo>
                  <a:pt x="304991" y="96920"/>
                </a:lnTo>
                <a:cubicBezTo>
                  <a:pt x="304514" y="98540"/>
                  <a:pt x="303943" y="99587"/>
                  <a:pt x="303467" y="101111"/>
                </a:cubicBezTo>
                <a:lnTo>
                  <a:pt x="301943" y="104255"/>
                </a:lnTo>
                <a:cubicBezTo>
                  <a:pt x="301371" y="105302"/>
                  <a:pt x="300895" y="106922"/>
                  <a:pt x="300323" y="107969"/>
                </a:cubicBezTo>
                <a:cubicBezTo>
                  <a:pt x="298228" y="114732"/>
                  <a:pt x="296609" y="121114"/>
                  <a:pt x="294608" y="127305"/>
                </a:cubicBezTo>
                <a:cubicBezTo>
                  <a:pt x="292513" y="133115"/>
                  <a:pt x="290894" y="139307"/>
                  <a:pt x="287274" y="146165"/>
                </a:cubicBezTo>
                <a:cubicBezTo>
                  <a:pt x="285750" y="152927"/>
                  <a:pt x="283083" y="159309"/>
                  <a:pt x="280988" y="166548"/>
                </a:cubicBezTo>
                <a:cubicBezTo>
                  <a:pt x="276797" y="174359"/>
                  <a:pt x="275273" y="183312"/>
                  <a:pt x="273177" y="192170"/>
                </a:cubicBezTo>
                <a:cubicBezTo>
                  <a:pt x="271558" y="197981"/>
                  <a:pt x="268415" y="203124"/>
                  <a:pt x="266319" y="208934"/>
                </a:cubicBezTo>
                <a:cubicBezTo>
                  <a:pt x="262604" y="221507"/>
                  <a:pt x="261080" y="234557"/>
                  <a:pt x="256318" y="246653"/>
                </a:cubicBezTo>
                <a:cubicBezTo>
                  <a:pt x="254222" y="250368"/>
                  <a:pt x="251555" y="253416"/>
                  <a:pt x="250031" y="257131"/>
                </a:cubicBezTo>
                <a:cubicBezTo>
                  <a:pt x="247936" y="261322"/>
                  <a:pt x="247460" y="265513"/>
                  <a:pt x="245840" y="269704"/>
                </a:cubicBezTo>
                <a:cubicBezTo>
                  <a:pt x="242126" y="281705"/>
                  <a:pt x="239554" y="293802"/>
                  <a:pt x="234791" y="305327"/>
                </a:cubicBezTo>
                <a:cubicBezTo>
                  <a:pt x="231648" y="313233"/>
                  <a:pt x="229076" y="321615"/>
                  <a:pt x="226409" y="329902"/>
                </a:cubicBezTo>
                <a:cubicBezTo>
                  <a:pt x="222218" y="344094"/>
                  <a:pt x="216980" y="360287"/>
                  <a:pt x="213265" y="376003"/>
                </a:cubicBezTo>
                <a:lnTo>
                  <a:pt x="201740" y="376003"/>
                </a:lnTo>
                <a:cubicBezTo>
                  <a:pt x="200216" y="376003"/>
                  <a:pt x="198596" y="376003"/>
                  <a:pt x="197549" y="376574"/>
                </a:cubicBezTo>
                <a:cubicBezTo>
                  <a:pt x="178213" y="377622"/>
                  <a:pt x="158782" y="378670"/>
                  <a:pt x="139922" y="378670"/>
                </a:cubicBezTo>
                <a:lnTo>
                  <a:pt x="132112" y="378670"/>
                </a:lnTo>
                <a:lnTo>
                  <a:pt x="128969" y="373431"/>
                </a:lnTo>
                <a:cubicBezTo>
                  <a:pt x="123730" y="364001"/>
                  <a:pt x="118967" y="349333"/>
                  <a:pt x="115824" y="338379"/>
                </a:cubicBezTo>
                <a:lnTo>
                  <a:pt x="113157" y="329997"/>
                </a:lnTo>
                <a:cubicBezTo>
                  <a:pt x="112681" y="327902"/>
                  <a:pt x="112109" y="325806"/>
                  <a:pt x="111062" y="324282"/>
                </a:cubicBezTo>
                <a:cubicBezTo>
                  <a:pt x="108395" y="305423"/>
                  <a:pt x="101632" y="283896"/>
                  <a:pt x="96393" y="266656"/>
                </a:cubicBezTo>
                <a:lnTo>
                  <a:pt x="85344" y="227413"/>
                </a:lnTo>
                <a:cubicBezTo>
                  <a:pt x="84868" y="225889"/>
                  <a:pt x="84296" y="224270"/>
                  <a:pt x="83820" y="223222"/>
                </a:cubicBezTo>
                <a:lnTo>
                  <a:pt x="81248" y="217412"/>
                </a:lnTo>
                <a:cubicBezTo>
                  <a:pt x="79724" y="212744"/>
                  <a:pt x="79724" y="209601"/>
                  <a:pt x="78581" y="206458"/>
                </a:cubicBezTo>
                <a:cubicBezTo>
                  <a:pt x="76486" y="200171"/>
                  <a:pt x="72866" y="191789"/>
                  <a:pt x="70771" y="183979"/>
                </a:cubicBezTo>
                <a:cubicBezTo>
                  <a:pt x="70771" y="182931"/>
                  <a:pt x="69723" y="181312"/>
                  <a:pt x="68675" y="179788"/>
                </a:cubicBezTo>
                <a:cubicBezTo>
                  <a:pt x="68104" y="174073"/>
                  <a:pt x="64961" y="169310"/>
                  <a:pt x="62865" y="164072"/>
                </a:cubicBezTo>
                <a:lnTo>
                  <a:pt x="57626" y="149403"/>
                </a:lnTo>
                <a:cubicBezTo>
                  <a:pt x="51816" y="131591"/>
                  <a:pt x="44006" y="114351"/>
                  <a:pt x="39815" y="94920"/>
                </a:cubicBezTo>
                <a:cubicBezTo>
                  <a:pt x="39815" y="94349"/>
                  <a:pt x="39243" y="93301"/>
                  <a:pt x="38767" y="92825"/>
                </a:cubicBezTo>
                <a:lnTo>
                  <a:pt x="37719" y="89110"/>
                </a:lnTo>
                <a:cubicBezTo>
                  <a:pt x="35147" y="84347"/>
                  <a:pt x="34004" y="78632"/>
                  <a:pt x="31909" y="73870"/>
                </a:cubicBezTo>
                <a:cubicBezTo>
                  <a:pt x="31433" y="71774"/>
                  <a:pt x="30861" y="70155"/>
                  <a:pt x="29813" y="68155"/>
                </a:cubicBezTo>
                <a:lnTo>
                  <a:pt x="27241" y="62916"/>
                </a:lnTo>
                <a:lnTo>
                  <a:pt x="25146" y="58725"/>
                </a:lnTo>
                <a:cubicBezTo>
                  <a:pt x="24575" y="57677"/>
                  <a:pt x="24098" y="56153"/>
                  <a:pt x="23527" y="54534"/>
                </a:cubicBezTo>
                <a:cubicBezTo>
                  <a:pt x="22003" y="49295"/>
                  <a:pt x="22003" y="43009"/>
                  <a:pt x="19812" y="36722"/>
                </a:cubicBezTo>
                <a:cubicBezTo>
                  <a:pt x="17240" y="31484"/>
                  <a:pt x="15621" y="26245"/>
                  <a:pt x="14097" y="21482"/>
                </a:cubicBezTo>
                <a:lnTo>
                  <a:pt x="13526" y="17768"/>
                </a:lnTo>
                <a:lnTo>
                  <a:pt x="12954" y="16244"/>
                </a:lnTo>
                <a:cubicBezTo>
                  <a:pt x="18669" y="16244"/>
                  <a:pt x="21336" y="15196"/>
                  <a:pt x="27146" y="15196"/>
                </a:cubicBezTo>
                <a:cubicBezTo>
                  <a:pt x="31337" y="15196"/>
                  <a:pt x="70580" y="13577"/>
                  <a:pt x="72676" y="13577"/>
                </a:cubicBezTo>
                <a:cubicBezTo>
                  <a:pt x="74771" y="13005"/>
                  <a:pt x="77915" y="12529"/>
                  <a:pt x="81629" y="12529"/>
                </a:cubicBezTo>
                <a:moveTo>
                  <a:pt x="216789" y="121971"/>
                </a:moveTo>
                <a:cubicBezTo>
                  <a:pt x="214122" y="124638"/>
                  <a:pt x="213074" y="130353"/>
                  <a:pt x="212027" y="133496"/>
                </a:cubicBezTo>
                <a:cubicBezTo>
                  <a:pt x="209455" y="139211"/>
                  <a:pt x="206788" y="145498"/>
                  <a:pt x="204692" y="152356"/>
                </a:cubicBezTo>
                <a:cubicBezTo>
                  <a:pt x="203168" y="158166"/>
                  <a:pt x="200501" y="163310"/>
                  <a:pt x="198406" y="169691"/>
                </a:cubicBezTo>
                <a:cubicBezTo>
                  <a:pt x="187928" y="196933"/>
                  <a:pt x="180118" y="226746"/>
                  <a:pt x="171641" y="255607"/>
                </a:cubicBezTo>
                <a:cubicBezTo>
                  <a:pt x="169545" y="253511"/>
                  <a:pt x="169069" y="248273"/>
                  <a:pt x="168021" y="245701"/>
                </a:cubicBezTo>
                <a:lnTo>
                  <a:pt x="167450" y="242558"/>
                </a:lnTo>
                <a:cubicBezTo>
                  <a:pt x="158496" y="218459"/>
                  <a:pt x="153829" y="192837"/>
                  <a:pt x="143351" y="169215"/>
                </a:cubicBezTo>
                <a:cubicBezTo>
                  <a:pt x="142304" y="163976"/>
                  <a:pt x="140208" y="159309"/>
                  <a:pt x="138113" y="154547"/>
                </a:cubicBezTo>
                <a:cubicBezTo>
                  <a:pt x="136017" y="148736"/>
                  <a:pt x="128111" y="119971"/>
                  <a:pt x="120301" y="91205"/>
                </a:cubicBezTo>
                <a:cubicBezTo>
                  <a:pt x="111919" y="62345"/>
                  <a:pt x="103537" y="33579"/>
                  <a:pt x="98298" y="25197"/>
                </a:cubicBezTo>
                <a:cubicBezTo>
                  <a:pt x="96774" y="22054"/>
                  <a:pt x="95155" y="17291"/>
                  <a:pt x="92012" y="12053"/>
                </a:cubicBezTo>
                <a:cubicBezTo>
                  <a:pt x="89916" y="7290"/>
                  <a:pt x="89440" y="2147"/>
                  <a:pt x="82582" y="2147"/>
                </a:cubicBezTo>
                <a:lnTo>
                  <a:pt x="80010" y="2718"/>
                </a:lnTo>
                <a:cubicBezTo>
                  <a:pt x="76867" y="2718"/>
                  <a:pt x="74200" y="3290"/>
                  <a:pt x="72104" y="3766"/>
                </a:cubicBezTo>
                <a:cubicBezTo>
                  <a:pt x="70009" y="3766"/>
                  <a:pt x="31242" y="5385"/>
                  <a:pt x="27051" y="5385"/>
                </a:cubicBezTo>
                <a:cubicBezTo>
                  <a:pt x="21812" y="5385"/>
                  <a:pt x="16002" y="6433"/>
                  <a:pt x="8763" y="6433"/>
                </a:cubicBezTo>
                <a:cubicBezTo>
                  <a:pt x="4191" y="6242"/>
                  <a:pt x="1048" y="9386"/>
                  <a:pt x="2572" y="16148"/>
                </a:cubicBezTo>
                <a:cubicBezTo>
                  <a:pt x="3143" y="16625"/>
                  <a:pt x="3620" y="18244"/>
                  <a:pt x="3620" y="19292"/>
                </a:cubicBezTo>
                <a:lnTo>
                  <a:pt x="4667" y="24054"/>
                </a:lnTo>
                <a:cubicBezTo>
                  <a:pt x="5715" y="29293"/>
                  <a:pt x="7811" y="34532"/>
                  <a:pt x="10382" y="40342"/>
                </a:cubicBezTo>
                <a:cubicBezTo>
                  <a:pt x="12002" y="46057"/>
                  <a:pt x="12002" y="52343"/>
                  <a:pt x="14097" y="57582"/>
                </a:cubicBezTo>
                <a:cubicBezTo>
                  <a:pt x="14669" y="59678"/>
                  <a:pt x="15621" y="61297"/>
                  <a:pt x="16193" y="62821"/>
                </a:cubicBezTo>
                <a:cubicBezTo>
                  <a:pt x="19907" y="70155"/>
                  <a:pt x="17240" y="64916"/>
                  <a:pt x="20955" y="72251"/>
                </a:cubicBezTo>
                <a:lnTo>
                  <a:pt x="22479" y="77013"/>
                </a:lnTo>
                <a:cubicBezTo>
                  <a:pt x="24575" y="82252"/>
                  <a:pt x="25622" y="87967"/>
                  <a:pt x="28289" y="93301"/>
                </a:cubicBezTo>
                <a:cubicBezTo>
                  <a:pt x="28289" y="93301"/>
                  <a:pt x="28766" y="95396"/>
                  <a:pt x="30385" y="98540"/>
                </a:cubicBezTo>
                <a:cubicBezTo>
                  <a:pt x="34100" y="117399"/>
                  <a:pt x="41910" y="134735"/>
                  <a:pt x="48197" y="153023"/>
                </a:cubicBezTo>
                <a:lnTo>
                  <a:pt x="53435" y="167691"/>
                </a:lnTo>
                <a:cubicBezTo>
                  <a:pt x="56007" y="173978"/>
                  <a:pt x="58674" y="180264"/>
                  <a:pt x="61341" y="186551"/>
                </a:cubicBezTo>
                <a:cubicBezTo>
                  <a:pt x="63437" y="194933"/>
                  <a:pt x="67056" y="202743"/>
                  <a:pt x="69152" y="209601"/>
                </a:cubicBezTo>
                <a:cubicBezTo>
                  <a:pt x="70199" y="212744"/>
                  <a:pt x="70199" y="215888"/>
                  <a:pt x="72295" y="222174"/>
                </a:cubicBezTo>
                <a:lnTo>
                  <a:pt x="73343" y="224270"/>
                </a:lnTo>
                <a:cubicBezTo>
                  <a:pt x="74390" y="226365"/>
                  <a:pt x="75438" y="227889"/>
                  <a:pt x="75914" y="229985"/>
                </a:cubicBezTo>
                <a:lnTo>
                  <a:pt x="86868" y="269799"/>
                </a:lnTo>
                <a:cubicBezTo>
                  <a:pt x="91535" y="286563"/>
                  <a:pt x="98393" y="307994"/>
                  <a:pt x="101537" y="327425"/>
                </a:cubicBezTo>
                <a:cubicBezTo>
                  <a:pt x="102584" y="329045"/>
                  <a:pt x="103061" y="331045"/>
                  <a:pt x="103632" y="333140"/>
                </a:cubicBezTo>
                <a:lnTo>
                  <a:pt x="105728" y="341046"/>
                </a:lnTo>
                <a:cubicBezTo>
                  <a:pt x="108871" y="352571"/>
                  <a:pt x="114109" y="367716"/>
                  <a:pt x="119825" y="378194"/>
                </a:cubicBezTo>
                <a:lnTo>
                  <a:pt x="126111" y="387623"/>
                </a:lnTo>
                <a:cubicBezTo>
                  <a:pt x="126111" y="388195"/>
                  <a:pt x="127159" y="388671"/>
                  <a:pt x="129254" y="388671"/>
                </a:cubicBezTo>
                <a:lnTo>
                  <a:pt x="139732" y="388671"/>
                </a:lnTo>
                <a:cubicBezTo>
                  <a:pt x="159068" y="388671"/>
                  <a:pt x="178975" y="388100"/>
                  <a:pt x="198882" y="386576"/>
                </a:cubicBezTo>
                <a:cubicBezTo>
                  <a:pt x="199454" y="386004"/>
                  <a:pt x="200406" y="386004"/>
                  <a:pt x="202025" y="386004"/>
                </a:cubicBezTo>
                <a:lnTo>
                  <a:pt x="213551" y="386004"/>
                </a:lnTo>
                <a:cubicBezTo>
                  <a:pt x="216694" y="386004"/>
                  <a:pt x="221456" y="385433"/>
                  <a:pt x="222504" y="381813"/>
                </a:cubicBezTo>
                <a:cubicBezTo>
                  <a:pt x="225647" y="365049"/>
                  <a:pt x="231362" y="347237"/>
                  <a:pt x="236125" y="332569"/>
                </a:cubicBezTo>
                <a:cubicBezTo>
                  <a:pt x="238220" y="324758"/>
                  <a:pt x="240792" y="316376"/>
                  <a:pt x="243935" y="309042"/>
                </a:cubicBezTo>
                <a:cubicBezTo>
                  <a:pt x="248698" y="297517"/>
                  <a:pt x="251269" y="285515"/>
                  <a:pt x="254984" y="273419"/>
                </a:cubicBezTo>
                <a:cubicBezTo>
                  <a:pt x="256508" y="269704"/>
                  <a:pt x="257080" y="265037"/>
                  <a:pt x="259175" y="261417"/>
                </a:cubicBezTo>
                <a:cubicBezTo>
                  <a:pt x="260699" y="257702"/>
                  <a:pt x="263366" y="254083"/>
                  <a:pt x="265462" y="250463"/>
                </a:cubicBezTo>
                <a:cubicBezTo>
                  <a:pt x="270129" y="238462"/>
                  <a:pt x="272320" y="224841"/>
                  <a:pt x="275939" y="212268"/>
                </a:cubicBezTo>
                <a:cubicBezTo>
                  <a:pt x="278035" y="206458"/>
                  <a:pt x="281178" y="200743"/>
                  <a:pt x="282702" y="194456"/>
                </a:cubicBezTo>
                <a:cubicBezTo>
                  <a:pt x="284321" y="187122"/>
                  <a:pt x="286417" y="177692"/>
                  <a:pt x="290608" y="169310"/>
                </a:cubicBezTo>
                <a:cubicBezTo>
                  <a:pt x="292227" y="162452"/>
                  <a:pt x="294799" y="156166"/>
                  <a:pt x="296323" y="148832"/>
                </a:cubicBezTo>
                <a:cubicBezTo>
                  <a:pt x="300038" y="143593"/>
                  <a:pt x="301562" y="136830"/>
                  <a:pt x="303657" y="131020"/>
                </a:cubicBezTo>
                <a:cubicBezTo>
                  <a:pt x="305753" y="124733"/>
                  <a:pt x="307372" y="117875"/>
                  <a:pt x="309372" y="111113"/>
                </a:cubicBezTo>
                <a:cubicBezTo>
                  <a:pt x="309944" y="110065"/>
                  <a:pt x="309944" y="109493"/>
                  <a:pt x="310420" y="108541"/>
                </a:cubicBezTo>
                <a:lnTo>
                  <a:pt x="312039" y="105874"/>
                </a:lnTo>
                <a:cubicBezTo>
                  <a:pt x="313087" y="103778"/>
                  <a:pt x="313658" y="102159"/>
                  <a:pt x="314706" y="99587"/>
                </a:cubicBezTo>
                <a:lnTo>
                  <a:pt x="315278" y="95873"/>
                </a:lnTo>
                <a:lnTo>
                  <a:pt x="316325" y="91205"/>
                </a:lnTo>
                <a:cubicBezTo>
                  <a:pt x="317945" y="83300"/>
                  <a:pt x="320040" y="75489"/>
                  <a:pt x="322612" y="67107"/>
                </a:cubicBezTo>
                <a:cubicBezTo>
                  <a:pt x="324231" y="62345"/>
                  <a:pt x="324231" y="56630"/>
                  <a:pt x="326326" y="51867"/>
                </a:cubicBezTo>
                <a:cubicBezTo>
                  <a:pt x="327946" y="48152"/>
                  <a:pt x="329470" y="46057"/>
                  <a:pt x="329946" y="42437"/>
                </a:cubicBezTo>
                <a:lnTo>
                  <a:pt x="329946" y="39294"/>
                </a:lnTo>
                <a:cubicBezTo>
                  <a:pt x="332042" y="27769"/>
                  <a:pt x="340424" y="21482"/>
                  <a:pt x="338328" y="7862"/>
                </a:cubicBezTo>
                <a:cubicBezTo>
                  <a:pt x="337280" y="2147"/>
                  <a:pt x="325184" y="3194"/>
                  <a:pt x="322612" y="2623"/>
                </a:cubicBezTo>
                <a:cubicBezTo>
                  <a:pt x="320040" y="2623"/>
                  <a:pt x="317945" y="3194"/>
                  <a:pt x="316325" y="3194"/>
                </a:cubicBezTo>
                <a:cubicBezTo>
                  <a:pt x="314230" y="3194"/>
                  <a:pt x="311658" y="2147"/>
                  <a:pt x="310039" y="2623"/>
                </a:cubicBezTo>
                <a:cubicBezTo>
                  <a:pt x="299561" y="5195"/>
                  <a:pt x="286988" y="2623"/>
                  <a:pt x="276035" y="2051"/>
                </a:cubicBezTo>
                <a:cubicBezTo>
                  <a:pt x="272891" y="2051"/>
                  <a:pt x="269177" y="2051"/>
                  <a:pt x="266033" y="2623"/>
                </a:cubicBezTo>
                <a:cubicBezTo>
                  <a:pt x="253460" y="3671"/>
                  <a:pt x="254508" y="4147"/>
                  <a:pt x="251365" y="17291"/>
                </a:cubicBezTo>
                <a:cubicBezTo>
                  <a:pt x="247174" y="30436"/>
                  <a:pt x="241364" y="42437"/>
                  <a:pt x="238792" y="56534"/>
                </a:cubicBezTo>
                <a:cubicBezTo>
                  <a:pt x="235077" y="61773"/>
                  <a:pt x="233077" y="68631"/>
                  <a:pt x="230886" y="77013"/>
                </a:cubicBezTo>
                <a:cubicBezTo>
                  <a:pt x="226219" y="84824"/>
                  <a:pt x="227743" y="94825"/>
                  <a:pt x="222504" y="104255"/>
                </a:cubicBezTo>
                <a:cubicBezTo>
                  <a:pt x="222504" y="106350"/>
                  <a:pt x="221933" y="107969"/>
                  <a:pt x="220885" y="109493"/>
                </a:cubicBezTo>
                <a:cubicBezTo>
                  <a:pt x="218789" y="113684"/>
                  <a:pt x="218789" y="115780"/>
                  <a:pt x="217742" y="118447"/>
                </a:cubicBezTo>
                <a:lnTo>
                  <a:pt x="216694" y="122066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26F6D00B-3C6F-1646-375E-A45F7E7278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695326" y="3986268"/>
            <a:ext cx="4500000" cy="104644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 noProof="0" dirty="0"/>
              <a:t>Vorname Nachname</a:t>
            </a:r>
          </a:p>
          <a:p>
            <a:pPr lvl="1"/>
            <a:r>
              <a:rPr lang="de-DE" noProof="0" dirty="0"/>
              <a:t>Dein Jobtitel</a:t>
            </a:r>
          </a:p>
          <a:p>
            <a:pPr lvl="1"/>
            <a:r>
              <a:rPr lang="de-DE" noProof="0" dirty="0"/>
              <a:t>Vorname.nachname@big-direkt.de</a:t>
            </a:r>
          </a:p>
          <a:p>
            <a:pPr lvl="1"/>
            <a:r>
              <a:rPr lang="de-DE" noProof="0" dirty="0"/>
              <a:t>Deine Telefonnummer oder Durchwahl </a:t>
            </a:r>
          </a:p>
        </p:txBody>
      </p:sp>
      <p:sp>
        <p:nvSpPr>
          <p:cNvPr id="7" name="Grafik 4">
            <a:extLst>
              <a:ext uri="{FF2B5EF4-FFF2-40B4-BE49-F238E27FC236}">
                <a16:creationId xmlns:a16="http://schemas.microsoft.com/office/drawing/2014/main" id="{383BFD67-3032-B745-4FC3-8D3F265F3C65}"/>
              </a:ext>
            </a:extLst>
          </p:cNvPr>
          <p:cNvSpPr/>
          <p:nvPr/>
        </p:nvSpPr>
        <p:spPr bwMode="gray">
          <a:xfrm>
            <a:off x="7737474" y="1141002"/>
            <a:ext cx="711200" cy="685682"/>
          </a:xfrm>
          <a:custGeom>
            <a:avLst/>
            <a:gdLst>
              <a:gd name="connsiteX0" fmla="*/ 329798 w 527702"/>
              <a:gd name="connsiteY0" fmla="*/ 13185 h 508768"/>
              <a:gd name="connsiteX1" fmla="*/ 344752 w 527702"/>
              <a:gd name="connsiteY1" fmla="*/ 39379 h 508768"/>
              <a:gd name="connsiteX2" fmla="*/ 344942 w 527702"/>
              <a:gd name="connsiteY2" fmla="*/ 44808 h 508768"/>
              <a:gd name="connsiteX3" fmla="*/ 339894 w 527702"/>
              <a:gd name="connsiteY3" fmla="*/ 45380 h 508768"/>
              <a:gd name="connsiteX4" fmla="*/ 291221 w 527702"/>
              <a:gd name="connsiteY4" fmla="*/ 21472 h 508768"/>
              <a:gd name="connsiteX5" fmla="*/ 257217 w 527702"/>
              <a:gd name="connsiteY5" fmla="*/ 23377 h 508768"/>
              <a:gd name="connsiteX6" fmla="*/ 105579 w 527702"/>
              <a:gd name="connsiteY6" fmla="*/ 92719 h 508768"/>
              <a:gd name="connsiteX7" fmla="*/ 73766 w 527702"/>
              <a:gd name="connsiteY7" fmla="*/ 123866 h 508768"/>
              <a:gd name="connsiteX8" fmla="*/ 40238 w 527702"/>
              <a:gd name="connsiteY8" fmla="*/ 187874 h 508768"/>
              <a:gd name="connsiteX9" fmla="*/ 21283 w 527702"/>
              <a:gd name="connsiteY9" fmla="*/ 280266 h 508768"/>
              <a:gd name="connsiteX10" fmla="*/ 36142 w 527702"/>
              <a:gd name="connsiteY10" fmla="*/ 365324 h 508768"/>
              <a:gd name="connsiteX11" fmla="*/ 85958 w 527702"/>
              <a:gd name="connsiteY11" fmla="*/ 422951 h 508768"/>
              <a:gd name="connsiteX12" fmla="*/ 209783 w 527702"/>
              <a:gd name="connsiteY12" fmla="*/ 481910 h 508768"/>
              <a:gd name="connsiteX13" fmla="*/ 243977 w 527702"/>
              <a:gd name="connsiteY13" fmla="*/ 487816 h 508768"/>
              <a:gd name="connsiteX14" fmla="*/ 298556 w 527702"/>
              <a:gd name="connsiteY14" fmla="*/ 488483 h 508768"/>
              <a:gd name="connsiteX15" fmla="*/ 383042 w 527702"/>
              <a:gd name="connsiteY15" fmla="*/ 457622 h 508768"/>
              <a:gd name="connsiteX16" fmla="*/ 442669 w 527702"/>
              <a:gd name="connsiteY16" fmla="*/ 408758 h 508768"/>
              <a:gd name="connsiteX17" fmla="*/ 485436 w 527702"/>
              <a:gd name="connsiteY17" fmla="*/ 343893 h 508768"/>
              <a:gd name="connsiteX18" fmla="*/ 513059 w 527702"/>
              <a:gd name="connsiteY18" fmla="*/ 200923 h 508768"/>
              <a:gd name="connsiteX19" fmla="*/ 458004 w 527702"/>
              <a:gd name="connsiteY19" fmla="*/ 59477 h 508768"/>
              <a:gd name="connsiteX20" fmla="*/ 329798 w 527702"/>
              <a:gd name="connsiteY20" fmla="*/ 13280 h 508768"/>
              <a:gd name="connsiteX21" fmla="*/ 519536 w 527702"/>
              <a:gd name="connsiteY21" fmla="*/ 268836 h 508768"/>
              <a:gd name="connsiteX22" fmla="*/ 513726 w 527702"/>
              <a:gd name="connsiteY22" fmla="*/ 311222 h 508768"/>
              <a:gd name="connsiteX23" fmla="*/ 486484 w 527702"/>
              <a:gd name="connsiteY23" fmla="*/ 377897 h 508768"/>
              <a:gd name="connsiteX24" fmla="*/ 474292 w 527702"/>
              <a:gd name="connsiteY24" fmla="*/ 395138 h 508768"/>
              <a:gd name="connsiteX25" fmla="*/ 424190 w 527702"/>
              <a:gd name="connsiteY25" fmla="*/ 449811 h 508768"/>
              <a:gd name="connsiteX26" fmla="*/ 244930 w 527702"/>
              <a:gd name="connsiteY26" fmla="*/ 508390 h 508768"/>
              <a:gd name="connsiteX27" fmla="*/ 179874 w 527702"/>
              <a:gd name="connsiteY27" fmla="*/ 495722 h 508768"/>
              <a:gd name="connsiteX28" fmla="*/ 84815 w 527702"/>
              <a:gd name="connsiteY28" fmla="*/ 447620 h 508768"/>
              <a:gd name="connsiteX29" fmla="*/ 1090 w 527702"/>
              <a:gd name="connsiteY29" fmla="*/ 301983 h 508768"/>
              <a:gd name="connsiteX30" fmla="*/ 1090 w 527702"/>
              <a:gd name="connsiteY30" fmla="*/ 268550 h 508768"/>
              <a:gd name="connsiteX31" fmla="*/ 33189 w 527702"/>
              <a:gd name="connsiteY31" fmla="*/ 151202 h 508768"/>
              <a:gd name="connsiteX32" fmla="*/ 103388 w 527702"/>
              <a:gd name="connsiteY32" fmla="*/ 71573 h 508768"/>
              <a:gd name="connsiteX33" fmla="*/ 239215 w 527702"/>
              <a:gd name="connsiteY33" fmla="*/ 9470 h 508768"/>
              <a:gd name="connsiteX34" fmla="*/ 250455 w 527702"/>
              <a:gd name="connsiteY34" fmla="*/ 6422 h 508768"/>
              <a:gd name="connsiteX35" fmla="*/ 322368 w 527702"/>
              <a:gd name="connsiteY35" fmla="*/ 1469 h 508768"/>
              <a:gd name="connsiteX36" fmla="*/ 393806 w 527702"/>
              <a:gd name="connsiteY36" fmla="*/ 7089 h 508768"/>
              <a:gd name="connsiteX37" fmla="*/ 467529 w 527702"/>
              <a:gd name="connsiteY37" fmla="*/ 50428 h 508768"/>
              <a:gd name="connsiteX38" fmla="*/ 526108 w 527702"/>
              <a:gd name="connsiteY38" fmla="*/ 229498 h 508768"/>
              <a:gd name="connsiteX39" fmla="*/ 520679 w 527702"/>
              <a:gd name="connsiteY39" fmla="*/ 268836 h 508768"/>
              <a:gd name="connsiteX40" fmla="*/ 519536 w 527702"/>
              <a:gd name="connsiteY40" fmla="*/ 268646 h 508768"/>
              <a:gd name="connsiteX41" fmla="*/ 202544 w 527702"/>
              <a:gd name="connsiteY41" fmla="*/ 388470 h 508768"/>
              <a:gd name="connsiteX42" fmla="*/ 179684 w 527702"/>
              <a:gd name="connsiteY42" fmla="*/ 385232 h 508768"/>
              <a:gd name="connsiteX43" fmla="*/ 125963 w 527702"/>
              <a:gd name="connsiteY43" fmla="*/ 357990 h 508768"/>
              <a:gd name="connsiteX44" fmla="*/ 107198 w 527702"/>
              <a:gd name="connsiteY44" fmla="*/ 304555 h 508768"/>
              <a:gd name="connsiteX45" fmla="*/ 111294 w 527702"/>
              <a:gd name="connsiteY45" fmla="*/ 296649 h 508768"/>
              <a:gd name="connsiteX46" fmla="*/ 116057 w 527702"/>
              <a:gd name="connsiteY46" fmla="*/ 293792 h 508768"/>
              <a:gd name="connsiteX47" fmla="*/ 120057 w 527702"/>
              <a:gd name="connsiteY47" fmla="*/ 297125 h 508768"/>
              <a:gd name="connsiteX48" fmla="*/ 123772 w 527702"/>
              <a:gd name="connsiteY48" fmla="*/ 314651 h 508768"/>
              <a:gd name="connsiteX49" fmla="*/ 141393 w 527702"/>
              <a:gd name="connsiteY49" fmla="*/ 344369 h 508768"/>
              <a:gd name="connsiteX50" fmla="*/ 236262 w 527702"/>
              <a:gd name="connsiteY50" fmla="*/ 372849 h 508768"/>
              <a:gd name="connsiteX51" fmla="*/ 329131 w 527702"/>
              <a:gd name="connsiteY51" fmla="*/ 325129 h 508768"/>
              <a:gd name="connsiteX52" fmla="*/ 340275 w 527702"/>
              <a:gd name="connsiteY52" fmla="*/ 316080 h 508768"/>
              <a:gd name="connsiteX53" fmla="*/ 345323 w 527702"/>
              <a:gd name="connsiteY53" fmla="*/ 317795 h 508768"/>
              <a:gd name="connsiteX54" fmla="*/ 347038 w 527702"/>
              <a:gd name="connsiteY54" fmla="*/ 319985 h 508768"/>
              <a:gd name="connsiteX55" fmla="*/ 322749 w 527702"/>
              <a:gd name="connsiteY55" fmla="*/ 357228 h 508768"/>
              <a:gd name="connsiteX56" fmla="*/ 298842 w 527702"/>
              <a:gd name="connsiteY56" fmla="*/ 374564 h 508768"/>
              <a:gd name="connsiteX57" fmla="*/ 210830 w 527702"/>
              <a:gd name="connsiteY57" fmla="*/ 391042 h 508768"/>
              <a:gd name="connsiteX58" fmla="*/ 202353 w 527702"/>
              <a:gd name="connsiteY58" fmla="*/ 389327 h 508768"/>
              <a:gd name="connsiteX59" fmla="*/ 202448 w 527702"/>
              <a:gd name="connsiteY59" fmla="*/ 388375 h 508768"/>
              <a:gd name="connsiteX60" fmla="*/ 317606 w 527702"/>
              <a:gd name="connsiteY60" fmla="*/ 136248 h 508768"/>
              <a:gd name="connsiteX61" fmla="*/ 312272 w 527702"/>
              <a:gd name="connsiteY61" fmla="*/ 152060 h 508768"/>
              <a:gd name="connsiteX62" fmla="*/ 304366 w 527702"/>
              <a:gd name="connsiteY62" fmla="*/ 192922 h 508768"/>
              <a:gd name="connsiteX63" fmla="*/ 293889 w 527702"/>
              <a:gd name="connsiteY63" fmla="*/ 198065 h 508768"/>
              <a:gd name="connsiteX64" fmla="*/ 281506 w 527702"/>
              <a:gd name="connsiteY64" fmla="*/ 170538 h 508768"/>
              <a:gd name="connsiteX65" fmla="*/ 305509 w 527702"/>
              <a:gd name="connsiteY65" fmla="*/ 118722 h 508768"/>
              <a:gd name="connsiteX66" fmla="*/ 307795 w 527702"/>
              <a:gd name="connsiteY66" fmla="*/ 116912 h 508768"/>
              <a:gd name="connsiteX67" fmla="*/ 313129 w 527702"/>
              <a:gd name="connsiteY67" fmla="*/ 115960 h 508768"/>
              <a:gd name="connsiteX68" fmla="*/ 316939 w 527702"/>
              <a:gd name="connsiteY68" fmla="*/ 119579 h 508768"/>
              <a:gd name="connsiteX69" fmla="*/ 317606 w 527702"/>
              <a:gd name="connsiteY69" fmla="*/ 136153 h 508768"/>
              <a:gd name="connsiteX70" fmla="*/ 223594 w 527702"/>
              <a:gd name="connsiteY70" fmla="*/ 155774 h 508768"/>
              <a:gd name="connsiteX71" fmla="*/ 219593 w 527702"/>
              <a:gd name="connsiteY71" fmla="*/ 185492 h 508768"/>
              <a:gd name="connsiteX72" fmla="*/ 213212 w 527702"/>
              <a:gd name="connsiteY72" fmla="*/ 206162 h 508768"/>
              <a:gd name="connsiteX73" fmla="*/ 199591 w 527702"/>
              <a:gd name="connsiteY73" fmla="*/ 200256 h 508768"/>
              <a:gd name="connsiteX74" fmla="*/ 200734 w 527702"/>
              <a:gd name="connsiteY74" fmla="*/ 139963 h 508768"/>
              <a:gd name="connsiteX75" fmla="*/ 209592 w 527702"/>
              <a:gd name="connsiteY75" fmla="*/ 133391 h 508768"/>
              <a:gd name="connsiteX76" fmla="*/ 216926 w 527702"/>
              <a:gd name="connsiteY76" fmla="*/ 136915 h 508768"/>
              <a:gd name="connsiteX77" fmla="*/ 223499 w 527702"/>
              <a:gd name="connsiteY77" fmla="*/ 155774 h 508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527702" h="508768">
                <a:moveTo>
                  <a:pt x="329798" y="13185"/>
                </a:moveTo>
                <a:cubicBezTo>
                  <a:pt x="332274" y="26806"/>
                  <a:pt x="340466" y="31759"/>
                  <a:pt x="344752" y="39379"/>
                </a:cubicBezTo>
                <a:cubicBezTo>
                  <a:pt x="345514" y="40808"/>
                  <a:pt x="345609" y="43284"/>
                  <a:pt x="344942" y="44808"/>
                </a:cubicBezTo>
                <a:cubicBezTo>
                  <a:pt x="343895" y="46904"/>
                  <a:pt x="341513" y="47094"/>
                  <a:pt x="339894" y="45380"/>
                </a:cubicBezTo>
                <a:cubicBezTo>
                  <a:pt x="326655" y="30806"/>
                  <a:pt x="307605" y="28997"/>
                  <a:pt x="291221" y="21472"/>
                </a:cubicBezTo>
                <a:cubicBezTo>
                  <a:pt x="280649" y="16614"/>
                  <a:pt x="268742" y="19948"/>
                  <a:pt x="257217" y="23377"/>
                </a:cubicBezTo>
                <a:cubicBezTo>
                  <a:pt x="203782" y="39474"/>
                  <a:pt x="155014" y="66906"/>
                  <a:pt x="105579" y="92719"/>
                </a:cubicBezTo>
                <a:cubicBezTo>
                  <a:pt x="92149" y="99767"/>
                  <a:pt x="82814" y="111959"/>
                  <a:pt x="73766" y="123866"/>
                </a:cubicBezTo>
                <a:cubicBezTo>
                  <a:pt x="59288" y="143201"/>
                  <a:pt x="48239" y="164442"/>
                  <a:pt x="40238" y="187874"/>
                </a:cubicBezTo>
                <a:cubicBezTo>
                  <a:pt x="29951" y="217973"/>
                  <a:pt x="25474" y="249024"/>
                  <a:pt x="21283" y="280266"/>
                </a:cubicBezTo>
                <a:cubicBezTo>
                  <a:pt x="17187" y="310460"/>
                  <a:pt x="22616" y="338750"/>
                  <a:pt x="36142" y="365324"/>
                </a:cubicBezTo>
                <a:cubicBezTo>
                  <a:pt x="48239" y="388946"/>
                  <a:pt x="66622" y="406377"/>
                  <a:pt x="85958" y="422951"/>
                </a:cubicBezTo>
                <a:cubicBezTo>
                  <a:pt x="122343" y="454002"/>
                  <a:pt x="162539" y="475910"/>
                  <a:pt x="209783" y="481910"/>
                </a:cubicBezTo>
                <a:cubicBezTo>
                  <a:pt x="221213" y="483339"/>
                  <a:pt x="232738" y="485149"/>
                  <a:pt x="243977" y="487816"/>
                </a:cubicBezTo>
                <a:cubicBezTo>
                  <a:pt x="262170" y="492007"/>
                  <a:pt x="280268" y="490864"/>
                  <a:pt x="298556" y="488483"/>
                </a:cubicBezTo>
                <a:cubicBezTo>
                  <a:pt x="328750" y="484482"/>
                  <a:pt x="357325" y="473719"/>
                  <a:pt x="383042" y="457622"/>
                </a:cubicBezTo>
                <a:cubicBezTo>
                  <a:pt x="404474" y="444287"/>
                  <a:pt x="423905" y="426761"/>
                  <a:pt x="442669" y="408758"/>
                </a:cubicBezTo>
                <a:cubicBezTo>
                  <a:pt x="461814" y="390280"/>
                  <a:pt x="475911" y="368944"/>
                  <a:pt x="485436" y="343893"/>
                </a:cubicBezTo>
                <a:cubicBezTo>
                  <a:pt x="502867" y="297887"/>
                  <a:pt x="513440" y="250072"/>
                  <a:pt x="513059" y="200923"/>
                </a:cubicBezTo>
                <a:cubicBezTo>
                  <a:pt x="512583" y="146535"/>
                  <a:pt x="497819" y="97100"/>
                  <a:pt x="458004" y="59477"/>
                </a:cubicBezTo>
                <a:cubicBezTo>
                  <a:pt x="422190" y="25568"/>
                  <a:pt x="380090" y="10518"/>
                  <a:pt x="329798" y="13280"/>
                </a:cubicBezTo>
                <a:moveTo>
                  <a:pt x="519536" y="268836"/>
                </a:moveTo>
                <a:cubicBezTo>
                  <a:pt x="517536" y="282933"/>
                  <a:pt x="514964" y="297030"/>
                  <a:pt x="513726" y="311222"/>
                </a:cubicBezTo>
                <a:cubicBezTo>
                  <a:pt x="511344" y="336559"/>
                  <a:pt x="500581" y="357895"/>
                  <a:pt x="486484" y="377897"/>
                </a:cubicBezTo>
                <a:cubicBezTo>
                  <a:pt x="482484" y="383708"/>
                  <a:pt x="477435" y="388851"/>
                  <a:pt x="474292" y="395138"/>
                </a:cubicBezTo>
                <a:cubicBezTo>
                  <a:pt x="462481" y="418474"/>
                  <a:pt x="443812" y="434285"/>
                  <a:pt x="424190" y="449811"/>
                </a:cubicBezTo>
                <a:cubicBezTo>
                  <a:pt x="370565" y="491912"/>
                  <a:pt x="310748" y="511819"/>
                  <a:pt x="244930" y="508390"/>
                </a:cubicBezTo>
                <a:cubicBezTo>
                  <a:pt x="223022" y="507247"/>
                  <a:pt x="201115" y="501627"/>
                  <a:pt x="179874" y="495722"/>
                </a:cubicBezTo>
                <a:cubicBezTo>
                  <a:pt x="145394" y="486101"/>
                  <a:pt x="113771" y="470290"/>
                  <a:pt x="84815" y="447620"/>
                </a:cubicBezTo>
                <a:cubicBezTo>
                  <a:pt x="38047" y="410759"/>
                  <a:pt x="6710" y="365134"/>
                  <a:pt x="1090" y="301983"/>
                </a:cubicBezTo>
                <a:cubicBezTo>
                  <a:pt x="42" y="290744"/>
                  <a:pt x="-720" y="279599"/>
                  <a:pt x="1090" y="268550"/>
                </a:cubicBezTo>
                <a:cubicBezTo>
                  <a:pt x="7662" y="228260"/>
                  <a:pt x="16520" y="188731"/>
                  <a:pt x="33189" y="151202"/>
                </a:cubicBezTo>
                <a:cubicBezTo>
                  <a:pt x="48620" y="116531"/>
                  <a:pt x="71480" y="89195"/>
                  <a:pt x="103388" y="71573"/>
                </a:cubicBezTo>
                <a:cubicBezTo>
                  <a:pt x="147203" y="47380"/>
                  <a:pt x="191304" y="23567"/>
                  <a:pt x="239215" y="9470"/>
                </a:cubicBezTo>
                <a:cubicBezTo>
                  <a:pt x="242930" y="8423"/>
                  <a:pt x="246644" y="7470"/>
                  <a:pt x="250455" y="6422"/>
                </a:cubicBezTo>
                <a:cubicBezTo>
                  <a:pt x="274172" y="41"/>
                  <a:pt x="298460" y="5375"/>
                  <a:pt x="322368" y="1469"/>
                </a:cubicBezTo>
                <a:cubicBezTo>
                  <a:pt x="346657" y="-2436"/>
                  <a:pt x="369898" y="2136"/>
                  <a:pt x="393806" y="7089"/>
                </a:cubicBezTo>
                <a:cubicBezTo>
                  <a:pt x="423714" y="13280"/>
                  <a:pt x="446288" y="28997"/>
                  <a:pt x="467529" y="50428"/>
                </a:cubicBezTo>
                <a:cubicBezTo>
                  <a:pt x="516297" y="99482"/>
                  <a:pt x="533347" y="159775"/>
                  <a:pt x="526108" y="229498"/>
                </a:cubicBezTo>
                <a:cubicBezTo>
                  <a:pt x="524775" y="242642"/>
                  <a:pt x="522488" y="255692"/>
                  <a:pt x="520679" y="268836"/>
                </a:cubicBezTo>
                <a:cubicBezTo>
                  <a:pt x="520298" y="268836"/>
                  <a:pt x="519917" y="268741"/>
                  <a:pt x="519536" y="268646"/>
                </a:cubicBezTo>
                <a:moveTo>
                  <a:pt x="202544" y="388470"/>
                </a:moveTo>
                <a:cubicBezTo>
                  <a:pt x="194924" y="387422"/>
                  <a:pt x="187304" y="386470"/>
                  <a:pt x="179684" y="385232"/>
                </a:cubicBezTo>
                <a:cubicBezTo>
                  <a:pt x="159205" y="381803"/>
                  <a:pt x="141393" y="371706"/>
                  <a:pt x="125963" y="357990"/>
                </a:cubicBezTo>
                <a:cubicBezTo>
                  <a:pt x="110723" y="344465"/>
                  <a:pt x="101007" y="327320"/>
                  <a:pt x="107198" y="304555"/>
                </a:cubicBezTo>
                <a:cubicBezTo>
                  <a:pt x="107960" y="301697"/>
                  <a:pt x="109580" y="298935"/>
                  <a:pt x="111294" y="296649"/>
                </a:cubicBezTo>
                <a:cubicBezTo>
                  <a:pt x="112342" y="295220"/>
                  <a:pt x="114533" y="293792"/>
                  <a:pt x="116057" y="293792"/>
                </a:cubicBezTo>
                <a:cubicBezTo>
                  <a:pt x="117485" y="293792"/>
                  <a:pt x="119676" y="295601"/>
                  <a:pt x="120057" y="297125"/>
                </a:cubicBezTo>
                <a:cubicBezTo>
                  <a:pt x="121676" y="302840"/>
                  <a:pt x="123105" y="308746"/>
                  <a:pt x="123772" y="314651"/>
                </a:cubicBezTo>
                <a:cubicBezTo>
                  <a:pt x="125201" y="327701"/>
                  <a:pt x="131773" y="336749"/>
                  <a:pt x="141393" y="344369"/>
                </a:cubicBezTo>
                <a:cubicBezTo>
                  <a:pt x="169492" y="366658"/>
                  <a:pt x="201782" y="372849"/>
                  <a:pt x="236262" y="372849"/>
                </a:cubicBezTo>
                <a:cubicBezTo>
                  <a:pt x="274648" y="372849"/>
                  <a:pt x="305128" y="356657"/>
                  <a:pt x="329131" y="325129"/>
                </a:cubicBezTo>
                <a:cubicBezTo>
                  <a:pt x="332084" y="321224"/>
                  <a:pt x="335036" y="316747"/>
                  <a:pt x="340275" y="316080"/>
                </a:cubicBezTo>
                <a:cubicBezTo>
                  <a:pt x="341894" y="315890"/>
                  <a:pt x="344276" y="316556"/>
                  <a:pt x="345323" y="317795"/>
                </a:cubicBezTo>
                <a:cubicBezTo>
                  <a:pt x="347800" y="320843"/>
                  <a:pt x="348848" y="316556"/>
                  <a:pt x="347038" y="319985"/>
                </a:cubicBezTo>
                <a:cubicBezTo>
                  <a:pt x="340180" y="333225"/>
                  <a:pt x="335417" y="347989"/>
                  <a:pt x="322749" y="357228"/>
                </a:cubicBezTo>
                <a:cubicBezTo>
                  <a:pt x="314748" y="363038"/>
                  <a:pt x="307128" y="369325"/>
                  <a:pt x="298842" y="374564"/>
                </a:cubicBezTo>
                <a:cubicBezTo>
                  <a:pt x="271409" y="391804"/>
                  <a:pt x="242453" y="400757"/>
                  <a:pt x="210830" y="391042"/>
                </a:cubicBezTo>
                <a:cubicBezTo>
                  <a:pt x="208068" y="390185"/>
                  <a:pt x="205211" y="389899"/>
                  <a:pt x="202353" y="389327"/>
                </a:cubicBezTo>
                <a:cubicBezTo>
                  <a:pt x="202353" y="389042"/>
                  <a:pt x="202353" y="388661"/>
                  <a:pt x="202448" y="388375"/>
                </a:cubicBezTo>
                <a:moveTo>
                  <a:pt x="317606" y="136248"/>
                </a:moveTo>
                <a:cubicBezTo>
                  <a:pt x="316177" y="140725"/>
                  <a:pt x="315034" y="146916"/>
                  <a:pt x="312272" y="152060"/>
                </a:cubicBezTo>
                <a:cubicBezTo>
                  <a:pt x="305414" y="165014"/>
                  <a:pt x="301890" y="178158"/>
                  <a:pt x="304366" y="192922"/>
                </a:cubicBezTo>
                <a:cubicBezTo>
                  <a:pt x="305128" y="197589"/>
                  <a:pt x="298556" y="200542"/>
                  <a:pt x="293889" y="198065"/>
                </a:cubicBezTo>
                <a:cubicBezTo>
                  <a:pt x="283316" y="192541"/>
                  <a:pt x="278934" y="183778"/>
                  <a:pt x="281506" y="170538"/>
                </a:cubicBezTo>
                <a:cubicBezTo>
                  <a:pt x="285221" y="151202"/>
                  <a:pt x="294269" y="134438"/>
                  <a:pt x="305509" y="118722"/>
                </a:cubicBezTo>
                <a:cubicBezTo>
                  <a:pt x="306081" y="117960"/>
                  <a:pt x="306938" y="117198"/>
                  <a:pt x="307795" y="116912"/>
                </a:cubicBezTo>
                <a:cubicBezTo>
                  <a:pt x="309510" y="116341"/>
                  <a:pt x="311605" y="115484"/>
                  <a:pt x="313129" y="115960"/>
                </a:cubicBezTo>
                <a:cubicBezTo>
                  <a:pt x="314653" y="116341"/>
                  <a:pt x="316844" y="118151"/>
                  <a:pt x="316939" y="119579"/>
                </a:cubicBezTo>
                <a:cubicBezTo>
                  <a:pt x="317511" y="124532"/>
                  <a:pt x="317415" y="129581"/>
                  <a:pt x="317606" y="136153"/>
                </a:cubicBezTo>
                <a:moveTo>
                  <a:pt x="223594" y="155774"/>
                </a:moveTo>
                <a:cubicBezTo>
                  <a:pt x="218450" y="167585"/>
                  <a:pt x="217022" y="176158"/>
                  <a:pt x="219593" y="185492"/>
                </a:cubicBezTo>
                <a:cubicBezTo>
                  <a:pt x="223022" y="197875"/>
                  <a:pt x="221689" y="201209"/>
                  <a:pt x="213212" y="206162"/>
                </a:cubicBezTo>
                <a:cubicBezTo>
                  <a:pt x="207782" y="209400"/>
                  <a:pt x="200353" y="206638"/>
                  <a:pt x="199591" y="200256"/>
                </a:cubicBezTo>
                <a:cubicBezTo>
                  <a:pt x="197305" y="180158"/>
                  <a:pt x="195876" y="160061"/>
                  <a:pt x="200734" y="139963"/>
                </a:cubicBezTo>
                <a:cubicBezTo>
                  <a:pt x="201877" y="135486"/>
                  <a:pt x="205782" y="133581"/>
                  <a:pt x="209592" y="133391"/>
                </a:cubicBezTo>
                <a:cubicBezTo>
                  <a:pt x="212069" y="133200"/>
                  <a:pt x="215498" y="134819"/>
                  <a:pt x="216926" y="136915"/>
                </a:cubicBezTo>
                <a:cubicBezTo>
                  <a:pt x="221594" y="143297"/>
                  <a:pt x="225499" y="150250"/>
                  <a:pt x="223499" y="155774"/>
                </a:cubicBezTo>
              </a:path>
            </a:pathLst>
          </a:custGeom>
          <a:solidFill>
            <a:srgbClr val="F4F6F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6773689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3" orient="horz" pos="2500" userDrawn="1">
          <p15:clr>
            <a:srgbClr val="FBAE40"/>
          </p15:clr>
        </p15:guide>
        <p15:guide id="4" orient="horz" pos="3181" userDrawn="1">
          <p15:clr>
            <a:srgbClr val="FBAE40"/>
          </p15:clr>
        </p15:guide>
        <p15:guide id="7" pos="740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Kontak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824E0FD8-8C35-4688-8D07-75D10A332885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FF80B6F-948F-9008-CEA2-8C20C518E482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A833B58-CF64-BA1A-23CF-39FCC1747314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E7B9E-4EDD-DAF7-A165-941A8585E19A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C15A4BE-4E0A-68C8-DBF1-AE5098A1C74D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4596F0F-8377-9076-15EC-C210DB95787F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EA4F8A3E-653A-3F5F-7ABE-E2D7357143A3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26F6D00B-3C6F-1646-375E-A45F7E7278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695327" y="3986268"/>
            <a:ext cx="4500000" cy="104644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 noProof="0" dirty="0"/>
              <a:t>Vorname Nachname</a:t>
            </a:r>
          </a:p>
          <a:p>
            <a:pPr lvl="1"/>
            <a:r>
              <a:rPr lang="de-DE" noProof="0" dirty="0"/>
              <a:t>Dein Jobtitel</a:t>
            </a:r>
          </a:p>
          <a:p>
            <a:pPr lvl="1"/>
            <a:r>
              <a:rPr lang="de-DE" noProof="0" dirty="0"/>
              <a:t>Vorname.nachname@big-direkt.de</a:t>
            </a:r>
          </a:p>
          <a:p>
            <a:pPr lvl="1"/>
            <a:r>
              <a:rPr lang="de-DE" noProof="0" dirty="0"/>
              <a:t>Deine Telefonnummer oder Durchwahl 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B5B28A59-8C55-7F1B-B54C-186485DED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96000" y="3985688"/>
            <a:ext cx="4500000" cy="1047600"/>
          </a:xfrm>
        </p:spPr>
        <p:txBody>
          <a:bodyPr/>
          <a:lstStyle>
            <a:lvl1pPr>
              <a:spcBef>
                <a:spcPts val="0"/>
              </a:spcBef>
              <a:defRPr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 noProof="0" dirty="0"/>
              <a:t>Vorname Nachname</a:t>
            </a:r>
          </a:p>
          <a:p>
            <a:pPr lvl="1"/>
            <a:r>
              <a:rPr lang="de-DE" noProof="0" dirty="0"/>
              <a:t>Dein Jobtitel</a:t>
            </a:r>
          </a:p>
          <a:p>
            <a:pPr lvl="1"/>
            <a:r>
              <a:rPr lang="de-DE" noProof="0" dirty="0"/>
              <a:t>Vorname.nachname@big-direkt.de</a:t>
            </a:r>
          </a:p>
          <a:p>
            <a:pPr lvl="1"/>
            <a:r>
              <a:rPr lang="de-DE" noProof="0" dirty="0"/>
              <a:t>Deine Telefonnummer oder Durchwahl </a:t>
            </a:r>
          </a:p>
        </p:txBody>
      </p:sp>
      <p:sp>
        <p:nvSpPr>
          <p:cNvPr id="23" name="Grafik 18">
            <a:extLst>
              <a:ext uri="{FF2B5EF4-FFF2-40B4-BE49-F238E27FC236}">
                <a16:creationId xmlns:a16="http://schemas.microsoft.com/office/drawing/2014/main" id="{3D92B716-F771-6959-C82E-5ED09E8C7291}"/>
              </a:ext>
            </a:extLst>
          </p:cNvPr>
          <p:cNvSpPr/>
          <p:nvPr userDrawn="1"/>
        </p:nvSpPr>
        <p:spPr bwMode="gray">
          <a:xfrm>
            <a:off x="695325" y="1789098"/>
            <a:ext cx="6543720" cy="1286276"/>
          </a:xfrm>
          <a:custGeom>
            <a:avLst/>
            <a:gdLst>
              <a:gd name="connsiteX0" fmla="*/ 4196239 w 4926099"/>
              <a:gd name="connsiteY0" fmla="*/ 945503 h 968306"/>
              <a:gd name="connsiteX1" fmla="*/ 4195191 w 4926099"/>
              <a:gd name="connsiteY1" fmla="*/ 939216 h 968306"/>
              <a:gd name="connsiteX2" fmla="*/ 4192048 w 4926099"/>
              <a:gd name="connsiteY2" fmla="*/ 891591 h 968306"/>
              <a:gd name="connsiteX3" fmla="*/ 4192048 w 4926099"/>
              <a:gd name="connsiteY3" fmla="*/ 886924 h 968306"/>
              <a:gd name="connsiteX4" fmla="*/ 4193667 w 4926099"/>
              <a:gd name="connsiteY4" fmla="*/ 880066 h 968306"/>
              <a:gd name="connsiteX5" fmla="*/ 4198906 w 4926099"/>
              <a:gd name="connsiteY5" fmla="*/ 880066 h 968306"/>
              <a:gd name="connsiteX6" fmla="*/ 4216718 w 4926099"/>
              <a:gd name="connsiteY6" fmla="*/ 880637 h 968306"/>
              <a:gd name="connsiteX7" fmla="*/ 4258151 w 4926099"/>
              <a:gd name="connsiteY7" fmla="*/ 883209 h 968306"/>
              <a:gd name="connsiteX8" fmla="*/ 4259771 w 4926099"/>
              <a:gd name="connsiteY8" fmla="*/ 943407 h 968306"/>
              <a:gd name="connsiteX9" fmla="*/ 4259771 w 4926099"/>
              <a:gd name="connsiteY9" fmla="*/ 945503 h 968306"/>
              <a:gd name="connsiteX10" fmla="*/ 4256056 w 4926099"/>
              <a:gd name="connsiteY10" fmla="*/ 945979 h 968306"/>
              <a:gd name="connsiteX11" fmla="*/ 4250341 w 4926099"/>
              <a:gd name="connsiteY11" fmla="*/ 945503 h 968306"/>
              <a:gd name="connsiteX12" fmla="*/ 4244055 w 4926099"/>
              <a:gd name="connsiteY12" fmla="*/ 944455 h 968306"/>
              <a:gd name="connsiteX13" fmla="*/ 4235196 w 4926099"/>
              <a:gd name="connsiteY13" fmla="*/ 944455 h 968306"/>
              <a:gd name="connsiteX14" fmla="*/ 4232529 w 4926099"/>
              <a:gd name="connsiteY14" fmla="*/ 943979 h 968306"/>
              <a:gd name="connsiteX15" fmla="*/ 4209003 w 4926099"/>
              <a:gd name="connsiteY15" fmla="*/ 943407 h 968306"/>
              <a:gd name="connsiteX16" fmla="*/ 4196430 w 4926099"/>
              <a:gd name="connsiteY16" fmla="*/ 945503 h 968306"/>
              <a:gd name="connsiteX17" fmla="*/ 4190619 w 4926099"/>
              <a:gd name="connsiteY17" fmla="*/ 955504 h 968306"/>
              <a:gd name="connsiteX18" fmla="*/ 4194810 w 4926099"/>
              <a:gd name="connsiteY18" fmla="*/ 955504 h 968306"/>
              <a:gd name="connsiteX19" fmla="*/ 4210526 w 4926099"/>
              <a:gd name="connsiteY19" fmla="*/ 953408 h 968306"/>
              <a:gd name="connsiteX20" fmla="*/ 4231005 w 4926099"/>
              <a:gd name="connsiteY20" fmla="*/ 953980 h 968306"/>
              <a:gd name="connsiteX21" fmla="*/ 4242531 w 4926099"/>
              <a:gd name="connsiteY21" fmla="*/ 954456 h 968306"/>
              <a:gd name="connsiteX22" fmla="*/ 4248817 w 4926099"/>
              <a:gd name="connsiteY22" fmla="*/ 955504 h 968306"/>
              <a:gd name="connsiteX23" fmla="*/ 4256151 w 4926099"/>
              <a:gd name="connsiteY23" fmla="*/ 955980 h 968306"/>
              <a:gd name="connsiteX24" fmla="*/ 4269296 w 4926099"/>
              <a:gd name="connsiteY24" fmla="*/ 947598 h 968306"/>
              <a:gd name="connsiteX25" fmla="*/ 4269772 w 4926099"/>
              <a:gd name="connsiteY25" fmla="*/ 944931 h 968306"/>
              <a:gd name="connsiteX26" fmla="*/ 4270343 w 4926099"/>
              <a:gd name="connsiteY26" fmla="*/ 942359 h 968306"/>
              <a:gd name="connsiteX27" fmla="*/ 4268724 w 4926099"/>
              <a:gd name="connsiteY27" fmla="*/ 881114 h 968306"/>
              <a:gd name="connsiteX28" fmla="*/ 4245102 w 4926099"/>
              <a:gd name="connsiteY28" fmla="*/ 871684 h 968306"/>
              <a:gd name="connsiteX29" fmla="*/ 4217289 w 4926099"/>
              <a:gd name="connsiteY29" fmla="*/ 870636 h 968306"/>
              <a:gd name="connsiteX30" fmla="*/ 4199001 w 4926099"/>
              <a:gd name="connsiteY30" fmla="*/ 870065 h 968306"/>
              <a:gd name="connsiteX31" fmla="*/ 4190143 w 4926099"/>
              <a:gd name="connsiteY31" fmla="*/ 870065 h 968306"/>
              <a:gd name="connsiteX32" fmla="*/ 4182237 w 4926099"/>
              <a:gd name="connsiteY32" fmla="*/ 885781 h 968306"/>
              <a:gd name="connsiteX33" fmla="*/ 4182237 w 4926099"/>
              <a:gd name="connsiteY33" fmla="*/ 892067 h 968306"/>
              <a:gd name="connsiteX34" fmla="*/ 4186428 w 4926099"/>
              <a:gd name="connsiteY34" fmla="*/ 947122 h 968306"/>
              <a:gd name="connsiteX35" fmla="*/ 4186428 w 4926099"/>
              <a:gd name="connsiteY35" fmla="*/ 949217 h 968306"/>
              <a:gd name="connsiteX36" fmla="*/ 4186904 w 4926099"/>
              <a:gd name="connsiteY36" fmla="*/ 954932 h 968306"/>
              <a:gd name="connsiteX37" fmla="*/ 4190619 w 4926099"/>
              <a:gd name="connsiteY37" fmla="*/ 955504 h 968306"/>
              <a:gd name="connsiteX38" fmla="*/ 4136612 w 4926099"/>
              <a:gd name="connsiteY38" fmla="*/ 902069 h 968306"/>
              <a:gd name="connsiteX39" fmla="*/ 4136612 w 4926099"/>
              <a:gd name="connsiteY39" fmla="*/ 944455 h 968306"/>
              <a:gd name="connsiteX40" fmla="*/ 4125087 w 4926099"/>
              <a:gd name="connsiteY40" fmla="*/ 942931 h 968306"/>
              <a:gd name="connsiteX41" fmla="*/ 4108323 w 4926099"/>
              <a:gd name="connsiteY41" fmla="*/ 945026 h 968306"/>
              <a:gd name="connsiteX42" fmla="*/ 4089464 w 4926099"/>
              <a:gd name="connsiteY42" fmla="*/ 945026 h 968306"/>
              <a:gd name="connsiteX43" fmla="*/ 4075843 w 4926099"/>
              <a:gd name="connsiteY43" fmla="*/ 945026 h 968306"/>
              <a:gd name="connsiteX44" fmla="*/ 4055936 w 4926099"/>
              <a:gd name="connsiteY44" fmla="*/ 940835 h 968306"/>
              <a:gd name="connsiteX45" fmla="*/ 4052792 w 4926099"/>
              <a:gd name="connsiteY45" fmla="*/ 939216 h 968306"/>
              <a:gd name="connsiteX46" fmla="*/ 4048601 w 4926099"/>
              <a:gd name="connsiteY46" fmla="*/ 938168 h 968306"/>
              <a:gd name="connsiteX47" fmla="*/ 4036600 w 4926099"/>
              <a:gd name="connsiteY47" fmla="*/ 932358 h 968306"/>
              <a:gd name="connsiteX48" fmla="*/ 4033933 w 4926099"/>
              <a:gd name="connsiteY48" fmla="*/ 930263 h 968306"/>
              <a:gd name="connsiteX49" fmla="*/ 4030790 w 4926099"/>
              <a:gd name="connsiteY49" fmla="*/ 927691 h 968306"/>
              <a:gd name="connsiteX50" fmla="*/ 4030313 w 4926099"/>
              <a:gd name="connsiteY50" fmla="*/ 924548 h 968306"/>
              <a:gd name="connsiteX51" fmla="*/ 4029266 w 4926099"/>
              <a:gd name="connsiteY51" fmla="*/ 921404 h 968306"/>
              <a:gd name="connsiteX52" fmla="*/ 4024027 w 4926099"/>
              <a:gd name="connsiteY52" fmla="*/ 905212 h 968306"/>
              <a:gd name="connsiteX53" fmla="*/ 4023551 w 4926099"/>
              <a:gd name="connsiteY53" fmla="*/ 902545 h 968306"/>
              <a:gd name="connsiteX54" fmla="*/ 4019836 w 4926099"/>
              <a:gd name="connsiteY54" fmla="*/ 864350 h 968306"/>
              <a:gd name="connsiteX55" fmla="*/ 4017264 w 4926099"/>
              <a:gd name="connsiteY55" fmla="*/ 838156 h 968306"/>
              <a:gd name="connsiteX56" fmla="*/ 4017740 w 4926099"/>
              <a:gd name="connsiteY56" fmla="*/ 815105 h 968306"/>
              <a:gd name="connsiteX57" fmla="*/ 4019836 w 4926099"/>
              <a:gd name="connsiteY57" fmla="*/ 784149 h 968306"/>
              <a:gd name="connsiteX58" fmla="*/ 4021455 w 4926099"/>
              <a:gd name="connsiteY58" fmla="*/ 752717 h 968306"/>
              <a:gd name="connsiteX59" fmla="*/ 4014121 w 4926099"/>
              <a:gd name="connsiteY59" fmla="*/ 727571 h 968306"/>
              <a:gd name="connsiteX60" fmla="*/ 3978497 w 4926099"/>
              <a:gd name="connsiteY60" fmla="*/ 726047 h 968306"/>
              <a:gd name="connsiteX61" fmla="*/ 3978021 w 4926099"/>
              <a:gd name="connsiteY61" fmla="*/ 687280 h 968306"/>
              <a:gd name="connsiteX62" fmla="*/ 4017264 w 4926099"/>
              <a:gd name="connsiteY62" fmla="*/ 681565 h 968306"/>
              <a:gd name="connsiteX63" fmla="*/ 4025646 w 4926099"/>
              <a:gd name="connsiteY63" fmla="*/ 611937 h 968306"/>
              <a:gd name="connsiteX64" fmla="*/ 4028789 w 4926099"/>
              <a:gd name="connsiteY64" fmla="*/ 611937 h 968306"/>
              <a:gd name="connsiteX65" fmla="*/ 4086416 w 4926099"/>
              <a:gd name="connsiteY65" fmla="*/ 614033 h 968306"/>
              <a:gd name="connsiteX66" fmla="*/ 4085368 w 4926099"/>
              <a:gd name="connsiteY66" fmla="*/ 678993 h 968306"/>
              <a:gd name="connsiteX67" fmla="*/ 4107847 w 4926099"/>
              <a:gd name="connsiteY67" fmla="*/ 687851 h 968306"/>
              <a:gd name="connsiteX68" fmla="*/ 4138232 w 4926099"/>
              <a:gd name="connsiteY68" fmla="*/ 694138 h 968306"/>
              <a:gd name="connsiteX69" fmla="*/ 4136136 w 4926099"/>
              <a:gd name="connsiteY69" fmla="*/ 731857 h 968306"/>
              <a:gd name="connsiteX70" fmla="*/ 4122515 w 4926099"/>
              <a:gd name="connsiteY70" fmla="*/ 731285 h 968306"/>
              <a:gd name="connsiteX71" fmla="*/ 4092607 w 4926099"/>
              <a:gd name="connsiteY71" fmla="*/ 731857 h 968306"/>
              <a:gd name="connsiteX72" fmla="*/ 4081653 w 4926099"/>
              <a:gd name="connsiteY72" fmla="*/ 773767 h 968306"/>
              <a:gd name="connsiteX73" fmla="*/ 4080605 w 4926099"/>
              <a:gd name="connsiteY73" fmla="*/ 860159 h 968306"/>
              <a:gd name="connsiteX74" fmla="*/ 4086320 w 4926099"/>
              <a:gd name="connsiteY74" fmla="*/ 886924 h 968306"/>
              <a:gd name="connsiteX75" fmla="*/ 4136612 w 4926099"/>
              <a:gd name="connsiteY75" fmla="*/ 900068 h 968306"/>
              <a:gd name="connsiteX76" fmla="*/ 4136612 w 4926099"/>
              <a:gd name="connsiteY76" fmla="*/ 902164 h 968306"/>
              <a:gd name="connsiteX77" fmla="*/ 4094226 w 4926099"/>
              <a:gd name="connsiteY77" fmla="*/ 741763 h 968306"/>
              <a:gd name="connsiteX78" fmla="*/ 4122991 w 4926099"/>
              <a:gd name="connsiteY78" fmla="*/ 741191 h 968306"/>
              <a:gd name="connsiteX79" fmla="*/ 4136136 w 4926099"/>
              <a:gd name="connsiteY79" fmla="*/ 741763 h 968306"/>
              <a:gd name="connsiteX80" fmla="*/ 4146614 w 4926099"/>
              <a:gd name="connsiteY80" fmla="*/ 731762 h 968306"/>
              <a:gd name="connsiteX81" fmla="*/ 4148233 w 4926099"/>
              <a:gd name="connsiteY81" fmla="*/ 693471 h 968306"/>
              <a:gd name="connsiteX82" fmla="*/ 4138803 w 4926099"/>
              <a:gd name="connsiteY82" fmla="*/ 682517 h 968306"/>
              <a:gd name="connsiteX83" fmla="*/ 4107942 w 4926099"/>
              <a:gd name="connsiteY83" fmla="*/ 677279 h 968306"/>
              <a:gd name="connsiteX84" fmla="*/ 4095369 w 4926099"/>
              <a:gd name="connsiteY84" fmla="*/ 677279 h 968306"/>
              <a:gd name="connsiteX85" fmla="*/ 4096417 w 4926099"/>
              <a:gd name="connsiteY85" fmla="*/ 641084 h 968306"/>
              <a:gd name="connsiteX86" fmla="*/ 4092226 w 4926099"/>
              <a:gd name="connsiteY86" fmla="*/ 604412 h 968306"/>
              <a:gd name="connsiteX87" fmla="*/ 4040315 w 4926099"/>
              <a:gd name="connsiteY87" fmla="*/ 601745 h 968306"/>
              <a:gd name="connsiteX88" fmla="*/ 4015740 w 4926099"/>
              <a:gd name="connsiteY88" fmla="*/ 607556 h 968306"/>
              <a:gd name="connsiteX89" fmla="*/ 4011549 w 4926099"/>
              <a:gd name="connsiteY89" fmla="*/ 672992 h 968306"/>
              <a:gd name="connsiteX90" fmla="*/ 3991642 w 4926099"/>
              <a:gd name="connsiteY90" fmla="*/ 677183 h 968306"/>
              <a:gd name="connsiteX91" fmla="*/ 3967544 w 4926099"/>
              <a:gd name="connsiteY91" fmla="*/ 707092 h 968306"/>
              <a:gd name="connsiteX92" fmla="*/ 3968591 w 4926099"/>
              <a:gd name="connsiteY92" fmla="*/ 727571 h 968306"/>
              <a:gd name="connsiteX93" fmla="*/ 3968591 w 4926099"/>
              <a:gd name="connsiteY93" fmla="*/ 730714 h 968306"/>
              <a:gd name="connsiteX94" fmla="*/ 4010501 w 4926099"/>
              <a:gd name="connsiteY94" fmla="*/ 738048 h 968306"/>
              <a:gd name="connsiteX95" fmla="*/ 4009930 w 4926099"/>
              <a:gd name="connsiteY95" fmla="*/ 783578 h 968306"/>
              <a:gd name="connsiteX96" fmla="*/ 4007358 w 4926099"/>
              <a:gd name="connsiteY96" fmla="*/ 814534 h 968306"/>
              <a:gd name="connsiteX97" fmla="*/ 4006882 w 4926099"/>
              <a:gd name="connsiteY97" fmla="*/ 837584 h 968306"/>
              <a:gd name="connsiteX98" fmla="*/ 4009454 w 4926099"/>
              <a:gd name="connsiteY98" fmla="*/ 865302 h 968306"/>
              <a:gd name="connsiteX99" fmla="*/ 4013645 w 4926099"/>
              <a:gd name="connsiteY99" fmla="*/ 905117 h 968306"/>
              <a:gd name="connsiteX100" fmla="*/ 4014692 w 4926099"/>
              <a:gd name="connsiteY100" fmla="*/ 907784 h 968306"/>
              <a:gd name="connsiteX101" fmla="*/ 4019931 w 4926099"/>
              <a:gd name="connsiteY101" fmla="*/ 924548 h 968306"/>
              <a:gd name="connsiteX102" fmla="*/ 4020979 w 4926099"/>
              <a:gd name="connsiteY102" fmla="*/ 928739 h 968306"/>
              <a:gd name="connsiteX103" fmla="*/ 4027837 w 4926099"/>
              <a:gd name="connsiteY103" fmla="*/ 938168 h 968306"/>
              <a:gd name="connsiteX104" fmla="*/ 4030980 w 4926099"/>
              <a:gd name="connsiteY104" fmla="*/ 940835 h 968306"/>
              <a:gd name="connsiteX105" fmla="*/ 4045649 w 4926099"/>
              <a:gd name="connsiteY105" fmla="*/ 947598 h 968306"/>
              <a:gd name="connsiteX106" fmla="*/ 4049840 w 4926099"/>
              <a:gd name="connsiteY106" fmla="*/ 948646 h 968306"/>
              <a:gd name="connsiteX107" fmla="*/ 4052411 w 4926099"/>
              <a:gd name="connsiteY107" fmla="*/ 950170 h 968306"/>
              <a:gd name="connsiteX108" fmla="*/ 4054983 w 4926099"/>
              <a:gd name="connsiteY108" fmla="*/ 950741 h 968306"/>
              <a:gd name="connsiteX109" fmla="*/ 4075366 w 4926099"/>
              <a:gd name="connsiteY109" fmla="*/ 954932 h 968306"/>
              <a:gd name="connsiteX110" fmla="*/ 4090035 w 4926099"/>
              <a:gd name="connsiteY110" fmla="*/ 954932 h 968306"/>
              <a:gd name="connsiteX111" fmla="*/ 4109466 w 4926099"/>
              <a:gd name="connsiteY111" fmla="*/ 954932 h 968306"/>
              <a:gd name="connsiteX112" fmla="*/ 4125182 w 4926099"/>
              <a:gd name="connsiteY112" fmla="*/ 952837 h 968306"/>
              <a:gd name="connsiteX113" fmla="*/ 4135184 w 4926099"/>
              <a:gd name="connsiteY113" fmla="*/ 954932 h 968306"/>
              <a:gd name="connsiteX114" fmla="*/ 4146709 w 4926099"/>
              <a:gd name="connsiteY114" fmla="*/ 946074 h 968306"/>
              <a:gd name="connsiteX115" fmla="*/ 4146709 w 4926099"/>
              <a:gd name="connsiteY115" fmla="*/ 902069 h 968306"/>
              <a:gd name="connsiteX116" fmla="*/ 4147185 w 4926099"/>
              <a:gd name="connsiteY116" fmla="*/ 898925 h 968306"/>
              <a:gd name="connsiteX117" fmla="*/ 4139851 w 4926099"/>
              <a:gd name="connsiteY117" fmla="*/ 890067 h 968306"/>
              <a:gd name="connsiteX118" fmla="*/ 4094226 w 4926099"/>
              <a:gd name="connsiteY118" fmla="*/ 880637 h 968306"/>
              <a:gd name="connsiteX119" fmla="*/ 4090511 w 4926099"/>
              <a:gd name="connsiteY119" fmla="*/ 859682 h 968306"/>
              <a:gd name="connsiteX120" fmla="*/ 4091559 w 4926099"/>
              <a:gd name="connsiteY120" fmla="*/ 773767 h 968306"/>
              <a:gd name="connsiteX121" fmla="*/ 4094131 w 4926099"/>
              <a:gd name="connsiteY121" fmla="*/ 741858 h 968306"/>
              <a:gd name="connsiteX122" fmla="*/ 3933254 w 4926099"/>
              <a:gd name="connsiteY122" fmla="*/ 584696 h 968306"/>
              <a:gd name="connsiteX123" fmla="*/ 3933825 w 4926099"/>
              <a:gd name="connsiteY123" fmla="*/ 609270 h 968306"/>
              <a:gd name="connsiteX124" fmla="*/ 3934301 w 4926099"/>
              <a:gd name="connsiteY124" fmla="*/ 612985 h 968306"/>
              <a:gd name="connsiteX125" fmla="*/ 3934778 w 4926099"/>
              <a:gd name="connsiteY125" fmla="*/ 615080 h 968306"/>
              <a:gd name="connsiteX126" fmla="*/ 3935825 w 4926099"/>
              <a:gd name="connsiteY126" fmla="*/ 628225 h 968306"/>
              <a:gd name="connsiteX127" fmla="*/ 3936302 w 4926099"/>
              <a:gd name="connsiteY127" fmla="*/ 634035 h 968306"/>
              <a:gd name="connsiteX128" fmla="*/ 3883438 w 4926099"/>
              <a:gd name="connsiteY128" fmla="*/ 632416 h 968306"/>
              <a:gd name="connsiteX129" fmla="*/ 3880771 w 4926099"/>
              <a:gd name="connsiteY129" fmla="*/ 632416 h 968306"/>
              <a:gd name="connsiteX130" fmla="*/ 3875056 w 4926099"/>
              <a:gd name="connsiteY130" fmla="*/ 632987 h 968306"/>
              <a:gd name="connsiteX131" fmla="*/ 3873437 w 4926099"/>
              <a:gd name="connsiteY131" fmla="*/ 632987 h 968306"/>
              <a:gd name="connsiteX132" fmla="*/ 3873437 w 4926099"/>
              <a:gd name="connsiteY132" fmla="*/ 627749 h 968306"/>
              <a:gd name="connsiteX133" fmla="*/ 3873913 w 4926099"/>
              <a:gd name="connsiteY133" fmla="*/ 613556 h 968306"/>
              <a:gd name="connsiteX134" fmla="*/ 3875532 w 4926099"/>
              <a:gd name="connsiteY134" fmla="*/ 597840 h 968306"/>
              <a:gd name="connsiteX135" fmla="*/ 3876008 w 4926099"/>
              <a:gd name="connsiteY135" fmla="*/ 589934 h 968306"/>
              <a:gd name="connsiteX136" fmla="*/ 3888105 w 4926099"/>
              <a:gd name="connsiteY136" fmla="*/ 588887 h 968306"/>
              <a:gd name="connsiteX137" fmla="*/ 3890201 w 4926099"/>
              <a:gd name="connsiteY137" fmla="*/ 588887 h 968306"/>
              <a:gd name="connsiteX138" fmla="*/ 3894391 w 4926099"/>
              <a:gd name="connsiteY138" fmla="*/ 588410 h 968306"/>
              <a:gd name="connsiteX139" fmla="*/ 3907536 w 4926099"/>
              <a:gd name="connsiteY139" fmla="*/ 586791 h 968306"/>
              <a:gd name="connsiteX140" fmla="*/ 3933158 w 4926099"/>
              <a:gd name="connsiteY140" fmla="*/ 584696 h 968306"/>
              <a:gd name="connsiteX141" fmla="*/ 3945731 w 4926099"/>
              <a:gd name="connsiteY141" fmla="*/ 626606 h 968306"/>
              <a:gd name="connsiteX142" fmla="*/ 3943636 w 4926099"/>
              <a:gd name="connsiteY142" fmla="*/ 610889 h 968306"/>
              <a:gd name="connsiteX143" fmla="*/ 3943636 w 4926099"/>
              <a:gd name="connsiteY143" fmla="*/ 608222 h 968306"/>
              <a:gd name="connsiteX144" fmla="*/ 3943160 w 4926099"/>
              <a:gd name="connsiteY144" fmla="*/ 580505 h 968306"/>
              <a:gd name="connsiteX145" fmla="*/ 3906488 w 4926099"/>
              <a:gd name="connsiteY145" fmla="*/ 576790 h 968306"/>
              <a:gd name="connsiteX146" fmla="*/ 3893344 w 4926099"/>
              <a:gd name="connsiteY146" fmla="*/ 577838 h 968306"/>
              <a:gd name="connsiteX147" fmla="*/ 3889153 w 4926099"/>
              <a:gd name="connsiteY147" fmla="*/ 578885 h 968306"/>
              <a:gd name="connsiteX148" fmla="*/ 3887057 w 4926099"/>
              <a:gd name="connsiteY148" fmla="*/ 578885 h 968306"/>
              <a:gd name="connsiteX149" fmla="*/ 3872389 w 4926099"/>
              <a:gd name="connsiteY149" fmla="*/ 579933 h 968306"/>
              <a:gd name="connsiteX150" fmla="*/ 3866103 w 4926099"/>
              <a:gd name="connsiteY150" fmla="*/ 585172 h 968306"/>
              <a:gd name="connsiteX151" fmla="*/ 3864007 w 4926099"/>
              <a:gd name="connsiteY151" fmla="*/ 612413 h 968306"/>
              <a:gd name="connsiteX152" fmla="*/ 3864007 w 4926099"/>
              <a:gd name="connsiteY152" fmla="*/ 613461 h 968306"/>
              <a:gd name="connsiteX153" fmla="*/ 3863435 w 4926099"/>
              <a:gd name="connsiteY153" fmla="*/ 627082 h 968306"/>
              <a:gd name="connsiteX154" fmla="*/ 3862959 w 4926099"/>
              <a:gd name="connsiteY154" fmla="*/ 633368 h 968306"/>
              <a:gd name="connsiteX155" fmla="*/ 3862959 w 4926099"/>
              <a:gd name="connsiteY155" fmla="*/ 635940 h 968306"/>
              <a:gd name="connsiteX156" fmla="*/ 3883438 w 4926099"/>
              <a:gd name="connsiteY156" fmla="*/ 642227 h 968306"/>
              <a:gd name="connsiteX157" fmla="*/ 3943160 w 4926099"/>
              <a:gd name="connsiteY157" fmla="*/ 642798 h 968306"/>
              <a:gd name="connsiteX158" fmla="*/ 3946874 w 4926099"/>
              <a:gd name="connsiteY158" fmla="*/ 635464 h 968306"/>
              <a:gd name="connsiteX159" fmla="*/ 3945827 w 4926099"/>
              <a:gd name="connsiteY159" fmla="*/ 626606 h 968306"/>
              <a:gd name="connsiteX160" fmla="*/ 3931158 w 4926099"/>
              <a:gd name="connsiteY160" fmla="*/ 941978 h 968306"/>
              <a:gd name="connsiteX161" fmla="*/ 3872484 w 4926099"/>
              <a:gd name="connsiteY161" fmla="*/ 942550 h 968306"/>
              <a:gd name="connsiteX162" fmla="*/ 3872484 w 4926099"/>
              <a:gd name="connsiteY162" fmla="*/ 942550 h 968306"/>
              <a:gd name="connsiteX163" fmla="*/ 3872484 w 4926099"/>
              <a:gd name="connsiteY163" fmla="*/ 940454 h 968306"/>
              <a:gd name="connsiteX164" fmla="*/ 3875151 w 4926099"/>
              <a:gd name="connsiteY164" fmla="*/ 723570 h 968306"/>
              <a:gd name="connsiteX165" fmla="*/ 3874103 w 4926099"/>
              <a:gd name="connsiteY165" fmla="*/ 698424 h 968306"/>
              <a:gd name="connsiteX166" fmla="*/ 3874580 w 4926099"/>
              <a:gd name="connsiteY166" fmla="*/ 691090 h 968306"/>
              <a:gd name="connsiteX167" fmla="*/ 3882485 w 4926099"/>
              <a:gd name="connsiteY167" fmla="*/ 691661 h 968306"/>
              <a:gd name="connsiteX168" fmla="*/ 3926967 w 4926099"/>
              <a:gd name="connsiteY168" fmla="*/ 691090 h 968306"/>
              <a:gd name="connsiteX169" fmla="*/ 3929063 w 4926099"/>
              <a:gd name="connsiteY169" fmla="*/ 690518 h 968306"/>
              <a:gd name="connsiteX170" fmla="*/ 3930682 w 4926099"/>
              <a:gd name="connsiteY170" fmla="*/ 690518 h 968306"/>
              <a:gd name="connsiteX171" fmla="*/ 3933254 w 4926099"/>
              <a:gd name="connsiteY171" fmla="*/ 734048 h 968306"/>
              <a:gd name="connsiteX172" fmla="*/ 3931158 w 4926099"/>
              <a:gd name="connsiteY172" fmla="*/ 835203 h 968306"/>
              <a:gd name="connsiteX173" fmla="*/ 3931158 w 4926099"/>
              <a:gd name="connsiteY173" fmla="*/ 942074 h 968306"/>
              <a:gd name="connsiteX174" fmla="*/ 3870960 w 4926099"/>
              <a:gd name="connsiteY174" fmla="*/ 952075 h 968306"/>
              <a:gd name="connsiteX175" fmla="*/ 3931730 w 4926099"/>
              <a:gd name="connsiteY175" fmla="*/ 952075 h 968306"/>
              <a:gd name="connsiteX176" fmla="*/ 3941636 w 4926099"/>
              <a:gd name="connsiteY176" fmla="*/ 947408 h 968306"/>
              <a:gd name="connsiteX177" fmla="*/ 3941159 w 4926099"/>
              <a:gd name="connsiteY177" fmla="*/ 835298 h 968306"/>
              <a:gd name="connsiteX178" fmla="*/ 3943255 w 4926099"/>
              <a:gd name="connsiteY178" fmla="*/ 733667 h 968306"/>
              <a:gd name="connsiteX179" fmla="*/ 3940683 w 4926099"/>
              <a:gd name="connsiteY179" fmla="*/ 684994 h 968306"/>
              <a:gd name="connsiteX180" fmla="*/ 3933349 w 4926099"/>
              <a:gd name="connsiteY180" fmla="*/ 680327 h 968306"/>
              <a:gd name="connsiteX181" fmla="*/ 3926015 w 4926099"/>
              <a:gd name="connsiteY181" fmla="*/ 681374 h 968306"/>
              <a:gd name="connsiteX182" fmla="*/ 3882485 w 4926099"/>
              <a:gd name="connsiteY182" fmla="*/ 681946 h 968306"/>
              <a:gd name="connsiteX183" fmla="*/ 3864197 w 4926099"/>
              <a:gd name="connsiteY183" fmla="*/ 698138 h 968306"/>
              <a:gd name="connsiteX184" fmla="*/ 3865245 w 4926099"/>
              <a:gd name="connsiteY184" fmla="*/ 723856 h 968306"/>
              <a:gd name="connsiteX185" fmla="*/ 3862673 w 4926099"/>
              <a:gd name="connsiteY185" fmla="*/ 940740 h 968306"/>
              <a:gd name="connsiteX186" fmla="*/ 3870579 w 4926099"/>
              <a:gd name="connsiteY186" fmla="*/ 952837 h 968306"/>
              <a:gd name="connsiteX187" fmla="*/ 3871055 w 4926099"/>
              <a:gd name="connsiteY187" fmla="*/ 952265 h 968306"/>
              <a:gd name="connsiteX188" fmla="*/ 3691319 w 4926099"/>
              <a:gd name="connsiteY188" fmla="*/ 730428 h 968306"/>
              <a:gd name="connsiteX189" fmla="*/ 3654647 w 4926099"/>
              <a:gd name="connsiteY189" fmla="*/ 730428 h 968306"/>
              <a:gd name="connsiteX190" fmla="*/ 3641503 w 4926099"/>
              <a:gd name="connsiteY190" fmla="*/ 734619 h 968306"/>
              <a:gd name="connsiteX191" fmla="*/ 3638931 w 4926099"/>
              <a:gd name="connsiteY191" fmla="*/ 736715 h 968306"/>
              <a:gd name="connsiteX192" fmla="*/ 3632168 w 4926099"/>
              <a:gd name="connsiteY192" fmla="*/ 740906 h 968306"/>
              <a:gd name="connsiteX193" fmla="*/ 3619024 w 4926099"/>
              <a:gd name="connsiteY193" fmla="*/ 754050 h 968306"/>
              <a:gd name="connsiteX194" fmla="*/ 3608546 w 4926099"/>
              <a:gd name="connsiteY194" fmla="*/ 779672 h 968306"/>
              <a:gd name="connsiteX195" fmla="*/ 3624263 w 4926099"/>
              <a:gd name="connsiteY195" fmla="*/ 791198 h 968306"/>
              <a:gd name="connsiteX196" fmla="*/ 3627406 w 4926099"/>
              <a:gd name="connsiteY196" fmla="*/ 790626 h 968306"/>
              <a:gd name="connsiteX197" fmla="*/ 3717989 w 4926099"/>
              <a:gd name="connsiteY197" fmla="*/ 793198 h 968306"/>
              <a:gd name="connsiteX198" fmla="*/ 3734753 w 4926099"/>
              <a:gd name="connsiteY198" fmla="*/ 787483 h 968306"/>
              <a:gd name="connsiteX199" fmla="*/ 3727990 w 4926099"/>
              <a:gd name="connsiteY199" fmla="*/ 751288 h 968306"/>
              <a:gd name="connsiteX200" fmla="*/ 3710178 w 4926099"/>
              <a:gd name="connsiteY200" fmla="*/ 737667 h 968306"/>
              <a:gd name="connsiteX201" fmla="*/ 3691319 w 4926099"/>
              <a:gd name="connsiteY201" fmla="*/ 730333 h 968306"/>
              <a:gd name="connsiteX202" fmla="*/ 3728466 w 4926099"/>
              <a:gd name="connsiteY202" fmla="*/ 779577 h 968306"/>
              <a:gd name="connsiteX203" fmla="*/ 3717512 w 4926099"/>
              <a:gd name="connsiteY203" fmla="*/ 783292 h 968306"/>
              <a:gd name="connsiteX204" fmla="*/ 3625310 w 4926099"/>
              <a:gd name="connsiteY204" fmla="*/ 780720 h 968306"/>
              <a:gd name="connsiteX205" fmla="*/ 3622167 w 4926099"/>
              <a:gd name="connsiteY205" fmla="*/ 781292 h 968306"/>
              <a:gd name="connsiteX206" fmla="*/ 3618453 w 4926099"/>
              <a:gd name="connsiteY206" fmla="*/ 781863 h 968306"/>
              <a:gd name="connsiteX207" fmla="*/ 3626834 w 4926099"/>
              <a:gd name="connsiteY207" fmla="*/ 759860 h 968306"/>
              <a:gd name="connsiteX208" fmla="*/ 3636740 w 4926099"/>
              <a:gd name="connsiteY208" fmla="*/ 749954 h 968306"/>
              <a:gd name="connsiteX209" fmla="*/ 3645122 w 4926099"/>
              <a:gd name="connsiteY209" fmla="*/ 745192 h 968306"/>
              <a:gd name="connsiteX210" fmla="*/ 3647218 w 4926099"/>
              <a:gd name="connsiteY210" fmla="*/ 743096 h 968306"/>
              <a:gd name="connsiteX211" fmla="*/ 3657219 w 4926099"/>
              <a:gd name="connsiteY211" fmla="*/ 740429 h 968306"/>
              <a:gd name="connsiteX212" fmla="*/ 3689128 w 4926099"/>
              <a:gd name="connsiteY212" fmla="*/ 740429 h 968306"/>
              <a:gd name="connsiteX213" fmla="*/ 3705416 w 4926099"/>
              <a:gd name="connsiteY213" fmla="*/ 746716 h 968306"/>
              <a:gd name="connsiteX214" fmla="*/ 3719513 w 4926099"/>
              <a:gd name="connsiteY214" fmla="*/ 757193 h 968306"/>
              <a:gd name="connsiteX215" fmla="*/ 3728371 w 4926099"/>
              <a:gd name="connsiteY215" fmla="*/ 779672 h 968306"/>
              <a:gd name="connsiteX216" fmla="*/ 3742563 w 4926099"/>
              <a:gd name="connsiteY216" fmla="*/ 876065 h 968306"/>
              <a:gd name="connsiteX217" fmla="*/ 3791236 w 4926099"/>
              <a:gd name="connsiteY217" fmla="*/ 875018 h 968306"/>
              <a:gd name="connsiteX218" fmla="*/ 3780758 w 4926099"/>
              <a:gd name="connsiteY218" fmla="*/ 900164 h 968306"/>
              <a:gd name="connsiteX219" fmla="*/ 3773996 w 4926099"/>
              <a:gd name="connsiteY219" fmla="*/ 909022 h 968306"/>
              <a:gd name="connsiteX220" fmla="*/ 3762470 w 4926099"/>
              <a:gd name="connsiteY220" fmla="*/ 920547 h 968306"/>
              <a:gd name="connsiteX221" fmla="*/ 3740944 w 4926099"/>
              <a:gd name="connsiteY221" fmla="*/ 932072 h 968306"/>
              <a:gd name="connsiteX222" fmla="*/ 3738372 w 4926099"/>
              <a:gd name="connsiteY222" fmla="*/ 934739 h 968306"/>
              <a:gd name="connsiteX223" fmla="*/ 3735800 w 4926099"/>
              <a:gd name="connsiteY223" fmla="*/ 936263 h 968306"/>
              <a:gd name="connsiteX224" fmla="*/ 3724275 w 4926099"/>
              <a:gd name="connsiteY224" fmla="*/ 942074 h 968306"/>
              <a:gd name="connsiteX225" fmla="*/ 3719036 w 4926099"/>
              <a:gd name="connsiteY225" fmla="*/ 943598 h 968306"/>
              <a:gd name="connsiteX226" fmla="*/ 3714369 w 4926099"/>
              <a:gd name="connsiteY226" fmla="*/ 945122 h 968306"/>
              <a:gd name="connsiteX227" fmla="*/ 3634740 w 4926099"/>
              <a:gd name="connsiteY227" fmla="*/ 943598 h 968306"/>
              <a:gd name="connsiteX228" fmla="*/ 3608546 w 4926099"/>
              <a:gd name="connsiteY228" fmla="*/ 935787 h 968306"/>
              <a:gd name="connsiteX229" fmla="*/ 3579209 w 4926099"/>
              <a:gd name="connsiteY229" fmla="*/ 913213 h 968306"/>
              <a:gd name="connsiteX230" fmla="*/ 3550920 w 4926099"/>
              <a:gd name="connsiteY230" fmla="*/ 862921 h 968306"/>
              <a:gd name="connsiteX231" fmla="*/ 3548348 w 4926099"/>
              <a:gd name="connsiteY231" fmla="*/ 852443 h 968306"/>
              <a:gd name="connsiteX232" fmla="*/ 3546729 w 4926099"/>
              <a:gd name="connsiteY232" fmla="*/ 848252 h 968306"/>
              <a:gd name="connsiteX233" fmla="*/ 3545681 w 4926099"/>
              <a:gd name="connsiteY233" fmla="*/ 841966 h 968306"/>
              <a:gd name="connsiteX234" fmla="*/ 3543586 w 4926099"/>
              <a:gd name="connsiteY234" fmla="*/ 828345 h 968306"/>
              <a:gd name="connsiteX235" fmla="*/ 3544062 w 4926099"/>
              <a:gd name="connsiteY235" fmla="*/ 824630 h 968306"/>
              <a:gd name="connsiteX236" fmla="*/ 3544538 w 4926099"/>
              <a:gd name="connsiteY236" fmla="*/ 820916 h 968306"/>
              <a:gd name="connsiteX237" fmla="*/ 3544538 w 4926099"/>
              <a:gd name="connsiteY237" fmla="*/ 817296 h 968306"/>
              <a:gd name="connsiteX238" fmla="*/ 3545015 w 4926099"/>
              <a:gd name="connsiteY238" fmla="*/ 810438 h 968306"/>
              <a:gd name="connsiteX239" fmla="*/ 3570161 w 4926099"/>
              <a:gd name="connsiteY239" fmla="*/ 741858 h 968306"/>
              <a:gd name="connsiteX240" fmla="*/ 3582162 w 4926099"/>
              <a:gd name="connsiteY240" fmla="*/ 724046 h 968306"/>
              <a:gd name="connsiteX241" fmla="*/ 3620453 w 4926099"/>
              <a:gd name="connsiteY241" fmla="*/ 694709 h 968306"/>
              <a:gd name="connsiteX242" fmla="*/ 3651314 w 4926099"/>
              <a:gd name="connsiteY242" fmla="*/ 685851 h 968306"/>
              <a:gd name="connsiteX243" fmla="*/ 3708940 w 4926099"/>
              <a:gd name="connsiteY243" fmla="*/ 686423 h 968306"/>
              <a:gd name="connsiteX244" fmla="*/ 3712655 w 4926099"/>
              <a:gd name="connsiteY244" fmla="*/ 687470 h 968306"/>
              <a:gd name="connsiteX245" fmla="*/ 3741991 w 4926099"/>
              <a:gd name="connsiteY245" fmla="*/ 699567 h 968306"/>
              <a:gd name="connsiteX246" fmla="*/ 3760851 w 4926099"/>
              <a:gd name="connsiteY246" fmla="*/ 721570 h 968306"/>
              <a:gd name="connsiteX247" fmla="*/ 3792855 w 4926099"/>
              <a:gd name="connsiteY247" fmla="*/ 799103 h 968306"/>
              <a:gd name="connsiteX248" fmla="*/ 3793331 w 4926099"/>
              <a:gd name="connsiteY248" fmla="*/ 803771 h 968306"/>
              <a:gd name="connsiteX249" fmla="*/ 3793331 w 4926099"/>
              <a:gd name="connsiteY249" fmla="*/ 807485 h 968306"/>
              <a:gd name="connsiteX250" fmla="*/ 3793808 w 4926099"/>
              <a:gd name="connsiteY250" fmla="*/ 813772 h 968306"/>
              <a:gd name="connsiteX251" fmla="*/ 3795427 w 4926099"/>
              <a:gd name="connsiteY251" fmla="*/ 821582 h 968306"/>
              <a:gd name="connsiteX252" fmla="*/ 3796474 w 4926099"/>
              <a:gd name="connsiteY252" fmla="*/ 826250 h 968306"/>
              <a:gd name="connsiteX253" fmla="*/ 3763995 w 4926099"/>
              <a:gd name="connsiteY253" fmla="*/ 824726 h 968306"/>
              <a:gd name="connsiteX254" fmla="*/ 3691699 w 4926099"/>
              <a:gd name="connsiteY254" fmla="*/ 827869 h 968306"/>
              <a:gd name="connsiteX255" fmla="*/ 3668649 w 4926099"/>
              <a:gd name="connsiteY255" fmla="*/ 828917 h 968306"/>
              <a:gd name="connsiteX256" fmla="*/ 3617309 w 4926099"/>
              <a:gd name="connsiteY256" fmla="*/ 829964 h 968306"/>
              <a:gd name="connsiteX257" fmla="*/ 3608928 w 4926099"/>
              <a:gd name="connsiteY257" fmla="*/ 864540 h 968306"/>
              <a:gd name="connsiteX258" fmla="*/ 3611023 w 4926099"/>
              <a:gd name="connsiteY258" fmla="*/ 869779 h 968306"/>
              <a:gd name="connsiteX259" fmla="*/ 3612642 w 4926099"/>
              <a:gd name="connsiteY259" fmla="*/ 873970 h 968306"/>
              <a:gd name="connsiteX260" fmla="*/ 3614261 w 4926099"/>
              <a:gd name="connsiteY260" fmla="*/ 877113 h 968306"/>
              <a:gd name="connsiteX261" fmla="*/ 3616357 w 4926099"/>
              <a:gd name="connsiteY261" fmla="*/ 879780 h 968306"/>
              <a:gd name="connsiteX262" fmla="*/ 3619500 w 4926099"/>
              <a:gd name="connsiteY262" fmla="*/ 883971 h 968306"/>
              <a:gd name="connsiteX263" fmla="*/ 3624739 w 4926099"/>
              <a:gd name="connsiteY263" fmla="*/ 889210 h 968306"/>
              <a:gd name="connsiteX264" fmla="*/ 3629978 w 4926099"/>
              <a:gd name="connsiteY264" fmla="*/ 895496 h 968306"/>
              <a:gd name="connsiteX265" fmla="*/ 3659315 w 4926099"/>
              <a:gd name="connsiteY265" fmla="*/ 908641 h 968306"/>
              <a:gd name="connsiteX266" fmla="*/ 3662934 w 4926099"/>
              <a:gd name="connsiteY266" fmla="*/ 909212 h 968306"/>
              <a:gd name="connsiteX267" fmla="*/ 3696462 w 4926099"/>
              <a:gd name="connsiteY267" fmla="*/ 905498 h 968306"/>
              <a:gd name="connsiteX268" fmla="*/ 3741991 w 4926099"/>
              <a:gd name="connsiteY268" fmla="*/ 876161 h 968306"/>
              <a:gd name="connsiteX269" fmla="*/ 3742563 w 4926099"/>
              <a:gd name="connsiteY269" fmla="*/ 876161 h 968306"/>
              <a:gd name="connsiteX270" fmla="*/ 3617881 w 4926099"/>
              <a:gd name="connsiteY270" fmla="*/ 839870 h 968306"/>
              <a:gd name="connsiteX271" fmla="*/ 3670268 w 4926099"/>
              <a:gd name="connsiteY271" fmla="*/ 838823 h 968306"/>
              <a:gd name="connsiteX272" fmla="*/ 3691699 w 4926099"/>
              <a:gd name="connsiteY272" fmla="*/ 837775 h 968306"/>
              <a:gd name="connsiteX273" fmla="*/ 3763995 w 4926099"/>
              <a:gd name="connsiteY273" fmla="*/ 834632 h 968306"/>
              <a:gd name="connsiteX274" fmla="*/ 3784949 w 4926099"/>
              <a:gd name="connsiteY274" fmla="*/ 836156 h 968306"/>
              <a:gd name="connsiteX275" fmla="*/ 3803809 w 4926099"/>
              <a:gd name="connsiteY275" fmla="*/ 812057 h 968306"/>
              <a:gd name="connsiteX276" fmla="*/ 3803333 w 4926099"/>
              <a:gd name="connsiteY276" fmla="*/ 806819 h 968306"/>
              <a:gd name="connsiteX277" fmla="*/ 3803333 w 4926099"/>
              <a:gd name="connsiteY277" fmla="*/ 802628 h 968306"/>
              <a:gd name="connsiteX278" fmla="*/ 3802761 w 4926099"/>
              <a:gd name="connsiteY278" fmla="*/ 797389 h 968306"/>
              <a:gd name="connsiteX279" fmla="*/ 3768185 w 4926099"/>
              <a:gd name="connsiteY279" fmla="*/ 714045 h 968306"/>
              <a:gd name="connsiteX280" fmla="*/ 3747230 w 4926099"/>
              <a:gd name="connsiteY280" fmla="*/ 690995 h 968306"/>
              <a:gd name="connsiteX281" fmla="*/ 3718941 w 4926099"/>
              <a:gd name="connsiteY281" fmla="*/ 678993 h 968306"/>
              <a:gd name="connsiteX282" fmla="*/ 3714750 w 4926099"/>
              <a:gd name="connsiteY282" fmla="*/ 677374 h 968306"/>
              <a:gd name="connsiteX283" fmla="*/ 3711035 w 4926099"/>
              <a:gd name="connsiteY283" fmla="*/ 676898 h 968306"/>
              <a:gd name="connsiteX284" fmla="*/ 3649790 w 4926099"/>
              <a:gd name="connsiteY284" fmla="*/ 675850 h 968306"/>
              <a:gd name="connsiteX285" fmla="*/ 3617309 w 4926099"/>
              <a:gd name="connsiteY285" fmla="*/ 684708 h 968306"/>
              <a:gd name="connsiteX286" fmla="*/ 3573304 w 4926099"/>
              <a:gd name="connsiteY286" fmla="*/ 719284 h 968306"/>
              <a:gd name="connsiteX287" fmla="*/ 3560731 w 4926099"/>
              <a:gd name="connsiteY287" fmla="*/ 737572 h 968306"/>
              <a:gd name="connsiteX288" fmla="*/ 3535585 w 4926099"/>
              <a:gd name="connsiteY288" fmla="*/ 802056 h 968306"/>
              <a:gd name="connsiteX289" fmla="*/ 3534537 w 4926099"/>
              <a:gd name="connsiteY289" fmla="*/ 816153 h 968306"/>
              <a:gd name="connsiteX290" fmla="*/ 3534537 w 4926099"/>
              <a:gd name="connsiteY290" fmla="*/ 819868 h 968306"/>
              <a:gd name="connsiteX291" fmla="*/ 3534061 w 4926099"/>
              <a:gd name="connsiteY291" fmla="*/ 823011 h 968306"/>
              <a:gd name="connsiteX292" fmla="*/ 3533585 w 4926099"/>
              <a:gd name="connsiteY292" fmla="*/ 827202 h 968306"/>
              <a:gd name="connsiteX293" fmla="*/ 3535680 w 4926099"/>
              <a:gd name="connsiteY293" fmla="*/ 843966 h 968306"/>
              <a:gd name="connsiteX294" fmla="*/ 3537299 w 4926099"/>
              <a:gd name="connsiteY294" fmla="*/ 851872 h 968306"/>
              <a:gd name="connsiteX295" fmla="*/ 3538823 w 4926099"/>
              <a:gd name="connsiteY295" fmla="*/ 856063 h 968306"/>
              <a:gd name="connsiteX296" fmla="*/ 3540919 w 4926099"/>
              <a:gd name="connsiteY296" fmla="*/ 864445 h 968306"/>
              <a:gd name="connsiteX297" fmla="*/ 3541490 w 4926099"/>
              <a:gd name="connsiteY297" fmla="*/ 867017 h 968306"/>
              <a:gd name="connsiteX298" fmla="*/ 3572351 w 4926099"/>
              <a:gd name="connsiteY298" fmla="*/ 920928 h 968306"/>
              <a:gd name="connsiteX299" fmla="*/ 3605879 w 4926099"/>
              <a:gd name="connsiteY299" fmla="*/ 945598 h 968306"/>
              <a:gd name="connsiteX300" fmla="*/ 3632073 w 4926099"/>
              <a:gd name="connsiteY300" fmla="*/ 953408 h 968306"/>
              <a:gd name="connsiteX301" fmla="*/ 3717417 w 4926099"/>
              <a:gd name="connsiteY301" fmla="*/ 954456 h 968306"/>
              <a:gd name="connsiteX302" fmla="*/ 3721608 w 4926099"/>
              <a:gd name="connsiteY302" fmla="*/ 952932 h 968306"/>
              <a:gd name="connsiteX303" fmla="*/ 3727418 w 4926099"/>
              <a:gd name="connsiteY303" fmla="*/ 951408 h 968306"/>
              <a:gd name="connsiteX304" fmla="*/ 3736848 w 4926099"/>
              <a:gd name="connsiteY304" fmla="*/ 946169 h 968306"/>
              <a:gd name="connsiteX305" fmla="*/ 3742087 w 4926099"/>
              <a:gd name="connsiteY305" fmla="*/ 944074 h 968306"/>
              <a:gd name="connsiteX306" fmla="*/ 3744754 w 4926099"/>
              <a:gd name="connsiteY306" fmla="*/ 941978 h 968306"/>
              <a:gd name="connsiteX307" fmla="*/ 3747326 w 4926099"/>
              <a:gd name="connsiteY307" fmla="*/ 939883 h 968306"/>
              <a:gd name="connsiteX308" fmla="*/ 3768281 w 4926099"/>
              <a:gd name="connsiteY308" fmla="*/ 928834 h 968306"/>
              <a:gd name="connsiteX309" fmla="*/ 3783521 w 4926099"/>
              <a:gd name="connsiteY309" fmla="*/ 912641 h 968306"/>
              <a:gd name="connsiteX310" fmla="*/ 3789807 w 4926099"/>
              <a:gd name="connsiteY310" fmla="*/ 905307 h 968306"/>
              <a:gd name="connsiteX311" fmla="*/ 3798189 w 4926099"/>
              <a:gd name="connsiteY311" fmla="*/ 865016 h 968306"/>
              <a:gd name="connsiteX312" fmla="*/ 3781425 w 4926099"/>
              <a:gd name="connsiteY312" fmla="*/ 863969 h 968306"/>
              <a:gd name="connsiteX313" fmla="*/ 3740563 w 4926099"/>
              <a:gd name="connsiteY313" fmla="*/ 866064 h 968306"/>
              <a:gd name="connsiteX314" fmla="*/ 3736372 w 4926099"/>
              <a:gd name="connsiteY314" fmla="*/ 867112 h 968306"/>
              <a:gd name="connsiteX315" fmla="*/ 3732657 w 4926099"/>
              <a:gd name="connsiteY315" fmla="*/ 872922 h 968306"/>
              <a:gd name="connsiteX316" fmla="*/ 3693890 w 4926099"/>
              <a:gd name="connsiteY316" fmla="*/ 895973 h 968306"/>
              <a:gd name="connsiteX317" fmla="*/ 3663029 w 4926099"/>
              <a:gd name="connsiteY317" fmla="*/ 899116 h 968306"/>
              <a:gd name="connsiteX318" fmla="*/ 3658362 w 4926099"/>
              <a:gd name="connsiteY318" fmla="*/ 898068 h 968306"/>
              <a:gd name="connsiteX319" fmla="*/ 3637407 w 4926099"/>
              <a:gd name="connsiteY319" fmla="*/ 888638 h 968306"/>
              <a:gd name="connsiteX320" fmla="*/ 3630645 w 4926099"/>
              <a:gd name="connsiteY320" fmla="*/ 880828 h 968306"/>
              <a:gd name="connsiteX321" fmla="*/ 3627501 w 4926099"/>
              <a:gd name="connsiteY321" fmla="*/ 877113 h 968306"/>
              <a:gd name="connsiteX322" fmla="*/ 3624358 w 4926099"/>
              <a:gd name="connsiteY322" fmla="*/ 873494 h 968306"/>
              <a:gd name="connsiteX323" fmla="*/ 3622262 w 4926099"/>
              <a:gd name="connsiteY323" fmla="*/ 869779 h 968306"/>
              <a:gd name="connsiteX324" fmla="*/ 3620643 w 4926099"/>
              <a:gd name="connsiteY324" fmla="*/ 866636 h 968306"/>
              <a:gd name="connsiteX325" fmla="*/ 3618548 w 4926099"/>
              <a:gd name="connsiteY325" fmla="*/ 860825 h 968306"/>
              <a:gd name="connsiteX326" fmla="*/ 3618071 w 4926099"/>
              <a:gd name="connsiteY326" fmla="*/ 839870 h 968306"/>
              <a:gd name="connsiteX327" fmla="*/ 3296888 w 4926099"/>
              <a:gd name="connsiteY327" fmla="*/ 939883 h 968306"/>
              <a:gd name="connsiteX328" fmla="*/ 3274886 w 4926099"/>
              <a:gd name="connsiteY328" fmla="*/ 940359 h 968306"/>
              <a:gd name="connsiteX329" fmla="*/ 3269647 w 4926099"/>
              <a:gd name="connsiteY329" fmla="*/ 940359 h 968306"/>
              <a:gd name="connsiteX330" fmla="*/ 3270123 w 4926099"/>
              <a:gd name="connsiteY330" fmla="*/ 931501 h 968306"/>
              <a:gd name="connsiteX331" fmla="*/ 3264884 w 4926099"/>
              <a:gd name="connsiteY331" fmla="*/ 682136 h 968306"/>
              <a:gd name="connsiteX332" fmla="*/ 3265932 w 4926099"/>
              <a:gd name="connsiteY332" fmla="*/ 595173 h 968306"/>
              <a:gd name="connsiteX333" fmla="*/ 3265932 w 4926099"/>
              <a:gd name="connsiteY333" fmla="*/ 587363 h 968306"/>
              <a:gd name="connsiteX334" fmla="*/ 3271171 w 4926099"/>
              <a:gd name="connsiteY334" fmla="*/ 587363 h 968306"/>
              <a:gd name="connsiteX335" fmla="*/ 3321463 w 4926099"/>
              <a:gd name="connsiteY335" fmla="*/ 585743 h 968306"/>
              <a:gd name="connsiteX336" fmla="*/ 3321939 w 4926099"/>
              <a:gd name="connsiteY336" fmla="*/ 616604 h 968306"/>
              <a:gd name="connsiteX337" fmla="*/ 3325654 w 4926099"/>
              <a:gd name="connsiteY337" fmla="*/ 711950 h 968306"/>
              <a:gd name="connsiteX338" fmla="*/ 3327749 w 4926099"/>
              <a:gd name="connsiteY338" fmla="*/ 757003 h 968306"/>
              <a:gd name="connsiteX339" fmla="*/ 3328226 w 4926099"/>
              <a:gd name="connsiteY339" fmla="*/ 761194 h 968306"/>
              <a:gd name="connsiteX340" fmla="*/ 3329845 w 4926099"/>
              <a:gd name="connsiteY340" fmla="*/ 764337 h 968306"/>
              <a:gd name="connsiteX341" fmla="*/ 3343466 w 4926099"/>
              <a:gd name="connsiteY341" fmla="*/ 773767 h 968306"/>
              <a:gd name="connsiteX342" fmla="*/ 3357086 w 4926099"/>
              <a:gd name="connsiteY342" fmla="*/ 762813 h 968306"/>
              <a:gd name="connsiteX343" fmla="*/ 3433096 w 4926099"/>
              <a:gd name="connsiteY343" fmla="*/ 688423 h 968306"/>
              <a:gd name="connsiteX344" fmla="*/ 3438906 w 4926099"/>
              <a:gd name="connsiteY344" fmla="*/ 688423 h 968306"/>
              <a:gd name="connsiteX345" fmla="*/ 3455670 w 4926099"/>
              <a:gd name="connsiteY345" fmla="*/ 687375 h 968306"/>
              <a:gd name="connsiteX346" fmla="*/ 3466148 w 4926099"/>
              <a:gd name="connsiteY346" fmla="*/ 686804 h 968306"/>
              <a:gd name="connsiteX347" fmla="*/ 3470815 w 4926099"/>
              <a:gd name="connsiteY347" fmla="*/ 686804 h 968306"/>
              <a:gd name="connsiteX348" fmla="*/ 3493294 w 4926099"/>
              <a:gd name="connsiteY348" fmla="*/ 687851 h 968306"/>
              <a:gd name="connsiteX349" fmla="*/ 3475006 w 4926099"/>
              <a:gd name="connsiteY349" fmla="*/ 704044 h 968306"/>
              <a:gd name="connsiteX350" fmla="*/ 3450431 w 4926099"/>
              <a:gd name="connsiteY350" fmla="*/ 730238 h 968306"/>
              <a:gd name="connsiteX351" fmla="*/ 3447860 w 4926099"/>
              <a:gd name="connsiteY351" fmla="*/ 731857 h 968306"/>
              <a:gd name="connsiteX352" fmla="*/ 3444145 w 4926099"/>
              <a:gd name="connsiteY352" fmla="*/ 734429 h 968306"/>
              <a:gd name="connsiteX353" fmla="*/ 3409093 w 4926099"/>
              <a:gd name="connsiteY353" fmla="*/ 776339 h 968306"/>
              <a:gd name="connsiteX354" fmla="*/ 3413760 w 4926099"/>
              <a:gd name="connsiteY354" fmla="*/ 794150 h 968306"/>
              <a:gd name="connsiteX355" fmla="*/ 3416332 w 4926099"/>
              <a:gd name="connsiteY355" fmla="*/ 796246 h 968306"/>
              <a:gd name="connsiteX356" fmla="*/ 3418904 w 4926099"/>
              <a:gd name="connsiteY356" fmla="*/ 799389 h 968306"/>
              <a:gd name="connsiteX357" fmla="*/ 3422047 w 4926099"/>
              <a:gd name="connsiteY357" fmla="*/ 804628 h 968306"/>
              <a:gd name="connsiteX358" fmla="*/ 3424619 w 4926099"/>
              <a:gd name="connsiteY358" fmla="*/ 807771 h 968306"/>
              <a:gd name="connsiteX359" fmla="*/ 3446145 w 4926099"/>
              <a:gd name="connsiteY359" fmla="*/ 837108 h 968306"/>
              <a:gd name="connsiteX360" fmla="*/ 3491770 w 4926099"/>
              <a:gd name="connsiteY360" fmla="*/ 908927 h 968306"/>
              <a:gd name="connsiteX361" fmla="*/ 3503771 w 4926099"/>
              <a:gd name="connsiteY361" fmla="*/ 929882 h 968306"/>
              <a:gd name="connsiteX362" fmla="*/ 3511677 w 4926099"/>
              <a:gd name="connsiteY362" fmla="*/ 943502 h 968306"/>
              <a:gd name="connsiteX363" fmla="*/ 3513773 w 4926099"/>
              <a:gd name="connsiteY363" fmla="*/ 946646 h 968306"/>
              <a:gd name="connsiteX364" fmla="*/ 3507010 w 4926099"/>
              <a:gd name="connsiteY364" fmla="*/ 945598 h 968306"/>
              <a:gd name="connsiteX365" fmla="*/ 3500723 w 4926099"/>
              <a:gd name="connsiteY365" fmla="*/ 945598 h 968306"/>
              <a:gd name="connsiteX366" fmla="*/ 3466624 w 4926099"/>
              <a:gd name="connsiteY366" fmla="*/ 944074 h 968306"/>
              <a:gd name="connsiteX367" fmla="*/ 3446240 w 4926099"/>
              <a:gd name="connsiteY367" fmla="*/ 942550 h 968306"/>
              <a:gd name="connsiteX368" fmla="*/ 3437858 w 4926099"/>
              <a:gd name="connsiteY368" fmla="*/ 943026 h 968306"/>
              <a:gd name="connsiteX369" fmla="*/ 3435287 w 4926099"/>
              <a:gd name="connsiteY369" fmla="*/ 937216 h 968306"/>
              <a:gd name="connsiteX370" fmla="*/ 3432143 w 4926099"/>
              <a:gd name="connsiteY370" fmla="*/ 931977 h 968306"/>
              <a:gd name="connsiteX371" fmla="*/ 3429000 w 4926099"/>
              <a:gd name="connsiteY371" fmla="*/ 925214 h 968306"/>
              <a:gd name="connsiteX372" fmla="*/ 3425857 w 4926099"/>
              <a:gd name="connsiteY372" fmla="*/ 918928 h 968306"/>
              <a:gd name="connsiteX373" fmla="*/ 3416427 w 4926099"/>
              <a:gd name="connsiteY373" fmla="*/ 903212 h 968306"/>
              <a:gd name="connsiteX374" fmla="*/ 3413284 w 4926099"/>
              <a:gd name="connsiteY374" fmla="*/ 896925 h 968306"/>
              <a:gd name="connsiteX375" fmla="*/ 3408616 w 4926099"/>
              <a:gd name="connsiteY375" fmla="*/ 888543 h 968306"/>
              <a:gd name="connsiteX376" fmla="*/ 3387662 w 4926099"/>
              <a:gd name="connsiteY376" fmla="*/ 855015 h 968306"/>
              <a:gd name="connsiteX377" fmla="*/ 3385090 w 4926099"/>
              <a:gd name="connsiteY377" fmla="*/ 851300 h 968306"/>
              <a:gd name="connsiteX378" fmla="*/ 3377756 w 4926099"/>
              <a:gd name="connsiteY378" fmla="*/ 841299 h 968306"/>
              <a:gd name="connsiteX379" fmla="*/ 3352133 w 4926099"/>
              <a:gd name="connsiteY379" fmla="*/ 834441 h 968306"/>
              <a:gd name="connsiteX380" fmla="*/ 3334798 w 4926099"/>
              <a:gd name="connsiteY380" fmla="*/ 847014 h 968306"/>
              <a:gd name="connsiteX381" fmla="*/ 3328035 w 4926099"/>
              <a:gd name="connsiteY381" fmla="*/ 857015 h 968306"/>
              <a:gd name="connsiteX382" fmla="*/ 3328035 w 4926099"/>
              <a:gd name="connsiteY382" fmla="*/ 918261 h 968306"/>
              <a:gd name="connsiteX383" fmla="*/ 3327464 w 4926099"/>
              <a:gd name="connsiteY383" fmla="*/ 921976 h 968306"/>
              <a:gd name="connsiteX384" fmla="*/ 3327464 w 4926099"/>
              <a:gd name="connsiteY384" fmla="*/ 925119 h 968306"/>
              <a:gd name="connsiteX385" fmla="*/ 3326987 w 4926099"/>
              <a:gd name="connsiteY385" fmla="*/ 939788 h 968306"/>
              <a:gd name="connsiteX386" fmla="*/ 3297079 w 4926099"/>
              <a:gd name="connsiteY386" fmla="*/ 939788 h 968306"/>
              <a:gd name="connsiteX387" fmla="*/ 3259170 w 4926099"/>
              <a:gd name="connsiteY387" fmla="*/ 943026 h 968306"/>
              <a:gd name="connsiteX388" fmla="*/ 3266504 w 4926099"/>
              <a:gd name="connsiteY388" fmla="*/ 950360 h 968306"/>
              <a:gd name="connsiteX389" fmla="*/ 3327749 w 4926099"/>
              <a:gd name="connsiteY389" fmla="*/ 949789 h 968306"/>
              <a:gd name="connsiteX390" fmla="*/ 3337179 w 4926099"/>
              <a:gd name="connsiteY390" fmla="*/ 944074 h 968306"/>
              <a:gd name="connsiteX391" fmla="*/ 3337179 w 4926099"/>
              <a:gd name="connsiteY391" fmla="*/ 926262 h 968306"/>
              <a:gd name="connsiteX392" fmla="*/ 3337179 w 4926099"/>
              <a:gd name="connsiteY392" fmla="*/ 923690 h 968306"/>
              <a:gd name="connsiteX393" fmla="*/ 3337655 w 4926099"/>
              <a:gd name="connsiteY393" fmla="*/ 917404 h 968306"/>
              <a:gd name="connsiteX394" fmla="*/ 3339274 w 4926099"/>
              <a:gd name="connsiteY394" fmla="*/ 856158 h 968306"/>
              <a:gd name="connsiteX395" fmla="*/ 3342418 w 4926099"/>
              <a:gd name="connsiteY395" fmla="*/ 854634 h 968306"/>
              <a:gd name="connsiteX396" fmla="*/ 3357658 w 4926099"/>
              <a:gd name="connsiteY396" fmla="*/ 843109 h 968306"/>
              <a:gd name="connsiteX397" fmla="*/ 3361373 w 4926099"/>
              <a:gd name="connsiteY397" fmla="*/ 840537 h 968306"/>
              <a:gd name="connsiteX398" fmla="*/ 3377089 w 4926099"/>
              <a:gd name="connsiteY398" fmla="*/ 857301 h 968306"/>
              <a:gd name="connsiteX399" fmla="*/ 3380232 w 4926099"/>
              <a:gd name="connsiteY399" fmla="*/ 862064 h 968306"/>
              <a:gd name="connsiteX400" fmla="*/ 3401187 w 4926099"/>
              <a:gd name="connsiteY400" fmla="*/ 895592 h 968306"/>
              <a:gd name="connsiteX401" fmla="*/ 3405378 w 4926099"/>
              <a:gd name="connsiteY401" fmla="*/ 903497 h 968306"/>
              <a:gd name="connsiteX402" fmla="*/ 3406426 w 4926099"/>
              <a:gd name="connsiteY402" fmla="*/ 906164 h 968306"/>
              <a:gd name="connsiteX403" fmla="*/ 3407474 w 4926099"/>
              <a:gd name="connsiteY403" fmla="*/ 908736 h 968306"/>
              <a:gd name="connsiteX404" fmla="*/ 3418999 w 4926099"/>
              <a:gd name="connsiteY404" fmla="*/ 926548 h 968306"/>
              <a:gd name="connsiteX405" fmla="*/ 3423761 w 4926099"/>
              <a:gd name="connsiteY405" fmla="*/ 937597 h 968306"/>
              <a:gd name="connsiteX406" fmla="*/ 3426333 w 4926099"/>
              <a:gd name="connsiteY406" fmla="*/ 942836 h 968306"/>
              <a:gd name="connsiteX407" fmla="*/ 3436811 w 4926099"/>
              <a:gd name="connsiteY407" fmla="*/ 953313 h 968306"/>
              <a:gd name="connsiteX408" fmla="*/ 3446240 w 4926099"/>
              <a:gd name="connsiteY408" fmla="*/ 952837 h 968306"/>
              <a:gd name="connsiteX409" fmla="*/ 3466148 w 4926099"/>
              <a:gd name="connsiteY409" fmla="*/ 954361 h 968306"/>
              <a:gd name="connsiteX410" fmla="*/ 3502819 w 4926099"/>
              <a:gd name="connsiteY410" fmla="*/ 956456 h 968306"/>
              <a:gd name="connsiteX411" fmla="*/ 3506438 w 4926099"/>
              <a:gd name="connsiteY411" fmla="*/ 955980 h 968306"/>
              <a:gd name="connsiteX412" fmla="*/ 3521107 w 4926099"/>
              <a:gd name="connsiteY412" fmla="*/ 955980 h 968306"/>
              <a:gd name="connsiteX413" fmla="*/ 3526346 w 4926099"/>
              <a:gd name="connsiteY413" fmla="*/ 946550 h 968306"/>
              <a:gd name="connsiteX414" fmla="*/ 3511106 w 4926099"/>
              <a:gd name="connsiteY414" fmla="*/ 923500 h 968306"/>
              <a:gd name="connsiteX415" fmla="*/ 3500152 w 4926099"/>
              <a:gd name="connsiteY415" fmla="*/ 903593 h 968306"/>
              <a:gd name="connsiteX416" fmla="*/ 3454527 w 4926099"/>
              <a:gd name="connsiteY416" fmla="*/ 832346 h 968306"/>
              <a:gd name="connsiteX417" fmla="*/ 3433572 w 4926099"/>
              <a:gd name="connsiteY417" fmla="*/ 803009 h 968306"/>
              <a:gd name="connsiteX418" fmla="*/ 3431477 w 4926099"/>
              <a:gd name="connsiteY418" fmla="*/ 799865 h 968306"/>
              <a:gd name="connsiteX419" fmla="*/ 3428905 w 4926099"/>
              <a:gd name="connsiteY419" fmla="*/ 797770 h 968306"/>
              <a:gd name="connsiteX420" fmla="*/ 3423666 w 4926099"/>
              <a:gd name="connsiteY420" fmla="*/ 789864 h 968306"/>
              <a:gd name="connsiteX421" fmla="*/ 3420999 w 4926099"/>
              <a:gd name="connsiteY421" fmla="*/ 787292 h 968306"/>
              <a:gd name="connsiteX422" fmla="*/ 3417380 w 4926099"/>
              <a:gd name="connsiteY422" fmla="*/ 782054 h 968306"/>
              <a:gd name="connsiteX423" fmla="*/ 3450908 w 4926099"/>
              <a:gd name="connsiteY423" fmla="*/ 742239 h 968306"/>
              <a:gd name="connsiteX424" fmla="*/ 3454622 w 4926099"/>
              <a:gd name="connsiteY424" fmla="*/ 739667 h 968306"/>
              <a:gd name="connsiteX425" fmla="*/ 3457766 w 4926099"/>
              <a:gd name="connsiteY425" fmla="*/ 737572 h 968306"/>
              <a:gd name="connsiteX426" fmla="*/ 3482340 w 4926099"/>
              <a:gd name="connsiteY426" fmla="*/ 711378 h 968306"/>
              <a:gd name="connsiteX427" fmla="*/ 3508058 w 4926099"/>
              <a:gd name="connsiteY427" fmla="*/ 686804 h 968306"/>
              <a:gd name="connsiteX428" fmla="*/ 3508058 w 4926099"/>
              <a:gd name="connsiteY428" fmla="*/ 679946 h 968306"/>
              <a:gd name="connsiteX429" fmla="*/ 3503390 w 4926099"/>
              <a:gd name="connsiteY429" fmla="*/ 678898 h 968306"/>
              <a:gd name="connsiteX430" fmla="*/ 3496628 w 4926099"/>
              <a:gd name="connsiteY430" fmla="*/ 678898 h 968306"/>
              <a:gd name="connsiteX431" fmla="*/ 3469958 w 4926099"/>
              <a:gd name="connsiteY431" fmla="*/ 676802 h 968306"/>
              <a:gd name="connsiteX432" fmla="*/ 3465766 w 4926099"/>
              <a:gd name="connsiteY432" fmla="*/ 676802 h 968306"/>
              <a:gd name="connsiteX433" fmla="*/ 3455289 w 4926099"/>
              <a:gd name="connsiteY433" fmla="*/ 677850 h 968306"/>
              <a:gd name="connsiteX434" fmla="*/ 3439097 w 4926099"/>
              <a:gd name="connsiteY434" fmla="*/ 678898 h 968306"/>
              <a:gd name="connsiteX435" fmla="*/ 3424428 w 4926099"/>
              <a:gd name="connsiteY435" fmla="*/ 684137 h 968306"/>
              <a:gd name="connsiteX436" fmla="*/ 3350514 w 4926099"/>
              <a:gd name="connsiteY436" fmla="*/ 755955 h 968306"/>
              <a:gd name="connsiteX437" fmla="*/ 3340037 w 4926099"/>
              <a:gd name="connsiteY437" fmla="*/ 763289 h 968306"/>
              <a:gd name="connsiteX438" fmla="*/ 3337941 w 4926099"/>
              <a:gd name="connsiteY438" fmla="*/ 758527 h 968306"/>
              <a:gd name="connsiteX439" fmla="*/ 3335846 w 4926099"/>
              <a:gd name="connsiteY439" fmla="*/ 711378 h 968306"/>
              <a:gd name="connsiteX440" fmla="*/ 3332226 w 4926099"/>
              <a:gd name="connsiteY440" fmla="*/ 617081 h 968306"/>
              <a:gd name="connsiteX441" fmla="*/ 3331655 w 4926099"/>
              <a:gd name="connsiteY441" fmla="*/ 580409 h 968306"/>
              <a:gd name="connsiteX442" fmla="*/ 3325940 w 4926099"/>
              <a:gd name="connsiteY442" fmla="*/ 575742 h 968306"/>
              <a:gd name="connsiteX443" fmla="*/ 3264122 w 4926099"/>
              <a:gd name="connsiteY443" fmla="*/ 577838 h 968306"/>
              <a:gd name="connsiteX444" fmla="*/ 3256312 w 4926099"/>
              <a:gd name="connsiteY444" fmla="*/ 587267 h 968306"/>
              <a:gd name="connsiteX445" fmla="*/ 3256312 w 4926099"/>
              <a:gd name="connsiteY445" fmla="*/ 595173 h 968306"/>
              <a:gd name="connsiteX446" fmla="*/ 3255264 w 4926099"/>
              <a:gd name="connsiteY446" fmla="*/ 682613 h 968306"/>
              <a:gd name="connsiteX447" fmla="*/ 3259931 w 4926099"/>
              <a:gd name="connsiteY447" fmla="*/ 931406 h 968306"/>
              <a:gd name="connsiteX448" fmla="*/ 3259931 w 4926099"/>
              <a:gd name="connsiteY448" fmla="*/ 940264 h 968306"/>
              <a:gd name="connsiteX449" fmla="*/ 3259455 w 4926099"/>
              <a:gd name="connsiteY449" fmla="*/ 943407 h 968306"/>
              <a:gd name="connsiteX450" fmla="*/ 2845308 w 4926099"/>
              <a:gd name="connsiteY450" fmla="*/ 943026 h 968306"/>
              <a:gd name="connsiteX451" fmla="*/ 2785586 w 4926099"/>
              <a:gd name="connsiteY451" fmla="*/ 944550 h 968306"/>
              <a:gd name="connsiteX452" fmla="*/ 2787206 w 4926099"/>
              <a:gd name="connsiteY452" fmla="*/ 914165 h 968306"/>
              <a:gd name="connsiteX453" fmla="*/ 2788253 w 4926099"/>
              <a:gd name="connsiteY453" fmla="*/ 769576 h 968306"/>
              <a:gd name="connsiteX454" fmla="*/ 2785110 w 4926099"/>
              <a:gd name="connsiteY454" fmla="*/ 687851 h 968306"/>
              <a:gd name="connsiteX455" fmla="*/ 2790920 w 4926099"/>
              <a:gd name="connsiteY455" fmla="*/ 687851 h 968306"/>
              <a:gd name="connsiteX456" fmla="*/ 2797683 w 4926099"/>
              <a:gd name="connsiteY456" fmla="*/ 687280 h 968306"/>
              <a:gd name="connsiteX457" fmla="*/ 2810256 w 4926099"/>
              <a:gd name="connsiteY457" fmla="*/ 686708 h 968306"/>
              <a:gd name="connsiteX458" fmla="*/ 2842736 w 4926099"/>
              <a:gd name="connsiteY458" fmla="*/ 683565 h 968306"/>
              <a:gd name="connsiteX459" fmla="*/ 2842260 w 4926099"/>
              <a:gd name="connsiteY459" fmla="*/ 709759 h 968306"/>
              <a:gd name="connsiteX460" fmla="*/ 2851118 w 4926099"/>
              <a:gd name="connsiteY460" fmla="*/ 715569 h 968306"/>
              <a:gd name="connsiteX461" fmla="*/ 2856929 w 4926099"/>
              <a:gd name="connsiteY461" fmla="*/ 715569 h 968306"/>
              <a:gd name="connsiteX462" fmla="*/ 2867406 w 4926099"/>
              <a:gd name="connsiteY462" fmla="*/ 707187 h 968306"/>
              <a:gd name="connsiteX463" fmla="*/ 2870549 w 4926099"/>
              <a:gd name="connsiteY463" fmla="*/ 702996 h 968306"/>
              <a:gd name="connsiteX464" fmla="*/ 2876360 w 4926099"/>
              <a:gd name="connsiteY464" fmla="*/ 698805 h 968306"/>
              <a:gd name="connsiteX465" fmla="*/ 2882074 w 4926099"/>
              <a:gd name="connsiteY465" fmla="*/ 695662 h 968306"/>
              <a:gd name="connsiteX466" fmla="*/ 2885218 w 4926099"/>
              <a:gd name="connsiteY466" fmla="*/ 693566 h 968306"/>
              <a:gd name="connsiteX467" fmla="*/ 2893028 w 4926099"/>
              <a:gd name="connsiteY467" fmla="*/ 689375 h 968306"/>
              <a:gd name="connsiteX468" fmla="*/ 2900934 w 4926099"/>
              <a:gd name="connsiteY468" fmla="*/ 686232 h 968306"/>
              <a:gd name="connsiteX469" fmla="*/ 2905125 w 4926099"/>
              <a:gd name="connsiteY469" fmla="*/ 684613 h 968306"/>
              <a:gd name="connsiteX470" fmla="*/ 2909792 w 4926099"/>
              <a:gd name="connsiteY470" fmla="*/ 682517 h 968306"/>
              <a:gd name="connsiteX471" fmla="*/ 2913983 w 4926099"/>
              <a:gd name="connsiteY471" fmla="*/ 680422 h 968306"/>
              <a:gd name="connsiteX472" fmla="*/ 2994660 w 4926099"/>
              <a:gd name="connsiteY472" fmla="*/ 704520 h 968306"/>
              <a:gd name="connsiteX473" fmla="*/ 2999328 w 4926099"/>
              <a:gd name="connsiteY473" fmla="*/ 712902 h 968306"/>
              <a:gd name="connsiteX474" fmla="*/ 3010281 w 4926099"/>
              <a:gd name="connsiteY474" fmla="*/ 721856 h 968306"/>
              <a:gd name="connsiteX475" fmla="*/ 3032855 w 4926099"/>
              <a:gd name="connsiteY475" fmla="*/ 708711 h 968306"/>
              <a:gd name="connsiteX476" fmla="*/ 3042761 w 4926099"/>
              <a:gd name="connsiteY476" fmla="*/ 700805 h 968306"/>
              <a:gd name="connsiteX477" fmla="*/ 3045333 w 4926099"/>
              <a:gd name="connsiteY477" fmla="*/ 699758 h 968306"/>
              <a:gd name="connsiteX478" fmla="*/ 3053239 w 4926099"/>
              <a:gd name="connsiteY478" fmla="*/ 696138 h 968306"/>
              <a:gd name="connsiteX479" fmla="*/ 3064764 w 4926099"/>
              <a:gd name="connsiteY479" fmla="*/ 690899 h 968306"/>
              <a:gd name="connsiteX480" fmla="*/ 3129248 w 4926099"/>
              <a:gd name="connsiteY480" fmla="*/ 688804 h 968306"/>
              <a:gd name="connsiteX481" fmla="*/ 3164872 w 4926099"/>
              <a:gd name="connsiteY481" fmla="*/ 726999 h 968306"/>
              <a:gd name="connsiteX482" fmla="*/ 3166491 w 4926099"/>
              <a:gd name="connsiteY482" fmla="*/ 730714 h 968306"/>
              <a:gd name="connsiteX483" fmla="*/ 3170111 w 4926099"/>
              <a:gd name="connsiteY483" fmla="*/ 737572 h 968306"/>
              <a:gd name="connsiteX484" fmla="*/ 3175349 w 4926099"/>
              <a:gd name="connsiteY484" fmla="*/ 766337 h 968306"/>
              <a:gd name="connsiteX485" fmla="*/ 3175349 w 4926099"/>
              <a:gd name="connsiteY485" fmla="*/ 770052 h 968306"/>
              <a:gd name="connsiteX486" fmla="*/ 3175349 w 4926099"/>
              <a:gd name="connsiteY486" fmla="*/ 776910 h 968306"/>
              <a:gd name="connsiteX487" fmla="*/ 3176969 w 4926099"/>
              <a:gd name="connsiteY487" fmla="*/ 783768 h 968306"/>
              <a:gd name="connsiteX488" fmla="*/ 3178493 w 4926099"/>
              <a:gd name="connsiteY488" fmla="*/ 798437 h 968306"/>
              <a:gd name="connsiteX489" fmla="*/ 3179540 w 4926099"/>
              <a:gd name="connsiteY489" fmla="*/ 814629 h 968306"/>
              <a:gd name="connsiteX490" fmla="*/ 3180588 w 4926099"/>
              <a:gd name="connsiteY490" fmla="*/ 837680 h 968306"/>
              <a:gd name="connsiteX491" fmla="*/ 3180588 w 4926099"/>
              <a:gd name="connsiteY491" fmla="*/ 882257 h 968306"/>
              <a:gd name="connsiteX492" fmla="*/ 3181636 w 4926099"/>
              <a:gd name="connsiteY492" fmla="*/ 908450 h 968306"/>
              <a:gd name="connsiteX493" fmla="*/ 3182684 w 4926099"/>
              <a:gd name="connsiteY493" fmla="*/ 933596 h 968306"/>
              <a:gd name="connsiteX494" fmla="*/ 3183731 w 4926099"/>
              <a:gd name="connsiteY494" fmla="*/ 940931 h 968306"/>
              <a:gd name="connsiteX495" fmla="*/ 3180588 w 4926099"/>
              <a:gd name="connsiteY495" fmla="*/ 940359 h 968306"/>
              <a:gd name="connsiteX496" fmla="*/ 3122962 w 4926099"/>
              <a:gd name="connsiteY496" fmla="*/ 941407 h 968306"/>
              <a:gd name="connsiteX497" fmla="*/ 3119819 w 4926099"/>
              <a:gd name="connsiteY497" fmla="*/ 941407 h 968306"/>
              <a:gd name="connsiteX498" fmla="*/ 3120390 w 4926099"/>
              <a:gd name="connsiteY498" fmla="*/ 937216 h 968306"/>
              <a:gd name="connsiteX499" fmla="*/ 3120866 w 4926099"/>
              <a:gd name="connsiteY499" fmla="*/ 857587 h 968306"/>
              <a:gd name="connsiteX500" fmla="*/ 3094673 w 4926099"/>
              <a:gd name="connsiteY500" fmla="*/ 738143 h 968306"/>
              <a:gd name="connsiteX501" fmla="*/ 3052191 w 4926099"/>
              <a:gd name="connsiteY501" fmla="*/ 736048 h 968306"/>
              <a:gd name="connsiteX502" fmla="*/ 3008186 w 4926099"/>
              <a:gd name="connsiteY502" fmla="*/ 807295 h 968306"/>
              <a:gd name="connsiteX503" fmla="*/ 3007709 w 4926099"/>
              <a:gd name="connsiteY503" fmla="*/ 918356 h 968306"/>
              <a:gd name="connsiteX504" fmla="*/ 3007709 w 4926099"/>
              <a:gd name="connsiteY504" fmla="*/ 923024 h 968306"/>
              <a:gd name="connsiteX505" fmla="*/ 3009805 w 4926099"/>
              <a:gd name="connsiteY505" fmla="*/ 945598 h 968306"/>
              <a:gd name="connsiteX506" fmla="*/ 3006662 w 4926099"/>
              <a:gd name="connsiteY506" fmla="*/ 947693 h 968306"/>
              <a:gd name="connsiteX507" fmla="*/ 3003995 w 4926099"/>
              <a:gd name="connsiteY507" fmla="*/ 947693 h 968306"/>
              <a:gd name="connsiteX508" fmla="*/ 2998280 w 4926099"/>
              <a:gd name="connsiteY508" fmla="*/ 947217 h 968306"/>
              <a:gd name="connsiteX509" fmla="*/ 2959513 w 4926099"/>
              <a:gd name="connsiteY509" fmla="*/ 947693 h 968306"/>
              <a:gd name="connsiteX510" fmla="*/ 2954274 w 4926099"/>
              <a:gd name="connsiteY510" fmla="*/ 948170 h 968306"/>
              <a:gd name="connsiteX511" fmla="*/ 2952655 w 4926099"/>
              <a:gd name="connsiteY511" fmla="*/ 926738 h 968306"/>
              <a:gd name="connsiteX512" fmla="*/ 2953131 w 4926099"/>
              <a:gd name="connsiteY512" fmla="*/ 923024 h 968306"/>
              <a:gd name="connsiteX513" fmla="*/ 2954750 w 4926099"/>
              <a:gd name="connsiteY513" fmla="*/ 851300 h 968306"/>
              <a:gd name="connsiteX514" fmla="*/ 2955798 w 4926099"/>
              <a:gd name="connsiteY514" fmla="*/ 781673 h 968306"/>
              <a:gd name="connsiteX515" fmla="*/ 2953703 w 4926099"/>
              <a:gd name="connsiteY515" fmla="*/ 764909 h 968306"/>
              <a:gd name="connsiteX516" fmla="*/ 2943225 w 4926099"/>
              <a:gd name="connsiteY516" fmla="*/ 745001 h 968306"/>
              <a:gd name="connsiteX517" fmla="*/ 2897124 w 4926099"/>
              <a:gd name="connsiteY517" fmla="*/ 732428 h 968306"/>
              <a:gd name="connsiteX518" fmla="*/ 2852071 w 4926099"/>
              <a:gd name="connsiteY518" fmla="*/ 763861 h 968306"/>
              <a:gd name="connsiteX519" fmla="*/ 2844165 w 4926099"/>
              <a:gd name="connsiteY519" fmla="*/ 806247 h 968306"/>
              <a:gd name="connsiteX520" fmla="*/ 2844165 w 4926099"/>
              <a:gd name="connsiteY520" fmla="*/ 918833 h 968306"/>
              <a:gd name="connsiteX521" fmla="*/ 2845213 w 4926099"/>
              <a:gd name="connsiteY521" fmla="*/ 942931 h 968306"/>
              <a:gd name="connsiteX522" fmla="*/ 3011234 w 4926099"/>
              <a:gd name="connsiteY522" fmla="*/ 956552 h 968306"/>
              <a:gd name="connsiteX523" fmla="*/ 3020092 w 4926099"/>
              <a:gd name="connsiteY523" fmla="*/ 952361 h 968306"/>
              <a:gd name="connsiteX524" fmla="*/ 3017520 w 4926099"/>
              <a:gd name="connsiteY524" fmla="*/ 922452 h 968306"/>
              <a:gd name="connsiteX525" fmla="*/ 3017520 w 4926099"/>
              <a:gd name="connsiteY525" fmla="*/ 918737 h 968306"/>
              <a:gd name="connsiteX526" fmla="*/ 3016949 w 4926099"/>
              <a:gd name="connsiteY526" fmla="*/ 914070 h 968306"/>
              <a:gd name="connsiteX527" fmla="*/ 3017996 w 4926099"/>
              <a:gd name="connsiteY527" fmla="*/ 809295 h 968306"/>
              <a:gd name="connsiteX528" fmla="*/ 3046762 w 4926099"/>
              <a:gd name="connsiteY528" fmla="*/ 749573 h 968306"/>
              <a:gd name="connsiteX529" fmla="*/ 3087053 w 4926099"/>
              <a:gd name="connsiteY529" fmla="*/ 744811 h 968306"/>
              <a:gd name="connsiteX530" fmla="*/ 3090767 w 4926099"/>
              <a:gd name="connsiteY530" fmla="*/ 748526 h 968306"/>
              <a:gd name="connsiteX531" fmla="*/ 3110674 w 4926099"/>
              <a:gd name="connsiteY531" fmla="*/ 856920 h 968306"/>
              <a:gd name="connsiteX532" fmla="*/ 3110198 w 4926099"/>
              <a:gd name="connsiteY532" fmla="*/ 933406 h 968306"/>
              <a:gd name="connsiteX533" fmla="*/ 3109722 w 4926099"/>
              <a:gd name="connsiteY533" fmla="*/ 939216 h 968306"/>
              <a:gd name="connsiteX534" fmla="*/ 3107627 w 4926099"/>
              <a:gd name="connsiteY534" fmla="*/ 943407 h 968306"/>
              <a:gd name="connsiteX535" fmla="*/ 3123819 w 4926099"/>
              <a:gd name="connsiteY535" fmla="*/ 951218 h 968306"/>
              <a:gd name="connsiteX536" fmla="*/ 3179350 w 4926099"/>
              <a:gd name="connsiteY536" fmla="*/ 950170 h 968306"/>
              <a:gd name="connsiteX537" fmla="*/ 3193447 w 4926099"/>
              <a:gd name="connsiteY537" fmla="*/ 947027 h 968306"/>
              <a:gd name="connsiteX538" fmla="*/ 3193923 w 4926099"/>
              <a:gd name="connsiteY538" fmla="*/ 942836 h 968306"/>
              <a:gd name="connsiteX539" fmla="*/ 3193447 w 4926099"/>
              <a:gd name="connsiteY539" fmla="*/ 937597 h 968306"/>
              <a:gd name="connsiteX540" fmla="*/ 3192399 w 4926099"/>
              <a:gd name="connsiteY540" fmla="*/ 932358 h 968306"/>
              <a:gd name="connsiteX541" fmla="*/ 3191351 w 4926099"/>
              <a:gd name="connsiteY541" fmla="*/ 908260 h 968306"/>
              <a:gd name="connsiteX542" fmla="*/ 3190304 w 4926099"/>
              <a:gd name="connsiteY542" fmla="*/ 881590 h 968306"/>
              <a:gd name="connsiteX543" fmla="*/ 3190304 w 4926099"/>
              <a:gd name="connsiteY543" fmla="*/ 836060 h 968306"/>
              <a:gd name="connsiteX544" fmla="*/ 3189256 w 4926099"/>
              <a:gd name="connsiteY544" fmla="*/ 814058 h 968306"/>
              <a:gd name="connsiteX545" fmla="*/ 3188208 w 4926099"/>
              <a:gd name="connsiteY545" fmla="*/ 797294 h 968306"/>
              <a:gd name="connsiteX546" fmla="*/ 3186589 w 4926099"/>
              <a:gd name="connsiteY546" fmla="*/ 781577 h 968306"/>
              <a:gd name="connsiteX547" fmla="*/ 3186113 w 4926099"/>
              <a:gd name="connsiteY547" fmla="*/ 778434 h 968306"/>
              <a:gd name="connsiteX548" fmla="*/ 3185065 w 4926099"/>
              <a:gd name="connsiteY548" fmla="*/ 774719 h 968306"/>
              <a:gd name="connsiteX549" fmla="*/ 3185065 w 4926099"/>
              <a:gd name="connsiteY549" fmla="*/ 765861 h 968306"/>
              <a:gd name="connsiteX550" fmla="*/ 3179826 w 4926099"/>
              <a:gd name="connsiteY550" fmla="*/ 734429 h 968306"/>
              <a:gd name="connsiteX551" fmla="*/ 3175635 w 4926099"/>
              <a:gd name="connsiteY551" fmla="*/ 726618 h 968306"/>
              <a:gd name="connsiteX552" fmla="*/ 3173063 w 4926099"/>
              <a:gd name="connsiteY552" fmla="*/ 720808 h 968306"/>
              <a:gd name="connsiteX553" fmla="*/ 3132201 w 4926099"/>
              <a:gd name="connsiteY553" fmla="*/ 678898 h 968306"/>
              <a:gd name="connsiteX554" fmla="*/ 3060383 w 4926099"/>
              <a:gd name="connsiteY554" fmla="*/ 681470 h 968306"/>
              <a:gd name="connsiteX555" fmla="*/ 3048857 w 4926099"/>
              <a:gd name="connsiteY555" fmla="*/ 686708 h 968306"/>
              <a:gd name="connsiteX556" fmla="*/ 3040475 w 4926099"/>
              <a:gd name="connsiteY556" fmla="*/ 690899 h 968306"/>
              <a:gd name="connsiteX557" fmla="*/ 3037332 w 4926099"/>
              <a:gd name="connsiteY557" fmla="*/ 692519 h 968306"/>
              <a:gd name="connsiteX558" fmla="*/ 3027331 w 4926099"/>
              <a:gd name="connsiteY558" fmla="*/ 699853 h 968306"/>
              <a:gd name="connsiteX559" fmla="*/ 3007900 w 4926099"/>
              <a:gd name="connsiteY559" fmla="*/ 708806 h 968306"/>
              <a:gd name="connsiteX560" fmla="*/ 3006852 w 4926099"/>
              <a:gd name="connsiteY560" fmla="*/ 706235 h 968306"/>
              <a:gd name="connsiteX561" fmla="*/ 3002661 w 4926099"/>
              <a:gd name="connsiteY561" fmla="*/ 698329 h 968306"/>
              <a:gd name="connsiteX562" fmla="*/ 2908840 w 4926099"/>
              <a:gd name="connsiteY562" fmla="*/ 671564 h 968306"/>
              <a:gd name="connsiteX563" fmla="*/ 2905697 w 4926099"/>
              <a:gd name="connsiteY563" fmla="*/ 673183 h 968306"/>
              <a:gd name="connsiteX564" fmla="*/ 2900458 w 4926099"/>
              <a:gd name="connsiteY564" fmla="*/ 675278 h 968306"/>
              <a:gd name="connsiteX565" fmla="*/ 2896267 w 4926099"/>
              <a:gd name="connsiteY565" fmla="*/ 677374 h 968306"/>
              <a:gd name="connsiteX566" fmla="*/ 2888933 w 4926099"/>
              <a:gd name="connsiteY566" fmla="*/ 680517 h 968306"/>
              <a:gd name="connsiteX567" fmla="*/ 2875788 w 4926099"/>
              <a:gd name="connsiteY567" fmla="*/ 686804 h 968306"/>
              <a:gd name="connsiteX568" fmla="*/ 2869978 w 4926099"/>
              <a:gd name="connsiteY568" fmla="*/ 690518 h 968306"/>
              <a:gd name="connsiteX569" fmla="*/ 2864168 w 4926099"/>
              <a:gd name="connsiteY569" fmla="*/ 694709 h 968306"/>
              <a:gd name="connsiteX570" fmla="*/ 2861596 w 4926099"/>
              <a:gd name="connsiteY570" fmla="*/ 696805 h 968306"/>
              <a:gd name="connsiteX571" fmla="*/ 2859500 w 4926099"/>
              <a:gd name="connsiteY571" fmla="*/ 699472 h 968306"/>
              <a:gd name="connsiteX572" fmla="*/ 2857976 w 4926099"/>
              <a:gd name="connsiteY572" fmla="*/ 702615 h 968306"/>
              <a:gd name="connsiteX573" fmla="*/ 2854262 w 4926099"/>
              <a:gd name="connsiteY573" fmla="*/ 705758 h 968306"/>
              <a:gd name="connsiteX574" fmla="*/ 2851690 w 4926099"/>
              <a:gd name="connsiteY574" fmla="*/ 705758 h 968306"/>
              <a:gd name="connsiteX575" fmla="*/ 2851690 w 4926099"/>
              <a:gd name="connsiteY575" fmla="*/ 678517 h 968306"/>
              <a:gd name="connsiteX576" fmla="*/ 2808732 w 4926099"/>
              <a:gd name="connsiteY576" fmla="*/ 676993 h 968306"/>
              <a:gd name="connsiteX577" fmla="*/ 2795588 w 4926099"/>
              <a:gd name="connsiteY577" fmla="*/ 677469 h 968306"/>
              <a:gd name="connsiteX578" fmla="*/ 2784634 w 4926099"/>
              <a:gd name="connsiteY578" fmla="*/ 677469 h 968306"/>
              <a:gd name="connsiteX579" fmla="*/ 2774156 w 4926099"/>
              <a:gd name="connsiteY579" fmla="*/ 681660 h 968306"/>
              <a:gd name="connsiteX580" fmla="*/ 2777871 w 4926099"/>
              <a:gd name="connsiteY580" fmla="*/ 771290 h 968306"/>
              <a:gd name="connsiteX581" fmla="*/ 2776823 w 4926099"/>
              <a:gd name="connsiteY581" fmla="*/ 914832 h 968306"/>
              <a:gd name="connsiteX582" fmla="*/ 2774252 w 4926099"/>
              <a:gd name="connsiteY582" fmla="*/ 947789 h 968306"/>
              <a:gd name="connsiteX583" fmla="*/ 2786348 w 4926099"/>
              <a:gd name="connsiteY583" fmla="*/ 954551 h 968306"/>
              <a:gd name="connsiteX584" fmla="*/ 2849690 w 4926099"/>
              <a:gd name="connsiteY584" fmla="*/ 953504 h 968306"/>
              <a:gd name="connsiteX585" fmla="*/ 2855405 w 4926099"/>
              <a:gd name="connsiteY585" fmla="*/ 944645 h 968306"/>
              <a:gd name="connsiteX586" fmla="*/ 2853881 w 4926099"/>
              <a:gd name="connsiteY586" fmla="*/ 918452 h 968306"/>
              <a:gd name="connsiteX587" fmla="*/ 2854357 w 4926099"/>
              <a:gd name="connsiteY587" fmla="*/ 806342 h 968306"/>
              <a:gd name="connsiteX588" fmla="*/ 2860643 w 4926099"/>
              <a:gd name="connsiteY588" fmla="*/ 768147 h 968306"/>
              <a:gd name="connsiteX589" fmla="*/ 2897315 w 4926099"/>
              <a:gd name="connsiteY589" fmla="*/ 742525 h 968306"/>
              <a:gd name="connsiteX590" fmla="*/ 2935510 w 4926099"/>
              <a:gd name="connsiteY590" fmla="*/ 751383 h 968306"/>
              <a:gd name="connsiteX591" fmla="*/ 2943892 w 4926099"/>
              <a:gd name="connsiteY591" fmla="*/ 767576 h 968306"/>
              <a:gd name="connsiteX592" fmla="*/ 2945511 w 4926099"/>
              <a:gd name="connsiteY592" fmla="*/ 783292 h 968306"/>
              <a:gd name="connsiteX593" fmla="*/ 2944463 w 4926099"/>
              <a:gd name="connsiteY593" fmla="*/ 850919 h 968306"/>
              <a:gd name="connsiteX594" fmla="*/ 2942368 w 4926099"/>
              <a:gd name="connsiteY594" fmla="*/ 923690 h 968306"/>
              <a:gd name="connsiteX595" fmla="*/ 2943987 w 4926099"/>
              <a:gd name="connsiteY595" fmla="*/ 953027 h 968306"/>
              <a:gd name="connsiteX596" fmla="*/ 2953988 w 4926099"/>
              <a:gd name="connsiteY596" fmla="*/ 958266 h 968306"/>
              <a:gd name="connsiteX597" fmla="*/ 2959703 w 4926099"/>
              <a:gd name="connsiteY597" fmla="*/ 957790 h 968306"/>
              <a:gd name="connsiteX598" fmla="*/ 2997422 w 4926099"/>
              <a:gd name="connsiteY598" fmla="*/ 957218 h 968306"/>
              <a:gd name="connsiteX599" fmla="*/ 3004280 w 4926099"/>
              <a:gd name="connsiteY599" fmla="*/ 957790 h 968306"/>
              <a:gd name="connsiteX600" fmla="*/ 3007424 w 4926099"/>
              <a:gd name="connsiteY600" fmla="*/ 957790 h 968306"/>
              <a:gd name="connsiteX601" fmla="*/ 3011138 w 4926099"/>
              <a:gd name="connsiteY601" fmla="*/ 956742 h 968306"/>
              <a:gd name="connsiteX602" fmla="*/ 2553272 w 4926099"/>
              <a:gd name="connsiteY602" fmla="*/ 843109 h 968306"/>
              <a:gd name="connsiteX603" fmla="*/ 2548033 w 4926099"/>
              <a:gd name="connsiteY603" fmla="*/ 845204 h 968306"/>
              <a:gd name="connsiteX604" fmla="*/ 2541746 w 4926099"/>
              <a:gd name="connsiteY604" fmla="*/ 849395 h 968306"/>
              <a:gd name="connsiteX605" fmla="*/ 2537079 w 4926099"/>
              <a:gd name="connsiteY605" fmla="*/ 852062 h 968306"/>
              <a:gd name="connsiteX606" fmla="*/ 2530793 w 4926099"/>
              <a:gd name="connsiteY606" fmla="*/ 896544 h 968306"/>
              <a:gd name="connsiteX607" fmla="*/ 2532888 w 4926099"/>
              <a:gd name="connsiteY607" fmla="*/ 899211 h 968306"/>
              <a:gd name="connsiteX608" fmla="*/ 2580037 w 4926099"/>
              <a:gd name="connsiteY608" fmla="*/ 921214 h 968306"/>
              <a:gd name="connsiteX609" fmla="*/ 2609374 w 4926099"/>
              <a:gd name="connsiteY609" fmla="*/ 910736 h 968306"/>
              <a:gd name="connsiteX610" fmla="*/ 2622518 w 4926099"/>
              <a:gd name="connsiteY610" fmla="*/ 902831 h 968306"/>
              <a:gd name="connsiteX611" fmla="*/ 2639282 w 4926099"/>
              <a:gd name="connsiteY611" fmla="*/ 864064 h 968306"/>
              <a:gd name="connsiteX612" fmla="*/ 2639854 w 4926099"/>
              <a:gd name="connsiteY612" fmla="*/ 831584 h 968306"/>
              <a:gd name="connsiteX613" fmla="*/ 2632996 w 4926099"/>
              <a:gd name="connsiteY613" fmla="*/ 821582 h 968306"/>
              <a:gd name="connsiteX614" fmla="*/ 2630424 w 4926099"/>
              <a:gd name="connsiteY614" fmla="*/ 822154 h 968306"/>
              <a:gd name="connsiteX615" fmla="*/ 2626805 w 4926099"/>
              <a:gd name="connsiteY615" fmla="*/ 822630 h 968306"/>
              <a:gd name="connsiteX616" fmla="*/ 2614708 w 4926099"/>
              <a:gd name="connsiteY616" fmla="*/ 825297 h 968306"/>
              <a:gd name="connsiteX617" fmla="*/ 2592229 w 4926099"/>
              <a:gd name="connsiteY617" fmla="*/ 830536 h 968306"/>
              <a:gd name="connsiteX618" fmla="*/ 2578037 w 4926099"/>
              <a:gd name="connsiteY618" fmla="*/ 834155 h 968306"/>
              <a:gd name="connsiteX619" fmla="*/ 2568131 w 4926099"/>
              <a:gd name="connsiteY619" fmla="*/ 837299 h 968306"/>
              <a:gd name="connsiteX620" fmla="*/ 2564416 w 4926099"/>
              <a:gd name="connsiteY620" fmla="*/ 838346 h 968306"/>
              <a:gd name="connsiteX621" fmla="*/ 2557653 w 4926099"/>
              <a:gd name="connsiteY621" fmla="*/ 842061 h 968306"/>
              <a:gd name="connsiteX622" fmla="*/ 2553462 w 4926099"/>
              <a:gd name="connsiteY622" fmla="*/ 843109 h 968306"/>
              <a:gd name="connsiteX623" fmla="*/ 2629757 w 4926099"/>
              <a:gd name="connsiteY623" fmla="*/ 832631 h 968306"/>
              <a:gd name="connsiteX624" fmla="*/ 2629757 w 4926099"/>
              <a:gd name="connsiteY624" fmla="*/ 861968 h 968306"/>
              <a:gd name="connsiteX625" fmla="*/ 2615660 w 4926099"/>
              <a:gd name="connsiteY625" fmla="*/ 895496 h 968306"/>
              <a:gd name="connsiteX626" fmla="*/ 2604611 w 4926099"/>
              <a:gd name="connsiteY626" fmla="*/ 901783 h 968306"/>
              <a:gd name="connsiteX627" fmla="*/ 2585752 w 4926099"/>
              <a:gd name="connsiteY627" fmla="*/ 910641 h 968306"/>
              <a:gd name="connsiteX628" fmla="*/ 2539079 w 4926099"/>
              <a:gd name="connsiteY628" fmla="*/ 890734 h 968306"/>
              <a:gd name="connsiteX629" fmla="*/ 2544318 w 4926099"/>
              <a:gd name="connsiteY629" fmla="*/ 859301 h 968306"/>
              <a:gd name="connsiteX630" fmla="*/ 2546890 w 4926099"/>
              <a:gd name="connsiteY630" fmla="*/ 857777 h 968306"/>
              <a:gd name="connsiteX631" fmla="*/ 2550033 w 4926099"/>
              <a:gd name="connsiteY631" fmla="*/ 856253 h 968306"/>
              <a:gd name="connsiteX632" fmla="*/ 2552129 w 4926099"/>
              <a:gd name="connsiteY632" fmla="*/ 854158 h 968306"/>
              <a:gd name="connsiteX633" fmla="*/ 2555843 w 4926099"/>
              <a:gd name="connsiteY633" fmla="*/ 852634 h 968306"/>
              <a:gd name="connsiteX634" fmla="*/ 2560034 w 4926099"/>
              <a:gd name="connsiteY634" fmla="*/ 851586 h 968306"/>
              <a:gd name="connsiteX635" fmla="*/ 2567940 w 4926099"/>
              <a:gd name="connsiteY635" fmla="*/ 847871 h 968306"/>
              <a:gd name="connsiteX636" fmla="*/ 2571083 w 4926099"/>
              <a:gd name="connsiteY636" fmla="*/ 846824 h 968306"/>
              <a:gd name="connsiteX637" fmla="*/ 2580513 w 4926099"/>
              <a:gd name="connsiteY637" fmla="*/ 844157 h 968306"/>
              <a:gd name="connsiteX638" fmla="*/ 2594705 w 4926099"/>
              <a:gd name="connsiteY638" fmla="*/ 839966 h 968306"/>
              <a:gd name="connsiteX639" fmla="*/ 2616708 w 4926099"/>
              <a:gd name="connsiteY639" fmla="*/ 835298 h 968306"/>
              <a:gd name="connsiteX640" fmla="*/ 2629853 w 4926099"/>
              <a:gd name="connsiteY640" fmla="*/ 832631 h 968306"/>
              <a:gd name="connsiteX641" fmla="*/ 2473071 w 4926099"/>
              <a:gd name="connsiteY641" fmla="*/ 757765 h 968306"/>
              <a:gd name="connsiteX642" fmla="*/ 2477262 w 4926099"/>
              <a:gd name="connsiteY642" fmla="*/ 741572 h 968306"/>
              <a:gd name="connsiteX643" fmla="*/ 2516029 w 4926099"/>
              <a:gd name="connsiteY643" fmla="*/ 699662 h 968306"/>
              <a:gd name="connsiteX644" fmla="*/ 2522791 w 4926099"/>
              <a:gd name="connsiteY644" fmla="*/ 693852 h 968306"/>
              <a:gd name="connsiteX645" fmla="*/ 2528030 w 4926099"/>
              <a:gd name="connsiteY645" fmla="*/ 691280 h 968306"/>
              <a:gd name="connsiteX646" fmla="*/ 2532793 w 4926099"/>
              <a:gd name="connsiteY646" fmla="*/ 688709 h 968306"/>
              <a:gd name="connsiteX647" fmla="*/ 2554796 w 4926099"/>
              <a:gd name="connsiteY647" fmla="*/ 681851 h 968306"/>
              <a:gd name="connsiteX648" fmla="*/ 2572607 w 4926099"/>
              <a:gd name="connsiteY648" fmla="*/ 679279 h 968306"/>
              <a:gd name="connsiteX649" fmla="*/ 2575179 w 4926099"/>
              <a:gd name="connsiteY649" fmla="*/ 678231 h 968306"/>
              <a:gd name="connsiteX650" fmla="*/ 2577751 w 4926099"/>
              <a:gd name="connsiteY650" fmla="*/ 677183 h 968306"/>
              <a:gd name="connsiteX651" fmla="*/ 2603468 w 4926099"/>
              <a:gd name="connsiteY651" fmla="*/ 676136 h 968306"/>
              <a:gd name="connsiteX652" fmla="*/ 2619185 w 4926099"/>
              <a:gd name="connsiteY652" fmla="*/ 677660 h 968306"/>
              <a:gd name="connsiteX653" fmla="*/ 2649570 w 4926099"/>
              <a:gd name="connsiteY653" fmla="*/ 680803 h 968306"/>
              <a:gd name="connsiteX654" fmla="*/ 2685764 w 4926099"/>
              <a:gd name="connsiteY654" fmla="*/ 703853 h 968306"/>
              <a:gd name="connsiteX655" fmla="*/ 2695670 w 4926099"/>
              <a:gd name="connsiteY655" fmla="*/ 720617 h 968306"/>
              <a:gd name="connsiteX656" fmla="*/ 2699861 w 4926099"/>
              <a:gd name="connsiteY656" fmla="*/ 768338 h 968306"/>
              <a:gd name="connsiteX657" fmla="*/ 2698814 w 4926099"/>
              <a:gd name="connsiteY657" fmla="*/ 785673 h 968306"/>
              <a:gd name="connsiteX658" fmla="*/ 2699385 w 4926099"/>
              <a:gd name="connsiteY658" fmla="*/ 867398 h 968306"/>
              <a:gd name="connsiteX659" fmla="*/ 2702528 w 4926099"/>
              <a:gd name="connsiteY659" fmla="*/ 906164 h 968306"/>
              <a:gd name="connsiteX660" fmla="*/ 2709291 w 4926099"/>
              <a:gd name="connsiteY660" fmla="*/ 937597 h 968306"/>
              <a:gd name="connsiteX661" fmla="*/ 2710910 w 4926099"/>
              <a:gd name="connsiteY661" fmla="*/ 944931 h 968306"/>
              <a:gd name="connsiteX662" fmla="*/ 2667953 w 4926099"/>
              <a:gd name="connsiteY662" fmla="*/ 951218 h 968306"/>
              <a:gd name="connsiteX663" fmla="*/ 2658999 w 4926099"/>
              <a:gd name="connsiteY663" fmla="*/ 949694 h 968306"/>
              <a:gd name="connsiteX664" fmla="*/ 2650141 w 4926099"/>
              <a:gd name="connsiteY664" fmla="*/ 950170 h 968306"/>
              <a:gd name="connsiteX665" fmla="*/ 2638139 w 4926099"/>
              <a:gd name="connsiteY665" fmla="*/ 930263 h 968306"/>
              <a:gd name="connsiteX666" fmla="*/ 2630234 w 4926099"/>
              <a:gd name="connsiteY666" fmla="*/ 933406 h 968306"/>
              <a:gd name="connsiteX667" fmla="*/ 2627090 w 4926099"/>
              <a:gd name="connsiteY667" fmla="*/ 935501 h 968306"/>
              <a:gd name="connsiteX668" fmla="*/ 2621852 w 4926099"/>
              <a:gd name="connsiteY668" fmla="*/ 939121 h 968306"/>
              <a:gd name="connsiteX669" fmla="*/ 2617184 w 4926099"/>
              <a:gd name="connsiteY669" fmla="*/ 942264 h 968306"/>
              <a:gd name="connsiteX670" fmla="*/ 2595182 w 4926099"/>
              <a:gd name="connsiteY670" fmla="*/ 951694 h 968306"/>
              <a:gd name="connsiteX671" fmla="*/ 2563273 w 4926099"/>
              <a:gd name="connsiteY671" fmla="*/ 956361 h 968306"/>
              <a:gd name="connsiteX672" fmla="*/ 2545937 w 4926099"/>
              <a:gd name="connsiteY672" fmla="*/ 957980 h 968306"/>
              <a:gd name="connsiteX673" fmla="*/ 2496693 w 4926099"/>
              <a:gd name="connsiteY673" fmla="*/ 946455 h 968306"/>
              <a:gd name="connsiteX674" fmla="*/ 2494121 w 4926099"/>
              <a:gd name="connsiteY674" fmla="*/ 944360 h 968306"/>
              <a:gd name="connsiteX675" fmla="*/ 2488311 w 4926099"/>
              <a:gd name="connsiteY675" fmla="*/ 940645 h 968306"/>
              <a:gd name="connsiteX676" fmla="*/ 2480977 w 4926099"/>
              <a:gd name="connsiteY676" fmla="*/ 935406 h 968306"/>
              <a:gd name="connsiteX677" fmla="*/ 2478881 w 4926099"/>
              <a:gd name="connsiteY677" fmla="*/ 932263 h 968306"/>
              <a:gd name="connsiteX678" fmla="*/ 2475738 w 4926099"/>
              <a:gd name="connsiteY678" fmla="*/ 927024 h 968306"/>
              <a:gd name="connsiteX679" fmla="*/ 2470499 w 4926099"/>
              <a:gd name="connsiteY679" fmla="*/ 918642 h 968306"/>
              <a:gd name="connsiteX680" fmla="*/ 2462117 w 4926099"/>
              <a:gd name="connsiteY680" fmla="*/ 893972 h 968306"/>
              <a:gd name="connsiteX681" fmla="*/ 2462117 w 4926099"/>
              <a:gd name="connsiteY681" fmla="*/ 870446 h 968306"/>
              <a:gd name="connsiteX682" fmla="*/ 2464213 w 4926099"/>
              <a:gd name="connsiteY682" fmla="*/ 858920 h 968306"/>
              <a:gd name="connsiteX683" fmla="*/ 2465261 w 4926099"/>
              <a:gd name="connsiteY683" fmla="*/ 855301 h 968306"/>
              <a:gd name="connsiteX684" fmla="*/ 2467832 w 4926099"/>
              <a:gd name="connsiteY684" fmla="*/ 849014 h 968306"/>
              <a:gd name="connsiteX685" fmla="*/ 2526506 w 4926099"/>
              <a:gd name="connsiteY685" fmla="*/ 805580 h 968306"/>
              <a:gd name="connsiteX686" fmla="*/ 2548985 w 4926099"/>
              <a:gd name="connsiteY686" fmla="*/ 803485 h 968306"/>
              <a:gd name="connsiteX687" fmla="*/ 2553653 w 4926099"/>
              <a:gd name="connsiteY687" fmla="*/ 802913 h 968306"/>
              <a:gd name="connsiteX688" fmla="*/ 2562035 w 4926099"/>
              <a:gd name="connsiteY688" fmla="*/ 802437 h 968306"/>
              <a:gd name="connsiteX689" fmla="*/ 2574131 w 4926099"/>
              <a:gd name="connsiteY689" fmla="*/ 801866 h 968306"/>
              <a:gd name="connsiteX690" fmla="*/ 2596610 w 4926099"/>
              <a:gd name="connsiteY690" fmla="*/ 799770 h 968306"/>
              <a:gd name="connsiteX691" fmla="*/ 2636901 w 4926099"/>
              <a:gd name="connsiteY691" fmla="*/ 783006 h 968306"/>
              <a:gd name="connsiteX692" fmla="*/ 2638997 w 4926099"/>
              <a:gd name="connsiteY692" fmla="*/ 778339 h 968306"/>
              <a:gd name="connsiteX693" fmla="*/ 2640045 w 4926099"/>
              <a:gd name="connsiteY693" fmla="*/ 775196 h 968306"/>
              <a:gd name="connsiteX694" fmla="*/ 2640521 w 4926099"/>
              <a:gd name="connsiteY694" fmla="*/ 769957 h 968306"/>
              <a:gd name="connsiteX695" fmla="*/ 2624328 w 4926099"/>
              <a:gd name="connsiteY695" fmla="*/ 725951 h 968306"/>
              <a:gd name="connsiteX696" fmla="*/ 2597087 w 4926099"/>
              <a:gd name="connsiteY696" fmla="*/ 719093 h 968306"/>
              <a:gd name="connsiteX697" fmla="*/ 2578227 w 4926099"/>
              <a:gd name="connsiteY697" fmla="*/ 721189 h 968306"/>
              <a:gd name="connsiteX698" fmla="*/ 2552033 w 4926099"/>
              <a:gd name="connsiteY698" fmla="*/ 732238 h 968306"/>
              <a:gd name="connsiteX699" fmla="*/ 2546318 w 4926099"/>
              <a:gd name="connsiteY699" fmla="*/ 739572 h 968306"/>
              <a:gd name="connsiteX700" fmla="*/ 2542604 w 4926099"/>
              <a:gd name="connsiteY700" fmla="*/ 745859 h 968306"/>
              <a:gd name="connsiteX701" fmla="*/ 2535841 w 4926099"/>
              <a:gd name="connsiteY701" fmla="*/ 759479 h 968306"/>
              <a:gd name="connsiteX702" fmla="*/ 2532698 w 4926099"/>
              <a:gd name="connsiteY702" fmla="*/ 759479 h 968306"/>
              <a:gd name="connsiteX703" fmla="*/ 2522696 w 4926099"/>
              <a:gd name="connsiteY703" fmla="*/ 758432 h 968306"/>
              <a:gd name="connsiteX704" fmla="*/ 2494883 w 4926099"/>
              <a:gd name="connsiteY704" fmla="*/ 757384 h 968306"/>
              <a:gd name="connsiteX705" fmla="*/ 2479167 w 4926099"/>
              <a:gd name="connsiteY705" fmla="*/ 757384 h 968306"/>
              <a:gd name="connsiteX706" fmla="*/ 2472881 w 4926099"/>
              <a:gd name="connsiteY706" fmla="*/ 757955 h 968306"/>
              <a:gd name="connsiteX707" fmla="*/ 2627090 w 4926099"/>
              <a:gd name="connsiteY707" fmla="*/ 946836 h 968306"/>
              <a:gd name="connsiteX708" fmla="*/ 2632329 w 4926099"/>
              <a:gd name="connsiteY708" fmla="*/ 943693 h 968306"/>
              <a:gd name="connsiteX709" fmla="*/ 2635472 w 4926099"/>
              <a:gd name="connsiteY709" fmla="*/ 942169 h 968306"/>
              <a:gd name="connsiteX710" fmla="*/ 2637568 w 4926099"/>
              <a:gd name="connsiteY710" fmla="*/ 940645 h 968306"/>
              <a:gd name="connsiteX711" fmla="*/ 2639663 w 4926099"/>
              <a:gd name="connsiteY711" fmla="*/ 950075 h 968306"/>
              <a:gd name="connsiteX712" fmla="*/ 2658523 w 4926099"/>
              <a:gd name="connsiteY712" fmla="*/ 960076 h 968306"/>
              <a:gd name="connsiteX713" fmla="*/ 2666905 w 4926099"/>
              <a:gd name="connsiteY713" fmla="*/ 961600 h 968306"/>
              <a:gd name="connsiteX714" fmla="*/ 2717673 w 4926099"/>
              <a:gd name="connsiteY714" fmla="*/ 953789 h 968306"/>
              <a:gd name="connsiteX715" fmla="*/ 2720816 w 4926099"/>
              <a:gd name="connsiteY715" fmla="*/ 944931 h 968306"/>
              <a:gd name="connsiteX716" fmla="*/ 2719769 w 4926099"/>
              <a:gd name="connsiteY716" fmla="*/ 940740 h 968306"/>
              <a:gd name="connsiteX717" fmla="*/ 2719292 w 4926099"/>
              <a:gd name="connsiteY717" fmla="*/ 936549 h 968306"/>
              <a:gd name="connsiteX718" fmla="*/ 2712530 w 4926099"/>
              <a:gd name="connsiteY718" fmla="*/ 904069 h 968306"/>
              <a:gd name="connsiteX719" fmla="*/ 2709386 w 4926099"/>
              <a:gd name="connsiteY719" fmla="*/ 866350 h 968306"/>
              <a:gd name="connsiteX720" fmla="*/ 2708910 w 4926099"/>
              <a:gd name="connsiteY720" fmla="*/ 786149 h 968306"/>
              <a:gd name="connsiteX721" fmla="*/ 2709958 w 4926099"/>
              <a:gd name="connsiteY721" fmla="*/ 768338 h 968306"/>
              <a:gd name="connsiteX722" fmla="*/ 2705767 w 4926099"/>
              <a:gd name="connsiteY722" fmla="*/ 718046 h 968306"/>
              <a:gd name="connsiteX723" fmla="*/ 2692622 w 4926099"/>
              <a:gd name="connsiteY723" fmla="*/ 696614 h 968306"/>
              <a:gd name="connsiteX724" fmla="*/ 2652236 w 4926099"/>
              <a:gd name="connsiteY724" fmla="*/ 670897 h 968306"/>
              <a:gd name="connsiteX725" fmla="*/ 2620328 w 4926099"/>
              <a:gd name="connsiteY725" fmla="*/ 667754 h 968306"/>
              <a:gd name="connsiteX726" fmla="*/ 2603564 w 4926099"/>
              <a:gd name="connsiteY726" fmla="*/ 666230 h 968306"/>
              <a:gd name="connsiteX727" fmla="*/ 2574227 w 4926099"/>
              <a:gd name="connsiteY727" fmla="*/ 667754 h 968306"/>
              <a:gd name="connsiteX728" fmla="*/ 2570036 w 4926099"/>
              <a:gd name="connsiteY728" fmla="*/ 669373 h 968306"/>
              <a:gd name="connsiteX729" fmla="*/ 2552224 w 4926099"/>
              <a:gd name="connsiteY729" fmla="*/ 671945 h 968306"/>
              <a:gd name="connsiteX730" fmla="*/ 2527649 w 4926099"/>
              <a:gd name="connsiteY730" fmla="*/ 679850 h 968306"/>
              <a:gd name="connsiteX731" fmla="*/ 2523458 w 4926099"/>
              <a:gd name="connsiteY731" fmla="*/ 682422 h 968306"/>
              <a:gd name="connsiteX732" fmla="*/ 2518220 w 4926099"/>
              <a:gd name="connsiteY732" fmla="*/ 685565 h 968306"/>
              <a:gd name="connsiteX733" fmla="*/ 2508790 w 4926099"/>
              <a:gd name="connsiteY733" fmla="*/ 692900 h 968306"/>
              <a:gd name="connsiteX734" fmla="*/ 2467928 w 4926099"/>
              <a:gd name="connsiteY734" fmla="*/ 739001 h 968306"/>
              <a:gd name="connsiteX735" fmla="*/ 2461641 w 4926099"/>
              <a:gd name="connsiteY735" fmla="*/ 760432 h 968306"/>
              <a:gd name="connsiteX736" fmla="*/ 2467451 w 4926099"/>
              <a:gd name="connsiteY736" fmla="*/ 767290 h 968306"/>
              <a:gd name="connsiteX737" fmla="*/ 2470595 w 4926099"/>
              <a:gd name="connsiteY737" fmla="*/ 767861 h 968306"/>
              <a:gd name="connsiteX738" fmla="*/ 2474786 w 4926099"/>
              <a:gd name="connsiteY738" fmla="*/ 767861 h 968306"/>
              <a:gd name="connsiteX739" fmla="*/ 2495169 w 4926099"/>
              <a:gd name="connsiteY739" fmla="*/ 767861 h 968306"/>
              <a:gd name="connsiteX740" fmla="*/ 2522411 w 4926099"/>
              <a:gd name="connsiteY740" fmla="*/ 768433 h 968306"/>
              <a:gd name="connsiteX741" fmla="*/ 2551748 w 4926099"/>
              <a:gd name="connsiteY741" fmla="*/ 751097 h 968306"/>
              <a:gd name="connsiteX742" fmla="*/ 2555462 w 4926099"/>
              <a:gd name="connsiteY742" fmla="*/ 744811 h 968306"/>
              <a:gd name="connsiteX743" fmla="*/ 2559177 w 4926099"/>
              <a:gd name="connsiteY743" fmla="*/ 739572 h 968306"/>
              <a:gd name="connsiteX744" fmla="*/ 2580608 w 4926099"/>
              <a:gd name="connsiteY744" fmla="*/ 730619 h 968306"/>
              <a:gd name="connsiteX745" fmla="*/ 2597372 w 4926099"/>
              <a:gd name="connsiteY745" fmla="*/ 729095 h 968306"/>
              <a:gd name="connsiteX746" fmla="*/ 2618899 w 4926099"/>
              <a:gd name="connsiteY746" fmla="*/ 734333 h 968306"/>
              <a:gd name="connsiteX747" fmla="*/ 2630900 w 4926099"/>
              <a:gd name="connsiteY747" fmla="*/ 771576 h 968306"/>
              <a:gd name="connsiteX748" fmla="*/ 2629853 w 4926099"/>
              <a:gd name="connsiteY748" fmla="*/ 774719 h 968306"/>
              <a:gd name="connsiteX749" fmla="*/ 2625662 w 4926099"/>
              <a:gd name="connsiteY749" fmla="*/ 779958 h 968306"/>
              <a:gd name="connsiteX750" fmla="*/ 2573274 w 4926099"/>
              <a:gd name="connsiteY750" fmla="*/ 792055 h 968306"/>
              <a:gd name="connsiteX751" fmla="*/ 2561749 w 4926099"/>
              <a:gd name="connsiteY751" fmla="*/ 792626 h 968306"/>
              <a:gd name="connsiteX752" fmla="*/ 2552891 w 4926099"/>
              <a:gd name="connsiteY752" fmla="*/ 793103 h 968306"/>
              <a:gd name="connsiteX753" fmla="*/ 2547652 w 4926099"/>
              <a:gd name="connsiteY753" fmla="*/ 793674 h 968306"/>
              <a:gd name="connsiteX754" fmla="*/ 2525649 w 4926099"/>
              <a:gd name="connsiteY754" fmla="*/ 795770 h 968306"/>
              <a:gd name="connsiteX755" fmla="*/ 2458593 w 4926099"/>
              <a:gd name="connsiteY755" fmla="*/ 845014 h 968306"/>
              <a:gd name="connsiteX756" fmla="*/ 2455926 w 4926099"/>
              <a:gd name="connsiteY756" fmla="*/ 851872 h 968306"/>
              <a:gd name="connsiteX757" fmla="*/ 2454402 w 4926099"/>
              <a:gd name="connsiteY757" fmla="*/ 856539 h 968306"/>
              <a:gd name="connsiteX758" fmla="*/ 2452307 w 4926099"/>
              <a:gd name="connsiteY758" fmla="*/ 868636 h 968306"/>
              <a:gd name="connsiteX759" fmla="*/ 2452783 w 4926099"/>
              <a:gd name="connsiteY759" fmla="*/ 897401 h 968306"/>
              <a:gd name="connsiteX760" fmla="*/ 2463260 w 4926099"/>
              <a:gd name="connsiteY760" fmla="*/ 925691 h 968306"/>
              <a:gd name="connsiteX761" fmla="*/ 2466880 w 4926099"/>
              <a:gd name="connsiteY761" fmla="*/ 932453 h 968306"/>
              <a:gd name="connsiteX762" fmla="*/ 2470023 w 4926099"/>
              <a:gd name="connsiteY762" fmla="*/ 937692 h 968306"/>
              <a:gd name="connsiteX763" fmla="*/ 2472595 w 4926099"/>
              <a:gd name="connsiteY763" fmla="*/ 941883 h 968306"/>
              <a:gd name="connsiteX764" fmla="*/ 2476786 w 4926099"/>
              <a:gd name="connsiteY764" fmla="*/ 945026 h 968306"/>
              <a:gd name="connsiteX765" fmla="*/ 2482596 w 4926099"/>
              <a:gd name="connsiteY765" fmla="*/ 949217 h 968306"/>
              <a:gd name="connsiteX766" fmla="*/ 2488311 w 4926099"/>
              <a:gd name="connsiteY766" fmla="*/ 952932 h 968306"/>
              <a:gd name="connsiteX767" fmla="*/ 2492502 w 4926099"/>
              <a:gd name="connsiteY767" fmla="*/ 955504 h 968306"/>
              <a:gd name="connsiteX768" fmla="*/ 2546985 w 4926099"/>
              <a:gd name="connsiteY768" fmla="*/ 968077 h 968306"/>
              <a:gd name="connsiteX769" fmla="*/ 2563749 w 4926099"/>
              <a:gd name="connsiteY769" fmla="*/ 966553 h 968306"/>
              <a:gd name="connsiteX770" fmla="*/ 2597753 w 4926099"/>
              <a:gd name="connsiteY770" fmla="*/ 961314 h 968306"/>
              <a:gd name="connsiteX771" fmla="*/ 2622899 w 4926099"/>
              <a:gd name="connsiteY771" fmla="*/ 950837 h 968306"/>
              <a:gd name="connsiteX772" fmla="*/ 2625471 w 4926099"/>
              <a:gd name="connsiteY772" fmla="*/ 948170 h 968306"/>
              <a:gd name="connsiteX773" fmla="*/ 2627090 w 4926099"/>
              <a:gd name="connsiteY773" fmla="*/ 947122 h 968306"/>
              <a:gd name="connsiteX774" fmla="*/ 2225326 w 4926099"/>
              <a:gd name="connsiteY774" fmla="*/ 870922 h 968306"/>
              <a:gd name="connsiteX775" fmla="*/ 2233708 w 4926099"/>
              <a:gd name="connsiteY775" fmla="*/ 887686 h 968306"/>
              <a:gd name="connsiteX776" fmla="*/ 2335340 w 4926099"/>
              <a:gd name="connsiteY776" fmla="*/ 898640 h 968306"/>
              <a:gd name="connsiteX777" fmla="*/ 2340007 w 4926099"/>
              <a:gd name="connsiteY777" fmla="*/ 891305 h 968306"/>
              <a:gd name="connsiteX778" fmla="*/ 2344674 w 4926099"/>
              <a:gd name="connsiteY778" fmla="*/ 883971 h 968306"/>
              <a:gd name="connsiteX779" fmla="*/ 2323719 w 4926099"/>
              <a:gd name="connsiteY779" fmla="*/ 845204 h 968306"/>
              <a:gd name="connsiteX780" fmla="*/ 2265617 w 4926099"/>
              <a:gd name="connsiteY780" fmla="*/ 828917 h 968306"/>
              <a:gd name="connsiteX781" fmla="*/ 2262950 w 4926099"/>
              <a:gd name="connsiteY781" fmla="*/ 828440 h 968306"/>
              <a:gd name="connsiteX782" fmla="*/ 2249329 w 4926099"/>
              <a:gd name="connsiteY782" fmla="*/ 823202 h 968306"/>
              <a:gd name="connsiteX783" fmla="*/ 2195894 w 4926099"/>
              <a:gd name="connsiteY783" fmla="*/ 801199 h 968306"/>
              <a:gd name="connsiteX784" fmla="*/ 2192274 w 4926099"/>
              <a:gd name="connsiteY784" fmla="*/ 798056 h 968306"/>
              <a:gd name="connsiteX785" fmla="*/ 2190179 w 4926099"/>
              <a:gd name="connsiteY785" fmla="*/ 794341 h 968306"/>
              <a:gd name="connsiteX786" fmla="*/ 2188083 w 4926099"/>
              <a:gd name="connsiteY786" fmla="*/ 791198 h 968306"/>
              <a:gd name="connsiteX787" fmla="*/ 2184940 w 4926099"/>
              <a:gd name="connsiteY787" fmla="*/ 786435 h 968306"/>
              <a:gd name="connsiteX788" fmla="*/ 2177606 w 4926099"/>
              <a:gd name="connsiteY788" fmla="*/ 753955 h 968306"/>
              <a:gd name="connsiteX789" fmla="*/ 2179225 w 4926099"/>
              <a:gd name="connsiteY789" fmla="*/ 745097 h 968306"/>
              <a:gd name="connsiteX790" fmla="*/ 2180749 w 4926099"/>
              <a:gd name="connsiteY790" fmla="*/ 738810 h 968306"/>
              <a:gd name="connsiteX791" fmla="*/ 2183416 w 4926099"/>
              <a:gd name="connsiteY791" fmla="*/ 731952 h 968306"/>
              <a:gd name="connsiteX792" fmla="*/ 2185511 w 4926099"/>
              <a:gd name="connsiteY792" fmla="*/ 728237 h 968306"/>
              <a:gd name="connsiteX793" fmla="*/ 2187131 w 4926099"/>
              <a:gd name="connsiteY793" fmla="*/ 725666 h 968306"/>
              <a:gd name="connsiteX794" fmla="*/ 2191322 w 4926099"/>
              <a:gd name="connsiteY794" fmla="*/ 718808 h 968306"/>
              <a:gd name="connsiteX795" fmla="*/ 2195989 w 4926099"/>
              <a:gd name="connsiteY795" fmla="*/ 711950 h 968306"/>
              <a:gd name="connsiteX796" fmla="*/ 2206466 w 4926099"/>
              <a:gd name="connsiteY796" fmla="*/ 702520 h 968306"/>
              <a:gd name="connsiteX797" fmla="*/ 2215896 w 4926099"/>
              <a:gd name="connsiteY797" fmla="*/ 696233 h 968306"/>
              <a:gd name="connsiteX798" fmla="*/ 2222183 w 4926099"/>
              <a:gd name="connsiteY798" fmla="*/ 692519 h 968306"/>
              <a:gd name="connsiteX799" fmla="*/ 2228469 w 4926099"/>
              <a:gd name="connsiteY799" fmla="*/ 689375 h 968306"/>
              <a:gd name="connsiteX800" fmla="*/ 2234184 w 4926099"/>
              <a:gd name="connsiteY800" fmla="*/ 687280 h 968306"/>
              <a:gd name="connsiteX801" fmla="*/ 2250948 w 4926099"/>
              <a:gd name="connsiteY801" fmla="*/ 682613 h 968306"/>
              <a:gd name="connsiteX802" fmla="*/ 2339531 w 4926099"/>
              <a:gd name="connsiteY802" fmla="*/ 688899 h 968306"/>
              <a:gd name="connsiteX803" fmla="*/ 2344769 w 4926099"/>
              <a:gd name="connsiteY803" fmla="*/ 690995 h 968306"/>
              <a:gd name="connsiteX804" fmla="*/ 2348960 w 4926099"/>
              <a:gd name="connsiteY804" fmla="*/ 692042 h 968306"/>
              <a:gd name="connsiteX805" fmla="*/ 2352104 w 4926099"/>
              <a:gd name="connsiteY805" fmla="*/ 693566 h 968306"/>
              <a:gd name="connsiteX806" fmla="*/ 2358390 w 4926099"/>
              <a:gd name="connsiteY806" fmla="*/ 696233 h 968306"/>
              <a:gd name="connsiteX807" fmla="*/ 2366201 w 4926099"/>
              <a:gd name="connsiteY807" fmla="*/ 699853 h 968306"/>
              <a:gd name="connsiteX808" fmla="*/ 2368772 w 4926099"/>
              <a:gd name="connsiteY808" fmla="*/ 700901 h 968306"/>
              <a:gd name="connsiteX809" fmla="*/ 2399729 w 4926099"/>
              <a:gd name="connsiteY809" fmla="*/ 758527 h 968306"/>
              <a:gd name="connsiteX810" fmla="*/ 2347341 w 4926099"/>
              <a:gd name="connsiteY810" fmla="*/ 756431 h 968306"/>
              <a:gd name="connsiteX811" fmla="*/ 2332101 w 4926099"/>
              <a:gd name="connsiteY811" fmla="*/ 734429 h 968306"/>
              <a:gd name="connsiteX812" fmla="*/ 2327910 w 4926099"/>
              <a:gd name="connsiteY812" fmla="*/ 729761 h 968306"/>
              <a:gd name="connsiteX813" fmla="*/ 2321624 w 4926099"/>
              <a:gd name="connsiteY813" fmla="*/ 724999 h 968306"/>
              <a:gd name="connsiteX814" fmla="*/ 2318480 w 4926099"/>
              <a:gd name="connsiteY814" fmla="*/ 723475 h 968306"/>
              <a:gd name="connsiteX815" fmla="*/ 2310670 w 4926099"/>
              <a:gd name="connsiteY815" fmla="*/ 720808 h 968306"/>
              <a:gd name="connsiteX816" fmla="*/ 2303336 w 4926099"/>
              <a:gd name="connsiteY816" fmla="*/ 719284 h 968306"/>
              <a:gd name="connsiteX817" fmla="*/ 2299145 w 4926099"/>
              <a:gd name="connsiteY817" fmla="*/ 718236 h 968306"/>
              <a:gd name="connsiteX818" fmla="*/ 2289143 w 4926099"/>
              <a:gd name="connsiteY818" fmla="*/ 717665 h 968306"/>
              <a:gd name="connsiteX819" fmla="*/ 2279237 w 4926099"/>
              <a:gd name="connsiteY819" fmla="*/ 718236 h 968306"/>
              <a:gd name="connsiteX820" fmla="*/ 2271903 w 4926099"/>
              <a:gd name="connsiteY820" fmla="*/ 720332 h 968306"/>
              <a:gd name="connsiteX821" fmla="*/ 2267712 w 4926099"/>
              <a:gd name="connsiteY821" fmla="*/ 721379 h 968306"/>
              <a:gd name="connsiteX822" fmla="*/ 2259330 w 4926099"/>
              <a:gd name="connsiteY822" fmla="*/ 725094 h 968306"/>
              <a:gd name="connsiteX823" fmla="*/ 2246186 w 4926099"/>
              <a:gd name="connsiteY823" fmla="*/ 746049 h 968306"/>
              <a:gd name="connsiteX824" fmla="*/ 2277618 w 4926099"/>
              <a:gd name="connsiteY824" fmla="*/ 780625 h 968306"/>
              <a:gd name="connsiteX825" fmla="*/ 2281238 w 4926099"/>
              <a:gd name="connsiteY825" fmla="*/ 782244 h 968306"/>
              <a:gd name="connsiteX826" fmla="*/ 2288096 w 4926099"/>
              <a:gd name="connsiteY826" fmla="*/ 784816 h 968306"/>
              <a:gd name="connsiteX827" fmla="*/ 2302764 w 4926099"/>
              <a:gd name="connsiteY827" fmla="*/ 790055 h 968306"/>
              <a:gd name="connsiteX828" fmla="*/ 2308479 w 4926099"/>
              <a:gd name="connsiteY828" fmla="*/ 792150 h 968306"/>
              <a:gd name="connsiteX829" fmla="*/ 2314289 w 4926099"/>
              <a:gd name="connsiteY829" fmla="*/ 794246 h 968306"/>
              <a:gd name="connsiteX830" fmla="*/ 2318957 w 4926099"/>
              <a:gd name="connsiteY830" fmla="*/ 795293 h 968306"/>
              <a:gd name="connsiteX831" fmla="*/ 2379726 w 4926099"/>
              <a:gd name="connsiteY831" fmla="*/ 816725 h 968306"/>
              <a:gd name="connsiteX832" fmla="*/ 2396490 w 4926099"/>
              <a:gd name="connsiteY832" fmla="*/ 834536 h 968306"/>
              <a:gd name="connsiteX833" fmla="*/ 2402205 w 4926099"/>
              <a:gd name="connsiteY833" fmla="*/ 884352 h 968306"/>
              <a:gd name="connsiteX834" fmla="*/ 2401729 w 4926099"/>
              <a:gd name="connsiteY834" fmla="*/ 894258 h 968306"/>
              <a:gd name="connsiteX835" fmla="*/ 2388584 w 4926099"/>
              <a:gd name="connsiteY835" fmla="*/ 921976 h 968306"/>
              <a:gd name="connsiteX836" fmla="*/ 2349818 w 4926099"/>
              <a:gd name="connsiteY836" fmla="*/ 939216 h 968306"/>
              <a:gd name="connsiteX837" fmla="*/ 2346198 w 4926099"/>
              <a:gd name="connsiteY837" fmla="*/ 940835 h 968306"/>
              <a:gd name="connsiteX838" fmla="*/ 2343055 w 4926099"/>
              <a:gd name="connsiteY838" fmla="*/ 942359 h 968306"/>
              <a:gd name="connsiteX839" fmla="*/ 2333149 w 4926099"/>
              <a:gd name="connsiteY839" fmla="*/ 945503 h 968306"/>
              <a:gd name="connsiteX840" fmla="*/ 2310575 w 4926099"/>
              <a:gd name="connsiteY840" fmla="*/ 952361 h 968306"/>
              <a:gd name="connsiteX841" fmla="*/ 2298573 w 4926099"/>
              <a:gd name="connsiteY841" fmla="*/ 953408 h 968306"/>
              <a:gd name="connsiteX842" fmla="*/ 2235232 w 4926099"/>
              <a:gd name="connsiteY842" fmla="*/ 946550 h 968306"/>
              <a:gd name="connsiteX843" fmla="*/ 2202275 w 4926099"/>
              <a:gd name="connsiteY843" fmla="*/ 932930 h 968306"/>
              <a:gd name="connsiteX844" fmla="*/ 2199132 w 4926099"/>
              <a:gd name="connsiteY844" fmla="*/ 929310 h 968306"/>
              <a:gd name="connsiteX845" fmla="*/ 2193893 w 4926099"/>
              <a:gd name="connsiteY845" fmla="*/ 923500 h 968306"/>
              <a:gd name="connsiteX846" fmla="*/ 2186559 w 4926099"/>
              <a:gd name="connsiteY846" fmla="*/ 910927 h 968306"/>
              <a:gd name="connsiteX847" fmla="*/ 2178749 w 4926099"/>
              <a:gd name="connsiteY847" fmla="*/ 895782 h 968306"/>
              <a:gd name="connsiteX848" fmla="*/ 2178272 w 4926099"/>
              <a:gd name="connsiteY848" fmla="*/ 892067 h 968306"/>
              <a:gd name="connsiteX849" fmla="*/ 2174558 w 4926099"/>
              <a:gd name="connsiteY849" fmla="*/ 879494 h 968306"/>
              <a:gd name="connsiteX850" fmla="*/ 2174081 w 4926099"/>
              <a:gd name="connsiteY850" fmla="*/ 871589 h 968306"/>
              <a:gd name="connsiteX851" fmla="*/ 2209705 w 4926099"/>
              <a:gd name="connsiteY851" fmla="*/ 870065 h 968306"/>
              <a:gd name="connsiteX852" fmla="*/ 2221706 w 4926099"/>
              <a:gd name="connsiteY852" fmla="*/ 870636 h 968306"/>
              <a:gd name="connsiteX853" fmla="*/ 2225326 w 4926099"/>
              <a:gd name="connsiteY853" fmla="*/ 870636 h 968306"/>
              <a:gd name="connsiteX854" fmla="*/ 2301335 w 4926099"/>
              <a:gd name="connsiteY854" fmla="*/ 728999 h 968306"/>
              <a:gd name="connsiteX855" fmla="*/ 2308098 w 4926099"/>
              <a:gd name="connsiteY855" fmla="*/ 731095 h 968306"/>
              <a:gd name="connsiteX856" fmla="*/ 2314861 w 4926099"/>
              <a:gd name="connsiteY856" fmla="*/ 733190 h 968306"/>
              <a:gd name="connsiteX857" fmla="*/ 2318004 w 4926099"/>
              <a:gd name="connsiteY857" fmla="*/ 734238 h 968306"/>
              <a:gd name="connsiteX858" fmla="*/ 2320576 w 4926099"/>
              <a:gd name="connsiteY858" fmla="*/ 737381 h 968306"/>
              <a:gd name="connsiteX859" fmla="*/ 2323719 w 4926099"/>
              <a:gd name="connsiteY859" fmla="*/ 741096 h 968306"/>
              <a:gd name="connsiteX860" fmla="*/ 2337340 w 4926099"/>
              <a:gd name="connsiteY860" fmla="*/ 759479 h 968306"/>
              <a:gd name="connsiteX861" fmla="*/ 2349913 w 4926099"/>
              <a:gd name="connsiteY861" fmla="*/ 766337 h 968306"/>
              <a:gd name="connsiteX862" fmla="*/ 2404967 w 4926099"/>
              <a:gd name="connsiteY862" fmla="*/ 769481 h 968306"/>
              <a:gd name="connsiteX863" fmla="*/ 2410682 w 4926099"/>
              <a:gd name="connsiteY863" fmla="*/ 763670 h 968306"/>
              <a:gd name="connsiteX864" fmla="*/ 2373535 w 4926099"/>
              <a:gd name="connsiteY864" fmla="*/ 692423 h 968306"/>
              <a:gd name="connsiteX865" fmla="*/ 2370868 w 4926099"/>
              <a:gd name="connsiteY865" fmla="*/ 690804 h 968306"/>
              <a:gd name="connsiteX866" fmla="*/ 2362010 w 4926099"/>
              <a:gd name="connsiteY866" fmla="*/ 687089 h 968306"/>
              <a:gd name="connsiteX867" fmla="*/ 2355723 w 4926099"/>
              <a:gd name="connsiteY867" fmla="*/ 684518 h 968306"/>
              <a:gd name="connsiteX868" fmla="*/ 2351056 w 4926099"/>
              <a:gd name="connsiteY868" fmla="*/ 682994 h 968306"/>
              <a:gd name="connsiteX869" fmla="*/ 2348484 w 4926099"/>
              <a:gd name="connsiteY869" fmla="*/ 681946 h 968306"/>
              <a:gd name="connsiteX870" fmla="*/ 2343722 w 4926099"/>
              <a:gd name="connsiteY870" fmla="*/ 679850 h 968306"/>
              <a:gd name="connsiteX871" fmla="*/ 2273046 w 4926099"/>
              <a:gd name="connsiteY871" fmla="*/ 669373 h 968306"/>
              <a:gd name="connsiteX872" fmla="*/ 2229041 w 4926099"/>
              <a:gd name="connsiteY872" fmla="*/ 679374 h 968306"/>
              <a:gd name="connsiteX873" fmla="*/ 2226469 w 4926099"/>
              <a:gd name="connsiteY873" fmla="*/ 679946 h 968306"/>
              <a:gd name="connsiteX874" fmla="*/ 2223326 w 4926099"/>
              <a:gd name="connsiteY874" fmla="*/ 680993 h 968306"/>
              <a:gd name="connsiteX875" fmla="*/ 2210181 w 4926099"/>
              <a:gd name="connsiteY875" fmla="*/ 688328 h 968306"/>
              <a:gd name="connsiteX876" fmla="*/ 2200275 w 4926099"/>
              <a:gd name="connsiteY876" fmla="*/ 695662 h 968306"/>
              <a:gd name="connsiteX877" fmla="*/ 2188274 w 4926099"/>
              <a:gd name="connsiteY877" fmla="*/ 706139 h 968306"/>
              <a:gd name="connsiteX878" fmla="*/ 2186178 w 4926099"/>
              <a:gd name="connsiteY878" fmla="*/ 709283 h 968306"/>
              <a:gd name="connsiteX879" fmla="*/ 2183035 w 4926099"/>
              <a:gd name="connsiteY879" fmla="*/ 713474 h 968306"/>
              <a:gd name="connsiteX880" fmla="*/ 2177796 w 4926099"/>
              <a:gd name="connsiteY880" fmla="*/ 721856 h 968306"/>
              <a:gd name="connsiteX881" fmla="*/ 2176748 w 4926099"/>
              <a:gd name="connsiteY881" fmla="*/ 723951 h 968306"/>
              <a:gd name="connsiteX882" fmla="*/ 2174653 w 4926099"/>
              <a:gd name="connsiteY882" fmla="*/ 727094 h 968306"/>
              <a:gd name="connsiteX883" fmla="*/ 2171510 w 4926099"/>
              <a:gd name="connsiteY883" fmla="*/ 735953 h 968306"/>
              <a:gd name="connsiteX884" fmla="*/ 2169414 w 4926099"/>
              <a:gd name="connsiteY884" fmla="*/ 743763 h 968306"/>
              <a:gd name="connsiteX885" fmla="*/ 2169414 w 4926099"/>
              <a:gd name="connsiteY885" fmla="*/ 746430 h 968306"/>
              <a:gd name="connsiteX886" fmla="*/ 2168366 w 4926099"/>
              <a:gd name="connsiteY886" fmla="*/ 751097 h 968306"/>
              <a:gd name="connsiteX887" fmla="*/ 2175701 w 4926099"/>
              <a:gd name="connsiteY887" fmla="*/ 790340 h 968306"/>
              <a:gd name="connsiteX888" fmla="*/ 2177796 w 4926099"/>
              <a:gd name="connsiteY888" fmla="*/ 794055 h 968306"/>
              <a:gd name="connsiteX889" fmla="*/ 2179892 w 4926099"/>
              <a:gd name="connsiteY889" fmla="*/ 797198 h 968306"/>
              <a:gd name="connsiteX890" fmla="*/ 2182559 w 4926099"/>
              <a:gd name="connsiteY890" fmla="*/ 800913 h 968306"/>
              <a:gd name="connsiteX891" fmla="*/ 2187226 w 4926099"/>
              <a:gd name="connsiteY891" fmla="*/ 807200 h 968306"/>
              <a:gd name="connsiteX892" fmla="*/ 2189798 w 4926099"/>
              <a:gd name="connsiteY892" fmla="*/ 809295 h 968306"/>
              <a:gd name="connsiteX893" fmla="*/ 2246376 w 4926099"/>
              <a:gd name="connsiteY893" fmla="*/ 833393 h 968306"/>
              <a:gd name="connsiteX894" fmla="*/ 2258378 w 4926099"/>
              <a:gd name="connsiteY894" fmla="*/ 837584 h 968306"/>
              <a:gd name="connsiteX895" fmla="*/ 2262569 w 4926099"/>
              <a:gd name="connsiteY895" fmla="*/ 838632 h 968306"/>
              <a:gd name="connsiteX896" fmla="*/ 2320195 w 4926099"/>
              <a:gd name="connsiteY896" fmla="*/ 855396 h 968306"/>
              <a:gd name="connsiteX897" fmla="*/ 2334863 w 4926099"/>
              <a:gd name="connsiteY897" fmla="*/ 881590 h 968306"/>
              <a:gd name="connsiteX898" fmla="*/ 2329625 w 4926099"/>
              <a:gd name="connsiteY898" fmla="*/ 890448 h 968306"/>
              <a:gd name="connsiteX899" fmla="*/ 2326481 w 4926099"/>
              <a:gd name="connsiteY899" fmla="*/ 894068 h 968306"/>
              <a:gd name="connsiteX900" fmla="*/ 2242090 w 4926099"/>
              <a:gd name="connsiteY900" fmla="*/ 882066 h 968306"/>
              <a:gd name="connsiteX901" fmla="*/ 2235327 w 4926099"/>
              <a:gd name="connsiteY901" fmla="*/ 867969 h 968306"/>
              <a:gd name="connsiteX902" fmla="*/ 2221706 w 4926099"/>
              <a:gd name="connsiteY902" fmla="*/ 861111 h 968306"/>
              <a:gd name="connsiteX903" fmla="*/ 2210657 w 4926099"/>
              <a:gd name="connsiteY903" fmla="*/ 860540 h 968306"/>
              <a:gd name="connsiteX904" fmla="*/ 2168271 w 4926099"/>
              <a:gd name="connsiteY904" fmla="*/ 862159 h 968306"/>
              <a:gd name="connsiteX905" fmla="*/ 2168747 w 4926099"/>
              <a:gd name="connsiteY905" fmla="*/ 895687 h 968306"/>
              <a:gd name="connsiteX906" fmla="*/ 2172367 w 4926099"/>
              <a:gd name="connsiteY906" fmla="*/ 903593 h 968306"/>
              <a:gd name="connsiteX907" fmla="*/ 2184940 w 4926099"/>
              <a:gd name="connsiteY907" fmla="*/ 928739 h 968306"/>
              <a:gd name="connsiteX908" fmla="*/ 2188559 w 4926099"/>
              <a:gd name="connsiteY908" fmla="*/ 932930 h 968306"/>
              <a:gd name="connsiteX909" fmla="*/ 2191226 w 4926099"/>
              <a:gd name="connsiteY909" fmla="*/ 936073 h 968306"/>
              <a:gd name="connsiteX910" fmla="*/ 2194846 w 4926099"/>
              <a:gd name="connsiteY910" fmla="*/ 940264 h 968306"/>
              <a:gd name="connsiteX911" fmla="*/ 2232565 w 4926099"/>
              <a:gd name="connsiteY911" fmla="*/ 957028 h 968306"/>
              <a:gd name="connsiteX912" fmla="*/ 2297525 w 4926099"/>
              <a:gd name="connsiteY912" fmla="*/ 963886 h 968306"/>
              <a:gd name="connsiteX913" fmla="*/ 2311146 w 4926099"/>
              <a:gd name="connsiteY913" fmla="*/ 962838 h 968306"/>
              <a:gd name="connsiteX914" fmla="*/ 2338388 w 4926099"/>
              <a:gd name="connsiteY914" fmla="*/ 954456 h 968306"/>
              <a:gd name="connsiteX915" fmla="*/ 2349913 w 4926099"/>
              <a:gd name="connsiteY915" fmla="*/ 950741 h 968306"/>
              <a:gd name="connsiteX916" fmla="*/ 2353628 w 4926099"/>
              <a:gd name="connsiteY916" fmla="*/ 949217 h 968306"/>
              <a:gd name="connsiteX917" fmla="*/ 2397633 w 4926099"/>
              <a:gd name="connsiteY917" fmla="*/ 927215 h 968306"/>
              <a:gd name="connsiteX918" fmla="*/ 2411825 w 4926099"/>
              <a:gd name="connsiteY918" fmla="*/ 896354 h 968306"/>
              <a:gd name="connsiteX919" fmla="*/ 2412302 w 4926099"/>
              <a:gd name="connsiteY919" fmla="*/ 885876 h 968306"/>
              <a:gd name="connsiteX920" fmla="*/ 2403443 w 4926099"/>
              <a:gd name="connsiteY920" fmla="*/ 827678 h 968306"/>
              <a:gd name="connsiteX921" fmla="*/ 2385632 w 4926099"/>
              <a:gd name="connsiteY921" fmla="*/ 809390 h 968306"/>
              <a:gd name="connsiteX922" fmla="*/ 2319623 w 4926099"/>
              <a:gd name="connsiteY922" fmla="*/ 785292 h 968306"/>
              <a:gd name="connsiteX923" fmla="*/ 2303336 w 4926099"/>
              <a:gd name="connsiteY923" fmla="*/ 781101 h 968306"/>
              <a:gd name="connsiteX924" fmla="*/ 2292382 w 4926099"/>
              <a:gd name="connsiteY924" fmla="*/ 776434 h 968306"/>
              <a:gd name="connsiteX925" fmla="*/ 2285048 w 4926099"/>
              <a:gd name="connsiteY925" fmla="*/ 773291 h 968306"/>
              <a:gd name="connsiteX926" fmla="*/ 2280285 w 4926099"/>
              <a:gd name="connsiteY926" fmla="*/ 771767 h 968306"/>
              <a:gd name="connsiteX927" fmla="*/ 2256187 w 4926099"/>
              <a:gd name="connsiteY927" fmla="*/ 746621 h 968306"/>
              <a:gd name="connsiteX928" fmla="*/ 2265045 w 4926099"/>
              <a:gd name="connsiteY928" fmla="*/ 733476 h 968306"/>
              <a:gd name="connsiteX929" fmla="*/ 2275999 w 4926099"/>
              <a:gd name="connsiteY929" fmla="*/ 730333 h 968306"/>
              <a:gd name="connsiteX930" fmla="*/ 2278094 w 4926099"/>
              <a:gd name="connsiteY930" fmla="*/ 729285 h 968306"/>
              <a:gd name="connsiteX931" fmla="*/ 2280761 w 4926099"/>
              <a:gd name="connsiteY931" fmla="*/ 728714 h 968306"/>
              <a:gd name="connsiteX932" fmla="*/ 2288572 w 4926099"/>
              <a:gd name="connsiteY932" fmla="*/ 728142 h 968306"/>
              <a:gd name="connsiteX933" fmla="*/ 2299526 w 4926099"/>
              <a:gd name="connsiteY933" fmla="*/ 728714 h 968306"/>
              <a:gd name="connsiteX934" fmla="*/ 2301145 w 4926099"/>
              <a:gd name="connsiteY934" fmla="*/ 729285 h 968306"/>
              <a:gd name="connsiteX935" fmla="*/ 1926717 w 4926099"/>
              <a:gd name="connsiteY935" fmla="*/ 940073 h 968306"/>
              <a:gd name="connsiteX936" fmla="*/ 1904714 w 4926099"/>
              <a:gd name="connsiteY936" fmla="*/ 940550 h 968306"/>
              <a:gd name="connsiteX937" fmla="*/ 1899476 w 4926099"/>
              <a:gd name="connsiteY937" fmla="*/ 940550 h 968306"/>
              <a:gd name="connsiteX938" fmla="*/ 1900047 w 4926099"/>
              <a:gd name="connsiteY938" fmla="*/ 931691 h 968306"/>
              <a:gd name="connsiteX939" fmla="*/ 1894808 w 4926099"/>
              <a:gd name="connsiteY939" fmla="*/ 682327 h 968306"/>
              <a:gd name="connsiteX940" fmla="*/ 1895856 w 4926099"/>
              <a:gd name="connsiteY940" fmla="*/ 595364 h 968306"/>
              <a:gd name="connsiteX941" fmla="*/ 1895856 w 4926099"/>
              <a:gd name="connsiteY941" fmla="*/ 587553 h 968306"/>
              <a:gd name="connsiteX942" fmla="*/ 1901095 w 4926099"/>
              <a:gd name="connsiteY942" fmla="*/ 587553 h 968306"/>
              <a:gd name="connsiteX943" fmla="*/ 1951387 w 4926099"/>
              <a:gd name="connsiteY943" fmla="*/ 585934 h 968306"/>
              <a:gd name="connsiteX944" fmla="*/ 1951863 w 4926099"/>
              <a:gd name="connsiteY944" fmla="*/ 616795 h 968306"/>
              <a:gd name="connsiteX945" fmla="*/ 1955578 w 4926099"/>
              <a:gd name="connsiteY945" fmla="*/ 712140 h 968306"/>
              <a:gd name="connsiteX946" fmla="*/ 1957673 w 4926099"/>
              <a:gd name="connsiteY946" fmla="*/ 757193 h 968306"/>
              <a:gd name="connsiteX947" fmla="*/ 1958150 w 4926099"/>
              <a:gd name="connsiteY947" fmla="*/ 761384 h 968306"/>
              <a:gd name="connsiteX948" fmla="*/ 1959769 w 4926099"/>
              <a:gd name="connsiteY948" fmla="*/ 764528 h 968306"/>
              <a:gd name="connsiteX949" fmla="*/ 1973389 w 4926099"/>
              <a:gd name="connsiteY949" fmla="*/ 773957 h 968306"/>
              <a:gd name="connsiteX950" fmla="*/ 1987010 w 4926099"/>
              <a:gd name="connsiteY950" fmla="*/ 763004 h 968306"/>
              <a:gd name="connsiteX951" fmla="*/ 2062925 w 4926099"/>
              <a:gd name="connsiteY951" fmla="*/ 688613 h 968306"/>
              <a:gd name="connsiteX952" fmla="*/ 2068639 w 4926099"/>
              <a:gd name="connsiteY952" fmla="*/ 688613 h 968306"/>
              <a:gd name="connsiteX953" fmla="*/ 2085404 w 4926099"/>
              <a:gd name="connsiteY953" fmla="*/ 687566 h 968306"/>
              <a:gd name="connsiteX954" fmla="*/ 2095881 w 4926099"/>
              <a:gd name="connsiteY954" fmla="*/ 686994 h 968306"/>
              <a:gd name="connsiteX955" fmla="*/ 2100644 w 4926099"/>
              <a:gd name="connsiteY955" fmla="*/ 686994 h 968306"/>
              <a:gd name="connsiteX956" fmla="*/ 2123123 w 4926099"/>
              <a:gd name="connsiteY956" fmla="*/ 688042 h 968306"/>
              <a:gd name="connsiteX957" fmla="*/ 2104835 w 4926099"/>
              <a:gd name="connsiteY957" fmla="*/ 704234 h 968306"/>
              <a:gd name="connsiteX958" fmla="*/ 2080165 w 4926099"/>
              <a:gd name="connsiteY958" fmla="*/ 730428 h 968306"/>
              <a:gd name="connsiteX959" fmla="*/ 2077593 w 4926099"/>
              <a:gd name="connsiteY959" fmla="*/ 732047 h 968306"/>
              <a:gd name="connsiteX960" fmla="*/ 2073878 w 4926099"/>
              <a:gd name="connsiteY960" fmla="*/ 734619 h 968306"/>
              <a:gd name="connsiteX961" fmla="*/ 2038826 w 4926099"/>
              <a:gd name="connsiteY961" fmla="*/ 776529 h 968306"/>
              <a:gd name="connsiteX962" fmla="*/ 2043493 w 4926099"/>
              <a:gd name="connsiteY962" fmla="*/ 794341 h 968306"/>
              <a:gd name="connsiteX963" fmla="*/ 2046161 w 4926099"/>
              <a:gd name="connsiteY963" fmla="*/ 796436 h 968306"/>
              <a:gd name="connsiteX964" fmla="*/ 2048732 w 4926099"/>
              <a:gd name="connsiteY964" fmla="*/ 799580 h 968306"/>
              <a:gd name="connsiteX965" fmla="*/ 2051876 w 4926099"/>
              <a:gd name="connsiteY965" fmla="*/ 804818 h 968306"/>
              <a:gd name="connsiteX966" fmla="*/ 2054447 w 4926099"/>
              <a:gd name="connsiteY966" fmla="*/ 807962 h 968306"/>
              <a:gd name="connsiteX967" fmla="*/ 2075974 w 4926099"/>
              <a:gd name="connsiteY967" fmla="*/ 837299 h 968306"/>
              <a:gd name="connsiteX968" fmla="*/ 2121599 w 4926099"/>
              <a:gd name="connsiteY968" fmla="*/ 909117 h 968306"/>
              <a:gd name="connsiteX969" fmla="*/ 2133600 w 4926099"/>
              <a:gd name="connsiteY969" fmla="*/ 930072 h 968306"/>
              <a:gd name="connsiteX970" fmla="*/ 2141411 w 4926099"/>
              <a:gd name="connsiteY970" fmla="*/ 943693 h 968306"/>
              <a:gd name="connsiteX971" fmla="*/ 2143506 w 4926099"/>
              <a:gd name="connsiteY971" fmla="*/ 946836 h 968306"/>
              <a:gd name="connsiteX972" fmla="*/ 2136743 w 4926099"/>
              <a:gd name="connsiteY972" fmla="*/ 945788 h 968306"/>
              <a:gd name="connsiteX973" fmla="*/ 2130457 w 4926099"/>
              <a:gd name="connsiteY973" fmla="*/ 945788 h 968306"/>
              <a:gd name="connsiteX974" fmla="*/ 2096453 w 4926099"/>
              <a:gd name="connsiteY974" fmla="*/ 944264 h 968306"/>
              <a:gd name="connsiteX975" fmla="*/ 2075974 w 4926099"/>
              <a:gd name="connsiteY975" fmla="*/ 942740 h 968306"/>
              <a:gd name="connsiteX976" fmla="*/ 2067592 w 4926099"/>
              <a:gd name="connsiteY976" fmla="*/ 943217 h 968306"/>
              <a:gd name="connsiteX977" fmla="*/ 2065020 w 4926099"/>
              <a:gd name="connsiteY977" fmla="*/ 937406 h 968306"/>
              <a:gd name="connsiteX978" fmla="*/ 2061877 w 4926099"/>
              <a:gd name="connsiteY978" fmla="*/ 932168 h 968306"/>
              <a:gd name="connsiteX979" fmla="*/ 2058734 w 4926099"/>
              <a:gd name="connsiteY979" fmla="*/ 925405 h 968306"/>
              <a:gd name="connsiteX980" fmla="*/ 2055590 w 4926099"/>
              <a:gd name="connsiteY980" fmla="*/ 919118 h 968306"/>
              <a:gd name="connsiteX981" fmla="*/ 2046161 w 4926099"/>
              <a:gd name="connsiteY981" fmla="*/ 903402 h 968306"/>
              <a:gd name="connsiteX982" fmla="*/ 2043017 w 4926099"/>
              <a:gd name="connsiteY982" fmla="*/ 897116 h 968306"/>
              <a:gd name="connsiteX983" fmla="*/ 2038350 w 4926099"/>
              <a:gd name="connsiteY983" fmla="*/ 888734 h 968306"/>
              <a:gd name="connsiteX984" fmla="*/ 2017395 w 4926099"/>
              <a:gd name="connsiteY984" fmla="*/ 855206 h 968306"/>
              <a:gd name="connsiteX985" fmla="*/ 2014823 w 4926099"/>
              <a:gd name="connsiteY985" fmla="*/ 851491 h 968306"/>
              <a:gd name="connsiteX986" fmla="*/ 2007489 w 4926099"/>
              <a:gd name="connsiteY986" fmla="*/ 841490 h 968306"/>
              <a:gd name="connsiteX987" fmla="*/ 1981867 w 4926099"/>
              <a:gd name="connsiteY987" fmla="*/ 834632 h 968306"/>
              <a:gd name="connsiteX988" fmla="*/ 1964531 w 4926099"/>
              <a:gd name="connsiteY988" fmla="*/ 847205 h 968306"/>
              <a:gd name="connsiteX989" fmla="*/ 1957768 w 4926099"/>
              <a:gd name="connsiteY989" fmla="*/ 857206 h 968306"/>
              <a:gd name="connsiteX990" fmla="*/ 1957768 w 4926099"/>
              <a:gd name="connsiteY990" fmla="*/ 918452 h 968306"/>
              <a:gd name="connsiteX991" fmla="*/ 1957197 w 4926099"/>
              <a:gd name="connsiteY991" fmla="*/ 922166 h 968306"/>
              <a:gd name="connsiteX992" fmla="*/ 1957197 w 4926099"/>
              <a:gd name="connsiteY992" fmla="*/ 925310 h 968306"/>
              <a:gd name="connsiteX993" fmla="*/ 1956721 w 4926099"/>
              <a:gd name="connsiteY993" fmla="*/ 939978 h 968306"/>
              <a:gd name="connsiteX994" fmla="*/ 1926812 w 4926099"/>
              <a:gd name="connsiteY994" fmla="*/ 939978 h 968306"/>
              <a:gd name="connsiteX995" fmla="*/ 1888998 w 4926099"/>
              <a:gd name="connsiteY995" fmla="*/ 943217 h 968306"/>
              <a:gd name="connsiteX996" fmla="*/ 1896332 w 4926099"/>
              <a:gd name="connsiteY996" fmla="*/ 950551 h 968306"/>
              <a:gd name="connsiteX997" fmla="*/ 1957673 w 4926099"/>
              <a:gd name="connsiteY997" fmla="*/ 949979 h 968306"/>
              <a:gd name="connsiteX998" fmla="*/ 1967103 w 4926099"/>
              <a:gd name="connsiteY998" fmla="*/ 944264 h 968306"/>
              <a:gd name="connsiteX999" fmla="*/ 1967103 w 4926099"/>
              <a:gd name="connsiteY999" fmla="*/ 926453 h 968306"/>
              <a:gd name="connsiteX1000" fmla="*/ 1967103 w 4926099"/>
              <a:gd name="connsiteY1000" fmla="*/ 923881 h 968306"/>
              <a:gd name="connsiteX1001" fmla="*/ 1967675 w 4926099"/>
              <a:gd name="connsiteY1001" fmla="*/ 917594 h 968306"/>
              <a:gd name="connsiteX1002" fmla="*/ 1969199 w 4926099"/>
              <a:gd name="connsiteY1002" fmla="*/ 856349 h 968306"/>
              <a:gd name="connsiteX1003" fmla="*/ 1972342 w 4926099"/>
              <a:gd name="connsiteY1003" fmla="*/ 854825 h 968306"/>
              <a:gd name="connsiteX1004" fmla="*/ 1987582 w 4926099"/>
              <a:gd name="connsiteY1004" fmla="*/ 843299 h 968306"/>
              <a:gd name="connsiteX1005" fmla="*/ 1991201 w 4926099"/>
              <a:gd name="connsiteY1005" fmla="*/ 840728 h 968306"/>
              <a:gd name="connsiteX1006" fmla="*/ 2006918 w 4926099"/>
              <a:gd name="connsiteY1006" fmla="*/ 857492 h 968306"/>
              <a:gd name="connsiteX1007" fmla="*/ 2010061 w 4926099"/>
              <a:gd name="connsiteY1007" fmla="*/ 862254 h 968306"/>
              <a:gd name="connsiteX1008" fmla="*/ 2031016 w 4926099"/>
              <a:gd name="connsiteY1008" fmla="*/ 895782 h 968306"/>
              <a:gd name="connsiteX1009" fmla="*/ 2035207 w 4926099"/>
              <a:gd name="connsiteY1009" fmla="*/ 903688 h 968306"/>
              <a:gd name="connsiteX1010" fmla="*/ 2036255 w 4926099"/>
              <a:gd name="connsiteY1010" fmla="*/ 906355 h 968306"/>
              <a:gd name="connsiteX1011" fmla="*/ 2037302 w 4926099"/>
              <a:gd name="connsiteY1011" fmla="*/ 908927 h 968306"/>
              <a:gd name="connsiteX1012" fmla="*/ 2048828 w 4926099"/>
              <a:gd name="connsiteY1012" fmla="*/ 926738 h 968306"/>
              <a:gd name="connsiteX1013" fmla="*/ 2053495 w 4926099"/>
              <a:gd name="connsiteY1013" fmla="*/ 937787 h 968306"/>
              <a:gd name="connsiteX1014" fmla="*/ 2056162 w 4926099"/>
              <a:gd name="connsiteY1014" fmla="*/ 943026 h 968306"/>
              <a:gd name="connsiteX1015" fmla="*/ 2066639 w 4926099"/>
              <a:gd name="connsiteY1015" fmla="*/ 953504 h 968306"/>
              <a:gd name="connsiteX1016" fmla="*/ 2076069 w 4926099"/>
              <a:gd name="connsiteY1016" fmla="*/ 953027 h 968306"/>
              <a:gd name="connsiteX1017" fmla="*/ 2095976 w 4926099"/>
              <a:gd name="connsiteY1017" fmla="*/ 954551 h 968306"/>
              <a:gd name="connsiteX1018" fmla="*/ 2132648 w 4926099"/>
              <a:gd name="connsiteY1018" fmla="*/ 956647 h 968306"/>
              <a:gd name="connsiteX1019" fmla="*/ 2136267 w 4926099"/>
              <a:gd name="connsiteY1019" fmla="*/ 956171 h 968306"/>
              <a:gd name="connsiteX1020" fmla="*/ 2150936 w 4926099"/>
              <a:gd name="connsiteY1020" fmla="*/ 956171 h 968306"/>
              <a:gd name="connsiteX1021" fmla="*/ 2156174 w 4926099"/>
              <a:gd name="connsiteY1021" fmla="*/ 946741 h 968306"/>
              <a:gd name="connsiteX1022" fmla="*/ 2140934 w 4926099"/>
              <a:gd name="connsiteY1022" fmla="*/ 923690 h 968306"/>
              <a:gd name="connsiteX1023" fmla="*/ 2129981 w 4926099"/>
              <a:gd name="connsiteY1023" fmla="*/ 903783 h 968306"/>
              <a:gd name="connsiteX1024" fmla="*/ 2084356 w 4926099"/>
              <a:gd name="connsiteY1024" fmla="*/ 832536 h 968306"/>
              <a:gd name="connsiteX1025" fmla="*/ 2063401 w 4926099"/>
              <a:gd name="connsiteY1025" fmla="*/ 803199 h 968306"/>
              <a:gd name="connsiteX1026" fmla="*/ 2061305 w 4926099"/>
              <a:gd name="connsiteY1026" fmla="*/ 800056 h 968306"/>
              <a:gd name="connsiteX1027" fmla="*/ 2058638 w 4926099"/>
              <a:gd name="connsiteY1027" fmla="*/ 797960 h 968306"/>
              <a:gd name="connsiteX1028" fmla="*/ 2053400 w 4926099"/>
              <a:gd name="connsiteY1028" fmla="*/ 790055 h 968306"/>
              <a:gd name="connsiteX1029" fmla="*/ 2050828 w 4926099"/>
              <a:gd name="connsiteY1029" fmla="*/ 787483 h 968306"/>
              <a:gd name="connsiteX1030" fmla="*/ 2047208 w 4926099"/>
              <a:gd name="connsiteY1030" fmla="*/ 782244 h 968306"/>
              <a:gd name="connsiteX1031" fmla="*/ 2080736 w 4926099"/>
              <a:gd name="connsiteY1031" fmla="*/ 742430 h 968306"/>
              <a:gd name="connsiteX1032" fmla="*/ 2084451 w 4926099"/>
              <a:gd name="connsiteY1032" fmla="*/ 739858 h 968306"/>
              <a:gd name="connsiteX1033" fmla="*/ 2087594 w 4926099"/>
              <a:gd name="connsiteY1033" fmla="*/ 737762 h 968306"/>
              <a:gd name="connsiteX1034" fmla="*/ 2112169 w 4926099"/>
              <a:gd name="connsiteY1034" fmla="*/ 711569 h 968306"/>
              <a:gd name="connsiteX1035" fmla="*/ 2137886 w 4926099"/>
              <a:gd name="connsiteY1035" fmla="*/ 686994 h 968306"/>
              <a:gd name="connsiteX1036" fmla="*/ 2137886 w 4926099"/>
              <a:gd name="connsiteY1036" fmla="*/ 680136 h 968306"/>
              <a:gd name="connsiteX1037" fmla="*/ 2133124 w 4926099"/>
              <a:gd name="connsiteY1037" fmla="*/ 679088 h 968306"/>
              <a:gd name="connsiteX1038" fmla="*/ 2126361 w 4926099"/>
              <a:gd name="connsiteY1038" fmla="*/ 679088 h 968306"/>
              <a:gd name="connsiteX1039" fmla="*/ 2099691 w 4926099"/>
              <a:gd name="connsiteY1039" fmla="*/ 676993 h 968306"/>
              <a:gd name="connsiteX1040" fmla="*/ 2095500 w 4926099"/>
              <a:gd name="connsiteY1040" fmla="*/ 676993 h 968306"/>
              <a:gd name="connsiteX1041" fmla="*/ 2085023 w 4926099"/>
              <a:gd name="connsiteY1041" fmla="*/ 678041 h 968306"/>
              <a:gd name="connsiteX1042" fmla="*/ 2068735 w 4926099"/>
              <a:gd name="connsiteY1042" fmla="*/ 679088 h 968306"/>
              <a:gd name="connsiteX1043" fmla="*/ 2054066 w 4926099"/>
              <a:gd name="connsiteY1043" fmla="*/ 684327 h 968306"/>
              <a:gd name="connsiteX1044" fmla="*/ 1980152 w 4926099"/>
              <a:gd name="connsiteY1044" fmla="*/ 756146 h 968306"/>
              <a:gd name="connsiteX1045" fmla="*/ 1969675 w 4926099"/>
              <a:gd name="connsiteY1045" fmla="*/ 763480 h 968306"/>
              <a:gd name="connsiteX1046" fmla="*/ 1967579 w 4926099"/>
              <a:gd name="connsiteY1046" fmla="*/ 758717 h 968306"/>
              <a:gd name="connsiteX1047" fmla="*/ 1965484 w 4926099"/>
              <a:gd name="connsiteY1047" fmla="*/ 711569 h 968306"/>
              <a:gd name="connsiteX1048" fmla="*/ 1961769 w 4926099"/>
              <a:gd name="connsiteY1048" fmla="*/ 617271 h 968306"/>
              <a:gd name="connsiteX1049" fmla="*/ 1961293 w 4926099"/>
              <a:gd name="connsiteY1049" fmla="*/ 580600 h 968306"/>
              <a:gd name="connsiteX1050" fmla="*/ 1955578 w 4926099"/>
              <a:gd name="connsiteY1050" fmla="*/ 575933 h 968306"/>
              <a:gd name="connsiteX1051" fmla="*/ 1893761 w 4926099"/>
              <a:gd name="connsiteY1051" fmla="*/ 578028 h 968306"/>
              <a:gd name="connsiteX1052" fmla="*/ 1885950 w 4926099"/>
              <a:gd name="connsiteY1052" fmla="*/ 587458 h 968306"/>
              <a:gd name="connsiteX1053" fmla="*/ 1885950 w 4926099"/>
              <a:gd name="connsiteY1053" fmla="*/ 595364 h 968306"/>
              <a:gd name="connsiteX1054" fmla="*/ 1884902 w 4926099"/>
              <a:gd name="connsiteY1054" fmla="*/ 682803 h 968306"/>
              <a:gd name="connsiteX1055" fmla="*/ 1889570 w 4926099"/>
              <a:gd name="connsiteY1055" fmla="*/ 931596 h 968306"/>
              <a:gd name="connsiteX1056" fmla="*/ 1889570 w 4926099"/>
              <a:gd name="connsiteY1056" fmla="*/ 940454 h 968306"/>
              <a:gd name="connsiteX1057" fmla="*/ 1889093 w 4926099"/>
              <a:gd name="connsiteY1057" fmla="*/ 943598 h 968306"/>
              <a:gd name="connsiteX1058" fmla="*/ 1678400 w 4926099"/>
              <a:gd name="connsiteY1058" fmla="*/ 944741 h 968306"/>
              <a:gd name="connsiteX1059" fmla="*/ 1677924 w 4926099"/>
              <a:gd name="connsiteY1059" fmla="*/ 944741 h 968306"/>
              <a:gd name="connsiteX1060" fmla="*/ 1678972 w 4926099"/>
              <a:gd name="connsiteY1060" fmla="*/ 940073 h 968306"/>
              <a:gd name="connsiteX1061" fmla="*/ 1678972 w 4926099"/>
              <a:gd name="connsiteY1061" fmla="*/ 932168 h 968306"/>
              <a:gd name="connsiteX1062" fmla="*/ 1678400 w 4926099"/>
              <a:gd name="connsiteY1062" fmla="*/ 876161 h 968306"/>
              <a:gd name="connsiteX1063" fmla="*/ 1678972 w 4926099"/>
              <a:gd name="connsiteY1063" fmla="*/ 810629 h 968306"/>
              <a:gd name="connsiteX1064" fmla="*/ 1678972 w 4926099"/>
              <a:gd name="connsiteY1064" fmla="*/ 779672 h 968306"/>
              <a:gd name="connsiteX1065" fmla="*/ 1679448 w 4926099"/>
              <a:gd name="connsiteY1065" fmla="*/ 776053 h 968306"/>
              <a:gd name="connsiteX1066" fmla="*/ 1680020 w 4926099"/>
              <a:gd name="connsiteY1066" fmla="*/ 765004 h 968306"/>
              <a:gd name="connsiteX1067" fmla="*/ 1680020 w 4926099"/>
              <a:gd name="connsiteY1067" fmla="*/ 687470 h 968306"/>
              <a:gd name="connsiteX1068" fmla="*/ 1702499 w 4926099"/>
              <a:gd name="connsiteY1068" fmla="*/ 689090 h 968306"/>
              <a:gd name="connsiteX1069" fmla="*/ 1704594 w 4926099"/>
              <a:gd name="connsiteY1069" fmla="*/ 689661 h 968306"/>
              <a:gd name="connsiteX1070" fmla="*/ 1737074 w 4926099"/>
              <a:gd name="connsiteY1070" fmla="*/ 689661 h 968306"/>
              <a:gd name="connsiteX1071" fmla="*/ 1738122 w 4926099"/>
              <a:gd name="connsiteY1071" fmla="*/ 714807 h 968306"/>
              <a:gd name="connsiteX1072" fmla="*/ 1751267 w 4926099"/>
              <a:gd name="connsiteY1072" fmla="*/ 723761 h 968306"/>
              <a:gd name="connsiteX1073" fmla="*/ 1762792 w 4926099"/>
              <a:gd name="connsiteY1073" fmla="*/ 715379 h 968306"/>
              <a:gd name="connsiteX1074" fmla="*/ 1766411 w 4926099"/>
              <a:gd name="connsiteY1074" fmla="*/ 712235 h 968306"/>
              <a:gd name="connsiteX1075" fmla="*/ 1776889 w 4926099"/>
              <a:gd name="connsiteY1075" fmla="*/ 703377 h 968306"/>
              <a:gd name="connsiteX1076" fmla="*/ 1784223 w 4926099"/>
              <a:gd name="connsiteY1076" fmla="*/ 695471 h 968306"/>
              <a:gd name="connsiteX1077" fmla="*/ 1790033 w 4926099"/>
              <a:gd name="connsiteY1077" fmla="*/ 691280 h 968306"/>
              <a:gd name="connsiteX1078" fmla="*/ 1796320 w 4926099"/>
              <a:gd name="connsiteY1078" fmla="*/ 688137 h 968306"/>
              <a:gd name="connsiteX1079" fmla="*/ 1808893 w 4926099"/>
              <a:gd name="connsiteY1079" fmla="*/ 684422 h 968306"/>
              <a:gd name="connsiteX1080" fmla="*/ 1819847 w 4926099"/>
              <a:gd name="connsiteY1080" fmla="*/ 682898 h 968306"/>
              <a:gd name="connsiteX1081" fmla="*/ 1825085 w 4926099"/>
              <a:gd name="connsiteY1081" fmla="*/ 681851 h 968306"/>
              <a:gd name="connsiteX1082" fmla="*/ 1828229 w 4926099"/>
              <a:gd name="connsiteY1082" fmla="*/ 682422 h 968306"/>
              <a:gd name="connsiteX1083" fmla="*/ 1831372 w 4926099"/>
              <a:gd name="connsiteY1083" fmla="*/ 684518 h 968306"/>
              <a:gd name="connsiteX1084" fmla="*/ 1829276 w 4926099"/>
              <a:gd name="connsiteY1084" fmla="*/ 710140 h 968306"/>
              <a:gd name="connsiteX1085" fmla="*/ 1830324 w 4926099"/>
              <a:gd name="connsiteY1085" fmla="*/ 717474 h 968306"/>
              <a:gd name="connsiteX1086" fmla="*/ 1832896 w 4926099"/>
              <a:gd name="connsiteY1086" fmla="*/ 739477 h 968306"/>
              <a:gd name="connsiteX1087" fmla="*/ 1822990 w 4926099"/>
              <a:gd name="connsiteY1087" fmla="*/ 740048 h 968306"/>
              <a:gd name="connsiteX1088" fmla="*/ 1815656 w 4926099"/>
              <a:gd name="connsiteY1088" fmla="*/ 741096 h 968306"/>
              <a:gd name="connsiteX1089" fmla="*/ 1813084 w 4926099"/>
              <a:gd name="connsiteY1089" fmla="*/ 740525 h 968306"/>
              <a:gd name="connsiteX1090" fmla="*/ 1763268 w 4926099"/>
              <a:gd name="connsiteY1090" fmla="*/ 758336 h 968306"/>
              <a:gd name="connsiteX1091" fmla="*/ 1759077 w 4926099"/>
              <a:gd name="connsiteY1091" fmla="*/ 764051 h 968306"/>
              <a:gd name="connsiteX1092" fmla="*/ 1756982 w 4926099"/>
              <a:gd name="connsiteY1092" fmla="*/ 767766 h 968306"/>
              <a:gd name="connsiteX1093" fmla="*/ 1755458 w 4926099"/>
              <a:gd name="connsiteY1093" fmla="*/ 769862 h 968306"/>
              <a:gd name="connsiteX1094" fmla="*/ 1750790 w 4926099"/>
              <a:gd name="connsiteY1094" fmla="*/ 775100 h 968306"/>
              <a:gd name="connsiteX1095" fmla="*/ 1748123 w 4926099"/>
              <a:gd name="connsiteY1095" fmla="*/ 782435 h 968306"/>
              <a:gd name="connsiteX1096" fmla="*/ 1746599 w 4926099"/>
              <a:gd name="connsiteY1096" fmla="*/ 785006 h 968306"/>
              <a:gd name="connsiteX1097" fmla="*/ 1744980 w 4926099"/>
              <a:gd name="connsiteY1097" fmla="*/ 791293 h 968306"/>
              <a:gd name="connsiteX1098" fmla="*/ 1744504 w 4926099"/>
              <a:gd name="connsiteY1098" fmla="*/ 795484 h 968306"/>
              <a:gd name="connsiteX1099" fmla="*/ 1742885 w 4926099"/>
              <a:gd name="connsiteY1099" fmla="*/ 800723 h 968306"/>
              <a:gd name="connsiteX1100" fmla="*/ 1742408 w 4926099"/>
              <a:gd name="connsiteY1100" fmla="*/ 802818 h 968306"/>
              <a:gd name="connsiteX1101" fmla="*/ 1738789 w 4926099"/>
              <a:gd name="connsiteY1101" fmla="*/ 821678 h 968306"/>
              <a:gd name="connsiteX1102" fmla="*/ 1737741 w 4926099"/>
              <a:gd name="connsiteY1102" fmla="*/ 835298 h 968306"/>
              <a:gd name="connsiteX1103" fmla="*/ 1736693 w 4926099"/>
              <a:gd name="connsiteY1103" fmla="*/ 861492 h 968306"/>
              <a:gd name="connsiteX1104" fmla="*/ 1736122 w 4926099"/>
              <a:gd name="connsiteY1104" fmla="*/ 896544 h 968306"/>
              <a:gd name="connsiteX1105" fmla="*/ 1736122 w 4926099"/>
              <a:gd name="connsiteY1105" fmla="*/ 919023 h 968306"/>
              <a:gd name="connsiteX1106" fmla="*/ 1737741 w 4926099"/>
              <a:gd name="connsiteY1106" fmla="*/ 927977 h 968306"/>
              <a:gd name="connsiteX1107" fmla="*/ 1737741 w 4926099"/>
              <a:gd name="connsiteY1107" fmla="*/ 937883 h 968306"/>
              <a:gd name="connsiteX1108" fmla="*/ 1737170 w 4926099"/>
              <a:gd name="connsiteY1108" fmla="*/ 944169 h 968306"/>
              <a:gd name="connsiteX1109" fmla="*/ 1678496 w 4926099"/>
              <a:gd name="connsiteY1109" fmla="*/ 944645 h 968306"/>
              <a:gd name="connsiteX1110" fmla="*/ 1669066 w 4926099"/>
              <a:gd name="connsiteY1110" fmla="*/ 937787 h 968306"/>
              <a:gd name="connsiteX1111" fmla="*/ 1667447 w 4926099"/>
              <a:gd name="connsiteY1111" fmla="*/ 947217 h 968306"/>
              <a:gd name="connsiteX1112" fmla="*/ 1668494 w 4926099"/>
              <a:gd name="connsiteY1112" fmla="*/ 950360 h 968306"/>
              <a:gd name="connsiteX1113" fmla="*/ 1672209 w 4926099"/>
              <a:gd name="connsiteY1113" fmla="*/ 954075 h 968306"/>
              <a:gd name="connsiteX1114" fmla="*/ 1721453 w 4926099"/>
              <a:gd name="connsiteY1114" fmla="*/ 954075 h 968306"/>
              <a:gd name="connsiteX1115" fmla="*/ 1746599 w 4926099"/>
              <a:gd name="connsiteY1115" fmla="*/ 946169 h 968306"/>
              <a:gd name="connsiteX1116" fmla="*/ 1747647 w 4926099"/>
              <a:gd name="connsiteY1116" fmla="*/ 938359 h 968306"/>
              <a:gd name="connsiteX1117" fmla="*/ 1747647 w 4926099"/>
              <a:gd name="connsiteY1117" fmla="*/ 926834 h 968306"/>
              <a:gd name="connsiteX1118" fmla="*/ 1746028 w 4926099"/>
              <a:gd name="connsiteY1118" fmla="*/ 917975 h 968306"/>
              <a:gd name="connsiteX1119" fmla="*/ 1746028 w 4926099"/>
              <a:gd name="connsiteY1119" fmla="*/ 897020 h 968306"/>
              <a:gd name="connsiteX1120" fmla="*/ 1747076 w 4926099"/>
              <a:gd name="connsiteY1120" fmla="*/ 861397 h 968306"/>
              <a:gd name="connsiteX1121" fmla="*/ 1747647 w 4926099"/>
              <a:gd name="connsiteY1121" fmla="*/ 835679 h 968306"/>
              <a:gd name="connsiteX1122" fmla="*/ 1748695 w 4926099"/>
              <a:gd name="connsiteY1122" fmla="*/ 823106 h 968306"/>
              <a:gd name="connsiteX1123" fmla="*/ 1751267 w 4926099"/>
              <a:gd name="connsiteY1123" fmla="*/ 811105 h 968306"/>
              <a:gd name="connsiteX1124" fmla="*/ 1751838 w 4926099"/>
              <a:gd name="connsiteY1124" fmla="*/ 804247 h 968306"/>
              <a:gd name="connsiteX1125" fmla="*/ 1752886 w 4926099"/>
              <a:gd name="connsiteY1125" fmla="*/ 802628 h 968306"/>
              <a:gd name="connsiteX1126" fmla="*/ 1754981 w 4926099"/>
              <a:gd name="connsiteY1126" fmla="*/ 796913 h 968306"/>
              <a:gd name="connsiteX1127" fmla="*/ 1754981 w 4926099"/>
              <a:gd name="connsiteY1127" fmla="*/ 792245 h 968306"/>
              <a:gd name="connsiteX1128" fmla="*/ 1757648 w 4926099"/>
              <a:gd name="connsiteY1128" fmla="*/ 787007 h 968306"/>
              <a:gd name="connsiteX1129" fmla="*/ 1758696 w 4926099"/>
              <a:gd name="connsiteY1129" fmla="*/ 784911 h 968306"/>
              <a:gd name="connsiteX1130" fmla="*/ 1759172 w 4926099"/>
              <a:gd name="connsiteY1130" fmla="*/ 781768 h 968306"/>
              <a:gd name="connsiteX1131" fmla="*/ 1759744 w 4926099"/>
              <a:gd name="connsiteY1131" fmla="*/ 779672 h 968306"/>
              <a:gd name="connsiteX1132" fmla="*/ 1762316 w 4926099"/>
              <a:gd name="connsiteY1132" fmla="*/ 776529 h 968306"/>
              <a:gd name="connsiteX1133" fmla="*/ 1765459 w 4926099"/>
              <a:gd name="connsiteY1133" fmla="*/ 773386 h 968306"/>
              <a:gd name="connsiteX1134" fmla="*/ 1766983 w 4926099"/>
              <a:gd name="connsiteY1134" fmla="*/ 771290 h 968306"/>
              <a:gd name="connsiteX1135" fmla="*/ 1768031 w 4926099"/>
              <a:gd name="connsiteY1135" fmla="*/ 769195 h 968306"/>
              <a:gd name="connsiteX1136" fmla="*/ 1770698 w 4926099"/>
              <a:gd name="connsiteY1136" fmla="*/ 765480 h 968306"/>
              <a:gd name="connsiteX1137" fmla="*/ 1814703 w 4926099"/>
              <a:gd name="connsiteY1137" fmla="*/ 750812 h 968306"/>
              <a:gd name="connsiteX1138" fmla="*/ 1819370 w 4926099"/>
              <a:gd name="connsiteY1138" fmla="*/ 750812 h 968306"/>
              <a:gd name="connsiteX1139" fmla="*/ 1825181 w 4926099"/>
              <a:gd name="connsiteY1139" fmla="*/ 749288 h 968306"/>
              <a:gd name="connsiteX1140" fmla="*/ 1833563 w 4926099"/>
              <a:gd name="connsiteY1140" fmla="*/ 749288 h 968306"/>
              <a:gd name="connsiteX1141" fmla="*/ 1836230 w 4926099"/>
              <a:gd name="connsiteY1141" fmla="*/ 749859 h 968306"/>
              <a:gd name="connsiteX1142" fmla="*/ 1843564 w 4926099"/>
              <a:gd name="connsiteY1142" fmla="*/ 738810 h 968306"/>
              <a:gd name="connsiteX1143" fmla="*/ 1840897 w 4926099"/>
              <a:gd name="connsiteY1143" fmla="*/ 717284 h 968306"/>
              <a:gd name="connsiteX1144" fmla="*/ 1839373 w 4926099"/>
              <a:gd name="connsiteY1144" fmla="*/ 708902 h 968306"/>
              <a:gd name="connsiteX1145" fmla="*/ 1833563 w 4926099"/>
              <a:gd name="connsiteY1145" fmla="*/ 672707 h 968306"/>
              <a:gd name="connsiteX1146" fmla="*/ 1829943 w 4926099"/>
              <a:gd name="connsiteY1146" fmla="*/ 672135 h 968306"/>
              <a:gd name="connsiteX1147" fmla="*/ 1826800 w 4926099"/>
              <a:gd name="connsiteY1147" fmla="*/ 671564 h 968306"/>
              <a:gd name="connsiteX1148" fmla="*/ 1822609 w 4926099"/>
              <a:gd name="connsiteY1148" fmla="*/ 672135 h 968306"/>
              <a:gd name="connsiteX1149" fmla="*/ 1818418 w 4926099"/>
              <a:gd name="connsiteY1149" fmla="*/ 672707 h 968306"/>
              <a:gd name="connsiteX1150" fmla="*/ 1808988 w 4926099"/>
              <a:gd name="connsiteY1150" fmla="*/ 673754 h 968306"/>
              <a:gd name="connsiteX1151" fmla="*/ 1793748 w 4926099"/>
              <a:gd name="connsiteY1151" fmla="*/ 677945 h 968306"/>
              <a:gd name="connsiteX1152" fmla="*/ 1791653 w 4926099"/>
              <a:gd name="connsiteY1152" fmla="*/ 677945 h 968306"/>
              <a:gd name="connsiteX1153" fmla="*/ 1784318 w 4926099"/>
              <a:gd name="connsiteY1153" fmla="*/ 682708 h 968306"/>
              <a:gd name="connsiteX1154" fmla="*/ 1777556 w 4926099"/>
              <a:gd name="connsiteY1154" fmla="*/ 687947 h 968306"/>
              <a:gd name="connsiteX1155" fmla="*/ 1770221 w 4926099"/>
              <a:gd name="connsiteY1155" fmla="*/ 695852 h 968306"/>
              <a:gd name="connsiteX1156" fmla="*/ 1759268 w 4926099"/>
              <a:gd name="connsiteY1156" fmla="*/ 705282 h 968306"/>
              <a:gd name="connsiteX1157" fmla="*/ 1756696 w 4926099"/>
              <a:gd name="connsiteY1157" fmla="*/ 707378 h 968306"/>
              <a:gd name="connsiteX1158" fmla="*/ 1748885 w 4926099"/>
              <a:gd name="connsiteY1158" fmla="*/ 713664 h 968306"/>
              <a:gd name="connsiteX1159" fmla="*/ 1746790 w 4926099"/>
              <a:gd name="connsiteY1159" fmla="*/ 683756 h 968306"/>
              <a:gd name="connsiteX1160" fmla="*/ 1704308 w 4926099"/>
              <a:gd name="connsiteY1160" fmla="*/ 679088 h 968306"/>
              <a:gd name="connsiteX1161" fmla="*/ 1701641 w 4926099"/>
              <a:gd name="connsiteY1161" fmla="*/ 679088 h 968306"/>
              <a:gd name="connsiteX1162" fmla="*/ 1669733 w 4926099"/>
              <a:gd name="connsiteY1162" fmla="*/ 683279 h 968306"/>
              <a:gd name="connsiteX1163" fmla="*/ 1670780 w 4926099"/>
              <a:gd name="connsiteY1163" fmla="*/ 733571 h 968306"/>
              <a:gd name="connsiteX1164" fmla="*/ 1669733 w 4926099"/>
              <a:gd name="connsiteY1164" fmla="*/ 774434 h 968306"/>
              <a:gd name="connsiteX1165" fmla="*/ 1668685 w 4926099"/>
              <a:gd name="connsiteY1165" fmla="*/ 779672 h 968306"/>
              <a:gd name="connsiteX1166" fmla="*/ 1669256 w 4926099"/>
              <a:gd name="connsiteY1166" fmla="*/ 810629 h 968306"/>
              <a:gd name="connsiteX1167" fmla="*/ 1669256 w 4926099"/>
              <a:gd name="connsiteY1167" fmla="*/ 932644 h 968306"/>
              <a:gd name="connsiteX1168" fmla="*/ 1669256 w 4926099"/>
              <a:gd name="connsiteY1168" fmla="*/ 937883 h 968306"/>
              <a:gd name="connsiteX1169" fmla="*/ 1507331 w 4926099"/>
              <a:gd name="connsiteY1169" fmla="*/ 730428 h 968306"/>
              <a:gd name="connsiteX1170" fmla="*/ 1470660 w 4926099"/>
              <a:gd name="connsiteY1170" fmla="*/ 730428 h 968306"/>
              <a:gd name="connsiteX1171" fmla="*/ 1457516 w 4926099"/>
              <a:gd name="connsiteY1171" fmla="*/ 734619 h 968306"/>
              <a:gd name="connsiteX1172" fmla="*/ 1454849 w 4926099"/>
              <a:gd name="connsiteY1172" fmla="*/ 736715 h 968306"/>
              <a:gd name="connsiteX1173" fmla="*/ 1448086 w 4926099"/>
              <a:gd name="connsiteY1173" fmla="*/ 740906 h 968306"/>
              <a:gd name="connsiteX1174" fmla="*/ 1434941 w 4926099"/>
              <a:gd name="connsiteY1174" fmla="*/ 754050 h 968306"/>
              <a:gd name="connsiteX1175" fmla="*/ 1424464 w 4926099"/>
              <a:gd name="connsiteY1175" fmla="*/ 779672 h 968306"/>
              <a:gd name="connsiteX1176" fmla="*/ 1440180 w 4926099"/>
              <a:gd name="connsiteY1176" fmla="*/ 791198 h 968306"/>
              <a:gd name="connsiteX1177" fmla="*/ 1443323 w 4926099"/>
              <a:gd name="connsiteY1177" fmla="*/ 790626 h 968306"/>
              <a:gd name="connsiteX1178" fmla="*/ 1533906 w 4926099"/>
              <a:gd name="connsiteY1178" fmla="*/ 793198 h 968306"/>
              <a:gd name="connsiteX1179" fmla="*/ 1550670 w 4926099"/>
              <a:gd name="connsiteY1179" fmla="*/ 787483 h 968306"/>
              <a:gd name="connsiteX1180" fmla="*/ 1543907 w 4926099"/>
              <a:gd name="connsiteY1180" fmla="*/ 751288 h 968306"/>
              <a:gd name="connsiteX1181" fmla="*/ 1526096 w 4926099"/>
              <a:gd name="connsiteY1181" fmla="*/ 737667 h 968306"/>
              <a:gd name="connsiteX1182" fmla="*/ 1507236 w 4926099"/>
              <a:gd name="connsiteY1182" fmla="*/ 730333 h 968306"/>
              <a:gd name="connsiteX1183" fmla="*/ 1544384 w 4926099"/>
              <a:gd name="connsiteY1183" fmla="*/ 779577 h 968306"/>
              <a:gd name="connsiteX1184" fmla="*/ 1533430 w 4926099"/>
              <a:gd name="connsiteY1184" fmla="*/ 783292 h 968306"/>
              <a:gd name="connsiteX1185" fmla="*/ 1441228 w 4926099"/>
              <a:gd name="connsiteY1185" fmla="*/ 780720 h 968306"/>
              <a:gd name="connsiteX1186" fmla="*/ 1438085 w 4926099"/>
              <a:gd name="connsiteY1186" fmla="*/ 781292 h 968306"/>
              <a:gd name="connsiteX1187" fmla="*/ 1434370 w 4926099"/>
              <a:gd name="connsiteY1187" fmla="*/ 781863 h 968306"/>
              <a:gd name="connsiteX1188" fmla="*/ 1442752 w 4926099"/>
              <a:gd name="connsiteY1188" fmla="*/ 759860 h 968306"/>
              <a:gd name="connsiteX1189" fmla="*/ 1452658 w 4926099"/>
              <a:gd name="connsiteY1189" fmla="*/ 749954 h 968306"/>
              <a:gd name="connsiteX1190" fmla="*/ 1461040 w 4926099"/>
              <a:gd name="connsiteY1190" fmla="*/ 745192 h 968306"/>
              <a:gd name="connsiteX1191" fmla="*/ 1463135 w 4926099"/>
              <a:gd name="connsiteY1191" fmla="*/ 743096 h 968306"/>
              <a:gd name="connsiteX1192" fmla="*/ 1473041 w 4926099"/>
              <a:gd name="connsiteY1192" fmla="*/ 740429 h 968306"/>
              <a:gd name="connsiteX1193" fmla="*/ 1504950 w 4926099"/>
              <a:gd name="connsiteY1193" fmla="*/ 740429 h 968306"/>
              <a:gd name="connsiteX1194" fmla="*/ 1521238 w 4926099"/>
              <a:gd name="connsiteY1194" fmla="*/ 746716 h 968306"/>
              <a:gd name="connsiteX1195" fmla="*/ 1535430 w 4926099"/>
              <a:gd name="connsiteY1195" fmla="*/ 757193 h 968306"/>
              <a:gd name="connsiteX1196" fmla="*/ 1544288 w 4926099"/>
              <a:gd name="connsiteY1196" fmla="*/ 779672 h 968306"/>
              <a:gd name="connsiteX1197" fmla="*/ 1558481 w 4926099"/>
              <a:gd name="connsiteY1197" fmla="*/ 876065 h 968306"/>
              <a:gd name="connsiteX1198" fmla="*/ 1607249 w 4926099"/>
              <a:gd name="connsiteY1198" fmla="*/ 875018 h 968306"/>
              <a:gd name="connsiteX1199" fmla="*/ 1596771 w 4926099"/>
              <a:gd name="connsiteY1199" fmla="*/ 900164 h 968306"/>
              <a:gd name="connsiteX1200" fmla="*/ 1590008 w 4926099"/>
              <a:gd name="connsiteY1200" fmla="*/ 909022 h 968306"/>
              <a:gd name="connsiteX1201" fmla="*/ 1578483 w 4926099"/>
              <a:gd name="connsiteY1201" fmla="*/ 920547 h 968306"/>
              <a:gd name="connsiteX1202" fmla="*/ 1556957 w 4926099"/>
              <a:gd name="connsiteY1202" fmla="*/ 932072 h 968306"/>
              <a:gd name="connsiteX1203" fmla="*/ 1554385 w 4926099"/>
              <a:gd name="connsiteY1203" fmla="*/ 934739 h 968306"/>
              <a:gd name="connsiteX1204" fmla="*/ 1551718 w 4926099"/>
              <a:gd name="connsiteY1204" fmla="*/ 936263 h 968306"/>
              <a:gd name="connsiteX1205" fmla="*/ 1540193 w 4926099"/>
              <a:gd name="connsiteY1205" fmla="*/ 942074 h 968306"/>
              <a:gd name="connsiteX1206" fmla="*/ 1534954 w 4926099"/>
              <a:gd name="connsiteY1206" fmla="*/ 943598 h 968306"/>
              <a:gd name="connsiteX1207" fmla="*/ 1530287 w 4926099"/>
              <a:gd name="connsiteY1207" fmla="*/ 945122 h 968306"/>
              <a:gd name="connsiteX1208" fmla="*/ 1450658 w 4926099"/>
              <a:gd name="connsiteY1208" fmla="*/ 943598 h 968306"/>
              <a:gd name="connsiteX1209" fmla="*/ 1424464 w 4926099"/>
              <a:gd name="connsiteY1209" fmla="*/ 935787 h 968306"/>
              <a:gd name="connsiteX1210" fmla="*/ 1395127 w 4926099"/>
              <a:gd name="connsiteY1210" fmla="*/ 913213 h 968306"/>
              <a:gd name="connsiteX1211" fmla="*/ 1366838 w 4926099"/>
              <a:gd name="connsiteY1211" fmla="*/ 862921 h 968306"/>
              <a:gd name="connsiteX1212" fmla="*/ 1364266 w 4926099"/>
              <a:gd name="connsiteY1212" fmla="*/ 852443 h 968306"/>
              <a:gd name="connsiteX1213" fmla="*/ 1362742 w 4926099"/>
              <a:gd name="connsiteY1213" fmla="*/ 848252 h 968306"/>
              <a:gd name="connsiteX1214" fmla="*/ 1361694 w 4926099"/>
              <a:gd name="connsiteY1214" fmla="*/ 841966 h 968306"/>
              <a:gd name="connsiteX1215" fmla="*/ 1359599 w 4926099"/>
              <a:gd name="connsiteY1215" fmla="*/ 828345 h 968306"/>
              <a:gd name="connsiteX1216" fmla="*/ 1360075 w 4926099"/>
              <a:gd name="connsiteY1216" fmla="*/ 824630 h 968306"/>
              <a:gd name="connsiteX1217" fmla="*/ 1360646 w 4926099"/>
              <a:gd name="connsiteY1217" fmla="*/ 820916 h 968306"/>
              <a:gd name="connsiteX1218" fmla="*/ 1360646 w 4926099"/>
              <a:gd name="connsiteY1218" fmla="*/ 817296 h 968306"/>
              <a:gd name="connsiteX1219" fmla="*/ 1361123 w 4926099"/>
              <a:gd name="connsiteY1219" fmla="*/ 810438 h 968306"/>
              <a:gd name="connsiteX1220" fmla="*/ 1386268 w 4926099"/>
              <a:gd name="connsiteY1220" fmla="*/ 741858 h 968306"/>
              <a:gd name="connsiteX1221" fmla="*/ 1398270 w 4926099"/>
              <a:gd name="connsiteY1221" fmla="*/ 724046 h 968306"/>
              <a:gd name="connsiteX1222" fmla="*/ 1436465 w 4926099"/>
              <a:gd name="connsiteY1222" fmla="*/ 694709 h 968306"/>
              <a:gd name="connsiteX1223" fmla="*/ 1467422 w 4926099"/>
              <a:gd name="connsiteY1223" fmla="*/ 685851 h 968306"/>
              <a:gd name="connsiteX1224" fmla="*/ 1525048 w 4926099"/>
              <a:gd name="connsiteY1224" fmla="*/ 686423 h 968306"/>
              <a:gd name="connsiteX1225" fmla="*/ 1528667 w 4926099"/>
              <a:gd name="connsiteY1225" fmla="*/ 687470 h 968306"/>
              <a:gd name="connsiteX1226" fmla="*/ 1558004 w 4926099"/>
              <a:gd name="connsiteY1226" fmla="*/ 699567 h 968306"/>
              <a:gd name="connsiteX1227" fmla="*/ 1576864 w 4926099"/>
              <a:gd name="connsiteY1227" fmla="*/ 721570 h 968306"/>
              <a:gd name="connsiteX1228" fmla="*/ 1608868 w 4926099"/>
              <a:gd name="connsiteY1228" fmla="*/ 799103 h 968306"/>
              <a:gd name="connsiteX1229" fmla="*/ 1609344 w 4926099"/>
              <a:gd name="connsiteY1229" fmla="*/ 803771 h 968306"/>
              <a:gd name="connsiteX1230" fmla="*/ 1609344 w 4926099"/>
              <a:gd name="connsiteY1230" fmla="*/ 807485 h 968306"/>
              <a:gd name="connsiteX1231" fmla="*/ 1609820 w 4926099"/>
              <a:gd name="connsiteY1231" fmla="*/ 813772 h 968306"/>
              <a:gd name="connsiteX1232" fmla="*/ 1611439 w 4926099"/>
              <a:gd name="connsiteY1232" fmla="*/ 821582 h 968306"/>
              <a:gd name="connsiteX1233" fmla="*/ 1612487 w 4926099"/>
              <a:gd name="connsiteY1233" fmla="*/ 826250 h 968306"/>
              <a:gd name="connsiteX1234" fmla="*/ 1580007 w 4926099"/>
              <a:gd name="connsiteY1234" fmla="*/ 824726 h 968306"/>
              <a:gd name="connsiteX1235" fmla="*/ 1507712 w 4926099"/>
              <a:gd name="connsiteY1235" fmla="*/ 827869 h 968306"/>
              <a:gd name="connsiteX1236" fmla="*/ 1484662 w 4926099"/>
              <a:gd name="connsiteY1236" fmla="*/ 828917 h 968306"/>
              <a:gd name="connsiteX1237" fmla="*/ 1433322 w 4926099"/>
              <a:gd name="connsiteY1237" fmla="*/ 829964 h 968306"/>
              <a:gd name="connsiteX1238" fmla="*/ 1424940 w 4926099"/>
              <a:gd name="connsiteY1238" fmla="*/ 864540 h 968306"/>
              <a:gd name="connsiteX1239" fmla="*/ 1427036 w 4926099"/>
              <a:gd name="connsiteY1239" fmla="*/ 869779 h 968306"/>
              <a:gd name="connsiteX1240" fmla="*/ 1428560 w 4926099"/>
              <a:gd name="connsiteY1240" fmla="*/ 873970 h 968306"/>
              <a:gd name="connsiteX1241" fmla="*/ 1430179 w 4926099"/>
              <a:gd name="connsiteY1241" fmla="*/ 877113 h 968306"/>
              <a:gd name="connsiteX1242" fmla="*/ 1432274 w 4926099"/>
              <a:gd name="connsiteY1242" fmla="*/ 879780 h 968306"/>
              <a:gd name="connsiteX1243" fmla="*/ 1435418 w 4926099"/>
              <a:gd name="connsiteY1243" fmla="*/ 883971 h 968306"/>
              <a:gd name="connsiteX1244" fmla="*/ 1440656 w 4926099"/>
              <a:gd name="connsiteY1244" fmla="*/ 889210 h 968306"/>
              <a:gd name="connsiteX1245" fmla="*/ 1445895 w 4926099"/>
              <a:gd name="connsiteY1245" fmla="*/ 895496 h 968306"/>
              <a:gd name="connsiteX1246" fmla="*/ 1475232 w 4926099"/>
              <a:gd name="connsiteY1246" fmla="*/ 908641 h 968306"/>
              <a:gd name="connsiteX1247" fmla="*/ 1478852 w 4926099"/>
              <a:gd name="connsiteY1247" fmla="*/ 909212 h 968306"/>
              <a:gd name="connsiteX1248" fmla="*/ 1512380 w 4926099"/>
              <a:gd name="connsiteY1248" fmla="*/ 905498 h 968306"/>
              <a:gd name="connsiteX1249" fmla="*/ 1558004 w 4926099"/>
              <a:gd name="connsiteY1249" fmla="*/ 876161 h 968306"/>
              <a:gd name="connsiteX1250" fmla="*/ 1558481 w 4926099"/>
              <a:gd name="connsiteY1250" fmla="*/ 876161 h 968306"/>
              <a:gd name="connsiteX1251" fmla="*/ 1433798 w 4926099"/>
              <a:gd name="connsiteY1251" fmla="*/ 839870 h 968306"/>
              <a:gd name="connsiteX1252" fmla="*/ 1486186 w 4926099"/>
              <a:gd name="connsiteY1252" fmla="*/ 838823 h 968306"/>
              <a:gd name="connsiteX1253" fmla="*/ 1507712 w 4926099"/>
              <a:gd name="connsiteY1253" fmla="*/ 837775 h 968306"/>
              <a:gd name="connsiteX1254" fmla="*/ 1580007 w 4926099"/>
              <a:gd name="connsiteY1254" fmla="*/ 834632 h 968306"/>
              <a:gd name="connsiteX1255" fmla="*/ 1600962 w 4926099"/>
              <a:gd name="connsiteY1255" fmla="*/ 836156 h 968306"/>
              <a:gd name="connsiteX1256" fmla="*/ 1619822 w 4926099"/>
              <a:gd name="connsiteY1256" fmla="*/ 812057 h 968306"/>
              <a:gd name="connsiteX1257" fmla="*/ 1619250 w 4926099"/>
              <a:gd name="connsiteY1257" fmla="*/ 806819 h 968306"/>
              <a:gd name="connsiteX1258" fmla="*/ 1619250 w 4926099"/>
              <a:gd name="connsiteY1258" fmla="*/ 802628 h 968306"/>
              <a:gd name="connsiteX1259" fmla="*/ 1618774 w 4926099"/>
              <a:gd name="connsiteY1259" fmla="*/ 797389 h 968306"/>
              <a:gd name="connsiteX1260" fmla="*/ 1584198 w 4926099"/>
              <a:gd name="connsiteY1260" fmla="*/ 714045 h 968306"/>
              <a:gd name="connsiteX1261" fmla="*/ 1563243 w 4926099"/>
              <a:gd name="connsiteY1261" fmla="*/ 690995 h 968306"/>
              <a:gd name="connsiteX1262" fmla="*/ 1534954 w 4926099"/>
              <a:gd name="connsiteY1262" fmla="*/ 678993 h 968306"/>
              <a:gd name="connsiteX1263" fmla="*/ 1530763 w 4926099"/>
              <a:gd name="connsiteY1263" fmla="*/ 677374 h 968306"/>
              <a:gd name="connsiteX1264" fmla="*/ 1527143 w 4926099"/>
              <a:gd name="connsiteY1264" fmla="*/ 676898 h 968306"/>
              <a:gd name="connsiteX1265" fmla="*/ 1465802 w 4926099"/>
              <a:gd name="connsiteY1265" fmla="*/ 675850 h 968306"/>
              <a:gd name="connsiteX1266" fmla="*/ 1433322 w 4926099"/>
              <a:gd name="connsiteY1266" fmla="*/ 684708 h 968306"/>
              <a:gd name="connsiteX1267" fmla="*/ 1389317 w 4926099"/>
              <a:gd name="connsiteY1267" fmla="*/ 719284 h 968306"/>
              <a:gd name="connsiteX1268" fmla="*/ 1376743 w 4926099"/>
              <a:gd name="connsiteY1268" fmla="*/ 737572 h 968306"/>
              <a:gd name="connsiteX1269" fmla="*/ 1351598 w 4926099"/>
              <a:gd name="connsiteY1269" fmla="*/ 802056 h 968306"/>
              <a:gd name="connsiteX1270" fmla="*/ 1350550 w 4926099"/>
              <a:gd name="connsiteY1270" fmla="*/ 816153 h 968306"/>
              <a:gd name="connsiteX1271" fmla="*/ 1350550 w 4926099"/>
              <a:gd name="connsiteY1271" fmla="*/ 819868 h 968306"/>
              <a:gd name="connsiteX1272" fmla="*/ 1349978 w 4926099"/>
              <a:gd name="connsiteY1272" fmla="*/ 823011 h 968306"/>
              <a:gd name="connsiteX1273" fmla="*/ 1349502 w 4926099"/>
              <a:gd name="connsiteY1273" fmla="*/ 827202 h 968306"/>
              <a:gd name="connsiteX1274" fmla="*/ 1351598 w 4926099"/>
              <a:gd name="connsiteY1274" fmla="*/ 843966 h 968306"/>
              <a:gd name="connsiteX1275" fmla="*/ 1353122 w 4926099"/>
              <a:gd name="connsiteY1275" fmla="*/ 851872 h 968306"/>
              <a:gd name="connsiteX1276" fmla="*/ 1354646 w 4926099"/>
              <a:gd name="connsiteY1276" fmla="*/ 856063 h 968306"/>
              <a:gd name="connsiteX1277" fmla="*/ 1356741 w 4926099"/>
              <a:gd name="connsiteY1277" fmla="*/ 864445 h 968306"/>
              <a:gd name="connsiteX1278" fmla="*/ 1357313 w 4926099"/>
              <a:gd name="connsiteY1278" fmla="*/ 867017 h 968306"/>
              <a:gd name="connsiteX1279" fmla="*/ 1388174 w 4926099"/>
              <a:gd name="connsiteY1279" fmla="*/ 920928 h 968306"/>
              <a:gd name="connsiteX1280" fmla="*/ 1421702 w 4926099"/>
              <a:gd name="connsiteY1280" fmla="*/ 945598 h 968306"/>
              <a:gd name="connsiteX1281" fmla="*/ 1447895 w 4926099"/>
              <a:gd name="connsiteY1281" fmla="*/ 953408 h 968306"/>
              <a:gd name="connsiteX1282" fmla="*/ 1533239 w 4926099"/>
              <a:gd name="connsiteY1282" fmla="*/ 954456 h 968306"/>
              <a:gd name="connsiteX1283" fmla="*/ 1537430 w 4926099"/>
              <a:gd name="connsiteY1283" fmla="*/ 952932 h 968306"/>
              <a:gd name="connsiteX1284" fmla="*/ 1543241 w 4926099"/>
              <a:gd name="connsiteY1284" fmla="*/ 951408 h 968306"/>
              <a:gd name="connsiteX1285" fmla="*/ 1552670 w 4926099"/>
              <a:gd name="connsiteY1285" fmla="*/ 946169 h 968306"/>
              <a:gd name="connsiteX1286" fmla="*/ 1557909 w 4926099"/>
              <a:gd name="connsiteY1286" fmla="*/ 944074 h 968306"/>
              <a:gd name="connsiteX1287" fmla="*/ 1560481 w 4926099"/>
              <a:gd name="connsiteY1287" fmla="*/ 941978 h 968306"/>
              <a:gd name="connsiteX1288" fmla="*/ 1563148 w 4926099"/>
              <a:gd name="connsiteY1288" fmla="*/ 939883 h 968306"/>
              <a:gd name="connsiteX1289" fmla="*/ 1584103 w 4926099"/>
              <a:gd name="connsiteY1289" fmla="*/ 928834 h 968306"/>
              <a:gd name="connsiteX1290" fmla="*/ 1599343 w 4926099"/>
              <a:gd name="connsiteY1290" fmla="*/ 912641 h 968306"/>
              <a:gd name="connsiteX1291" fmla="*/ 1605629 w 4926099"/>
              <a:gd name="connsiteY1291" fmla="*/ 905307 h 968306"/>
              <a:gd name="connsiteX1292" fmla="*/ 1614011 w 4926099"/>
              <a:gd name="connsiteY1292" fmla="*/ 865016 h 968306"/>
              <a:gd name="connsiteX1293" fmla="*/ 1597247 w 4926099"/>
              <a:gd name="connsiteY1293" fmla="*/ 863969 h 968306"/>
              <a:gd name="connsiteX1294" fmla="*/ 1556385 w 4926099"/>
              <a:gd name="connsiteY1294" fmla="*/ 866064 h 968306"/>
              <a:gd name="connsiteX1295" fmla="*/ 1552194 w 4926099"/>
              <a:gd name="connsiteY1295" fmla="*/ 867112 h 968306"/>
              <a:gd name="connsiteX1296" fmla="*/ 1548479 w 4926099"/>
              <a:gd name="connsiteY1296" fmla="*/ 872922 h 968306"/>
              <a:gd name="connsiteX1297" fmla="*/ 1509713 w 4926099"/>
              <a:gd name="connsiteY1297" fmla="*/ 895973 h 968306"/>
              <a:gd name="connsiteX1298" fmla="*/ 1478756 w 4926099"/>
              <a:gd name="connsiteY1298" fmla="*/ 899116 h 968306"/>
              <a:gd name="connsiteX1299" fmla="*/ 1474089 w 4926099"/>
              <a:gd name="connsiteY1299" fmla="*/ 898068 h 968306"/>
              <a:gd name="connsiteX1300" fmla="*/ 1453134 w 4926099"/>
              <a:gd name="connsiteY1300" fmla="*/ 888638 h 968306"/>
              <a:gd name="connsiteX1301" fmla="*/ 1446276 w 4926099"/>
              <a:gd name="connsiteY1301" fmla="*/ 880828 h 968306"/>
              <a:gd name="connsiteX1302" fmla="*/ 1443133 w 4926099"/>
              <a:gd name="connsiteY1302" fmla="*/ 877113 h 968306"/>
              <a:gd name="connsiteX1303" fmla="*/ 1439989 w 4926099"/>
              <a:gd name="connsiteY1303" fmla="*/ 873494 h 968306"/>
              <a:gd name="connsiteX1304" fmla="*/ 1437894 w 4926099"/>
              <a:gd name="connsiteY1304" fmla="*/ 869779 h 968306"/>
              <a:gd name="connsiteX1305" fmla="*/ 1436275 w 4926099"/>
              <a:gd name="connsiteY1305" fmla="*/ 866636 h 968306"/>
              <a:gd name="connsiteX1306" fmla="*/ 1434179 w 4926099"/>
              <a:gd name="connsiteY1306" fmla="*/ 860825 h 968306"/>
              <a:gd name="connsiteX1307" fmla="*/ 1433703 w 4926099"/>
              <a:gd name="connsiteY1307" fmla="*/ 839870 h 968306"/>
              <a:gd name="connsiteX1308" fmla="*/ 963263 w 4926099"/>
              <a:gd name="connsiteY1308" fmla="*/ 943026 h 968306"/>
              <a:gd name="connsiteX1309" fmla="*/ 903542 w 4926099"/>
              <a:gd name="connsiteY1309" fmla="*/ 944550 h 968306"/>
              <a:gd name="connsiteX1310" fmla="*/ 905161 w 4926099"/>
              <a:gd name="connsiteY1310" fmla="*/ 914165 h 968306"/>
              <a:gd name="connsiteX1311" fmla="*/ 906209 w 4926099"/>
              <a:gd name="connsiteY1311" fmla="*/ 769576 h 968306"/>
              <a:gd name="connsiteX1312" fmla="*/ 903065 w 4926099"/>
              <a:gd name="connsiteY1312" fmla="*/ 687851 h 968306"/>
              <a:gd name="connsiteX1313" fmla="*/ 908780 w 4926099"/>
              <a:gd name="connsiteY1313" fmla="*/ 687851 h 968306"/>
              <a:gd name="connsiteX1314" fmla="*/ 915638 w 4926099"/>
              <a:gd name="connsiteY1314" fmla="*/ 687280 h 968306"/>
              <a:gd name="connsiteX1315" fmla="*/ 928211 w 4926099"/>
              <a:gd name="connsiteY1315" fmla="*/ 686708 h 968306"/>
              <a:gd name="connsiteX1316" fmla="*/ 960692 w 4926099"/>
              <a:gd name="connsiteY1316" fmla="*/ 683565 h 968306"/>
              <a:gd name="connsiteX1317" fmla="*/ 960215 w 4926099"/>
              <a:gd name="connsiteY1317" fmla="*/ 709759 h 968306"/>
              <a:gd name="connsiteX1318" fmla="*/ 969074 w 4926099"/>
              <a:gd name="connsiteY1318" fmla="*/ 715569 h 968306"/>
              <a:gd name="connsiteX1319" fmla="*/ 974788 w 4926099"/>
              <a:gd name="connsiteY1319" fmla="*/ 715569 h 968306"/>
              <a:gd name="connsiteX1320" fmla="*/ 985266 w 4926099"/>
              <a:gd name="connsiteY1320" fmla="*/ 707187 h 968306"/>
              <a:gd name="connsiteX1321" fmla="*/ 988409 w 4926099"/>
              <a:gd name="connsiteY1321" fmla="*/ 702996 h 968306"/>
              <a:gd name="connsiteX1322" fmla="*/ 994220 w 4926099"/>
              <a:gd name="connsiteY1322" fmla="*/ 698805 h 968306"/>
              <a:gd name="connsiteX1323" fmla="*/ 999935 w 4926099"/>
              <a:gd name="connsiteY1323" fmla="*/ 695662 h 968306"/>
              <a:gd name="connsiteX1324" fmla="*/ 1003078 w 4926099"/>
              <a:gd name="connsiteY1324" fmla="*/ 693566 h 968306"/>
              <a:gd name="connsiteX1325" fmla="*/ 1010984 w 4926099"/>
              <a:gd name="connsiteY1325" fmla="*/ 689375 h 968306"/>
              <a:gd name="connsiteX1326" fmla="*/ 1018794 w 4926099"/>
              <a:gd name="connsiteY1326" fmla="*/ 686232 h 968306"/>
              <a:gd name="connsiteX1327" fmla="*/ 1022985 w 4926099"/>
              <a:gd name="connsiteY1327" fmla="*/ 684613 h 968306"/>
              <a:gd name="connsiteX1328" fmla="*/ 1027652 w 4926099"/>
              <a:gd name="connsiteY1328" fmla="*/ 682517 h 968306"/>
              <a:gd name="connsiteX1329" fmla="*/ 1031843 w 4926099"/>
              <a:gd name="connsiteY1329" fmla="*/ 680422 h 968306"/>
              <a:gd name="connsiteX1330" fmla="*/ 1112520 w 4926099"/>
              <a:gd name="connsiteY1330" fmla="*/ 704520 h 968306"/>
              <a:gd name="connsiteX1331" fmla="*/ 1117283 w 4926099"/>
              <a:gd name="connsiteY1331" fmla="*/ 712902 h 968306"/>
              <a:gd name="connsiteX1332" fmla="*/ 1128236 w 4926099"/>
              <a:gd name="connsiteY1332" fmla="*/ 721856 h 968306"/>
              <a:gd name="connsiteX1333" fmla="*/ 1150715 w 4926099"/>
              <a:gd name="connsiteY1333" fmla="*/ 708711 h 968306"/>
              <a:gd name="connsiteX1334" fmla="*/ 1160621 w 4926099"/>
              <a:gd name="connsiteY1334" fmla="*/ 700805 h 968306"/>
              <a:gd name="connsiteX1335" fmla="*/ 1163288 w 4926099"/>
              <a:gd name="connsiteY1335" fmla="*/ 699758 h 968306"/>
              <a:gd name="connsiteX1336" fmla="*/ 1171099 w 4926099"/>
              <a:gd name="connsiteY1336" fmla="*/ 696138 h 968306"/>
              <a:gd name="connsiteX1337" fmla="*/ 1182624 w 4926099"/>
              <a:gd name="connsiteY1337" fmla="*/ 690899 h 968306"/>
              <a:gd name="connsiteX1338" fmla="*/ 1247013 w 4926099"/>
              <a:gd name="connsiteY1338" fmla="*/ 688804 h 968306"/>
              <a:gd name="connsiteX1339" fmla="*/ 1282637 w 4926099"/>
              <a:gd name="connsiteY1339" fmla="*/ 726999 h 968306"/>
              <a:gd name="connsiteX1340" fmla="*/ 1284161 w 4926099"/>
              <a:gd name="connsiteY1340" fmla="*/ 730714 h 968306"/>
              <a:gd name="connsiteX1341" fmla="*/ 1287780 w 4926099"/>
              <a:gd name="connsiteY1341" fmla="*/ 737572 h 968306"/>
              <a:gd name="connsiteX1342" fmla="*/ 1293019 w 4926099"/>
              <a:gd name="connsiteY1342" fmla="*/ 766337 h 968306"/>
              <a:gd name="connsiteX1343" fmla="*/ 1293019 w 4926099"/>
              <a:gd name="connsiteY1343" fmla="*/ 770052 h 968306"/>
              <a:gd name="connsiteX1344" fmla="*/ 1293019 w 4926099"/>
              <a:gd name="connsiteY1344" fmla="*/ 776910 h 968306"/>
              <a:gd name="connsiteX1345" fmla="*/ 1294638 w 4926099"/>
              <a:gd name="connsiteY1345" fmla="*/ 783768 h 968306"/>
              <a:gd name="connsiteX1346" fmla="*/ 1296162 w 4926099"/>
              <a:gd name="connsiteY1346" fmla="*/ 798437 h 968306"/>
              <a:gd name="connsiteX1347" fmla="*/ 1297210 w 4926099"/>
              <a:gd name="connsiteY1347" fmla="*/ 814629 h 968306"/>
              <a:gd name="connsiteX1348" fmla="*/ 1298258 w 4926099"/>
              <a:gd name="connsiteY1348" fmla="*/ 837680 h 968306"/>
              <a:gd name="connsiteX1349" fmla="*/ 1298258 w 4926099"/>
              <a:gd name="connsiteY1349" fmla="*/ 882257 h 968306"/>
              <a:gd name="connsiteX1350" fmla="*/ 1299305 w 4926099"/>
              <a:gd name="connsiteY1350" fmla="*/ 908450 h 968306"/>
              <a:gd name="connsiteX1351" fmla="*/ 1300353 w 4926099"/>
              <a:gd name="connsiteY1351" fmla="*/ 933596 h 968306"/>
              <a:gd name="connsiteX1352" fmla="*/ 1301401 w 4926099"/>
              <a:gd name="connsiteY1352" fmla="*/ 940931 h 968306"/>
              <a:gd name="connsiteX1353" fmla="*/ 1298258 w 4926099"/>
              <a:gd name="connsiteY1353" fmla="*/ 940359 h 968306"/>
              <a:gd name="connsiteX1354" fmla="*/ 1240631 w 4926099"/>
              <a:gd name="connsiteY1354" fmla="*/ 941407 h 968306"/>
              <a:gd name="connsiteX1355" fmla="*/ 1237488 w 4926099"/>
              <a:gd name="connsiteY1355" fmla="*/ 941407 h 968306"/>
              <a:gd name="connsiteX1356" fmla="*/ 1238060 w 4926099"/>
              <a:gd name="connsiteY1356" fmla="*/ 937216 h 968306"/>
              <a:gd name="connsiteX1357" fmla="*/ 1238536 w 4926099"/>
              <a:gd name="connsiteY1357" fmla="*/ 857587 h 968306"/>
              <a:gd name="connsiteX1358" fmla="*/ 1212342 w 4926099"/>
              <a:gd name="connsiteY1358" fmla="*/ 738143 h 968306"/>
              <a:gd name="connsiteX1359" fmla="*/ 1169861 w 4926099"/>
              <a:gd name="connsiteY1359" fmla="*/ 736048 h 968306"/>
              <a:gd name="connsiteX1360" fmla="*/ 1125855 w 4926099"/>
              <a:gd name="connsiteY1360" fmla="*/ 807295 h 968306"/>
              <a:gd name="connsiteX1361" fmla="*/ 1125284 w 4926099"/>
              <a:gd name="connsiteY1361" fmla="*/ 918356 h 968306"/>
              <a:gd name="connsiteX1362" fmla="*/ 1125284 w 4926099"/>
              <a:gd name="connsiteY1362" fmla="*/ 923024 h 968306"/>
              <a:gd name="connsiteX1363" fmla="*/ 1127379 w 4926099"/>
              <a:gd name="connsiteY1363" fmla="*/ 945598 h 968306"/>
              <a:gd name="connsiteX1364" fmla="*/ 1124236 w 4926099"/>
              <a:gd name="connsiteY1364" fmla="*/ 947693 h 968306"/>
              <a:gd name="connsiteX1365" fmla="*/ 1121569 w 4926099"/>
              <a:gd name="connsiteY1365" fmla="*/ 947693 h 968306"/>
              <a:gd name="connsiteX1366" fmla="*/ 1115854 w 4926099"/>
              <a:gd name="connsiteY1366" fmla="*/ 947217 h 968306"/>
              <a:gd name="connsiteX1367" fmla="*/ 1077087 w 4926099"/>
              <a:gd name="connsiteY1367" fmla="*/ 947693 h 968306"/>
              <a:gd name="connsiteX1368" fmla="*/ 1071848 w 4926099"/>
              <a:gd name="connsiteY1368" fmla="*/ 948170 h 968306"/>
              <a:gd name="connsiteX1369" fmla="*/ 1070229 w 4926099"/>
              <a:gd name="connsiteY1369" fmla="*/ 926738 h 968306"/>
              <a:gd name="connsiteX1370" fmla="*/ 1070801 w 4926099"/>
              <a:gd name="connsiteY1370" fmla="*/ 923024 h 968306"/>
              <a:gd name="connsiteX1371" fmla="*/ 1072420 w 4926099"/>
              <a:gd name="connsiteY1371" fmla="*/ 851300 h 968306"/>
              <a:gd name="connsiteX1372" fmla="*/ 1073468 w 4926099"/>
              <a:gd name="connsiteY1372" fmla="*/ 781673 h 968306"/>
              <a:gd name="connsiteX1373" fmla="*/ 1071372 w 4926099"/>
              <a:gd name="connsiteY1373" fmla="*/ 764909 h 968306"/>
              <a:gd name="connsiteX1374" fmla="*/ 1060895 w 4926099"/>
              <a:gd name="connsiteY1374" fmla="*/ 745001 h 968306"/>
              <a:gd name="connsiteX1375" fmla="*/ 1014794 w 4926099"/>
              <a:gd name="connsiteY1375" fmla="*/ 732428 h 968306"/>
              <a:gd name="connsiteX1376" fmla="*/ 969740 w 4926099"/>
              <a:gd name="connsiteY1376" fmla="*/ 763861 h 968306"/>
              <a:gd name="connsiteX1377" fmla="*/ 961835 w 4926099"/>
              <a:gd name="connsiteY1377" fmla="*/ 806247 h 968306"/>
              <a:gd name="connsiteX1378" fmla="*/ 961835 w 4926099"/>
              <a:gd name="connsiteY1378" fmla="*/ 918833 h 968306"/>
              <a:gd name="connsiteX1379" fmla="*/ 962882 w 4926099"/>
              <a:gd name="connsiteY1379" fmla="*/ 942931 h 968306"/>
              <a:gd name="connsiteX1380" fmla="*/ 1128998 w 4926099"/>
              <a:gd name="connsiteY1380" fmla="*/ 956552 h 968306"/>
              <a:gd name="connsiteX1381" fmla="*/ 1137857 w 4926099"/>
              <a:gd name="connsiteY1381" fmla="*/ 952361 h 968306"/>
              <a:gd name="connsiteX1382" fmla="*/ 1135190 w 4926099"/>
              <a:gd name="connsiteY1382" fmla="*/ 922452 h 968306"/>
              <a:gd name="connsiteX1383" fmla="*/ 1135190 w 4926099"/>
              <a:gd name="connsiteY1383" fmla="*/ 918737 h 968306"/>
              <a:gd name="connsiteX1384" fmla="*/ 1134618 w 4926099"/>
              <a:gd name="connsiteY1384" fmla="*/ 914070 h 968306"/>
              <a:gd name="connsiteX1385" fmla="*/ 1135666 w 4926099"/>
              <a:gd name="connsiteY1385" fmla="*/ 809295 h 968306"/>
              <a:gd name="connsiteX1386" fmla="*/ 1164527 w 4926099"/>
              <a:gd name="connsiteY1386" fmla="*/ 749573 h 968306"/>
              <a:gd name="connsiteX1387" fmla="*/ 1204913 w 4926099"/>
              <a:gd name="connsiteY1387" fmla="*/ 744811 h 968306"/>
              <a:gd name="connsiteX1388" fmla="*/ 1208627 w 4926099"/>
              <a:gd name="connsiteY1388" fmla="*/ 748526 h 968306"/>
              <a:gd name="connsiteX1389" fmla="*/ 1228535 w 4926099"/>
              <a:gd name="connsiteY1389" fmla="*/ 856920 h 968306"/>
              <a:gd name="connsiteX1390" fmla="*/ 1228058 w 4926099"/>
              <a:gd name="connsiteY1390" fmla="*/ 933406 h 968306"/>
              <a:gd name="connsiteX1391" fmla="*/ 1227487 w 4926099"/>
              <a:gd name="connsiteY1391" fmla="*/ 939216 h 968306"/>
              <a:gd name="connsiteX1392" fmla="*/ 1225391 w 4926099"/>
              <a:gd name="connsiteY1392" fmla="*/ 943407 h 968306"/>
              <a:gd name="connsiteX1393" fmla="*/ 1241679 w 4926099"/>
              <a:gd name="connsiteY1393" fmla="*/ 951218 h 968306"/>
              <a:gd name="connsiteX1394" fmla="*/ 1297210 w 4926099"/>
              <a:gd name="connsiteY1394" fmla="*/ 950170 h 968306"/>
              <a:gd name="connsiteX1395" fmla="*/ 1311402 w 4926099"/>
              <a:gd name="connsiteY1395" fmla="*/ 947027 h 968306"/>
              <a:gd name="connsiteX1396" fmla="*/ 1311974 w 4926099"/>
              <a:gd name="connsiteY1396" fmla="*/ 942836 h 968306"/>
              <a:gd name="connsiteX1397" fmla="*/ 1311402 w 4926099"/>
              <a:gd name="connsiteY1397" fmla="*/ 937597 h 968306"/>
              <a:gd name="connsiteX1398" fmla="*/ 1310354 w 4926099"/>
              <a:gd name="connsiteY1398" fmla="*/ 932358 h 968306"/>
              <a:gd name="connsiteX1399" fmla="*/ 1309307 w 4926099"/>
              <a:gd name="connsiteY1399" fmla="*/ 908260 h 968306"/>
              <a:gd name="connsiteX1400" fmla="*/ 1308259 w 4926099"/>
              <a:gd name="connsiteY1400" fmla="*/ 881590 h 968306"/>
              <a:gd name="connsiteX1401" fmla="*/ 1308259 w 4926099"/>
              <a:gd name="connsiteY1401" fmla="*/ 836060 h 968306"/>
              <a:gd name="connsiteX1402" fmla="*/ 1307211 w 4926099"/>
              <a:gd name="connsiteY1402" fmla="*/ 814058 h 968306"/>
              <a:gd name="connsiteX1403" fmla="*/ 1306163 w 4926099"/>
              <a:gd name="connsiteY1403" fmla="*/ 797294 h 968306"/>
              <a:gd name="connsiteX1404" fmla="*/ 1304639 w 4926099"/>
              <a:gd name="connsiteY1404" fmla="*/ 781577 h 968306"/>
              <a:gd name="connsiteX1405" fmla="*/ 1304068 w 4926099"/>
              <a:gd name="connsiteY1405" fmla="*/ 778434 h 968306"/>
              <a:gd name="connsiteX1406" fmla="*/ 1303020 w 4926099"/>
              <a:gd name="connsiteY1406" fmla="*/ 774719 h 968306"/>
              <a:gd name="connsiteX1407" fmla="*/ 1303020 w 4926099"/>
              <a:gd name="connsiteY1407" fmla="*/ 765861 h 968306"/>
              <a:gd name="connsiteX1408" fmla="*/ 1297781 w 4926099"/>
              <a:gd name="connsiteY1408" fmla="*/ 734429 h 968306"/>
              <a:gd name="connsiteX1409" fmla="*/ 1293590 w 4926099"/>
              <a:gd name="connsiteY1409" fmla="*/ 726618 h 968306"/>
              <a:gd name="connsiteX1410" fmla="*/ 1290923 w 4926099"/>
              <a:gd name="connsiteY1410" fmla="*/ 720808 h 968306"/>
              <a:gd name="connsiteX1411" fmla="*/ 1250061 w 4926099"/>
              <a:gd name="connsiteY1411" fmla="*/ 678898 h 968306"/>
              <a:gd name="connsiteX1412" fmla="*/ 1178338 w 4926099"/>
              <a:gd name="connsiteY1412" fmla="*/ 681470 h 968306"/>
              <a:gd name="connsiteX1413" fmla="*/ 1166813 w 4926099"/>
              <a:gd name="connsiteY1413" fmla="*/ 686708 h 968306"/>
              <a:gd name="connsiteX1414" fmla="*/ 1158431 w 4926099"/>
              <a:gd name="connsiteY1414" fmla="*/ 690899 h 968306"/>
              <a:gd name="connsiteX1415" fmla="*/ 1155287 w 4926099"/>
              <a:gd name="connsiteY1415" fmla="*/ 692519 h 968306"/>
              <a:gd name="connsiteX1416" fmla="*/ 1145286 w 4926099"/>
              <a:gd name="connsiteY1416" fmla="*/ 699853 h 968306"/>
              <a:gd name="connsiteX1417" fmla="*/ 1125950 w 4926099"/>
              <a:gd name="connsiteY1417" fmla="*/ 708806 h 968306"/>
              <a:gd name="connsiteX1418" fmla="*/ 1124903 w 4926099"/>
              <a:gd name="connsiteY1418" fmla="*/ 706235 h 968306"/>
              <a:gd name="connsiteX1419" fmla="*/ 1120712 w 4926099"/>
              <a:gd name="connsiteY1419" fmla="*/ 698329 h 968306"/>
              <a:gd name="connsiteX1420" fmla="*/ 1026890 w 4926099"/>
              <a:gd name="connsiteY1420" fmla="*/ 671564 h 968306"/>
              <a:gd name="connsiteX1421" fmla="*/ 1023747 w 4926099"/>
              <a:gd name="connsiteY1421" fmla="*/ 673183 h 968306"/>
              <a:gd name="connsiteX1422" fmla="*/ 1018508 w 4926099"/>
              <a:gd name="connsiteY1422" fmla="*/ 675278 h 968306"/>
              <a:gd name="connsiteX1423" fmla="*/ 1014317 w 4926099"/>
              <a:gd name="connsiteY1423" fmla="*/ 677374 h 968306"/>
              <a:gd name="connsiteX1424" fmla="*/ 1006983 w 4926099"/>
              <a:gd name="connsiteY1424" fmla="*/ 680517 h 968306"/>
              <a:gd name="connsiteX1425" fmla="*/ 993838 w 4926099"/>
              <a:gd name="connsiteY1425" fmla="*/ 686804 h 968306"/>
              <a:gd name="connsiteX1426" fmla="*/ 988028 w 4926099"/>
              <a:gd name="connsiteY1426" fmla="*/ 690518 h 968306"/>
              <a:gd name="connsiteX1427" fmla="*/ 982313 w 4926099"/>
              <a:gd name="connsiteY1427" fmla="*/ 694709 h 968306"/>
              <a:gd name="connsiteX1428" fmla="*/ 979646 w 4926099"/>
              <a:gd name="connsiteY1428" fmla="*/ 696805 h 968306"/>
              <a:gd name="connsiteX1429" fmla="*/ 977551 w 4926099"/>
              <a:gd name="connsiteY1429" fmla="*/ 699472 h 968306"/>
              <a:gd name="connsiteX1430" fmla="*/ 975932 w 4926099"/>
              <a:gd name="connsiteY1430" fmla="*/ 702615 h 968306"/>
              <a:gd name="connsiteX1431" fmla="*/ 972312 w 4926099"/>
              <a:gd name="connsiteY1431" fmla="*/ 705758 h 968306"/>
              <a:gd name="connsiteX1432" fmla="*/ 969645 w 4926099"/>
              <a:gd name="connsiteY1432" fmla="*/ 705758 h 968306"/>
              <a:gd name="connsiteX1433" fmla="*/ 969645 w 4926099"/>
              <a:gd name="connsiteY1433" fmla="*/ 678517 h 968306"/>
              <a:gd name="connsiteX1434" fmla="*/ 926687 w 4926099"/>
              <a:gd name="connsiteY1434" fmla="*/ 676993 h 968306"/>
              <a:gd name="connsiteX1435" fmla="*/ 913543 w 4926099"/>
              <a:gd name="connsiteY1435" fmla="*/ 677469 h 968306"/>
              <a:gd name="connsiteX1436" fmla="*/ 902589 w 4926099"/>
              <a:gd name="connsiteY1436" fmla="*/ 677469 h 968306"/>
              <a:gd name="connsiteX1437" fmla="*/ 892112 w 4926099"/>
              <a:gd name="connsiteY1437" fmla="*/ 681660 h 968306"/>
              <a:gd name="connsiteX1438" fmla="*/ 895731 w 4926099"/>
              <a:gd name="connsiteY1438" fmla="*/ 771290 h 968306"/>
              <a:gd name="connsiteX1439" fmla="*/ 894683 w 4926099"/>
              <a:gd name="connsiteY1439" fmla="*/ 914832 h 968306"/>
              <a:gd name="connsiteX1440" fmla="*/ 892112 w 4926099"/>
              <a:gd name="connsiteY1440" fmla="*/ 947789 h 968306"/>
              <a:gd name="connsiteX1441" fmla="*/ 904113 w 4926099"/>
              <a:gd name="connsiteY1441" fmla="*/ 954551 h 968306"/>
              <a:gd name="connsiteX1442" fmla="*/ 967454 w 4926099"/>
              <a:gd name="connsiteY1442" fmla="*/ 953504 h 968306"/>
              <a:gd name="connsiteX1443" fmla="*/ 973169 w 4926099"/>
              <a:gd name="connsiteY1443" fmla="*/ 944645 h 968306"/>
              <a:gd name="connsiteX1444" fmla="*/ 971645 w 4926099"/>
              <a:gd name="connsiteY1444" fmla="*/ 918452 h 968306"/>
              <a:gd name="connsiteX1445" fmla="*/ 972217 w 4926099"/>
              <a:gd name="connsiteY1445" fmla="*/ 806342 h 968306"/>
              <a:gd name="connsiteX1446" fmla="*/ 978503 w 4926099"/>
              <a:gd name="connsiteY1446" fmla="*/ 768147 h 968306"/>
              <a:gd name="connsiteX1447" fmla="*/ 1015175 w 4926099"/>
              <a:gd name="connsiteY1447" fmla="*/ 742525 h 968306"/>
              <a:gd name="connsiteX1448" fmla="*/ 1053370 w 4926099"/>
              <a:gd name="connsiteY1448" fmla="*/ 751383 h 968306"/>
              <a:gd name="connsiteX1449" fmla="*/ 1061752 w 4926099"/>
              <a:gd name="connsiteY1449" fmla="*/ 767576 h 968306"/>
              <a:gd name="connsiteX1450" fmla="*/ 1063371 w 4926099"/>
              <a:gd name="connsiteY1450" fmla="*/ 783292 h 968306"/>
              <a:gd name="connsiteX1451" fmla="*/ 1062323 w 4926099"/>
              <a:gd name="connsiteY1451" fmla="*/ 850919 h 968306"/>
              <a:gd name="connsiteX1452" fmla="*/ 1060228 w 4926099"/>
              <a:gd name="connsiteY1452" fmla="*/ 923690 h 968306"/>
              <a:gd name="connsiteX1453" fmla="*/ 1061847 w 4926099"/>
              <a:gd name="connsiteY1453" fmla="*/ 953027 h 968306"/>
              <a:gd name="connsiteX1454" fmla="*/ 1071753 w 4926099"/>
              <a:gd name="connsiteY1454" fmla="*/ 958266 h 968306"/>
              <a:gd name="connsiteX1455" fmla="*/ 1077563 w 4926099"/>
              <a:gd name="connsiteY1455" fmla="*/ 957790 h 968306"/>
              <a:gd name="connsiteX1456" fmla="*/ 1115282 w 4926099"/>
              <a:gd name="connsiteY1456" fmla="*/ 957218 h 968306"/>
              <a:gd name="connsiteX1457" fmla="*/ 1122045 w 4926099"/>
              <a:gd name="connsiteY1457" fmla="*/ 957790 h 968306"/>
              <a:gd name="connsiteX1458" fmla="*/ 1125188 w 4926099"/>
              <a:gd name="connsiteY1458" fmla="*/ 957790 h 968306"/>
              <a:gd name="connsiteX1459" fmla="*/ 1128903 w 4926099"/>
              <a:gd name="connsiteY1459" fmla="*/ 956742 h 968306"/>
              <a:gd name="connsiteX1460" fmla="*/ 688277 w 4926099"/>
              <a:gd name="connsiteY1460" fmla="*/ 719474 h 968306"/>
              <a:gd name="connsiteX1461" fmla="*/ 689324 w 4926099"/>
              <a:gd name="connsiteY1461" fmla="*/ 686994 h 968306"/>
              <a:gd name="connsiteX1462" fmla="*/ 691420 w 4926099"/>
              <a:gd name="connsiteY1462" fmla="*/ 687566 h 968306"/>
              <a:gd name="connsiteX1463" fmla="*/ 703993 w 4926099"/>
              <a:gd name="connsiteY1463" fmla="*/ 687566 h 968306"/>
              <a:gd name="connsiteX1464" fmla="*/ 712375 w 4926099"/>
              <a:gd name="connsiteY1464" fmla="*/ 687566 h 968306"/>
              <a:gd name="connsiteX1465" fmla="*/ 730187 w 4926099"/>
              <a:gd name="connsiteY1465" fmla="*/ 658800 h 968306"/>
              <a:gd name="connsiteX1466" fmla="*/ 730187 w 4926099"/>
              <a:gd name="connsiteY1466" fmla="*/ 653561 h 968306"/>
              <a:gd name="connsiteX1467" fmla="*/ 730758 w 4926099"/>
              <a:gd name="connsiteY1467" fmla="*/ 649847 h 968306"/>
              <a:gd name="connsiteX1468" fmla="*/ 737045 w 4926099"/>
              <a:gd name="connsiteY1468" fmla="*/ 627844 h 968306"/>
              <a:gd name="connsiteX1469" fmla="*/ 755904 w 4926099"/>
              <a:gd name="connsiteY1469" fmla="*/ 604793 h 968306"/>
              <a:gd name="connsiteX1470" fmla="*/ 770096 w 4926099"/>
              <a:gd name="connsiteY1470" fmla="*/ 593840 h 968306"/>
              <a:gd name="connsiteX1471" fmla="*/ 778478 w 4926099"/>
              <a:gd name="connsiteY1471" fmla="*/ 588601 h 968306"/>
              <a:gd name="connsiteX1472" fmla="*/ 795242 w 4926099"/>
              <a:gd name="connsiteY1472" fmla="*/ 583838 h 968306"/>
              <a:gd name="connsiteX1473" fmla="*/ 842391 w 4926099"/>
              <a:gd name="connsiteY1473" fmla="*/ 585934 h 968306"/>
              <a:gd name="connsiteX1474" fmla="*/ 845058 w 4926099"/>
              <a:gd name="connsiteY1474" fmla="*/ 586982 h 968306"/>
              <a:gd name="connsiteX1475" fmla="*/ 847725 w 4926099"/>
              <a:gd name="connsiteY1475" fmla="*/ 587553 h 968306"/>
              <a:gd name="connsiteX1476" fmla="*/ 846677 w 4926099"/>
              <a:gd name="connsiteY1476" fmla="*/ 610032 h 968306"/>
              <a:gd name="connsiteX1477" fmla="*/ 847249 w 4926099"/>
              <a:gd name="connsiteY1477" fmla="*/ 626796 h 968306"/>
              <a:gd name="connsiteX1478" fmla="*/ 829437 w 4926099"/>
              <a:gd name="connsiteY1478" fmla="*/ 624701 h 968306"/>
              <a:gd name="connsiteX1479" fmla="*/ 791242 w 4926099"/>
              <a:gd name="connsiteY1479" fmla="*/ 677088 h 968306"/>
              <a:gd name="connsiteX1480" fmla="*/ 795433 w 4926099"/>
              <a:gd name="connsiteY1480" fmla="*/ 682803 h 968306"/>
              <a:gd name="connsiteX1481" fmla="*/ 797528 w 4926099"/>
              <a:gd name="connsiteY1481" fmla="*/ 683851 h 968306"/>
              <a:gd name="connsiteX1482" fmla="*/ 822103 w 4926099"/>
              <a:gd name="connsiteY1482" fmla="*/ 688042 h 968306"/>
              <a:gd name="connsiteX1483" fmla="*/ 842486 w 4926099"/>
              <a:gd name="connsiteY1483" fmla="*/ 689661 h 968306"/>
              <a:gd name="connsiteX1484" fmla="*/ 841915 w 4926099"/>
              <a:gd name="connsiteY1484" fmla="*/ 695948 h 968306"/>
              <a:gd name="connsiteX1485" fmla="*/ 841343 w 4926099"/>
              <a:gd name="connsiteY1485" fmla="*/ 726332 h 968306"/>
              <a:gd name="connsiteX1486" fmla="*/ 827151 w 4926099"/>
              <a:gd name="connsiteY1486" fmla="*/ 724237 h 968306"/>
              <a:gd name="connsiteX1487" fmla="*/ 802577 w 4926099"/>
              <a:gd name="connsiteY1487" fmla="*/ 725856 h 968306"/>
              <a:gd name="connsiteX1488" fmla="*/ 796862 w 4926099"/>
              <a:gd name="connsiteY1488" fmla="*/ 728999 h 968306"/>
              <a:gd name="connsiteX1489" fmla="*/ 795242 w 4926099"/>
              <a:gd name="connsiteY1489" fmla="*/ 730523 h 968306"/>
              <a:gd name="connsiteX1490" fmla="*/ 793623 w 4926099"/>
              <a:gd name="connsiteY1490" fmla="*/ 733190 h 968306"/>
              <a:gd name="connsiteX1491" fmla="*/ 790956 w 4926099"/>
              <a:gd name="connsiteY1491" fmla="*/ 777672 h 968306"/>
              <a:gd name="connsiteX1492" fmla="*/ 793052 w 4926099"/>
              <a:gd name="connsiteY1492" fmla="*/ 812248 h 968306"/>
              <a:gd name="connsiteX1493" fmla="*/ 792480 w 4926099"/>
              <a:gd name="connsiteY1493" fmla="*/ 819582 h 968306"/>
              <a:gd name="connsiteX1494" fmla="*/ 793052 w 4926099"/>
              <a:gd name="connsiteY1494" fmla="*/ 822725 h 968306"/>
              <a:gd name="connsiteX1495" fmla="*/ 793052 w 4926099"/>
              <a:gd name="connsiteY1495" fmla="*/ 839013 h 968306"/>
              <a:gd name="connsiteX1496" fmla="*/ 792004 w 4926099"/>
              <a:gd name="connsiteY1496" fmla="*/ 902354 h 968306"/>
              <a:gd name="connsiteX1497" fmla="*/ 792004 w 4926099"/>
              <a:gd name="connsiteY1497" fmla="*/ 922738 h 968306"/>
              <a:gd name="connsiteX1498" fmla="*/ 794099 w 4926099"/>
              <a:gd name="connsiteY1498" fmla="*/ 936359 h 968306"/>
              <a:gd name="connsiteX1499" fmla="*/ 794099 w 4926099"/>
              <a:gd name="connsiteY1499" fmla="*/ 944264 h 968306"/>
              <a:gd name="connsiteX1500" fmla="*/ 747998 w 4926099"/>
              <a:gd name="connsiteY1500" fmla="*/ 945788 h 968306"/>
              <a:gd name="connsiteX1501" fmla="*/ 738092 w 4926099"/>
              <a:gd name="connsiteY1501" fmla="*/ 945217 h 968306"/>
              <a:gd name="connsiteX1502" fmla="*/ 732854 w 4926099"/>
              <a:gd name="connsiteY1502" fmla="*/ 945788 h 968306"/>
              <a:gd name="connsiteX1503" fmla="*/ 733425 w 4926099"/>
              <a:gd name="connsiteY1503" fmla="*/ 942645 h 968306"/>
              <a:gd name="connsiteX1504" fmla="*/ 732377 w 4926099"/>
              <a:gd name="connsiteY1504" fmla="*/ 933215 h 968306"/>
              <a:gd name="connsiteX1505" fmla="*/ 732377 w 4926099"/>
              <a:gd name="connsiteY1505" fmla="*/ 900735 h 968306"/>
              <a:gd name="connsiteX1506" fmla="*/ 731330 w 4926099"/>
              <a:gd name="connsiteY1506" fmla="*/ 884543 h 968306"/>
              <a:gd name="connsiteX1507" fmla="*/ 730758 w 4926099"/>
              <a:gd name="connsiteY1507" fmla="*/ 834727 h 968306"/>
              <a:gd name="connsiteX1508" fmla="*/ 730187 w 4926099"/>
              <a:gd name="connsiteY1508" fmla="*/ 785483 h 968306"/>
              <a:gd name="connsiteX1509" fmla="*/ 731806 w 4926099"/>
              <a:gd name="connsiteY1509" fmla="*/ 768147 h 968306"/>
              <a:gd name="connsiteX1510" fmla="*/ 731234 w 4926099"/>
              <a:gd name="connsiteY1510" fmla="*/ 744049 h 968306"/>
              <a:gd name="connsiteX1511" fmla="*/ 730663 w 4926099"/>
              <a:gd name="connsiteY1511" fmla="*/ 740334 h 968306"/>
              <a:gd name="connsiteX1512" fmla="*/ 729615 w 4926099"/>
              <a:gd name="connsiteY1512" fmla="*/ 735667 h 968306"/>
              <a:gd name="connsiteX1513" fmla="*/ 727996 w 4926099"/>
              <a:gd name="connsiteY1513" fmla="*/ 730428 h 968306"/>
              <a:gd name="connsiteX1514" fmla="*/ 702374 w 4926099"/>
              <a:gd name="connsiteY1514" fmla="*/ 724713 h 968306"/>
              <a:gd name="connsiteX1515" fmla="*/ 691420 w 4926099"/>
              <a:gd name="connsiteY1515" fmla="*/ 724713 h 968306"/>
              <a:gd name="connsiteX1516" fmla="*/ 688277 w 4926099"/>
              <a:gd name="connsiteY1516" fmla="*/ 725285 h 968306"/>
              <a:gd name="connsiteX1517" fmla="*/ 688277 w 4926099"/>
              <a:gd name="connsiteY1517" fmla="*/ 719570 h 968306"/>
              <a:gd name="connsiteX1518" fmla="*/ 718185 w 4926099"/>
              <a:gd name="connsiteY1518" fmla="*/ 676517 h 968306"/>
              <a:gd name="connsiteX1519" fmla="*/ 705040 w 4926099"/>
              <a:gd name="connsiteY1519" fmla="*/ 677564 h 968306"/>
              <a:gd name="connsiteX1520" fmla="*/ 691420 w 4926099"/>
              <a:gd name="connsiteY1520" fmla="*/ 677088 h 968306"/>
              <a:gd name="connsiteX1521" fmla="*/ 678275 w 4926099"/>
              <a:gd name="connsiteY1521" fmla="*/ 682803 h 968306"/>
              <a:gd name="connsiteX1522" fmla="*/ 678275 w 4926099"/>
              <a:gd name="connsiteY1522" fmla="*/ 719474 h 968306"/>
              <a:gd name="connsiteX1523" fmla="*/ 685038 w 4926099"/>
              <a:gd name="connsiteY1523" fmla="*/ 735191 h 968306"/>
              <a:gd name="connsiteX1524" fmla="*/ 719138 w 4926099"/>
              <a:gd name="connsiteY1524" fmla="*/ 736238 h 968306"/>
              <a:gd name="connsiteX1525" fmla="*/ 721233 w 4926099"/>
              <a:gd name="connsiteY1525" fmla="*/ 744620 h 968306"/>
              <a:gd name="connsiteX1526" fmla="*/ 721805 w 4926099"/>
              <a:gd name="connsiteY1526" fmla="*/ 768719 h 968306"/>
              <a:gd name="connsiteX1527" fmla="*/ 720281 w 4926099"/>
              <a:gd name="connsiteY1527" fmla="*/ 785959 h 968306"/>
              <a:gd name="connsiteX1528" fmla="*/ 720852 w 4926099"/>
              <a:gd name="connsiteY1528" fmla="*/ 835775 h 968306"/>
              <a:gd name="connsiteX1529" fmla="*/ 721328 w 4926099"/>
              <a:gd name="connsiteY1529" fmla="*/ 885019 h 968306"/>
              <a:gd name="connsiteX1530" fmla="*/ 722376 w 4926099"/>
              <a:gd name="connsiteY1530" fmla="*/ 899687 h 968306"/>
              <a:gd name="connsiteX1531" fmla="*/ 721805 w 4926099"/>
              <a:gd name="connsiteY1531" fmla="*/ 932739 h 968306"/>
              <a:gd name="connsiteX1532" fmla="*/ 722376 w 4926099"/>
              <a:gd name="connsiteY1532" fmla="*/ 945312 h 968306"/>
              <a:gd name="connsiteX1533" fmla="*/ 721805 w 4926099"/>
              <a:gd name="connsiteY1533" fmla="*/ 947408 h 968306"/>
              <a:gd name="connsiteX1534" fmla="*/ 721805 w 4926099"/>
              <a:gd name="connsiteY1534" fmla="*/ 949979 h 968306"/>
              <a:gd name="connsiteX1535" fmla="*/ 739140 w 4926099"/>
              <a:gd name="connsiteY1535" fmla="*/ 955218 h 968306"/>
              <a:gd name="connsiteX1536" fmla="*/ 747522 w 4926099"/>
              <a:gd name="connsiteY1536" fmla="*/ 955790 h 968306"/>
              <a:gd name="connsiteX1537" fmla="*/ 783717 w 4926099"/>
              <a:gd name="connsiteY1537" fmla="*/ 954742 h 968306"/>
              <a:gd name="connsiteX1538" fmla="*/ 804101 w 4926099"/>
              <a:gd name="connsiteY1538" fmla="*/ 935406 h 968306"/>
              <a:gd name="connsiteX1539" fmla="*/ 802005 w 4926099"/>
              <a:gd name="connsiteY1539" fmla="*/ 922262 h 968306"/>
              <a:gd name="connsiteX1540" fmla="*/ 802005 w 4926099"/>
              <a:gd name="connsiteY1540" fmla="*/ 902831 h 968306"/>
              <a:gd name="connsiteX1541" fmla="*/ 803053 w 4926099"/>
              <a:gd name="connsiteY1541" fmla="*/ 838918 h 968306"/>
              <a:gd name="connsiteX1542" fmla="*/ 803053 w 4926099"/>
              <a:gd name="connsiteY1542" fmla="*/ 821106 h 968306"/>
              <a:gd name="connsiteX1543" fmla="*/ 802481 w 4926099"/>
              <a:gd name="connsiteY1543" fmla="*/ 818534 h 968306"/>
              <a:gd name="connsiteX1544" fmla="*/ 803053 w 4926099"/>
              <a:gd name="connsiteY1544" fmla="*/ 812724 h 968306"/>
              <a:gd name="connsiteX1545" fmla="*/ 800957 w 4926099"/>
              <a:gd name="connsiteY1545" fmla="*/ 777672 h 968306"/>
              <a:gd name="connsiteX1546" fmla="*/ 804101 w 4926099"/>
              <a:gd name="connsiteY1546" fmla="*/ 736334 h 968306"/>
              <a:gd name="connsiteX1547" fmla="*/ 810387 w 4926099"/>
              <a:gd name="connsiteY1547" fmla="*/ 735286 h 968306"/>
              <a:gd name="connsiteX1548" fmla="*/ 841820 w 4926099"/>
              <a:gd name="connsiteY1548" fmla="*/ 736334 h 968306"/>
              <a:gd name="connsiteX1549" fmla="*/ 851249 w 4926099"/>
              <a:gd name="connsiteY1549" fmla="*/ 724808 h 968306"/>
              <a:gd name="connsiteX1550" fmla="*/ 851821 w 4926099"/>
              <a:gd name="connsiteY1550" fmla="*/ 696043 h 968306"/>
              <a:gd name="connsiteX1551" fmla="*/ 852297 w 4926099"/>
              <a:gd name="connsiteY1551" fmla="*/ 686613 h 968306"/>
              <a:gd name="connsiteX1552" fmla="*/ 843915 w 4926099"/>
              <a:gd name="connsiteY1552" fmla="*/ 679755 h 968306"/>
              <a:gd name="connsiteX1553" fmla="*/ 822484 w 4926099"/>
              <a:gd name="connsiteY1553" fmla="*/ 678136 h 968306"/>
              <a:gd name="connsiteX1554" fmla="*/ 800957 w 4926099"/>
              <a:gd name="connsiteY1554" fmla="*/ 674993 h 968306"/>
              <a:gd name="connsiteX1555" fmla="*/ 829247 w 4926099"/>
              <a:gd name="connsiteY1555" fmla="*/ 635178 h 968306"/>
              <a:gd name="connsiteX1556" fmla="*/ 851249 w 4926099"/>
              <a:gd name="connsiteY1556" fmla="*/ 637274 h 968306"/>
              <a:gd name="connsiteX1557" fmla="*/ 856964 w 4926099"/>
              <a:gd name="connsiteY1557" fmla="*/ 632606 h 968306"/>
              <a:gd name="connsiteX1558" fmla="*/ 858012 w 4926099"/>
              <a:gd name="connsiteY1558" fmla="*/ 584886 h 968306"/>
              <a:gd name="connsiteX1559" fmla="*/ 846487 w 4926099"/>
              <a:gd name="connsiteY1559" fmla="*/ 576980 h 968306"/>
              <a:gd name="connsiteX1560" fmla="*/ 794099 w 4926099"/>
              <a:gd name="connsiteY1560" fmla="*/ 573361 h 968306"/>
              <a:gd name="connsiteX1561" fmla="*/ 791432 w 4926099"/>
              <a:gd name="connsiteY1561" fmla="*/ 574409 h 968306"/>
              <a:gd name="connsiteX1562" fmla="*/ 774097 w 4926099"/>
              <a:gd name="connsiteY1562" fmla="*/ 579076 h 968306"/>
              <a:gd name="connsiteX1563" fmla="*/ 764667 w 4926099"/>
              <a:gd name="connsiteY1563" fmla="*/ 584791 h 968306"/>
              <a:gd name="connsiteX1564" fmla="*/ 748379 w 4926099"/>
              <a:gd name="connsiteY1564" fmla="*/ 597364 h 968306"/>
              <a:gd name="connsiteX1565" fmla="*/ 728472 w 4926099"/>
              <a:gd name="connsiteY1565" fmla="*/ 622510 h 968306"/>
              <a:gd name="connsiteX1566" fmla="*/ 720090 w 4926099"/>
              <a:gd name="connsiteY1566" fmla="*/ 649751 h 968306"/>
              <a:gd name="connsiteX1567" fmla="*/ 720090 w 4926099"/>
              <a:gd name="connsiteY1567" fmla="*/ 658705 h 968306"/>
              <a:gd name="connsiteX1568" fmla="*/ 717995 w 4926099"/>
              <a:gd name="connsiteY1568" fmla="*/ 676517 h 968306"/>
              <a:gd name="connsiteX1569" fmla="*/ 583883 w 4926099"/>
              <a:gd name="connsiteY1569" fmla="*/ 944741 h 968306"/>
              <a:gd name="connsiteX1570" fmla="*/ 584359 w 4926099"/>
              <a:gd name="connsiteY1570" fmla="*/ 926929 h 968306"/>
              <a:gd name="connsiteX1571" fmla="*/ 575501 w 4926099"/>
              <a:gd name="connsiteY1571" fmla="*/ 920642 h 968306"/>
              <a:gd name="connsiteX1572" fmla="*/ 500063 w 4926099"/>
              <a:gd name="connsiteY1572" fmla="*/ 951503 h 968306"/>
              <a:gd name="connsiteX1573" fmla="*/ 492728 w 4926099"/>
              <a:gd name="connsiteY1573" fmla="*/ 950456 h 968306"/>
              <a:gd name="connsiteX1574" fmla="*/ 472821 w 4926099"/>
              <a:gd name="connsiteY1574" fmla="*/ 947312 h 968306"/>
              <a:gd name="connsiteX1575" fmla="*/ 450342 w 4926099"/>
              <a:gd name="connsiteY1575" fmla="*/ 945217 h 968306"/>
              <a:gd name="connsiteX1576" fmla="*/ 435102 w 4926099"/>
              <a:gd name="connsiteY1576" fmla="*/ 936359 h 968306"/>
              <a:gd name="connsiteX1577" fmla="*/ 431483 w 4926099"/>
              <a:gd name="connsiteY1577" fmla="*/ 933215 h 968306"/>
              <a:gd name="connsiteX1578" fmla="*/ 422529 w 4926099"/>
              <a:gd name="connsiteY1578" fmla="*/ 925405 h 968306"/>
              <a:gd name="connsiteX1579" fmla="*/ 415671 w 4926099"/>
              <a:gd name="connsiteY1579" fmla="*/ 917023 h 968306"/>
              <a:gd name="connsiteX1580" fmla="*/ 413004 w 4926099"/>
              <a:gd name="connsiteY1580" fmla="*/ 910165 h 968306"/>
              <a:gd name="connsiteX1581" fmla="*/ 409385 w 4926099"/>
              <a:gd name="connsiteY1581" fmla="*/ 903878 h 968306"/>
              <a:gd name="connsiteX1582" fmla="*/ 405194 w 4926099"/>
              <a:gd name="connsiteY1582" fmla="*/ 893877 h 968306"/>
              <a:gd name="connsiteX1583" fmla="*/ 405194 w 4926099"/>
              <a:gd name="connsiteY1583" fmla="*/ 888162 h 968306"/>
              <a:gd name="connsiteX1584" fmla="*/ 403098 w 4926099"/>
              <a:gd name="connsiteY1584" fmla="*/ 881304 h 968306"/>
              <a:gd name="connsiteX1585" fmla="*/ 402050 w 4926099"/>
              <a:gd name="connsiteY1585" fmla="*/ 867683 h 968306"/>
              <a:gd name="connsiteX1586" fmla="*/ 403670 w 4926099"/>
              <a:gd name="connsiteY1586" fmla="*/ 738810 h 968306"/>
              <a:gd name="connsiteX1587" fmla="*/ 406241 w 4926099"/>
              <a:gd name="connsiteY1587" fmla="*/ 695281 h 968306"/>
              <a:gd name="connsiteX1588" fmla="*/ 406241 w 4926099"/>
              <a:gd name="connsiteY1588" fmla="*/ 691090 h 968306"/>
              <a:gd name="connsiteX1589" fmla="*/ 414147 w 4926099"/>
              <a:gd name="connsiteY1589" fmla="*/ 691090 h 968306"/>
              <a:gd name="connsiteX1590" fmla="*/ 460248 w 4926099"/>
              <a:gd name="connsiteY1590" fmla="*/ 690042 h 968306"/>
              <a:gd name="connsiteX1591" fmla="*/ 463963 w 4926099"/>
              <a:gd name="connsiteY1591" fmla="*/ 692614 h 968306"/>
              <a:gd name="connsiteX1592" fmla="*/ 463391 w 4926099"/>
              <a:gd name="connsiteY1592" fmla="*/ 720903 h 968306"/>
              <a:gd name="connsiteX1593" fmla="*/ 462344 w 4926099"/>
              <a:gd name="connsiteY1593" fmla="*/ 765956 h 968306"/>
              <a:gd name="connsiteX1594" fmla="*/ 461772 w 4926099"/>
              <a:gd name="connsiteY1594" fmla="*/ 795293 h 968306"/>
              <a:gd name="connsiteX1595" fmla="*/ 461772 w 4926099"/>
              <a:gd name="connsiteY1595" fmla="*/ 807866 h 968306"/>
              <a:gd name="connsiteX1596" fmla="*/ 462344 w 4926099"/>
              <a:gd name="connsiteY1596" fmla="*/ 811581 h 968306"/>
              <a:gd name="connsiteX1597" fmla="*/ 462915 w 4926099"/>
              <a:gd name="connsiteY1597" fmla="*/ 812629 h 968306"/>
              <a:gd name="connsiteX1598" fmla="*/ 462915 w 4926099"/>
              <a:gd name="connsiteY1598" fmla="*/ 821582 h 968306"/>
              <a:gd name="connsiteX1599" fmla="*/ 462915 w 4926099"/>
              <a:gd name="connsiteY1599" fmla="*/ 835679 h 968306"/>
              <a:gd name="connsiteX1600" fmla="*/ 487013 w 4926099"/>
              <a:gd name="connsiteY1600" fmla="*/ 896449 h 968306"/>
              <a:gd name="connsiteX1601" fmla="*/ 536258 w 4926099"/>
              <a:gd name="connsiteY1601" fmla="*/ 908450 h 968306"/>
              <a:gd name="connsiteX1602" fmla="*/ 575501 w 4926099"/>
              <a:gd name="connsiteY1602" fmla="*/ 879113 h 968306"/>
              <a:gd name="connsiteX1603" fmla="*/ 577120 w 4926099"/>
              <a:gd name="connsiteY1603" fmla="*/ 875970 h 968306"/>
              <a:gd name="connsiteX1604" fmla="*/ 578644 w 4926099"/>
              <a:gd name="connsiteY1604" fmla="*/ 871303 h 968306"/>
              <a:gd name="connsiteX1605" fmla="*/ 580739 w 4926099"/>
              <a:gd name="connsiteY1605" fmla="*/ 866064 h 968306"/>
              <a:gd name="connsiteX1606" fmla="*/ 582835 w 4926099"/>
              <a:gd name="connsiteY1606" fmla="*/ 858730 h 968306"/>
              <a:gd name="connsiteX1607" fmla="*/ 584359 w 4926099"/>
              <a:gd name="connsiteY1607" fmla="*/ 853015 h 968306"/>
              <a:gd name="connsiteX1608" fmla="*/ 585978 w 4926099"/>
              <a:gd name="connsiteY1608" fmla="*/ 849872 h 968306"/>
              <a:gd name="connsiteX1609" fmla="*/ 587026 w 4926099"/>
              <a:gd name="connsiteY1609" fmla="*/ 845681 h 968306"/>
              <a:gd name="connsiteX1610" fmla="*/ 588645 w 4926099"/>
              <a:gd name="connsiteY1610" fmla="*/ 834155 h 968306"/>
              <a:gd name="connsiteX1611" fmla="*/ 587026 w 4926099"/>
              <a:gd name="connsiteY1611" fmla="*/ 730428 h 968306"/>
              <a:gd name="connsiteX1612" fmla="*/ 585978 w 4926099"/>
              <a:gd name="connsiteY1612" fmla="*/ 698996 h 968306"/>
              <a:gd name="connsiteX1613" fmla="*/ 585407 w 4926099"/>
              <a:gd name="connsiteY1613" fmla="*/ 693757 h 968306"/>
              <a:gd name="connsiteX1614" fmla="*/ 585407 w 4926099"/>
              <a:gd name="connsiteY1614" fmla="*/ 690137 h 968306"/>
              <a:gd name="connsiteX1615" fmla="*/ 609505 w 4926099"/>
              <a:gd name="connsiteY1615" fmla="*/ 689566 h 968306"/>
              <a:gd name="connsiteX1616" fmla="*/ 641509 w 4926099"/>
              <a:gd name="connsiteY1616" fmla="*/ 688518 h 968306"/>
              <a:gd name="connsiteX1617" fmla="*/ 641509 w 4926099"/>
              <a:gd name="connsiteY1617" fmla="*/ 694233 h 968306"/>
              <a:gd name="connsiteX1618" fmla="*/ 640937 w 4926099"/>
              <a:gd name="connsiteY1618" fmla="*/ 739286 h 968306"/>
              <a:gd name="connsiteX1619" fmla="*/ 642557 w 4926099"/>
              <a:gd name="connsiteY1619" fmla="*/ 901116 h 968306"/>
              <a:gd name="connsiteX1620" fmla="*/ 640937 w 4926099"/>
              <a:gd name="connsiteY1620" fmla="*/ 945693 h 968306"/>
              <a:gd name="connsiteX1621" fmla="*/ 636175 w 4926099"/>
              <a:gd name="connsiteY1621" fmla="*/ 945693 h 968306"/>
              <a:gd name="connsiteX1622" fmla="*/ 613124 w 4926099"/>
              <a:gd name="connsiteY1622" fmla="*/ 945693 h 968306"/>
              <a:gd name="connsiteX1623" fmla="*/ 599980 w 4926099"/>
              <a:gd name="connsiteY1623" fmla="*/ 944645 h 968306"/>
              <a:gd name="connsiteX1624" fmla="*/ 583787 w 4926099"/>
              <a:gd name="connsiteY1624" fmla="*/ 944645 h 968306"/>
              <a:gd name="connsiteX1625" fmla="*/ 409861 w 4926099"/>
              <a:gd name="connsiteY1625" fmla="*/ 925310 h 968306"/>
              <a:gd name="connsiteX1626" fmla="*/ 424529 w 4926099"/>
              <a:gd name="connsiteY1626" fmla="*/ 939978 h 968306"/>
              <a:gd name="connsiteX1627" fmla="*/ 428149 w 4926099"/>
              <a:gd name="connsiteY1627" fmla="*/ 943598 h 968306"/>
              <a:gd name="connsiteX1628" fmla="*/ 447008 w 4926099"/>
              <a:gd name="connsiteY1628" fmla="*/ 954551 h 968306"/>
              <a:gd name="connsiteX1629" fmla="*/ 471583 w 4926099"/>
              <a:gd name="connsiteY1629" fmla="*/ 957218 h 968306"/>
              <a:gd name="connsiteX1630" fmla="*/ 492538 w 4926099"/>
              <a:gd name="connsiteY1630" fmla="*/ 960362 h 968306"/>
              <a:gd name="connsiteX1631" fmla="*/ 499396 w 4926099"/>
              <a:gd name="connsiteY1631" fmla="*/ 961409 h 968306"/>
              <a:gd name="connsiteX1632" fmla="*/ 574358 w 4926099"/>
              <a:gd name="connsiteY1632" fmla="*/ 927881 h 968306"/>
              <a:gd name="connsiteX1633" fmla="*/ 573786 w 4926099"/>
              <a:gd name="connsiteY1633" fmla="*/ 947217 h 968306"/>
              <a:gd name="connsiteX1634" fmla="*/ 573215 w 4926099"/>
              <a:gd name="connsiteY1634" fmla="*/ 949789 h 968306"/>
              <a:gd name="connsiteX1635" fmla="*/ 582168 w 4926099"/>
              <a:gd name="connsiteY1635" fmla="*/ 955028 h 968306"/>
              <a:gd name="connsiteX1636" fmla="*/ 599408 w 4926099"/>
              <a:gd name="connsiteY1636" fmla="*/ 954456 h 968306"/>
              <a:gd name="connsiteX1637" fmla="*/ 612553 w 4926099"/>
              <a:gd name="connsiteY1637" fmla="*/ 955504 h 968306"/>
              <a:gd name="connsiteX1638" fmla="*/ 636080 w 4926099"/>
              <a:gd name="connsiteY1638" fmla="*/ 955504 h 968306"/>
              <a:gd name="connsiteX1639" fmla="*/ 651320 w 4926099"/>
              <a:gd name="connsiteY1639" fmla="*/ 951789 h 968306"/>
              <a:gd name="connsiteX1640" fmla="*/ 652367 w 4926099"/>
              <a:gd name="connsiteY1640" fmla="*/ 898354 h 968306"/>
              <a:gd name="connsiteX1641" fmla="*/ 650748 w 4926099"/>
              <a:gd name="connsiteY1641" fmla="*/ 737477 h 968306"/>
              <a:gd name="connsiteX1642" fmla="*/ 651796 w 4926099"/>
              <a:gd name="connsiteY1642" fmla="*/ 694519 h 968306"/>
              <a:gd name="connsiteX1643" fmla="*/ 639794 w 4926099"/>
              <a:gd name="connsiteY1643" fmla="*/ 678326 h 968306"/>
              <a:gd name="connsiteX1644" fmla="*/ 608838 w 4926099"/>
              <a:gd name="connsiteY1644" fmla="*/ 679374 h 968306"/>
              <a:gd name="connsiteX1645" fmla="*/ 586835 w 4926099"/>
              <a:gd name="connsiteY1645" fmla="*/ 679946 h 968306"/>
              <a:gd name="connsiteX1646" fmla="*/ 574262 w 4926099"/>
              <a:gd name="connsiteY1646" fmla="*/ 684613 h 968306"/>
              <a:gd name="connsiteX1647" fmla="*/ 575310 w 4926099"/>
              <a:gd name="connsiteY1647" fmla="*/ 691947 h 968306"/>
              <a:gd name="connsiteX1648" fmla="*/ 575882 w 4926099"/>
              <a:gd name="connsiteY1648" fmla="*/ 699281 h 968306"/>
              <a:gd name="connsiteX1649" fmla="*/ 576929 w 4926099"/>
              <a:gd name="connsiteY1649" fmla="*/ 731190 h 968306"/>
              <a:gd name="connsiteX1650" fmla="*/ 578453 w 4926099"/>
              <a:gd name="connsiteY1650" fmla="*/ 832250 h 968306"/>
              <a:gd name="connsiteX1651" fmla="*/ 576358 w 4926099"/>
              <a:gd name="connsiteY1651" fmla="*/ 845395 h 968306"/>
              <a:gd name="connsiteX1652" fmla="*/ 574262 w 4926099"/>
              <a:gd name="connsiteY1652" fmla="*/ 849586 h 968306"/>
              <a:gd name="connsiteX1653" fmla="*/ 573215 w 4926099"/>
              <a:gd name="connsiteY1653" fmla="*/ 855872 h 968306"/>
              <a:gd name="connsiteX1654" fmla="*/ 571119 w 4926099"/>
              <a:gd name="connsiteY1654" fmla="*/ 861683 h 968306"/>
              <a:gd name="connsiteX1655" fmla="*/ 569024 w 4926099"/>
              <a:gd name="connsiteY1655" fmla="*/ 867398 h 968306"/>
              <a:gd name="connsiteX1656" fmla="*/ 567976 w 4926099"/>
              <a:gd name="connsiteY1656" fmla="*/ 871112 h 968306"/>
              <a:gd name="connsiteX1657" fmla="*/ 566928 w 4926099"/>
              <a:gd name="connsiteY1657" fmla="*/ 873684 h 968306"/>
              <a:gd name="connsiteX1658" fmla="*/ 535496 w 4926099"/>
              <a:gd name="connsiteY1658" fmla="*/ 898354 h 968306"/>
              <a:gd name="connsiteX1659" fmla="*/ 493014 w 4926099"/>
              <a:gd name="connsiteY1659" fmla="*/ 888353 h 968306"/>
              <a:gd name="connsiteX1660" fmla="*/ 472535 w 4926099"/>
              <a:gd name="connsiteY1660" fmla="*/ 834441 h 968306"/>
              <a:gd name="connsiteX1661" fmla="*/ 472535 w 4926099"/>
              <a:gd name="connsiteY1661" fmla="*/ 821868 h 968306"/>
              <a:gd name="connsiteX1662" fmla="*/ 472535 w 4926099"/>
              <a:gd name="connsiteY1662" fmla="*/ 816058 h 968306"/>
              <a:gd name="connsiteX1663" fmla="*/ 471964 w 4926099"/>
              <a:gd name="connsiteY1663" fmla="*/ 810343 h 968306"/>
              <a:gd name="connsiteX1664" fmla="*/ 471392 w 4926099"/>
              <a:gd name="connsiteY1664" fmla="*/ 807771 h 968306"/>
              <a:gd name="connsiteX1665" fmla="*/ 471392 w 4926099"/>
              <a:gd name="connsiteY1665" fmla="*/ 795198 h 968306"/>
              <a:gd name="connsiteX1666" fmla="*/ 471964 w 4926099"/>
              <a:gd name="connsiteY1666" fmla="*/ 765861 h 968306"/>
              <a:gd name="connsiteX1667" fmla="*/ 473012 w 4926099"/>
              <a:gd name="connsiteY1667" fmla="*/ 721284 h 968306"/>
              <a:gd name="connsiteX1668" fmla="*/ 473583 w 4926099"/>
              <a:gd name="connsiteY1668" fmla="*/ 692995 h 968306"/>
              <a:gd name="connsiteX1669" fmla="*/ 474155 w 4926099"/>
              <a:gd name="connsiteY1669" fmla="*/ 689280 h 968306"/>
              <a:gd name="connsiteX1670" fmla="*/ 461010 w 4926099"/>
              <a:gd name="connsiteY1670" fmla="*/ 679850 h 968306"/>
              <a:gd name="connsiteX1671" fmla="*/ 413290 w 4926099"/>
              <a:gd name="connsiteY1671" fmla="*/ 680898 h 968306"/>
              <a:gd name="connsiteX1672" fmla="*/ 396050 w 4926099"/>
              <a:gd name="connsiteY1672" fmla="*/ 695090 h 968306"/>
              <a:gd name="connsiteX1673" fmla="*/ 393383 w 4926099"/>
              <a:gd name="connsiteY1673" fmla="*/ 737477 h 968306"/>
              <a:gd name="connsiteX1674" fmla="*/ 391763 w 4926099"/>
              <a:gd name="connsiteY1674" fmla="*/ 867398 h 968306"/>
              <a:gd name="connsiteX1675" fmla="*/ 393383 w 4926099"/>
              <a:gd name="connsiteY1675" fmla="*/ 883590 h 968306"/>
              <a:gd name="connsiteX1676" fmla="*/ 393954 w 4926099"/>
              <a:gd name="connsiteY1676" fmla="*/ 886162 h 968306"/>
              <a:gd name="connsiteX1677" fmla="*/ 395002 w 4926099"/>
              <a:gd name="connsiteY1677" fmla="*/ 889877 h 968306"/>
              <a:gd name="connsiteX1678" fmla="*/ 395002 w 4926099"/>
              <a:gd name="connsiteY1678" fmla="*/ 895115 h 968306"/>
              <a:gd name="connsiteX1679" fmla="*/ 400241 w 4926099"/>
              <a:gd name="connsiteY1679" fmla="*/ 907688 h 968306"/>
              <a:gd name="connsiteX1680" fmla="*/ 403384 w 4926099"/>
              <a:gd name="connsiteY1680" fmla="*/ 913975 h 968306"/>
              <a:gd name="connsiteX1681" fmla="*/ 410242 w 4926099"/>
              <a:gd name="connsiteY1681" fmla="*/ 925500 h 968306"/>
              <a:gd name="connsiteX1682" fmla="*/ 409670 w 4926099"/>
              <a:gd name="connsiteY1682" fmla="*/ 925024 h 968306"/>
              <a:gd name="connsiteX1683" fmla="*/ 186690 w 4926099"/>
              <a:gd name="connsiteY1683" fmla="*/ 676517 h 968306"/>
              <a:gd name="connsiteX1684" fmla="*/ 181928 w 4926099"/>
              <a:gd name="connsiteY1684" fmla="*/ 675469 h 968306"/>
              <a:gd name="connsiteX1685" fmla="*/ 176689 w 4926099"/>
              <a:gd name="connsiteY1685" fmla="*/ 677088 h 968306"/>
              <a:gd name="connsiteX1686" fmla="*/ 154686 w 4926099"/>
              <a:gd name="connsiteY1686" fmla="*/ 735191 h 968306"/>
              <a:gd name="connsiteX1687" fmla="*/ 137446 w 4926099"/>
              <a:gd name="connsiteY1687" fmla="*/ 788626 h 968306"/>
              <a:gd name="connsiteX1688" fmla="*/ 135922 w 4926099"/>
              <a:gd name="connsiteY1688" fmla="*/ 792341 h 968306"/>
              <a:gd name="connsiteX1689" fmla="*/ 133826 w 4926099"/>
              <a:gd name="connsiteY1689" fmla="*/ 795484 h 968306"/>
              <a:gd name="connsiteX1690" fmla="*/ 165830 w 4926099"/>
              <a:gd name="connsiteY1690" fmla="*/ 812724 h 968306"/>
              <a:gd name="connsiteX1691" fmla="*/ 224504 w 4926099"/>
              <a:gd name="connsiteY1691" fmla="*/ 812724 h 968306"/>
              <a:gd name="connsiteX1692" fmla="*/ 228219 w 4926099"/>
              <a:gd name="connsiteY1692" fmla="*/ 812248 h 968306"/>
              <a:gd name="connsiteX1693" fmla="*/ 233458 w 4926099"/>
              <a:gd name="connsiteY1693" fmla="*/ 794912 h 968306"/>
              <a:gd name="connsiteX1694" fmla="*/ 217265 w 4926099"/>
              <a:gd name="connsiteY1694" fmla="*/ 756622 h 968306"/>
              <a:gd name="connsiteX1695" fmla="*/ 212503 w 4926099"/>
              <a:gd name="connsiteY1695" fmla="*/ 743477 h 968306"/>
              <a:gd name="connsiteX1696" fmla="*/ 205169 w 4926099"/>
              <a:gd name="connsiteY1696" fmla="*/ 720998 h 968306"/>
              <a:gd name="connsiteX1697" fmla="*/ 200501 w 4926099"/>
              <a:gd name="connsiteY1697" fmla="*/ 702710 h 968306"/>
              <a:gd name="connsiteX1698" fmla="*/ 190024 w 4926099"/>
              <a:gd name="connsiteY1698" fmla="*/ 679088 h 968306"/>
              <a:gd name="connsiteX1699" fmla="*/ 186881 w 4926099"/>
              <a:gd name="connsiteY1699" fmla="*/ 676517 h 968306"/>
              <a:gd name="connsiteX1700" fmla="*/ 223076 w 4926099"/>
              <a:gd name="connsiteY1700" fmla="*/ 802723 h 968306"/>
              <a:gd name="connsiteX1701" fmla="*/ 220504 w 4926099"/>
              <a:gd name="connsiteY1701" fmla="*/ 803294 h 968306"/>
              <a:gd name="connsiteX1702" fmla="*/ 167069 w 4926099"/>
              <a:gd name="connsiteY1702" fmla="*/ 802723 h 968306"/>
              <a:gd name="connsiteX1703" fmla="*/ 142970 w 4926099"/>
              <a:gd name="connsiteY1703" fmla="*/ 800627 h 968306"/>
              <a:gd name="connsiteX1704" fmla="*/ 145066 w 4926099"/>
              <a:gd name="connsiteY1704" fmla="*/ 797484 h 968306"/>
              <a:gd name="connsiteX1705" fmla="*/ 146114 w 4926099"/>
              <a:gd name="connsiteY1705" fmla="*/ 793769 h 968306"/>
              <a:gd name="connsiteX1706" fmla="*/ 164973 w 4926099"/>
              <a:gd name="connsiteY1706" fmla="*/ 736143 h 968306"/>
              <a:gd name="connsiteX1707" fmla="*/ 183261 w 4926099"/>
              <a:gd name="connsiteY1707" fmla="*/ 686327 h 968306"/>
              <a:gd name="connsiteX1708" fmla="*/ 191167 w 4926099"/>
              <a:gd name="connsiteY1708" fmla="*/ 705663 h 968306"/>
              <a:gd name="connsiteX1709" fmla="*/ 195358 w 4926099"/>
              <a:gd name="connsiteY1709" fmla="*/ 722427 h 968306"/>
              <a:gd name="connsiteX1710" fmla="*/ 203264 w 4926099"/>
              <a:gd name="connsiteY1710" fmla="*/ 747573 h 968306"/>
              <a:gd name="connsiteX1711" fmla="*/ 205835 w 4926099"/>
              <a:gd name="connsiteY1711" fmla="*/ 753860 h 968306"/>
              <a:gd name="connsiteX1712" fmla="*/ 207931 w 4926099"/>
              <a:gd name="connsiteY1712" fmla="*/ 760146 h 968306"/>
              <a:gd name="connsiteX1713" fmla="*/ 224123 w 4926099"/>
              <a:gd name="connsiteY1713" fmla="*/ 797865 h 968306"/>
              <a:gd name="connsiteX1714" fmla="*/ 226219 w 4926099"/>
              <a:gd name="connsiteY1714" fmla="*/ 802056 h 968306"/>
              <a:gd name="connsiteX1715" fmla="*/ 223076 w 4926099"/>
              <a:gd name="connsiteY1715" fmla="*/ 802532 h 968306"/>
              <a:gd name="connsiteX1716" fmla="*/ 11525 w 4926099"/>
              <a:gd name="connsiteY1716" fmla="*/ 943883 h 968306"/>
              <a:gd name="connsiteX1717" fmla="*/ 24098 w 4926099"/>
              <a:gd name="connsiteY1717" fmla="*/ 919785 h 968306"/>
              <a:gd name="connsiteX1718" fmla="*/ 65532 w 4926099"/>
              <a:gd name="connsiteY1718" fmla="*/ 802437 h 968306"/>
              <a:gd name="connsiteX1719" fmla="*/ 66104 w 4926099"/>
              <a:gd name="connsiteY1719" fmla="*/ 798818 h 968306"/>
              <a:gd name="connsiteX1720" fmla="*/ 78677 w 4926099"/>
              <a:gd name="connsiteY1720" fmla="*/ 769957 h 968306"/>
              <a:gd name="connsiteX1721" fmla="*/ 81820 w 4926099"/>
              <a:gd name="connsiteY1721" fmla="*/ 759956 h 968306"/>
              <a:gd name="connsiteX1722" fmla="*/ 86487 w 4926099"/>
              <a:gd name="connsiteY1722" fmla="*/ 750526 h 968306"/>
              <a:gd name="connsiteX1723" fmla="*/ 93345 w 4926099"/>
              <a:gd name="connsiteY1723" fmla="*/ 731190 h 968306"/>
              <a:gd name="connsiteX1724" fmla="*/ 108014 w 4926099"/>
              <a:gd name="connsiteY1724" fmla="*/ 689852 h 968306"/>
              <a:gd name="connsiteX1725" fmla="*/ 131636 w 4926099"/>
              <a:gd name="connsiteY1725" fmla="*/ 625463 h 968306"/>
              <a:gd name="connsiteX1726" fmla="*/ 142113 w 4926099"/>
              <a:gd name="connsiteY1726" fmla="*/ 607175 h 968306"/>
              <a:gd name="connsiteX1727" fmla="*/ 144209 w 4926099"/>
              <a:gd name="connsiteY1727" fmla="*/ 600317 h 968306"/>
              <a:gd name="connsiteX1728" fmla="*/ 145256 w 4926099"/>
              <a:gd name="connsiteY1728" fmla="*/ 597173 h 968306"/>
              <a:gd name="connsiteX1729" fmla="*/ 147828 w 4926099"/>
              <a:gd name="connsiteY1729" fmla="*/ 591935 h 968306"/>
              <a:gd name="connsiteX1730" fmla="*/ 151543 w 4926099"/>
              <a:gd name="connsiteY1730" fmla="*/ 586696 h 968306"/>
              <a:gd name="connsiteX1731" fmla="*/ 158306 w 4926099"/>
              <a:gd name="connsiteY1731" fmla="*/ 587267 h 968306"/>
              <a:gd name="connsiteX1732" fmla="*/ 164592 w 4926099"/>
              <a:gd name="connsiteY1732" fmla="*/ 586696 h 968306"/>
              <a:gd name="connsiteX1733" fmla="*/ 208121 w 4926099"/>
              <a:gd name="connsiteY1733" fmla="*/ 585077 h 968306"/>
              <a:gd name="connsiteX1734" fmla="*/ 218599 w 4926099"/>
              <a:gd name="connsiteY1734" fmla="*/ 584029 h 968306"/>
              <a:gd name="connsiteX1735" fmla="*/ 236411 w 4926099"/>
              <a:gd name="connsiteY1735" fmla="*/ 623272 h 968306"/>
              <a:gd name="connsiteX1736" fmla="*/ 250031 w 4926099"/>
              <a:gd name="connsiteY1736" fmla="*/ 667277 h 968306"/>
              <a:gd name="connsiteX1737" fmla="*/ 252127 w 4926099"/>
              <a:gd name="connsiteY1737" fmla="*/ 674135 h 968306"/>
              <a:gd name="connsiteX1738" fmla="*/ 275749 w 4926099"/>
              <a:gd name="connsiteY1738" fmla="*/ 736524 h 968306"/>
              <a:gd name="connsiteX1739" fmla="*/ 282607 w 4926099"/>
              <a:gd name="connsiteY1739" fmla="*/ 757479 h 968306"/>
              <a:gd name="connsiteX1740" fmla="*/ 290989 w 4926099"/>
              <a:gd name="connsiteY1740" fmla="*/ 776815 h 968306"/>
              <a:gd name="connsiteX1741" fmla="*/ 292513 w 4926099"/>
              <a:gd name="connsiteY1741" fmla="*/ 782054 h 968306"/>
              <a:gd name="connsiteX1742" fmla="*/ 294132 w 4926099"/>
              <a:gd name="connsiteY1742" fmla="*/ 785673 h 968306"/>
              <a:gd name="connsiteX1743" fmla="*/ 296228 w 4926099"/>
              <a:gd name="connsiteY1743" fmla="*/ 790912 h 968306"/>
              <a:gd name="connsiteX1744" fmla="*/ 298799 w 4926099"/>
              <a:gd name="connsiteY1744" fmla="*/ 796627 h 968306"/>
              <a:gd name="connsiteX1745" fmla="*/ 310801 w 4926099"/>
              <a:gd name="connsiteY1745" fmla="*/ 832822 h 968306"/>
              <a:gd name="connsiteX1746" fmla="*/ 320231 w 4926099"/>
              <a:gd name="connsiteY1746" fmla="*/ 852158 h 968306"/>
              <a:gd name="connsiteX1747" fmla="*/ 322326 w 4926099"/>
              <a:gd name="connsiteY1747" fmla="*/ 857396 h 968306"/>
              <a:gd name="connsiteX1748" fmla="*/ 354806 w 4926099"/>
              <a:gd name="connsiteY1748" fmla="*/ 937502 h 968306"/>
              <a:gd name="connsiteX1749" fmla="*/ 356902 w 4926099"/>
              <a:gd name="connsiteY1749" fmla="*/ 945407 h 968306"/>
              <a:gd name="connsiteX1750" fmla="*/ 347472 w 4926099"/>
              <a:gd name="connsiteY1750" fmla="*/ 943883 h 968306"/>
              <a:gd name="connsiteX1751" fmla="*/ 321278 w 4926099"/>
              <a:gd name="connsiteY1751" fmla="*/ 941788 h 968306"/>
              <a:gd name="connsiteX1752" fmla="*/ 284131 w 4926099"/>
              <a:gd name="connsiteY1752" fmla="*/ 941788 h 968306"/>
              <a:gd name="connsiteX1753" fmla="*/ 270986 w 4926099"/>
              <a:gd name="connsiteY1753" fmla="*/ 900449 h 968306"/>
              <a:gd name="connsiteX1754" fmla="*/ 268891 w 4926099"/>
              <a:gd name="connsiteY1754" fmla="*/ 895782 h 968306"/>
              <a:gd name="connsiteX1755" fmla="*/ 267367 w 4926099"/>
              <a:gd name="connsiteY1755" fmla="*/ 892067 h 968306"/>
              <a:gd name="connsiteX1756" fmla="*/ 265271 w 4926099"/>
              <a:gd name="connsiteY1756" fmla="*/ 887400 h 968306"/>
              <a:gd name="connsiteX1757" fmla="*/ 261080 w 4926099"/>
              <a:gd name="connsiteY1757" fmla="*/ 879018 h 968306"/>
              <a:gd name="connsiteX1758" fmla="*/ 242221 w 4926099"/>
              <a:gd name="connsiteY1758" fmla="*/ 862254 h 968306"/>
              <a:gd name="connsiteX1759" fmla="*/ 223361 w 4926099"/>
              <a:gd name="connsiteY1759" fmla="*/ 861778 h 968306"/>
              <a:gd name="connsiteX1760" fmla="*/ 189833 w 4926099"/>
              <a:gd name="connsiteY1760" fmla="*/ 863302 h 968306"/>
              <a:gd name="connsiteX1761" fmla="*/ 117539 w 4926099"/>
              <a:gd name="connsiteY1761" fmla="*/ 862254 h 968306"/>
              <a:gd name="connsiteX1762" fmla="*/ 109633 w 4926099"/>
              <a:gd name="connsiteY1762" fmla="*/ 869112 h 968306"/>
              <a:gd name="connsiteX1763" fmla="*/ 106490 w 4926099"/>
              <a:gd name="connsiteY1763" fmla="*/ 871684 h 968306"/>
              <a:gd name="connsiteX1764" fmla="*/ 86011 w 4926099"/>
              <a:gd name="connsiteY1764" fmla="*/ 929310 h 968306"/>
              <a:gd name="connsiteX1765" fmla="*/ 80296 w 4926099"/>
              <a:gd name="connsiteY1765" fmla="*/ 948646 h 968306"/>
              <a:gd name="connsiteX1766" fmla="*/ 43148 w 4926099"/>
              <a:gd name="connsiteY1766" fmla="*/ 949217 h 968306"/>
              <a:gd name="connsiteX1767" fmla="*/ 33719 w 4926099"/>
              <a:gd name="connsiteY1767" fmla="*/ 947122 h 968306"/>
              <a:gd name="connsiteX1768" fmla="*/ 26384 w 4926099"/>
              <a:gd name="connsiteY1768" fmla="*/ 945598 h 968306"/>
              <a:gd name="connsiteX1769" fmla="*/ 21622 w 4926099"/>
              <a:gd name="connsiteY1769" fmla="*/ 944550 h 968306"/>
              <a:gd name="connsiteX1770" fmla="*/ 16955 w 4926099"/>
              <a:gd name="connsiteY1770" fmla="*/ 944074 h 968306"/>
              <a:gd name="connsiteX1771" fmla="*/ 11716 w 4926099"/>
              <a:gd name="connsiteY1771" fmla="*/ 944074 h 968306"/>
              <a:gd name="connsiteX1772" fmla="*/ 247841 w 4926099"/>
              <a:gd name="connsiteY1772" fmla="*/ 871589 h 968306"/>
              <a:gd name="connsiteX1773" fmla="*/ 249936 w 4926099"/>
              <a:gd name="connsiteY1773" fmla="*/ 875780 h 968306"/>
              <a:gd name="connsiteX1774" fmla="*/ 252031 w 4926099"/>
              <a:gd name="connsiteY1774" fmla="*/ 883114 h 968306"/>
              <a:gd name="connsiteX1775" fmla="*/ 256223 w 4926099"/>
              <a:gd name="connsiteY1775" fmla="*/ 891020 h 968306"/>
              <a:gd name="connsiteX1776" fmla="*/ 257747 w 4926099"/>
              <a:gd name="connsiteY1776" fmla="*/ 895687 h 968306"/>
              <a:gd name="connsiteX1777" fmla="*/ 260414 w 4926099"/>
              <a:gd name="connsiteY1777" fmla="*/ 900354 h 968306"/>
              <a:gd name="connsiteX1778" fmla="*/ 261938 w 4926099"/>
              <a:gd name="connsiteY1778" fmla="*/ 904069 h 968306"/>
              <a:gd name="connsiteX1779" fmla="*/ 275082 w 4926099"/>
              <a:gd name="connsiteY1779" fmla="*/ 945979 h 968306"/>
              <a:gd name="connsiteX1780" fmla="*/ 285083 w 4926099"/>
              <a:gd name="connsiteY1780" fmla="*/ 952742 h 968306"/>
              <a:gd name="connsiteX1781" fmla="*/ 321183 w 4926099"/>
              <a:gd name="connsiteY1781" fmla="*/ 952265 h 968306"/>
              <a:gd name="connsiteX1782" fmla="*/ 345853 w 4926099"/>
              <a:gd name="connsiteY1782" fmla="*/ 953789 h 968306"/>
              <a:gd name="connsiteX1783" fmla="*/ 363665 w 4926099"/>
              <a:gd name="connsiteY1783" fmla="*/ 955885 h 968306"/>
              <a:gd name="connsiteX1784" fmla="*/ 364236 w 4926099"/>
              <a:gd name="connsiteY1784" fmla="*/ 934930 h 968306"/>
              <a:gd name="connsiteX1785" fmla="*/ 331184 w 4926099"/>
              <a:gd name="connsiteY1785" fmla="*/ 852729 h 968306"/>
              <a:gd name="connsiteX1786" fmla="*/ 329089 w 4926099"/>
              <a:gd name="connsiteY1786" fmla="*/ 848062 h 968306"/>
              <a:gd name="connsiteX1787" fmla="*/ 320231 w 4926099"/>
              <a:gd name="connsiteY1787" fmla="*/ 829202 h 968306"/>
              <a:gd name="connsiteX1788" fmla="*/ 308134 w 4926099"/>
              <a:gd name="connsiteY1788" fmla="*/ 793007 h 968306"/>
              <a:gd name="connsiteX1789" fmla="*/ 300323 w 4926099"/>
              <a:gd name="connsiteY1789" fmla="*/ 773672 h 968306"/>
              <a:gd name="connsiteX1790" fmla="*/ 291941 w 4926099"/>
              <a:gd name="connsiteY1790" fmla="*/ 754336 h 968306"/>
              <a:gd name="connsiteX1791" fmla="*/ 285083 w 4926099"/>
              <a:gd name="connsiteY1791" fmla="*/ 732905 h 968306"/>
              <a:gd name="connsiteX1792" fmla="*/ 261461 w 4926099"/>
              <a:gd name="connsiteY1792" fmla="*/ 670040 h 968306"/>
              <a:gd name="connsiteX1793" fmla="*/ 260414 w 4926099"/>
              <a:gd name="connsiteY1793" fmla="*/ 667373 h 968306"/>
              <a:gd name="connsiteX1794" fmla="*/ 258794 w 4926099"/>
              <a:gd name="connsiteY1794" fmla="*/ 662705 h 968306"/>
              <a:gd name="connsiteX1795" fmla="*/ 245174 w 4926099"/>
              <a:gd name="connsiteY1795" fmla="*/ 618700 h 968306"/>
              <a:gd name="connsiteX1796" fmla="*/ 235172 w 4926099"/>
              <a:gd name="connsiteY1796" fmla="*/ 597745 h 968306"/>
              <a:gd name="connsiteX1797" fmla="*/ 206407 w 4926099"/>
              <a:gd name="connsiteY1797" fmla="*/ 575266 h 968306"/>
              <a:gd name="connsiteX1798" fmla="*/ 163449 w 4926099"/>
              <a:gd name="connsiteY1798" fmla="*/ 576790 h 968306"/>
              <a:gd name="connsiteX1799" fmla="*/ 158210 w 4926099"/>
              <a:gd name="connsiteY1799" fmla="*/ 577361 h 968306"/>
              <a:gd name="connsiteX1800" fmla="*/ 140970 w 4926099"/>
              <a:gd name="connsiteY1800" fmla="*/ 581552 h 968306"/>
              <a:gd name="connsiteX1801" fmla="*/ 138875 w 4926099"/>
              <a:gd name="connsiteY1801" fmla="*/ 587267 h 968306"/>
              <a:gd name="connsiteX1802" fmla="*/ 135160 w 4926099"/>
              <a:gd name="connsiteY1802" fmla="*/ 594602 h 968306"/>
              <a:gd name="connsiteX1803" fmla="*/ 134112 w 4926099"/>
              <a:gd name="connsiteY1803" fmla="*/ 598221 h 968306"/>
              <a:gd name="connsiteX1804" fmla="*/ 133064 w 4926099"/>
              <a:gd name="connsiteY1804" fmla="*/ 602888 h 968306"/>
              <a:gd name="connsiteX1805" fmla="*/ 122587 w 4926099"/>
              <a:gd name="connsiteY1805" fmla="*/ 620700 h 968306"/>
              <a:gd name="connsiteX1806" fmla="*/ 98489 w 4926099"/>
              <a:gd name="connsiteY1806" fmla="*/ 686137 h 968306"/>
              <a:gd name="connsiteX1807" fmla="*/ 83820 w 4926099"/>
              <a:gd name="connsiteY1807" fmla="*/ 727475 h 968306"/>
              <a:gd name="connsiteX1808" fmla="*/ 76486 w 4926099"/>
              <a:gd name="connsiteY1808" fmla="*/ 748430 h 968306"/>
              <a:gd name="connsiteX1809" fmla="*/ 69152 w 4926099"/>
              <a:gd name="connsiteY1809" fmla="*/ 766242 h 968306"/>
              <a:gd name="connsiteX1810" fmla="*/ 55531 w 4926099"/>
              <a:gd name="connsiteY1810" fmla="*/ 799294 h 968306"/>
              <a:gd name="connsiteX1811" fmla="*/ 14669 w 4926099"/>
              <a:gd name="connsiteY1811" fmla="*/ 916166 h 968306"/>
              <a:gd name="connsiteX1812" fmla="*/ 1048 w 4926099"/>
              <a:gd name="connsiteY1812" fmla="*/ 941312 h 968306"/>
              <a:gd name="connsiteX1813" fmla="*/ 0 w 4926099"/>
              <a:gd name="connsiteY1813" fmla="*/ 944455 h 968306"/>
              <a:gd name="connsiteX1814" fmla="*/ 19336 w 4926099"/>
              <a:gd name="connsiteY1814" fmla="*/ 954361 h 968306"/>
              <a:gd name="connsiteX1815" fmla="*/ 24575 w 4926099"/>
              <a:gd name="connsiteY1815" fmla="*/ 955409 h 968306"/>
              <a:gd name="connsiteX1816" fmla="*/ 32957 w 4926099"/>
              <a:gd name="connsiteY1816" fmla="*/ 956933 h 968306"/>
              <a:gd name="connsiteX1817" fmla="*/ 41339 w 4926099"/>
              <a:gd name="connsiteY1817" fmla="*/ 959028 h 968306"/>
              <a:gd name="connsiteX1818" fmla="*/ 83725 w 4926099"/>
              <a:gd name="connsiteY1818" fmla="*/ 959028 h 968306"/>
              <a:gd name="connsiteX1819" fmla="*/ 90011 w 4926099"/>
              <a:gd name="connsiteY1819" fmla="*/ 950075 h 968306"/>
              <a:gd name="connsiteX1820" fmla="*/ 95822 w 4926099"/>
              <a:gd name="connsiteY1820" fmla="*/ 930167 h 968306"/>
              <a:gd name="connsiteX1821" fmla="*/ 108395 w 4926099"/>
              <a:gd name="connsiteY1821" fmla="*/ 888829 h 968306"/>
              <a:gd name="connsiteX1822" fmla="*/ 114205 w 4926099"/>
              <a:gd name="connsiteY1822" fmla="*/ 878351 h 968306"/>
              <a:gd name="connsiteX1823" fmla="*/ 116777 w 4926099"/>
              <a:gd name="connsiteY1823" fmla="*/ 875780 h 968306"/>
              <a:gd name="connsiteX1824" fmla="*/ 120491 w 4926099"/>
              <a:gd name="connsiteY1824" fmla="*/ 871589 h 968306"/>
              <a:gd name="connsiteX1825" fmla="*/ 189071 w 4926099"/>
              <a:gd name="connsiteY1825" fmla="*/ 873208 h 968306"/>
              <a:gd name="connsiteX1826" fmla="*/ 222599 w 4926099"/>
              <a:gd name="connsiteY1826" fmla="*/ 871589 h 968306"/>
              <a:gd name="connsiteX1827" fmla="*/ 246221 w 4926099"/>
              <a:gd name="connsiteY1827" fmla="*/ 871589 h 968306"/>
              <a:gd name="connsiteX1828" fmla="*/ 247841 w 4926099"/>
              <a:gd name="connsiteY1828" fmla="*/ 871589 h 968306"/>
              <a:gd name="connsiteX1829" fmla="*/ 4810697 w 4926099"/>
              <a:gd name="connsiteY1829" fmla="*/ 158642 h 968306"/>
              <a:gd name="connsiteX1830" fmla="*/ 4774025 w 4926099"/>
              <a:gd name="connsiteY1830" fmla="*/ 158642 h 968306"/>
              <a:gd name="connsiteX1831" fmla="*/ 4760881 w 4926099"/>
              <a:gd name="connsiteY1831" fmla="*/ 162833 h 968306"/>
              <a:gd name="connsiteX1832" fmla="*/ 4758309 w 4926099"/>
              <a:gd name="connsiteY1832" fmla="*/ 164929 h 968306"/>
              <a:gd name="connsiteX1833" fmla="*/ 4751547 w 4926099"/>
              <a:gd name="connsiteY1833" fmla="*/ 169120 h 968306"/>
              <a:gd name="connsiteX1834" fmla="*/ 4738402 w 4926099"/>
              <a:gd name="connsiteY1834" fmla="*/ 182264 h 968306"/>
              <a:gd name="connsiteX1835" fmla="*/ 4727924 w 4926099"/>
              <a:gd name="connsiteY1835" fmla="*/ 207887 h 968306"/>
              <a:gd name="connsiteX1836" fmla="*/ 4743641 w 4926099"/>
              <a:gd name="connsiteY1836" fmla="*/ 219412 h 968306"/>
              <a:gd name="connsiteX1837" fmla="*/ 4746784 w 4926099"/>
              <a:gd name="connsiteY1837" fmla="*/ 218840 h 968306"/>
              <a:gd name="connsiteX1838" fmla="*/ 4837462 w 4926099"/>
              <a:gd name="connsiteY1838" fmla="*/ 221507 h 968306"/>
              <a:gd name="connsiteX1839" fmla="*/ 4854226 w 4926099"/>
              <a:gd name="connsiteY1839" fmla="*/ 215697 h 968306"/>
              <a:gd name="connsiteX1840" fmla="*/ 4847368 w 4926099"/>
              <a:gd name="connsiteY1840" fmla="*/ 179597 h 968306"/>
              <a:gd name="connsiteX1841" fmla="*/ 4829556 w 4926099"/>
              <a:gd name="connsiteY1841" fmla="*/ 165977 h 968306"/>
              <a:gd name="connsiteX1842" fmla="*/ 4810697 w 4926099"/>
              <a:gd name="connsiteY1842" fmla="*/ 158642 h 968306"/>
              <a:gd name="connsiteX1843" fmla="*/ 4847844 w 4926099"/>
              <a:gd name="connsiteY1843" fmla="*/ 207887 h 968306"/>
              <a:gd name="connsiteX1844" fmla="*/ 4836890 w 4926099"/>
              <a:gd name="connsiteY1844" fmla="*/ 211601 h 968306"/>
              <a:gd name="connsiteX1845" fmla="*/ 4744689 w 4926099"/>
              <a:gd name="connsiteY1845" fmla="*/ 208934 h 968306"/>
              <a:gd name="connsiteX1846" fmla="*/ 4741545 w 4926099"/>
              <a:gd name="connsiteY1846" fmla="*/ 209506 h 968306"/>
              <a:gd name="connsiteX1847" fmla="*/ 4737831 w 4926099"/>
              <a:gd name="connsiteY1847" fmla="*/ 210077 h 968306"/>
              <a:gd name="connsiteX1848" fmla="*/ 4746213 w 4926099"/>
              <a:gd name="connsiteY1848" fmla="*/ 188075 h 968306"/>
              <a:gd name="connsiteX1849" fmla="*/ 4756214 w 4926099"/>
              <a:gd name="connsiteY1849" fmla="*/ 178169 h 968306"/>
              <a:gd name="connsiteX1850" fmla="*/ 4764596 w 4926099"/>
              <a:gd name="connsiteY1850" fmla="*/ 173501 h 968306"/>
              <a:gd name="connsiteX1851" fmla="*/ 4766691 w 4926099"/>
              <a:gd name="connsiteY1851" fmla="*/ 171406 h 968306"/>
              <a:gd name="connsiteX1852" fmla="*/ 4776692 w 4926099"/>
              <a:gd name="connsiteY1852" fmla="*/ 168739 h 968306"/>
              <a:gd name="connsiteX1853" fmla="*/ 4808697 w 4926099"/>
              <a:gd name="connsiteY1853" fmla="*/ 168739 h 968306"/>
              <a:gd name="connsiteX1854" fmla="*/ 4824889 w 4926099"/>
              <a:gd name="connsiteY1854" fmla="*/ 175025 h 968306"/>
              <a:gd name="connsiteX1855" fmla="*/ 4839081 w 4926099"/>
              <a:gd name="connsiteY1855" fmla="*/ 185503 h 968306"/>
              <a:gd name="connsiteX1856" fmla="*/ 4847940 w 4926099"/>
              <a:gd name="connsiteY1856" fmla="*/ 207982 h 968306"/>
              <a:gd name="connsiteX1857" fmla="*/ 4862037 w 4926099"/>
              <a:gd name="connsiteY1857" fmla="*/ 304375 h 968306"/>
              <a:gd name="connsiteX1858" fmla="*/ 4910709 w 4926099"/>
              <a:gd name="connsiteY1858" fmla="*/ 303327 h 968306"/>
              <a:gd name="connsiteX1859" fmla="*/ 4900232 w 4926099"/>
              <a:gd name="connsiteY1859" fmla="*/ 328473 h 968306"/>
              <a:gd name="connsiteX1860" fmla="*/ 4893374 w 4926099"/>
              <a:gd name="connsiteY1860" fmla="*/ 337331 h 968306"/>
              <a:gd name="connsiteX1861" fmla="*/ 4881849 w 4926099"/>
              <a:gd name="connsiteY1861" fmla="*/ 348857 h 968306"/>
              <a:gd name="connsiteX1862" fmla="*/ 4860417 w 4926099"/>
              <a:gd name="connsiteY1862" fmla="*/ 360382 h 968306"/>
              <a:gd name="connsiteX1863" fmla="*/ 4857846 w 4926099"/>
              <a:gd name="connsiteY1863" fmla="*/ 362954 h 968306"/>
              <a:gd name="connsiteX1864" fmla="*/ 4855274 w 4926099"/>
              <a:gd name="connsiteY1864" fmla="*/ 364573 h 968306"/>
              <a:gd name="connsiteX1865" fmla="*/ 4843748 w 4926099"/>
              <a:gd name="connsiteY1865" fmla="*/ 370288 h 968306"/>
              <a:gd name="connsiteX1866" fmla="*/ 4838510 w 4926099"/>
              <a:gd name="connsiteY1866" fmla="*/ 371907 h 968306"/>
              <a:gd name="connsiteX1867" fmla="*/ 4833842 w 4926099"/>
              <a:gd name="connsiteY1867" fmla="*/ 373526 h 968306"/>
              <a:gd name="connsiteX1868" fmla="*/ 4754214 w 4926099"/>
              <a:gd name="connsiteY1868" fmla="*/ 371907 h 968306"/>
              <a:gd name="connsiteX1869" fmla="*/ 4728020 w 4926099"/>
              <a:gd name="connsiteY1869" fmla="*/ 364001 h 968306"/>
              <a:gd name="connsiteX1870" fmla="*/ 4698683 w 4926099"/>
              <a:gd name="connsiteY1870" fmla="*/ 341522 h 968306"/>
              <a:gd name="connsiteX1871" fmla="*/ 4670393 w 4926099"/>
              <a:gd name="connsiteY1871" fmla="*/ 291230 h 968306"/>
              <a:gd name="connsiteX1872" fmla="*/ 4667822 w 4926099"/>
              <a:gd name="connsiteY1872" fmla="*/ 280753 h 968306"/>
              <a:gd name="connsiteX1873" fmla="*/ 4666203 w 4926099"/>
              <a:gd name="connsiteY1873" fmla="*/ 276562 h 968306"/>
              <a:gd name="connsiteX1874" fmla="*/ 4665155 w 4926099"/>
              <a:gd name="connsiteY1874" fmla="*/ 270275 h 968306"/>
              <a:gd name="connsiteX1875" fmla="*/ 4663059 w 4926099"/>
              <a:gd name="connsiteY1875" fmla="*/ 256655 h 968306"/>
              <a:gd name="connsiteX1876" fmla="*/ 4663535 w 4926099"/>
              <a:gd name="connsiteY1876" fmla="*/ 252940 h 968306"/>
              <a:gd name="connsiteX1877" fmla="*/ 4664012 w 4926099"/>
              <a:gd name="connsiteY1877" fmla="*/ 249320 h 968306"/>
              <a:gd name="connsiteX1878" fmla="*/ 4664012 w 4926099"/>
              <a:gd name="connsiteY1878" fmla="*/ 245606 h 968306"/>
              <a:gd name="connsiteX1879" fmla="*/ 4664583 w 4926099"/>
              <a:gd name="connsiteY1879" fmla="*/ 238843 h 968306"/>
              <a:gd name="connsiteX1880" fmla="*/ 4689729 w 4926099"/>
              <a:gd name="connsiteY1880" fmla="*/ 170168 h 968306"/>
              <a:gd name="connsiteX1881" fmla="*/ 4701826 w 4926099"/>
              <a:gd name="connsiteY1881" fmla="*/ 152356 h 968306"/>
              <a:gd name="connsiteX1882" fmla="*/ 4740021 w 4926099"/>
              <a:gd name="connsiteY1882" fmla="*/ 123019 h 968306"/>
              <a:gd name="connsiteX1883" fmla="*/ 4770882 w 4926099"/>
              <a:gd name="connsiteY1883" fmla="*/ 114161 h 968306"/>
              <a:gd name="connsiteX1884" fmla="*/ 4828508 w 4926099"/>
              <a:gd name="connsiteY1884" fmla="*/ 114732 h 968306"/>
              <a:gd name="connsiteX1885" fmla="*/ 4832128 w 4926099"/>
              <a:gd name="connsiteY1885" fmla="*/ 115780 h 968306"/>
              <a:gd name="connsiteX1886" fmla="*/ 4861465 w 4926099"/>
              <a:gd name="connsiteY1886" fmla="*/ 127781 h 968306"/>
              <a:gd name="connsiteX1887" fmla="*/ 4880324 w 4926099"/>
              <a:gd name="connsiteY1887" fmla="*/ 149784 h 968306"/>
              <a:gd name="connsiteX1888" fmla="*/ 4912233 w 4926099"/>
              <a:gd name="connsiteY1888" fmla="*/ 227318 h 968306"/>
              <a:gd name="connsiteX1889" fmla="*/ 4912710 w 4926099"/>
              <a:gd name="connsiteY1889" fmla="*/ 232080 h 968306"/>
              <a:gd name="connsiteX1890" fmla="*/ 4912710 w 4926099"/>
              <a:gd name="connsiteY1890" fmla="*/ 235795 h 968306"/>
              <a:gd name="connsiteX1891" fmla="*/ 4913281 w 4926099"/>
              <a:gd name="connsiteY1891" fmla="*/ 242081 h 968306"/>
              <a:gd name="connsiteX1892" fmla="*/ 4914805 w 4926099"/>
              <a:gd name="connsiteY1892" fmla="*/ 249987 h 968306"/>
              <a:gd name="connsiteX1893" fmla="*/ 4915853 w 4926099"/>
              <a:gd name="connsiteY1893" fmla="*/ 254654 h 968306"/>
              <a:gd name="connsiteX1894" fmla="*/ 4883373 w 4926099"/>
              <a:gd name="connsiteY1894" fmla="*/ 253035 h 968306"/>
              <a:gd name="connsiteX1895" fmla="*/ 4811078 w 4926099"/>
              <a:gd name="connsiteY1895" fmla="*/ 256178 h 968306"/>
              <a:gd name="connsiteX1896" fmla="*/ 4788027 w 4926099"/>
              <a:gd name="connsiteY1896" fmla="*/ 257226 h 968306"/>
              <a:gd name="connsiteX1897" fmla="*/ 4736688 w 4926099"/>
              <a:gd name="connsiteY1897" fmla="*/ 258274 h 968306"/>
              <a:gd name="connsiteX1898" fmla="*/ 4728306 w 4926099"/>
              <a:gd name="connsiteY1898" fmla="*/ 292850 h 968306"/>
              <a:gd name="connsiteX1899" fmla="*/ 4730401 w 4926099"/>
              <a:gd name="connsiteY1899" fmla="*/ 298088 h 968306"/>
              <a:gd name="connsiteX1900" fmla="*/ 4732020 w 4926099"/>
              <a:gd name="connsiteY1900" fmla="*/ 302279 h 968306"/>
              <a:gd name="connsiteX1901" fmla="*/ 4733544 w 4926099"/>
              <a:gd name="connsiteY1901" fmla="*/ 305423 h 968306"/>
              <a:gd name="connsiteX1902" fmla="*/ 4735640 w 4926099"/>
              <a:gd name="connsiteY1902" fmla="*/ 308090 h 968306"/>
              <a:gd name="connsiteX1903" fmla="*/ 4738783 w 4926099"/>
              <a:gd name="connsiteY1903" fmla="*/ 312281 h 968306"/>
              <a:gd name="connsiteX1904" fmla="*/ 4744022 w 4926099"/>
              <a:gd name="connsiteY1904" fmla="*/ 317519 h 968306"/>
              <a:gd name="connsiteX1905" fmla="*/ 4749260 w 4926099"/>
              <a:gd name="connsiteY1905" fmla="*/ 323806 h 968306"/>
              <a:gd name="connsiteX1906" fmla="*/ 4778598 w 4926099"/>
              <a:gd name="connsiteY1906" fmla="*/ 336950 h 968306"/>
              <a:gd name="connsiteX1907" fmla="*/ 4782312 w 4926099"/>
              <a:gd name="connsiteY1907" fmla="*/ 337522 h 968306"/>
              <a:gd name="connsiteX1908" fmla="*/ 4815840 w 4926099"/>
              <a:gd name="connsiteY1908" fmla="*/ 333807 h 968306"/>
              <a:gd name="connsiteX1909" fmla="*/ 4861465 w 4926099"/>
              <a:gd name="connsiteY1909" fmla="*/ 304470 h 968306"/>
              <a:gd name="connsiteX1910" fmla="*/ 4861941 w 4926099"/>
              <a:gd name="connsiteY1910" fmla="*/ 304470 h 968306"/>
              <a:gd name="connsiteX1911" fmla="*/ 4737354 w 4926099"/>
              <a:gd name="connsiteY1911" fmla="*/ 268275 h 968306"/>
              <a:gd name="connsiteX1912" fmla="*/ 4789742 w 4926099"/>
              <a:gd name="connsiteY1912" fmla="*/ 267227 h 968306"/>
              <a:gd name="connsiteX1913" fmla="*/ 4811268 w 4926099"/>
              <a:gd name="connsiteY1913" fmla="*/ 266180 h 968306"/>
              <a:gd name="connsiteX1914" fmla="*/ 4883563 w 4926099"/>
              <a:gd name="connsiteY1914" fmla="*/ 263036 h 968306"/>
              <a:gd name="connsiteX1915" fmla="*/ 4904518 w 4926099"/>
              <a:gd name="connsiteY1915" fmla="*/ 264656 h 968306"/>
              <a:gd name="connsiteX1916" fmla="*/ 4923378 w 4926099"/>
              <a:gd name="connsiteY1916" fmla="*/ 240557 h 968306"/>
              <a:gd name="connsiteX1917" fmla="*/ 4922902 w 4926099"/>
              <a:gd name="connsiteY1917" fmla="*/ 235319 h 968306"/>
              <a:gd name="connsiteX1918" fmla="*/ 4922902 w 4926099"/>
              <a:gd name="connsiteY1918" fmla="*/ 231128 h 968306"/>
              <a:gd name="connsiteX1919" fmla="*/ 4922425 w 4926099"/>
              <a:gd name="connsiteY1919" fmla="*/ 225889 h 968306"/>
              <a:gd name="connsiteX1920" fmla="*/ 4887849 w 4926099"/>
              <a:gd name="connsiteY1920" fmla="*/ 142545 h 968306"/>
              <a:gd name="connsiteX1921" fmla="*/ 4866894 w 4926099"/>
              <a:gd name="connsiteY1921" fmla="*/ 119495 h 968306"/>
              <a:gd name="connsiteX1922" fmla="*/ 4838605 w 4926099"/>
              <a:gd name="connsiteY1922" fmla="*/ 107493 h 968306"/>
              <a:gd name="connsiteX1923" fmla="*/ 4834414 w 4926099"/>
              <a:gd name="connsiteY1923" fmla="*/ 105874 h 968306"/>
              <a:gd name="connsiteX1924" fmla="*/ 4830795 w 4926099"/>
              <a:gd name="connsiteY1924" fmla="*/ 105302 h 968306"/>
              <a:gd name="connsiteX1925" fmla="*/ 4769549 w 4926099"/>
              <a:gd name="connsiteY1925" fmla="*/ 104255 h 968306"/>
              <a:gd name="connsiteX1926" fmla="*/ 4737068 w 4926099"/>
              <a:gd name="connsiteY1926" fmla="*/ 113113 h 968306"/>
              <a:gd name="connsiteX1927" fmla="*/ 4693063 w 4926099"/>
              <a:gd name="connsiteY1927" fmla="*/ 147689 h 968306"/>
              <a:gd name="connsiteX1928" fmla="*/ 4680490 w 4926099"/>
              <a:gd name="connsiteY1928" fmla="*/ 165977 h 968306"/>
              <a:gd name="connsiteX1929" fmla="*/ 4655344 w 4926099"/>
              <a:gd name="connsiteY1929" fmla="*/ 230366 h 968306"/>
              <a:gd name="connsiteX1930" fmla="*/ 4654296 w 4926099"/>
              <a:gd name="connsiteY1930" fmla="*/ 244558 h 968306"/>
              <a:gd name="connsiteX1931" fmla="*/ 4654296 w 4926099"/>
              <a:gd name="connsiteY1931" fmla="*/ 248273 h 968306"/>
              <a:gd name="connsiteX1932" fmla="*/ 4653820 w 4926099"/>
              <a:gd name="connsiteY1932" fmla="*/ 251416 h 968306"/>
              <a:gd name="connsiteX1933" fmla="*/ 4653248 w 4926099"/>
              <a:gd name="connsiteY1933" fmla="*/ 255607 h 968306"/>
              <a:gd name="connsiteX1934" fmla="*/ 4655344 w 4926099"/>
              <a:gd name="connsiteY1934" fmla="*/ 272371 h 968306"/>
              <a:gd name="connsiteX1935" fmla="*/ 4656963 w 4926099"/>
              <a:gd name="connsiteY1935" fmla="*/ 280181 h 968306"/>
              <a:gd name="connsiteX1936" fmla="*/ 4658582 w 4926099"/>
              <a:gd name="connsiteY1936" fmla="*/ 284372 h 968306"/>
              <a:gd name="connsiteX1937" fmla="*/ 4660678 w 4926099"/>
              <a:gd name="connsiteY1937" fmla="*/ 292754 h 968306"/>
              <a:gd name="connsiteX1938" fmla="*/ 4661154 w 4926099"/>
              <a:gd name="connsiteY1938" fmla="*/ 295421 h 968306"/>
              <a:gd name="connsiteX1939" fmla="*/ 4692015 w 4926099"/>
              <a:gd name="connsiteY1939" fmla="*/ 349428 h 968306"/>
              <a:gd name="connsiteX1940" fmla="*/ 4725543 w 4926099"/>
              <a:gd name="connsiteY1940" fmla="*/ 374003 h 968306"/>
              <a:gd name="connsiteX1941" fmla="*/ 4751737 w 4926099"/>
              <a:gd name="connsiteY1941" fmla="*/ 381908 h 968306"/>
              <a:gd name="connsiteX1942" fmla="*/ 4837081 w 4926099"/>
              <a:gd name="connsiteY1942" fmla="*/ 382956 h 968306"/>
              <a:gd name="connsiteX1943" fmla="*/ 4841272 w 4926099"/>
              <a:gd name="connsiteY1943" fmla="*/ 381432 h 968306"/>
              <a:gd name="connsiteX1944" fmla="*/ 4846987 w 4926099"/>
              <a:gd name="connsiteY1944" fmla="*/ 379813 h 968306"/>
              <a:gd name="connsiteX1945" fmla="*/ 4856417 w 4926099"/>
              <a:gd name="connsiteY1945" fmla="*/ 374574 h 968306"/>
              <a:gd name="connsiteX1946" fmla="*/ 4861656 w 4926099"/>
              <a:gd name="connsiteY1946" fmla="*/ 372479 h 968306"/>
              <a:gd name="connsiteX1947" fmla="*/ 4864227 w 4926099"/>
              <a:gd name="connsiteY1947" fmla="*/ 370383 h 968306"/>
              <a:gd name="connsiteX1948" fmla="*/ 4866799 w 4926099"/>
              <a:gd name="connsiteY1948" fmla="*/ 368288 h 968306"/>
              <a:gd name="connsiteX1949" fmla="*/ 4887754 w 4926099"/>
              <a:gd name="connsiteY1949" fmla="*/ 357239 h 968306"/>
              <a:gd name="connsiteX1950" fmla="*/ 4902899 w 4926099"/>
              <a:gd name="connsiteY1950" fmla="*/ 341046 h 968306"/>
              <a:gd name="connsiteX1951" fmla="*/ 4909185 w 4926099"/>
              <a:gd name="connsiteY1951" fmla="*/ 333712 h 968306"/>
              <a:gd name="connsiteX1952" fmla="*/ 4917568 w 4926099"/>
              <a:gd name="connsiteY1952" fmla="*/ 293326 h 968306"/>
              <a:gd name="connsiteX1953" fmla="*/ 4900803 w 4926099"/>
              <a:gd name="connsiteY1953" fmla="*/ 292278 h 968306"/>
              <a:gd name="connsiteX1954" fmla="*/ 4859941 w 4926099"/>
              <a:gd name="connsiteY1954" fmla="*/ 294374 h 968306"/>
              <a:gd name="connsiteX1955" fmla="*/ 4855750 w 4926099"/>
              <a:gd name="connsiteY1955" fmla="*/ 295421 h 968306"/>
              <a:gd name="connsiteX1956" fmla="*/ 4852131 w 4926099"/>
              <a:gd name="connsiteY1956" fmla="*/ 301232 h 968306"/>
              <a:gd name="connsiteX1957" fmla="*/ 4813364 w 4926099"/>
              <a:gd name="connsiteY1957" fmla="*/ 324282 h 968306"/>
              <a:gd name="connsiteX1958" fmla="*/ 4782503 w 4926099"/>
              <a:gd name="connsiteY1958" fmla="*/ 327425 h 968306"/>
              <a:gd name="connsiteX1959" fmla="*/ 4777835 w 4926099"/>
              <a:gd name="connsiteY1959" fmla="*/ 326378 h 968306"/>
              <a:gd name="connsiteX1960" fmla="*/ 4756881 w 4926099"/>
              <a:gd name="connsiteY1960" fmla="*/ 316948 h 968306"/>
              <a:gd name="connsiteX1961" fmla="*/ 4750118 w 4926099"/>
              <a:gd name="connsiteY1961" fmla="*/ 309137 h 968306"/>
              <a:gd name="connsiteX1962" fmla="*/ 4746974 w 4926099"/>
              <a:gd name="connsiteY1962" fmla="*/ 305423 h 968306"/>
              <a:gd name="connsiteX1963" fmla="*/ 4743831 w 4926099"/>
              <a:gd name="connsiteY1963" fmla="*/ 301803 h 968306"/>
              <a:gd name="connsiteX1964" fmla="*/ 4741736 w 4926099"/>
              <a:gd name="connsiteY1964" fmla="*/ 298088 h 968306"/>
              <a:gd name="connsiteX1965" fmla="*/ 4740116 w 4926099"/>
              <a:gd name="connsiteY1965" fmla="*/ 294945 h 968306"/>
              <a:gd name="connsiteX1966" fmla="*/ 4738021 w 4926099"/>
              <a:gd name="connsiteY1966" fmla="*/ 289230 h 968306"/>
              <a:gd name="connsiteX1967" fmla="*/ 4737545 w 4926099"/>
              <a:gd name="connsiteY1967" fmla="*/ 268275 h 968306"/>
              <a:gd name="connsiteX1968" fmla="*/ 4470368 w 4926099"/>
              <a:gd name="connsiteY1968" fmla="*/ 373050 h 968306"/>
              <a:gd name="connsiteX1969" fmla="*/ 4469892 w 4926099"/>
              <a:gd name="connsiteY1969" fmla="*/ 373050 h 968306"/>
              <a:gd name="connsiteX1970" fmla="*/ 4470940 w 4926099"/>
              <a:gd name="connsiteY1970" fmla="*/ 368383 h 968306"/>
              <a:gd name="connsiteX1971" fmla="*/ 4470940 w 4926099"/>
              <a:gd name="connsiteY1971" fmla="*/ 360477 h 968306"/>
              <a:gd name="connsiteX1972" fmla="*/ 4470368 w 4926099"/>
              <a:gd name="connsiteY1972" fmla="*/ 304375 h 968306"/>
              <a:gd name="connsiteX1973" fmla="*/ 4470940 w 4926099"/>
              <a:gd name="connsiteY1973" fmla="*/ 238938 h 968306"/>
              <a:gd name="connsiteX1974" fmla="*/ 4470940 w 4926099"/>
              <a:gd name="connsiteY1974" fmla="*/ 207982 h 968306"/>
              <a:gd name="connsiteX1975" fmla="*/ 4471416 w 4926099"/>
              <a:gd name="connsiteY1975" fmla="*/ 204267 h 968306"/>
              <a:gd name="connsiteX1976" fmla="*/ 4471892 w 4926099"/>
              <a:gd name="connsiteY1976" fmla="*/ 193313 h 968306"/>
              <a:gd name="connsiteX1977" fmla="*/ 4471892 w 4926099"/>
              <a:gd name="connsiteY1977" fmla="*/ 115780 h 968306"/>
              <a:gd name="connsiteX1978" fmla="*/ 4494372 w 4926099"/>
              <a:gd name="connsiteY1978" fmla="*/ 117399 h 968306"/>
              <a:gd name="connsiteX1979" fmla="*/ 4496467 w 4926099"/>
              <a:gd name="connsiteY1979" fmla="*/ 117971 h 968306"/>
              <a:gd name="connsiteX1980" fmla="*/ 4528947 w 4926099"/>
              <a:gd name="connsiteY1980" fmla="*/ 117971 h 968306"/>
              <a:gd name="connsiteX1981" fmla="*/ 4529995 w 4926099"/>
              <a:gd name="connsiteY1981" fmla="*/ 143117 h 968306"/>
              <a:gd name="connsiteX1982" fmla="*/ 4543140 w 4926099"/>
              <a:gd name="connsiteY1982" fmla="*/ 151975 h 968306"/>
              <a:gd name="connsiteX1983" fmla="*/ 4554665 w 4926099"/>
              <a:gd name="connsiteY1983" fmla="*/ 143593 h 968306"/>
              <a:gd name="connsiteX1984" fmla="*/ 4558380 w 4926099"/>
              <a:gd name="connsiteY1984" fmla="*/ 140450 h 968306"/>
              <a:gd name="connsiteX1985" fmla="*/ 4568857 w 4926099"/>
              <a:gd name="connsiteY1985" fmla="*/ 131591 h 968306"/>
              <a:gd name="connsiteX1986" fmla="*/ 4576191 w 4926099"/>
              <a:gd name="connsiteY1986" fmla="*/ 123686 h 968306"/>
              <a:gd name="connsiteX1987" fmla="*/ 4582001 w 4926099"/>
              <a:gd name="connsiteY1987" fmla="*/ 119495 h 968306"/>
              <a:gd name="connsiteX1988" fmla="*/ 4588288 w 4926099"/>
              <a:gd name="connsiteY1988" fmla="*/ 116351 h 968306"/>
              <a:gd name="connsiteX1989" fmla="*/ 4600861 w 4926099"/>
              <a:gd name="connsiteY1989" fmla="*/ 112637 h 968306"/>
              <a:gd name="connsiteX1990" fmla="*/ 4611815 w 4926099"/>
              <a:gd name="connsiteY1990" fmla="*/ 111017 h 968306"/>
              <a:gd name="connsiteX1991" fmla="*/ 4617054 w 4926099"/>
              <a:gd name="connsiteY1991" fmla="*/ 109970 h 968306"/>
              <a:gd name="connsiteX1992" fmla="*/ 4620197 w 4926099"/>
              <a:gd name="connsiteY1992" fmla="*/ 110541 h 968306"/>
              <a:gd name="connsiteX1993" fmla="*/ 4623340 w 4926099"/>
              <a:gd name="connsiteY1993" fmla="*/ 112637 h 968306"/>
              <a:gd name="connsiteX1994" fmla="*/ 4621245 w 4926099"/>
              <a:gd name="connsiteY1994" fmla="*/ 138259 h 968306"/>
              <a:gd name="connsiteX1995" fmla="*/ 4622292 w 4926099"/>
              <a:gd name="connsiteY1995" fmla="*/ 145593 h 968306"/>
              <a:gd name="connsiteX1996" fmla="*/ 4624864 w 4926099"/>
              <a:gd name="connsiteY1996" fmla="*/ 167596 h 968306"/>
              <a:gd name="connsiteX1997" fmla="*/ 4614958 w 4926099"/>
              <a:gd name="connsiteY1997" fmla="*/ 168167 h 968306"/>
              <a:gd name="connsiteX1998" fmla="*/ 4607624 w 4926099"/>
              <a:gd name="connsiteY1998" fmla="*/ 169215 h 968306"/>
              <a:gd name="connsiteX1999" fmla="*/ 4605052 w 4926099"/>
              <a:gd name="connsiteY1999" fmla="*/ 168644 h 968306"/>
              <a:gd name="connsiteX2000" fmla="*/ 4555236 w 4926099"/>
              <a:gd name="connsiteY2000" fmla="*/ 186455 h 968306"/>
              <a:gd name="connsiteX2001" fmla="*/ 4551045 w 4926099"/>
              <a:gd name="connsiteY2001" fmla="*/ 192170 h 968306"/>
              <a:gd name="connsiteX2002" fmla="*/ 4548950 w 4926099"/>
              <a:gd name="connsiteY2002" fmla="*/ 195885 h 968306"/>
              <a:gd name="connsiteX2003" fmla="*/ 4547426 w 4926099"/>
              <a:gd name="connsiteY2003" fmla="*/ 197981 h 968306"/>
              <a:gd name="connsiteX2004" fmla="*/ 4542758 w 4926099"/>
              <a:gd name="connsiteY2004" fmla="*/ 203219 h 968306"/>
              <a:gd name="connsiteX2005" fmla="*/ 4540091 w 4926099"/>
              <a:gd name="connsiteY2005" fmla="*/ 210554 h 968306"/>
              <a:gd name="connsiteX2006" fmla="*/ 4538567 w 4926099"/>
              <a:gd name="connsiteY2006" fmla="*/ 213125 h 968306"/>
              <a:gd name="connsiteX2007" fmla="*/ 4536948 w 4926099"/>
              <a:gd name="connsiteY2007" fmla="*/ 219412 h 968306"/>
              <a:gd name="connsiteX2008" fmla="*/ 4536472 w 4926099"/>
              <a:gd name="connsiteY2008" fmla="*/ 223603 h 968306"/>
              <a:gd name="connsiteX2009" fmla="*/ 4534853 w 4926099"/>
              <a:gd name="connsiteY2009" fmla="*/ 228842 h 968306"/>
              <a:gd name="connsiteX2010" fmla="*/ 4534376 w 4926099"/>
              <a:gd name="connsiteY2010" fmla="*/ 230937 h 968306"/>
              <a:gd name="connsiteX2011" fmla="*/ 4530662 w 4926099"/>
              <a:gd name="connsiteY2011" fmla="*/ 249797 h 968306"/>
              <a:gd name="connsiteX2012" fmla="*/ 4529614 w 4926099"/>
              <a:gd name="connsiteY2012" fmla="*/ 263417 h 968306"/>
              <a:gd name="connsiteX2013" fmla="*/ 4528566 w 4926099"/>
              <a:gd name="connsiteY2013" fmla="*/ 289611 h 968306"/>
              <a:gd name="connsiteX2014" fmla="*/ 4528090 w 4926099"/>
              <a:gd name="connsiteY2014" fmla="*/ 324663 h 968306"/>
              <a:gd name="connsiteX2015" fmla="*/ 4528090 w 4926099"/>
              <a:gd name="connsiteY2015" fmla="*/ 347142 h 968306"/>
              <a:gd name="connsiteX2016" fmla="*/ 4529709 w 4926099"/>
              <a:gd name="connsiteY2016" fmla="*/ 356000 h 968306"/>
              <a:gd name="connsiteX2017" fmla="*/ 4529709 w 4926099"/>
              <a:gd name="connsiteY2017" fmla="*/ 366002 h 968306"/>
              <a:gd name="connsiteX2018" fmla="*/ 4529138 w 4926099"/>
              <a:gd name="connsiteY2018" fmla="*/ 372288 h 968306"/>
              <a:gd name="connsiteX2019" fmla="*/ 4470464 w 4926099"/>
              <a:gd name="connsiteY2019" fmla="*/ 372860 h 968306"/>
              <a:gd name="connsiteX2020" fmla="*/ 4461034 w 4926099"/>
              <a:gd name="connsiteY2020" fmla="*/ 366002 h 968306"/>
              <a:gd name="connsiteX2021" fmla="*/ 4459415 w 4926099"/>
              <a:gd name="connsiteY2021" fmla="*/ 375431 h 968306"/>
              <a:gd name="connsiteX2022" fmla="*/ 4460463 w 4926099"/>
              <a:gd name="connsiteY2022" fmla="*/ 378575 h 968306"/>
              <a:gd name="connsiteX2023" fmla="*/ 4464177 w 4926099"/>
              <a:gd name="connsiteY2023" fmla="*/ 382194 h 968306"/>
              <a:gd name="connsiteX2024" fmla="*/ 4513422 w 4926099"/>
              <a:gd name="connsiteY2024" fmla="*/ 382194 h 968306"/>
              <a:gd name="connsiteX2025" fmla="*/ 4538567 w 4926099"/>
              <a:gd name="connsiteY2025" fmla="*/ 374384 h 968306"/>
              <a:gd name="connsiteX2026" fmla="*/ 4539615 w 4926099"/>
              <a:gd name="connsiteY2026" fmla="*/ 366478 h 968306"/>
              <a:gd name="connsiteX2027" fmla="*/ 4539615 w 4926099"/>
              <a:gd name="connsiteY2027" fmla="*/ 354953 h 968306"/>
              <a:gd name="connsiteX2028" fmla="*/ 4537996 w 4926099"/>
              <a:gd name="connsiteY2028" fmla="*/ 345999 h 968306"/>
              <a:gd name="connsiteX2029" fmla="*/ 4537996 w 4926099"/>
              <a:gd name="connsiteY2029" fmla="*/ 325044 h 968306"/>
              <a:gd name="connsiteX2030" fmla="*/ 4539044 w 4926099"/>
              <a:gd name="connsiteY2030" fmla="*/ 289421 h 968306"/>
              <a:gd name="connsiteX2031" fmla="*/ 4539520 w 4926099"/>
              <a:gd name="connsiteY2031" fmla="*/ 263798 h 968306"/>
              <a:gd name="connsiteX2032" fmla="*/ 4540568 w 4926099"/>
              <a:gd name="connsiteY2032" fmla="*/ 251225 h 968306"/>
              <a:gd name="connsiteX2033" fmla="*/ 4543140 w 4926099"/>
              <a:gd name="connsiteY2033" fmla="*/ 239129 h 968306"/>
              <a:gd name="connsiteX2034" fmla="*/ 4543616 w 4926099"/>
              <a:gd name="connsiteY2034" fmla="*/ 232366 h 968306"/>
              <a:gd name="connsiteX2035" fmla="*/ 4544664 w 4926099"/>
              <a:gd name="connsiteY2035" fmla="*/ 230747 h 968306"/>
              <a:gd name="connsiteX2036" fmla="*/ 4546759 w 4926099"/>
              <a:gd name="connsiteY2036" fmla="*/ 225032 h 968306"/>
              <a:gd name="connsiteX2037" fmla="*/ 4546759 w 4926099"/>
              <a:gd name="connsiteY2037" fmla="*/ 220269 h 968306"/>
              <a:gd name="connsiteX2038" fmla="*/ 4549426 w 4926099"/>
              <a:gd name="connsiteY2038" fmla="*/ 215030 h 968306"/>
              <a:gd name="connsiteX2039" fmla="*/ 4550474 w 4926099"/>
              <a:gd name="connsiteY2039" fmla="*/ 212935 h 968306"/>
              <a:gd name="connsiteX2040" fmla="*/ 4550950 w 4926099"/>
              <a:gd name="connsiteY2040" fmla="*/ 209792 h 968306"/>
              <a:gd name="connsiteX2041" fmla="*/ 4551522 w 4926099"/>
              <a:gd name="connsiteY2041" fmla="*/ 207696 h 968306"/>
              <a:gd name="connsiteX2042" fmla="*/ 4554093 w 4926099"/>
              <a:gd name="connsiteY2042" fmla="*/ 204553 h 968306"/>
              <a:gd name="connsiteX2043" fmla="*/ 4557237 w 4926099"/>
              <a:gd name="connsiteY2043" fmla="*/ 201410 h 968306"/>
              <a:gd name="connsiteX2044" fmla="*/ 4558856 w 4926099"/>
              <a:gd name="connsiteY2044" fmla="*/ 199314 h 968306"/>
              <a:gd name="connsiteX2045" fmla="*/ 4559904 w 4926099"/>
              <a:gd name="connsiteY2045" fmla="*/ 197219 h 968306"/>
              <a:gd name="connsiteX2046" fmla="*/ 4562571 w 4926099"/>
              <a:gd name="connsiteY2046" fmla="*/ 193504 h 968306"/>
              <a:gd name="connsiteX2047" fmla="*/ 4606576 w 4926099"/>
              <a:gd name="connsiteY2047" fmla="*/ 178835 h 968306"/>
              <a:gd name="connsiteX2048" fmla="*/ 4611243 w 4926099"/>
              <a:gd name="connsiteY2048" fmla="*/ 178835 h 968306"/>
              <a:gd name="connsiteX2049" fmla="*/ 4617054 w 4926099"/>
              <a:gd name="connsiteY2049" fmla="*/ 177216 h 968306"/>
              <a:gd name="connsiteX2050" fmla="*/ 4625435 w 4926099"/>
              <a:gd name="connsiteY2050" fmla="*/ 177216 h 968306"/>
              <a:gd name="connsiteX2051" fmla="*/ 4628103 w 4926099"/>
              <a:gd name="connsiteY2051" fmla="*/ 177788 h 968306"/>
              <a:gd name="connsiteX2052" fmla="*/ 4635437 w 4926099"/>
              <a:gd name="connsiteY2052" fmla="*/ 166834 h 968306"/>
              <a:gd name="connsiteX2053" fmla="*/ 4632865 w 4926099"/>
              <a:gd name="connsiteY2053" fmla="*/ 145403 h 968306"/>
              <a:gd name="connsiteX2054" fmla="*/ 4631246 w 4926099"/>
              <a:gd name="connsiteY2054" fmla="*/ 137021 h 968306"/>
              <a:gd name="connsiteX2055" fmla="*/ 4625435 w 4926099"/>
              <a:gd name="connsiteY2055" fmla="*/ 100921 h 968306"/>
              <a:gd name="connsiteX2056" fmla="*/ 4621816 w 4926099"/>
              <a:gd name="connsiteY2056" fmla="*/ 100349 h 968306"/>
              <a:gd name="connsiteX2057" fmla="*/ 4618673 w 4926099"/>
              <a:gd name="connsiteY2057" fmla="*/ 99778 h 968306"/>
              <a:gd name="connsiteX2058" fmla="*/ 4614482 w 4926099"/>
              <a:gd name="connsiteY2058" fmla="*/ 100349 h 968306"/>
              <a:gd name="connsiteX2059" fmla="*/ 4610291 w 4926099"/>
              <a:gd name="connsiteY2059" fmla="*/ 100921 h 968306"/>
              <a:gd name="connsiteX2060" fmla="*/ 4600861 w 4926099"/>
              <a:gd name="connsiteY2060" fmla="*/ 101969 h 968306"/>
              <a:gd name="connsiteX2061" fmla="*/ 4585621 w 4926099"/>
              <a:gd name="connsiteY2061" fmla="*/ 106160 h 968306"/>
              <a:gd name="connsiteX2062" fmla="*/ 4583525 w 4926099"/>
              <a:gd name="connsiteY2062" fmla="*/ 106160 h 968306"/>
              <a:gd name="connsiteX2063" fmla="*/ 4576191 w 4926099"/>
              <a:gd name="connsiteY2063" fmla="*/ 110827 h 968306"/>
              <a:gd name="connsiteX2064" fmla="*/ 4569429 w 4926099"/>
              <a:gd name="connsiteY2064" fmla="*/ 116066 h 968306"/>
              <a:gd name="connsiteX2065" fmla="*/ 4562094 w 4926099"/>
              <a:gd name="connsiteY2065" fmla="*/ 123876 h 968306"/>
              <a:gd name="connsiteX2066" fmla="*/ 4551140 w 4926099"/>
              <a:gd name="connsiteY2066" fmla="*/ 133306 h 968306"/>
              <a:gd name="connsiteX2067" fmla="*/ 4548569 w 4926099"/>
              <a:gd name="connsiteY2067" fmla="*/ 135401 h 968306"/>
              <a:gd name="connsiteX2068" fmla="*/ 4540758 w 4926099"/>
              <a:gd name="connsiteY2068" fmla="*/ 141688 h 968306"/>
              <a:gd name="connsiteX2069" fmla="*/ 4538663 w 4926099"/>
              <a:gd name="connsiteY2069" fmla="*/ 111779 h 968306"/>
              <a:gd name="connsiteX2070" fmla="*/ 4496181 w 4926099"/>
              <a:gd name="connsiteY2070" fmla="*/ 107112 h 968306"/>
              <a:gd name="connsiteX2071" fmla="*/ 4493609 w 4926099"/>
              <a:gd name="connsiteY2071" fmla="*/ 107112 h 968306"/>
              <a:gd name="connsiteX2072" fmla="*/ 4461606 w 4926099"/>
              <a:gd name="connsiteY2072" fmla="*/ 111303 h 968306"/>
              <a:gd name="connsiteX2073" fmla="*/ 4462653 w 4926099"/>
              <a:gd name="connsiteY2073" fmla="*/ 161595 h 968306"/>
              <a:gd name="connsiteX2074" fmla="*/ 4461606 w 4926099"/>
              <a:gd name="connsiteY2074" fmla="*/ 202457 h 968306"/>
              <a:gd name="connsiteX2075" fmla="*/ 4460558 w 4926099"/>
              <a:gd name="connsiteY2075" fmla="*/ 207696 h 968306"/>
              <a:gd name="connsiteX2076" fmla="*/ 4461034 w 4926099"/>
              <a:gd name="connsiteY2076" fmla="*/ 238652 h 968306"/>
              <a:gd name="connsiteX2077" fmla="*/ 4461034 w 4926099"/>
              <a:gd name="connsiteY2077" fmla="*/ 360668 h 968306"/>
              <a:gd name="connsiteX2078" fmla="*/ 4461034 w 4926099"/>
              <a:gd name="connsiteY2078" fmla="*/ 365906 h 968306"/>
              <a:gd name="connsiteX2079" fmla="*/ 4166330 w 4926099"/>
              <a:gd name="connsiteY2079" fmla="*/ 14624 h 968306"/>
              <a:gd name="connsiteX2080" fmla="*/ 4175189 w 4926099"/>
              <a:gd name="connsiteY2080" fmla="*/ 14624 h 968306"/>
              <a:gd name="connsiteX2081" fmla="*/ 4181475 w 4926099"/>
              <a:gd name="connsiteY2081" fmla="*/ 15196 h 968306"/>
              <a:gd name="connsiteX2082" fmla="*/ 4199858 w 4926099"/>
              <a:gd name="connsiteY2082" fmla="*/ 16244 h 968306"/>
              <a:gd name="connsiteX2083" fmla="*/ 4229196 w 4926099"/>
              <a:gd name="connsiteY2083" fmla="*/ 17291 h 968306"/>
              <a:gd name="connsiteX2084" fmla="*/ 4229672 w 4926099"/>
              <a:gd name="connsiteY2084" fmla="*/ 19958 h 968306"/>
              <a:gd name="connsiteX2085" fmla="*/ 4231291 w 4926099"/>
              <a:gd name="connsiteY2085" fmla="*/ 31484 h 968306"/>
              <a:gd name="connsiteX2086" fmla="*/ 4231767 w 4926099"/>
              <a:gd name="connsiteY2086" fmla="*/ 48248 h 968306"/>
              <a:gd name="connsiteX2087" fmla="*/ 4231767 w 4926099"/>
              <a:gd name="connsiteY2087" fmla="*/ 68155 h 968306"/>
              <a:gd name="connsiteX2088" fmla="*/ 4231291 w 4926099"/>
              <a:gd name="connsiteY2088" fmla="*/ 95396 h 968306"/>
              <a:gd name="connsiteX2089" fmla="*/ 4230815 w 4926099"/>
              <a:gd name="connsiteY2089" fmla="*/ 128924 h 968306"/>
              <a:gd name="connsiteX2090" fmla="*/ 4230243 w 4926099"/>
              <a:gd name="connsiteY2090" fmla="*/ 133687 h 968306"/>
              <a:gd name="connsiteX2091" fmla="*/ 4230243 w 4926099"/>
              <a:gd name="connsiteY2091" fmla="*/ 136259 h 968306"/>
              <a:gd name="connsiteX2092" fmla="*/ 4230815 w 4926099"/>
              <a:gd name="connsiteY2092" fmla="*/ 140450 h 968306"/>
              <a:gd name="connsiteX2093" fmla="*/ 4259104 w 4926099"/>
              <a:gd name="connsiteY2093" fmla="*/ 131020 h 968306"/>
              <a:gd name="connsiteX2094" fmla="*/ 4270058 w 4926099"/>
              <a:gd name="connsiteY2094" fmla="*/ 124733 h 968306"/>
              <a:gd name="connsiteX2095" fmla="*/ 4273677 w 4926099"/>
              <a:gd name="connsiteY2095" fmla="*/ 121590 h 968306"/>
              <a:gd name="connsiteX2096" fmla="*/ 4278440 w 4926099"/>
              <a:gd name="connsiteY2096" fmla="*/ 118923 h 968306"/>
              <a:gd name="connsiteX2097" fmla="*/ 4291584 w 4926099"/>
              <a:gd name="connsiteY2097" fmla="*/ 112065 h 968306"/>
              <a:gd name="connsiteX2098" fmla="*/ 4297871 w 4926099"/>
              <a:gd name="connsiteY2098" fmla="*/ 109970 h 968306"/>
              <a:gd name="connsiteX2099" fmla="*/ 4302062 w 4926099"/>
              <a:gd name="connsiteY2099" fmla="*/ 108922 h 968306"/>
              <a:gd name="connsiteX2100" fmla="*/ 4316730 w 4926099"/>
              <a:gd name="connsiteY2100" fmla="*/ 106826 h 968306"/>
              <a:gd name="connsiteX2101" fmla="*/ 4327684 w 4926099"/>
              <a:gd name="connsiteY2101" fmla="*/ 106255 h 968306"/>
              <a:gd name="connsiteX2102" fmla="*/ 4331399 w 4926099"/>
              <a:gd name="connsiteY2102" fmla="*/ 105683 h 968306"/>
              <a:gd name="connsiteX2103" fmla="*/ 4335018 w 4926099"/>
              <a:gd name="connsiteY2103" fmla="*/ 106255 h 968306"/>
              <a:gd name="connsiteX2104" fmla="*/ 4341305 w 4926099"/>
              <a:gd name="connsiteY2104" fmla="*/ 107303 h 968306"/>
              <a:gd name="connsiteX2105" fmla="*/ 4345496 w 4926099"/>
              <a:gd name="connsiteY2105" fmla="*/ 106731 h 968306"/>
              <a:gd name="connsiteX2106" fmla="*/ 4350163 w 4926099"/>
              <a:gd name="connsiteY2106" fmla="*/ 107303 h 968306"/>
              <a:gd name="connsiteX2107" fmla="*/ 4353306 w 4926099"/>
              <a:gd name="connsiteY2107" fmla="*/ 108350 h 968306"/>
              <a:gd name="connsiteX2108" fmla="*/ 4369023 w 4926099"/>
              <a:gd name="connsiteY2108" fmla="*/ 115685 h 968306"/>
              <a:gd name="connsiteX2109" fmla="*/ 4372166 w 4926099"/>
              <a:gd name="connsiteY2109" fmla="*/ 118352 h 968306"/>
              <a:gd name="connsiteX2110" fmla="*/ 4384167 w 4926099"/>
              <a:gd name="connsiteY2110" fmla="*/ 134068 h 968306"/>
              <a:gd name="connsiteX2111" fmla="*/ 4386739 w 4926099"/>
              <a:gd name="connsiteY2111" fmla="*/ 138259 h 968306"/>
              <a:gd name="connsiteX2112" fmla="*/ 4388834 w 4926099"/>
              <a:gd name="connsiteY2112" fmla="*/ 140926 h 968306"/>
              <a:gd name="connsiteX2113" fmla="*/ 4396169 w 4926099"/>
              <a:gd name="connsiteY2113" fmla="*/ 153499 h 968306"/>
              <a:gd name="connsiteX2114" fmla="*/ 4396645 w 4926099"/>
              <a:gd name="connsiteY2114" fmla="*/ 157690 h 968306"/>
              <a:gd name="connsiteX2115" fmla="*/ 4398264 w 4926099"/>
              <a:gd name="connsiteY2115" fmla="*/ 164453 h 968306"/>
              <a:gd name="connsiteX2116" fmla="*/ 4402931 w 4926099"/>
              <a:gd name="connsiteY2116" fmla="*/ 197504 h 968306"/>
              <a:gd name="connsiteX2117" fmla="*/ 4406075 w 4926099"/>
              <a:gd name="connsiteY2117" fmla="*/ 224270 h 968306"/>
              <a:gd name="connsiteX2118" fmla="*/ 4408647 w 4926099"/>
              <a:gd name="connsiteY2118" fmla="*/ 269799 h 968306"/>
              <a:gd name="connsiteX2119" fmla="*/ 4410266 w 4926099"/>
              <a:gd name="connsiteY2119" fmla="*/ 305899 h 968306"/>
              <a:gd name="connsiteX2120" fmla="*/ 4410266 w 4926099"/>
              <a:gd name="connsiteY2120" fmla="*/ 335807 h 968306"/>
              <a:gd name="connsiteX2121" fmla="*/ 4410266 w 4926099"/>
              <a:gd name="connsiteY2121" fmla="*/ 375050 h 968306"/>
              <a:gd name="connsiteX2122" fmla="*/ 4401884 w 4926099"/>
              <a:gd name="connsiteY2122" fmla="*/ 375050 h 968306"/>
              <a:gd name="connsiteX2123" fmla="*/ 4348448 w 4926099"/>
              <a:gd name="connsiteY2123" fmla="*/ 372383 h 968306"/>
              <a:gd name="connsiteX2124" fmla="*/ 4348448 w 4926099"/>
              <a:gd name="connsiteY2124" fmla="*/ 371336 h 968306"/>
              <a:gd name="connsiteX2125" fmla="*/ 4350544 w 4926099"/>
              <a:gd name="connsiteY2125" fmla="*/ 303232 h 968306"/>
              <a:gd name="connsiteX2126" fmla="*/ 4350544 w 4926099"/>
              <a:gd name="connsiteY2126" fmla="*/ 273895 h 968306"/>
              <a:gd name="connsiteX2127" fmla="*/ 4349496 w 4926099"/>
              <a:gd name="connsiteY2127" fmla="*/ 254464 h 968306"/>
              <a:gd name="connsiteX2128" fmla="*/ 4348448 w 4926099"/>
              <a:gd name="connsiteY2128" fmla="*/ 206839 h 968306"/>
              <a:gd name="connsiteX2129" fmla="*/ 4331113 w 4926099"/>
              <a:gd name="connsiteY2129" fmla="*/ 165405 h 968306"/>
              <a:gd name="connsiteX2130" fmla="*/ 4325303 w 4926099"/>
              <a:gd name="connsiteY2130" fmla="*/ 159119 h 968306"/>
              <a:gd name="connsiteX2131" fmla="*/ 4302824 w 4926099"/>
              <a:gd name="connsiteY2131" fmla="*/ 152832 h 968306"/>
              <a:gd name="connsiteX2132" fmla="*/ 4293394 w 4926099"/>
              <a:gd name="connsiteY2132" fmla="*/ 153404 h 968306"/>
              <a:gd name="connsiteX2133" fmla="*/ 4286060 w 4926099"/>
              <a:gd name="connsiteY2133" fmla="*/ 154451 h 968306"/>
              <a:gd name="connsiteX2134" fmla="*/ 4268724 w 4926099"/>
              <a:gd name="connsiteY2134" fmla="*/ 160738 h 968306"/>
              <a:gd name="connsiteX2135" fmla="*/ 4242054 w 4926099"/>
              <a:gd name="connsiteY2135" fmla="*/ 187979 h 968306"/>
              <a:gd name="connsiteX2136" fmla="*/ 4234720 w 4926099"/>
              <a:gd name="connsiteY2136" fmla="*/ 219983 h 968306"/>
              <a:gd name="connsiteX2137" fmla="*/ 4233101 w 4926099"/>
              <a:gd name="connsiteY2137" fmla="*/ 225222 h 968306"/>
              <a:gd name="connsiteX2138" fmla="*/ 4227290 w 4926099"/>
              <a:gd name="connsiteY2138" fmla="*/ 311138 h 968306"/>
              <a:gd name="connsiteX2139" fmla="*/ 4228338 w 4926099"/>
              <a:gd name="connsiteY2139" fmla="*/ 333140 h 968306"/>
              <a:gd name="connsiteX2140" fmla="*/ 4229386 w 4926099"/>
              <a:gd name="connsiteY2140" fmla="*/ 373526 h 968306"/>
              <a:gd name="connsiteX2141" fmla="*/ 4229386 w 4926099"/>
              <a:gd name="connsiteY2141" fmla="*/ 374098 h 968306"/>
              <a:gd name="connsiteX2142" fmla="*/ 4169664 w 4926099"/>
              <a:gd name="connsiteY2142" fmla="*/ 372002 h 968306"/>
              <a:gd name="connsiteX2143" fmla="*/ 4169188 w 4926099"/>
              <a:gd name="connsiteY2143" fmla="*/ 372002 h 968306"/>
              <a:gd name="connsiteX2144" fmla="*/ 4168616 w 4926099"/>
              <a:gd name="connsiteY2144" fmla="*/ 367335 h 968306"/>
              <a:gd name="connsiteX2145" fmla="*/ 4165473 w 4926099"/>
              <a:gd name="connsiteY2145" fmla="*/ 308661 h 968306"/>
              <a:gd name="connsiteX2146" fmla="*/ 4164997 w 4926099"/>
              <a:gd name="connsiteY2146" fmla="*/ 270942 h 968306"/>
              <a:gd name="connsiteX2147" fmla="*/ 4165473 w 4926099"/>
              <a:gd name="connsiteY2147" fmla="*/ 176645 h 968306"/>
              <a:gd name="connsiteX2148" fmla="*/ 4163854 w 4926099"/>
              <a:gd name="connsiteY2148" fmla="*/ 79775 h 968306"/>
              <a:gd name="connsiteX2149" fmla="*/ 4164902 w 4926099"/>
              <a:gd name="connsiteY2149" fmla="*/ 44152 h 968306"/>
              <a:gd name="connsiteX2150" fmla="*/ 4165378 w 4926099"/>
              <a:gd name="connsiteY2150" fmla="*/ 14815 h 968306"/>
              <a:gd name="connsiteX2151" fmla="*/ 4165854 w 4926099"/>
              <a:gd name="connsiteY2151" fmla="*/ 14815 h 968306"/>
              <a:gd name="connsiteX2152" fmla="*/ 4338162 w 4926099"/>
              <a:gd name="connsiteY2152" fmla="*/ 375527 h 968306"/>
              <a:gd name="connsiteX2153" fmla="*/ 4345496 w 4926099"/>
              <a:gd name="connsiteY2153" fmla="*/ 382289 h 968306"/>
              <a:gd name="connsiteX2154" fmla="*/ 4402074 w 4926099"/>
              <a:gd name="connsiteY2154" fmla="*/ 384956 h 968306"/>
              <a:gd name="connsiteX2155" fmla="*/ 4419886 w 4926099"/>
              <a:gd name="connsiteY2155" fmla="*/ 378670 h 968306"/>
              <a:gd name="connsiteX2156" fmla="*/ 4420457 w 4926099"/>
              <a:gd name="connsiteY2156" fmla="*/ 335712 h 968306"/>
              <a:gd name="connsiteX2157" fmla="*/ 4420457 w 4926099"/>
              <a:gd name="connsiteY2157" fmla="*/ 304280 h 968306"/>
              <a:gd name="connsiteX2158" fmla="*/ 4418838 w 4926099"/>
              <a:gd name="connsiteY2158" fmla="*/ 268180 h 968306"/>
              <a:gd name="connsiteX2159" fmla="*/ 4416266 w 4926099"/>
              <a:gd name="connsiteY2159" fmla="*/ 223698 h 968306"/>
              <a:gd name="connsiteX2160" fmla="*/ 4413123 w 4926099"/>
              <a:gd name="connsiteY2160" fmla="*/ 196933 h 968306"/>
              <a:gd name="connsiteX2161" fmla="*/ 4407884 w 4926099"/>
              <a:gd name="connsiteY2161" fmla="*/ 161786 h 968306"/>
              <a:gd name="connsiteX2162" fmla="*/ 4406837 w 4926099"/>
              <a:gd name="connsiteY2162" fmla="*/ 156071 h 968306"/>
              <a:gd name="connsiteX2163" fmla="*/ 4405789 w 4926099"/>
              <a:gd name="connsiteY2163" fmla="*/ 150260 h 968306"/>
              <a:gd name="connsiteX2164" fmla="*/ 4396931 w 4926099"/>
              <a:gd name="connsiteY2164" fmla="*/ 135020 h 968306"/>
              <a:gd name="connsiteX2165" fmla="*/ 4393216 w 4926099"/>
              <a:gd name="connsiteY2165" fmla="*/ 128258 h 968306"/>
              <a:gd name="connsiteX2166" fmla="*/ 4379119 w 4926099"/>
              <a:gd name="connsiteY2166" fmla="*/ 111494 h 968306"/>
              <a:gd name="connsiteX2167" fmla="*/ 4374356 w 4926099"/>
              <a:gd name="connsiteY2167" fmla="*/ 106826 h 968306"/>
              <a:gd name="connsiteX2168" fmla="*/ 4357116 w 4926099"/>
              <a:gd name="connsiteY2168" fmla="*/ 98921 h 968306"/>
              <a:gd name="connsiteX2169" fmla="*/ 4353401 w 4926099"/>
              <a:gd name="connsiteY2169" fmla="*/ 97873 h 968306"/>
              <a:gd name="connsiteX2170" fmla="*/ 4345020 w 4926099"/>
              <a:gd name="connsiteY2170" fmla="*/ 96825 h 968306"/>
              <a:gd name="connsiteX2171" fmla="*/ 4341305 w 4926099"/>
              <a:gd name="connsiteY2171" fmla="*/ 96825 h 968306"/>
              <a:gd name="connsiteX2172" fmla="*/ 4336638 w 4926099"/>
              <a:gd name="connsiteY2172" fmla="*/ 96254 h 968306"/>
              <a:gd name="connsiteX2173" fmla="*/ 4333494 w 4926099"/>
              <a:gd name="connsiteY2173" fmla="*/ 95682 h 968306"/>
              <a:gd name="connsiteX2174" fmla="*/ 4330351 w 4926099"/>
              <a:gd name="connsiteY2174" fmla="*/ 95682 h 968306"/>
              <a:gd name="connsiteX2175" fmla="*/ 4325684 w 4926099"/>
              <a:gd name="connsiteY2175" fmla="*/ 96254 h 968306"/>
              <a:gd name="connsiteX2176" fmla="*/ 4316825 w 4926099"/>
              <a:gd name="connsiteY2176" fmla="*/ 96825 h 968306"/>
              <a:gd name="connsiteX2177" fmla="*/ 4301109 w 4926099"/>
              <a:gd name="connsiteY2177" fmla="*/ 98921 h 968306"/>
              <a:gd name="connsiteX2178" fmla="*/ 4294823 w 4926099"/>
              <a:gd name="connsiteY2178" fmla="*/ 99968 h 968306"/>
              <a:gd name="connsiteX2179" fmla="*/ 4288060 w 4926099"/>
              <a:gd name="connsiteY2179" fmla="*/ 102635 h 968306"/>
              <a:gd name="connsiteX2180" fmla="*/ 4271772 w 4926099"/>
              <a:gd name="connsiteY2180" fmla="*/ 111494 h 968306"/>
              <a:gd name="connsiteX2181" fmla="*/ 4268153 w 4926099"/>
              <a:gd name="connsiteY2181" fmla="*/ 113589 h 968306"/>
              <a:gd name="connsiteX2182" fmla="*/ 4263962 w 4926099"/>
              <a:gd name="connsiteY2182" fmla="*/ 116732 h 968306"/>
              <a:gd name="connsiteX2183" fmla="*/ 4253008 w 4926099"/>
              <a:gd name="connsiteY2183" fmla="*/ 123495 h 968306"/>
              <a:gd name="connsiteX2184" fmla="*/ 4240435 w 4926099"/>
              <a:gd name="connsiteY2184" fmla="*/ 136640 h 968306"/>
              <a:gd name="connsiteX2185" fmla="*/ 4240435 w 4926099"/>
              <a:gd name="connsiteY2185" fmla="*/ 133496 h 968306"/>
              <a:gd name="connsiteX2186" fmla="*/ 4240911 w 4926099"/>
              <a:gd name="connsiteY2186" fmla="*/ 129305 h 968306"/>
              <a:gd name="connsiteX2187" fmla="*/ 4241483 w 4926099"/>
              <a:gd name="connsiteY2187" fmla="*/ 126162 h 968306"/>
              <a:gd name="connsiteX2188" fmla="*/ 4241483 w 4926099"/>
              <a:gd name="connsiteY2188" fmla="*/ 94253 h 968306"/>
              <a:gd name="connsiteX2189" fmla="*/ 4241959 w 4926099"/>
              <a:gd name="connsiteY2189" fmla="*/ 67488 h 968306"/>
              <a:gd name="connsiteX2190" fmla="*/ 4241959 w 4926099"/>
              <a:gd name="connsiteY2190" fmla="*/ 47581 h 968306"/>
              <a:gd name="connsiteX2191" fmla="*/ 4241483 w 4926099"/>
              <a:gd name="connsiteY2191" fmla="*/ 30245 h 968306"/>
              <a:gd name="connsiteX2192" fmla="*/ 4232529 w 4926099"/>
              <a:gd name="connsiteY2192" fmla="*/ 7195 h 968306"/>
              <a:gd name="connsiteX2193" fmla="*/ 4201097 w 4926099"/>
              <a:gd name="connsiteY2193" fmla="*/ 6147 h 968306"/>
              <a:gd name="connsiteX2194" fmla="*/ 4175951 w 4926099"/>
              <a:gd name="connsiteY2194" fmla="*/ 4528 h 968306"/>
              <a:gd name="connsiteX2195" fmla="*/ 4165949 w 4926099"/>
              <a:gd name="connsiteY2195" fmla="*/ 4528 h 968306"/>
              <a:gd name="connsiteX2196" fmla="*/ 4155948 w 4926099"/>
              <a:gd name="connsiteY2196" fmla="*/ 14529 h 968306"/>
              <a:gd name="connsiteX2197" fmla="*/ 4155472 w 4926099"/>
              <a:gd name="connsiteY2197" fmla="*/ 44342 h 968306"/>
              <a:gd name="connsiteX2198" fmla="*/ 4154424 w 4926099"/>
              <a:gd name="connsiteY2198" fmla="*/ 79966 h 968306"/>
              <a:gd name="connsiteX2199" fmla="*/ 4155948 w 4926099"/>
              <a:gd name="connsiteY2199" fmla="*/ 269609 h 968306"/>
              <a:gd name="connsiteX2200" fmla="*/ 4155472 w 4926099"/>
              <a:gd name="connsiteY2200" fmla="*/ 272276 h 968306"/>
              <a:gd name="connsiteX2201" fmla="*/ 4155948 w 4926099"/>
              <a:gd name="connsiteY2201" fmla="*/ 308375 h 968306"/>
              <a:gd name="connsiteX2202" fmla="*/ 4159091 w 4926099"/>
              <a:gd name="connsiteY2202" fmla="*/ 375908 h 968306"/>
              <a:gd name="connsiteX2203" fmla="*/ 4168521 w 4926099"/>
              <a:gd name="connsiteY2203" fmla="*/ 381718 h 968306"/>
              <a:gd name="connsiteX2204" fmla="*/ 4231863 w 4926099"/>
              <a:gd name="connsiteY2204" fmla="*/ 383813 h 968306"/>
              <a:gd name="connsiteX2205" fmla="*/ 4239768 w 4926099"/>
              <a:gd name="connsiteY2205" fmla="*/ 375431 h 968306"/>
              <a:gd name="connsiteX2206" fmla="*/ 4238721 w 4926099"/>
              <a:gd name="connsiteY2206" fmla="*/ 332950 h 968306"/>
              <a:gd name="connsiteX2207" fmla="*/ 4237673 w 4926099"/>
              <a:gd name="connsiteY2207" fmla="*/ 311519 h 968306"/>
              <a:gd name="connsiteX2208" fmla="*/ 4243388 w 4926099"/>
              <a:gd name="connsiteY2208" fmla="*/ 226651 h 968306"/>
              <a:gd name="connsiteX2209" fmla="*/ 4245007 w 4926099"/>
              <a:gd name="connsiteY2209" fmla="*/ 222460 h 968306"/>
              <a:gd name="connsiteX2210" fmla="*/ 4251770 w 4926099"/>
              <a:gd name="connsiteY2210" fmla="*/ 192551 h 968306"/>
              <a:gd name="connsiteX2211" fmla="*/ 4274820 w 4926099"/>
              <a:gd name="connsiteY2211" fmla="*/ 168453 h 968306"/>
              <a:gd name="connsiteX2212" fmla="*/ 4287393 w 4926099"/>
              <a:gd name="connsiteY2212" fmla="*/ 164262 h 968306"/>
              <a:gd name="connsiteX2213" fmla="*/ 4294156 w 4926099"/>
              <a:gd name="connsiteY2213" fmla="*/ 163214 h 968306"/>
              <a:gd name="connsiteX2214" fmla="*/ 4304633 w 4926099"/>
              <a:gd name="connsiteY2214" fmla="*/ 162643 h 968306"/>
              <a:gd name="connsiteX2215" fmla="*/ 4318731 w 4926099"/>
              <a:gd name="connsiteY2215" fmla="*/ 166358 h 968306"/>
              <a:gd name="connsiteX2216" fmla="*/ 4324541 w 4926099"/>
              <a:gd name="connsiteY2216" fmla="*/ 172168 h 968306"/>
              <a:gd name="connsiteX2217" fmla="*/ 4338638 w 4926099"/>
              <a:gd name="connsiteY2217" fmla="*/ 207220 h 968306"/>
              <a:gd name="connsiteX2218" fmla="*/ 4339685 w 4926099"/>
              <a:gd name="connsiteY2218" fmla="*/ 254845 h 968306"/>
              <a:gd name="connsiteX2219" fmla="*/ 4340733 w 4926099"/>
              <a:gd name="connsiteY2219" fmla="*/ 271609 h 968306"/>
              <a:gd name="connsiteX2220" fmla="*/ 4340733 w 4926099"/>
              <a:gd name="connsiteY2220" fmla="*/ 303518 h 968306"/>
              <a:gd name="connsiteX2221" fmla="*/ 4338638 w 4926099"/>
              <a:gd name="connsiteY2221" fmla="*/ 374288 h 968306"/>
              <a:gd name="connsiteX2222" fmla="*/ 4338162 w 4926099"/>
              <a:gd name="connsiteY2222" fmla="*/ 375336 h 968306"/>
              <a:gd name="connsiteX2223" fmla="*/ 4017074 w 4926099"/>
              <a:gd name="connsiteY2223" fmla="*/ 371336 h 968306"/>
              <a:gd name="connsiteX2224" fmla="*/ 4017550 w 4926099"/>
              <a:gd name="connsiteY2224" fmla="*/ 357715 h 968306"/>
              <a:gd name="connsiteX2225" fmla="*/ 4021741 w 4926099"/>
              <a:gd name="connsiteY2225" fmla="*/ 194266 h 968306"/>
              <a:gd name="connsiteX2226" fmla="*/ 4020122 w 4926099"/>
              <a:gd name="connsiteY2226" fmla="*/ 31865 h 968306"/>
              <a:gd name="connsiteX2227" fmla="*/ 4021170 w 4926099"/>
              <a:gd name="connsiteY2227" fmla="*/ 16148 h 968306"/>
              <a:gd name="connsiteX2228" fmla="*/ 4028980 w 4926099"/>
              <a:gd name="connsiteY2228" fmla="*/ 16148 h 968306"/>
              <a:gd name="connsiteX2229" fmla="*/ 4082415 w 4926099"/>
              <a:gd name="connsiteY2229" fmla="*/ 14529 h 968306"/>
              <a:gd name="connsiteX2230" fmla="*/ 4082891 w 4926099"/>
              <a:gd name="connsiteY2230" fmla="*/ 15101 h 968306"/>
              <a:gd name="connsiteX2231" fmla="*/ 4083368 w 4926099"/>
              <a:gd name="connsiteY2231" fmla="*/ 19768 h 968306"/>
              <a:gd name="connsiteX2232" fmla="*/ 4083844 w 4926099"/>
              <a:gd name="connsiteY2232" fmla="*/ 59582 h 968306"/>
              <a:gd name="connsiteX2233" fmla="*/ 4086987 w 4926099"/>
              <a:gd name="connsiteY2233" fmla="*/ 234080 h 968306"/>
              <a:gd name="connsiteX2234" fmla="*/ 4086987 w 4926099"/>
              <a:gd name="connsiteY2234" fmla="*/ 341999 h 968306"/>
              <a:gd name="connsiteX2235" fmla="*/ 4089559 w 4926099"/>
              <a:gd name="connsiteY2235" fmla="*/ 368192 h 968306"/>
              <a:gd name="connsiteX2236" fmla="*/ 4089559 w 4926099"/>
              <a:gd name="connsiteY2236" fmla="*/ 371812 h 968306"/>
              <a:gd name="connsiteX2237" fmla="*/ 4016788 w 4926099"/>
              <a:gd name="connsiteY2237" fmla="*/ 372383 h 968306"/>
              <a:gd name="connsiteX2238" fmla="*/ 4016788 w 4926099"/>
              <a:gd name="connsiteY2238" fmla="*/ 371336 h 968306"/>
              <a:gd name="connsiteX2239" fmla="*/ 4097179 w 4926099"/>
              <a:gd name="connsiteY2239" fmla="*/ 340951 h 968306"/>
              <a:gd name="connsiteX2240" fmla="*/ 4097179 w 4926099"/>
              <a:gd name="connsiteY2240" fmla="*/ 234080 h 968306"/>
              <a:gd name="connsiteX2241" fmla="*/ 4094036 w 4926099"/>
              <a:gd name="connsiteY2241" fmla="*/ 59106 h 968306"/>
              <a:gd name="connsiteX2242" fmla="*/ 4094036 w 4926099"/>
              <a:gd name="connsiteY2242" fmla="*/ 20339 h 968306"/>
              <a:gd name="connsiteX2243" fmla="*/ 4094512 w 4926099"/>
              <a:gd name="connsiteY2243" fmla="*/ 15101 h 968306"/>
              <a:gd name="connsiteX2244" fmla="*/ 4089845 w 4926099"/>
              <a:gd name="connsiteY2244" fmla="*/ 4623 h 968306"/>
              <a:gd name="connsiteX2245" fmla="*/ 4074128 w 4926099"/>
              <a:gd name="connsiteY2245" fmla="*/ 5195 h 968306"/>
              <a:gd name="connsiteX2246" fmla="*/ 4029075 w 4926099"/>
              <a:gd name="connsiteY2246" fmla="*/ 6242 h 968306"/>
              <a:gd name="connsiteX2247" fmla="*/ 4010787 w 4926099"/>
              <a:gd name="connsiteY2247" fmla="*/ 12529 h 968306"/>
              <a:gd name="connsiteX2248" fmla="*/ 4010216 w 4926099"/>
              <a:gd name="connsiteY2248" fmla="*/ 31388 h 968306"/>
              <a:gd name="connsiteX2249" fmla="*/ 4009739 w 4926099"/>
              <a:gd name="connsiteY2249" fmla="*/ 87491 h 968306"/>
              <a:gd name="connsiteX2250" fmla="*/ 4011835 w 4926099"/>
              <a:gd name="connsiteY2250" fmla="*/ 193313 h 968306"/>
              <a:gd name="connsiteX2251" fmla="*/ 4007644 w 4926099"/>
              <a:gd name="connsiteY2251" fmla="*/ 356762 h 968306"/>
              <a:gd name="connsiteX2252" fmla="*/ 4007168 w 4926099"/>
              <a:gd name="connsiteY2252" fmla="*/ 372479 h 968306"/>
              <a:gd name="connsiteX2253" fmla="*/ 4006691 w 4926099"/>
              <a:gd name="connsiteY2253" fmla="*/ 374574 h 968306"/>
              <a:gd name="connsiteX2254" fmla="*/ 4006215 w 4926099"/>
              <a:gd name="connsiteY2254" fmla="*/ 377717 h 968306"/>
              <a:gd name="connsiteX2255" fmla="*/ 4011930 w 4926099"/>
              <a:gd name="connsiteY2255" fmla="*/ 383432 h 968306"/>
              <a:gd name="connsiteX2256" fmla="*/ 4095179 w 4926099"/>
              <a:gd name="connsiteY2256" fmla="*/ 381908 h 968306"/>
              <a:gd name="connsiteX2257" fmla="*/ 4099941 w 4926099"/>
              <a:gd name="connsiteY2257" fmla="*/ 377146 h 968306"/>
              <a:gd name="connsiteX2258" fmla="*/ 4097274 w 4926099"/>
              <a:gd name="connsiteY2258" fmla="*/ 341046 h 968306"/>
              <a:gd name="connsiteX2259" fmla="*/ 3655695 w 4926099"/>
              <a:gd name="connsiteY2259" fmla="*/ 372955 h 968306"/>
              <a:gd name="connsiteX2260" fmla="*/ 3655219 w 4926099"/>
              <a:gd name="connsiteY2260" fmla="*/ 372955 h 968306"/>
              <a:gd name="connsiteX2261" fmla="*/ 3656266 w 4926099"/>
              <a:gd name="connsiteY2261" fmla="*/ 368288 h 968306"/>
              <a:gd name="connsiteX2262" fmla="*/ 3656266 w 4926099"/>
              <a:gd name="connsiteY2262" fmla="*/ 360382 h 968306"/>
              <a:gd name="connsiteX2263" fmla="*/ 3655790 w 4926099"/>
              <a:gd name="connsiteY2263" fmla="*/ 304280 h 968306"/>
              <a:gd name="connsiteX2264" fmla="*/ 3656266 w 4926099"/>
              <a:gd name="connsiteY2264" fmla="*/ 238843 h 968306"/>
              <a:gd name="connsiteX2265" fmla="*/ 3656266 w 4926099"/>
              <a:gd name="connsiteY2265" fmla="*/ 207887 h 968306"/>
              <a:gd name="connsiteX2266" fmla="*/ 3656743 w 4926099"/>
              <a:gd name="connsiteY2266" fmla="*/ 204172 h 968306"/>
              <a:gd name="connsiteX2267" fmla="*/ 3657219 w 4926099"/>
              <a:gd name="connsiteY2267" fmla="*/ 193218 h 968306"/>
              <a:gd name="connsiteX2268" fmla="*/ 3657219 w 4926099"/>
              <a:gd name="connsiteY2268" fmla="*/ 115685 h 968306"/>
              <a:gd name="connsiteX2269" fmla="*/ 3679793 w 4926099"/>
              <a:gd name="connsiteY2269" fmla="*/ 117304 h 968306"/>
              <a:gd name="connsiteX2270" fmla="*/ 3681889 w 4926099"/>
              <a:gd name="connsiteY2270" fmla="*/ 117875 h 968306"/>
              <a:gd name="connsiteX2271" fmla="*/ 3714369 w 4926099"/>
              <a:gd name="connsiteY2271" fmla="*/ 117875 h 968306"/>
              <a:gd name="connsiteX2272" fmla="*/ 3715417 w 4926099"/>
              <a:gd name="connsiteY2272" fmla="*/ 143021 h 968306"/>
              <a:gd name="connsiteX2273" fmla="*/ 3728561 w 4926099"/>
              <a:gd name="connsiteY2273" fmla="*/ 151880 h 968306"/>
              <a:gd name="connsiteX2274" fmla="*/ 3740087 w 4926099"/>
              <a:gd name="connsiteY2274" fmla="*/ 143498 h 968306"/>
              <a:gd name="connsiteX2275" fmla="*/ 3743801 w 4926099"/>
              <a:gd name="connsiteY2275" fmla="*/ 140354 h 968306"/>
              <a:gd name="connsiteX2276" fmla="*/ 3754279 w 4926099"/>
              <a:gd name="connsiteY2276" fmla="*/ 131496 h 968306"/>
              <a:gd name="connsiteX2277" fmla="*/ 3761613 w 4926099"/>
              <a:gd name="connsiteY2277" fmla="*/ 123590 h 968306"/>
              <a:gd name="connsiteX2278" fmla="*/ 3767423 w 4926099"/>
              <a:gd name="connsiteY2278" fmla="*/ 119399 h 968306"/>
              <a:gd name="connsiteX2279" fmla="*/ 3773710 w 4926099"/>
              <a:gd name="connsiteY2279" fmla="*/ 116256 h 968306"/>
              <a:gd name="connsiteX2280" fmla="*/ 3786283 w 4926099"/>
              <a:gd name="connsiteY2280" fmla="*/ 112541 h 968306"/>
              <a:gd name="connsiteX2281" fmla="*/ 3797237 w 4926099"/>
              <a:gd name="connsiteY2281" fmla="*/ 110922 h 968306"/>
              <a:gd name="connsiteX2282" fmla="*/ 3802475 w 4926099"/>
              <a:gd name="connsiteY2282" fmla="*/ 109874 h 968306"/>
              <a:gd name="connsiteX2283" fmla="*/ 3805619 w 4926099"/>
              <a:gd name="connsiteY2283" fmla="*/ 110446 h 968306"/>
              <a:gd name="connsiteX2284" fmla="*/ 3808762 w 4926099"/>
              <a:gd name="connsiteY2284" fmla="*/ 112541 h 968306"/>
              <a:gd name="connsiteX2285" fmla="*/ 3806666 w 4926099"/>
              <a:gd name="connsiteY2285" fmla="*/ 138164 h 968306"/>
              <a:gd name="connsiteX2286" fmla="*/ 3807714 w 4926099"/>
              <a:gd name="connsiteY2286" fmla="*/ 145498 h 968306"/>
              <a:gd name="connsiteX2287" fmla="*/ 3810381 w 4926099"/>
              <a:gd name="connsiteY2287" fmla="*/ 167501 h 968306"/>
              <a:gd name="connsiteX2288" fmla="*/ 3800380 w 4926099"/>
              <a:gd name="connsiteY2288" fmla="*/ 168072 h 968306"/>
              <a:gd name="connsiteX2289" fmla="*/ 3793046 w 4926099"/>
              <a:gd name="connsiteY2289" fmla="*/ 169120 h 968306"/>
              <a:gd name="connsiteX2290" fmla="*/ 3790379 w 4926099"/>
              <a:gd name="connsiteY2290" fmla="*/ 168548 h 968306"/>
              <a:gd name="connsiteX2291" fmla="*/ 3740658 w 4926099"/>
              <a:gd name="connsiteY2291" fmla="*/ 186360 h 968306"/>
              <a:gd name="connsiteX2292" fmla="*/ 3736467 w 4926099"/>
              <a:gd name="connsiteY2292" fmla="*/ 192075 h 968306"/>
              <a:gd name="connsiteX2293" fmla="*/ 3734372 w 4926099"/>
              <a:gd name="connsiteY2293" fmla="*/ 195790 h 968306"/>
              <a:gd name="connsiteX2294" fmla="*/ 3732753 w 4926099"/>
              <a:gd name="connsiteY2294" fmla="*/ 197885 h 968306"/>
              <a:gd name="connsiteX2295" fmla="*/ 3728085 w 4926099"/>
              <a:gd name="connsiteY2295" fmla="*/ 203124 h 968306"/>
              <a:gd name="connsiteX2296" fmla="*/ 3725513 w 4926099"/>
              <a:gd name="connsiteY2296" fmla="*/ 210458 h 968306"/>
              <a:gd name="connsiteX2297" fmla="*/ 3723894 w 4926099"/>
              <a:gd name="connsiteY2297" fmla="*/ 213030 h 968306"/>
              <a:gd name="connsiteX2298" fmla="*/ 3722275 w 4926099"/>
              <a:gd name="connsiteY2298" fmla="*/ 219317 h 968306"/>
              <a:gd name="connsiteX2299" fmla="*/ 3721799 w 4926099"/>
              <a:gd name="connsiteY2299" fmla="*/ 223508 h 968306"/>
              <a:gd name="connsiteX2300" fmla="*/ 3720179 w 4926099"/>
              <a:gd name="connsiteY2300" fmla="*/ 228746 h 968306"/>
              <a:gd name="connsiteX2301" fmla="*/ 3719703 w 4926099"/>
              <a:gd name="connsiteY2301" fmla="*/ 230842 h 968306"/>
              <a:gd name="connsiteX2302" fmla="*/ 3715988 w 4926099"/>
              <a:gd name="connsiteY2302" fmla="*/ 249701 h 968306"/>
              <a:gd name="connsiteX2303" fmla="*/ 3714941 w 4926099"/>
              <a:gd name="connsiteY2303" fmla="*/ 263322 h 968306"/>
              <a:gd name="connsiteX2304" fmla="*/ 3713893 w 4926099"/>
              <a:gd name="connsiteY2304" fmla="*/ 289516 h 968306"/>
              <a:gd name="connsiteX2305" fmla="*/ 3713416 w 4926099"/>
              <a:gd name="connsiteY2305" fmla="*/ 324568 h 968306"/>
              <a:gd name="connsiteX2306" fmla="*/ 3713416 w 4926099"/>
              <a:gd name="connsiteY2306" fmla="*/ 347047 h 968306"/>
              <a:gd name="connsiteX2307" fmla="*/ 3715036 w 4926099"/>
              <a:gd name="connsiteY2307" fmla="*/ 355905 h 968306"/>
              <a:gd name="connsiteX2308" fmla="*/ 3715036 w 4926099"/>
              <a:gd name="connsiteY2308" fmla="*/ 365906 h 968306"/>
              <a:gd name="connsiteX2309" fmla="*/ 3714560 w 4926099"/>
              <a:gd name="connsiteY2309" fmla="*/ 372193 h 968306"/>
              <a:gd name="connsiteX2310" fmla="*/ 3655886 w 4926099"/>
              <a:gd name="connsiteY2310" fmla="*/ 372764 h 968306"/>
              <a:gd name="connsiteX2311" fmla="*/ 3646456 w 4926099"/>
              <a:gd name="connsiteY2311" fmla="*/ 365906 h 968306"/>
              <a:gd name="connsiteX2312" fmla="*/ 3644932 w 4926099"/>
              <a:gd name="connsiteY2312" fmla="*/ 375336 h 968306"/>
              <a:gd name="connsiteX2313" fmla="*/ 3645980 w 4926099"/>
              <a:gd name="connsiteY2313" fmla="*/ 378479 h 968306"/>
              <a:gd name="connsiteX2314" fmla="*/ 3649695 w 4926099"/>
              <a:gd name="connsiteY2314" fmla="*/ 382099 h 968306"/>
              <a:gd name="connsiteX2315" fmla="*/ 3698939 w 4926099"/>
              <a:gd name="connsiteY2315" fmla="*/ 382099 h 968306"/>
              <a:gd name="connsiteX2316" fmla="*/ 3724085 w 4926099"/>
              <a:gd name="connsiteY2316" fmla="*/ 374288 h 968306"/>
              <a:gd name="connsiteX2317" fmla="*/ 3725132 w 4926099"/>
              <a:gd name="connsiteY2317" fmla="*/ 366383 h 968306"/>
              <a:gd name="connsiteX2318" fmla="*/ 3725132 w 4926099"/>
              <a:gd name="connsiteY2318" fmla="*/ 354857 h 968306"/>
              <a:gd name="connsiteX2319" fmla="*/ 3723608 w 4926099"/>
              <a:gd name="connsiteY2319" fmla="*/ 345904 h 968306"/>
              <a:gd name="connsiteX2320" fmla="*/ 3723608 w 4926099"/>
              <a:gd name="connsiteY2320" fmla="*/ 324949 h 968306"/>
              <a:gd name="connsiteX2321" fmla="*/ 3724656 w 4926099"/>
              <a:gd name="connsiteY2321" fmla="*/ 289325 h 968306"/>
              <a:gd name="connsiteX2322" fmla="*/ 3725132 w 4926099"/>
              <a:gd name="connsiteY2322" fmla="*/ 263703 h 968306"/>
              <a:gd name="connsiteX2323" fmla="*/ 3726180 w 4926099"/>
              <a:gd name="connsiteY2323" fmla="*/ 251130 h 968306"/>
              <a:gd name="connsiteX2324" fmla="*/ 3728752 w 4926099"/>
              <a:gd name="connsiteY2324" fmla="*/ 239033 h 968306"/>
              <a:gd name="connsiteX2325" fmla="*/ 3729228 w 4926099"/>
              <a:gd name="connsiteY2325" fmla="*/ 232271 h 968306"/>
              <a:gd name="connsiteX2326" fmla="*/ 3730276 w 4926099"/>
              <a:gd name="connsiteY2326" fmla="*/ 230651 h 968306"/>
              <a:gd name="connsiteX2327" fmla="*/ 3732371 w 4926099"/>
              <a:gd name="connsiteY2327" fmla="*/ 224936 h 968306"/>
              <a:gd name="connsiteX2328" fmla="*/ 3732371 w 4926099"/>
              <a:gd name="connsiteY2328" fmla="*/ 220174 h 968306"/>
              <a:gd name="connsiteX2329" fmla="*/ 3734943 w 4926099"/>
              <a:gd name="connsiteY2329" fmla="*/ 214935 h 968306"/>
              <a:gd name="connsiteX2330" fmla="*/ 3735991 w 4926099"/>
              <a:gd name="connsiteY2330" fmla="*/ 212840 h 968306"/>
              <a:gd name="connsiteX2331" fmla="*/ 3736562 w 4926099"/>
              <a:gd name="connsiteY2331" fmla="*/ 209696 h 968306"/>
              <a:gd name="connsiteX2332" fmla="*/ 3737039 w 4926099"/>
              <a:gd name="connsiteY2332" fmla="*/ 207601 h 968306"/>
              <a:gd name="connsiteX2333" fmla="*/ 3739610 w 4926099"/>
              <a:gd name="connsiteY2333" fmla="*/ 204458 h 968306"/>
              <a:gd name="connsiteX2334" fmla="*/ 3742754 w 4926099"/>
              <a:gd name="connsiteY2334" fmla="*/ 201314 h 968306"/>
              <a:gd name="connsiteX2335" fmla="*/ 3744278 w 4926099"/>
              <a:gd name="connsiteY2335" fmla="*/ 199219 h 968306"/>
              <a:gd name="connsiteX2336" fmla="*/ 3745325 w 4926099"/>
              <a:gd name="connsiteY2336" fmla="*/ 197123 h 968306"/>
              <a:gd name="connsiteX2337" fmla="*/ 3747897 w 4926099"/>
              <a:gd name="connsiteY2337" fmla="*/ 193409 h 968306"/>
              <a:gd name="connsiteX2338" fmla="*/ 3791903 w 4926099"/>
              <a:gd name="connsiteY2338" fmla="*/ 178740 h 968306"/>
              <a:gd name="connsiteX2339" fmla="*/ 3796570 w 4926099"/>
              <a:gd name="connsiteY2339" fmla="*/ 178740 h 968306"/>
              <a:gd name="connsiteX2340" fmla="*/ 3802380 w 4926099"/>
              <a:gd name="connsiteY2340" fmla="*/ 177121 h 968306"/>
              <a:gd name="connsiteX2341" fmla="*/ 3810762 w 4926099"/>
              <a:gd name="connsiteY2341" fmla="*/ 177121 h 968306"/>
              <a:gd name="connsiteX2342" fmla="*/ 3813334 w 4926099"/>
              <a:gd name="connsiteY2342" fmla="*/ 177692 h 968306"/>
              <a:gd name="connsiteX2343" fmla="*/ 3820668 w 4926099"/>
              <a:gd name="connsiteY2343" fmla="*/ 166739 h 968306"/>
              <a:gd name="connsiteX2344" fmla="*/ 3818096 w 4926099"/>
              <a:gd name="connsiteY2344" fmla="*/ 145307 h 968306"/>
              <a:gd name="connsiteX2345" fmla="*/ 3816477 w 4926099"/>
              <a:gd name="connsiteY2345" fmla="*/ 136925 h 968306"/>
              <a:gd name="connsiteX2346" fmla="*/ 3810762 w 4926099"/>
              <a:gd name="connsiteY2346" fmla="*/ 100826 h 968306"/>
              <a:gd name="connsiteX2347" fmla="*/ 3807047 w 4926099"/>
              <a:gd name="connsiteY2347" fmla="*/ 100254 h 968306"/>
              <a:gd name="connsiteX2348" fmla="*/ 3803904 w 4926099"/>
              <a:gd name="connsiteY2348" fmla="*/ 99683 h 968306"/>
              <a:gd name="connsiteX2349" fmla="*/ 3799713 w 4926099"/>
              <a:gd name="connsiteY2349" fmla="*/ 100254 h 968306"/>
              <a:gd name="connsiteX2350" fmla="*/ 3795522 w 4926099"/>
              <a:gd name="connsiteY2350" fmla="*/ 100826 h 968306"/>
              <a:gd name="connsiteX2351" fmla="*/ 3786092 w 4926099"/>
              <a:gd name="connsiteY2351" fmla="*/ 101873 h 968306"/>
              <a:gd name="connsiteX2352" fmla="*/ 3770853 w 4926099"/>
              <a:gd name="connsiteY2352" fmla="*/ 106064 h 968306"/>
              <a:gd name="connsiteX2353" fmla="*/ 3768757 w 4926099"/>
              <a:gd name="connsiteY2353" fmla="*/ 106064 h 968306"/>
              <a:gd name="connsiteX2354" fmla="*/ 3761423 w 4926099"/>
              <a:gd name="connsiteY2354" fmla="*/ 110732 h 968306"/>
              <a:gd name="connsiteX2355" fmla="*/ 3754660 w 4926099"/>
              <a:gd name="connsiteY2355" fmla="*/ 115970 h 968306"/>
              <a:gd name="connsiteX2356" fmla="*/ 3747326 w 4926099"/>
              <a:gd name="connsiteY2356" fmla="*/ 123781 h 968306"/>
              <a:gd name="connsiteX2357" fmla="*/ 3736372 w 4926099"/>
              <a:gd name="connsiteY2357" fmla="*/ 133211 h 968306"/>
              <a:gd name="connsiteX2358" fmla="*/ 3733800 w 4926099"/>
              <a:gd name="connsiteY2358" fmla="*/ 135306 h 968306"/>
              <a:gd name="connsiteX2359" fmla="*/ 3725895 w 4926099"/>
              <a:gd name="connsiteY2359" fmla="*/ 141593 h 968306"/>
              <a:gd name="connsiteX2360" fmla="*/ 3723799 w 4926099"/>
              <a:gd name="connsiteY2360" fmla="*/ 111684 h 968306"/>
              <a:gd name="connsiteX2361" fmla="*/ 3681413 w 4926099"/>
              <a:gd name="connsiteY2361" fmla="*/ 107017 h 968306"/>
              <a:gd name="connsiteX2362" fmla="*/ 3678746 w 4926099"/>
              <a:gd name="connsiteY2362" fmla="*/ 107017 h 968306"/>
              <a:gd name="connsiteX2363" fmla="*/ 3646837 w 4926099"/>
              <a:gd name="connsiteY2363" fmla="*/ 111208 h 968306"/>
              <a:gd name="connsiteX2364" fmla="*/ 3647885 w 4926099"/>
              <a:gd name="connsiteY2364" fmla="*/ 161500 h 968306"/>
              <a:gd name="connsiteX2365" fmla="*/ 3646837 w 4926099"/>
              <a:gd name="connsiteY2365" fmla="*/ 202362 h 968306"/>
              <a:gd name="connsiteX2366" fmla="*/ 3645789 w 4926099"/>
              <a:gd name="connsiteY2366" fmla="*/ 207601 h 968306"/>
              <a:gd name="connsiteX2367" fmla="*/ 3646265 w 4926099"/>
              <a:gd name="connsiteY2367" fmla="*/ 238557 h 968306"/>
              <a:gd name="connsiteX2368" fmla="*/ 3646265 w 4926099"/>
              <a:gd name="connsiteY2368" fmla="*/ 360572 h 968306"/>
              <a:gd name="connsiteX2369" fmla="*/ 3646265 w 4926099"/>
              <a:gd name="connsiteY2369" fmla="*/ 365811 h 968306"/>
              <a:gd name="connsiteX2370" fmla="*/ 3529489 w 4926099"/>
              <a:gd name="connsiteY2370" fmla="*/ 373717 h 968306"/>
              <a:gd name="connsiteX2371" fmla="*/ 3529965 w 4926099"/>
              <a:gd name="connsiteY2371" fmla="*/ 355429 h 968306"/>
              <a:gd name="connsiteX2372" fmla="*/ 3521107 w 4926099"/>
              <a:gd name="connsiteY2372" fmla="*/ 349142 h 968306"/>
              <a:gd name="connsiteX2373" fmla="*/ 3445669 w 4926099"/>
              <a:gd name="connsiteY2373" fmla="*/ 380575 h 968306"/>
              <a:gd name="connsiteX2374" fmla="*/ 3438335 w 4926099"/>
              <a:gd name="connsiteY2374" fmla="*/ 379527 h 968306"/>
              <a:gd name="connsiteX2375" fmla="*/ 3418428 w 4926099"/>
              <a:gd name="connsiteY2375" fmla="*/ 376384 h 968306"/>
              <a:gd name="connsiteX2376" fmla="*/ 3395948 w 4926099"/>
              <a:gd name="connsiteY2376" fmla="*/ 373812 h 968306"/>
              <a:gd name="connsiteX2377" fmla="*/ 3380708 w 4926099"/>
              <a:gd name="connsiteY2377" fmla="*/ 365430 h 968306"/>
              <a:gd name="connsiteX2378" fmla="*/ 3377565 w 4926099"/>
              <a:gd name="connsiteY2378" fmla="*/ 361811 h 968306"/>
              <a:gd name="connsiteX2379" fmla="*/ 3368135 w 4926099"/>
              <a:gd name="connsiteY2379" fmla="*/ 354000 h 968306"/>
              <a:gd name="connsiteX2380" fmla="*/ 3361373 w 4926099"/>
              <a:gd name="connsiteY2380" fmla="*/ 346094 h 968306"/>
              <a:gd name="connsiteX2381" fmla="*/ 3358801 w 4926099"/>
              <a:gd name="connsiteY2381" fmla="*/ 339332 h 968306"/>
              <a:gd name="connsiteX2382" fmla="*/ 3355658 w 4926099"/>
              <a:gd name="connsiteY2382" fmla="*/ 332474 h 968306"/>
              <a:gd name="connsiteX2383" fmla="*/ 3351466 w 4926099"/>
              <a:gd name="connsiteY2383" fmla="*/ 322568 h 968306"/>
              <a:gd name="connsiteX2384" fmla="*/ 3350990 w 4926099"/>
              <a:gd name="connsiteY2384" fmla="*/ 316757 h 968306"/>
              <a:gd name="connsiteX2385" fmla="*/ 3348895 w 4926099"/>
              <a:gd name="connsiteY2385" fmla="*/ 309995 h 968306"/>
              <a:gd name="connsiteX2386" fmla="*/ 3348419 w 4926099"/>
              <a:gd name="connsiteY2386" fmla="*/ 296374 h 968306"/>
              <a:gd name="connsiteX2387" fmla="*/ 3349466 w 4926099"/>
              <a:gd name="connsiteY2387" fmla="*/ 167501 h 968306"/>
              <a:gd name="connsiteX2388" fmla="*/ 3352610 w 4926099"/>
              <a:gd name="connsiteY2388" fmla="*/ 123971 h 968306"/>
              <a:gd name="connsiteX2389" fmla="*/ 3352133 w 4926099"/>
              <a:gd name="connsiteY2389" fmla="*/ 119780 h 968306"/>
              <a:gd name="connsiteX2390" fmla="*/ 3359944 w 4926099"/>
              <a:gd name="connsiteY2390" fmla="*/ 120352 h 968306"/>
              <a:gd name="connsiteX2391" fmla="*/ 3406045 w 4926099"/>
              <a:gd name="connsiteY2391" fmla="*/ 119304 h 968306"/>
              <a:gd name="connsiteX2392" fmla="*/ 3409760 w 4926099"/>
              <a:gd name="connsiteY2392" fmla="*/ 121400 h 968306"/>
              <a:gd name="connsiteX2393" fmla="*/ 3409283 w 4926099"/>
              <a:gd name="connsiteY2393" fmla="*/ 150165 h 968306"/>
              <a:gd name="connsiteX2394" fmla="*/ 3408712 w 4926099"/>
              <a:gd name="connsiteY2394" fmla="*/ 250749 h 968306"/>
              <a:gd name="connsiteX2395" fmla="*/ 3408712 w 4926099"/>
              <a:gd name="connsiteY2395" fmla="*/ 264941 h 968306"/>
              <a:gd name="connsiteX2396" fmla="*/ 3433382 w 4926099"/>
              <a:gd name="connsiteY2396" fmla="*/ 325711 h 968306"/>
              <a:gd name="connsiteX2397" fmla="*/ 3482626 w 4926099"/>
              <a:gd name="connsiteY2397" fmla="*/ 337712 h 968306"/>
              <a:gd name="connsiteX2398" fmla="*/ 3521869 w 4926099"/>
              <a:gd name="connsiteY2398" fmla="*/ 307804 h 968306"/>
              <a:gd name="connsiteX2399" fmla="*/ 3522916 w 4926099"/>
              <a:gd name="connsiteY2399" fmla="*/ 304661 h 968306"/>
              <a:gd name="connsiteX2400" fmla="*/ 3524536 w 4926099"/>
              <a:gd name="connsiteY2400" fmla="*/ 300470 h 968306"/>
              <a:gd name="connsiteX2401" fmla="*/ 3526631 w 4926099"/>
              <a:gd name="connsiteY2401" fmla="*/ 294659 h 968306"/>
              <a:gd name="connsiteX2402" fmla="*/ 3529298 w 4926099"/>
              <a:gd name="connsiteY2402" fmla="*/ 287325 h 968306"/>
              <a:gd name="connsiteX2403" fmla="*/ 3530346 w 4926099"/>
              <a:gd name="connsiteY2403" fmla="*/ 281515 h 968306"/>
              <a:gd name="connsiteX2404" fmla="*/ 3531965 w 4926099"/>
              <a:gd name="connsiteY2404" fmla="*/ 278372 h 968306"/>
              <a:gd name="connsiteX2405" fmla="*/ 3533585 w 4926099"/>
              <a:gd name="connsiteY2405" fmla="*/ 274181 h 968306"/>
              <a:gd name="connsiteX2406" fmla="*/ 3534632 w 4926099"/>
              <a:gd name="connsiteY2406" fmla="*/ 262655 h 968306"/>
              <a:gd name="connsiteX2407" fmla="*/ 3533013 w 4926099"/>
              <a:gd name="connsiteY2407" fmla="*/ 158928 h 968306"/>
              <a:gd name="connsiteX2408" fmla="*/ 3531965 w 4926099"/>
              <a:gd name="connsiteY2408" fmla="*/ 127972 h 968306"/>
              <a:gd name="connsiteX2409" fmla="*/ 3531489 w 4926099"/>
              <a:gd name="connsiteY2409" fmla="*/ 122162 h 968306"/>
              <a:gd name="connsiteX2410" fmla="*/ 3531965 w 4926099"/>
              <a:gd name="connsiteY2410" fmla="*/ 119018 h 968306"/>
              <a:gd name="connsiteX2411" fmla="*/ 3555587 w 4926099"/>
              <a:gd name="connsiteY2411" fmla="*/ 118447 h 968306"/>
              <a:gd name="connsiteX2412" fmla="*/ 3587496 w 4926099"/>
              <a:gd name="connsiteY2412" fmla="*/ 117399 h 968306"/>
              <a:gd name="connsiteX2413" fmla="*/ 3588068 w 4926099"/>
              <a:gd name="connsiteY2413" fmla="*/ 123114 h 968306"/>
              <a:gd name="connsiteX2414" fmla="*/ 3587020 w 4926099"/>
              <a:gd name="connsiteY2414" fmla="*/ 167691 h 968306"/>
              <a:gd name="connsiteX2415" fmla="*/ 3588639 w 4926099"/>
              <a:gd name="connsiteY2415" fmla="*/ 330092 h 968306"/>
              <a:gd name="connsiteX2416" fmla="*/ 3587591 w 4926099"/>
              <a:gd name="connsiteY2416" fmla="*/ 374669 h 968306"/>
              <a:gd name="connsiteX2417" fmla="*/ 3582353 w 4926099"/>
              <a:gd name="connsiteY2417" fmla="*/ 374098 h 968306"/>
              <a:gd name="connsiteX2418" fmla="*/ 3559302 w 4926099"/>
              <a:gd name="connsiteY2418" fmla="*/ 374098 h 968306"/>
              <a:gd name="connsiteX2419" fmla="*/ 3546158 w 4926099"/>
              <a:gd name="connsiteY2419" fmla="*/ 373526 h 968306"/>
              <a:gd name="connsiteX2420" fmla="*/ 3529965 w 4926099"/>
              <a:gd name="connsiteY2420" fmla="*/ 373526 h 968306"/>
              <a:gd name="connsiteX2421" fmla="*/ 3356039 w 4926099"/>
              <a:gd name="connsiteY2421" fmla="*/ 353619 h 968306"/>
              <a:gd name="connsiteX2422" fmla="*/ 3370707 w 4926099"/>
              <a:gd name="connsiteY2422" fmla="*/ 368764 h 968306"/>
              <a:gd name="connsiteX2423" fmla="*/ 3374422 w 4926099"/>
              <a:gd name="connsiteY2423" fmla="*/ 372479 h 968306"/>
              <a:gd name="connsiteX2424" fmla="*/ 3393853 w 4926099"/>
              <a:gd name="connsiteY2424" fmla="*/ 383432 h 968306"/>
              <a:gd name="connsiteX2425" fmla="*/ 3417951 w 4926099"/>
              <a:gd name="connsiteY2425" fmla="*/ 386099 h 968306"/>
              <a:gd name="connsiteX2426" fmla="*/ 3438906 w 4926099"/>
              <a:gd name="connsiteY2426" fmla="*/ 389243 h 968306"/>
              <a:gd name="connsiteX2427" fmla="*/ 3446240 w 4926099"/>
              <a:gd name="connsiteY2427" fmla="*/ 390290 h 968306"/>
              <a:gd name="connsiteX2428" fmla="*/ 3520631 w 4926099"/>
              <a:gd name="connsiteY2428" fmla="*/ 356762 h 968306"/>
              <a:gd name="connsiteX2429" fmla="*/ 3520059 w 4926099"/>
              <a:gd name="connsiteY2429" fmla="*/ 376098 h 968306"/>
              <a:gd name="connsiteX2430" fmla="*/ 3520059 w 4926099"/>
              <a:gd name="connsiteY2430" fmla="*/ 378194 h 968306"/>
              <a:gd name="connsiteX2431" fmla="*/ 3528441 w 4926099"/>
              <a:gd name="connsiteY2431" fmla="*/ 383909 h 968306"/>
              <a:gd name="connsiteX2432" fmla="*/ 3545777 w 4926099"/>
              <a:gd name="connsiteY2432" fmla="*/ 383337 h 968306"/>
              <a:gd name="connsiteX2433" fmla="*/ 3558921 w 4926099"/>
              <a:gd name="connsiteY2433" fmla="*/ 384385 h 968306"/>
              <a:gd name="connsiteX2434" fmla="*/ 3583020 w 4926099"/>
              <a:gd name="connsiteY2434" fmla="*/ 384385 h 968306"/>
              <a:gd name="connsiteX2435" fmla="*/ 3597688 w 4926099"/>
              <a:gd name="connsiteY2435" fmla="*/ 380194 h 968306"/>
              <a:gd name="connsiteX2436" fmla="*/ 3598736 w 4926099"/>
              <a:gd name="connsiteY2436" fmla="*/ 327330 h 968306"/>
              <a:gd name="connsiteX2437" fmla="*/ 3597212 w 4926099"/>
              <a:gd name="connsiteY2437" fmla="*/ 166453 h 968306"/>
              <a:gd name="connsiteX2438" fmla="*/ 3598259 w 4926099"/>
              <a:gd name="connsiteY2438" fmla="*/ 122924 h 968306"/>
              <a:gd name="connsiteX2439" fmla="*/ 3586734 w 4926099"/>
              <a:gd name="connsiteY2439" fmla="*/ 106731 h 968306"/>
              <a:gd name="connsiteX2440" fmla="*/ 3555302 w 4926099"/>
              <a:gd name="connsiteY2440" fmla="*/ 108255 h 968306"/>
              <a:gd name="connsiteX2441" fmla="*/ 3533299 w 4926099"/>
              <a:gd name="connsiteY2441" fmla="*/ 108827 h 968306"/>
              <a:gd name="connsiteX2442" fmla="*/ 3520726 w 4926099"/>
              <a:gd name="connsiteY2442" fmla="*/ 113018 h 968306"/>
              <a:gd name="connsiteX2443" fmla="*/ 3521774 w 4926099"/>
              <a:gd name="connsiteY2443" fmla="*/ 120352 h 968306"/>
              <a:gd name="connsiteX2444" fmla="*/ 3522250 w 4926099"/>
              <a:gd name="connsiteY2444" fmla="*/ 128162 h 968306"/>
              <a:gd name="connsiteX2445" fmla="*/ 3523298 w 4926099"/>
              <a:gd name="connsiteY2445" fmla="*/ 159595 h 968306"/>
              <a:gd name="connsiteX2446" fmla="*/ 3524917 w 4926099"/>
              <a:gd name="connsiteY2446" fmla="*/ 261227 h 968306"/>
              <a:gd name="connsiteX2447" fmla="*/ 3523298 w 4926099"/>
              <a:gd name="connsiteY2447" fmla="*/ 273800 h 968306"/>
              <a:gd name="connsiteX2448" fmla="*/ 3521202 w 4926099"/>
              <a:gd name="connsiteY2448" fmla="*/ 278467 h 968306"/>
              <a:gd name="connsiteX2449" fmla="*/ 3519583 w 4926099"/>
              <a:gd name="connsiteY2449" fmla="*/ 284753 h 968306"/>
              <a:gd name="connsiteX2450" fmla="*/ 3517487 w 4926099"/>
              <a:gd name="connsiteY2450" fmla="*/ 290468 h 968306"/>
              <a:gd name="connsiteX2451" fmla="*/ 3515392 w 4926099"/>
              <a:gd name="connsiteY2451" fmla="*/ 296279 h 968306"/>
              <a:gd name="connsiteX2452" fmla="*/ 3514344 w 4926099"/>
              <a:gd name="connsiteY2452" fmla="*/ 299993 h 968306"/>
              <a:gd name="connsiteX2453" fmla="*/ 3513296 w 4926099"/>
              <a:gd name="connsiteY2453" fmla="*/ 302089 h 968306"/>
              <a:gd name="connsiteX2454" fmla="*/ 3481864 w 4926099"/>
              <a:gd name="connsiteY2454" fmla="*/ 327235 h 968306"/>
              <a:gd name="connsiteX2455" fmla="*/ 3439382 w 4926099"/>
              <a:gd name="connsiteY2455" fmla="*/ 316757 h 968306"/>
              <a:gd name="connsiteX2456" fmla="*/ 3418999 w 4926099"/>
              <a:gd name="connsiteY2456" fmla="*/ 263322 h 968306"/>
              <a:gd name="connsiteX2457" fmla="*/ 3418999 w 4926099"/>
              <a:gd name="connsiteY2457" fmla="*/ 250178 h 968306"/>
              <a:gd name="connsiteX2458" fmla="*/ 3419475 w 4926099"/>
              <a:gd name="connsiteY2458" fmla="*/ 150070 h 968306"/>
              <a:gd name="connsiteX2459" fmla="*/ 3420047 w 4926099"/>
              <a:gd name="connsiteY2459" fmla="*/ 121781 h 968306"/>
              <a:gd name="connsiteX2460" fmla="*/ 3420523 w 4926099"/>
              <a:gd name="connsiteY2460" fmla="*/ 118161 h 968306"/>
              <a:gd name="connsiteX2461" fmla="*/ 3407378 w 4926099"/>
              <a:gd name="connsiteY2461" fmla="*/ 108731 h 968306"/>
              <a:gd name="connsiteX2462" fmla="*/ 3359658 w 4926099"/>
              <a:gd name="connsiteY2462" fmla="*/ 109303 h 968306"/>
              <a:gd name="connsiteX2463" fmla="*/ 3342323 w 4926099"/>
              <a:gd name="connsiteY2463" fmla="*/ 123495 h 968306"/>
              <a:gd name="connsiteX2464" fmla="*/ 3339751 w 4926099"/>
              <a:gd name="connsiteY2464" fmla="*/ 166453 h 968306"/>
              <a:gd name="connsiteX2465" fmla="*/ 3338132 w 4926099"/>
              <a:gd name="connsiteY2465" fmla="*/ 295802 h 968306"/>
              <a:gd name="connsiteX2466" fmla="*/ 3339751 w 4926099"/>
              <a:gd name="connsiteY2466" fmla="*/ 312566 h 968306"/>
              <a:gd name="connsiteX2467" fmla="*/ 3340227 w 4926099"/>
              <a:gd name="connsiteY2467" fmla="*/ 314662 h 968306"/>
              <a:gd name="connsiteX2468" fmla="*/ 3341846 w 4926099"/>
              <a:gd name="connsiteY2468" fmla="*/ 318853 h 968306"/>
              <a:gd name="connsiteX2469" fmla="*/ 3341846 w 4926099"/>
              <a:gd name="connsiteY2469" fmla="*/ 323615 h 968306"/>
              <a:gd name="connsiteX2470" fmla="*/ 3347085 w 4926099"/>
              <a:gd name="connsiteY2470" fmla="*/ 336760 h 968306"/>
              <a:gd name="connsiteX2471" fmla="*/ 3350228 w 4926099"/>
              <a:gd name="connsiteY2471" fmla="*/ 343046 h 968306"/>
              <a:gd name="connsiteX2472" fmla="*/ 3356515 w 4926099"/>
              <a:gd name="connsiteY2472" fmla="*/ 354095 h 968306"/>
              <a:gd name="connsiteX2473" fmla="*/ 3356039 w 4926099"/>
              <a:gd name="connsiteY2473" fmla="*/ 353524 h 968306"/>
              <a:gd name="connsiteX2474" fmla="*/ 3494723 w 4926099"/>
              <a:gd name="connsiteY2474" fmla="*/ 16720 h 968306"/>
              <a:gd name="connsiteX2475" fmla="*/ 3505200 w 4926099"/>
              <a:gd name="connsiteY2475" fmla="*/ 15672 h 968306"/>
              <a:gd name="connsiteX2476" fmla="*/ 3549682 w 4926099"/>
              <a:gd name="connsiteY2476" fmla="*/ 14624 h 968306"/>
              <a:gd name="connsiteX2477" fmla="*/ 3550253 w 4926099"/>
              <a:gd name="connsiteY2477" fmla="*/ 16244 h 968306"/>
              <a:gd name="connsiteX2478" fmla="*/ 3550730 w 4926099"/>
              <a:gd name="connsiteY2478" fmla="*/ 16720 h 968306"/>
              <a:gd name="connsiteX2479" fmla="*/ 3551778 w 4926099"/>
              <a:gd name="connsiteY2479" fmla="*/ 50248 h 968306"/>
              <a:gd name="connsiteX2480" fmla="*/ 3551301 w 4926099"/>
              <a:gd name="connsiteY2480" fmla="*/ 55487 h 968306"/>
              <a:gd name="connsiteX2481" fmla="*/ 3550825 w 4926099"/>
              <a:gd name="connsiteY2481" fmla="*/ 60725 h 968306"/>
              <a:gd name="connsiteX2482" fmla="*/ 3546634 w 4926099"/>
              <a:gd name="connsiteY2482" fmla="*/ 60725 h 968306"/>
              <a:gd name="connsiteX2483" fmla="*/ 3534537 w 4926099"/>
              <a:gd name="connsiteY2483" fmla="*/ 61297 h 968306"/>
              <a:gd name="connsiteX2484" fmla="*/ 3519869 w 4926099"/>
              <a:gd name="connsiteY2484" fmla="*/ 60249 h 968306"/>
              <a:gd name="connsiteX2485" fmla="*/ 3494723 w 4926099"/>
              <a:gd name="connsiteY2485" fmla="*/ 61297 h 968306"/>
              <a:gd name="connsiteX2486" fmla="*/ 3494723 w 4926099"/>
              <a:gd name="connsiteY2486" fmla="*/ 16720 h 968306"/>
              <a:gd name="connsiteX2487" fmla="*/ 3560255 w 4926099"/>
              <a:gd name="connsiteY2487" fmla="*/ 13100 h 968306"/>
              <a:gd name="connsiteX2488" fmla="*/ 3559778 w 4926099"/>
              <a:gd name="connsiteY2488" fmla="*/ 11481 h 968306"/>
              <a:gd name="connsiteX2489" fmla="*/ 3504819 w 4926099"/>
              <a:gd name="connsiteY2489" fmla="*/ 5671 h 968306"/>
              <a:gd name="connsiteX2490" fmla="*/ 3485388 w 4926099"/>
              <a:gd name="connsiteY2490" fmla="*/ 12529 h 968306"/>
              <a:gd name="connsiteX2491" fmla="*/ 3484340 w 4926099"/>
              <a:gd name="connsiteY2491" fmla="*/ 15672 h 968306"/>
              <a:gd name="connsiteX2492" fmla="*/ 3484340 w 4926099"/>
              <a:gd name="connsiteY2492" fmla="*/ 63869 h 968306"/>
              <a:gd name="connsiteX2493" fmla="*/ 3519964 w 4926099"/>
              <a:gd name="connsiteY2493" fmla="*/ 70155 h 968306"/>
              <a:gd name="connsiteX2494" fmla="*/ 3534632 w 4926099"/>
              <a:gd name="connsiteY2494" fmla="*/ 71203 h 968306"/>
              <a:gd name="connsiteX2495" fmla="*/ 3546729 w 4926099"/>
              <a:gd name="connsiteY2495" fmla="*/ 70631 h 968306"/>
              <a:gd name="connsiteX2496" fmla="*/ 3560826 w 4926099"/>
              <a:gd name="connsiteY2496" fmla="*/ 61773 h 968306"/>
              <a:gd name="connsiteX2497" fmla="*/ 3561398 w 4926099"/>
              <a:gd name="connsiteY2497" fmla="*/ 56058 h 968306"/>
              <a:gd name="connsiteX2498" fmla="*/ 3561874 w 4926099"/>
              <a:gd name="connsiteY2498" fmla="*/ 51867 h 968306"/>
              <a:gd name="connsiteX2499" fmla="*/ 3561874 w 4926099"/>
              <a:gd name="connsiteY2499" fmla="*/ 50248 h 968306"/>
              <a:gd name="connsiteX2500" fmla="*/ 3560826 w 4926099"/>
              <a:gd name="connsiteY2500" fmla="*/ 18815 h 968306"/>
              <a:gd name="connsiteX2501" fmla="*/ 3560350 w 4926099"/>
              <a:gd name="connsiteY2501" fmla="*/ 13100 h 968306"/>
              <a:gd name="connsiteX2502" fmla="*/ 3439859 w 4926099"/>
              <a:gd name="connsiteY2502" fmla="*/ 12529 h 968306"/>
              <a:gd name="connsiteX2503" fmla="*/ 3439859 w 4926099"/>
              <a:gd name="connsiteY2503" fmla="*/ 18815 h 968306"/>
              <a:gd name="connsiteX2504" fmla="*/ 3442430 w 4926099"/>
              <a:gd name="connsiteY2504" fmla="*/ 61297 h 968306"/>
              <a:gd name="connsiteX2505" fmla="*/ 3387947 w 4926099"/>
              <a:gd name="connsiteY2505" fmla="*/ 61868 h 968306"/>
              <a:gd name="connsiteX2506" fmla="*/ 3384233 w 4926099"/>
              <a:gd name="connsiteY2506" fmla="*/ 61297 h 968306"/>
              <a:gd name="connsiteX2507" fmla="*/ 3383756 w 4926099"/>
              <a:gd name="connsiteY2507" fmla="*/ 59678 h 968306"/>
              <a:gd name="connsiteX2508" fmla="*/ 3386328 w 4926099"/>
              <a:gd name="connsiteY2508" fmla="*/ 47105 h 968306"/>
              <a:gd name="connsiteX2509" fmla="*/ 3386328 w 4926099"/>
              <a:gd name="connsiteY2509" fmla="*/ 30817 h 968306"/>
              <a:gd name="connsiteX2510" fmla="*/ 3385852 w 4926099"/>
              <a:gd name="connsiteY2510" fmla="*/ 15101 h 968306"/>
              <a:gd name="connsiteX2511" fmla="*/ 3386328 w 4926099"/>
              <a:gd name="connsiteY2511" fmla="*/ 13481 h 968306"/>
              <a:gd name="connsiteX2512" fmla="*/ 3387947 w 4926099"/>
              <a:gd name="connsiteY2512" fmla="*/ 13481 h 968306"/>
              <a:gd name="connsiteX2513" fmla="*/ 3428333 w 4926099"/>
              <a:gd name="connsiteY2513" fmla="*/ 11386 h 968306"/>
              <a:gd name="connsiteX2514" fmla="*/ 3439859 w 4926099"/>
              <a:gd name="connsiteY2514" fmla="*/ 12434 h 968306"/>
              <a:gd name="connsiteX2515" fmla="*/ 3448241 w 4926099"/>
              <a:gd name="connsiteY2515" fmla="*/ 5671 h 968306"/>
              <a:gd name="connsiteX2516" fmla="*/ 3428333 w 4926099"/>
              <a:gd name="connsiteY2516" fmla="*/ 1480 h 968306"/>
              <a:gd name="connsiteX2517" fmla="*/ 3392710 w 4926099"/>
              <a:gd name="connsiteY2517" fmla="*/ 3099 h 968306"/>
              <a:gd name="connsiteX2518" fmla="*/ 3375946 w 4926099"/>
              <a:gd name="connsiteY2518" fmla="*/ 13577 h 968306"/>
              <a:gd name="connsiteX2519" fmla="*/ 3375946 w 4926099"/>
              <a:gd name="connsiteY2519" fmla="*/ 15196 h 968306"/>
              <a:gd name="connsiteX2520" fmla="*/ 3373850 w 4926099"/>
              <a:gd name="connsiteY2520" fmla="*/ 58630 h 968306"/>
              <a:gd name="connsiteX2521" fmla="*/ 3374327 w 4926099"/>
              <a:gd name="connsiteY2521" fmla="*/ 62821 h 968306"/>
              <a:gd name="connsiteX2522" fmla="*/ 3374803 w 4926099"/>
              <a:gd name="connsiteY2522" fmla="*/ 65964 h 968306"/>
              <a:gd name="connsiteX2523" fmla="*/ 3387947 w 4926099"/>
              <a:gd name="connsiteY2523" fmla="*/ 71679 h 968306"/>
              <a:gd name="connsiteX2524" fmla="*/ 3447669 w 4926099"/>
              <a:gd name="connsiteY2524" fmla="*/ 71108 h 968306"/>
              <a:gd name="connsiteX2525" fmla="*/ 3452908 w 4926099"/>
              <a:gd name="connsiteY2525" fmla="*/ 65869 h 968306"/>
              <a:gd name="connsiteX2526" fmla="*/ 3450336 w 4926099"/>
              <a:gd name="connsiteY2526" fmla="*/ 18720 h 968306"/>
              <a:gd name="connsiteX2527" fmla="*/ 3449765 w 4926099"/>
              <a:gd name="connsiteY2527" fmla="*/ 16625 h 968306"/>
              <a:gd name="connsiteX2528" fmla="*/ 3449765 w 4926099"/>
              <a:gd name="connsiteY2528" fmla="*/ 12434 h 968306"/>
              <a:gd name="connsiteX2529" fmla="*/ 3448241 w 4926099"/>
              <a:gd name="connsiteY2529" fmla="*/ 5576 h 968306"/>
              <a:gd name="connsiteX2530" fmla="*/ 3136487 w 4926099"/>
              <a:gd name="connsiteY2530" fmla="*/ 147593 h 968306"/>
              <a:gd name="connsiteX2531" fmla="*/ 3137535 w 4926099"/>
              <a:gd name="connsiteY2531" fmla="*/ 115113 h 968306"/>
              <a:gd name="connsiteX2532" fmla="*/ 3139631 w 4926099"/>
              <a:gd name="connsiteY2532" fmla="*/ 115685 h 968306"/>
              <a:gd name="connsiteX2533" fmla="*/ 3152204 w 4926099"/>
              <a:gd name="connsiteY2533" fmla="*/ 115685 h 968306"/>
              <a:gd name="connsiteX2534" fmla="*/ 3160586 w 4926099"/>
              <a:gd name="connsiteY2534" fmla="*/ 115685 h 968306"/>
              <a:gd name="connsiteX2535" fmla="*/ 3178397 w 4926099"/>
              <a:gd name="connsiteY2535" fmla="*/ 86824 h 968306"/>
              <a:gd name="connsiteX2536" fmla="*/ 3178397 w 4926099"/>
              <a:gd name="connsiteY2536" fmla="*/ 81585 h 968306"/>
              <a:gd name="connsiteX2537" fmla="*/ 3178874 w 4926099"/>
              <a:gd name="connsiteY2537" fmla="*/ 77870 h 968306"/>
              <a:gd name="connsiteX2538" fmla="*/ 3185160 w 4926099"/>
              <a:gd name="connsiteY2538" fmla="*/ 55868 h 968306"/>
              <a:gd name="connsiteX2539" fmla="*/ 3204020 w 4926099"/>
              <a:gd name="connsiteY2539" fmla="*/ 32817 h 968306"/>
              <a:gd name="connsiteX2540" fmla="*/ 3218116 w 4926099"/>
              <a:gd name="connsiteY2540" fmla="*/ 21863 h 968306"/>
              <a:gd name="connsiteX2541" fmla="*/ 3226499 w 4926099"/>
              <a:gd name="connsiteY2541" fmla="*/ 16625 h 968306"/>
              <a:gd name="connsiteX2542" fmla="*/ 3243263 w 4926099"/>
              <a:gd name="connsiteY2542" fmla="*/ 11957 h 968306"/>
              <a:gd name="connsiteX2543" fmla="*/ 3290411 w 4926099"/>
              <a:gd name="connsiteY2543" fmla="*/ 14053 h 968306"/>
              <a:gd name="connsiteX2544" fmla="*/ 3293078 w 4926099"/>
              <a:gd name="connsiteY2544" fmla="*/ 15101 h 968306"/>
              <a:gd name="connsiteX2545" fmla="*/ 3295650 w 4926099"/>
              <a:gd name="connsiteY2545" fmla="*/ 15672 h 968306"/>
              <a:gd name="connsiteX2546" fmla="*/ 3294603 w 4926099"/>
              <a:gd name="connsiteY2546" fmla="*/ 38151 h 968306"/>
              <a:gd name="connsiteX2547" fmla="*/ 3295174 w 4926099"/>
              <a:gd name="connsiteY2547" fmla="*/ 54915 h 968306"/>
              <a:gd name="connsiteX2548" fmla="*/ 3277362 w 4926099"/>
              <a:gd name="connsiteY2548" fmla="*/ 52820 h 968306"/>
              <a:gd name="connsiteX2549" fmla="*/ 3239167 w 4926099"/>
              <a:gd name="connsiteY2549" fmla="*/ 105207 h 968306"/>
              <a:gd name="connsiteX2550" fmla="*/ 3243358 w 4926099"/>
              <a:gd name="connsiteY2550" fmla="*/ 110922 h 968306"/>
              <a:gd name="connsiteX2551" fmla="*/ 3245453 w 4926099"/>
              <a:gd name="connsiteY2551" fmla="*/ 111970 h 968306"/>
              <a:gd name="connsiteX2552" fmla="*/ 3270028 w 4926099"/>
              <a:gd name="connsiteY2552" fmla="*/ 116161 h 968306"/>
              <a:gd name="connsiteX2553" fmla="*/ 3290411 w 4926099"/>
              <a:gd name="connsiteY2553" fmla="*/ 117780 h 968306"/>
              <a:gd name="connsiteX2554" fmla="*/ 3289935 w 4926099"/>
              <a:gd name="connsiteY2554" fmla="*/ 124067 h 968306"/>
              <a:gd name="connsiteX2555" fmla="*/ 3289459 w 4926099"/>
              <a:gd name="connsiteY2555" fmla="*/ 154451 h 968306"/>
              <a:gd name="connsiteX2556" fmla="*/ 3275362 w 4926099"/>
              <a:gd name="connsiteY2556" fmla="*/ 152356 h 968306"/>
              <a:gd name="connsiteX2557" fmla="*/ 3250692 w 4926099"/>
              <a:gd name="connsiteY2557" fmla="*/ 153975 h 968306"/>
              <a:gd name="connsiteX2558" fmla="*/ 3244977 w 4926099"/>
              <a:gd name="connsiteY2558" fmla="*/ 157118 h 968306"/>
              <a:gd name="connsiteX2559" fmla="*/ 3243358 w 4926099"/>
              <a:gd name="connsiteY2559" fmla="*/ 158738 h 968306"/>
              <a:gd name="connsiteX2560" fmla="*/ 3241739 w 4926099"/>
              <a:gd name="connsiteY2560" fmla="*/ 161309 h 968306"/>
              <a:gd name="connsiteX2561" fmla="*/ 3239167 w 4926099"/>
              <a:gd name="connsiteY2561" fmla="*/ 205886 h 968306"/>
              <a:gd name="connsiteX2562" fmla="*/ 3241262 w 4926099"/>
              <a:gd name="connsiteY2562" fmla="*/ 240462 h 968306"/>
              <a:gd name="connsiteX2563" fmla="*/ 3240786 w 4926099"/>
              <a:gd name="connsiteY2563" fmla="*/ 247796 h 968306"/>
              <a:gd name="connsiteX2564" fmla="*/ 3241262 w 4926099"/>
              <a:gd name="connsiteY2564" fmla="*/ 250940 h 968306"/>
              <a:gd name="connsiteX2565" fmla="*/ 3241262 w 4926099"/>
              <a:gd name="connsiteY2565" fmla="*/ 267132 h 968306"/>
              <a:gd name="connsiteX2566" fmla="*/ 3240215 w 4926099"/>
              <a:gd name="connsiteY2566" fmla="*/ 330473 h 968306"/>
              <a:gd name="connsiteX2567" fmla="*/ 3240215 w 4926099"/>
              <a:gd name="connsiteY2567" fmla="*/ 350952 h 968306"/>
              <a:gd name="connsiteX2568" fmla="*/ 3242310 w 4926099"/>
              <a:gd name="connsiteY2568" fmla="*/ 364573 h 968306"/>
              <a:gd name="connsiteX2569" fmla="*/ 3242310 w 4926099"/>
              <a:gd name="connsiteY2569" fmla="*/ 372479 h 968306"/>
              <a:gd name="connsiteX2570" fmla="*/ 3196209 w 4926099"/>
              <a:gd name="connsiteY2570" fmla="*/ 374098 h 968306"/>
              <a:gd name="connsiteX2571" fmla="*/ 3186303 w 4926099"/>
              <a:gd name="connsiteY2571" fmla="*/ 373526 h 968306"/>
              <a:gd name="connsiteX2572" fmla="*/ 3181064 w 4926099"/>
              <a:gd name="connsiteY2572" fmla="*/ 374098 h 968306"/>
              <a:gd name="connsiteX2573" fmla="*/ 3181636 w 4926099"/>
              <a:gd name="connsiteY2573" fmla="*/ 370955 h 968306"/>
              <a:gd name="connsiteX2574" fmla="*/ 3180588 w 4926099"/>
              <a:gd name="connsiteY2574" fmla="*/ 361525 h 968306"/>
              <a:gd name="connsiteX2575" fmla="*/ 3180588 w 4926099"/>
              <a:gd name="connsiteY2575" fmla="*/ 329045 h 968306"/>
              <a:gd name="connsiteX2576" fmla="*/ 3179540 w 4926099"/>
              <a:gd name="connsiteY2576" fmla="*/ 312757 h 968306"/>
              <a:gd name="connsiteX2577" fmla="*/ 3178969 w 4926099"/>
              <a:gd name="connsiteY2577" fmla="*/ 263036 h 968306"/>
              <a:gd name="connsiteX2578" fmla="*/ 3178493 w 4926099"/>
              <a:gd name="connsiteY2578" fmla="*/ 213792 h 968306"/>
              <a:gd name="connsiteX2579" fmla="*/ 3180112 w 4926099"/>
              <a:gd name="connsiteY2579" fmla="*/ 196552 h 968306"/>
              <a:gd name="connsiteX2580" fmla="*/ 3179636 w 4926099"/>
              <a:gd name="connsiteY2580" fmla="*/ 172454 h 968306"/>
              <a:gd name="connsiteX2581" fmla="*/ 3179064 w 4926099"/>
              <a:gd name="connsiteY2581" fmla="*/ 168739 h 968306"/>
              <a:gd name="connsiteX2582" fmla="*/ 3178016 w 4926099"/>
              <a:gd name="connsiteY2582" fmla="*/ 163976 h 968306"/>
              <a:gd name="connsiteX2583" fmla="*/ 3176397 w 4926099"/>
              <a:gd name="connsiteY2583" fmla="*/ 158738 h 968306"/>
              <a:gd name="connsiteX2584" fmla="*/ 3150680 w 4926099"/>
              <a:gd name="connsiteY2584" fmla="*/ 152927 h 968306"/>
              <a:gd name="connsiteX2585" fmla="*/ 3139726 w 4926099"/>
              <a:gd name="connsiteY2585" fmla="*/ 152927 h 968306"/>
              <a:gd name="connsiteX2586" fmla="*/ 3136583 w 4926099"/>
              <a:gd name="connsiteY2586" fmla="*/ 153499 h 968306"/>
              <a:gd name="connsiteX2587" fmla="*/ 3136583 w 4926099"/>
              <a:gd name="connsiteY2587" fmla="*/ 147784 h 968306"/>
              <a:gd name="connsiteX2588" fmla="*/ 3166396 w 4926099"/>
              <a:gd name="connsiteY2588" fmla="*/ 104636 h 968306"/>
              <a:gd name="connsiteX2589" fmla="*/ 3153251 w 4926099"/>
              <a:gd name="connsiteY2589" fmla="*/ 105683 h 968306"/>
              <a:gd name="connsiteX2590" fmla="*/ 3139631 w 4926099"/>
              <a:gd name="connsiteY2590" fmla="*/ 105112 h 968306"/>
              <a:gd name="connsiteX2591" fmla="*/ 3126486 w 4926099"/>
              <a:gd name="connsiteY2591" fmla="*/ 110827 h 968306"/>
              <a:gd name="connsiteX2592" fmla="*/ 3126486 w 4926099"/>
              <a:gd name="connsiteY2592" fmla="*/ 147498 h 968306"/>
              <a:gd name="connsiteX2593" fmla="*/ 3133249 w 4926099"/>
              <a:gd name="connsiteY2593" fmla="*/ 163214 h 968306"/>
              <a:gd name="connsiteX2594" fmla="*/ 3167348 w 4926099"/>
              <a:gd name="connsiteY2594" fmla="*/ 164262 h 968306"/>
              <a:gd name="connsiteX2595" fmla="*/ 3169444 w 4926099"/>
              <a:gd name="connsiteY2595" fmla="*/ 172644 h 968306"/>
              <a:gd name="connsiteX2596" fmla="*/ 3169920 w 4926099"/>
              <a:gd name="connsiteY2596" fmla="*/ 196742 h 968306"/>
              <a:gd name="connsiteX2597" fmla="*/ 3168396 w 4926099"/>
              <a:gd name="connsiteY2597" fmla="*/ 213983 h 968306"/>
              <a:gd name="connsiteX2598" fmla="*/ 3168872 w 4926099"/>
              <a:gd name="connsiteY2598" fmla="*/ 263798 h 968306"/>
              <a:gd name="connsiteX2599" fmla="*/ 3169349 w 4926099"/>
              <a:gd name="connsiteY2599" fmla="*/ 313043 h 968306"/>
              <a:gd name="connsiteX2600" fmla="*/ 3170396 w 4926099"/>
              <a:gd name="connsiteY2600" fmla="*/ 327711 h 968306"/>
              <a:gd name="connsiteX2601" fmla="*/ 3169825 w 4926099"/>
              <a:gd name="connsiteY2601" fmla="*/ 360668 h 968306"/>
              <a:gd name="connsiteX2602" fmla="*/ 3170396 w 4926099"/>
              <a:gd name="connsiteY2602" fmla="*/ 373241 h 968306"/>
              <a:gd name="connsiteX2603" fmla="*/ 3169825 w 4926099"/>
              <a:gd name="connsiteY2603" fmla="*/ 375336 h 968306"/>
              <a:gd name="connsiteX2604" fmla="*/ 3169825 w 4926099"/>
              <a:gd name="connsiteY2604" fmla="*/ 377908 h 968306"/>
              <a:gd name="connsiteX2605" fmla="*/ 3187160 w 4926099"/>
              <a:gd name="connsiteY2605" fmla="*/ 383147 h 968306"/>
              <a:gd name="connsiteX2606" fmla="*/ 3195542 w 4926099"/>
              <a:gd name="connsiteY2606" fmla="*/ 383718 h 968306"/>
              <a:gd name="connsiteX2607" fmla="*/ 3231737 w 4926099"/>
              <a:gd name="connsiteY2607" fmla="*/ 382670 h 968306"/>
              <a:gd name="connsiteX2608" fmla="*/ 3252121 w 4926099"/>
              <a:gd name="connsiteY2608" fmla="*/ 363335 h 968306"/>
              <a:gd name="connsiteX2609" fmla="*/ 3250025 w 4926099"/>
              <a:gd name="connsiteY2609" fmla="*/ 350285 h 968306"/>
              <a:gd name="connsiteX2610" fmla="*/ 3250025 w 4926099"/>
              <a:gd name="connsiteY2610" fmla="*/ 330854 h 968306"/>
              <a:gd name="connsiteX2611" fmla="*/ 3251073 w 4926099"/>
              <a:gd name="connsiteY2611" fmla="*/ 266942 h 968306"/>
              <a:gd name="connsiteX2612" fmla="*/ 3251073 w 4926099"/>
              <a:gd name="connsiteY2612" fmla="*/ 249130 h 968306"/>
              <a:gd name="connsiteX2613" fmla="*/ 3250597 w 4926099"/>
              <a:gd name="connsiteY2613" fmla="*/ 246463 h 968306"/>
              <a:gd name="connsiteX2614" fmla="*/ 3251073 w 4926099"/>
              <a:gd name="connsiteY2614" fmla="*/ 240653 h 968306"/>
              <a:gd name="connsiteX2615" fmla="*/ 3248978 w 4926099"/>
              <a:gd name="connsiteY2615" fmla="*/ 205601 h 968306"/>
              <a:gd name="connsiteX2616" fmla="*/ 3252121 w 4926099"/>
              <a:gd name="connsiteY2616" fmla="*/ 164167 h 968306"/>
              <a:gd name="connsiteX2617" fmla="*/ 3258407 w 4926099"/>
              <a:gd name="connsiteY2617" fmla="*/ 163119 h 968306"/>
              <a:gd name="connsiteX2618" fmla="*/ 3289840 w 4926099"/>
              <a:gd name="connsiteY2618" fmla="*/ 164167 h 968306"/>
              <a:gd name="connsiteX2619" fmla="*/ 3299270 w 4926099"/>
              <a:gd name="connsiteY2619" fmla="*/ 152642 h 968306"/>
              <a:gd name="connsiteX2620" fmla="*/ 3299746 w 4926099"/>
              <a:gd name="connsiteY2620" fmla="*/ 123781 h 968306"/>
              <a:gd name="connsiteX2621" fmla="*/ 3300222 w 4926099"/>
              <a:gd name="connsiteY2621" fmla="*/ 114351 h 968306"/>
              <a:gd name="connsiteX2622" fmla="*/ 3291840 w 4926099"/>
              <a:gd name="connsiteY2622" fmla="*/ 107588 h 968306"/>
              <a:gd name="connsiteX2623" fmla="*/ 3270314 w 4926099"/>
              <a:gd name="connsiteY2623" fmla="*/ 105969 h 968306"/>
              <a:gd name="connsiteX2624" fmla="*/ 3248882 w 4926099"/>
              <a:gd name="connsiteY2624" fmla="*/ 102826 h 968306"/>
              <a:gd name="connsiteX2625" fmla="*/ 3277172 w 4926099"/>
              <a:gd name="connsiteY2625" fmla="*/ 63011 h 968306"/>
              <a:gd name="connsiteX2626" fmla="*/ 3299174 w 4926099"/>
              <a:gd name="connsiteY2626" fmla="*/ 65107 h 968306"/>
              <a:gd name="connsiteX2627" fmla="*/ 3304889 w 4926099"/>
              <a:gd name="connsiteY2627" fmla="*/ 60344 h 968306"/>
              <a:gd name="connsiteX2628" fmla="*/ 3305937 w 4926099"/>
              <a:gd name="connsiteY2628" fmla="*/ 12719 h 968306"/>
              <a:gd name="connsiteX2629" fmla="*/ 3294412 w 4926099"/>
              <a:gd name="connsiteY2629" fmla="*/ 4814 h 968306"/>
              <a:gd name="connsiteX2630" fmla="*/ 3242024 w 4926099"/>
              <a:gd name="connsiteY2630" fmla="*/ 1194 h 968306"/>
              <a:gd name="connsiteX2631" fmla="*/ 3239453 w 4926099"/>
              <a:gd name="connsiteY2631" fmla="*/ 2242 h 968306"/>
              <a:gd name="connsiteX2632" fmla="*/ 3222117 w 4926099"/>
              <a:gd name="connsiteY2632" fmla="*/ 6909 h 968306"/>
              <a:gd name="connsiteX2633" fmla="*/ 3212687 w 4926099"/>
              <a:gd name="connsiteY2633" fmla="*/ 12719 h 968306"/>
              <a:gd name="connsiteX2634" fmla="*/ 3196495 w 4926099"/>
              <a:gd name="connsiteY2634" fmla="*/ 25292 h 968306"/>
              <a:gd name="connsiteX2635" fmla="*/ 3176588 w 4926099"/>
              <a:gd name="connsiteY2635" fmla="*/ 50438 h 968306"/>
              <a:gd name="connsiteX2636" fmla="*/ 3168206 w 4926099"/>
              <a:gd name="connsiteY2636" fmla="*/ 77680 h 968306"/>
              <a:gd name="connsiteX2637" fmla="*/ 3168206 w 4926099"/>
              <a:gd name="connsiteY2637" fmla="*/ 86538 h 968306"/>
              <a:gd name="connsiteX2638" fmla="*/ 3166110 w 4926099"/>
              <a:gd name="connsiteY2638" fmla="*/ 104350 h 968306"/>
              <a:gd name="connsiteX2639" fmla="*/ 2760155 w 4926099"/>
              <a:gd name="connsiteY2639" fmla="*/ 367811 h 968306"/>
              <a:gd name="connsiteX2640" fmla="*/ 2738152 w 4926099"/>
              <a:gd name="connsiteY2640" fmla="*/ 368383 h 968306"/>
              <a:gd name="connsiteX2641" fmla="*/ 2732913 w 4926099"/>
              <a:gd name="connsiteY2641" fmla="*/ 368383 h 968306"/>
              <a:gd name="connsiteX2642" fmla="*/ 2733389 w 4926099"/>
              <a:gd name="connsiteY2642" fmla="*/ 359429 h 968306"/>
              <a:gd name="connsiteX2643" fmla="*/ 2728151 w 4926099"/>
              <a:gd name="connsiteY2643" fmla="*/ 110065 h 968306"/>
              <a:gd name="connsiteX2644" fmla="*/ 2729198 w 4926099"/>
              <a:gd name="connsiteY2644" fmla="*/ 23102 h 968306"/>
              <a:gd name="connsiteX2645" fmla="*/ 2729198 w 4926099"/>
              <a:gd name="connsiteY2645" fmla="*/ 15291 h 968306"/>
              <a:gd name="connsiteX2646" fmla="*/ 2734437 w 4926099"/>
              <a:gd name="connsiteY2646" fmla="*/ 15291 h 968306"/>
              <a:gd name="connsiteX2647" fmla="*/ 2784729 w 4926099"/>
              <a:gd name="connsiteY2647" fmla="*/ 13672 h 968306"/>
              <a:gd name="connsiteX2648" fmla="*/ 2785205 w 4926099"/>
              <a:gd name="connsiteY2648" fmla="*/ 44533 h 968306"/>
              <a:gd name="connsiteX2649" fmla="*/ 2788920 w 4926099"/>
              <a:gd name="connsiteY2649" fmla="*/ 139878 h 968306"/>
              <a:gd name="connsiteX2650" fmla="*/ 2791016 w 4926099"/>
              <a:gd name="connsiteY2650" fmla="*/ 184931 h 968306"/>
              <a:gd name="connsiteX2651" fmla="*/ 2791492 w 4926099"/>
              <a:gd name="connsiteY2651" fmla="*/ 189122 h 968306"/>
              <a:gd name="connsiteX2652" fmla="*/ 2793016 w 4926099"/>
              <a:gd name="connsiteY2652" fmla="*/ 192266 h 968306"/>
              <a:gd name="connsiteX2653" fmla="*/ 2806637 w 4926099"/>
              <a:gd name="connsiteY2653" fmla="*/ 201695 h 968306"/>
              <a:gd name="connsiteX2654" fmla="*/ 2820257 w 4926099"/>
              <a:gd name="connsiteY2654" fmla="*/ 190742 h 968306"/>
              <a:gd name="connsiteX2655" fmla="*/ 2896267 w 4926099"/>
              <a:gd name="connsiteY2655" fmla="*/ 116351 h 968306"/>
              <a:gd name="connsiteX2656" fmla="*/ 2901982 w 4926099"/>
              <a:gd name="connsiteY2656" fmla="*/ 116351 h 968306"/>
              <a:gd name="connsiteX2657" fmla="*/ 2918746 w 4926099"/>
              <a:gd name="connsiteY2657" fmla="*/ 115304 h 968306"/>
              <a:gd name="connsiteX2658" fmla="*/ 2929223 w 4926099"/>
              <a:gd name="connsiteY2658" fmla="*/ 114732 h 968306"/>
              <a:gd name="connsiteX2659" fmla="*/ 2933891 w 4926099"/>
              <a:gd name="connsiteY2659" fmla="*/ 114732 h 968306"/>
              <a:gd name="connsiteX2660" fmla="*/ 2956370 w 4926099"/>
              <a:gd name="connsiteY2660" fmla="*/ 115780 h 968306"/>
              <a:gd name="connsiteX2661" fmla="*/ 2938082 w 4926099"/>
              <a:gd name="connsiteY2661" fmla="*/ 132068 h 968306"/>
              <a:gd name="connsiteX2662" fmla="*/ 2913507 w 4926099"/>
              <a:gd name="connsiteY2662" fmla="*/ 158261 h 968306"/>
              <a:gd name="connsiteX2663" fmla="*/ 2910840 w 4926099"/>
              <a:gd name="connsiteY2663" fmla="*/ 159881 h 968306"/>
              <a:gd name="connsiteX2664" fmla="*/ 2907221 w 4926099"/>
              <a:gd name="connsiteY2664" fmla="*/ 162452 h 968306"/>
              <a:gd name="connsiteX2665" fmla="*/ 2872169 w 4926099"/>
              <a:gd name="connsiteY2665" fmla="*/ 204362 h 968306"/>
              <a:gd name="connsiteX2666" fmla="*/ 2876836 w 4926099"/>
              <a:gd name="connsiteY2666" fmla="*/ 222174 h 968306"/>
              <a:gd name="connsiteX2667" fmla="*/ 2879408 w 4926099"/>
              <a:gd name="connsiteY2667" fmla="*/ 224270 h 968306"/>
              <a:gd name="connsiteX2668" fmla="*/ 2881979 w 4926099"/>
              <a:gd name="connsiteY2668" fmla="*/ 227413 h 968306"/>
              <a:gd name="connsiteX2669" fmla="*/ 2885123 w 4926099"/>
              <a:gd name="connsiteY2669" fmla="*/ 232652 h 968306"/>
              <a:gd name="connsiteX2670" fmla="*/ 2887695 w 4926099"/>
              <a:gd name="connsiteY2670" fmla="*/ 235795 h 968306"/>
              <a:gd name="connsiteX2671" fmla="*/ 2909221 w 4926099"/>
              <a:gd name="connsiteY2671" fmla="*/ 265132 h 968306"/>
              <a:gd name="connsiteX2672" fmla="*/ 2954846 w 4926099"/>
              <a:gd name="connsiteY2672" fmla="*/ 336950 h 968306"/>
              <a:gd name="connsiteX2673" fmla="*/ 2966847 w 4926099"/>
              <a:gd name="connsiteY2673" fmla="*/ 357905 h 968306"/>
              <a:gd name="connsiteX2674" fmla="*/ 2974753 w 4926099"/>
              <a:gd name="connsiteY2674" fmla="*/ 371526 h 968306"/>
              <a:gd name="connsiteX2675" fmla="*/ 2976848 w 4926099"/>
              <a:gd name="connsiteY2675" fmla="*/ 374669 h 968306"/>
              <a:gd name="connsiteX2676" fmla="*/ 2970086 w 4926099"/>
              <a:gd name="connsiteY2676" fmla="*/ 373622 h 968306"/>
              <a:gd name="connsiteX2677" fmla="*/ 2963799 w 4926099"/>
              <a:gd name="connsiteY2677" fmla="*/ 373622 h 968306"/>
              <a:gd name="connsiteX2678" fmla="*/ 2929699 w 4926099"/>
              <a:gd name="connsiteY2678" fmla="*/ 372002 h 968306"/>
              <a:gd name="connsiteX2679" fmla="*/ 2909316 w 4926099"/>
              <a:gd name="connsiteY2679" fmla="*/ 370383 h 968306"/>
              <a:gd name="connsiteX2680" fmla="*/ 2900934 w 4926099"/>
              <a:gd name="connsiteY2680" fmla="*/ 370955 h 968306"/>
              <a:gd name="connsiteX2681" fmla="*/ 2898362 w 4926099"/>
              <a:gd name="connsiteY2681" fmla="*/ 365240 h 968306"/>
              <a:gd name="connsiteX2682" fmla="*/ 2895219 w 4926099"/>
              <a:gd name="connsiteY2682" fmla="*/ 360001 h 968306"/>
              <a:gd name="connsiteX2683" fmla="*/ 2892076 w 4926099"/>
              <a:gd name="connsiteY2683" fmla="*/ 353238 h 968306"/>
              <a:gd name="connsiteX2684" fmla="*/ 2888933 w 4926099"/>
              <a:gd name="connsiteY2684" fmla="*/ 346952 h 968306"/>
              <a:gd name="connsiteX2685" fmla="*/ 2879503 w 4926099"/>
              <a:gd name="connsiteY2685" fmla="*/ 331235 h 968306"/>
              <a:gd name="connsiteX2686" fmla="*/ 2876360 w 4926099"/>
              <a:gd name="connsiteY2686" fmla="*/ 324949 h 968306"/>
              <a:gd name="connsiteX2687" fmla="*/ 2871597 w 4926099"/>
              <a:gd name="connsiteY2687" fmla="*/ 316567 h 968306"/>
              <a:gd name="connsiteX2688" fmla="*/ 2850642 w 4926099"/>
              <a:gd name="connsiteY2688" fmla="*/ 283039 h 968306"/>
              <a:gd name="connsiteX2689" fmla="*/ 2848070 w 4926099"/>
              <a:gd name="connsiteY2689" fmla="*/ 279324 h 968306"/>
              <a:gd name="connsiteX2690" fmla="*/ 2840736 w 4926099"/>
              <a:gd name="connsiteY2690" fmla="*/ 269418 h 968306"/>
              <a:gd name="connsiteX2691" fmla="*/ 2815114 w 4926099"/>
              <a:gd name="connsiteY2691" fmla="*/ 262655 h 968306"/>
              <a:gd name="connsiteX2692" fmla="*/ 2797778 w 4926099"/>
              <a:gd name="connsiteY2692" fmla="*/ 275228 h 968306"/>
              <a:gd name="connsiteX2693" fmla="*/ 2791016 w 4926099"/>
              <a:gd name="connsiteY2693" fmla="*/ 285134 h 968306"/>
              <a:gd name="connsiteX2694" fmla="*/ 2791016 w 4926099"/>
              <a:gd name="connsiteY2694" fmla="*/ 346380 h 968306"/>
              <a:gd name="connsiteX2695" fmla="*/ 2790444 w 4926099"/>
              <a:gd name="connsiteY2695" fmla="*/ 350095 h 968306"/>
              <a:gd name="connsiteX2696" fmla="*/ 2790444 w 4926099"/>
              <a:gd name="connsiteY2696" fmla="*/ 353238 h 968306"/>
              <a:gd name="connsiteX2697" fmla="*/ 2789968 w 4926099"/>
              <a:gd name="connsiteY2697" fmla="*/ 367907 h 968306"/>
              <a:gd name="connsiteX2698" fmla="*/ 2760059 w 4926099"/>
              <a:gd name="connsiteY2698" fmla="*/ 367907 h 968306"/>
              <a:gd name="connsiteX2699" fmla="*/ 2722436 w 4926099"/>
              <a:gd name="connsiteY2699" fmla="*/ 370955 h 968306"/>
              <a:gd name="connsiteX2700" fmla="*/ 2729770 w 4926099"/>
              <a:gd name="connsiteY2700" fmla="*/ 378289 h 968306"/>
              <a:gd name="connsiteX2701" fmla="*/ 2791111 w 4926099"/>
              <a:gd name="connsiteY2701" fmla="*/ 377717 h 968306"/>
              <a:gd name="connsiteX2702" fmla="*/ 2800541 w 4926099"/>
              <a:gd name="connsiteY2702" fmla="*/ 372002 h 968306"/>
              <a:gd name="connsiteX2703" fmla="*/ 2800541 w 4926099"/>
              <a:gd name="connsiteY2703" fmla="*/ 354191 h 968306"/>
              <a:gd name="connsiteX2704" fmla="*/ 2800541 w 4926099"/>
              <a:gd name="connsiteY2704" fmla="*/ 351524 h 968306"/>
              <a:gd name="connsiteX2705" fmla="*/ 2801017 w 4926099"/>
              <a:gd name="connsiteY2705" fmla="*/ 345237 h 968306"/>
              <a:gd name="connsiteX2706" fmla="*/ 2802636 w 4926099"/>
              <a:gd name="connsiteY2706" fmla="*/ 283991 h 968306"/>
              <a:gd name="connsiteX2707" fmla="*/ 2805779 w 4926099"/>
              <a:gd name="connsiteY2707" fmla="*/ 282372 h 968306"/>
              <a:gd name="connsiteX2708" fmla="*/ 2821020 w 4926099"/>
              <a:gd name="connsiteY2708" fmla="*/ 270847 h 968306"/>
              <a:gd name="connsiteX2709" fmla="*/ 2824734 w 4926099"/>
              <a:gd name="connsiteY2709" fmla="*/ 268180 h 968306"/>
              <a:gd name="connsiteX2710" fmla="*/ 2840450 w 4926099"/>
              <a:gd name="connsiteY2710" fmla="*/ 284944 h 968306"/>
              <a:gd name="connsiteX2711" fmla="*/ 2843594 w 4926099"/>
              <a:gd name="connsiteY2711" fmla="*/ 289706 h 968306"/>
              <a:gd name="connsiteX2712" fmla="*/ 2864549 w 4926099"/>
              <a:gd name="connsiteY2712" fmla="*/ 323234 h 968306"/>
              <a:gd name="connsiteX2713" fmla="*/ 2868740 w 4926099"/>
              <a:gd name="connsiteY2713" fmla="*/ 331045 h 968306"/>
              <a:gd name="connsiteX2714" fmla="*/ 2869787 w 4926099"/>
              <a:gd name="connsiteY2714" fmla="*/ 333712 h 968306"/>
              <a:gd name="connsiteX2715" fmla="*/ 2870835 w 4926099"/>
              <a:gd name="connsiteY2715" fmla="*/ 336379 h 968306"/>
              <a:gd name="connsiteX2716" fmla="*/ 2882360 w 4926099"/>
              <a:gd name="connsiteY2716" fmla="*/ 354191 h 968306"/>
              <a:gd name="connsiteX2717" fmla="*/ 2887028 w 4926099"/>
              <a:gd name="connsiteY2717" fmla="*/ 365144 h 968306"/>
              <a:gd name="connsiteX2718" fmla="*/ 2889695 w 4926099"/>
              <a:gd name="connsiteY2718" fmla="*/ 370383 h 968306"/>
              <a:gd name="connsiteX2719" fmla="*/ 2900172 w 4926099"/>
              <a:gd name="connsiteY2719" fmla="*/ 380861 h 968306"/>
              <a:gd name="connsiteX2720" fmla="*/ 2909602 w 4926099"/>
              <a:gd name="connsiteY2720" fmla="*/ 380289 h 968306"/>
              <a:gd name="connsiteX2721" fmla="*/ 2929509 w 4926099"/>
              <a:gd name="connsiteY2721" fmla="*/ 381813 h 968306"/>
              <a:gd name="connsiteX2722" fmla="*/ 2966180 w 4926099"/>
              <a:gd name="connsiteY2722" fmla="*/ 383909 h 968306"/>
              <a:gd name="connsiteX2723" fmla="*/ 2969800 w 4926099"/>
              <a:gd name="connsiteY2723" fmla="*/ 383337 h 968306"/>
              <a:gd name="connsiteX2724" fmla="*/ 2984468 w 4926099"/>
              <a:gd name="connsiteY2724" fmla="*/ 383337 h 968306"/>
              <a:gd name="connsiteX2725" fmla="*/ 2989707 w 4926099"/>
              <a:gd name="connsiteY2725" fmla="*/ 373907 h 968306"/>
              <a:gd name="connsiteX2726" fmla="*/ 2974562 w 4926099"/>
              <a:gd name="connsiteY2726" fmla="*/ 350857 h 968306"/>
              <a:gd name="connsiteX2727" fmla="*/ 2963513 w 4926099"/>
              <a:gd name="connsiteY2727" fmla="*/ 330950 h 968306"/>
              <a:gd name="connsiteX2728" fmla="*/ 2917984 w 4926099"/>
              <a:gd name="connsiteY2728" fmla="*/ 259703 h 968306"/>
              <a:gd name="connsiteX2729" fmla="*/ 2897029 w 4926099"/>
              <a:gd name="connsiteY2729" fmla="*/ 230366 h 968306"/>
              <a:gd name="connsiteX2730" fmla="*/ 2894933 w 4926099"/>
              <a:gd name="connsiteY2730" fmla="*/ 227222 h 968306"/>
              <a:gd name="connsiteX2731" fmla="*/ 2892362 w 4926099"/>
              <a:gd name="connsiteY2731" fmla="*/ 225127 h 968306"/>
              <a:gd name="connsiteX2732" fmla="*/ 2887123 w 4926099"/>
              <a:gd name="connsiteY2732" fmla="*/ 217221 h 968306"/>
              <a:gd name="connsiteX2733" fmla="*/ 2884551 w 4926099"/>
              <a:gd name="connsiteY2733" fmla="*/ 214554 h 968306"/>
              <a:gd name="connsiteX2734" fmla="*/ 2880932 w 4926099"/>
              <a:gd name="connsiteY2734" fmla="*/ 209315 h 968306"/>
              <a:gd name="connsiteX2735" fmla="*/ 2914460 w 4926099"/>
              <a:gd name="connsiteY2735" fmla="*/ 169501 h 968306"/>
              <a:gd name="connsiteX2736" fmla="*/ 2918174 w 4926099"/>
              <a:gd name="connsiteY2736" fmla="*/ 166834 h 968306"/>
              <a:gd name="connsiteX2737" fmla="*/ 2921318 w 4926099"/>
              <a:gd name="connsiteY2737" fmla="*/ 164738 h 968306"/>
              <a:gd name="connsiteX2738" fmla="*/ 2945892 w 4926099"/>
              <a:gd name="connsiteY2738" fmla="*/ 138545 h 968306"/>
              <a:gd name="connsiteX2739" fmla="*/ 2971610 w 4926099"/>
              <a:gd name="connsiteY2739" fmla="*/ 113970 h 968306"/>
              <a:gd name="connsiteX2740" fmla="*/ 2971610 w 4926099"/>
              <a:gd name="connsiteY2740" fmla="*/ 107207 h 968306"/>
              <a:gd name="connsiteX2741" fmla="*/ 2966942 w 4926099"/>
              <a:gd name="connsiteY2741" fmla="*/ 106160 h 968306"/>
              <a:gd name="connsiteX2742" fmla="*/ 2960180 w 4926099"/>
              <a:gd name="connsiteY2742" fmla="*/ 106160 h 968306"/>
              <a:gd name="connsiteX2743" fmla="*/ 2933510 w 4926099"/>
              <a:gd name="connsiteY2743" fmla="*/ 104064 h 968306"/>
              <a:gd name="connsiteX2744" fmla="*/ 2929319 w 4926099"/>
              <a:gd name="connsiteY2744" fmla="*/ 104064 h 968306"/>
              <a:gd name="connsiteX2745" fmla="*/ 2918841 w 4926099"/>
              <a:gd name="connsiteY2745" fmla="*/ 105112 h 968306"/>
              <a:gd name="connsiteX2746" fmla="*/ 2902553 w 4926099"/>
              <a:gd name="connsiteY2746" fmla="*/ 106160 h 968306"/>
              <a:gd name="connsiteX2747" fmla="*/ 2887885 w 4926099"/>
              <a:gd name="connsiteY2747" fmla="*/ 111398 h 968306"/>
              <a:gd name="connsiteX2748" fmla="*/ 2813971 w 4926099"/>
              <a:gd name="connsiteY2748" fmla="*/ 183217 h 968306"/>
              <a:gd name="connsiteX2749" fmla="*/ 2803493 w 4926099"/>
              <a:gd name="connsiteY2749" fmla="*/ 190551 h 968306"/>
              <a:gd name="connsiteX2750" fmla="*/ 2801398 w 4926099"/>
              <a:gd name="connsiteY2750" fmla="*/ 185884 h 968306"/>
              <a:gd name="connsiteX2751" fmla="*/ 2799303 w 4926099"/>
              <a:gd name="connsiteY2751" fmla="*/ 138735 h 968306"/>
              <a:gd name="connsiteX2752" fmla="*/ 2795588 w 4926099"/>
              <a:gd name="connsiteY2752" fmla="*/ 44438 h 968306"/>
              <a:gd name="connsiteX2753" fmla="*/ 2795111 w 4926099"/>
              <a:gd name="connsiteY2753" fmla="*/ 7766 h 968306"/>
              <a:gd name="connsiteX2754" fmla="*/ 2789396 w 4926099"/>
              <a:gd name="connsiteY2754" fmla="*/ 3004 h 968306"/>
              <a:gd name="connsiteX2755" fmla="*/ 2727579 w 4926099"/>
              <a:gd name="connsiteY2755" fmla="*/ 5099 h 968306"/>
              <a:gd name="connsiteX2756" fmla="*/ 2719769 w 4926099"/>
              <a:gd name="connsiteY2756" fmla="*/ 14529 h 968306"/>
              <a:gd name="connsiteX2757" fmla="*/ 2719769 w 4926099"/>
              <a:gd name="connsiteY2757" fmla="*/ 22340 h 968306"/>
              <a:gd name="connsiteX2758" fmla="*/ 2718721 w 4926099"/>
              <a:gd name="connsiteY2758" fmla="*/ 109779 h 968306"/>
              <a:gd name="connsiteX2759" fmla="*/ 2723388 w 4926099"/>
              <a:gd name="connsiteY2759" fmla="*/ 358572 h 968306"/>
              <a:gd name="connsiteX2760" fmla="*/ 2723388 w 4926099"/>
              <a:gd name="connsiteY2760" fmla="*/ 367526 h 968306"/>
              <a:gd name="connsiteX2761" fmla="*/ 2722912 w 4926099"/>
              <a:gd name="connsiteY2761" fmla="*/ 370669 h 968306"/>
              <a:gd name="connsiteX2762" fmla="*/ 2588895 w 4926099"/>
              <a:gd name="connsiteY2762" fmla="*/ 374098 h 968306"/>
              <a:gd name="connsiteX2763" fmla="*/ 2590514 w 4926099"/>
              <a:gd name="connsiteY2763" fmla="*/ 305994 h 968306"/>
              <a:gd name="connsiteX2764" fmla="*/ 2590991 w 4926099"/>
              <a:gd name="connsiteY2764" fmla="*/ 268275 h 968306"/>
              <a:gd name="connsiteX2765" fmla="*/ 2590991 w 4926099"/>
              <a:gd name="connsiteY2765" fmla="*/ 225317 h 968306"/>
              <a:gd name="connsiteX2766" fmla="*/ 2588895 w 4926099"/>
              <a:gd name="connsiteY2766" fmla="*/ 205410 h 968306"/>
              <a:gd name="connsiteX2767" fmla="*/ 2587371 w 4926099"/>
              <a:gd name="connsiteY2767" fmla="*/ 197028 h 968306"/>
              <a:gd name="connsiteX2768" fmla="*/ 2538127 w 4926099"/>
              <a:gd name="connsiteY2768" fmla="*/ 151975 h 968306"/>
              <a:gd name="connsiteX2769" fmla="*/ 2494121 w 4926099"/>
              <a:gd name="connsiteY2769" fmla="*/ 169787 h 968306"/>
              <a:gd name="connsiteX2770" fmla="*/ 2477357 w 4926099"/>
              <a:gd name="connsiteY2770" fmla="*/ 202743 h 968306"/>
              <a:gd name="connsiteX2771" fmla="*/ 2476310 w 4926099"/>
              <a:gd name="connsiteY2771" fmla="*/ 207982 h 968306"/>
              <a:gd name="connsiteX2772" fmla="*/ 2471642 w 4926099"/>
              <a:gd name="connsiteY2772" fmla="*/ 225794 h 968306"/>
              <a:gd name="connsiteX2773" fmla="*/ 2473166 w 4926099"/>
              <a:gd name="connsiteY2773" fmla="*/ 298660 h 968306"/>
              <a:gd name="connsiteX2774" fmla="*/ 2472690 w 4926099"/>
              <a:gd name="connsiteY2774" fmla="*/ 353143 h 968306"/>
              <a:gd name="connsiteX2775" fmla="*/ 2472214 w 4926099"/>
              <a:gd name="connsiteY2775" fmla="*/ 372002 h 968306"/>
              <a:gd name="connsiteX2776" fmla="*/ 2448592 w 4926099"/>
              <a:gd name="connsiteY2776" fmla="*/ 373622 h 968306"/>
              <a:gd name="connsiteX2777" fmla="*/ 2421350 w 4926099"/>
              <a:gd name="connsiteY2777" fmla="*/ 372574 h 968306"/>
              <a:gd name="connsiteX2778" fmla="*/ 2414016 w 4926099"/>
              <a:gd name="connsiteY2778" fmla="*/ 373145 h 968306"/>
              <a:gd name="connsiteX2779" fmla="*/ 2412968 w 4926099"/>
              <a:gd name="connsiteY2779" fmla="*/ 140545 h 968306"/>
              <a:gd name="connsiteX2780" fmla="*/ 2416588 w 4926099"/>
              <a:gd name="connsiteY2780" fmla="*/ 114351 h 968306"/>
              <a:gd name="connsiteX2781" fmla="*/ 2424494 w 4926099"/>
              <a:gd name="connsiteY2781" fmla="*/ 113780 h 968306"/>
              <a:gd name="connsiteX2782" fmla="*/ 2436495 w 4926099"/>
              <a:gd name="connsiteY2782" fmla="*/ 113208 h 968306"/>
              <a:gd name="connsiteX2783" fmla="*/ 2459546 w 4926099"/>
              <a:gd name="connsiteY2783" fmla="*/ 113780 h 968306"/>
              <a:gd name="connsiteX2784" fmla="*/ 2470499 w 4926099"/>
              <a:gd name="connsiteY2784" fmla="*/ 113780 h 968306"/>
              <a:gd name="connsiteX2785" fmla="*/ 2470499 w 4926099"/>
              <a:gd name="connsiteY2785" fmla="*/ 117494 h 968306"/>
              <a:gd name="connsiteX2786" fmla="*/ 2472595 w 4926099"/>
              <a:gd name="connsiteY2786" fmla="*/ 135306 h 968306"/>
              <a:gd name="connsiteX2787" fmla="*/ 2506123 w 4926099"/>
              <a:gd name="connsiteY2787" fmla="*/ 122733 h 968306"/>
              <a:gd name="connsiteX2788" fmla="*/ 2543366 w 4926099"/>
              <a:gd name="connsiteY2788" fmla="*/ 104921 h 968306"/>
              <a:gd name="connsiteX2789" fmla="*/ 2571083 w 4926099"/>
              <a:gd name="connsiteY2789" fmla="*/ 105969 h 968306"/>
              <a:gd name="connsiteX2790" fmla="*/ 2599373 w 4926099"/>
              <a:gd name="connsiteY2790" fmla="*/ 112256 h 968306"/>
              <a:gd name="connsiteX2791" fmla="*/ 2611470 w 4926099"/>
              <a:gd name="connsiteY2791" fmla="*/ 118066 h 968306"/>
              <a:gd name="connsiteX2792" fmla="*/ 2642902 w 4926099"/>
              <a:gd name="connsiteY2792" fmla="*/ 157309 h 968306"/>
              <a:gd name="connsiteX2793" fmla="*/ 2652332 w 4926099"/>
              <a:gd name="connsiteY2793" fmla="*/ 238557 h 968306"/>
              <a:gd name="connsiteX2794" fmla="*/ 2652332 w 4926099"/>
              <a:gd name="connsiteY2794" fmla="*/ 271037 h 968306"/>
              <a:gd name="connsiteX2795" fmla="*/ 2652332 w 4926099"/>
              <a:gd name="connsiteY2795" fmla="*/ 294564 h 968306"/>
              <a:gd name="connsiteX2796" fmla="*/ 2648712 w 4926099"/>
              <a:gd name="connsiteY2796" fmla="*/ 377813 h 968306"/>
              <a:gd name="connsiteX2797" fmla="*/ 2636139 w 4926099"/>
              <a:gd name="connsiteY2797" fmla="*/ 378384 h 968306"/>
              <a:gd name="connsiteX2798" fmla="*/ 2632996 w 4926099"/>
              <a:gd name="connsiteY2798" fmla="*/ 378956 h 968306"/>
              <a:gd name="connsiteX2799" fmla="*/ 2630900 w 4926099"/>
              <a:gd name="connsiteY2799" fmla="*/ 378956 h 968306"/>
              <a:gd name="connsiteX2800" fmla="*/ 2627186 w 4926099"/>
              <a:gd name="connsiteY2800" fmla="*/ 378384 h 968306"/>
              <a:gd name="connsiteX2801" fmla="*/ 2601468 w 4926099"/>
              <a:gd name="connsiteY2801" fmla="*/ 376289 h 968306"/>
              <a:gd name="connsiteX2802" fmla="*/ 2589466 w 4926099"/>
              <a:gd name="connsiteY2802" fmla="*/ 375717 h 968306"/>
              <a:gd name="connsiteX2803" fmla="*/ 2588895 w 4926099"/>
              <a:gd name="connsiteY2803" fmla="*/ 374193 h 968306"/>
              <a:gd name="connsiteX2804" fmla="*/ 2481548 w 4926099"/>
              <a:gd name="connsiteY2804" fmla="*/ 129972 h 968306"/>
              <a:gd name="connsiteX2805" fmla="*/ 2471642 w 4926099"/>
              <a:gd name="connsiteY2805" fmla="*/ 103778 h 968306"/>
              <a:gd name="connsiteX2806" fmla="*/ 2459546 w 4926099"/>
              <a:gd name="connsiteY2806" fmla="*/ 103778 h 968306"/>
              <a:gd name="connsiteX2807" fmla="*/ 2436495 w 4926099"/>
              <a:gd name="connsiteY2807" fmla="*/ 103207 h 968306"/>
              <a:gd name="connsiteX2808" fmla="*/ 2423922 w 4926099"/>
              <a:gd name="connsiteY2808" fmla="*/ 103778 h 968306"/>
              <a:gd name="connsiteX2809" fmla="*/ 2407158 w 4926099"/>
              <a:gd name="connsiteY2809" fmla="*/ 108446 h 968306"/>
              <a:gd name="connsiteX2810" fmla="*/ 2402967 w 4926099"/>
              <a:gd name="connsiteY2810" fmla="*/ 139402 h 968306"/>
              <a:gd name="connsiteX2811" fmla="*/ 2404015 w 4926099"/>
              <a:gd name="connsiteY2811" fmla="*/ 377717 h 968306"/>
              <a:gd name="connsiteX2812" fmla="*/ 2412397 w 4926099"/>
              <a:gd name="connsiteY2812" fmla="*/ 382956 h 968306"/>
              <a:gd name="connsiteX2813" fmla="*/ 2421255 w 4926099"/>
              <a:gd name="connsiteY2813" fmla="*/ 382385 h 968306"/>
              <a:gd name="connsiteX2814" fmla="*/ 2448497 w 4926099"/>
              <a:gd name="connsiteY2814" fmla="*/ 383432 h 968306"/>
              <a:gd name="connsiteX2815" fmla="*/ 2478405 w 4926099"/>
              <a:gd name="connsiteY2815" fmla="*/ 381337 h 968306"/>
              <a:gd name="connsiteX2816" fmla="*/ 2482596 w 4926099"/>
              <a:gd name="connsiteY2816" fmla="*/ 375050 h 968306"/>
              <a:gd name="connsiteX2817" fmla="*/ 2482596 w 4926099"/>
              <a:gd name="connsiteY2817" fmla="*/ 353619 h 968306"/>
              <a:gd name="connsiteX2818" fmla="*/ 2483072 w 4926099"/>
              <a:gd name="connsiteY2818" fmla="*/ 299136 h 968306"/>
              <a:gd name="connsiteX2819" fmla="*/ 2481453 w 4926099"/>
              <a:gd name="connsiteY2819" fmla="*/ 227889 h 968306"/>
              <a:gd name="connsiteX2820" fmla="*/ 2486120 w 4926099"/>
              <a:gd name="connsiteY2820" fmla="*/ 210077 h 968306"/>
              <a:gd name="connsiteX2821" fmla="*/ 2487168 w 4926099"/>
              <a:gd name="connsiteY2821" fmla="*/ 204267 h 968306"/>
              <a:gd name="connsiteX2822" fmla="*/ 2501837 w 4926099"/>
              <a:gd name="connsiteY2822" fmla="*/ 175978 h 968306"/>
              <a:gd name="connsiteX2823" fmla="*/ 2538984 w 4926099"/>
              <a:gd name="connsiteY2823" fmla="*/ 161786 h 968306"/>
              <a:gd name="connsiteX2824" fmla="*/ 2578799 w 4926099"/>
              <a:gd name="connsiteY2824" fmla="*/ 206363 h 968306"/>
              <a:gd name="connsiteX2825" fmla="*/ 2580894 w 4926099"/>
              <a:gd name="connsiteY2825" fmla="*/ 226746 h 968306"/>
              <a:gd name="connsiteX2826" fmla="*/ 2580418 w 4926099"/>
              <a:gd name="connsiteY2826" fmla="*/ 305899 h 968306"/>
              <a:gd name="connsiteX2827" fmla="*/ 2578799 w 4926099"/>
              <a:gd name="connsiteY2827" fmla="*/ 374003 h 968306"/>
              <a:gd name="connsiteX2828" fmla="*/ 2579275 w 4926099"/>
              <a:gd name="connsiteY2828" fmla="*/ 376574 h 968306"/>
              <a:gd name="connsiteX2829" fmla="*/ 2578799 w 4926099"/>
              <a:gd name="connsiteY2829" fmla="*/ 379241 h 968306"/>
              <a:gd name="connsiteX2830" fmla="*/ 2601278 w 4926099"/>
              <a:gd name="connsiteY2830" fmla="*/ 386099 h 968306"/>
              <a:gd name="connsiteX2831" fmla="*/ 2625376 w 4926099"/>
              <a:gd name="connsiteY2831" fmla="*/ 388195 h 968306"/>
              <a:gd name="connsiteX2832" fmla="*/ 2630043 w 4926099"/>
              <a:gd name="connsiteY2832" fmla="*/ 388671 h 968306"/>
              <a:gd name="connsiteX2833" fmla="*/ 2634234 w 4926099"/>
              <a:gd name="connsiteY2833" fmla="*/ 388671 h 968306"/>
              <a:gd name="connsiteX2834" fmla="*/ 2637378 w 4926099"/>
              <a:gd name="connsiteY2834" fmla="*/ 388195 h 968306"/>
              <a:gd name="connsiteX2835" fmla="*/ 2647855 w 4926099"/>
              <a:gd name="connsiteY2835" fmla="*/ 388195 h 968306"/>
              <a:gd name="connsiteX2836" fmla="*/ 2659380 w 4926099"/>
              <a:gd name="connsiteY2836" fmla="*/ 384004 h 968306"/>
              <a:gd name="connsiteX2837" fmla="*/ 2661952 w 4926099"/>
              <a:gd name="connsiteY2837" fmla="*/ 294469 h 968306"/>
              <a:gd name="connsiteX2838" fmla="*/ 2661952 w 4926099"/>
              <a:gd name="connsiteY2838" fmla="*/ 271418 h 968306"/>
              <a:gd name="connsiteX2839" fmla="*/ 2661952 w 4926099"/>
              <a:gd name="connsiteY2839" fmla="*/ 238938 h 968306"/>
              <a:gd name="connsiteX2840" fmla="*/ 2652522 w 4926099"/>
              <a:gd name="connsiteY2840" fmla="*/ 154070 h 968306"/>
              <a:gd name="connsiteX2841" fmla="*/ 2616899 w 4926099"/>
              <a:gd name="connsiteY2841" fmla="*/ 109493 h 968306"/>
              <a:gd name="connsiteX2842" fmla="*/ 2601182 w 4926099"/>
              <a:gd name="connsiteY2842" fmla="*/ 102731 h 968306"/>
              <a:gd name="connsiteX2843" fmla="*/ 2571274 w 4926099"/>
              <a:gd name="connsiteY2843" fmla="*/ 95873 h 968306"/>
              <a:gd name="connsiteX2844" fmla="*/ 2540889 w 4926099"/>
              <a:gd name="connsiteY2844" fmla="*/ 95301 h 968306"/>
              <a:gd name="connsiteX2845" fmla="*/ 2500503 w 4926099"/>
              <a:gd name="connsiteY2845" fmla="*/ 114161 h 968306"/>
              <a:gd name="connsiteX2846" fmla="*/ 2481072 w 4926099"/>
              <a:gd name="connsiteY2846" fmla="*/ 129877 h 968306"/>
              <a:gd name="connsiteX2847" fmla="*/ 2181987 w 4926099"/>
              <a:gd name="connsiteY2847" fmla="*/ 270752 h 968306"/>
              <a:gd name="connsiteX2848" fmla="*/ 2176748 w 4926099"/>
              <a:gd name="connsiteY2848" fmla="*/ 272847 h 968306"/>
              <a:gd name="connsiteX2849" fmla="*/ 2170462 w 4926099"/>
              <a:gd name="connsiteY2849" fmla="*/ 277038 h 968306"/>
              <a:gd name="connsiteX2850" fmla="*/ 2165795 w 4926099"/>
              <a:gd name="connsiteY2850" fmla="*/ 279705 h 968306"/>
              <a:gd name="connsiteX2851" fmla="*/ 2159508 w 4926099"/>
              <a:gd name="connsiteY2851" fmla="*/ 324282 h 968306"/>
              <a:gd name="connsiteX2852" fmla="*/ 2161604 w 4926099"/>
              <a:gd name="connsiteY2852" fmla="*/ 326949 h 968306"/>
              <a:gd name="connsiteX2853" fmla="*/ 2208752 w 4926099"/>
              <a:gd name="connsiteY2853" fmla="*/ 348952 h 968306"/>
              <a:gd name="connsiteX2854" fmla="*/ 2238089 w 4926099"/>
              <a:gd name="connsiteY2854" fmla="*/ 338474 h 968306"/>
              <a:gd name="connsiteX2855" fmla="*/ 2251234 w 4926099"/>
              <a:gd name="connsiteY2855" fmla="*/ 330569 h 968306"/>
              <a:gd name="connsiteX2856" fmla="*/ 2267998 w 4926099"/>
              <a:gd name="connsiteY2856" fmla="*/ 291802 h 968306"/>
              <a:gd name="connsiteX2857" fmla="*/ 2268474 w 4926099"/>
              <a:gd name="connsiteY2857" fmla="*/ 259322 h 968306"/>
              <a:gd name="connsiteX2858" fmla="*/ 2261711 w 4926099"/>
              <a:gd name="connsiteY2858" fmla="*/ 249416 h 968306"/>
              <a:gd name="connsiteX2859" fmla="*/ 2259044 w 4926099"/>
              <a:gd name="connsiteY2859" fmla="*/ 249987 h 968306"/>
              <a:gd name="connsiteX2860" fmla="*/ 2255425 w 4926099"/>
              <a:gd name="connsiteY2860" fmla="*/ 250559 h 968306"/>
              <a:gd name="connsiteX2861" fmla="*/ 2243423 w 4926099"/>
              <a:gd name="connsiteY2861" fmla="*/ 253130 h 968306"/>
              <a:gd name="connsiteX2862" fmla="*/ 2220849 w 4926099"/>
              <a:gd name="connsiteY2862" fmla="*/ 258369 h 968306"/>
              <a:gd name="connsiteX2863" fmla="*/ 2206657 w 4926099"/>
              <a:gd name="connsiteY2863" fmla="*/ 262084 h 968306"/>
              <a:gd name="connsiteX2864" fmla="*/ 2196751 w 4926099"/>
              <a:gd name="connsiteY2864" fmla="*/ 265227 h 968306"/>
              <a:gd name="connsiteX2865" fmla="*/ 2193131 w 4926099"/>
              <a:gd name="connsiteY2865" fmla="*/ 266275 h 968306"/>
              <a:gd name="connsiteX2866" fmla="*/ 2186369 w 4926099"/>
              <a:gd name="connsiteY2866" fmla="*/ 269990 h 968306"/>
              <a:gd name="connsiteX2867" fmla="*/ 2182178 w 4926099"/>
              <a:gd name="connsiteY2867" fmla="*/ 271037 h 968306"/>
              <a:gd name="connsiteX2868" fmla="*/ 2258473 w 4926099"/>
              <a:gd name="connsiteY2868" fmla="*/ 260274 h 968306"/>
              <a:gd name="connsiteX2869" fmla="*/ 2258473 w 4926099"/>
              <a:gd name="connsiteY2869" fmla="*/ 289611 h 968306"/>
              <a:gd name="connsiteX2870" fmla="*/ 2244281 w 4926099"/>
              <a:gd name="connsiteY2870" fmla="*/ 323139 h 968306"/>
              <a:gd name="connsiteX2871" fmla="*/ 2233327 w 4926099"/>
              <a:gd name="connsiteY2871" fmla="*/ 329426 h 968306"/>
              <a:gd name="connsiteX2872" fmla="*/ 2214467 w 4926099"/>
              <a:gd name="connsiteY2872" fmla="*/ 338379 h 968306"/>
              <a:gd name="connsiteX2873" fmla="*/ 2167795 w 4926099"/>
              <a:gd name="connsiteY2873" fmla="*/ 318472 h 968306"/>
              <a:gd name="connsiteX2874" fmla="*/ 2173034 w 4926099"/>
              <a:gd name="connsiteY2874" fmla="*/ 287039 h 968306"/>
              <a:gd name="connsiteX2875" fmla="*/ 2175605 w 4926099"/>
              <a:gd name="connsiteY2875" fmla="*/ 285420 h 968306"/>
              <a:gd name="connsiteX2876" fmla="*/ 2178749 w 4926099"/>
              <a:gd name="connsiteY2876" fmla="*/ 283801 h 968306"/>
              <a:gd name="connsiteX2877" fmla="*/ 2180844 w 4926099"/>
              <a:gd name="connsiteY2877" fmla="*/ 281705 h 968306"/>
              <a:gd name="connsiteX2878" fmla="*/ 2184464 w 4926099"/>
              <a:gd name="connsiteY2878" fmla="*/ 280086 h 968306"/>
              <a:gd name="connsiteX2879" fmla="*/ 2188655 w 4926099"/>
              <a:gd name="connsiteY2879" fmla="*/ 279038 h 968306"/>
              <a:gd name="connsiteX2880" fmla="*/ 2196465 w 4926099"/>
              <a:gd name="connsiteY2880" fmla="*/ 275419 h 968306"/>
              <a:gd name="connsiteX2881" fmla="*/ 2199608 w 4926099"/>
              <a:gd name="connsiteY2881" fmla="*/ 274371 h 968306"/>
              <a:gd name="connsiteX2882" fmla="*/ 2209038 w 4926099"/>
              <a:gd name="connsiteY2882" fmla="*/ 271704 h 968306"/>
              <a:gd name="connsiteX2883" fmla="*/ 2223230 w 4926099"/>
              <a:gd name="connsiteY2883" fmla="*/ 267513 h 968306"/>
              <a:gd name="connsiteX2884" fmla="*/ 2245233 w 4926099"/>
              <a:gd name="connsiteY2884" fmla="*/ 262846 h 968306"/>
              <a:gd name="connsiteX2885" fmla="*/ 2258378 w 4926099"/>
              <a:gd name="connsiteY2885" fmla="*/ 260179 h 968306"/>
              <a:gd name="connsiteX2886" fmla="*/ 2101787 w 4926099"/>
              <a:gd name="connsiteY2886" fmla="*/ 185408 h 968306"/>
              <a:gd name="connsiteX2887" fmla="*/ 2105978 w 4926099"/>
              <a:gd name="connsiteY2887" fmla="*/ 169120 h 968306"/>
              <a:gd name="connsiteX2888" fmla="*/ 2144744 w 4926099"/>
              <a:gd name="connsiteY2888" fmla="*/ 127210 h 968306"/>
              <a:gd name="connsiteX2889" fmla="*/ 2151507 w 4926099"/>
              <a:gd name="connsiteY2889" fmla="*/ 121400 h 968306"/>
              <a:gd name="connsiteX2890" fmla="*/ 2156746 w 4926099"/>
              <a:gd name="connsiteY2890" fmla="*/ 118828 h 968306"/>
              <a:gd name="connsiteX2891" fmla="*/ 2161413 w 4926099"/>
              <a:gd name="connsiteY2891" fmla="*/ 116161 h 968306"/>
              <a:gd name="connsiteX2892" fmla="*/ 2183416 w 4926099"/>
              <a:gd name="connsiteY2892" fmla="*/ 109303 h 968306"/>
              <a:gd name="connsiteX2893" fmla="*/ 2201228 w 4926099"/>
              <a:gd name="connsiteY2893" fmla="*/ 106731 h 968306"/>
              <a:gd name="connsiteX2894" fmla="*/ 2203799 w 4926099"/>
              <a:gd name="connsiteY2894" fmla="*/ 105683 h 968306"/>
              <a:gd name="connsiteX2895" fmla="*/ 2206371 w 4926099"/>
              <a:gd name="connsiteY2895" fmla="*/ 104636 h 968306"/>
              <a:gd name="connsiteX2896" fmla="*/ 2232089 w 4926099"/>
              <a:gd name="connsiteY2896" fmla="*/ 103588 h 968306"/>
              <a:gd name="connsiteX2897" fmla="*/ 2247805 w 4926099"/>
              <a:gd name="connsiteY2897" fmla="*/ 105207 h 968306"/>
              <a:gd name="connsiteX2898" fmla="*/ 2278190 w 4926099"/>
              <a:gd name="connsiteY2898" fmla="*/ 108350 h 968306"/>
              <a:gd name="connsiteX2899" fmla="*/ 2314289 w 4926099"/>
              <a:gd name="connsiteY2899" fmla="*/ 131401 h 968306"/>
              <a:gd name="connsiteX2900" fmla="*/ 2324195 w 4926099"/>
              <a:gd name="connsiteY2900" fmla="*/ 148165 h 968306"/>
              <a:gd name="connsiteX2901" fmla="*/ 2328386 w 4926099"/>
              <a:gd name="connsiteY2901" fmla="*/ 195885 h 968306"/>
              <a:gd name="connsiteX2902" fmla="*/ 2327339 w 4926099"/>
              <a:gd name="connsiteY2902" fmla="*/ 213125 h 968306"/>
              <a:gd name="connsiteX2903" fmla="*/ 2327910 w 4926099"/>
              <a:gd name="connsiteY2903" fmla="*/ 294850 h 968306"/>
              <a:gd name="connsiteX2904" fmla="*/ 2331053 w 4926099"/>
              <a:gd name="connsiteY2904" fmla="*/ 333617 h 968306"/>
              <a:gd name="connsiteX2905" fmla="*/ 2337816 w 4926099"/>
              <a:gd name="connsiteY2905" fmla="*/ 365049 h 968306"/>
              <a:gd name="connsiteX2906" fmla="*/ 2339340 w 4926099"/>
              <a:gd name="connsiteY2906" fmla="*/ 372383 h 968306"/>
              <a:gd name="connsiteX2907" fmla="*/ 2296382 w 4926099"/>
              <a:gd name="connsiteY2907" fmla="*/ 378670 h 968306"/>
              <a:gd name="connsiteX2908" fmla="*/ 2287524 w 4926099"/>
              <a:gd name="connsiteY2908" fmla="*/ 377051 h 968306"/>
              <a:gd name="connsiteX2909" fmla="*/ 2278666 w 4926099"/>
              <a:gd name="connsiteY2909" fmla="*/ 377622 h 968306"/>
              <a:gd name="connsiteX2910" fmla="*/ 2266664 w 4926099"/>
              <a:gd name="connsiteY2910" fmla="*/ 357715 h 968306"/>
              <a:gd name="connsiteX2911" fmla="*/ 2258759 w 4926099"/>
              <a:gd name="connsiteY2911" fmla="*/ 360858 h 968306"/>
              <a:gd name="connsiteX2912" fmla="*/ 2255615 w 4926099"/>
              <a:gd name="connsiteY2912" fmla="*/ 362954 h 968306"/>
              <a:gd name="connsiteX2913" fmla="*/ 2250377 w 4926099"/>
              <a:gd name="connsiteY2913" fmla="*/ 366668 h 968306"/>
              <a:gd name="connsiteX2914" fmla="*/ 2245614 w 4926099"/>
              <a:gd name="connsiteY2914" fmla="*/ 369812 h 968306"/>
              <a:gd name="connsiteX2915" fmla="*/ 2223611 w 4926099"/>
              <a:gd name="connsiteY2915" fmla="*/ 379241 h 968306"/>
              <a:gd name="connsiteX2916" fmla="*/ 2191703 w 4926099"/>
              <a:gd name="connsiteY2916" fmla="*/ 383909 h 968306"/>
              <a:gd name="connsiteX2917" fmla="*/ 2174367 w 4926099"/>
              <a:gd name="connsiteY2917" fmla="*/ 385528 h 968306"/>
              <a:gd name="connsiteX2918" fmla="*/ 2125123 w 4926099"/>
              <a:gd name="connsiteY2918" fmla="*/ 374003 h 968306"/>
              <a:gd name="connsiteX2919" fmla="*/ 2122551 w 4926099"/>
              <a:gd name="connsiteY2919" fmla="*/ 371907 h 968306"/>
              <a:gd name="connsiteX2920" fmla="*/ 2116741 w 4926099"/>
              <a:gd name="connsiteY2920" fmla="*/ 368288 h 968306"/>
              <a:gd name="connsiteX2921" fmla="*/ 2109407 w 4926099"/>
              <a:gd name="connsiteY2921" fmla="*/ 363049 h 968306"/>
              <a:gd name="connsiteX2922" fmla="*/ 2107311 w 4926099"/>
              <a:gd name="connsiteY2922" fmla="*/ 359906 h 968306"/>
              <a:gd name="connsiteX2923" fmla="*/ 2104168 w 4926099"/>
              <a:gd name="connsiteY2923" fmla="*/ 354667 h 968306"/>
              <a:gd name="connsiteX2924" fmla="*/ 2098929 w 4926099"/>
              <a:gd name="connsiteY2924" fmla="*/ 346285 h 968306"/>
              <a:gd name="connsiteX2925" fmla="*/ 2090547 w 4926099"/>
              <a:gd name="connsiteY2925" fmla="*/ 321710 h 968306"/>
              <a:gd name="connsiteX2926" fmla="*/ 2090547 w 4926099"/>
              <a:gd name="connsiteY2926" fmla="*/ 298184 h 968306"/>
              <a:gd name="connsiteX2927" fmla="*/ 2092643 w 4926099"/>
              <a:gd name="connsiteY2927" fmla="*/ 286658 h 968306"/>
              <a:gd name="connsiteX2928" fmla="*/ 2093690 w 4926099"/>
              <a:gd name="connsiteY2928" fmla="*/ 282944 h 968306"/>
              <a:gd name="connsiteX2929" fmla="*/ 2096357 w 4926099"/>
              <a:gd name="connsiteY2929" fmla="*/ 276657 h 968306"/>
              <a:gd name="connsiteX2930" fmla="*/ 2155031 w 4926099"/>
              <a:gd name="connsiteY2930" fmla="*/ 233128 h 968306"/>
              <a:gd name="connsiteX2931" fmla="*/ 2177606 w 4926099"/>
              <a:gd name="connsiteY2931" fmla="*/ 231032 h 968306"/>
              <a:gd name="connsiteX2932" fmla="*/ 2182273 w 4926099"/>
              <a:gd name="connsiteY2932" fmla="*/ 230461 h 968306"/>
              <a:gd name="connsiteX2933" fmla="*/ 2190655 w 4926099"/>
              <a:gd name="connsiteY2933" fmla="*/ 229889 h 968306"/>
              <a:gd name="connsiteX2934" fmla="*/ 2202656 w 4926099"/>
              <a:gd name="connsiteY2934" fmla="*/ 229318 h 968306"/>
              <a:gd name="connsiteX2935" fmla="*/ 2225231 w 4926099"/>
              <a:gd name="connsiteY2935" fmla="*/ 227222 h 968306"/>
              <a:gd name="connsiteX2936" fmla="*/ 2265617 w 4926099"/>
              <a:gd name="connsiteY2936" fmla="*/ 210458 h 968306"/>
              <a:gd name="connsiteX2937" fmla="*/ 2267712 w 4926099"/>
              <a:gd name="connsiteY2937" fmla="*/ 205696 h 968306"/>
              <a:gd name="connsiteX2938" fmla="*/ 2268760 w 4926099"/>
              <a:gd name="connsiteY2938" fmla="*/ 202553 h 968306"/>
              <a:gd name="connsiteX2939" fmla="*/ 2269331 w 4926099"/>
              <a:gd name="connsiteY2939" fmla="*/ 197314 h 968306"/>
              <a:gd name="connsiteX2940" fmla="*/ 2253044 w 4926099"/>
              <a:gd name="connsiteY2940" fmla="*/ 153308 h 968306"/>
              <a:gd name="connsiteX2941" fmla="*/ 2225802 w 4926099"/>
              <a:gd name="connsiteY2941" fmla="*/ 146546 h 968306"/>
              <a:gd name="connsiteX2942" fmla="*/ 2206943 w 4926099"/>
              <a:gd name="connsiteY2942" fmla="*/ 148641 h 968306"/>
              <a:gd name="connsiteX2943" fmla="*/ 2180749 w 4926099"/>
              <a:gd name="connsiteY2943" fmla="*/ 159690 h 968306"/>
              <a:gd name="connsiteX2944" fmla="*/ 2175034 w 4926099"/>
              <a:gd name="connsiteY2944" fmla="*/ 167024 h 968306"/>
              <a:gd name="connsiteX2945" fmla="*/ 2171319 w 4926099"/>
              <a:gd name="connsiteY2945" fmla="*/ 173311 h 968306"/>
              <a:gd name="connsiteX2946" fmla="*/ 2164556 w 4926099"/>
              <a:gd name="connsiteY2946" fmla="*/ 186932 h 968306"/>
              <a:gd name="connsiteX2947" fmla="*/ 2161413 w 4926099"/>
              <a:gd name="connsiteY2947" fmla="*/ 186932 h 968306"/>
              <a:gd name="connsiteX2948" fmla="*/ 2151507 w 4926099"/>
              <a:gd name="connsiteY2948" fmla="*/ 185884 h 968306"/>
              <a:gd name="connsiteX2949" fmla="*/ 2123789 w 4926099"/>
              <a:gd name="connsiteY2949" fmla="*/ 184836 h 968306"/>
              <a:gd name="connsiteX2950" fmla="*/ 2108073 w 4926099"/>
              <a:gd name="connsiteY2950" fmla="*/ 184836 h 968306"/>
              <a:gd name="connsiteX2951" fmla="*/ 2101787 w 4926099"/>
              <a:gd name="connsiteY2951" fmla="*/ 185408 h 968306"/>
              <a:gd name="connsiteX2952" fmla="*/ 2255806 w 4926099"/>
              <a:gd name="connsiteY2952" fmla="*/ 374479 h 968306"/>
              <a:gd name="connsiteX2953" fmla="*/ 2261045 w 4926099"/>
              <a:gd name="connsiteY2953" fmla="*/ 371336 h 968306"/>
              <a:gd name="connsiteX2954" fmla="*/ 2264188 w 4926099"/>
              <a:gd name="connsiteY2954" fmla="*/ 369716 h 968306"/>
              <a:gd name="connsiteX2955" fmla="*/ 2266283 w 4926099"/>
              <a:gd name="connsiteY2955" fmla="*/ 368192 h 968306"/>
              <a:gd name="connsiteX2956" fmla="*/ 2268379 w 4926099"/>
              <a:gd name="connsiteY2956" fmla="*/ 377622 h 968306"/>
              <a:gd name="connsiteX2957" fmla="*/ 2287238 w 4926099"/>
              <a:gd name="connsiteY2957" fmla="*/ 387623 h 968306"/>
              <a:gd name="connsiteX2958" fmla="*/ 2295620 w 4926099"/>
              <a:gd name="connsiteY2958" fmla="*/ 389147 h 968306"/>
              <a:gd name="connsiteX2959" fmla="*/ 2346484 w 4926099"/>
              <a:gd name="connsiteY2959" fmla="*/ 381337 h 968306"/>
              <a:gd name="connsiteX2960" fmla="*/ 2349627 w 4926099"/>
              <a:gd name="connsiteY2960" fmla="*/ 372383 h 968306"/>
              <a:gd name="connsiteX2961" fmla="*/ 2348579 w 4926099"/>
              <a:gd name="connsiteY2961" fmla="*/ 368192 h 968306"/>
              <a:gd name="connsiteX2962" fmla="*/ 2348103 w 4926099"/>
              <a:gd name="connsiteY2962" fmla="*/ 364001 h 968306"/>
              <a:gd name="connsiteX2963" fmla="*/ 2341340 w 4926099"/>
              <a:gd name="connsiteY2963" fmla="*/ 331521 h 968306"/>
              <a:gd name="connsiteX2964" fmla="*/ 2338197 w 4926099"/>
              <a:gd name="connsiteY2964" fmla="*/ 293802 h 968306"/>
              <a:gd name="connsiteX2965" fmla="*/ 2337626 w 4926099"/>
              <a:gd name="connsiteY2965" fmla="*/ 213602 h 968306"/>
              <a:gd name="connsiteX2966" fmla="*/ 2338673 w 4926099"/>
              <a:gd name="connsiteY2966" fmla="*/ 195790 h 968306"/>
              <a:gd name="connsiteX2967" fmla="*/ 2334482 w 4926099"/>
              <a:gd name="connsiteY2967" fmla="*/ 145498 h 968306"/>
              <a:gd name="connsiteX2968" fmla="*/ 2321338 w 4926099"/>
              <a:gd name="connsiteY2968" fmla="*/ 123971 h 968306"/>
              <a:gd name="connsiteX2969" fmla="*/ 2281047 w 4926099"/>
              <a:gd name="connsiteY2969" fmla="*/ 98349 h 968306"/>
              <a:gd name="connsiteX2970" fmla="*/ 2249043 w 4926099"/>
              <a:gd name="connsiteY2970" fmla="*/ 95206 h 968306"/>
              <a:gd name="connsiteX2971" fmla="*/ 2232279 w 4926099"/>
              <a:gd name="connsiteY2971" fmla="*/ 93682 h 968306"/>
              <a:gd name="connsiteX2972" fmla="*/ 2202942 w 4926099"/>
              <a:gd name="connsiteY2972" fmla="*/ 95206 h 968306"/>
              <a:gd name="connsiteX2973" fmla="*/ 2198751 w 4926099"/>
              <a:gd name="connsiteY2973" fmla="*/ 96825 h 968306"/>
              <a:gd name="connsiteX2974" fmla="*/ 2180939 w 4926099"/>
              <a:gd name="connsiteY2974" fmla="*/ 99492 h 968306"/>
              <a:gd name="connsiteX2975" fmla="*/ 2156270 w 4926099"/>
              <a:gd name="connsiteY2975" fmla="*/ 107398 h 968306"/>
              <a:gd name="connsiteX2976" fmla="*/ 2152079 w 4926099"/>
              <a:gd name="connsiteY2976" fmla="*/ 109970 h 968306"/>
              <a:gd name="connsiteX2977" fmla="*/ 2146840 w 4926099"/>
              <a:gd name="connsiteY2977" fmla="*/ 113113 h 968306"/>
              <a:gd name="connsiteX2978" fmla="*/ 2137410 w 4926099"/>
              <a:gd name="connsiteY2978" fmla="*/ 120447 h 968306"/>
              <a:gd name="connsiteX2979" fmla="*/ 2096548 w 4926099"/>
              <a:gd name="connsiteY2979" fmla="*/ 166548 h 968306"/>
              <a:gd name="connsiteX2980" fmla="*/ 2090261 w 4926099"/>
              <a:gd name="connsiteY2980" fmla="*/ 187979 h 968306"/>
              <a:gd name="connsiteX2981" fmla="*/ 2095976 w 4926099"/>
              <a:gd name="connsiteY2981" fmla="*/ 194837 h 968306"/>
              <a:gd name="connsiteX2982" fmla="*/ 2099120 w 4926099"/>
              <a:gd name="connsiteY2982" fmla="*/ 195409 h 968306"/>
              <a:gd name="connsiteX2983" fmla="*/ 2103311 w 4926099"/>
              <a:gd name="connsiteY2983" fmla="*/ 195409 h 968306"/>
              <a:gd name="connsiteX2984" fmla="*/ 2123789 w 4926099"/>
              <a:gd name="connsiteY2984" fmla="*/ 195409 h 968306"/>
              <a:gd name="connsiteX2985" fmla="*/ 2151031 w 4926099"/>
              <a:gd name="connsiteY2985" fmla="*/ 195980 h 968306"/>
              <a:gd name="connsiteX2986" fmla="*/ 2180368 w 4926099"/>
              <a:gd name="connsiteY2986" fmla="*/ 178645 h 968306"/>
              <a:gd name="connsiteX2987" fmla="*/ 2184083 w 4926099"/>
              <a:gd name="connsiteY2987" fmla="*/ 172358 h 968306"/>
              <a:gd name="connsiteX2988" fmla="*/ 2187702 w 4926099"/>
              <a:gd name="connsiteY2988" fmla="*/ 167120 h 968306"/>
              <a:gd name="connsiteX2989" fmla="*/ 2209229 w 4926099"/>
              <a:gd name="connsiteY2989" fmla="*/ 158261 h 968306"/>
              <a:gd name="connsiteX2990" fmla="*/ 2225993 w 4926099"/>
              <a:gd name="connsiteY2990" fmla="*/ 156642 h 968306"/>
              <a:gd name="connsiteX2991" fmla="*/ 2247519 w 4926099"/>
              <a:gd name="connsiteY2991" fmla="*/ 161881 h 968306"/>
              <a:gd name="connsiteX2992" fmla="*/ 2259521 w 4926099"/>
              <a:gd name="connsiteY2992" fmla="*/ 199124 h 968306"/>
              <a:gd name="connsiteX2993" fmla="*/ 2258473 w 4926099"/>
              <a:gd name="connsiteY2993" fmla="*/ 202267 h 968306"/>
              <a:gd name="connsiteX2994" fmla="*/ 2254282 w 4926099"/>
              <a:gd name="connsiteY2994" fmla="*/ 207506 h 968306"/>
              <a:gd name="connsiteX2995" fmla="*/ 2201894 w 4926099"/>
              <a:gd name="connsiteY2995" fmla="*/ 219507 h 968306"/>
              <a:gd name="connsiteX2996" fmla="*/ 2190369 w 4926099"/>
              <a:gd name="connsiteY2996" fmla="*/ 220079 h 968306"/>
              <a:gd name="connsiteX2997" fmla="*/ 2181511 w 4926099"/>
              <a:gd name="connsiteY2997" fmla="*/ 220650 h 968306"/>
              <a:gd name="connsiteX2998" fmla="*/ 2176272 w 4926099"/>
              <a:gd name="connsiteY2998" fmla="*/ 221222 h 968306"/>
              <a:gd name="connsiteX2999" fmla="*/ 2154269 w 4926099"/>
              <a:gd name="connsiteY2999" fmla="*/ 223317 h 968306"/>
              <a:gd name="connsiteX3000" fmla="*/ 2087213 w 4926099"/>
              <a:gd name="connsiteY3000" fmla="*/ 272561 h 968306"/>
              <a:gd name="connsiteX3001" fmla="*/ 2084642 w 4926099"/>
              <a:gd name="connsiteY3001" fmla="*/ 279324 h 968306"/>
              <a:gd name="connsiteX3002" fmla="*/ 2083022 w 4926099"/>
              <a:gd name="connsiteY3002" fmla="*/ 284087 h 968306"/>
              <a:gd name="connsiteX3003" fmla="*/ 2080927 w 4926099"/>
              <a:gd name="connsiteY3003" fmla="*/ 296088 h 968306"/>
              <a:gd name="connsiteX3004" fmla="*/ 2081498 w 4926099"/>
              <a:gd name="connsiteY3004" fmla="*/ 324949 h 968306"/>
              <a:gd name="connsiteX3005" fmla="*/ 2091976 w 4926099"/>
              <a:gd name="connsiteY3005" fmla="*/ 353238 h 968306"/>
              <a:gd name="connsiteX3006" fmla="*/ 2095691 w 4926099"/>
              <a:gd name="connsiteY3006" fmla="*/ 360001 h 968306"/>
              <a:gd name="connsiteX3007" fmla="*/ 2098834 w 4926099"/>
              <a:gd name="connsiteY3007" fmla="*/ 365240 h 968306"/>
              <a:gd name="connsiteX3008" fmla="*/ 2101501 w 4926099"/>
              <a:gd name="connsiteY3008" fmla="*/ 369431 h 968306"/>
              <a:gd name="connsiteX3009" fmla="*/ 2105692 w 4926099"/>
              <a:gd name="connsiteY3009" fmla="*/ 372574 h 968306"/>
              <a:gd name="connsiteX3010" fmla="*/ 2111407 w 4926099"/>
              <a:gd name="connsiteY3010" fmla="*/ 376765 h 968306"/>
              <a:gd name="connsiteX3011" fmla="*/ 2117122 w 4926099"/>
              <a:gd name="connsiteY3011" fmla="*/ 380480 h 968306"/>
              <a:gd name="connsiteX3012" fmla="*/ 2121313 w 4926099"/>
              <a:gd name="connsiteY3012" fmla="*/ 383051 h 968306"/>
              <a:gd name="connsiteX3013" fmla="*/ 2175796 w 4926099"/>
              <a:gd name="connsiteY3013" fmla="*/ 395624 h 968306"/>
              <a:gd name="connsiteX3014" fmla="*/ 2192560 w 4926099"/>
              <a:gd name="connsiteY3014" fmla="*/ 394100 h 968306"/>
              <a:gd name="connsiteX3015" fmla="*/ 2226659 w 4926099"/>
              <a:gd name="connsiteY3015" fmla="*/ 388862 h 968306"/>
              <a:gd name="connsiteX3016" fmla="*/ 2251805 w 4926099"/>
              <a:gd name="connsiteY3016" fmla="*/ 378384 h 968306"/>
              <a:gd name="connsiteX3017" fmla="*/ 2254377 w 4926099"/>
              <a:gd name="connsiteY3017" fmla="*/ 375717 h 968306"/>
              <a:gd name="connsiteX3018" fmla="*/ 2255901 w 4926099"/>
              <a:gd name="connsiteY3018" fmla="*/ 374669 h 968306"/>
              <a:gd name="connsiteX3019" fmla="*/ 1914811 w 4926099"/>
              <a:gd name="connsiteY3019" fmla="*/ 304756 h 968306"/>
              <a:gd name="connsiteX3020" fmla="*/ 1919002 w 4926099"/>
              <a:gd name="connsiteY3020" fmla="*/ 302184 h 968306"/>
              <a:gd name="connsiteX3021" fmla="*/ 1926336 w 4926099"/>
              <a:gd name="connsiteY3021" fmla="*/ 295898 h 968306"/>
              <a:gd name="connsiteX3022" fmla="*/ 1947291 w 4926099"/>
              <a:gd name="connsiteY3022" fmla="*/ 271323 h 968306"/>
              <a:gd name="connsiteX3023" fmla="*/ 1967198 w 4926099"/>
              <a:gd name="connsiteY3023" fmla="*/ 222650 h 968306"/>
              <a:gd name="connsiteX3024" fmla="*/ 1970818 w 4926099"/>
              <a:gd name="connsiteY3024" fmla="*/ 195885 h 968306"/>
              <a:gd name="connsiteX3025" fmla="*/ 1967198 w 4926099"/>
              <a:gd name="connsiteY3025" fmla="*/ 162833 h 968306"/>
              <a:gd name="connsiteX3026" fmla="*/ 1966627 w 4926099"/>
              <a:gd name="connsiteY3026" fmla="*/ 155499 h 968306"/>
              <a:gd name="connsiteX3027" fmla="*/ 1966151 w 4926099"/>
              <a:gd name="connsiteY3027" fmla="*/ 153404 h 968306"/>
              <a:gd name="connsiteX3028" fmla="*/ 1940433 w 4926099"/>
              <a:gd name="connsiteY3028" fmla="*/ 92634 h 968306"/>
              <a:gd name="connsiteX3029" fmla="*/ 1912144 w 4926099"/>
              <a:gd name="connsiteY3029" fmla="*/ 73203 h 968306"/>
              <a:gd name="connsiteX3030" fmla="*/ 1896904 w 4926099"/>
              <a:gd name="connsiteY3030" fmla="*/ 70536 h 968306"/>
              <a:gd name="connsiteX3031" fmla="*/ 1887474 w 4926099"/>
              <a:gd name="connsiteY3031" fmla="*/ 69488 h 968306"/>
              <a:gd name="connsiteX3032" fmla="*/ 1819847 w 4926099"/>
              <a:gd name="connsiteY3032" fmla="*/ 68441 h 968306"/>
              <a:gd name="connsiteX3033" fmla="*/ 1801463 w 4926099"/>
              <a:gd name="connsiteY3033" fmla="*/ 67869 h 968306"/>
              <a:gd name="connsiteX3034" fmla="*/ 1794129 w 4926099"/>
              <a:gd name="connsiteY3034" fmla="*/ 76251 h 968306"/>
              <a:gd name="connsiteX3035" fmla="*/ 1795177 w 4926099"/>
              <a:gd name="connsiteY3035" fmla="*/ 119209 h 968306"/>
              <a:gd name="connsiteX3036" fmla="*/ 1794701 w 4926099"/>
              <a:gd name="connsiteY3036" fmla="*/ 273704 h 968306"/>
              <a:gd name="connsiteX3037" fmla="*/ 1803559 w 4926099"/>
              <a:gd name="connsiteY3037" fmla="*/ 312947 h 968306"/>
              <a:gd name="connsiteX3038" fmla="*/ 1816132 w 4926099"/>
              <a:gd name="connsiteY3038" fmla="*/ 312947 h 968306"/>
              <a:gd name="connsiteX3039" fmla="*/ 1822418 w 4926099"/>
              <a:gd name="connsiteY3039" fmla="*/ 312376 h 968306"/>
              <a:gd name="connsiteX3040" fmla="*/ 1901000 w 4926099"/>
              <a:gd name="connsiteY3040" fmla="*/ 309233 h 968306"/>
              <a:gd name="connsiteX3041" fmla="*/ 1914620 w 4926099"/>
              <a:gd name="connsiteY3041" fmla="*/ 304470 h 968306"/>
              <a:gd name="connsiteX3042" fmla="*/ 1805654 w 4926099"/>
              <a:gd name="connsiteY3042" fmla="*/ 302851 h 968306"/>
              <a:gd name="connsiteX3043" fmla="*/ 1804607 w 4926099"/>
              <a:gd name="connsiteY3043" fmla="*/ 273514 h 968306"/>
              <a:gd name="connsiteX3044" fmla="*/ 1805083 w 4926099"/>
              <a:gd name="connsiteY3044" fmla="*/ 119018 h 968306"/>
              <a:gd name="connsiteX3045" fmla="*/ 1804607 w 4926099"/>
              <a:gd name="connsiteY3045" fmla="*/ 81776 h 968306"/>
              <a:gd name="connsiteX3046" fmla="*/ 1804607 w 4926099"/>
              <a:gd name="connsiteY3046" fmla="*/ 77585 h 968306"/>
              <a:gd name="connsiteX3047" fmla="*/ 1819847 w 4926099"/>
              <a:gd name="connsiteY3047" fmla="*/ 78156 h 968306"/>
              <a:gd name="connsiteX3048" fmla="*/ 1885855 w 4926099"/>
              <a:gd name="connsiteY3048" fmla="*/ 79204 h 968306"/>
              <a:gd name="connsiteX3049" fmla="*/ 1897856 w 4926099"/>
              <a:gd name="connsiteY3049" fmla="*/ 80252 h 968306"/>
              <a:gd name="connsiteX3050" fmla="*/ 1908810 w 4926099"/>
              <a:gd name="connsiteY3050" fmla="*/ 82347 h 968306"/>
              <a:gd name="connsiteX3051" fmla="*/ 1932908 w 4926099"/>
              <a:gd name="connsiteY3051" fmla="*/ 98635 h 968306"/>
              <a:gd name="connsiteX3052" fmla="*/ 1956530 w 4926099"/>
              <a:gd name="connsiteY3052" fmla="*/ 158357 h 968306"/>
              <a:gd name="connsiteX3053" fmla="*/ 1957007 w 4926099"/>
              <a:gd name="connsiteY3053" fmla="*/ 163595 h 968306"/>
              <a:gd name="connsiteX3054" fmla="*/ 1960721 w 4926099"/>
              <a:gd name="connsiteY3054" fmla="*/ 195599 h 968306"/>
              <a:gd name="connsiteX3055" fmla="*/ 1957007 w 4926099"/>
              <a:gd name="connsiteY3055" fmla="*/ 220174 h 968306"/>
              <a:gd name="connsiteX3056" fmla="*/ 1938718 w 4926099"/>
              <a:gd name="connsiteY3056" fmla="*/ 265227 h 968306"/>
              <a:gd name="connsiteX3057" fmla="*/ 1919288 w 4926099"/>
              <a:gd name="connsiteY3057" fmla="*/ 288278 h 968306"/>
              <a:gd name="connsiteX3058" fmla="*/ 1911477 w 4926099"/>
              <a:gd name="connsiteY3058" fmla="*/ 295040 h 968306"/>
              <a:gd name="connsiteX3059" fmla="*/ 1908810 w 4926099"/>
              <a:gd name="connsiteY3059" fmla="*/ 296088 h 968306"/>
              <a:gd name="connsiteX3060" fmla="*/ 1897856 w 4926099"/>
              <a:gd name="connsiteY3060" fmla="*/ 299803 h 968306"/>
              <a:gd name="connsiteX3061" fmla="*/ 1820323 w 4926099"/>
              <a:gd name="connsiteY3061" fmla="*/ 302946 h 968306"/>
              <a:gd name="connsiteX3062" fmla="*/ 1805654 w 4926099"/>
              <a:gd name="connsiteY3062" fmla="*/ 302946 h 968306"/>
              <a:gd name="connsiteX3063" fmla="*/ 1728788 w 4926099"/>
              <a:gd name="connsiteY3063" fmla="*/ 15672 h 968306"/>
              <a:gd name="connsiteX3064" fmla="*/ 1734503 w 4926099"/>
              <a:gd name="connsiteY3064" fmla="*/ 15672 h 968306"/>
              <a:gd name="connsiteX3065" fmla="*/ 1737074 w 4926099"/>
              <a:gd name="connsiteY3065" fmla="*/ 15101 h 968306"/>
              <a:gd name="connsiteX3066" fmla="*/ 1740789 w 4926099"/>
              <a:gd name="connsiteY3066" fmla="*/ 14529 h 968306"/>
              <a:gd name="connsiteX3067" fmla="*/ 1747076 w 4926099"/>
              <a:gd name="connsiteY3067" fmla="*/ 13481 h 968306"/>
              <a:gd name="connsiteX3068" fmla="*/ 1763363 w 4926099"/>
              <a:gd name="connsiteY3068" fmla="*/ 11862 h 968306"/>
              <a:gd name="connsiteX3069" fmla="*/ 1776984 w 4926099"/>
              <a:gd name="connsiteY3069" fmla="*/ 13481 h 968306"/>
              <a:gd name="connsiteX3070" fmla="*/ 1780127 w 4926099"/>
              <a:gd name="connsiteY3070" fmla="*/ 13481 h 968306"/>
              <a:gd name="connsiteX3071" fmla="*/ 1870234 w 4926099"/>
              <a:gd name="connsiteY3071" fmla="*/ 17101 h 968306"/>
              <a:gd name="connsiteX3072" fmla="*/ 1899571 w 4926099"/>
              <a:gd name="connsiteY3072" fmla="*/ 17101 h 968306"/>
              <a:gd name="connsiteX3073" fmla="*/ 1907953 w 4926099"/>
              <a:gd name="connsiteY3073" fmla="*/ 16529 h 968306"/>
              <a:gd name="connsiteX3074" fmla="*/ 1923669 w 4926099"/>
              <a:gd name="connsiteY3074" fmla="*/ 19673 h 968306"/>
              <a:gd name="connsiteX3075" fmla="*/ 1942052 w 4926099"/>
              <a:gd name="connsiteY3075" fmla="*/ 24435 h 968306"/>
              <a:gd name="connsiteX3076" fmla="*/ 1952530 w 4926099"/>
              <a:gd name="connsiteY3076" fmla="*/ 28150 h 968306"/>
              <a:gd name="connsiteX3077" fmla="*/ 1956149 w 4926099"/>
              <a:gd name="connsiteY3077" fmla="*/ 31293 h 968306"/>
              <a:gd name="connsiteX3078" fmla="*/ 1990725 w 4926099"/>
              <a:gd name="connsiteY3078" fmla="*/ 52248 h 968306"/>
              <a:gd name="connsiteX3079" fmla="*/ 1993868 w 4926099"/>
              <a:gd name="connsiteY3079" fmla="*/ 54344 h 968306"/>
              <a:gd name="connsiteX3080" fmla="*/ 2000155 w 4926099"/>
              <a:gd name="connsiteY3080" fmla="*/ 62154 h 968306"/>
              <a:gd name="connsiteX3081" fmla="*/ 2003870 w 4926099"/>
              <a:gd name="connsiteY3081" fmla="*/ 66917 h 968306"/>
              <a:gd name="connsiteX3082" fmla="*/ 2007013 w 4926099"/>
              <a:gd name="connsiteY3082" fmla="*/ 71108 h 968306"/>
              <a:gd name="connsiteX3083" fmla="*/ 2009585 w 4926099"/>
              <a:gd name="connsiteY3083" fmla="*/ 74822 h 968306"/>
              <a:gd name="connsiteX3084" fmla="*/ 2018443 w 4926099"/>
              <a:gd name="connsiteY3084" fmla="*/ 91586 h 968306"/>
              <a:gd name="connsiteX3085" fmla="*/ 2033111 w 4926099"/>
              <a:gd name="connsiteY3085" fmla="*/ 135020 h 968306"/>
              <a:gd name="connsiteX3086" fmla="*/ 2034159 w 4926099"/>
              <a:gd name="connsiteY3086" fmla="*/ 141307 h 968306"/>
              <a:gd name="connsiteX3087" fmla="*/ 2034635 w 4926099"/>
              <a:gd name="connsiteY3087" fmla="*/ 144450 h 968306"/>
              <a:gd name="connsiteX3088" fmla="*/ 2037779 w 4926099"/>
              <a:gd name="connsiteY3088" fmla="*/ 189503 h 968306"/>
              <a:gd name="connsiteX3089" fmla="*/ 2038255 w 4926099"/>
              <a:gd name="connsiteY3089" fmla="*/ 212554 h 968306"/>
              <a:gd name="connsiteX3090" fmla="*/ 2021491 w 4926099"/>
              <a:gd name="connsiteY3090" fmla="*/ 289516 h 968306"/>
              <a:gd name="connsiteX3091" fmla="*/ 2021491 w 4926099"/>
              <a:gd name="connsiteY3091" fmla="*/ 294755 h 968306"/>
              <a:gd name="connsiteX3092" fmla="*/ 2003679 w 4926099"/>
              <a:gd name="connsiteY3092" fmla="*/ 321996 h 968306"/>
              <a:gd name="connsiteX3093" fmla="*/ 1958054 w 4926099"/>
              <a:gd name="connsiteY3093" fmla="*/ 357048 h 968306"/>
              <a:gd name="connsiteX3094" fmla="*/ 1914525 w 4926099"/>
              <a:gd name="connsiteY3094" fmla="*/ 371240 h 968306"/>
              <a:gd name="connsiteX3095" fmla="*/ 1879949 w 4926099"/>
              <a:gd name="connsiteY3095" fmla="*/ 371812 h 968306"/>
              <a:gd name="connsiteX3096" fmla="*/ 1805559 w 4926099"/>
              <a:gd name="connsiteY3096" fmla="*/ 370193 h 968306"/>
              <a:gd name="connsiteX3097" fmla="*/ 1768888 w 4926099"/>
              <a:gd name="connsiteY3097" fmla="*/ 371812 h 968306"/>
              <a:gd name="connsiteX3098" fmla="*/ 1737455 w 4926099"/>
              <a:gd name="connsiteY3098" fmla="*/ 371812 h 968306"/>
              <a:gd name="connsiteX3099" fmla="*/ 1729645 w 4926099"/>
              <a:gd name="connsiteY3099" fmla="*/ 371812 h 968306"/>
              <a:gd name="connsiteX3100" fmla="*/ 1725930 w 4926099"/>
              <a:gd name="connsiteY3100" fmla="*/ 370764 h 968306"/>
              <a:gd name="connsiteX3101" fmla="*/ 1727549 w 4926099"/>
              <a:gd name="connsiteY3101" fmla="*/ 328378 h 968306"/>
              <a:gd name="connsiteX3102" fmla="*/ 1729073 w 4926099"/>
              <a:gd name="connsiteY3102" fmla="*/ 225698 h 968306"/>
              <a:gd name="connsiteX3103" fmla="*/ 1728597 w 4926099"/>
              <a:gd name="connsiteY3103" fmla="*/ 213125 h 968306"/>
              <a:gd name="connsiteX3104" fmla="*/ 1725930 w 4926099"/>
              <a:gd name="connsiteY3104" fmla="*/ 115208 h 968306"/>
              <a:gd name="connsiteX3105" fmla="*/ 1723835 w 4926099"/>
              <a:gd name="connsiteY3105" fmla="*/ 83776 h 968306"/>
              <a:gd name="connsiteX3106" fmla="*/ 1723835 w 4926099"/>
              <a:gd name="connsiteY3106" fmla="*/ 60249 h 968306"/>
              <a:gd name="connsiteX3107" fmla="*/ 1723835 w 4926099"/>
              <a:gd name="connsiteY3107" fmla="*/ 31960 h 968306"/>
              <a:gd name="connsiteX3108" fmla="*/ 1725454 w 4926099"/>
              <a:gd name="connsiteY3108" fmla="*/ 15767 h 968306"/>
              <a:gd name="connsiteX3109" fmla="*/ 1728597 w 4926099"/>
              <a:gd name="connsiteY3109" fmla="*/ 15767 h 968306"/>
              <a:gd name="connsiteX3110" fmla="*/ 1899571 w 4926099"/>
              <a:gd name="connsiteY3110" fmla="*/ 7290 h 968306"/>
              <a:gd name="connsiteX3111" fmla="*/ 1870805 w 4926099"/>
              <a:gd name="connsiteY3111" fmla="*/ 7290 h 968306"/>
              <a:gd name="connsiteX3112" fmla="*/ 1780699 w 4926099"/>
              <a:gd name="connsiteY3112" fmla="*/ 3575 h 968306"/>
              <a:gd name="connsiteX3113" fmla="*/ 1777079 w 4926099"/>
              <a:gd name="connsiteY3113" fmla="*/ 3575 h 968306"/>
              <a:gd name="connsiteX3114" fmla="*/ 1763459 w 4926099"/>
              <a:gd name="connsiteY3114" fmla="*/ 2051 h 968306"/>
              <a:gd name="connsiteX3115" fmla="*/ 1746218 w 4926099"/>
              <a:gd name="connsiteY3115" fmla="*/ 3575 h 968306"/>
              <a:gd name="connsiteX3116" fmla="*/ 1738884 w 4926099"/>
              <a:gd name="connsiteY3116" fmla="*/ 4623 h 968306"/>
              <a:gd name="connsiteX3117" fmla="*/ 1736217 w 4926099"/>
              <a:gd name="connsiteY3117" fmla="*/ 5195 h 968306"/>
              <a:gd name="connsiteX3118" fmla="*/ 1732026 w 4926099"/>
              <a:gd name="connsiteY3118" fmla="*/ 5766 h 968306"/>
              <a:gd name="connsiteX3119" fmla="*/ 1725739 w 4926099"/>
              <a:gd name="connsiteY3119" fmla="*/ 5766 h 968306"/>
              <a:gd name="connsiteX3120" fmla="*/ 1715834 w 4926099"/>
              <a:gd name="connsiteY3120" fmla="*/ 15767 h 968306"/>
              <a:gd name="connsiteX3121" fmla="*/ 1714214 w 4926099"/>
              <a:gd name="connsiteY3121" fmla="*/ 33008 h 968306"/>
              <a:gd name="connsiteX3122" fmla="*/ 1714214 w 4926099"/>
              <a:gd name="connsiteY3122" fmla="*/ 59773 h 968306"/>
              <a:gd name="connsiteX3123" fmla="*/ 1713738 w 4926099"/>
              <a:gd name="connsiteY3123" fmla="*/ 83871 h 968306"/>
              <a:gd name="connsiteX3124" fmla="*/ 1716310 w 4926099"/>
              <a:gd name="connsiteY3124" fmla="*/ 115875 h 968306"/>
              <a:gd name="connsiteX3125" fmla="*/ 1718977 w 4926099"/>
              <a:gd name="connsiteY3125" fmla="*/ 213792 h 968306"/>
              <a:gd name="connsiteX3126" fmla="*/ 1718977 w 4926099"/>
              <a:gd name="connsiteY3126" fmla="*/ 225889 h 968306"/>
              <a:gd name="connsiteX3127" fmla="*/ 1717929 w 4926099"/>
              <a:gd name="connsiteY3127" fmla="*/ 328568 h 968306"/>
              <a:gd name="connsiteX3128" fmla="*/ 1715834 w 4926099"/>
              <a:gd name="connsiteY3128" fmla="*/ 371526 h 968306"/>
              <a:gd name="connsiteX3129" fmla="*/ 1721072 w 4926099"/>
              <a:gd name="connsiteY3129" fmla="*/ 379908 h 968306"/>
              <a:gd name="connsiteX3130" fmla="*/ 1738408 w 4926099"/>
              <a:gd name="connsiteY3130" fmla="*/ 382004 h 968306"/>
              <a:gd name="connsiteX3131" fmla="*/ 1768793 w 4926099"/>
              <a:gd name="connsiteY3131" fmla="*/ 382004 h 968306"/>
              <a:gd name="connsiteX3132" fmla="*/ 1806512 w 4926099"/>
              <a:gd name="connsiteY3132" fmla="*/ 380956 h 968306"/>
              <a:gd name="connsiteX3133" fmla="*/ 1880902 w 4926099"/>
              <a:gd name="connsiteY3133" fmla="*/ 382004 h 968306"/>
              <a:gd name="connsiteX3134" fmla="*/ 1915478 w 4926099"/>
              <a:gd name="connsiteY3134" fmla="*/ 381432 h 968306"/>
              <a:gd name="connsiteX3135" fmla="*/ 1962626 w 4926099"/>
              <a:gd name="connsiteY3135" fmla="*/ 366192 h 968306"/>
              <a:gd name="connsiteX3136" fmla="*/ 2012347 w 4926099"/>
              <a:gd name="connsiteY3136" fmla="*/ 328473 h 968306"/>
              <a:gd name="connsiteX3137" fmla="*/ 2031778 w 4926099"/>
              <a:gd name="connsiteY3137" fmla="*/ 292278 h 968306"/>
              <a:gd name="connsiteX3138" fmla="*/ 2048542 w 4926099"/>
              <a:gd name="connsiteY3138" fmla="*/ 210554 h 968306"/>
              <a:gd name="connsiteX3139" fmla="*/ 2048066 w 4926099"/>
              <a:gd name="connsiteY3139" fmla="*/ 189599 h 968306"/>
              <a:gd name="connsiteX3140" fmla="*/ 2044922 w 4926099"/>
              <a:gd name="connsiteY3140" fmla="*/ 143498 h 968306"/>
              <a:gd name="connsiteX3141" fmla="*/ 2044446 w 4926099"/>
              <a:gd name="connsiteY3141" fmla="*/ 139307 h 968306"/>
              <a:gd name="connsiteX3142" fmla="*/ 2042827 w 4926099"/>
              <a:gd name="connsiteY3142" fmla="*/ 133020 h 968306"/>
              <a:gd name="connsiteX3143" fmla="*/ 2027587 w 4926099"/>
              <a:gd name="connsiteY3143" fmla="*/ 87395 h 968306"/>
              <a:gd name="connsiteX3144" fmla="*/ 2018157 w 4926099"/>
              <a:gd name="connsiteY3144" fmla="*/ 70060 h 968306"/>
              <a:gd name="connsiteX3145" fmla="*/ 2015490 w 4926099"/>
              <a:gd name="connsiteY3145" fmla="*/ 65869 h 968306"/>
              <a:gd name="connsiteX3146" fmla="*/ 2011871 w 4926099"/>
              <a:gd name="connsiteY3146" fmla="*/ 60630 h 968306"/>
              <a:gd name="connsiteX3147" fmla="*/ 2007680 w 4926099"/>
              <a:gd name="connsiteY3147" fmla="*/ 55963 h 968306"/>
              <a:gd name="connsiteX3148" fmla="*/ 1997202 w 4926099"/>
              <a:gd name="connsiteY3148" fmla="*/ 44438 h 968306"/>
              <a:gd name="connsiteX3149" fmla="*/ 1961102 w 4926099"/>
              <a:gd name="connsiteY3149" fmla="*/ 22435 h 968306"/>
              <a:gd name="connsiteX3150" fmla="*/ 1945862 w 4926099"/>
              <a:gd name="connsiteY3150" fmla="*/ 15101 h 968306"/>
              <a:gd name="connsiteX3151" fmla="*/ 1925479 w 4926099"/>
              <a:gd name="connsiteY3151" fmla="*/ 9862 h 968306"/>
              <a:gd name="connsiteX3152" fmla="*/ 1908143 w 4926099"/>
              <a:gd name="connsiteY3152" fmla="*/ 6719 h 968306"/>
              <a:gd name="connsiteX3153" fmla="*/ 1899761 w 4926099"/>
              <a:gd name="connsiteY3153" fmla="*/ 7290 h 968306"/>
              <a:gd name="connsiteX3154" fmla="*/ 1441895 w 4926099"/>
              <a:gd name="connsiteY3154" fmla="*/ 374574 h 968306"/>
              <a:gd name="connsiteX3155" fmla="*/ 1443514 w 4926099"/>
              <a:gd name="connsiteY3155" fmla="*/ 306470 h 968306"/>
              <a:gd name="connsiteX3156" fmla="*/ 1443990 w 4926099"/>
              <a:gd name="connsiteY3156" fmla="*/ 268751 h 968306"/>
              <a:gd name="connsiteX3157" fmla="*/ 1443990 w 4926099"/>
              <a:gd name="connsiteY3157" fmla="*/ 225794 h 968306"/>
              <a:gd name="connsiteX3158" fmla="*/ 1441895 w 4926099"/>
              <a:gd name="connsiteY3158" fmla="*/ 205886 h 968306"/>
              <a:gd name="connsiteX3159" fmla="*/ 1440371 w 4926099"/>
              <a:gd name="connsiteY3159" fmla="*/ 197504 h 968306"/>
              <a:gd name="connsiteX3160" fmla="*/ 1391126 w 4926099"/>
              <a:gd name="connsiteY3160" fmla="*/ 152451 h 968306"/>
              <a:gd name="connsiteX3161" fmla="*/ 1347121 w 4926099"/>
              <a:gd name="connsiteY3161" fmla="*/ 170263 h 968306"/>
              <a:gd name="connsiteX3162" fmla="*/ 1330357 w 4926099"/>
              <a:gd name="connsiteY3162" fmla="*/ 203219 h 968306"/>
              <a:gd name="connsiteX3163" fmla="*/ 1329309 w 4926099"/>
              <a:gd name="connsiteY3163" fmla="*/ 208458 h 968306"/>
              <a:gd name="connsiteX3164" fmla="*/ 1324642 w 4926099"/>
              <a:gd name="connsiteY3164" fmla="*/ 226270 h 968306"/>
              <a:gd name="connsiteX3165" fmla="*/ 1326166 w 4926099"/>
              <a:gd name="connsiteY3165" fmla="*/ 299136 h 968306"/>
              <a:gd name="connsiteX3166" fmla="*/ 1325689 w 4926099"/>
              <a:gd name="connsiteY3166" fmla="*/ 353619 h 968306"/>
              <a:gd name="connsiteX3167" fmla="*/ 1325118 w 4926099"/>
              <a:gd name="connsiteY3167" fmla="*/ 372479 h 968306"/>
              <a:gd name="connsiteX3168" fmla="*/ 1301591 w 4926099"/>
              <a:gd name="connsiteY3168" fmla="*/ 374098 h 968306"/>
              <a:gd name="connsiteX3169" fmla="*/ 1274350 w 4926099"/>
              <a:gd name="connsiteY3169" fmla="*/ 373050 h 968306"/>
              <a:gd name="connsiteX3170" fmla="*/ 1267016 w 4926099"/>
              <a:gd name="connsiteY3170" fmla="*/ 373622 h 968306"/>
              <a:gd name="connsiteX3171" fmla="*/ 1265968 w 4926099"/>
              <a:gd name="connsiteY3171" fmla="*/ 141021 h 968306"/>
              <a:gd name="connsiteX3172" fmla="*/ 1269587 w 4926099"/>
              <a:gd name="connsiteY3172" fmla="*/ 114827 h 968306"/>
              <a:gd name="connsiteX3173" fmla="*/ 1277493 w 4926099"/>
              <a:gd name="connsiteY3173" fmla="*/ 114256 h 968306"/>
              <a:gd name="connsiteX3174" fmla="*/ 1289495 w 4926099"/>
              <a:gd name="connsiteY3174" fmla="*/ 113684 h 968306"/>
              <a:gd name="connsiteX3175" fmla="*/ 1312545 w 4926099"/>
              <a:gd name="connsiteY3175" fmla="*/ 114256 h 968306"/>
              <a:gd name="connsiteX3176" fmla="*/ 1323499 w 4926099"/>
              <a:gd name="connsiteY3176" fmla="*/ 114256 h 968306"/>
              <a:gd name="connsiteX3177" fmla="*/ 1323499 w 4926099"/>
              <a:gd name="connsiteY3177" fmla="*/ 117971 h 968306"/>
              <a:gd name="connsiteX3178" fmla="*/ 1325594 w 4926099"/>
              <a:gd name="connsiteY3178" fmla="*/ 135782 h 968306"/>
              <a:gd name="connsiteX3179" fmla="*/ 1359122 w 4926099"/>
              <a:gd name="connsiteY3179" fmla="*/ 123209 h 968306"/>
              <a:gd name="connsiteX3180" fmla="*/ 1396270 w 4926099"/>
              <a:gd name="connsiteY3180" fmla="*/ 105398 h 968306"/>
              <a:gd name="connsiteX3181" fmla="*/ 1423988 w 4926099"/>
              <a:gd name="connsiteY3181" fmla="*/ 106445 h 968306"/>
              <a:gd name="connsiteX3182" fmla="*/ 1452277 w 4926099"/>
              <a:gd name="connsiteY3182" fmla="*/ 112732 h 968306"/>
              <a:gd name="connsiteX3183" fmla="*/ 1464278 w 4926099"/>
              <a:gd name="connsiteY3183" fmla="*/ 118542 h 968306"/>
              <a:gd name="connsiteX3184" fmla="*/ 1495711 w 4926099"/>
              <a:gd name="connsiteY3184" fmla="*/ 157785 h 968306"/>
              <a:gd name="connsiteX3185" fmla="*/ 1505141 w 4926099"/>
              <a:gd name="connsiteY3185" fmla="*/ 239033 h 968306"/>
              <a:gd name="connsiteX3186" fmla="*/ 1505141 w 4926099"/>
              <a:gd name="connsiteY3186" fmla="*/ 271514 h 968306"/>
              <a:gd name="connsiteX3187" fmla="*/ 1505141 w 4926099"/>
              <a:gd name="connsiteY3187" fmla="*/ 295040 h 968306"/>
              <a:gd name="connsiteX3188" fmla="*/ 1501521 w 4926099"/>
              <a:gd name="connsiteY3188" fmla="*/ 378289 h 968306"/>
              <a:gd name="connsiteX3189" fmla="*/ 1488948 w 4926099"/>
              <a:gd name="connsiteY3189" fmla="*/ 378860 h 968306"/>
              <a:gd name="connsiteX3190" fmla="*/ 1485805 w 4926099"/>
              <a:gd name="connsiteY3190" fmla="*/ 379432 h 968306"/>
              <a:gd name="connsiteX3191" fmla="*/ 1483709 w 4926099"/>
              <a:gd name="connsiteY3191" fmla="*/ 379432 h 968306"/>
              <a:gd name="connsiteX3192" fmla="*/ 1479995 w 4926099"/>
              <a:gd name="connsiteY3192" fmla="*/ 378860 h 968306"/>
              <a:gd name="connsiteX3193" fmla="*/ 1454372 w 4926099"/>
              <a:gd name="connsiteY3193" fmla="*/ 376765 h 968306"/>
              <a:gd name="connsiteX3194" fmla="*/ 1442371 w 4926099"/>
              <a:gd name="connsiteY3194" fmla="*/ 376193 h 968306"/>
              <a:gd name="connsiteX3195" fmla="*/ 1441799 w 4926099"/>
              <a:gd name="connsiteY3195" fmla="*/ 374669 h 968306"/>
              <a:gd name="connsiteX3196" fmla="*/ 1334548 w 4926099"/>
              <a:gd name="connsiteY3196" fmla="*/ 130448 h 968306"/>
              <a:gd name="connsiteX3197" fmla="*/ 1324642 w 4926099"/>
              <a:gd name="connsiteY3197" fmla="*/ 104255 h 968306"/>
              <a:gd name="connsiteX3198" fmla="*/ 1312640 w 4926099"/>
              <a:gd name="connsiteY3198" fmla="*/ 104255 h 968306"/>
              <a:gd name="connsiteX3199" fmla="*/ 1289590 w 4926099"/>
              <a:gd name="connsiteY3199" fmla="*/ 103683 h 968306"/>
              <a:gd name="connsiteX3200" fmla="*/ 1277017 w 4926099"/>
              <a:gd name="connsiteY3200" fmla="*/ 104255 h 968306"/>
              <a:gd name="connsiteX3201" fmla="*/ 1260253 w 4926099"/>
              <a:gd name="connsiteY3201" fmla="*/ 108922 h 968306"/>
              <a:gd name="connsiteX3202" fmla="*/ 1256062 w 4926099"/>
              <a:gd name="connsiteY3202" fmla="*/ 139878 h 968306"/>
              <a:gd name="connsiteX3203" fmla="*/ 1257110 w 4926099"/>
              <a:gd name="connsiteY3203" fmla="*/ 378194 h 968306"/>
              <a:gd name="connsiteX3204" fmla="*/ 1265492 w 4926099"/>
              <a:gd name="connsiteY3204" fmla="*/ 383432 h 968306"/>
              <a:gd name="connsiteX3205" fmla="*/ 1274350 w 4926099"/>
              <a:gd name="connsiteY3205" fmla="*/ 382861 h 968306"/>
              <a:gd name="connsiteX3206" fmla="*/ 1301591 w 4926099"/>
              <a:gd name="connsiteY3206" fmla="*/ 383909 h 968306"/>
              <a:gd name="connsiteX3207" fmla="*/ 1331405 w 4926099"/>
              <a:gd name="connsiteY3207" fmla="*/ 381813 h 968306"/>
              <a:gd name="connsiteX3208" fmla="*/ 1335596 w 4926099"/>
              <a:gd name="connsiteY3208" fmla="*/ 375527 h 968306"/>
              <a:gd name="connsiteX3209" fmla="*/ 1335596 w 4926099"/>
              <a:gd name="connsiteY3209" fmla="*/ 354095 h 968306"/>
              <a:gd name="connsiteX3210" fmla="*/ 1336072 w 4926099"/>
              <a:gd name="connsiteY3210" fmla="*/ 299612 h 968306"/>
              <a:gd name="connsiteX3211" fmla="*/ 1334548 w 4926099"/>
              <a:gd name="connsiteY3211" fmla="*/ 228365 h 968306"/>
              <a:gd name="connsiteX3212" fmla="*/ 1339215 w 4926099"/>
              <a:gd name="connsiteY3212" fmla="*/ 210554 h 968306"/>
              <a:gd name="connsiteX3213" fmla="*/ 1340263 w 4926099"/>
              <a:gd name="connsiteY3213" fmla="*/ 204743 h 968306"/>
              <a:gd name="connsiteX3214" fmla="*/ 1354931 w 4926099"/>
              <a:gd name="connsiteY3214" fmla="*/ 176454 h 968306"/>
              <a:gd name="connsiteX3215" fmla="*/ 1392079 w 4926099"/>
              <a:gd name="connsiteY3215" fmla="*/ 162262 h 968306"/>
              <a:gd name="connsiteX3216" fmla="*/ 1431893 w 4926099"/>
              <a:gd name="connsiteY3216" fmla="*/ 206839 h 968306"/>
              <a:gd name="connsiteX3217" fmla="*/ 1433989 w 4926099"/>
              <a:gd name="connsiteY3217" fmla="*/ 227222 h 968306"/>
              <a:gd name="connsiteX3218" fmla="*/ 1433513 w 4926099"/>
              <a:gd name="connsiteY3218" fmla="*/ 306375 h 968306"/>
              <a:gd name="connsiteX3219" fmla="*/ 1431893 w 4926099"/>
              <a:gd name="connsiteY3219" fmla="*/ 374479 h 968306"/>
              <a:gd name="connsiteX3220" fmla="*/ 1432465 w 4926099"/>
              <a:gd name="connsiteY3220" fmla="*/ 377051 h 968306"/>
              <a:gd name="connsiteX3221" fmla="*/ 1431893 w 4926099"/>
              <a:gd name="connsiteY3221" fmla="*/ 379718 h 968306"/>
              <a:gd name="connsiteX3222" fmla="*/ 1454468 w 4926099"/>
              <a:gd name="connsiteY3222" fmla="*/ 386576 h 968306"/>
              <a:gd name="connsiteX3223" fmla="*/ 1478566 w 4926099"/>
              <a:gd name="connsiteY3223" fmla="*/ 388671 h 968306"/>
              <a:gd name="connsiteX3224" fmla="*/ 1483233 w 4926099"/>
              <a:gd name="connsiteY3224" fmla="*/ 389147 h 968306"/>
              <a:gd name="connsiteX3225" fmla="*/ 1487424 w 4926099"/>
              <a:gd name="connsiteY3225" fmla="*/ 389147 h 968306"/>
              <a:gd name="connsiteX3226" fmla="*/ 1490567 w 4926099"/>
              <a:gd name="connsiteY3226" fmla="*/ 388671 h 968306"/>
              <a:gd name="connsiteX3227" fmla="*/ 1501045 w 4926099"/>
              <a:gd name="connsiteY3227" fmla="*/ 388671 h 968306"/>
              <a:gd name="connsiteX3228" fmla="*/ 1512570 w 4926099"/>
              <a:gd name="connsiteY3228" fmla="*/ 384480 h 968306"/>
              <a:gd name="connsiteX3229" fmla="*/ 1515142 w 4926099"/>
              <a:gd name="connsiteY3229" fmla="*/ 294945 h 968306"/>
              <a:gd name="connsiteX3230" fmla="*/ 1515142 w 4926099"/>
              <a:gd name="connsiteY3230" fmla="*/ 271895 h 968306"/>
              <a:gd name="connsiteX3231" fmla="*/ 1515142 w 4926099"/>
              <a:gd name="connsiteY3231" fmla="*/ 239414 h 968306"/>
              <a:gd name="connsiteX3232" fmla="*/ 1505712 w 4926099"/>
              <a:gd name="connsiteY3232" fmla="*/ 154547 h 968306"/>
              <a:gd name="connsiteX3233" fmla="*/ 1470089 w 4926099"/>
              <a:gd name="connsiteY3233" fmla="*/ 109970 h 968306"/>
              <a:gd name="connsiteX3234" fmla="*/ 1454372 w 4926099"/>
              <a:gd name="connsiteY3234" fmla="*/ 103207 h 968306"/>
              <a:gd name="connsiteX3235" fmla="*/ 1424559 w 4926099"/>
              <a:gd name="connsiteY3235" fmla="*/ 96349 h 968306"/>
              <a:gd name="connsiteX3236" fmla="*/ 1394174 w 4926099"/>
              <a:gd name="connsiteY3236" fmla="*/ 95777 h 968306"/>
              <a:gd name="connsiteX3237" fmla="*/ 1353788 w 4926099"/>
              <a:gd name="connsiteY3237" fmla="*/ 114637 h 968306"/>
              <a:gd name="connsiteX3238" fmla="*/ 1334357 w 4926099"/>
              <a:gd name="connsiteY3238" fmla="*/ 130353 h 968306"/>
              <a:gd name="connsiteX3239" fmla="*/ 1089184 w 4926099"/>
              <a:gd name="connsiteY3239" fmla="*/ 158642 h 968306"/>
              <a:gd name="connsiteX3240" fmla="*/ 1052513 w 4926099"/>
              <a:gd name="connsiteY3240" fmla="*/ 158642 h 968306"/>
              <a:gd name="connsiteX3241" fmla="*/ 1039368 w 4926099"/>
              <a:gd name="connsiteY3241" fmla="*/ 162833 h 968306"/>
              <a:gd name="connsiteX3242" fmla="*/ 1036701 w 4926099"/>
              <a:gd name="connsiteY3242" fmla="*/ 164929 h 968306"/>
              <a:gd name="connsiteX3243" fmla="*/ 1029938 w 4926099"/>
              <a:gd name="connsiteY3243" fmla="*/ 169120 h 968306"/>
              <a:gd name="connsiteX3244" fmla="*/ 1016794 w 4926099"/>
              <a:gd name="connsiteY3244" fmla="*/ 182264 h 968306"/>
              <a:gd name="connsiteX3245" fmla="*/ 1006316 w 4926099"/>
              <a:gd name="connsiteY3245" fmla="*/ 207887 h 968306"/>
              <a:gd name="connsiteX3246" fmla="*/ 1022033 w 4926099"/>
              <a:gd name="connsiteY3246" fmla="*/ 219412 h 968306"/>
              <a:gd name="connsiteX3247" fmla="*/ 1025176 w 4926099"/>
              <a:gd name="connsiteY3247" fmla="*/ 218840 h 968306"/>
              <a:gd name="connsiteX3248" fmla="*/ 1115759 w 4926099"/>
              <a:gd name="connsiteY3248" fmla="*/ 221507 h 968306"/>
              <a:gd name="connsiteX3249" fmla="*/ 1132523 w 4926099"/>
              <a:gd name="connsiteY3249" fmla="*/ 215697 h 968306"/>
              <a:gd name="connsiteX3250" fmla="*/ 1125760 w 4926099"/>
              <a:gd name="connsiteY3250" fmla="*/ 179597 h 968306"/>
              <a:gd name="connsiteX3251" fmla="*/ 1107948 w 4926099"/>
              <a:gd name="connsiteY3251" fmla="*/ 165977 h 968306"/>
              <a:gd name="connsiteX3252" fmla="*/ 1089089 w 4926099"/>
              <a:gd name="connsiteY3252" fmla="*/ 158642 h 968306"/>
              <a:gd name="connsiteX3253" fmla="*/ 1126236 w 4926099"/>
              <a:gd name="connsiteY3253" fmla="*/ 207887 h 968306"/>
              <a:gd name="connsiteX3254" fmla="*/ 1115282 w 4926099"/>
              <a:gd name="connsiteY3254" fmla="*/ 211601 h 968306"/>
              <a:gd name="connsiteX3255" fmla="*/ 1023080 w 4926099"/>
              <a:gd name="connsiteY3255" fmla="*/ 208934 h 968306"/>
              <a:gd name="connsiteX3256" fmla="*/ 1019937 w 4926099"/>
              <a:gd name="connsiteY3256" fmla="*/ 209506 h 968306"/>
              <a:gd name="connsiteX3257" fmla="*/ 1016222 w 4926099"/>
              <a:gd name="connsiteY3257" fmla="*/ 210077 h 968306"/>
              <a:gd name="connsiteX3258" fmla="*/ 1024604 w 4926099"/>
              <a:gd name="connsiteY3258" fmla="*/ 188075 h 968306"/>
              <a:gd name="connsiteX3259" fmla="*/ 1034510 w 4926099"/>
              <a:gd name="connsiteY3259" fmla="*/ 178169 h 968306"/>
              <a:gd name="connsiteX3260" fmla="*/ 1042892 w 4926099"/>
              <a:gd name="connsiteY3260" fmla="*/ 173501 h 968306"/>
              <a:gd name="connsiteX3261" fmla="*/ 1044988 w 4926099"/>
              <a:gd name="connsiteY3261" fmla="*/ 171406 h 968306"/>
              <a:gd name="connsiteX3262" fmla="*/ 1054894 w 4926099"/>
              <a:gd name="connsiteY3262" fmla="*/ 168739 h 968306"/>
              <a:gd name="connsiteX3263" fmla="*/ 1086803 w 4926099"/>
              <a:gd name="connsiteY3263" fmla="*/ 168739 h 968306"/>
              <a:gd name="connsiteX3264" fmla="*/ 1103090 w 4926099"/>
              <a:gd name="connsiteY3264" fmla="*/ 175025 h 968306"/>
              <a:gd name="connsiteX3265" fmla="*/ 1117283 w 4926099"/>
              <a:gd name="connsiteY3265" fmla="*/ 185503 h 968306"/>
              <a:gd name="connsiteX3266" fmla="*/ 1126141 w 4926099"/>
              <a:gd name="connsiteY3266" fmla="*/ 207982 h 968306"/>
              <a:gd name="connsiteX3267" fmla="*/ 1140333 w 4926099"/>
              <a:gd name="connsiteY3267" fmla="*/ 304375 h 968306"/>
              <a:gd name="connsiteX3268" fmla="*/ 1189101 w 4926099"/>
              <a:gd name="connsiteY3268" fmla="*/ 303327 h 968306"/>
              <a:gd name="connsiteX3269" fmla="*/ 1178624 w 4926099"/>
              <a:gd name="connsiteY3269" fmla="*/ 328473 h 968306"/>
              <a:gd name="connsiteX3270" fmla="*/ 1171861 w 4926099"/>
              <a:gd name="connsiteY3270" fmla="*/ 337331 h 968306"/>
              <a:gd name="connsiteX3271" fmla="*/ 1160336 w 4926099"/>
              <a:gd name="connsiteY3271" fmla="*/ 348857 h 968306"/>
              <a:gd name="connsiteX3272" fmla="*/ 1138904 w 4926099"/>
              <a:gd name="connsiteY3272" fmla="*/ 360382 h 968306"/>
              <a:gd name="connsiteX3273" fmla="*/ 1136237 w 4926099"/>
              <a:gd name="connsiteY3273" fmla="*/ 362954 h 968306"/>
              <a:gd name="connsiteX3274" fmla="*/ 1133570 w 4926099"/>
              <a:gd name="connsiteY3274" fmla="*/ 364573 h 968306"/>
              <a:gd name="connsiteX3275" fmla="*/ 1122045 w 4926099"/>
              <a:gd name="connsiteY3275" fmla="*/ 370288 h 968306"/>
              <a:gd name="connsiteX3276" fmla="*/ 1116806 w 4926099"/>
              <a:gd name="connsiteY3276" fmla="*/ 371907 h 968306"/>
              <a:gd name="connsiteX3277" fmla="*/ 1112139 w 4926099"/>
              <a:gd name="connsiteY3277" fmla="*/ 373526 h 968306"/>
              <a:gd name="connsiteX3278" fmla="*/ 1032510 w 4926099"/>
              <a:gd name="connsiteY3278" fmla="*/ 371907 h 968306"/>
              <a:gd name="connsiteX3279" fmla="*/ 1006316 w 4926099"/>
              <a:gd name="connsiteY3279" fmla="*/ 364001 h 968306"/>
              <a:gd name="connsiteX3280" fmla="*/ 976979 w 4926099"/>
              <a:gd name="connsiteY3280" fmla="*/ 341522 h 968306"/>
              <a:gd name="connsiteX3281" fmla="*/ 948690 w 4926099"/>
              <a:gd name="connsiteY3281" fmla="*/ 291230 h 968306"/>
              <a:gd name="connsiteX3282" fmla="*/ 946023 w 4926099"/>
              <a:gd name="connsiteY3282" fmla="*/ 280753 h 968306"/>
              <a:gd name="connsiteX3283" fmla="*/ 944404 w 4926099"/>
              <a:gd name="connsiteY3283" fmla="*/ 276562 h 968306"/>
              <a:gd name="connsiteX3284" fmla="*/ 943356 w 4926099"/>
              <a:gd name="connsiteY3284" fmla="*/ 270275 h 968306"/>
              <a:gd name="connsiteX3285" fmla="*/ 941261 w 4926099"/>
              <a:gd name="connsiteY3285" fmla="*/ 256655 h 968306"/>
              <a:gd name="connsiteX3286" fmla="*/ 941832 w 4926099"/>
              <a:gd name="connsiteY3286" fmla="*/ 252940 h 968306"/>
              <a:gd name="connsiteX3287" fmla="*/ 942404 w 4926099"/>
              <a:gd name="connsiteY3287" fmla="*/ 249320 h 968306"/>
              <a:gd name="connsiteX3288" fmla="*/ 942404 w 4926099"/>
              <a:gd name="connsiteY3288" fmla="*/ 245606 h 968306"/>
              <a:gd name="connsiteX3289" fmla="*/ 942880 w 4926099"/>
              <a:gd name="connsiteY3289" fmla="*/ 238843 h 968306"/>
              <a:gd name="connsiteX3290" fmla="*/ 968026 w 4926099"/>
              <a:gd name="connsiteY3290" fmla="*/ 170168 h 968306"/>
              <a:gd name="connsiteX3291" fmla="*/ 980027 w 4926099"/>
              <a:gd name="connsiteY3291" fmla="*/ 152356 h 968306"/>
              <a:gd name="connsiteX3292" fmla="*/ 1018223 w 4926099"/>
              <a:gd name="connsiteY3292" fmla="*/ 123019 h 968306"/>
              <a:gd name="connsiteX3293" fmla="*/ 1049084 w 4926099"/>
              <a:gd name="connsiteY3293" fmla="*/ 114161 h 968306"/>
              <a:gd name="connsiteX3294" fmla="*/ 1106710 w 4926099"/>
              <a:gd name="connsiteY3294" fmla="*/ 114732 h 968306"/>
              <a:gd name="connsiteX3295" fmla="*/ 1110425 w 4926099"/>
              <a:gd name="connsiteY3295" fmla="*/ 115780 h 968306"/>
              <a:gd name="connsiteX3296" fmla="*/ 1139762 w 4926099"/>
              <a:gd name="connsiteY3296" fmla="*/ 127781 h 968306"/>
              <a:gd name="connsiteX3297" fmla="*/ 1158621 w 4926099"/>
              <a:gd name="connsiteY3297" fmla="*/ 149784 h 968306"/>
              <a:gd name="connsiteX3298" fmla="*/ 1190625 w 4926099"/>
              <a:gd name="connsiteY3298" fmla="*/ 227318 h 968306"/>
              <a:gd name="connsiteX3299" fmla="*/ 1191197 w 4926099"/>
              <a:gd name="connsiteY3299" fmla="*/ 232080 h 968306"/>
              <a:gd name="connsiteX3300" fmla="*/ 1191197 w 4926099"/>
              <a:gd name="connsiteY3300" fmla="*/ 235795 h 968306"/>
              <a:gd name="connsiteX3301" fmla="*/ 1191673 w 4926099"/>
              <a:gd name="connsiteY3301" fmla="*/ 242081 h 968306"/>
              <a:gd name="connsiteX3302" fmla="*/ 1193292 w 4926099"/>
              <a:gd name="connsiteY3302" fmla="*/ 249987 h 968306"/>
              <a:gd name="connsiteX3303" fmla="*/ 1194340 w 4926099"/>
              <a:gd name="connsiteY3303" fmla="*/ 254654 h 968306"/>
              <a:gd name="connsiteX3304" fmla="*/ 1161860 w 4926099"/>
              <a:gd name="connsiteY3304" fmla="*/ 253035 h 968306"/>
              <a:gd name="connsiteX3305" fmla="*/ 1089565 w 4926099"/>
              <a:gd name="connsiteY3305" fmla="*/ 256178 h 968306"/>
              <a:gd name="connsiteX3306" fmla="*/ 1066514 w 4926099"/>
              <a:gd name="connsiteY3306" fmla="*/ 257226 h 968306"/>
              <a:gd name="connsiteX3307" fmla="*/ 1015175 w 4926099"/>
              <a:gd name="connsiteY3307" fmla="*/ 258274 h 968306"/>
              <a:gd name="connsiteX3308" fmla="*/ 1006793 w 4926099"/>
              <a:gd name="connsiteY3308" fmla="*/ 292850 h 968306"/>
              <a:gd name="connsiteX3309" fmla="*/ 1008888 w 4926099"/>
              <a:gd name="connsiteY3309" fmla="*/ 298088 h 968306"/>
              <a:gd name="connsiteX3310" fmla="*/ 1010507 w 4926099"/>
              <a:gd name="connsiteY3310" fmla="*/ 302279 h 968306"/>
              <a:gd name="connsiteX3311" fmla="*/ 1012127 w 4926099"/>
              <a:gd name="connsiteY3311" fmla="*/ 305423 h 968306"/>
              <a:gd name="connsiteX3312" fmla="*/ 1014222 w 4926099"/>
              <a:gd name="connsiteY3312" fmla="*/ 308090 h 968306"/>
              <a:gd name="connsiteX3313" fmla="*/ 1017365 w 4926099"/>
              <a:gd name="connsiteY3313" fmla="*/ 312281 h 968306"/>
              <a:gd name="connsiteX3314" fmla="*/ 1022604 w 4926099"/>
              <a:gd name="connsiteY3314" fmla="*/ 317519 h 968306"/>
              <a:gd name="connsiteX3315" fmla="*/ 1027843 w 4926099"/>
              <a:gd name="connsiteY3315" fmla="*/ 323806 h 968306"/>
              <a:gd name="connsiteX3316" fmla="*/ 1057180 w 4926099"/>
              <a:gd name="connsiteY3316" fmla="*/ 336950 h 968306"/>
              <a:gd name="connsiteX3317" fmla="*/ 1060799 w 4926099"/>
              <a:gd name="connsiteY3317" fmla="*/ 337522 h 968306"/>
              <a:gd name="connsiteX3318" fmla="*/ 1094327 w 4926099"/>
              <a:gd name="connsiteY3318" fmla="*/ 333807 h 968306"/>
              <a:gd name="connsiteX3319" fmla="*/ 1139857 w 4926099"/>
              <a:gd name="connsiteY3319" fmla="*/ 304470 h 968306"/>
              <a:gd name="connsiteX3320" fmla="*/ 1140428 w 4926099"/>
              <a:gd name="connsiteY3320" fmla="*/ 304470 h 968306"/>
              <a:gd name="connsiteX3321" fmla="*/ 1015651 w 4926099"/>
              <a:gd name="connsiteY3321" fmla="*/ 268275 h 968306"/>
              <a:gd name="connsiteX3322" fmla="*/ 1068038 w 4926099"/>
              <a:gd name="connsiteY3322" fmla="*/ 267227 h 968306"/>
              <a:gd name="connsiteX3323" fmla="*/ 1089470 w 4926099"/>
              <a:gd name="connsiteY3323" fmla="*/ 266180 h 968306"/>
              <a:gd name="connsiteX3324" fmla="*/ 1161764 w 4926099"/>
              <a:gd name="connsiteY3324" fmla="*/ 263036 h 968306"/>
              <a:gd name="connsiteX3325" fmla="*/ 1182719 w 4926099"/>
              <a:gd name="connsiteY3325" fmla="*/ 264656 h 968306"/>
              <a:gd name="connsiteX3326" fmla="*/ 1201579 w 4926099"/>
              <a:gd name="connsiteY3326" fmla="*/ 240557 h 968306"/>
              <a:gd name="connsiteX3327" fmla="*/ 1201007 w 4926099"/>
              <a:gd name="connsiteY3327" fmla="*/ 235319 h 968306"/>
              <a:gd name="connsiteX3328" fmla="*/ 1201007 w 4926099"/>
              <a:gd name="connsiteY3328" fmla="*/ 231128 h 968306"/>
              <a:gd name="connsiteX3329" fmla="*/ 1200436 w 4926099"/>
              <a:gd name="connsiteY3329" fmla="*/ 225889 h 968306"/>
              <a:gd name="connsiteX3330" fmla="*/ 1165860 w 4926099"/>
              <a:gd name="connsiteY3330" fmla="*/ 142545 h 968306"/>
              <a:gd name="connsiteX3331" fmla="*/ 1144905 w 4926099"/>
              <a:gd name="connsiteY3331" fmla="*/ 119495 h 968306"/>
              <a:gd name="connsiteX3332" fmla="*/ 1116616 w 4926099"/>
              <a:gd name="connsiteY3332" fmla="*/ 107493 h 968306"/>
              <a:gd name="connsiteX3333" fmla="*/ 1112425 w 4926099"/>
              <a:gd name="connsiteY3333" fmla="*/ 105874 h 968306"/>
              <a:gd name="connsiteX3334" fmla="*/ 1108710 w 4926099"/>
              <a:gd name="connsiteY3334" fmla="*/ 105302 h 968306"/>
              <a:gd name="connsiteX3335" fmla="*/ 1047369 w 4926099"/>
              <a:gd name="connsiteY3335" fmla="*/ 104255 h 968306"/>
              <a:gd name="connsiteX3336" fmla="*/ 1014889 w 4926099"/>
              <a:gd name="connsiteY3336" fmla="*/ 113113 h 968306"/>
              <a:gd name="connsiteX3337" fmla="*/ 970883 w 4926099"/>
              <a:gd name="connsiteY3337" fmla="*/ 147689 h 968306"/>
              <a:gd name="connsiteX3338" fmla="*/ 958310 w 4926099"/>
              <a:gd name="connsiteY3338" fmla="*/ 165977 h 968306"/>
              <a:gd name="connsiteX3339" fmla="*/ 933164 w 4926099"/>
              <a:gd name="connsiteY3339" fmla="*/ 230366 h 968306"/>
              <a:gd name="connsiteX3340" fmla="*/ 932117 w 4926099"/>
              <a:gd name="connsiteY3340" fmla="*/ 244558 h 968306"/>
              <a:gd name="connsiteX3341" fmla="*/ 932117 w 4926099"/>
              <a:gd name="connsiteY3341" fmla="*/ 248273 h 968306"/>
              <a:gd name="connsiteX3342" fmla="*/ 931545 w 4926099"/>
              <a:gd name="connsiteY3342" fmla="*/ 251416 h 968306"/>
              <a:gd name="connsiteX3343" fmla="*/ 930974 w 4926099"/>
              <a:gd name="connsiteY3343" fmla="*/ 255607 h 968306"/>
              <a:gd name="connsiteX3344" fmla="*/ 933069 w 4926099"/>
              <a:gd name="connsiteY3344" fmla="*/ 272371 h 968306"/>
              <a:gd name="connsiteX3345" fmla="*/ 934688 w 4926099"/>
              <a:gd name="connsiteY3345" fmla="*/ 280181 h 968306"/>
              <a:gd name="connsiteX3346" fmla="*/ 936308 w 4926099"/>
              <a:gd name="connsiteY3346" fmla="*/ 284372 h 968306"/>
              <a:gd name="connsiteX3347" fmla="*/ 938403 w 4926099"/>
              <a:gd name="connsiteY3347" fmla="*/ 292754 h 968306"/>
              <a:gd name="connsiteX3348" fmla="*/ 938975 w 4926099"/>
              <a:gd name="connsiteY3348" fmla="*/ 295421 h 968306"/>
              <a:gd name="connsiteX3349" fmla="*/ 969836 w 4926099"/>
              <a:gd name="connsiteY3349" fmla="*/ 349428 h 968306"/>
              <a:gd name="connsiteX3350" fmla="*/ 1003363 w 4926099"/>
              <a:gd name="connsiteY3350" fmla="*/ 374003 h 968306"/>
              <a:gd name="connsiteX3351" fmla="*/ 1029557 w 4926099"/>
              <a:gd name="connsiteY3351" fmla="*/ 381908 h 968306"/>
              <a:gd name="connsiteX3352" fmla="*/ 1114901 w 4926099"/>
              <a:gd name="connsiteY3352" fmla="*/ 382956 h 968306"/>
              <a:gd name="connsiteX3353" fmla="*/ 1119092 w 4926099"/>
              <a:gd name="connsiteY3353" fmla="*/ 381432 h 968306"/>
              <a:gd name="connsiteX3354" fmla="*/ 1124903 w 4926099"/>
              <a:gd name="connsiteY3354" fmla="*/ 379813 h 968306"/>
              <a:gd name="connsiteX3355" fmla="*/ 1134332 w 4926099"/>
              <a:gd name="connsiteY3355" fmla="*/ 374574 h 968306"/>
              <a:gd name="connsiteX3356" fmla="*/ 1139571 w 4926099"/>
              <a:gd name="connsiteY3356" fmla="*/ 372479 h 968306"/>
              <a:gd name="connsiteX3357" fmla="*/ 1142238 w 4926099"/>
              <a:gd name="connsiteY3357" fmla="*/ 370383 h 968306"/>
              <a:gd name="connsiteX3358" fmla="*/ 1144905 w 4926099"/>
              <a:gd name="connsiteY3358" fmla="*/ 368288 h 968306"/>
              <a:gd name="connsiteX3359" fmla="*/ 1165860 w 4926099"/>
              <a:gd name="connsiteY3359" fmla="*/ 357239 h 968306"/>
              <a:gd name="connsiteX3360" fmla="*/ 1181100 w 4926099"/>
              <a:gd name="connsiteY3360" fmla="*/ 341046 h 968306"/>
              <a:gd name="connsiteX3361" fmla="*/ 1187387 w 4926099"/>
              <a:gd name="connsiteY3361" fmla="*/ 333712 h 968306"/>
              <a:gd name="connsiteX3362" fmla="*/ 1195769 w 4926099"/>
              <a:gd name="connsiteY3362" fmla="*/ 293326 h 968306"/>
              <a:gd name="connsiteX3363" fmla="*/ 1179005 w 4926099"/>
              <a:gd name="connsiteY3363" fmla="*/ 292278 h 968306"/>
              <a:gd name="connsiteX3364" fmla="*/ 1138142 w 4926099"/>
              <a:gd name="connsiteY3364" fmla="*/ 294374 h 968306"/>
              <a:gd name="connsiteX3365" fmla="*/ 1133951 w 4926099"/>
              <a:gd name="connsiteY3365" fmla="*/ 295421 h 968306"/>
              <a:gd name="connsiteX3366" fmla="*/ 1130237 w 4926099"/>
              <a:gd name="connsiteY3366" fmla="*/ 301232 h 968306"/>
              <a:gd name="connsiteX3367" fmla="*/ 1091470 w 4926099"/>
              <a:gd name="connsiteY3367" fmla="*/ 324282 h 968306"/>
              <a:gd name="connsiteX3368" fmla="*/ 1060514 w 4926099"/>
              <a:gd name="connsiteY3368" fmla="*/ 327425 h 968306"/>
              <a:gd name="connsiteX3369" fmla="*/ 1055846 w 4926099"/>
              <a:gd name="connsiteY3369" fmla="*/ 326378 h 968306"/>
              <a:gd name="connsiteX3370" fmla="*/ 1034891 w 4926099"/>
              <a:gd name="connsiteY3370" fmla="*/ 316948 h 968306"/>
              <a:gd name="connsiteX3371" fmla="*/ 1028129 w 4926099"/>
              <a:gd name="connsiteY3371" fmla="*/ 309137 h 968306"/>
              <a:gd name="connsiteX3372" fmla="*/ 1024985 w 4926099"/>
              <a:gd name="connsiteY3372" fmla="*/ 305423 h 968306"/>
              <a:gd name="connsiteX3373" fmla="*/ 1021842 w 4926099"/>
              <a:gd name="connsiteY3373" fmla="*/ 301803 h 968306"/>
              <a:gd name="connsiteX3374" fmla="*/ 1019747 w 4926099"/>
              <a:gd name="connsiteY3374" fmla="*/ 298088 h 968306"/>
              <a:gd name="connsiteX3375" fmla="*/ 1018127 w 4926099"/>
              <a:gd name="connsiteY3375" fmla="*/ 294945 h 968306"/>
              <a:gd name="connsiteX3376" fmla="*/ 1016032 w 4926099"/>
              <a:gd name="connsiteY3376" fmla="*/ 289230 h 968306"/>
              <a:gd name="connsiteX3377" fmla="*/ 1015460 w 4926099"/>
              <a:gd name="connsiteY3377" fmla="*/ 268275 h 968306"/>
              <a:gd name="connsiteX3378" fmla="*/ 826865 w 4926099"/>
              <a:gd name="connsiteY3378" fmla="*/ 368383 h 968306"/>
              <a:gd name="connsiteX3379" fmla="*/ 826865 w 4926099"/>
              <a:gd name="connsiteY3379" fmla="*/ 356286 h 968306"/>
              <a:gd name="connsiteX3380" fmla="*/ 827437 w 4926099"/>
              <a:gd name="connsiteY3380" fmla="*/ 331712 h 968306"/>
              <a:gd name="connsiteX3381" fmla="*/ 825341 w 4926099"/>
              <a:gd name="connsiteY3381" fmla="*/ 47771 h 968306"/>
              <a:gd name="connsiteX3382" fmla="*/ 826865 w 4926099"/>
              <a:gd name="connsiteY3382" fmla="*/ 17863 h 968306"/>
              <a:gd name="connsiteX3383" fmla="*/ 826865 w 4926099"/>
              <a:gd name="connsiteY3383" fmla="*/ 15291 h 968306"/>
              <a:gd name="connsiteX3384" fmla="*/ 846773 w 4926099"/>
              <a:gd name="connsiteY3384" fmla="*/ 17387 h 968306"/>
              <a:gd name="connsiteX3385" fmla="*/ 849916 w 4926099"/>
              <a:gd name="connsiteY3385" fmla="*/ 17387 h 968306"/>
              <a:gd name="connsiteX3386" fmla="*/ 850963 w 4926099"/>
              <a:gd name="connsiteY3386" fmla="*/ 16815 h 968306"/>
              <a:gd name="connsiteX3387" fmla="*/ 854107 w 4926099"/>
              <a:gd name="connsiteY3387" fmla="*/ 17387 h 968306"/>
              <a:gd name="connsiteX3388" fmla="*/ 863537 w 4926099"/>
              <a:gd name="connsiteY3388" fmla="*/ 17387 h 968306"/>
              <a:gd name="connsiteX3389" fmla="*/ 877157 w 4926099"/>
              <a:gd name="connsiteY3389" fmla="*/ 17958 h 968306"/>
              <a:gd name="connsiteX3390" fmla="*/ 887635 w 4926099"/>
              <a:gd name="connsiteY3390" fmla="*/ 17958 h 968306"/>
              <a:gd name="connsiteX3391" fmla="*/ 887635 w 4926099"/>
              <a:gd name="connsiteY3391" fmla="*/ 19006 h 968306"/>
              <a:gd name="connsiteX3392" fmla="*/ 888206 w 4926099"/>
              <a:gd name="connsiteY3392" fmla="*/ 22721 h 968306"/>
              <a:gd name="connsiteX3393" fmla="*/ 884492 w 4926099"/>
              <a:gd name="connsiteY3393" fmla="*/ 362192 h 968306"/>
              <a:gd name="connsiteX3394" fmla="*/ 884492 w 4926099"/>
              <a:gd name="connsiteY3394" fmla="*/ 370002 h 968306"/>
              <a:gd name="connsiteX3395" fmla="*/ 883920 w 4926099"/>
              <a:gd name="connsiteY3395" fmla="*/ 370002 h 968306"/>
              <a:gd name="connsiteX3396" fmla="*/ 843058 w 4926099"/>
              <a:gd name="connsiteY3396" fmla="*/ 371621 h 968306"/>
              <a:gd name="connsiteX3397" fmla="*/ 826770 w 4926099"/>
              <a:gd name="connsiteY3397" fmla="*/ 370002 h 968306"/>
              <a:gd name="connsiteX3398" fmla="*/ 826770 w 4926099"/>
              <a:gd name="connsiteY3398" fmla="*/ 368478 h 968306"/>
              <a:gd name="connsiteX3399" fmla="*/ 848106 w 4926099"/>
              <a:gd name="connsiteY3399" fmla="*/ 7290 h 968306"/>
              <a:gd name="connsiteX3400" fmla="*/ 821912 w 4926099"/>
              <a:gd name="connsiteY3400" fmla="*/ 5195 h 968306"/>
              <a:gd name="connsiteX3401" fmla="*/ 817150 w 4926099"/>
              <a:gd name="connsiteY3401" fmla="*/ 17196 h 968306"/>
              <a:gd name="connsiteX3402" fmla="*/ 815531 w 4926099"/>
              <a:gd name="connsiteY3402" fmla="*/ 47105 h 968306"/>
              <a:gd name="connsiteX3403" fmla="*/ 817626 w 4926099"/>
              <a:gd name="connsiteY3403" fmla="*/ 331045 h 968306"/>
              <a:gd name="connsiteX3404" fmla="*/ 817055 w 4926099"/>
              <a:gd name="connsiteY3404" fmla="*/ 355715 h 968306"/>
              <a:gd name="connsiteX3405" fmla="*/ 817055 w 4926099"/>
              <a:gd name="connsiteY3405" fmla="*/ 372479 h 968306"/>
              <a:gd name="connsiteX3406" fmla="*/ 823341 w 4926099"/>
              <a:gd name="connsiteY3406" fmla="*/ 380861 h 968306"/>
              <a:gd name="connsiteX3407" fmla="*/ 842677 w 4926099"/>
              <a:gd name="connsiteY3407" fmla="*/ 381432 h 968306"/>
              <a:gd name="connsiteX3408" fmla="*/ 885635 w 4926099"/>
              <a:gd name="connsiteY3408" fmla="*/ 380384 h 968306"/>
              <a:gd name="connsiteX3409" fmla="*/ 886682 w 4926099"/>
              <a:gd name="connsiteY3409" fmla="*/ 380384 h 968306"/>
              <a:gd name="connsiteX3410" fmla="*/ 895064 w 4926099"/>
              <a:gd name="connsiteY3410" fmla="*/ 372479 h 968306"/>
              <a:gd name="connsiteX3411" fmla="*/ 895064 w 4926099"/>
              <a:gd name="connsiteY3411" fmla="*/ 369812 h 968306"/>
              <a:gd name="connsiteX3412" fmla="*/ 894493 w 4926099"/>
              <a:gd name="connsiteY3412" fmla="*/ 367240 h 968306"/>
              <a:gd name="connsiteX3413" fmla="*/ 894493 w 4926099"/>
              <a:gd name="connsiteY3413" fmla="*/ 362001 h 968306"/>
              <a:gd name="connsiteX3414" fmla="*/ 898208 w 4926099"/>
              <a:gd name="connsiteY3414" fmla="*/ 22054 h 968306"/>
              <a:gd name="connsiteX3415" fmla="*/ 897636 w 4926099"/>
              <a:gd name="connsiteY3415" fmla="*/ 16339 h 968306"/>
              <a:gd name="connsiteX3416" fmla="*/ 897065 w 4926099"/>
              <a:gd name="connsiteY3416" fmla="*/ 13196 h 968306"/>
              <a:gd name="connsiteX3417" fmla="*/ 877634 w 4926099"/>
              <a:gd name="connsiteY3417" fmla="*/ 7957 h 968306"/>
              <a:gd name="connsiteX3418" fmla="*/ 864013 w 4926099"/>
              <a:gd name="connsiteY3418" fmla="*/ 7385 h 968306"/>
              <a:gd name="connsiteX3419" fmla="*/ 854583 w 4926099"/>
              <a:gd name="connsiteY3419" fmla="*/ 6814 h 968306"/>
              <a:gd name="connsiteX3420" fmla="*/ 849344 w 4926099"/>
              <a:gd name="connsiteY3420" fmla="*/ 6814 h 968306"/>
              <a:gd name="connsiteX3421" fmla="*/ 847725 w 4926099"/>
              <a:gd name="connsiteY3421" fmla="*/ 7385 h 968306"/>
              <a:gd name="connsiteX3422" fmla="*/ 649034 w 4926099"/>
              <a:gd name="connsiteY3422" fmla="*/ 158738 h 968306"/>
              <a:gd name="connsiteX3423" fmla="*/ 612362 w 4926099"/>
              <a:gd name="connsiteY3423" fmla="*/ 158738 h 968306"/>
              <a:gd name="connsiteX3424" fmla="*/ 599313 w 4926099"/>
              <a:gd name="connsiteY3424" fmla="*/ 162929 h 968306"/>
              <a:gd name="connsiteX3425" fmla="*/ 596646 w 4926099"/>
              <a:gd name="connsiteY3425" fmla="*/ 165024 h 968306"/>
              <a:gd name="connsiteX3426" fmla="*/ 589788 w 4926099"/>
              <a:gd name="connsiteY3426" fmla="*/ 169215 h 968306"/>
              <a:gd name="connsiteX3427" fmla="*/ 576644 w 4926099"/>
              <a:gd name="connsiteY3427" fmla="*/ 182360 h 968306"/>
              <a:gd name="connsiteX3428" fmla="*/ 566166 w 4926099"/>
              <a:gd name="connsiteY3428" fmla="*/ 207982 h 968306"/>
              <a:gd name="connsiteX3429" fmla="*/ 581882 w 4926099"/>
              <a:gd name="connsiteY3429" fmla="*/ 219507 h 968306"/>
              <a:gd name="connsiteX3430" fmla="*/ 585026 w 4926099"/>
              <a:gd name="connsiteY3430" fmla="*/ 218936 h 968306"/>
              <a:gd name="connsiteX3431" fmla="*/ 675608 w 4926099"/>
              <a:gd name="connsiteY3431" fmla="*/ 221603 h 968306"/>
              <a:gd name="connsiteX3432" fmla="*/ 692372 w 4926099"/>
              <a:gd name="connsiteY3432" fmla="*/ 215792 h 968306"/>
              <a:gd name="connsiteX3433" fmla="*/ 685514 w 4926099"/>
              <a:gd name="connsiteY3433" fmla="*/ 179693 h 968306"/>
              <a:gd name="connsiteX3434" fmla="*/ 667703 w 4926099"/>
              <a:gd name="connsiteY3434" fmla="*/ 166072 h 968306"/>
              <a:gd name="connsiteX3435" fmla="*/ 648843 w 4926099"/>
              <a:gd name="connsiteY3435" fmla="*/ 158738 h 968306"/>
              <a:gd name="connsiteX3436" fmla="*/ 685990 w 4926099"/>
              <a:gd name="connsiteY3436" fmla="*/ 207982 h 968306"/>
              <a:gd name="connsiteX3437" fmla="*/ 675037 w 4926099"/>
              <a:gd name="connsiteY3437" fmla="*/ 211697 h 968306"/>
              <a:gd name="connsiteX3438" fmla="*/ 582835 w 4926099"/>
              <a:gd name="connsiteY3438" fmla="*/ 209030 h 968306"/>
              <a:gd name="connsiteX3439" fmla="*/ 579692 w 4926099"/>
              <a:gd name="connsiteY3439" fmla="*/ 209601 h 968306"/>
              <a:gd name="connsiteX3440" fmla="*/ 575977 w 4926099"/>
              <a:gd name="connsiteY3440" fmla="*/ 210173 h 968306"/>
              <a:gd name="connsiteX3441" fmla="*/ 584359 w 4926099"/>
              <a:gd name="connsiteY3441" fmla="*/ 188170 h 968306"/>
              <a:gd name="connsiteX3442" fmla="*/ 594265 w 4926099"/>
              <a:gd name="connsiteY3442" fmla="*/ 178264 h 968306"/>
              <a:gd name="connsiteX3443" fmla="*/ 602647 w 4926099"/>
              <a:gd name="connsiteY3443" fmla="*/ 173597 h 968306"/>
              <a:gd name="connsiteX3444" fmla="*/ 604742 w 4926099"/>
              <a:gd name="connsiteY3444" fmla="*/ 171501 h 968306"/>
              <a:gd name="connsiteX3445" fmla="*/ 614648 w 4926099"/>
              <a:gd name="connsiteY3445" fmla="*/ 168834 h 968306"/>
              <a:gd name="connsiteX3446" fmla="*/ 646557 w 4926099"/>
              <a:gd name="connsiteY3446" fmla="*/ 168834 h 968306"/>
              <a:gd name="connsiteX3447" fmla="*/ 662845 w 4926099"/>
              <a:gd name="connsiteY3447" fmla="*/ 175121 h 968306"/>
              <a:gd name="connsiteX3448" fmla="*/ 677037 w 4926099"/>
              <a:gd name="connsiteY3448" fmla="*/ 185598 h 968306"/>
              <a:gd name="connsiteX3449" fmla="*/ 685895 w 4926099"/>
              <a:gd name="connsiteY3449" fmla="*/ 208077 h 968306"/>
              <a:gd name="connsiteX3450" fmla="*/ 700088 w 4926099"/>
              <a:gd name="connsiteY3450" fmla="*/ 304470 h 968306"/>
              <a:gd name="connsiteX3451" fmla="*/ 748856 w 4926099"/>
              <a:gd name="connsiteY3451" fmla="*/ 303422 h 968306"/>
              <a:gd name="connsiteX3452" fmla="*/ 738378 w 4926099"/>
              <a:gd name="connsiteY3452" fmla="*/ 328568 h 968306"/>
              <a:gd name="connsiteX3453" fmla="*/ 731615 w 4926099"/>
              <a:gd name="connsiteY3453" fmla="*/ 337427 h 968306"/>
              <a:gd name="connsiteX3454" fmla="*/ 720090 w 4926099"/>
              <a:gd name="connsiteY3454" fmla="*/ 348952 h 968306"/>
              <a:gd name="connsiteX3455" fmla="*/ 698563 w 4926099"/>
              <a:gd name="connsiteY3455" fmla="*/ 360477 h 968306"/>
              <a:gd name="connsiteX3456" fmla="*/ 695992 w 4926099"/>
              <a:gd name="connsiteY3456" fmla="*/ 363049 h 968306"/>
              <a:gd name="connsiteX3457" fmla="*/ 693325 w 4926099"/>
              <a:gd name="connsiteY3457" fmla="*/ 364668 h 968306"/>
              <a:gd name="connsiteX3458" fmla="*/ 681800 w 4926099"/>
              <a:gd name="connsiteY3458" fmla="*/ 370383 h 968306"/>
              <a:gd name="connsiteX3459" fmla="*/ 676561 w 4926099"/>
              <a:gd name="connsiteY3459" fmla="*/ 372002 h 968306"/>
              <a:gd name="connsiteX3460" fmla="*/ 671798 w 4926099"/>
              <a:gd name="connsiteY3460" fmla="*/ 373622 h 968306"/>
              <a:gd name="connsiteX3461" fmla="*/ 592169 w 4926099"/>
              <a:gd name="connsiteY3461" fmla="*/ 372002 h 968306"/>
              <a:gd name="connsiteX3462" fmla="*/ 565976 w 4926099"/>
              <a:gd name="connsiteY3462" fmla="*/ 364097 h 968306"/>
              <a:gd name="connsiteX3463" fmla="*/ 536639 w 4926099"/>
              <a:gd name="connsiteY3463" fmla="*/ 341618 h 968306"/>
              <a:gd name="connsiteX3464" fmla="*/ 508349 w 4926099"/>
              <a:gd name="connsiteY3464" fmla="*/ 291326 h 968306"/>
              <a:gd name="connsiteX3465" fmla="*/ 505778 w 4926099"/>
              <a:gd name="connsiteY3465" fmla="*/ 280848 h 968306"/>
              <a:gd name="connsiteX3466" fmla="*/ 504158 w 4926099"/>
              <a:gd name="connsiteY3466" fmla="*/ 276657 h 968306"/>
              <a:gd name="connsiteX3467" fmla="*/ 503111 w 4926099"/>
              <a:gd name="connsiteY3467" fmla="*/ 270371 h 968306"/>
              <a:gd name="connsiteX3468" fmla="*/ 501015 w 4926099"/>
              <a:gd name="connsiteY3468" fmla="*/ 256750 h 968306"/>
              <a:gd name="connsiteX3469" fmla="*/ 501587 w 4926099"/>
              <a:gd name="connsiteY3469" fmla="*/ 253035 h 968306"/>
              <a:gd name="connsiteX3470" fmla="*/ 502158 w 4926099"/>
              <a:gd name="connsiteY3470" fmla="*/ 249416 h 968306"/>
              <a:gd name="connsiteX3471" fmla="*/ 502158 w 4926099"/>
              <a:gd name="connsiteY3471" fmla="*/ 245701 h 968306"/>
              <a:gd name="connsiteX3472" fmla="*/ 502730 w 4926099"/>
              <a:gd name="connsiteY3472" fmla="*/ 238938 h 968306"/>
              <a:gd name="connsiteX3473" fmla="*/ 527876 w 4926099"/>
              <a:gd name="connsiteY3473" fmla="*/ 170263 h 968306"/>
              <a:gd name="connsiteX3474" fmla="*/ 539972 w 4926099"/>
              <a:gd name="connsiteY3474" fmla="*/ 152451 h 968306"/>
              <a:gd name="connsiteX3475" fmla="*/ 578168 w 4926099"/>
              <a:gd name="connsiteY3475" fmla="*/ 123114 h 968306"/>
              <a:gd name="connsiteX3476" fmla="*/ 609029 w 4926099"/>
              <a:gd name="connsiteY3476" fmla="*/ 114256 h 968306"/>
              <a:gd name="connsiteX3477" fmla="*/ 666655 w 4926099"/>
              <a:gd name="connsiteY3477" fmla="*/ 114827 h 968306"/>
              <a:gd name="connsiteX3478" fmla="*/ 670370 w 4926099"/>
              <a:gd name="connsiteY3478" fmla="*/ 115875 h 968306"/>
              <a:gd name="connsiteX3479" fmla="*/ 699707 w 4926099"/>
              <a:gd name="connsiteY3479" fmla="*/ 127877 h 968306"/>
              <a:gd name="connsiteX3480" fmla="*/ 718566 w 4926099"/>
              <a:gd name="connsiteY3480" fmla="*/ 149879 h 968306"/>
              <a:gd name="connsiteX3481" fmla="*/ 750475 w 4926099"/>
              <a:gd name="connsiteY3481" fmla="*/ 227413 h 968306"/>
              <a:gd name="connsiteX3482" fmla="*/ 751046 w 4926099"/>
              <a:gd name="connsiteY3482" fmla="*/ 232175 h 968306"/>
              <a:gd name="connsiteX3483" fmla="*/ 751046 w 4926099"/>
              <a:gd name="connsiteY3483" fmla="*/ 235890 h 968306"/>
              <a:gd name="connsiteX3484" fmla="*/ 751618 w 4926099"/>
              <a:gd name="connsiteY3484" fmla="*/ 242177 h 968306"/>
              <a:gd name="connsiteX3485" fmla="*/ 753237 w 4926099"/>
              <a:gd name="connsiteY3485" fmla="*/ 250082 h 968306"/>
              <a:gd name="connsiteX3486" fmla="*/ 754285 w 4926099"/>
              <a:gd name="connsiteY3486" fmla="*/ 254750 h 968306"/>
              <a:gd name="connsiteX3487" fmla="*/ 721805 w 4926099"/>
              <a:gd name="connsiteY3487" fmla="*/ 253130 h 968306"/>
              <a:gd name="connsiteX3488" fmla="*/ 649510 w 4926099"/>
              <a:gd name="connsiteY3488" fmla="*/ 256274 h 968306"/>
              <a:gd name="connsiteX3489" fmla="*/ 626459 w 4926099"/>
              <a:gd name="connsiteY3489" fmla="*/ 257321 h 968306"/>
              <a:gd name="connsiteX3490" fmla="*/ 575120 w 4926099"/>
              <a:gd name="connsiteY3490" fmla="*/ 258369 h 968306"/>
              <a:gd name="connsiteX3491" fmla="*/ 566738 w 4926099"/>
              <a:gd name="connsiteY3491" fmla="*/ 292945 h 968306"/>
              <a:gd name="connsiteX3492" fmla="*/ 568833 w 4926099"/>
              <a:gd name="connsiteY3492" fmla="*/ 298184 h 968306"/>
              <a:gd name="connsiteX3493" fmla="*/ 570452 w 4926099"/>
              <a:gd name="connsiteY3493" fmla="*/ 302375 h 968306"/>
              <a:gd name="connsiteX3494" fmla="*/ 572072 w 4926099"/>
              <a:gd name="connsiteY3494" fmla="*/ 305518 h 968306"/>
              <a:gd name="connsiteX3495" fmla="*/ 574167 w 4926099"/>
              <a:gd name="connsiteY3495" fmla="*/ 308185 h 968306"/>
              <a:gd name="connsiteX3496" fmla="*/ 577310 w 4926099"/>
              <a:gd name="connsiteY3496" fmla="*/ 312376 h 968306"/>
              <a:gd name="connsiteX3497" fmla="*/ 582549 w 4926099"/>
              <a:gd name="connsiteY3497" fmla="*/ 317615 h 968306"/>
              <a:gd name="connsiteX3498" fmla="*/ 587788 w 4926099"/>
              <a:gd name="connsiteY3498" fmla="*/ 323901 h 968306"/>
              <a:gd name="connsiteX3499" fmla="*/ 617125 w 4926099"/>
              <a:gd name="connsiteY3499" fmla="*/ 337046 h 968306"/>
              <a:gd name="connsiteX3500" fmla="*/ 620744 w 4926099"/>
              <a:gd name="connsiteY3500" fmla="*/ 337617 h 968306"/>
              <a:gd name="connsiteX3501" fmla="*/ 654272 w 4926099"/>
              <a:gd name="connsiteY3501" fmla="*/ 333902 h 968306"/>
              <a:gd name="connsiteX3502" fmla="*/ 699802 w 4926099"/>
              <a:gd name="connsiteY3502" fmla="*/ 304565 h 968306"/>
              <a:gd name="connsiteX3503" fmla="*/ 700373 w 4926099"/>
              <a:gd name="connsiteY3503" fmla="*/ 304565 h 968306"/>
              <a:gd name="connsiteX3504" fmla="*/ 575405 w 4926099"/>
              <a:gd name="connsiteY3504" fmla="*/ 268370 h 968306"/>
              <a:gd name="connsiteX3505" fmla="*/ 627793 w 4926099"/>
              <a:gd name="connsiteY3505" fmla="*/ 267323 h 968306"/>
              <a:gd name="connsiteX3506" fmla="*/ 649224 w 4926099"/>
              <a:gd name="connsiteY3506" fmla="*/ 266275 h 968306"/>
              <a:gd name="connsiteX3507" fmla="*/ 721519 w 4926099"/>
              <a:gd name="connsiteY3507" fmla="*/ 263132 h 968306"/>
              <a:gd name="connsiteX3508" fmla="*/ 742474 w 4926099"/>
              <a:gd name="connsiteY3508" fmla="*/ 264751 h 968306"/>
              <a:gd name="connsiteX3509" fmla="*/ 761333 w 4926099"/>
              <a:gd name="connsiteY3509" fmla="*/ 240653 h 968306"/>
              <a:gd name="connsiteX3510" fmla="*/ 760762 w 4926099"/>
              <a:gd name="connsiteY3510" fmla="*/ 235414 h 968306"/>
              <a:gd name="connsiteX3511" fmla="*/ 760762 w 4926099"/>
              <a:gd name="connsiteY3511" fmla="*/ 231223 h 968306"/>
              <a:gd name="connsiteX3512" fmla="*/ 760190 w 4926099"/>
              <a:gd name="connsiteY3512" fmla="*/ 225984 h 968306"/>
              <a:gd name="connsiteX3513" fmla="*/ 725615 w 4926099"/>
              <a:gd name="connsiteY3513" fmla="*/ 142640 h 968306"/>
              <a:gd name="connsiteX3514" fmla="*/ 704660 w 4926099"/>
              <a:gd name="connsiteY3514" fmla="*/ 119590 h 968306"/>
              <a:gd name="connsiteX3515" fmla="*/ 676370 w 4926099"/>
              <a:gd name="connsiteY3515" fmla="*/ 107588 h 968306"/>
              <a:gd name="connsiteX3516" fmla="*/ 672179 w 4926099"/>
              <a:gd name="connsiteY3516" fmla="*/ 105969 h 968306"/>
              <a:gd name="connsiteX3517" fmla="*/ 668560 w 4926099"/>
              <a:gd name="connsiteY3517" fmla="*/ 105398 h 968306"/>
              <a:gd name="connsiteX3518" fmla="*/ 607219 w 4926099"/>
              <a:gd name="connsiteY3518" fmla="*/ 104350 h 968306"/>
              <a:gd name="connsiteX3519" fmla="*/ 574739 w 4926099"/>
              <a:gd name="connsiteY3519" fmla="*/ 113208 h 968306"/>
              <a:gd name="connsiteX3520" fmla="*/ 530733 w 4926099"/>
              <a:gd name="connsiteY3520" fmla="*/ 147784 h 968306"/>
              <a:gd name="connsiteX3521" fmla="*/ 518160 w 4926099"/>
              <a:gd name="connsiteY3521" fmla="*/ 166072 h 968306"/>
              <a:gd name="connsiteX3522" fmla="*/ 493014 w 4926099"/>
              <a:gd name="connsiteY3522" fmla="*/ 230461 h 968306"/>
              <a:gd name="connsiteX3523" fmla="*/ 491966 w 4926099"/>
              <a:gd name="connsiteY3523" fmla="*/ 244653 h 968306"/>
              <a:gd name="connsiteX3524" fmla="*/ 491966 w 4926099"/>
              <a:gd name="connsiteY3524" fmla="*/ 248368 h 968306"/>
              <a:gd name="connsiteX3525" fmla="*/ 491395 w 4926099"/>
              <a:gd name="connsiteY3525" fmla="*/ 251511 h 968306"/>
              <a:gd name="connsiteX3526" fmla="*/ 490823 w 4926099"/>
              <a:gd name="connsiteY3526" fmla="*/ 255702 h 968306"/>
              <a:gd name="connsiteX3527" fmla="*/ 492919 w 4926099"/>
              <a:gd name="connsiteY3527" fmla="*/ 272466 h 968306"/>
              <a:gd name="connsiteX3528" fmla="*/ 494443 w 4926099"/>
              <a:gd name="connsiteY3528" fmla="*/ 280277 h 968306"/>
              <a:gd name="connsiteX3529" fmla="*/ 496062 w 4926099"/>
              <a:gd name="connsiteY3529" fmla="*/ 284468 h 968306"/>
              <a:gd name="connsiteX3530" fmla="*/ 498158 w 4926099"/>
              <a:gd name="connsiteY3530" fmla="*/ 292850 h 968306"/>
              <a:gd name="connsiteX3531" fmla="*/ 498729 w 4926099"/>
              <a:gd name="connsiteY3531" fmla="*/ 295517 h 968306"/>
              <a:gd name="connsiteX3532" fmla="*/ 529590 w 4926099"/>
              <a:gd name="connsiteY3532" fmla="*/ 349523 h 968306"/>
              <a:gd name="connsiteX3533" fmla="*/ 563118 w 4926099"/>
              <a:gd name="connsiteY3533" fmla="*/ 374098 h 968306"/>
              <a:gd name="connsiteX3534" fmla="*/ 589312 w 4926099"/>
              <a:gd name="connsiteY3534" fmla="*/ 382004 h 968306"/>
              <a:gd name="connsiteX3535" fmla="*/ 674656 w 4926099"/>
              <a:gd name="connsiteY3535" fmla="*/ 383051 h 968306"/>
              <a:gd name="connsiteX3536" fmla="*/ 678847 w 4926099"/>
              <a:gd name="connsiteY3536" fmla="*/ 381527 h 968306"/>
              <a:gd name="connsiteX3537" fmla="*/ 684562 w 4926099"/>
              <a:gd name="connsiteY3537" fmla="*/ 379908 h 968306"/>
              <a:gd name="connsiteX3538" fmla="*/ 693992 w 4926099"/>
              <a:gd name="connsiteY3538" fmla="*/ 374669 h 968306"/>
              <a:gd name="connsiteX3539" fmla="*/ 699230 w 4926099"/>
              <a:gd name="connsiteY3539" fmla="*/ 372574 h 968306"/>
              <a:gd name="connsiteX3540" fmla="*/ 701897 w 4926099"/>
              <a:gd name="connsiteY3540" fmla="*/ 370478 h 968306"/>
              <a:gd name="connsiteX3541" fmla="*/ 704564 w 4926099"/>
              <a:gd name="connsiteY3541" fmla="*/ 368383 h 968306"/>
              <a:gd name="connsiteX3542" fmla="*/ 725519 w 4926099"/>
              <a:gd name="connsiteY3542" fmla="*/ 357334 h 968306"/>
              <a:gd name="connsiteX3543" fmla="*/ 740759 w 4926099"/>
              <a:gd name="connsiteY3543" fmla="*/ 341141 h 968306"/>
              <a:gd name="connsiteX3544" fmla="*/ 747046 w 4926099"/>
              <a:gd name="connsiteY3544" fmla="*/ 333807 h 968306"/>
              <a:gd name="connsiteX3545" fmla="*/ 755428 w 4926099"/>
              <a:gd name="connsiteY3545" fmla="*/ 293421 h 968306"/>
              <a:gd name="connsiteX3546" fmla="*/ 738664 w 4926099"/>
              <a:gd name="connsiteY3546" fmla="*/ 292373 h 968306"/>
              <a:gd name="connsiteX3547" fmla="*/ 697802 w 4926099"/>
              <a:gd name="connsiteY3547" fmla="*/ 294469 h 968306"/>
              <a:gd name="connsiteX3548" fmla="*/ 693611 w 4926099"/>
              <a:gd name="connsiteY3548" fmla="*/ 295517 h 968306"/>
              <a:gd name="connsiteX3549" fmla="*/ 689896 w 4926099"/>
              <a:gd name="connsiteY3549" fmla="*/ 301327 h 968306"/>
              <a:gd name="connsiteX3550" fmla="*/ 651129 w 4926099"/>
              <a:gd name="connsiteY3550" fmla="*/ 324377 h 968306"/>
              <a:gd name="connsiteX3551" fmla="*/ 620173 w 4926099"/>
              <a:gd name="connsiteY3551" fmla="*/ 327521 h 968306"/>
              <a:gd name="connsiteX3552" fmla="*/ 615506 w 4926099"/>
              <a:gd name="connsiteY3552" fmla="*/ 326473 h 968306"/>
              <a:gd name="connsiteX3553" fmla="*/ 594551 w 4926099"/>
              <a:gd name="connsiteY3553" fmla="*/ 317043 h 968306"/>
              <a:gd name="connsiteX3554" fmla="*/ 587693 w 4926099"/>
              <a:gd name="connsiteY3554" fmla="*/ 309233 h 968306"/>
              <a:gd name="connsiteX3555" fmla="*/ 584549 w 4926099"/>
              <a:gd name="connsiteY3555" fmla="*/ 305518 h 968306"/>
              <a:gd name="connsiteX3556" fmla="*/ 581406 w 4926099"/>
              <a:gd name="connsiteY3556" fmla="*/ 301898 h 968306"/>
              <a:gd name="connsiteX3557" fmla="*/ 579311 w 4926099"/>
              <a:gd name="connsiteY3557" fmla="*/ 298184 h 968306"/>
              <a:gd name="connsiteX3558" fmla="*/ 577691 w 4926099"/>
              <a:gd name="connsiteY3558" fmla="*/ 295040 h 968306"/>
              <a:gd name="connsiteX3559" fmla="*/ 575596 w 4926099"/>
              <a:gd name="connsiteY3559" fmla="*/ 289325 h 968306"/>
              <a:gd name="connsiteX3560" fmla="*/ 575024 w 4926099"/>
              <a:gd name="connsiteY3560" fmla="*/ 268370 h 968306"/>
              <a:gd name="connsiteX3561" fmla="*/ 447866 w 4926099"/>
              <a:gd name="connsiteY3561" fmla="*/ 13005 h 968306"/>
              <a:gd name="connsiteX3562" fmla="*/ 448437 w 4926099"/>
              <a:gd name="connsiteY3562" fmla="*/ 37580 h 968306"/>
              <a:gd name="connsiteX3563" fmla="*/ 449009 w 4926099"/>
              <a:gd name="connsiteY3563" fmla="*/ 41294 h 968306"/>
              <a:gd name="connsiteX3564" fmla="*/ 449580 w 4926099"/>
              <a:gd name="connsiteY3564" fmla="*/ 43390 h 968306"/>
              <a:gd name="connsiteX3565" fmla="*/ 450628 w 4926099"/>
              <a:gd name="connsiteY3565" fmla="*/ 56534 h 968306"/>
              <a:gd name="connsiteX3566" fmla="*/ 451199 w 4926099"/>
              <a:gd name="connsiteY3566" fmla="*/ 62345 h 968306"/>
              <a:gd name="connsiteX3567" fmla="*/ 398240 w 4926099"/>
              <a:gd name="connsiteY3567" fmla="*/ 60725 h 968306"/>
              <a:gd name="connsiteX3568" fmla="*/ 395573 w 4926099"/>
              <a:gd name="connsiteY3568" fmla="*/ 60725 h 968306"/>
              <a:gd name="connsiteX3569" fmla="*/ 389858 w 4926099"/>
              <a:gd name="connsiteY3569" fmla="*/ 61297 h 968306"/>
              <a:gd name="connsiteX3570" fmla="*/ 388334 w 4926099"/>
              <a:gd name="connsiteY3570" fmla="*/ 61297 h 968306"/>
              <a:gd name="connsiteX3571" fmla="*/ 388334 w 4926099"/>
              <a:gd name="connsiteY3571" fmla="*/ 56058 h 968306"/>
              <a:gd name="connsiteX3572" fmla="*/ 388906 w 4926099"/>
              <a:gd name="connsiteY3572" fmla="*/ 41866 h 968306"/>
              <a:gd name="connsiteX3573" fmla="*/ 390430 w 4926099"/>
              <a:gd name="connsiteY3573" fmla="*/ 26150 h 968306"/>
              <a:gd name="connsiteX3574" fmla="*/ 391001 w 4926099"/>
              <a:gd name="connsiteY3574" fmla="*/ 18244 h 968306"/>
              <a:gd name="connsiteX3575" fmla="*/ 403003 w 4926099"/>
              <a:gd name="connsiteY3575" fmla="*/ 17196 h 968306"/>
              <a:gd name="connsiteX3576" fmla="*/ 405098 w 4926099"/>
              <a:gd name="connsiteY3576" fmla="*/ 17196 h 968306"/>
              <a:gd name="connsiteX3577" fmla="*/ 409289 w 4926099"/>
              <a:gd name="connsiteY3577" fmla="*/ 16625 h 968306"/>
              <a:gd name="connsiteX3578" fmla="*/ 422434 w 4926099"/>
              <a:gd name="connsiteY3578" fmla="*/ 15101 h 968306"/>
              <a:gd name="connsiteX3579" fmla="*/ 448056 w 4926099"/>
              <a:gd name="connsiteY3579" fmla="*/ 13005 h 968306"/>
              <a:gd name="connsiteX3580" fmla="*/ 460629 w 4926099"/>
              <a:gd name="connsiteY3580" fmla="*/ 54915 h 968306"/>
              <a:gd name="connsiteX3581" fmla="*/ 458534 w 4926099"/>
              <a:gd name="connsiteY3581" fmla="*/ 39199 h 968306"/>
              <a:gd name="connsiteX3582" fmla="*/ 458534 w 4926099"/>
              <a:gd name="connsiteY3582" fmla="*/ 36532 h 968306"/>
              <a:gd name="connsiteX3583" fmla="*/ 457962 w 4926099"/>
              <a:gd name="connsiteY3583" fmla="*/ 8719 h 968306"/>
              <a:gd name="connsiteX3584" fmla="*/ 421291 w 4926099"/>
              <a:gd name="connsiteY3584" fmla="*/ 5004 h 968306"/>
              <a:gd name="connsiteX3585" fmla="*/ 408146 w 4926099"/>
              <a:gd name="connsiteY3585" fmla="*/ 6052 h 968306"/>
              <a:gd name="connsiteX3586" fmla="*/ 403955 w 4926099"/>
              <a:gd name="connsiteY3586" fmla="*/ 7100 h 968306"/>
              <a:gd name="connsiteX3587" fmla="*/ 401860 w 4926099"/>
              <a:gd name="connsiteY3587" fmla="*/ 7100 h 968306"/>
              <a:gd name="connsiteX3588" fmla="*/ 387191 w 4926099"/>
              <a:gd name="connsiteY3588" fmla="*/ 8147 h 968306"/>
              <a:gd name="connsiteX3589" fmla="*/ 380905 w 4926099"/>
              <a:gd name="connsiteY3589" fmla="*/ 13386 h 968306"/>
              <a:gd name="connsiteX3590" fmla="*/ 378809 w 4926099"/>
              <a:gd name="connsiteY3590" fmla="*/ 40628 h 968306"/>
              <a:gd name="connsiteX3591" fmla="*/ 378809 w 4926099"/>
              <a:gd name="connsiteY3591" fmla="*/ 41675 h 968306"/>
              <a:gd name="connsiteX3592" fmla="*/ 378238 w 4926099"/>
              <a:gd name="connsiteY3592" fmla="*/ 55296 h 968306"/>
              <a:gd name="connsiteX3593" fmla="*/ 377666 w 4926099"/>
              <a:gd name="connsiteY3593" fmla="*/ 61583 h 968306"/>
              <a:gd name="connsiteX3594" fmla="*/ 377666 w 4926099"/>
              <a:gd name="connsiteY3594" fmla="*/ 64250 h 968306"/>
              <a:gd name="connsiteX3595" fmla="*/ 398145 w 4926099"/>
              <a:gd name="connsiteY3595" fmla="*/ 70536 h 968306"/>
              <a:gd name="connsiteX3596" fmla="*/ 457867 w 4926099"/>
              <a:gd name="connsiteY3596" fmla="*/ 71108 h 968306"/>
              <a:gd name="connsiteX3597" fmla="*/ 461486 w 4926099"/>
              <a:gd name="connsiteY3597" fmla="*/ 63773 h 968306"/>
              <a:gd name="connsiteX3598" fmla="*/ 460439 w 4926099"/>
              <a:gd name="connsiteY3598" fmla="*/ 54915 h 968306"/>
              <a:gd name="connsiteX3599" fmla="*/ 445770 w 4926099"/>
              <a:gd name="connsiteY3599" fmla="*/ 370288 h 968306"/>
              <a:gd name="connsiteX3600" fmla="*/ 387096 w 4926099"/>
              <a:gd name="connsiteY3600" fmla="*/ 370859 h 968306"/>
              <a:gd name="connsiteX3601" fmla="*/ 387096 w 4926099"/>
              <a:gd name="connsiteY3601" fmla="*/ 370859 h 968306"/>
              <a:gd name="connsiteX3602" fmla="*/ 387096 w 4926099"/>
              <a:gd name="connsiteY3602" fmla="*/ 368764 h 968306"/>
              <a:gd name="connsiteX3603" fmla="*/ 389668 w 4926099"/>
              <a:gd name="connsiteY3603" fmla="*/ 151880 h 968306"/>
              <a:gd name="connsiteX3604" fmla="*/ 388620 w 4926099"/>
              <a:gd name="connsiteY3604" fmla="*/ 126734 h 968306"/>
              <a:gd name="connsiteX3605" fmla="*/ 389096 w 4926099"/>
              <a:gd name="connsiteY3605" fmla="*/ 119399 h 968306"/>
              <a:gd name="connsiteX3606" fmla="*/ 397002 w 4926099"/>
              <a:gd name="connsiteY3606" fmla="*/ 119971 h 968306"/>
              <a:gd name="connsiteX3607" fmla="*/ 441484 w 4926099"/>
              <a:gd name="connsiteY3607" fmla="*/ 119399 h 968306"/>
              <a:gd name="connsiteX3608" fmla="*/ 443579 w 4926099"/>
              <a:gd name="connsiteY3608" fmla="*/ 118828 h 968306"/>
              <a:gd name="connsiteX3609" fmla="*/ 445199 w 4926099"/>
              <a:gd name="connsiteY3609" fmla="*/ 118828 h 968306"/>
              <a:gd name="connsiteX3610" fmla="*/ 447770 w 4926099"/>
              <a:gd name="connsiteY3610" fmla="*/ 162262 h 968306"/>
              <a:gd name="connsiteX3611" fmla="*/ 445675 w 4926099"/>
              <a:gd name="connsiteY3611" fmla="*/ 263417 h 968306"/>
              <a:gd name="connsiteX3612" fmla="*/ 445675 w 4926099"/>
              <a:gd name="connsiteY3612" fmla="*/ 370288 h 968306"/>
              <a:gd name="connsiteX3613" fmla="*/ 385382 w 4926099"/>
              <a:gd name="connsiteY3613" fmla="*/ 380289 h 968306"/>
              <a:gd name="connsiteX3614" fmla="*/ 446151 w 4926099"/>
              <a:gd name="connsiteY3614" fmla="*/ 380289 h 968306"/>
              <a:gd name="connsiteX3615" fmla="*/ 456057 w 4926099"/>
              <a:gd name="connsiteY3615" fmla="*/ 375622 h 968306"/>
              <a:gd name="connsiteX3616" fmla="*/ 455486 w 4926099"/>
              <a:gd name="connsiteY3616" fmla="*/ 263513 h 968306"/>
              <a:gd name="connsiteX3617" fmla="*/ 457581 w 4926099"/>
              <a:gd name="connsiteY3617" fmla="*/ 161881 h 968306"/>
              <a:gd name="connsiteX3618" fmla="*/ 454914 w 4926099"/>
              <a:gd name="connsiteY3618" fmla="*/ 113208 h 968306"/>
              <a:gd name="connsiteX3619" fmla="*/ 447580 w 4926099"/>
              <a:gd name="connsiteY3619" fmla="*/ 108541 h 968306"/>
              <a:gd name="connsiteX3620" fmla="*/ 440246 w 4926099"/>
              <a:gd name="connsiteY3620" fmla="*/ 109589 h 968306"/>
              <a:gd name="connsiteX3621" fmla="*/ 396716 w 4926099"/>
              <a:gd name="connsiteY3621" fmla="*/ 110160 h 968306"/>
              <a:gd name="connsiteX3622" fmla="*/ 378428 w 4926099"/>
              <a:gd name="connsiteY3622" fmla="*/ 126448 h 968306"/>
              <a:gd name="connsiteX3623" fmla="*/ 379476 w 4926099"/>
              <a:gd name="connsiteY3623" fmla="*/ 152070 h 968306"/>
              <a:gd name="connsiteX3624" fmla="*/ 376809 w 4926099"/>
              <a:gd name="connsiteY3624" fmla="*/ 368954 h 968306"/>
              <a:gd name="connsiteX3625" fmla="*/ 384715 w 4926099"/>
              <a:gd name="connsiteY3625" fmla="*/ 380956 h 968306"/>
              <a:gd name="connsiteX3626" fmla="*/ 385286 w 4926099"/>
              <a:gd name="connsiteY3626" fmla="*/ 380384 h 968306"/>
              <a:gd name="connsiteX3627" fmla="*/ 81725 w 4926099"/>
              <a:gd name="connsiteY3627" fmla="*/ 12529 h 968306"/>
              <a:gd name="connsiteX3628" fmla="*/ 83249 w 4926099"/>
              <a:gd name="connsiteY3628" fmla="*/ 16720 h 968306"/>
              <a:gd name="connsiteX3629" fmla="*/ 89535 w 4926099"/>
              <a:gd name="connsiteY3629" fmla="*/ 30341 h 968306"/>
              <a:gd name="connsiteX3630" fmla="*/ 110490 w 4926099"/>
              <a:gd name="connsiteY3630" fmla="*/ 93777 h 968306"/>
              <a:gd name="connsiteX3631" fmla="*/ 128873 w 4926099"/>
              <a:gd name="connsiteY3631" fmla="*/ 158166 h 968306"/>
              <a:gd name="connsiteX3632" fmla="*/ 134112 w 4926099"/>
              <a:gd name="connsiteY3632" fmla="*/ 172835 h 968306"/>
              <a:gd name="connsiteX3633" fmla="*/ 157639 w 4926099"/>
              <a:gd name="connsiteY3633" fmla="*/ 245606 h 968306"/>
              <a:gd name="connsiteX3634" fmla="*/ 158687 w 4926099"/>
              <a:gd name="connsiteY3634" fmla="*/ 248273 h 968306"/>
              <a:gd name="connsiteX3635" fmla="*/ 160306 w 4926099"/>
              <a:gd name="connsiteY3635" fmla="*/ 255035 h 968306"/>
              <a:gd name="connsiteX3636" fmla="*/ 180785 w 4926099"/>
              <a:gd name="connsiteY3636" fmla="*/ 259226 h 968306"/>
              <a:gd name="connsiteX3637" fmla="*/ 208026 w 4926099"/>
              <a:gd name="connsiteY3637" fmla="*/ 172835 h 968306"/>
              <a:gd name="connsiteX3638" fmla="*/ 214313 w 4926099"/>
              <a:gd name="connsiteY3638" fmla="*/ 155023 h 968306"/>
              <a:gd name="connsiteX3639" fmla="*/ 221171 w 4926099"/>
              <a:gd name="connsiteY3639" fmla="*/ 137687 h 968306"/>
              <a:gd name="connsiteX3640" fmla="*/ 224314 w 4926099"/>
              <a:gd name="connsiteY3640" fmla="*/ 129305 h 968306"/>
              <a:gd name="connsiteX3641" fmla="*/ 226409 w 4926099"/>
              <a:gd name="connsiteY3641" fmla="*/ 124067 h 968306"/>
              <a:gd name="connsiteX3642" fmla="*/ 227457 w 4926099"/>
              <a:gd name="connsiteY3642" fmla="*/ 121971 h 968306"/>
              <a:gd name="connsiteX3643" fmla="*/ 228505 w 4926099"/>
              <a:gd name="connsiteY3643" fmla="*/ 116732 h 968306"/>
              <a:gd name="connsiteX3644" fmla="*/ 230600 w 4926099"/>
              <a:gd name="connsiteY3644" fmla="*/ 113589 h 968306"/>
              <a:gd name="connsiteX3645" fmla="*/ 232696 w 4926099"/>
              <a:gd name="connsiteY3645" fmla="*/ 106826 h 968306"/>
              <a:gd name="connsiteX3646" fmla="*/ 240506 w 4926099"/>
              <a:gd name="connsiteY3646" fmla="*/ 80633 h 968306"/>
              <a:gd name="connsiteX3647" fmla="*/ 248412 w 4926099"/>
              <a:gd name="connsiteY3647" fmla="*/ 59106 h 968306"/>
              <a:gd name="connsiteX3648" fmla="*/ 261556 w 4926099"/>
              <a:gd name="connsiteY3648" fmla="*/ 19863 h 968306"/>
              <a:gd name="connsiteX3649" fmla="*/ 263176 w 4926099"/>
              <a:gd name="connsiteY3649" fmla="*/ 13100 h 968306"/>
              <a:gd name="connsiteX3650" fmla="*/ 275749 w 4926099"/>
              <a:gd name="connsiteY3650" fmla="*/ 12053 h 968306"/>
              <a:gd name="connsiteX3651" fmla="*/ 310801 w 4926099"/>
              <a:gd name="connsiteY3651" fmla="*/ 12624 h 968306"/>
              <a:gd name="connsiteX3652" fmla="*/ 322802 w 4926099"/>
              <a:gd name="connsiteY3652" fmla="*/ 12624 h 968306"/>
              <a:gd name="connsiteX3653" fmla="*/ 328613 w 4926099"/>
              <a:gd name="connsiteY3653" fmla="*/ 13196 h 968306"/>
              <a:gd name="connsiteX3654" fmla="*/ 320231 w 4926099"/>
              <a:gd name="connsiteY3654" fmla="*/ 37770 h 968306"/>
              <a:gd name="connsiteX3655" fmla="*/ 320231 w 4926099"/>
              <a:gd name="connsiteY3655" fmla="*/ 40913 h 968306"/>
              <a:gd name="connsiteX3656" fmla="*/ 319183 w 4926099"/>
              <a:gd name="connsiteY3656" fmla="*/ 43485 h 968306"/>
              <a:gd name="connsiteX3657" fmla="*/ 317564 w 4926099"/>
              <a:gd name="connsiteY3657" fmla="*/ 47676 h 968306"/>
              <a:gd name="connsiteX3658" fmla="*/ 313373 w 4926099"/>
              <a:gd name="connsiteY3658" fmla="*/ 64440 h 968306"/>
              <a:gd name="connsiteX3659" fmla="*/ 307086 w 4926099"/>
              <a:gd name="connsiteY3659" fmla="*/ 89586 h 968306"/>
              <a:gd name="connsiteX3660" fmla="*/ 306038 w 4926099"/>
              <a:gd name="connsiteY3660" fmla="*/ 93777 h 968306"/>
              <a:gd name="connsiteX3661" fmla="*/ 304991 w 4926099"/>
              <a:gd name="connsiteY3661" fmla="*/ 96920 h 968306"/>
              <a:gd name="connsiteX3662" fmla="*/ 303467 w 4926099"/>
              <a:gd name="connsiteY3662" fmla="*/ 101111 h 968306"/>
              <a:gd name="connsiteX3663" fmla="*/ 301943 w 4926099"/>
              <a:gd name="connsiteY3663" fmla="*/ 104255 h 968306"/>
              <a:gd name="connsiteX3664" fmla="*/ 300323 w 4926099"/>
              <a:gd name="connsiteY3664" fmla="*/ 107969 h 968306"/>
              <a:gd name="connsiteX3665" fmla="*/ 294608 w 4926099"/>
              <a:gd name="connsiteY3665" fmla="*/ 127305 h 968306"/>
              <a:gd name="connsiteX3666" fmla="*/ 287274 w 4926099"/>
              <a:gd name="connsiteY3666" fmla="*/ 146165 h 968306"/>
              <a:gd name="connsiteX3667" fmla="*/ 280988 w 4926099"/>
              <a:gd name="connsiteY3667" fmla="*/ 166548 h 968306"/>
              <a:gd name="connsiteX3668" fmla="*/ 273177 w 4926099"/>
              <a:gd name="connsiteY3668" fmla="*/ 192170 h 968306"/>
              <a:gd name="connsiteX3669" fmla="*/ 266319 w 4926099"/>
              <a:gd name="connsiteY3669" fmla="*/ 208934 h 968306"/>
              <a:gd name="connsiteX3670" fmla="*/ 256318 w 4926099"/>
              <a:gd name="connsiteY3670" fmla="*/ 246653 h 968306"/>
              <a:gd name="connsiteX3671" fmla="*/ 250031 w 4926099"/>
              <a:gd name="connsiteY3671" fmla="*/ 257131 h 968306"/>
              <a:gd name="connsiteX3672" fmla="*/ 245840 w 4926099"/>
              <a:gd name="connsiteY3672" fmla="*/ 269704 h 968306"/>
              <a:gd name="connsiteX3673" fmla="*/ 234791 w 4926099"/>
              <a:gd name="connsiteY3673" fmla="*/ 305327 h 968306"/>
              <a:gd name="connsiteX3674" fmla="*/ 226409 w 4926099"/>
              <a:gd name="connsiteY3674" fmla="*/ 329902 h 968306"/>
              <a:gd name="connsiteX3675" fmla="*/ 213265 w 4926099"/>
              <a:gd name="connsiteY3675" fmla="*/ 376003 h 968306"/>
              <a:gd name="connsiteX3676" fmla="*/ 201740 w 4926099"/>
              <a:gd name="connsiteY3676" fmla="*/ 376003 h 968306"/>
              <a:gd name="connsiteX3677" fmla="*/ 197549 w 4926099"/>
              <a:gd name="connsiteY3677" fmla="*/ 376574 h 968306"/>
              <a:gd name="connsiteX3678" fmla="*/ 139922 w 4926099"/>
              <a:gd name="connsiteY3678" fmla="*/ 378670 h 968306"/>
              <a:gd name="connsiteX3679" fmla="*/ 132112 w 4926099"/>
              <a:gd name="connsiteY3679" fmla="*/ 378670 h 968306"/>
              <a:gd name="connsiteX3680" fmla="*/ 128969 w 4926099"/>
              <a:gd name="connsiteY3680" fmla="*/ 373431 h 968306"/>
              <a:gd name="connsiteX3681" fmla="*/ 115824 w 4926099"/>
              <a:gd name="connsiteY3681" fmla="*/ 338379 h 968306"/>
              <a:gd name="connsiteX3682" fmla="*/ 113157 w 4926099"/>
              <a:gd name="connsiteY3682" fmla="*/ 329997 h 968306"/>
              <a:gd name="connsiteX3683" fmla="*/ 111062 w 4926099"/>
              <a:gd name="connsiteY3683" fmla="*/ 324282 h 968306"/>
              <a:gd name="connsiteX3684" fmla="*/ 96393 w 4926099"/>
              <a:gd name="connsiteY3684" fmla="*/ 266656 h 968306"/>
              <a:gd name="connsiteX3685" fmla="*/ 85344 w 4926099"/>
              <a:gd name="connsiteY3685" fmla="*/ 227413 h 968306"/>
              <a:gd name="connsiteX3686" fmla="*/ 83820 w 4926099"/>
              <a:gd name="connsiteY3686" fmla="*/ 223222 h 968306"/>
              <a:gd name="connsiteX3687" fmla="*/ 81248 w 4926099"/>
              <a:gd name="connsiteY3687" fmla="*/ 217412 h 968306"/>
              <a:gd name="connsiteX3688" fmla="*/ 78581 w 4926099"/>
              <a:gd name="connsiteY3688" fmla="*/ 206458 h 968306"/>
              <a:gd name="connsiteX3689" fmla="*/ 70771 w 4926099"/>
              <a:gd name="connsiteY3689" fmla="*/ 183979 h 968306"/>
              <a:gd name="connsiteX3690" fmla="*/ 68675 w 4926099"/>
              <a:gd name="connsiteY3690" fmla="*/ 179788 h 968306"/>
              <a:gd name="connsiteX3691" fmla="*/ 62865 w 4926099"/>
              <a:gd name="connsiteY3691" fmla="*/ 164072 h 968306"/>
              <a:gd name="connsiteX3692" fmla="*/ 57626 w 4926099"/>
              <a:gd name="connsiteY3692" fmla="*/ 149403 h 968306"/>
              <a:gd name="connsiteX3693" fmla="*/ 39815 w 4926099"/>
              <a:gd name="connsiteY3693" fmla="*/ 94920 h 968306"/>
              <a:gd name="connsiteX3694" fmla="*/ 38767 w 4926099"/>
              <a:gd name="connsiteY3694" fmla="*/ 92825 h 968306"/>
              <a:gd name="connsiteX3695" fmla="*/ 37719 w 4926099"/>
              <a:gd name="connsiteY3695" fmla="*/ 89110 h 968306"/>
              <a:gd name="connsiteX3696" fmla="*/ 31909 w 4926099"/>
              <a:gd name="connsiteY3696" fmla="*/ 73870 h 968306"/>
              <a:gd name="connsiteX3697" fmla="*/ 29813 w 4926099"/>
              <a:gd name="connsiteY3697" fmla="*/ 68155 h 968306"/>
              <a:gd name="connsiteX3698" fmla="*/ 27241 w 4926099"/>
              <a:gd name="connsiteY3698" fmla="*/ 62916 h 968306"/>
              <a:gd name="connsiteX3699" fmla="*/ 25146 w 4926099"/>
              <a:gd name="connsiteY3699" fmla="*/ 58725 h 968306"/>
              <a:gd name="connsiteX3700" fmla="*/ 23527 w 4926099"/>
              <a:gd name="connsiteY3700" fmla="*/ 54534 h 968306"/>
              <a:gd name="connsiteX3701" fmla="*/ 19812 w 4926099"/>
              <a:gd name="connsiteY3701" fmla="*/ 36722 h 968306"/>
              <a:gd name="connsiteX3702" fmla="*/ 14097 w 4926099"/>
              <a:gd name="connsiteY3702" fmla="*/ 21482 h 968306"/>
              <a:gd name="connsiteX3703" fmla="*/ 13526 w 4926099"/>
              <a:gd name="connsiteY3703" fmla="*/ 17768 h 968306"/>
              <a:gd name="connsiteX3704" fmla="*/ 12954 w 4926099"/>
              <a:gd name="connsiteY3704" fmla="*/ 16244 h 968306"/>
              <a:gd name="connsiteX3705" fmla="*/ 27146 w 4926099"/>
              <a:gd name="connsiteY3705" fmla="*/ 15196 h 968306"/>
              <a:gd name="connsiteX3706" fmla="*/ 72676 w 4926099"/>
              <a:gd name="connsiteY3706" fmla="*/ 13577 h 968306"/>
              <a:gd name="connsiteX3707" fmla="*/ 81629 w 4926099"/>
              <a:gd name="connsiteY3707" fmla="*/ 12529 h 968306"/>
              <a:gd name="connsiteX3708" fmla="*/ 216789 w 4926099"/>
              <a:gd name="connsiteY3708" fmla="*/ 121971 h 968306"/>
              <a:gd name="connsiteX3709" fmla="*/ 212027 w 4926099"/>
              <a:gd name="connsiteY3709" fmla="*/ 133496 h 968306"/>
              <a:gd name="connsiteX3710" fmla="*/ 204692 w 4926099"/>
              <a:gd name="connsiteY3710" fmla="*/ 152356 h 968306"/>
              <a:gd name="connsiteX3711" fmla="*/ 198406 w 4926099"/>
              <a:gd name="connsiteY3711" fmla="*/ 169691 h 968306"/>
              <a:gd name="connsiteX3712" fmla="*/ 171641 w 4926099"/>
              <a:gd name="connsiteY3712" fmla="*/ 255607 h 968306"/>
              <a:gd name="connsiteX3713" fmla="*/ 168021 w 4926099"/>
              <a:gd name="connsiteY3713" fmla="*/ 245701 h 968306"/>
              <a:gd name="connsiteX3714" fmla="*/ 167450 w 4926099"/>
              <a:gd name="connsiteY3714" fmla="*/ 242558 h 968306"/>
              <a:gd name="connsiteX3715" fmla="*/ 143351 w 4926099"/>
              <a:gd name="connsiteY3715" fmla="*/ 169215 h 968306"/>
              <a:gd name="connsiteX3716" fmla="*/ 138113 w 4926099"/>
              <a:gd name="connsiteY3716" fmla="*/ 154547 h 968306"/>
              <a:gd name="connsiteX3717" fmla="*/ 120301 w 4926099"/>
              <a:gd name="connsiteY3717" fmla="*/ 91205 h 968306"/>
              <a:gd name="connsiteX3718" fmla="*/ 98298 w 4926099"/>
              <a:gd name="connsiteY3718" fmla="*/ 25197 h 968306"/>
              <a:gd name="connsiteX3719" fmla="*/ 92012 w 4926099"/>
              <a:gd name="connsiteY3719" fmla="*/ 12053 h 968306"/>
              <a:gd name="connsiteX3720" fmla="*/ 82582 w 4926099"/>
              <a:gd name="connsiteY3720" fmla="*/ 2147 h 968306"/>
              <a:gd name="connsiteX3721" fmla="*/ 80010 w 4926099"/>
              <a:gd name="connsiteY3721" fmla="*/ 2718 h 968306"/>
              <a:gd name="connsiteX3722" fmla="*/ 72104 w 4926099"/>
              <a:gd name="connsiteY3722" fmla="*/ 3766 h 968306"/>
              <a:gd name="connsiteX3723" fmla="*/ 27051 w 4926099"/>
              <a:gd name="connsiteY3723" fmla="*/ 5385 h 968306"/>
              <a:gd name="connsiteX3724" fmla="*/ 8763 w 4926099"/>
              <a:gd name="connsiteY3724" fmla="*/ 6433 h 968306"/>
              <a:gd name="connsiteX3725" fmla="*/ 2572 w 4926099"/>
              <a:gd name="connsiteY3725" fmla="*/ 16148 h 968306"/>
              <a:gd name="connsiteX3726" fmla="*/ 3620 w 4926099"/>
              <a:gd name="connsiteY3726" fmla="*/ 19292 h 968306"/>
              <a:gd name="connsiteX3727" fmla="*/ 4667 w 4926099"/>
              <a:gd name="connsiteY3727" fmla="*/ 24054 h 968306"/>
              <a:gd name="connsiteX3728" fmla="*/ 10382 w 4926099"/>
              <a:gd name="connsiteY3728" fmla="*/ 40342 h 968306"/>
              <a:gd name="connsiteX3729" fmla="*/ 14097 w 4926099"/>
              <a:gd name="connsiteY3729" fmla="*/ 57582 h 968306"/>
              <a:gd name="connsiteX3730" fmla="*/ 16193 w 4926099"/>
              <a:gd name="connsiteY3730" fmla="*/ 62821 h 968306"/>
              <a:gd name="connsiteX3731" fmla="*/ 20955 w 4926099"/>
              <a:gd name="connsiteY3731" fmla="*/ 72251 h 968306"/>
              <a:gd name="connsiteX3732" fmla="*/ 22479 w 4926099"/>
              <a:gd name="connsiteY3732" fmla="*/ 77013 h 968306"/>
              <a:gd name="connsiteX3733" fmla="*/ 28289 w 4926099"/>
              <a:gd name="connsiteY3733" fmla="*/ 93301 h 968306"/>
              <a:gd name="connsiteX3734" fmla="*/ 30385 w 4926099"/>
              <a:gd name="connsiteY3734" fmla="*/ 98540 h 968306"/>
              <a:gd name="connsiteX3735" fmla="*/ 48197 w 4926099"/>
              <a:gd name="connsiteY3735" fmla="*/ 153023 h 968306"/>
              <a:gd name="connsiteX3736" fmla="*/ 53435 w 4926099"/>
              <a:gd name="connsiteY3736" fmla="*/ 167691 h 968306"/>
              <a:gd name="connsiteX3737" fmla="*/ 61341 w 4926099"/>
              <a:gd name="connsiteY3737" fmla="*/ 186551 h 968306"/>
              <a:gd name="connsiteX3738" fmla="*/ 69152 w 4926099"/>
              <a:gd name="connsiteY3738" fmla="*/ 209601 h 968306"/>
              <a:gd name="connsiteX3739" fmla="*/ 72295 w 4926099"/>
              <a:gd name="connsiteY3739" fmla="*/ 222174 h 968306"/>
              <a:gd name="connsiteX3740" fmla="*/ 73343 w 4926099"/>
              <a:gd name="connsiteY3740" fmla="*/ 224270 h 968306"/>
              <a:gd name="connsiteX3741" fmla="*/ 75914 w 4926099"/>
              <a:gd name="connsiteY3741" fmla="*/ 229985 h 968306"/>
              <a:gd name="connsiteX3742" fmla="*/ 86868 w 4926099"/>
              <a:gd name="connsiteY3742" fmla="*/ 269799 h 968306"/>
              <a:gd name="connsiteX3743" fmla="*/ 101537 w 4926099"/>
              <a:gd name="connsiteY3743" fmla="*/ 327425 h 968306"/>
              <a:gd name="connsiteX3744" fmla="*/ 103632 w 4926099"/>
              <a:gd name="connsiteY3744" fmla="*/ 333140 h 968306"/>
              <a:gd name="connsiteX3745" fmla="*/ 105728 w 4926099"/>
              <a:gd name="connsiteY3745" fmla="*/ 341046 h 968306"/>
              <a:gd name="connsiteX3746" fmla="*/ 119825 w 4926099"/>
              <a:gd name="connsiteY3746" fmla="*/ 378194 h 968306"/>
              <a:gd name="connsiteX3747" fmla="*/ 126111 w 4926099"/>
              <a:gd name="connsiteY3747" fmla="*/ 387623 h 968306"/>
              <a:gd name="connsiteX3748" fmla="*/ 129254 w 4926099"/>
              <a:gd name="connsiteY3748" fmla="*/ 388671 h 968306"/>
              <a:gd name="connsiteX3749" fmla="*/ 139732 w 4926099"/>
              <a:gd name="connsiteY3749" fmla="*/ 388671 h 968306"/>
              <a:gd name="connsiteX3750" fmla="*/ 198882 w 4926099"/>
              <a:gd name="connsiteY3750" fmla="*/ 386576 h 968306"/>
              <a:gd name="connsiteX3751" fmla="*/ 202025 w 4926099"/>
              <a:gd name="connsiteY3751" fmla="*/ 386004 h 968306"/>
              <a:gd name="connsiteX3752" fmla="*/ 213551 w 4926099"/>
              <a:gd name="connsiteY3752" fmla="*/ 386004 h 968306"/>
              <a:gd name="connsiteX3753" fmla="*/ 222504 w 4926099"/>
              <a:gd name="connsiteY3753" fmla="*/ 381813 h 968306"/>
              <a:gd name="connsiteX3754" fmla="*/ 236125 w 4926099"/>
              <a:gd name="connsiteY3754" fmla="*/ 332569 h 968306"/>
              <a:gd name="connsiteX3755" fmla="*/ 243935 w 4926099"/>
              <a:gd name="connsiteY3755" fmla="*/ 309042 h 968306"/>
              <a:gd name="connsiteX3756" fmla="*/ 254984 w 4926099"/>
              <a:gd name="connsiteY3756" fmla="*/ 273419 h 968306"/>
              <a:gd name="connsiteX3757" fmla="*/ 259175 w 4926099"/>
              <a:gd name="connsiteY3757" fmla="*/ 261417 h 968306"/>
              <a:gd name="connsiteX3758" fmla="*/ 265462 w 4926099"/>
              <a:gd name="connsiteY3758" fmla="*/ 250463 h 968306"/>
              <a:gd name="connsiteX3759" fmla="*/ 275939 w 4926099"/>
              <a:gd name="connsiteY3759" fmla="*/ 212268 h 968306"/>
              <a:gd name="connsiteX3760" fmla="*/ 282702 w 4926099"/>
              <a:gd name="connsiteY3760" fmla="*/ 194456 h 968306"/>
              <a:gd name="connsiteX3761" fmla="*/ 290608 w 4926099"/>
              <a:gd name="connsiteY3761" fmla="*/ 169310 h 968306"/>
              <a:gd name="connsiteX3762" fmla="*/ 296323 w 4926099"/>
              <a:gd name="connsiteY3762" fmla="*/ 148832 h 968306"/>
              <a:gd name="connsiteX3763" fmla="*/ 303657 w 4926099"/>
              <a:gd name="connsiteY3763" fmla="*/ 131020 h 968306"/>
              <a:gd name="connsiteX3764" fmla="*/ 309372 w 4926099"/>
              <a:gd name="connsiteY3764" fmla="*/ 111113 h 968306"/>
              <a:gd name="connsiteX3765" fmla="*/ 310420 w 4926099"/>
              <a:gd name="connsiteY3765" fmla="*/ 108541 h 968306"/>
              <a:gd name="connsiteX3766" fmla="*/ 312039 w 4926099"/>
              <a:gd name="connsiteY3766" fmla="*/ 105874 h 968306"/>
              <a:gd name="connsiteX3767" fmla="*/ 314706 w 4926099"/>
              <a:gd name="connsiteY3767" fmla="*/ 99587 h 968306"/>
              <a:gd name="connsiteX3768" fmla="*/ 315278 w 4926099"/>
              <a:gd name="connsiteY3768" fmla="*/ 95873 h 968306"/>
              <a:gd name="connsiteX3769" fmla="*/ 316325 w 4926099"/>
              <a:gd name="connsiteY3769" fmla="*/ 91205 h 968306"/>
              <a:gd name="connsiteX3770" fmla="*/ 322612 w 4926099"/>
              <a:gd name="connsiteY3770" fmla="*/ 67107 h 968306"/>
              <a:gd name="connsiteX3771" fmla="*/ 326326 w 4926099"/>
              <a:gd name="connsiteY3771" fmla="*/ 51867 h 968306"/>
              <a:gd name="connsiteX3772" fmla="*/ 329946 w 4926099"/>
              <a:gd name="connsiteY3772" fmla="*/ 42437 h 968306"/>
              <a:gd name="connsiteX3773" fmla="*/ 329946 w 4926099"/>
              <a:gd name="connsiteY3773" fmla="*/ 39294 h 968306"/>
              <a:gd name="connsiteX3774" fmla="*/ 338328 w 4926099"/>
              <a:gd name="connsiteY3774" fmla="*/ 7862 h 968306"/>
              <a:gd name="connsiteX3775" fmla="*/ 322612 w 4926099"/>
              <a:gd name="connsiteY3775" fmla="*/ 2623 h 968306"/>
              <a:gd name="connsiteX3776" fmla="*/ 316325 w 4926099"/>
              <a:gd name="connsiteY3776" fmla="*/ 3194 h 968306"/>
              <a:gd name="connsiteX3777" fmla="*/ 310039 w 4926099"/>
              <a:gd name="connsiteY3777" fmla="*/ 2623 h 968306"/>
              <a:gd name="connsiteX3778" fmla="*/ 276035 w 4926099"/>
              <a:gd name="connsiteY3778" fmla="*/ 2051 h 968306"/>
              <a:gd name="connsiteX3779" fmla="*/ 266033 w 4926099"/>
              <a:gd name="connsiteY3779" fmla="*/ 2623 h 968306"/>
              <a:gd name="connsiteX3780" fmla="*/ 251365 w 4926099"/>
              <a:gd name="connsiteY3780" fmla="*/ 17291 h 968306"/>
              <a:gd name="connsiteX3781" fmla="*/ 238792 w 4926099"/>
              <a:gd name="connsiteY3781" fmla="*/ 56534 h 968306"/>
              <a:gd name="connsiteX3782" fmla="*/ 230886 w 4926099"/>
              <a:gd name="connsiteY3782" fmla="*/ 77013 h 968306"/>
              <a:gd name="connsiteX3783" fmla="*/ 222504 w 4926099"/>
              <a:gd name="connsiteY3783" fmla="*/ 104255 h 968306"/>
              <a:gd name="connsiteX3784" fmla="*/ 220885 w 4926099"/>
              <a:gd name="connsiteY3784" fmla="*/ 109493 h 968306"/>
              <a:gd name="connsiteX3785" fmla="*/ 217742 w 4926099"/>
              <a:gd name="connsiteY3785" fmla="*/ 118447 h 968306"/>
              <a:gd name="connsiteX3786" fmla="*/ 216694 w 4926099"/>
              <a:gd name="connsiteY3786" fmla="*/ 122066 h 968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</a:cxnLst>
            <a:rect l="l" t="t" r="r" b="b"/>
            <a:pathLst>
              <a:path w="4926099" h="968306">
                <a:moveTo>
                  <a:pt x="4196239" y="945503"/>
                </a:moveTo>
                <a:cubicBezTo>
                  <a:pt x="4195763" y="943407"/>
                  <a:pt x="4195763" y="941312"/>
                  <a:pt x="4195191" y="939216"/>
                </a:cubicBezTo>
                <a:cubicBezTo>
                  <a:pt x="4194715" y="936073"/>
                  <a:pt x="4192048" y="891591"/>
                  <a:pt x="4192048" y="891591"/>
                </a:cubicBezTo>
                <a:lnTo>
                  <a:pt x="4192048" y="886924"/>
                </a:lnTo>
                <a:cubicBezTo>
                  <a:pt x="4192524" y="884828"/>
                  <a:pt x="4193096" y="882257"/>
                  <a:pt x="4193667" y="880066"/>
                </a:cubicBezTo>
                <a:lnTo>
                  <a:pt x="4198906" y="880066"/>
                </a:lnTo>
                <a:lnTo>
                  <a:pt x="4216718" y="880637"/>
                </a:lnTo>
                <a:cubicBezTo>
                  <a:pt x="4220432" y="881209"/>
                  <a:pt x="4253389" y="881209"/>
                  <a:pt x="4258151" y="883209"/>
                </a:cubicBezTo>
                <a:cubicBezTo>
                  <a:pt x="4257104" y="902545"/>
                  <a:pt x="4256532" y="925595"/>
                  <a:pt x="4259771" y="943407"/>
                </a:cubicBezTo>
                <a:lnTo>
                  <a:pt x="4259771" y="945503"/>
                </a:lnTo>
                <a:cubicBezTo>
                  <a:pt x="4258723" y="945979"/>
                  <a:pt x="4257675" y="945979"/>
                  <a:pt x="4256056" y="945979"/>
                </a:cubicBezTo>
                <a:cubicBezTo>
                  <a:pt x="4253960" y="945979"/>
                  <a:pt x="4252341" y="945979"/>
                  <a:pt x="4250341" y="945503"/>
                </a:cubicBezTo>
                <a:lnTo>
                  <a:pt x="4244055" y="944455"/>
                </a:lnTo>
                <a:lnTo>
                  <a:pt x="4235196" y="944455"/>
                </a:lnTo>
                <a:lnTo>
                  <a:pt x="4232529" y="943979"/>
                </a:lnTo>
                <a:cubicBezTo>
                  <a:pt x="4223099" y="942931"/>
                  <a:pt x="4215765" y="942931"/>
                  <a:pt x="4209003" y="943407"/>
                </a:cubicBezTo>
                <a:cubicBezTo>
                  <a:pt x="4204240" y="944455"/>
                  <a:pt x="4199573" y="944931"/>
                  <a:pt x="4196430" y="945503"/>
                </a:cubicBezTo>
                <a:moveTo>
                  <a:pt x="4190619" y="955504"/>
                </a:moveTo>
                <a:cubicBezTo>
                  <a:pt x="4191667" y="955980"/>
                  <a:pt x="4193191" y="955504"/>
                  <a:pt x="4194810" y="955504"/>
                </a:cubicBezTo>
                <a:cubicBezTo>
                  <a:pt x="4199001" y="955504"/>
                  <a:pt x="4204812" y="954456"/>
                  <a:pt x="4210526" y="953408"/>
                </a:cubicBezTo>
                <a:cubicBezTo>
                  <a:pt x="4215765" y="952837"/>
                  <a:pt x="4222052" y="952837"/>
                  <a:pt x="4231005" y="953980"/>
                </a:cubicBezTo>
                <a:cubicBezTo>
                  <a:pt x="4234625" y="954456"/>
                  <a:pt x="4238340" y="953980"/>
                  <a:pt x="4242531" y="954456"/>
                </a:cubicBezTo>
                <a:lnTo>
                  <a:pt x="4248817" y="955504"/>
                </a:lnTo>
                <a:cubicBezTo>
                  <a:pt x="4251389" y="955980"/>
                  <a:pt x="4254056" y="955980"/>
                  <a:pt x="4256151" y="955980"/>
                </a:cubicBezTo>
                <a:cubicBezTo>
                  <a:pt x="4262914" y="955980"/>
                  <a:pt x="4268724" y="954932"/>
                  <a:pt x="4269296" y="947598"/>
                </a:cubicBezTo>
                <a:cubicBezTo>
                  <a:pt x="4269772" y="947122"/>
                  <a:pt x="4269772" y="946074"/>
                  <a:pt x="4269772" y="944931"/>
                </a:cubicBezTo>
                <a:lnTo>
                  <a:pt x="4270343" y="942359"/>
                </a:lnTo>
                <a:cubicBezTo>
                  <a:pt x="4266629" y="925024"/>
                  <a:pt x="4267200" y="901497"/>
                  <a:pt x="4268724" y="881114"/>
                </a:cubicBezTo>
                <a:cubicBezTo>
                  <a:pt x="4269200" y="872160"/>
                  <a:pt x="4249865" y="871684"/>
                  <a:pt x="4245102" y="871684"/>
                </a:cubicBezTo>
                <a:cubicBezTo>
                  <a:pt x="4243007" y="871684"/>
                  <a:pt x="4229862" y="871208"/>
                  <a:pt x="4217289" y="870636"/>
                </a:cubicBezTo>
                <a:lnTo>
                  <a:pt x="4199001" y="870065"/>
                </a:lnTo>
                <a:lnTo>
                  <a:pt x="4190143" y="870065"/>
                </a:lnTo>
                <a:cubicBezTo>
                  <a:pt x="4183380" y="870636"/>
                  <a:pt x="4182809" y="880542"/>
                  <a:pt x="4182237" y="885781"/>
                </a:cubicBezTo>
                <a:lnTo>
                  <a:pt x="4182237" y="892067"/>
                </a:lnTo>
                <a:cubicBezTo>
                  <a:pt x="4183285" y="910451"/>
                  <a:pt x="4184333" y="928739"/>
                  <a:pt x="4186428" y="947122"/>
                </a:cubicBezTo>
                <a:lnTo>
                  <a:pt x="4186428" y="949217"/>
                </a:lnTo>
                <a:cubicBezTo>
                  <a:pt x="4187476" y="949694"/>
                  <a:pt x="4185952" y="957028"/>
                  <a:pt x="4186904" y="954932"/>
                </a:cubicBezTo>
                <a:lnTo>
                  <a:pt x="4190619" y="955504"/>
                </a:lnTo>
                <a:close/>
                <a:moveTo>
                  <a:pt x="4136612" y="902069"/>
                </a:moveTo>
                <a:cubicBezTo>
                  <a:pt x="4135088" y="915689"/>
                  <a:pt x="4138232" y="931882"/>
                  <a:pt x="4136612" y="944455"/>
                </a:cubicBezTo>
                <a:cubicBezTo>
                  <a:pt x="4133469" y="943407"/>
                  <a:pt x="4129278" y="942931"/>
                  <a:pt x="4125087" y="942931"/>
                </a:cubicBezTo>
                <a:cubicBezTo>
                  <a:pt x="4119372" y="942455"/>
                  <a:pt x="4114133" y="944455"/>
                  <a:pt x="4108323" y="945026"/>
                </a:cubicBezTo>
                <a:cubicBezTo>
                  <a:pt x="4102037" y="945598"/>
                  <a:pt x="4096322" y="945026"/>
                  <a:pt x="4089464" y="945026"/>
                </a:cubicBezTo>
                <a:lnTo>
                  <a:pt x="4075843" y="945026"/>
                </a:lnTo>
                <a:cubicBezTo>
                  <a:pt x="4068985" y="944550"/>
                  <a:pt x="4063270" y="941883"/>
                  <a:pt x="4055936" y="940835"/>
                </a:cubicBezTo>
                <a:lnTo>
                  <a:pt x="4052792" y="939216"/>
                </a:lnTo>
                <a:lnTo>
                  <a:pt x="4048601" y="938168"/>
                </a:lnTo>
                <a:cubicBezTo>
                  <a:pt x="4042791" y="936644"/>
                  <a:pt x="4041267" y="936073"/>
                  <a:pt x="4036600" y="932358"/>
                </a:cubicBezTo>
                <a:lnTo>
                  <a:pt x="4033933" y="930263"/>
                </a:lnTo>
                <a:lnTo>
                  <a:pt x="4030790" y="927691"/>
                </a:lnTo>
                <a:cubicBezTo>
                  <a:pt x="4030790" y="926643"/>
                  <a:pt x="4030790" y="926072"/>
                  <a:pt x="4030313" y="924548"/>
                </a:cubicBezTo>
                <a:lnTo>
                  <a:pt x="4029266" y="921404"/>
                </a:lnTo>
                <a:lnTo>
                  <a:pt x="4024027" y="905212"/>
                </a:lnTo>
                <a:lnTo>
                  <a:pt x="4023551" y="902545"/>
                </a:lnTo>
                <a:lnTo>
                  <a:pt x="4019836" y="864350"/>
                </a:lnTo>
                <a:cubicBezTo>
                  <a:pt x="4018788" y="855968"/>
                  <a:pt x="4016693" y="847014"/>
                  <a:pt x="4017264" y="838156"/>
                </a:cubicBezTo>
                <a:lnTo>
                  <a:pt x="4017740" y="815105"/>
                </a:lnTo>
                <a:lnTo>
                  <a:pt x="4019836" y="784149"/>
                </a:lnTo>
                <a:cubicBezTo>
                  <a:pt x="4020312" y="772624"/>
                  <a:pt x="4020884" y="761670"/>
                  <a:pt x="4021455" y="752717"/>
                </a:cubicBezTo>
                <a:cubicBezTo>
                  <a:pt x="4021455" y="745382"/>
                  <a:pt x="4022503" y="731762"/>
                  <a:pt x="4014121" y="727571"/>
                </a:cubicBezTo>
                <a:cubicBezTo>
                  <a:pt x="4003167" y="722903"/>
                  <a:pt x="3990023" y="726523"/>
                  <a:pt x="3978497" y="726047"/>
                </a:cubicBezTo>
                <a:cubicBezTo>
                  <a:pt x="3978021" y="712902"/>
                  <a:pt x="3976878" y="699853"/>
                  <a:pt x="3978021" y="687280"/>
                </a:cubicBezTo>
                <a:cubicBezTo>
                  <a:pt x="3990594" y="687851"/>
                  <a:pt x="4006310" y="688899"/>
                  <a:pt x="4017264" y="681565"/>
                </a:cubicBezTo>
                <a:cubicBezTo>
                  <a:pt x="4026694" y="674707"/>
                  <a:pt x="4025646" y="620319"/>
                  <a:pt x="4025646" y="611937"/>
                </a:cubicBezTo>
                <a:lnTo>
                  <a:pt x="4028789" y="611937"/>
                </a:lnTo>
                <a:cubicBezTo>
                  <a:pt x="4047649" y="610889"/>
                  <a:pt x="4067556" y="612985"/>
                  <a:pt x="4086416" y="614033"/>
                </a:cubicBezTo>
                <a:cubicBezTo>
                  <a:pt x="4088035" y="635464"/>
                  <a:pt x="4084891" y="657467"/>
                  <a:pt x="4085368" y="678993"/>
                </a:cubicBezTo>
                <a:cubicBezTo>
                  <a:pt x="4085844" y="690042"/>
                  <a:pt x="4100608" y="687851"/>
                  <a:pt x="4107847" y="687851"/>
                </a:cubicBezTo>
                <a:cubicBezTo>
                  <a:pt x="4117848" y="688899"/>
                  <a:pt x="4127754" y="692042"/>
                  <a:pt x="4138232" y="694138"/>
                </a:cubicBezTo>
                <a:cubicBezTo>
                  <a:pt x="4138232" y="697853"/>
                  <a:pt x="4136612" y="726618"/>
                  <a:pt x="4136136" y="731857"/>
                </a:cubicBezTo>
                <a:cubicBezTo>
                  <a:pt x="4132516" y="731285"/>
                  <a:pt x="4127754" y="731285"/>
                  <a:pt x="4122515" y="731285"/>
                </a:cubicBezTo>
                <a:cubicBezTo>
                  <a:pt x="4112038" y="731857"/>
                  <a:pt x="4101560" y="730714"/>
                  <a:pt x="4092607" y="731857"/>
                </a:cubicBezTo>
                <a:cubicBezTo>
                  <a:pt x="4078986" y="733381"/>
                  <a:pt x="4081653" y="765956"/>
                  <a:pt x="4081653" y="773767"/>
                </a:cubicBezTo>
                <a:cubicBezTo>
                  <a:pt x="4081653" y="784816"/>
                  <a:pt x="4080129" y="852348"/>
                  <a:pt x="4080605" y="860159"/>
                </a:cubicBezTo>
                <a:cubicBezTo>
                  <a:pt x="4080605" y="868541"/>
                  <a:pt x="4081653" y="876923"/>
                  <a:pt x="4086320" y="886924"/>
                </a:cubicBezTo>
                <a:cubicBezTo>
                  <a:pt x="4103084" y="902069"/>
                  <a:pt x="4116705" y="901592"/>
                  <a:pt x="4136612" y="900068"/>
                </a:cubicBezTo>
                <a:lnTo>
                  <a:pt x="4136612" y="902164"/>
                </a:lnTo>
                <a:close/>
                <a:moveTo>
                  <a:pt x="4094226" y="741763"/>
                </a:moveTo>
                <a:cubicBezTo>
                  <a:pt x="4103084" y="740715"/>
                  <a:pt x="4112514" y="741763"/>
                  <a:pt x="4122991" y="741191"/>
                </a:cubicBezTo>
                <a:cubicBezTo>
                  <a:pt x="4127659" y="741191"/>
                  <a:pt x="4131850" y="741191"/>
                  <a:pt x="4136136" y="741763"/>
                </a:cubicBezTo>
                <a:cubicBezTo>
                  <a:pt x="4144518" y="741763"/>
                  <a:pt x="4146614" y="741191"/>
                  <a:pt x="4146614" y="731762"/>
                </a:cubicBezTo>
                <a:cubicBezTo>
                  <a:pt x="4146614" y="729190"/>
                  <a:pt x="4148233" y="697186"/>
                  <a:pt x="4148233" y="693471"/>
                </a:cubicBezTo>
                <a:cubicBezTo>
                  <a:pt x="4147661" y="685661"/>
                  <a:pt x="4146137" y="683470"/>
                  <a:pt x="4138803" y="682517"/>
                </a:cubicBezTo>
                <a:cubicBezTo>
                  <a:pt x="4128897" y="681470"/>
                  <a:pt x="4118896" y="678803"/>
                  <a:pt x="4107942" y="677279"/>
                </a:cubicBezTo>
                <a:cubicBezTo>
                  <a:pt x="4103751" y="677279"/>
                  <a:pt x="4099560" y="678326"/>
                  <a:pt x="4095369" y="677279"/>
                </a:cubicBezTo>
                <a:cubicBezTo>
                  <a:pt x="4094893" y="665277"/>
                  <a:pt x="4095941" y="653180"/>
                  <a:pt x="4096417" y="641084"/>
                </a:cubicBezTo>
                <a:cubicBezTo>
                  <a:pt x="4096417" y="635845"/>
                  <a:pt x="4099560" y="606508"/>
                  <a:pt x="4092226" y="604412"/>
                </a:cubicBezTo>
                <a:cubicBezTo>
                  <a:pt x="4082796" y="602317"/>
                  <a:pt x="4051935" y="601745"/>
                  <a:pt x="4040315" y="601745"/>
                </a:cubicBezTo>
                <a:cubicBezTo>
                  <a:pt x="4035647" y="601745"/>
                  <a:pt x="4015169" y="599650"/>
                  <a:pt x="4015740" y="607556"/>
                </a:cubicBezTo>
                <a:cubicBezTo>
                  <a:pt x="4016216" y="624320"/>
                  <a:pt x="4014692" y="659943"/>
                  <a:pt x="4011549" y="672992"/>
                </a:cubicBezTo>
                <a:cubicBezTo>
                  <a:pt x="4006882" y="676136"/>
                  <a:pt x="3999548" y="677183"/>
                  <a:pt x="3991642" y="677183"/>
                </a:cubicBezTo>
                <a:cubicBezTo>
                  <a:pt x="3964400" y="677755"/>
                  <a:pt x="3967067" y="670325"/>
                  <a:pt x="3967544" y="707092"/>
                </a:cubicBezTo>
                <a:cubicBezTo>
                  <a:pt x="3968020" y="717569"/>
                  <a:pt x="3968591" y="727571"/>
                  <a:pt x="3968591" y="727571"/>
                </a:cubicBezTo>
                <a:lnTo>
                  <a:pt x="3968591" y="730714"/>
                </a:lnTo>
                <a:cubicBezTo>
                  <a:pt x="3968115" y="740715"/>
                  <a:pt x="3998976" y="736524"/>
                  <a:pt x="4010501" y="738048"/>
                </a:cubicBezTo>
                <a:cubicBezTo>
                  <a:pt x="4012597" y="746906"/>
                  <a:pt x="4010501" y="775291"/>
                  <a:pt x="4009930" y="783578"/>
                </a:cubicBezTo>
                <a:lnTo>
                  <a:pt x="4007358" y="814534"/>
                </a:lnTo>
                <a:lnTo>
                  <a:pt x="4006882" y="837584"/>
                </a:lnTo>
                <a:cubicBezTo>
                  <a:pt x="4006882" y="847014"/>
                  <a:pt x="4008978" y="856444"/>
                  <a:pt x="4009454" y="865302"/>
                </a:cubicBezTo>
                <a:lnTo>
                  <a:pt x="4013645" y="905117"/>
                </a:lnTo>
                <a:lnTo>
                  <a:pt x="4014692" y="907784"/>
                </a:lnTo>
                <a:cubicBezTo>
                  <a:pt x="4016216" y="912451"/>
                  <a:pt x="4018312" y="919785"/>
                  <a:pt x="4019931" y="924548"/>
                </a:cubicBezTo>
                <a:lnTo>
                  <a:pt x="4020979" y="928739"/>
                </a:lnTo>
                <a:cubicBezTo>
                  <a:pt x="4021550" y="932930"/>
                  <a:pt x="4024694" y="935597"/>
                  <a:pt x="4027837" y="938168"/>
                </a:cubicBezTo>
                <a:lnTo>
                  <a:pt x="4030980" y="940835"/>
                </a:lnTo>
                <a:cubicBezTo>
                  <a:pt x="4036790" y="945026"/>
                  <a:pt x="4038314" y="945503"/>
                  <a:pt x="4045649" y="947598"/>
                </a:cubicBezTo>
                <a:cubicBezTo>
                  <a:pt x="4047173" y="948074"/>
                  <a:pt x="4048220" y="948646"/>
                  <a:pt x="4049840" y="948646"/>
                </a:cubicBezTo>
                <a:lnTo>
                  <a:pt x="4052411" y="950170"/>
                </a:lnTo>
                <a:lnTo>
                  <a:pt x="4054983" y="950741"/>
                </a:lnTo>
                <a:cubicBezTo>
                  <a:pt x="4062317" y="951789"/>
                  <a:pt x="4068604" y="954361"/>
                  <a:pt x="4075366" y="954932"/>
                </a:cubicBezTo>
                <a:lnTo>
                  <a:pt x="4090035" y="954932"/>
                </a:lnTo>
                <a:cubicBezTo>
                  <a:pt x="4096322" y="954932"/>
                  <a:pt x="4102608" y="955504"/>
                  <a:pt x="4109466" y="954932"/>
                </a:cubicBezTo>
                <a:cubicBezTo>
                  <a:pt x="4114705" y="954361"/>
                  <a:pt x="4119944" y="952361"/>
                  <a:pt x="4125182" y="952837"/>
                </a:cubicBezTo>
                <a:cubicBezTo>
                  <a:pt x="4127754" y="952837"/>
                  <a:pt x="4130993" y="953885"/>
                  <a:pt x="4135184" y="954932"/>
                </a:cubicBezTo>
                <a:cubicBezTo>
                  <a:pt x="4146137" y="956456"/>
                  <a:pt x="4145090" y="955504"/>
                  <a:pt x="4146709" y="946074"/>
                </a:cubicBezTo>
                <a:cubicBezTo>
                  <a:pt x="4148328" y="932930"/>
                  <a:pt x="4145090" y="916737"/>
                  <a:pt x="4146709" y="902069"/>
                </a:cubicBezTo>
                <a:cubicBezTo>
                  <a:pt x="4146709" y="901021"/>
                  <a:pt x="4146709" y="900545"/>
                  <a:pt x="4147185" y="898925"/>
                </a:cubicBezTo>
                <a:cubicBezTo>
                  <a:pt x="4147661" y="893115"/>
                  <a:pt x="4146709" y="890067"/>
                  <a:pt x="4139851" y="890067"/>
                </a:cubicBezTo>
                <a:cubicBezTo>
                  <a:pt x="4121468" y="890067"/>
                  <a:pt x="4110514" y="894734"/>
                  <a:pt x="4094226" y="880637"/>
                </a:cubicBezTo>
                <a:cubicBezTo>
                  <a:pt x="4091654" y="873779"/>
                  <a:pt x="4090511" y="867017"/>
                  <a:pt x="4090511" y="859682"/>
                </a:cubicBezTo>
                <a:cubicBezTo>
                  <a:pt x="4090035" y="851872"/>
                  <a:pt x="4092131" y="784816"/>
                  <a:pt x="4091559" y="773767"/>
                </a:cubicBezTo>
                <a:cubicBezTo>
                  <a:pt x="4091559" y="762813"/>
                  <a:pt x="4092035" y="751764"/>
                  <a:pt x="4094131" y="741858"/>
                </a:cubicBezTo>
                <a:moveTo>
                  <a:pt x="3933254" y="584696"/>
                </a:moveTo>
                <a:cubicBezTo>
                  <a:pt x="3932778" y="592601"/>
                  <a:pt x="3932778" y="602507"/>
                  <a:pt x="3933825" y="609270"/>
                </a:cubicBezTo>
                <a:cubicBezTo>
                  <a:pt x="3933825" y="610889"/>
                  <a:pt x="3933825" y="611937"/>
                  <a:pt x="3934301" y="612985"/>
                </a:cubicBezTo>
                <a:lnTo>
                  <a:pt x="3934778" y="615080"/>
                </a:lnTo>
                <a:cubicBezTo>
                  <a:pt x="3934301" y="619843"/>
                  <a:pt x="3935254" y="624510"/>
                  <a:pt x="3935825" y="628225"/>
                </a:cubicBezTo>
                <a:lnTo>
                  <a:pt x="3936302" y="634035"/>
                </a:lnTo>
                <a:cubicBezTo>
                  <a:pt x="3917442" y="636131"/>
                  <a:pt x="3901726" y="632987"/>
                  <a:pt x="3883438" y="632416"/>
                </a:cubicBezTo>
                <a:lnTo>
                  <a:pt x="3880771" y="632416"/>
                </a:lnTo>
                <a:lnTo>
                  <a:pt x="3875056" y="632987"/>
                </a:lnTo>
                <a:lnTo>
                  <a:pt x="3873437" y="632987"/>
                </a:lnTo>
                <a:lnTo>
                  <a:pt x="3873437" y="627749"/>
                </a:lnTo>
                <a:cubicBezTo>
                  <a:pt x="3873913" y="621938"/>
                  <a:pt x="3873913" y="616700"/>
                  <a:pt x="3873913" y="613556"/>
                </a:cubicBezTo>
                <a:cubicBezTo>
                  <a:pt x="3874961" y="608318"/>
                  <a:pt x="3875532" y="603079"/>
                  <a:pt x="3875532" y="597840"/>
                </a:cubicBezTo>
                <a:lnTo>
                  <a:pt x="3876008" y="589934"/>
                </a:lnTo>
                <a:lnTo>
                  <a:pt x="3888105" y="588887"/>
                </a:lnTo>
                <a:lnTo>
                  <a:pt x="3890201" y="588887"/>
                </a:lnTo>
                <a:lnTo>
                  <a:pt x="3894391" y="588410"/>
                </a:lnTo>
                <a:lnTo>
                  <a:pt x="3907536" y="586791"/>
                </a:lnTo>
                <a:cubicBezTo>
                  <a:pt x="3915918" y="585743"/>
                  <a:pt x="3924300" y="584696"/>
                  <a:pt x="3933158" y="584696"/>
                </a:cubicBezTo>
                <a:moveTo>
                  <a:pt x="3945731" y="626606"/>
                </a:moveTo>
                <a:cubicBezTo>
                  <a:pt x="3944684" y="622415"/>
                  <a:pt x="3944112" y="618224"/>
                  <a:pt x="3943636" y="610889"/>
                </a:cubicBezTo>
                <a:lnTo>
                  <a:pt x="3943636" y="608222"/>
                </a:lnTo>
                <a:cubicBezTo>
                  <a:pt x="3942588" y="600412"/>
                  <a:pt x="3943160" y="587839"/>
                  <a:pt x="3943160" y="580505"/>
                </a:cubicBezTo>
                <a:cubicBezTo>
                  <a:pt x="3943160" y="570027"/>
                  <a:pt x="3909632" y="576314"/>
                  <a:pt x="3906488" y="576790"/>
                </a:cubicBezTo>
                <a:lnTo>
                  <a:pt x="3893344" y="577838"/>
                </a:lnTo>
                <a:lnTo>
                  <a:pt x="3889153" y="578885"/>
                </a:lnTo>
                <a:lnTo>
                  <a:pt x="3887057" y="578885"/>
                </a:lnTo>
                <a:lnTo>
                  <a:pt x="3872389" y="579933"/>
                </a:lnTo>
                <a:cubicBezTo>
                  <a:pt x="3869246" y="579362"/>
                  <a:pt x="3866103" y="580981"/>
                  <a:pt x="3866103" y="585172"/>
                </a:cubicBezTo>
                <a:cubicBezTo>
                  <a:pt x="3866103" y="594125"/>
                  <a:pt x="3865531" y="602984"/>
                  <a:pt x="3864007" y="612413"/>
                </a:cubicBezTo>
                <a:lnTo>
                  <a:pt x="3864007" y="613461"/>
                </a:lnTo>
                <a:cubicBezTo>
                  <a:pt x="3864007" y="616033"/>
                  <a:pt x="3864007" y="621272"/>
                  <a:pt x="3863435" y="627082"/>
                </a:cubicBezTo>
                <a:lnTo>
                  <a:pt x="3862959" y="633368"/>
                </a:lnTo>
                <a:lnTo>
                  <a:pt x="3862959" y="635940"/>
                </a:lnTo>
                <a:cubicBezTo>
                  <a:pt x="3856196" y="647465"/>
                  <a:pt x="3879723" y="641655"/>
                  <a:pt x="3883438" y="642227"/>
                </a:cubicBezTo>
                <a:cubicBezTo>
                  <a:pt x="3886010" y="642798"/>
                  <a:pt x="3932111" y="645941"/>
                  <a:pt x="3943160" y="642798"/>
                </a:cubicBezTo>
                <a:cubicBezTo>
                  <a:pt x="3946874" y="641750"/>
                  <a:pt x="3946874" y="638131"/>
                  <a:pt x="3946874" y="635464"/>
                </a:cubicBezTo>
                <a:cubicBezTo>
                  <a:pt x="3946303" y="632892"/>
                  <a:pt x="3945827" y="629749"/>
                  <a:pt x="3945827" y="626606"/>
                </a:cubicBezTo>
                <a:moveTo>
                  <a:pt x="3931158" y="941978"/>
                </a:moveTo>
                <a:cubicBezTo>
                  <a:pt x="3920204" y="940931"/>
                  <a:pt x="3876675" y="941502"/>
                  <a:pt x="3872484" y="942550"/>
                </a:cubicBezTo>
                <a:cubicBezTo>
                  <a:pt x="3870960" y="942550"/>
                  <a:pt x="3872484" y="942550"/>
                  <a:pt x="3872484" y="942550"/>
                </a:cubicBezTo>
                <a:lnTo>
                  <a:pt x="3872484" y="940454"/>
                </a:lnTo>
                <a:cubicBezTo>
                  <a:pt x="3872484" y="935216"/>
                  <a:pt x="3875151" y="724618"/>
                  <a:pt x="3875151" y="723570"/>
                </a:cubicBezTo>
                <a:cubicBezTo>
                  <a:pt x="3875151" y="715664"/>
                  <a:pt x="3873532" y="706806"/>
                  <a:pt x="3874103" y="698424"/>
                </a:cubicBezTo>
                <a:cubicBezTo>
                  <a:pt x="3874103" y="695852"/>
                  <a:pt x="3874580" y="693185"/>
                  <a:pt x="3874580" y="691090"/>
                </a:cubicBezTo>
                <a:cubicBezTo>
                  <a:pt x="3877247" y="691090"/>
                  <a:pt x="3879818" y="691661"/>
                  <a:pt x="3882485" y="691661"/>
                </a:cubicBezTo>
                <a:lnTo>
                  <a:pt x="3926967" y="691090"/>
                </a:lnTo>
                <a:lnTo>
                  <a:pt x="3929063" y="690518"/>
                </a:lnTo>
                <a:lnTo>
                  <a:pt x="3930682" y="690518"/>
                </a:lnTo>
                <a:cubicBezTo>
                  <a:pt x="3931158" y="704139"/>
                  <a:pt x="3931730" y="719379"/>
                  <a:pt x="3933254" y="734048"/>
                </a:cubicBezTo>
                <a:cubicBezTo>
                  <a:pt x="3933254" y="735667"/>
                  <a:pt x="3932206" y="784340"/>
                  <a:pt x="3931158" y="835203"/>
                </a:cubicBezTo>
                <a:cubicBezTo>
                  <a:pt x="3930682" y="878161"/>
                  <a:pt x="3930110" y="923690"/>
                  <a:pt x="3931158" y="942074"/>
                </a:cubicBezTo>
                <a:moveTo>
                  <a:pt x="3870960" y="952075"/>
                </a:moveTo>
                <a:cubicBezTo>
                  <a:pt x="3874103" y="951503"/>
                  <a:pt x="3925443" y="951503"/>
                  <a:pt x="3931730" y="952075"/>
                </a:cubicBezTo>
                <a:cubicBezTo>
                  <a:pt x="3935921" y="952646"/>
                  <a:pt x="3943255" y="955218"/>
                  <a:pt x="3941636" y="947408"/>
                </a:cubicBezTo>
                <a:cubicBezTo>
                  <a:pt x="3940016" y="938549"/>
                  <a:pt x="3940588" y="886638"/>
                  <a:pt x="3941159" y="835298"/>
                </a:cubicBezTo>
                <a:cubicBezTo>
                  <a:pt x="3942207" y="783959"/>
                  <a:pt x="3943255" y="735191"/>
                  <a:pt x="3943255" y="733667"/>
                </a:cubicBezTo>
                <a:cubicBezTo>
                  <a:pt x="3941636" y="716903"/>
                  <a:pt x="3940683" y="700139"/>
                  <a:pt x="3940683" y="684994"/>
                </a:cubicBezTo>
                <a:cubicBezTo>
                  <a:pt x="3940683" y="680327"/>
                  <a:pt x="3936492" y="679755"/>
                  <a:pt x="3933349" y="680327"/>
                </a:cubicBezTo>
                <a:cubicBezTo>
                  <a:pt x="3930777" y="680327"/>
                  <a:pt x="3928110" y="680803"/>
                  <a:pt x="3926015" y="681374"/>
                </a:cubicBezTo>
                <a:lnTo>
                  <a:pt x="3882485" y="681946"/>
                </a:lnTo>
                <a:cubicBezTo>
                  <a:pt x="3865721" y="681946"/>
                  <a:pt x="3864197" y="678231"/>
                  <a:pt x="3864197" y="698138"/>
                </a:cubicBezTo>
                <a:cubicBezTo>
                  <a:pt x="3863626" y="706997"/>
                  <a:pt x="3865245" y="715950"/>
                  <a:pt x="3865245" y="723856"/>
                </a:cubicBezTo>
                <a:cubicBezTo>
                  <a:pt x="3865245" y="724904"/>
                  <a:pt x="3862673" y="935501"/>
                  <a:pt x="3862673" y="940740"/>
                </a:cubicBezTo>
                <a:cubicBezTo>
                  <a:pt x="3862673" y="944931"/>
                  <a:pt x="3862197" y="957504"/>
                  <a:pt x="3870579" y="952837"/>
                </a:cubicBezTo>
                <a:lnTo>
                  <a:pt x="3871055" y="952265"/>
                </a:lnTo>
                <a:close/>
                <a:moveTo>
                  <a:pt x="3691319" y="730428"/>
                </a:moveTo>
                <a:cubicBezTo>
                  <a:pt x="3679793" y="724142"/>
                  <a:pt x="3666173" y="727285"/>
                  <a:pt x="3654647" y="730428"/>
                </a:cubicBezTo>
                <a:cubicBezTo>
                  <a:pt x="3650456" y="732047"/>
                  <a:pt x="3646265" y="732524"/>
                  <a:pt x="3641503" y="734619"/>
                </a:cubicBezTo>
                <a:lnTo>
                  <a:pt x="3638931" y="736715"/>
                </a:lnTo>
                <a:lnTo>
                  <a:pt x="3632168" y="740906"/>
                </a:lnTo>
                <a:cubicBezTo>
                  <a:pt x="3626358" y="743001"/>
                  <a:pt x="3622739" y="749288"/>
                  <a:pt x="3619024" y="754050"/>
                </a:cubicBezTo>
                <a:cubicBezTo>
                  <a:pt x="3613785" y="761384"/>
                  <a:pt x="3611118" y="770814"/>
                  <a:pt x="3608546" y="779672"/>
                </a:cubicBezTo>
                <a:cubicBezTo>
                  <a:pt x="3605403" y="789674"/>
                  <a:pt x="3616452" y="793293"/>
                  <a:pt x="3624263" y="791198"/>
                </a:cubicBezTo>
                <a:lnTo>
                  <a:pt x="3627406" y="790626"/>
                </a:lnTo>
                <a:cubicBezTo>
                  <a:pt x="3627882" y="790626"/>
                  <a:pt x="3715417" y="793198"/>
                  <a:pt x="3717989" y="793198"/>
                </a:cubicBezTo>
                <a:cubicBezTo>
                  <a:pt x="3723799" y="793198"/>
                  <a:pt x="3729514" y="791674"/>
                  <a:pt x="3734753" y="787483"/>
                </a:cubicBezTo>
                <a:cubicBezTo>
                  <a:pt x="3743135" y="780625"/>
                  <a:pt x="3732181" y="757574"/>
                  <a:pt x="3727990" y="751288"/>
                </a:cubicBezTo>
                <a:cubicBezTo>
                  <a:pt x="3723323" y="743954"/>
                  <a:pt x="3717512" y="741858"/>
                  <a:pt x="3710178" y="737667"/>
                </a:cubicBezTo>
                <a:cubicBezTo>
                  <a:pt x="3703415" y="734524"/>
                  <a:pt x="3699224" y="731381"/>
                  <a:pt x="3691319" y="730333"/>
                </a:cubicBezTo>
                <a:moveTo>
                  <a:pt x="3728466" y="779577"/>
                </a:moveTo>
                <a:cubicBezTo>
                  <a:pt x="3725323" y="782244"/>
                  <a:pt x="3721703" y="783292"/>
                  <a:pt x="3717512" y="783292"/>
                </a:cubicBezTo>
                <a:cubicBezTo>
                  <a:pt x="3715417" y="783292"/>
                  <a:pt x="3628454" y="780720"/>
                  <a:pt x="3625310" y="780720"/>
                </a:cubicBezTo>
                <a:lnTo>
                  <a:pt x="3622167" y="781292"/>
                </a:lnTo>
                <a:cubicBezTo>
                  <a:pt x="3620548" y="781863"/>
                  <a:pt x="3619500" y="782339"/>
                  <a:pt x="3618453" y="781863"/>
                </a:cubicBezTo>
                <a:cubicBezTo>
                  <a:pt x="3620548" y="774529"/>
                  <a:pt x="3622643" y="766147"/>
                  <a:pt x="3626834" y="759860"/>
                </a:cubicBezTo>
                <a:cubicBezTo>
                  <a:pt x="3628358" y="757765"/>
                  <a:pt x="3633121" y="751002"/>
                  <a:pt x="3636740" y="749954"/>
                </a:cubicBezTo>
                <a:lnTo>
                  <a:pt x="3645122" y="745192"/>
                </a:lnTo>
                <a:lnTo>
                  <a:pt x="3647218" y="743096"/>
                </a:lnTo>
                <a:cubicBezTo>
                  <a:pt x="3650361" y="741477"/>
                  <a:pt x="3653981" y="741477"/>
                  <a:pt x="3657219" y="740429"/>
                </a:cubicBezTo>
                <a:cubicBezTo>
                  <a:pt x="3666078" y="737858"/>
                  <a:pt x="3678650" y="734714"/>
                  <a:pt x="3689128" y="740429"/>
                </a:cubicBezTo>
                <a:cubicBezTo>
                  <a:pt x="3695414" y="741001"/>
                  <a:pt x="3700082" y="744144"/>
                  <a:pt x="3705416" y="746716"/>
                </a:cubicBezTo>
                <a:cubicBezTo>
                  <a:pt x="3710654" y="749859"/>
                  <a:pt x="3715893" y="751478"/>
                  <a:pt x="3719513" y="757193"/>
                </a:cubicBezTo>
                <a:cubicBezTo>
                  <a:pt x="3723704" y="763004"/>
                  <a:pt x="3726275" y="771862"/>
                  <a:pt x="3728371" y="779672"/>
                </a:cubicBezTo>
                <a:moveTo>
                  <a:pt x="3742563" y="876065"/>
                </a:moveTo>
                <a:cubicBezTo>
                  <a:pt x="3758279" y="873494"/>
                  <a:pt x="3775520" y="874541"/>
                  <a:pt x="3791236" y="875018"/>
                </a:cubicBezTo>
                <a:cubicBezTo>
                  <a:pt x="3788093" y="885495"/>
                  <a:pt x="3784949" y="892829"/>
                  <a:pt x="3780758" y="900164"/>
                </a:cubicBezTo>
                <a:cubicBezTo>
                  <a:pt x="3778187" y="902735"/>
                  <a:pt x="3775520" y="905402"/>
                  <a:pt x="3773996" y="909022"/>
                </a:cubicBezTo>
                <a:cubicBezTo>
                  <a:pt x="3771424" y="913213"/>
                  <a:pt x="3765614" y="918452"/>
                  <a:pt x="3762470" y="920547"/>
                </a:cubicBezTo>
                <a:cubicBezTo>
                  <a:pt x="3756660" y="925786"/>
                  <a:pt x="3748849" y="927881"/>
                  <a:pt x="3740944" y="932072"/>
                </a:cubicBezTo>
                <a:lnTo>
                  <a:pt x="3738372" y="934739"/>
                </a:lnTo>
                <a:lnTo>
                  <a:pt x="3735800" y="936263"/>
                </a:lnTo>
                <a:cubicBezTo>
                  <a:pt x="3731609" y="936835"/>
                  <a:pt x="3728466" y="940454"/>
                  <a:pt x="3724275" y="942074"/>
                </a:cubicBezTo>
                <a:lnTo>
                  <a:pt x="3719036" y="943598"/>
                </a:lnTo>
                <a:cubicBezTo>
                  <a:pt x="3717417" y="944169"/>
                  <a:pt x="3715893" y="944645"/>
                  <a:pt x="3714369" y="945122"/>
                </a:cubicBezTo>
                <a:cubicBezTo>
                  <a:pt x="3690747" y="947789"/>
                  <a:pt x="3658267" y="953504"/>
                  <a:pt x="3634740" y="943598"/>
                </a:cubicBezTo>
                <a:cubicBezTo>
                  <a:pt x="3625882" y="942074"/>
                  <a:pt x="3617405" y="937311"/>
                  <a:pt x="3608546" y="935787"/>
                </a:cubicBezTo>
                <a:cubicBezTo>
                  <a:pt x="3596545" y="929501"/>
                  <a:pt x="3587020" y="923214"/>
                  <a:pt x="3579209" y="913213"/>
                </a:cubicBezTo>
                <a:cubicBezTo>
                  <a:pt x="3563970" y="902259"/>
                  <a:pt x="3559778" y="879209"/>
                  <a:pt x="3550920" y="862921"/>
                </a:cubicBezTo>
                <a:cubicBezTo>
                  <a:pt x="3550444" y="858730"/>
                  <a:pt x="3549301" y="855110"/>
                  <a:pt x="3548348" y="852443"/>
                </a:cubicBezTo>
                <a:lnTo>
                  <a:pt x="3546729" y="848252"/>
                </a:lnTo>
                <a:cubicBezTo>
                  <a:pt x="3546729" y="847681"/>
                  <a:pt x="3545681" y="843585"/>
                  <a:pt x="3545681" y="841966"/>
                </a:cubicBezTo>
                <a:cubicBezTo>
                  <a:pt x="3544634" y="837775"/>
                  <a:pt x="3543110" y="833012"/>
                  <a:pt x="3543586" y="828345"/>
                </a:cubicBezTo>
                <a:lnTo>
                  <a:pt x="3544062" y="824630"/>
                </a:lnTo>
                <a:lnTo>
                  <a:pt x="3544538" y="820916"/>
                </a:lnTo>
                <a:lnTo>
                  <a:pt x="3544538" y="817296"/>
                </a:lnTo>
                <a:cubicBezTo>
                  <a:pt x="3545015" y="815201"/>
                  <a:pt x="3545015" y="812534"/>
                  <a:pt x="3545015" y="810438"/>
                </a:cubicBezTo>
                <a:cubicBezTo>
                  <a:pt x="3545491" y="794246"/>
                  <a:pt x="3559683" y="754336"/>
                  <a:pt x="3570161" y="741858"/>
                </a:cubicBezTo>
                <a:cubicBezTo>
                  <a:pt x="3572256" y="734524"/>
                  <a:pt x="3579019" y="730809"/>
                  <a:pt x="3582162" y="724046"/>
                </a:cubicBezTo>
                <a:cubicBezTo>
                  <a:pt x="3593687" y="713569"/>
                  <a:pt x="3604736" y="699948"/>
                  <a:pt x="3620453" y="694709"/>
                </a:cubicBezTo>
                <a:cubicBezTo>
                  <a:pt x="3629882" y="691566"/>
                  <a:pt x="3640360" y="686327"/>
                  <a:pt x="3651314" y="685851"/>
                </a:cubicBezTo>
                <a:cubicBezTo>
                  <a:pt x="3670173" y="683279"/>
                  <a:pt x="3690080" y="682136"/>
                  <a:pt x="3708940" y="686423"/>
                </a:cubicBezTo>
                <a:lnTo>
                  <a:pt x="3712655" y="687470"/>
                </a:lnTo>
                <a:cubicBezTo>
                  <a:pt x="3723608" y="690614"/>
                  <a:pt x="3733038" y="694805"/>
                  <a:pt x="3741991" y="699567"/>
                </a:cubicBezTo>
                <a:cubicBezTo>
                  <a:pt x="3748278" y="705854"/>
                  <a:pt x="3755612" y="712140"/>
                  <a:pt x="3760851" y="721570"/>
                </a:cubicBezTo>
                <a:cubicBezTo>
                  <a:pt x="3779711" y="738334"/>
                  <a:pt x="3787521" y="767099"/>
                  <a:pt x="3792855" y="799103"/>
                </a:cubicBezTo>
                <a:lnTo>
                  <a:pt x="3793331" y="803771"/>
                </a:lnTo>
                <a:lnTo>
                  <a:pt x="3793331" y="807485"/>
                </a:lnTo>
                <a:lnTo>
                  <a:pt x="3793808" y="813772"/>
                </a:lnTo>
                <a:cubicBezTo>
                  <a:pt x="3794284" y="816344"/>
                  <a:pt x="3794855" y="819011"/>
                  <a:pt x="3795427" y="821582"/>
                </a:cubicBezTo>
                <a:lnTo>
                  <a:pt x="3796474" y="826250"/>
                </a:lnTo>
                <a:cubicBezTo>
                  <a:pt x="3785997" y="827774"/>
                  <a:pt x="3775043" y="824726"/>
                  <a:pt x="3763995" y="824726"/>
                </a:cubicBezTo>
                <a:cubicBezTo>
                  <a:pt x="3756660" y="824154"/>
                  <a:pt x="3697986" y="827869"/>
                  <a:pt x="3691699" y="827869"/>
                </a:cubicBezTo>
                <a:cubicBezTo>
                  <a:pt x="3684365" y="827869"/>
                  <a:pt x="3676460" y="827869"/>
                  <a:pt x="3668649" y="828917"/>
                </a:cubicBezTo>
                <a:cubicBezTo>
                  <a:pt x="3651885" y="830536"/>
                  <a:pt x="3634549" y="829964"/>
                  <a:pt x="3617309" y="829964"/>
                </a:cubicBezTo>
                <a:cubicBezTo>
                  <a:pt x="3603212" y="829964"/>
                  <a:pt x="3606832" y="855587"/>
                  <a:pt x="3608928" y="864540"/>
                </a:cubicBezTo>
                <a:lnTo>
                  <a:pt x="3611023" y="869779"/>
                </a:lnTo>
                <a:lnTo>
                  <a:pt x="3612642" y="873970"/>
                </a:lnTo>
                <a:cubicBezTo>
                  <a:pt x="3613118" y="875018"/>
                  <a:pt x="3613690" y="876065"/>
                  <a:pt x="3614261" y="877113"/>
                </a:cubicBezTo>
                <a:lnTo>
                  <a:pt x="3616357" y="879780"/>
                </a:lnTo>
                <a:lnTo>
                  <a:pt x="3619500" y="883971"/>
                </a:lnTo>
                <a:lnTo>
                  <a:pt x="3624739" y="889210"/>
                </a:lnTo>
                <a:lnTo>
                  <a:pt x="3629978" y="895496"/>
                </a:lnTo>
                <a:cubicBezTo>
                  <a:pt x="3636264" y="902831"/>
                  <a:pt x="3649409" y="908069"/>
                  <a:pt x="3659315" y="908641"/>
                </a:cubicBezTo>
                <a:cubicBezTo>
                  <a:pt x="3660362" y="908641"/>
                  <a:pt x="3661886" y="909212"/>
                  <a:pt x="3662934" y="909212"/>
                </a:cubicBezTo>
                <a:cubicBezTo>
                  <a:pt x="3673888" y="909212"/>
                  <a:pt x="3685985" y="908641"/>
                  <a:pt x="3696462" y="905498"/>
                </a:cubicBezTo>
                <a:cubicBezTo>
                  <a:pt x="3707416" y="902831"/>
                  <a:pt x="3738372" y="890829"/>
                  <a:pt x="3741991" y="876161"/>
                </a:cubicBezTo>
                <a:lnTo>
                  <a:pt x="3742563" y="876161"/>
                </a:lnTo>
                <a:close/>
                <a:moveTo>
                  <a:pt x="3617881" y="839870"/>
                </a:moveTo>
                <a:cubicBezTo>
                  <a:pt x="3635693" y="839870"/>
                  <a:pt x="3652933" y="840442"/>
                  <a:pt x="3670268" y="838823"/>
                </a:cubicBezTo>
                <a:cubicBezTo>
                  <a:pt x="3677603" y="837775"/>
                  <a:pt x="3684937" y="837775"/>
                  <a:pt x="3691699" y="837775"/>
                </a:cubicBezTo>
                <a:cubicBezTo>
                  <a:pt x="3697986" y="837775"/>
                  <a:pt x="3758279" y="834060"/>
                  <a:pt x="3763995" y="834632"/>
                </a:cubicBezTo>
                <a:cubicBezTo>
                  <a:pt x="3770757" y="834632"/>
                  <a:pt x="3778091" y="835679"/>
                  <a:pt x="3784949" y="836156"/>
                </a:cubicBezTo>
                <a:cubicBezTo>
                  <a:pt x="3812762" y="838823"/>
                  <a:pt x="3806952" y="831965"/>
                  <a:pt x="3803809" y="812057"/>
                </a:cubicBezTo>
                <a:lnTo>
                  <a:pt x="3803333" y="806819"/>
                </a:lnTo>
                <a:lnTo>
                  <a:pt x="3803333" y="802628"/>
                </a:lnTo>
                <a:lnTo>
                  <a:pt x="3802761" y="797389"/>
                </a:lnTo>
                <a:cubicBezTo>
                  <a:pt x="3797522" y="765956"/>
                  <a:pt x="3789140" y="733952"/>
                  <a:pt x="3768185" y="714045"/>
                </a:cubicBezTo>
                <a:cubicBezTo>
                  <a:pt x="3763518" y="705187"/>
                  <a:pt x="3755612" y="698329"/>
                  <a:pt x="3747230" y="690995"/>
                </a:cubicBezTo>
                <a:cubicBezTo>
                  <a:pt x="3738372" y="685756"/>
                  <a:pt x="3729419" y="682136"/>
                  <a:pt x="3718941" y="678993"/>
                </a:cubicBezTo>
                <a:lnTo>
                  <a:pt x="3714750" y="677374"/>
                </a:lnTo>
                <a:lnTo>
                  <a:pt x="3711035" y="676898"/>
                </a:lnTo>
                <a:cubicBezTo>
                  <a:pt x="3691128" y="671659"/>
                  <a:pt x="3670173" y="672707"/>
                  <a:pt x="3649790" y="675850"/>
                </a:cubicBezTo>
                <a:cubicBezTo>
                  <a:pt x="3638264" y="676898"/>
                  <a:pt x="3627787" y="681565"/>
                  <a:pt x="3617309" y="684708"/>
                </a:cubicBezTo>
                <a:cubicBezTo>
                  <a:pt x="3599498" y="690995"/>
                  <a:pt x="3587972" y="705187"/>
                  <a:pt x="3573304" y="719284"/>
                </a:cubicBezTo>
                <a:cubicBezTo>
                  <a:pt x="3570161" y="726142"/>
                  <a:pt x="3564446" y="727666"/>
                  <a:pt x="3560731" y="737572"/>
                </a:cubicBezTo>
                <a:cubicBezTo>
                  <a:pt x="3551873" y="748621"/>
                  <a:pt x="3537680" y="785768"/>
                  <a:pt x="3535585" y="802056"/>
                </a:cubicBezTo>
                <a:cubicBezTo>
                  <a:pt x="3535109" y="806723"/>
                  <a:pt x="3535585" y="811486"/>
                  <a:pt x="3534537" y="816153"/>
                </a:cubicBezTo>
                <a:lnTo>
                  <a:pt x="3534537" y="819868"/>
                </a:lnTo>
                <a:lnTo>
                  <a:pt x="3534061" y="823011"/>
                </a:lnTo>
                <a:lnTo>
                  <a:pt x="3533585" y="827202"/>
                </a:lnTo>
                <a:cubicBezTo>
                  <a:pt x="3533108" y="833012"/>
                  <a:pt x="3534632" y="838727"/>
                  <a:pt x="3535680" y="843966"/>
                </a:cubicBezTo>
                <a:cubicBezTo>
                  <a:pt x="3535680" y="846062"/>
                  <a:pt x="3536728" y="850253"/>
                  <a:pt x="3537299" y="851872"/>
                </a:cubicBezTo>
                <a:lnTo>
                  <a:pt x="3538823" y="856063"/>
                </a:lnTo>
                <a:cubicBezTo>
                  <a:pt x="3539871" y="858635"/>
                  <a:pt x="3540919" y="861302"/>
                  <a:pt x="3540919" y="864445"/>
                </a:cubicBezTo>
                <a:lnTo>
                  <a:pt x="3541490" y="867017"/>
                </a:lnTo>
                <a:cubicBezTo>
                  <a:pt x="3552444" y="884828"/>
                  <a:pt x="3554635" y="907403"/>
                  <a:pt x="3572351" y="920928"/>
                </a:cubicBezTo>
                <a:cubicBezTo>
                  <a:pt x="3580733" y="931406"/>
                  <a:pt x="3591782" y="938740"/>
                  <a:pt x="3605879" y="945598"/>
                </a:cubicBezTo>
                <a:cubicBezTo>
                  <a:pt x="3615309" y="947122"/>
                  <a:pt x="3623215" y="951313"/>
                  <a:pt x="3632073" y="953408"/>
                </a:cubicBezTo>
                <a:cubicBezTo>
                  <a:pt x="3657219" y="963886"/>
                  <a:pt x="3689699" y="957599"/>
                  <a:pt x="3717417" y="954456"/>
                </a:cubicBezTo>
                <a:cubicBezTo>
                  <a:pt x="3719036" y="953980"/>
                  <a:pt x="3720560" y="953408"/>
                  <a:pt x="3721608" y="952932"/>
                </a:cubicBezTo>
                <a:lnTo>
                  <a:pt x="3727418" y="951408"/>
                </a:lnTo>
                <a:cubicBezTo>
                  <a:pt x="3730562" y="950360"/>
                  <a:pt x="3734181" y="948836"/>
                  <a:pt x="3736848" y="946169"/>
                </a:cubicBezTo>
                <a:cubicBezTo>
                  <a:pt x="3738944" y="946169"/>
                  <a:pt x="3740563" y="945122"/>
                  <a:pt x="3742087" y="944074"/>
                </a:cubicBezTo>
                <a:lnTo>
                  <a:pt x="3744754" y="941978"/>
                </a:lnTo>
                <a:lnTo>
                  <a:pt x="3747326" y="939883"/>
                </a:lnTo>
                <a:cubicBezTo>
                  <a:pt x="3754660" y="936740"/>
                  <a:pt x="3761994" y="934073"/>
                  <a:pt x="3768281" y="928834"/>
                </a:cubicBezTo>
                <a:cubicBezTo>
                  <a:pt x="3773043" y="925691"/>
                  <a:pt x="3779330" y="918833"/>
                  <a:pt x="3783521" y="912641"/>
                </a:cubicBezTo>
                <a:cubicBezTo>
                  <a:pt x="3784568" y="909974"/>
                  <a:pt x="3787235" y="907974"/>
                  <a:pt x="3789807" y="905307"/>
                </a:cubicBezTo>
                <a:cubicBezTo>
                  <a:pt x="3792950" y="899021"/>
                  <a:pt x="3811810" y="864445"/>
                  <a:pt x="3798189" y="865016"/>
                </a:cubicBezTo>
                <a:cubicBezTo>
                  <a:pt x="3792474" y="865493"/>
                  <a:pt x="3786664" y="865016"/>
                  <a:pt x="3781425" y="863969"/>
                </a:cubicBezTo>
                <a:cubicBezTo>
                  <a:pt x="3775139" y="863492"/>
                  <a:pt x="3743706" y="865493"/>
                  <a:pt x="3740563" y="866064"/>
                </a:cubicBezTo>
                <a:lnTo>
                  <a:pt x="3736372" y="867112"/>
                </a:lnTo>
                <a:lnTo>
                  <a:pt x="3732657" y="872922"/>
                </a:lnTo>
                <a:cubicBezTo>
                  <a:pt x="3727990" y="881304"/>
                  <a:pt x="3712274" y="890734"/>
                  <a:pt x="3693890" y="895973"/>
                </a:cubicBezTo>
                <a:cubicBezTo>
                  <a:pt x="3684461" y="898640"/>
                  <a:pt x="3672935" y="899116"/>
                  <a:pt x="3663029" y="899116"/>
                </a:cubicBezTo>
                <a:lnTo>
                  <a:pt x="3658362" y="898068"/>
                </a:lnTo>
                <a:cubicBezTo>
                  <a:pt x="3654171" y="899116"/>
                  <a:pt x="3641027" y="892829"/>
                  <a:pt x="3637407" y="888638"/>
                </a:cubicBezTo>
                <a:lnTo>
                  <a:pt x="3630645" y="880828"/>
                </a:lnTo>
                <a:lnTo>
                  <a:pt x="3627501" y="877113"/>
                </a:lnTo>
                <a:lnTo>
                  <a:pt x="3624358" y="873494"/>
                </a:lnTo>
                <a:lnTo>
                  <a:pt x="3622262" y="869779"/>
                </a:lnTo>
                <a:lnTo>
                  <a:pt x="3620643" y="866636"/>
                </a:lnTo>
                <a:lnTo>
                  <a:pt x="3618548" y="860825"/>
                </a:lnTo>
                <a:cubicBezTo>
                  <a:pt x="3617500" y="855110"/>
                  <a:pt x="3615976" y="845585"/>
                  <a:pt x="3618071" y="839870"/>
                </a:cubicBezTo>
                <a:moveTo>
                  <a:pt x="3296888" y="939883"/>
                </a:moveTo>
                <a:lnTo>
                  <a:pt x="3274886" y="940359"/>
                </a:lnTo>
                <a:lnTo>
                  <a:pt x="3269647" y="940359"/>
                </a:lnTo>
                <a:lnTo>
                  <a:pt x="3270123" y="931501"/>
                </a:lnTo>
                <a:cubicBezTo>
                  <a:pt x="3274790" y="848252"/>
                  <a:pt x="3266504" y="764909"/>
                  <a:pt x="3264884" y="682136"/>
                </a:cubicBezTo>
                <a:cubicBezTo>
                  <a:pt x="3264408" y="662229"/>
                  <a:pt x="3265361" y="599936"/>
                  <a:pt x="3265932" y="595173"/>
                </a:cubicBezTo>
                <a:lnTo>
                  <a:pt x="3265932" y="587363"/>
                </a:lnTo>
                <a:lnTo>
                  <a:pt x="3271171" y="587363"/>
                </a:lnTo>
                <a:cubicBezTo>
                  <a:pt x="3287935" y="587934"/>
                  <a:pt x="3304699" y="587934"/>
                  <a:pt x="3321463" y="585743"/>
                </a:cubicBezTo>
                <a:cubicBezTo>
                  <a:pt x="3321463" y="595649"/>
                  <a:pt x="3321463" y="606222"/>
                  <a:pt x="3321939" y="616604"/>
                </a:cubicBezTo>
                <a:cubicBezTo>
                  <a:pt x="3321939" y="630225"/>
                  <a:pt x="3324035" y="696233"/>
                  <a:pt x="3325654" y="711950"/>
                </a:cubicBezTo>
                <a:cubicBezTo>
                  <a:pt x="3327178" y="727094"/>
                  <a:pt x="3328797" y="741858"/>
                  <a:pt x="3327749" y="757003"/>
                </a:cubicBezTo>
                <a:cubicBezTo>
                  <a:pt x="3327749" y="757574"/>
                  <a:pt x="3327749" y="759575"/>
                  <a:pt x="3328226" y="761194"/>
                </a:cubicBezTo>
                <a:lnTo>
                  <a:pt x="3329845" y="764337"/>
                </a:lnTo>
                <a:cubicBezTo>
                  <a:pt x="3328226" y="772243"/>
                  <a:pt x="3335560" y="777958"/>
                  <a:pt x="3343466" y="773767"/>
                </a:cubicBezTo>
                <a:cubicBezTo>
                  <a:pt x="3349752" y="770624"/>
                  <a:pt x="3353943" y="765956"/>
                  <a:pt x="3357086" y="762813"/>
                </a:cubicBezTo>
                <a:cubicBezTo>
                  <a:pt x="3381661" y="737667"/>
                  <a:pt x="3409950" y="716141"/>
                  <a:pt x="3433096" y="688423"/>
                </a:cubicBezTo>
                <a:lnTo>
                  <a:pt x="3438906" y="688423"/>
                </a:lnTo>
                <a:cubicBezTo>
                  <a:pt x="3440430" y="688423"/>
                  <a:pt x="3448336" y="687851"/>
                  <a:pt x="3455670" y="687375"/>
                </a:cubicBezTo>
                <a:lnTo>
                  <a:pt x="3466148" y="686804"/>
                </a:lnTo>
                <a:lnTo>
                  <a:pt x="3470815" y="686804"/>
                </a:lnTo>
                <a:cubicBezTo>
                  <a:pt x="3483959" y="687375"/>
                  <a:pt x="3493294" y="687851"/>
                  <a:pt x="3493294" y="687851"/>
                </a:cubicBezTo>
                <a:cubicBezTo>
                  <a:pt x="3486531" y="696233"/>
                  <a:pt x="3485483" y="696710"/>
                  <a:pt x="3475006" y="704044"/>
                </a:cubicBezTo>
                <a:cubicBezTo>
                  <a:pt x="3467672" y="713474"/>
                  <a:pt x="3457670" y="720808"/>
                  <a:pt x="3450431" y="730238"/>
                </a:cubicBezTo>
                <a:lnTo>
                  <a:pt x="3447860" y="731857"/>
                </a:lnTo>
                <a:lnTo>
                  <a:pt x="3444145" y="734429"/>
                </a:lnTo>
                <a:cubicBezTo>
                  <a:pt x="3432048" y="748049"/>
                  <a:pt x="3420047" y="761670"/>
                  <a:pt x="3409093" y="776339"/>
                </a:cubicBezTo>
                <a:cubicBezTo>
                  <a:pt x="3404902" y="782149"/>
                  <a:pt x="3409569" y="789483"/>
                  <a:pt x="3413760" y="794150"/>
                </a:cubicBezTo>
                <a:lnTo>
                  <a:pt x="3416332" y="796246"/>
                </a:lnTo>
                <a:cubicBezTo>
                  <a:pt x="3417380" y="797865"/>
                  <a:pt x="3417951" y="798913"/>
                  <a:pt x="3418904" y="799389"/>
                </a:cubicBezTo>
                <a:cubicBezTo>
                  <a:pt x="3419475" y="801485"/>
                  <a:pt x="3420523" y="803104"/>
                  <a:pt x="3422047" y="804628"/>
                </a:cubicBezTo>
                <a:lnTo>
                  <a:pt x="3424619" y="807771"/>
                </a:lnTo>
                <a:cubicBezTo>
                  <a:pt x="3430429" y="818249"/>
                  <a:pt x="3439287" y="827107"/>
                  <a:pt x="3446145" y="837108"/>
                </a:cubicBezTo>
                <a:cubicBezTo>
                  <a:pt x="3459766" y="859682"/>
                  <a:pt x="3475482" y="887972"/>
                  <a:pt x="3491770" y="908927"/>
                </a:cubicBezTo>
                <a:cubicBezTo>
                  <a:pt x="3494913" y="916261"/>
                  <a:pt x="3498056" y="924071"/>
                  <a:pt x="3503771" y="929882"/>
                </a:cubicBezTo>
                <a:cubicBezTo>
                  <a:pt x="3506915" y="935692"/>
                  <a:pt x="3509010" y="939883"/>
                  <a:pt x="3511677" y="943502"/>
                </a:cubicBezTo>
                <a:lnTo>
                  <a:pt x="3513773" y="946646"/>
                </a:lnTo>
                <a:lnTo>
                  <a:pt x="3507010" y="945598"/>
                </a:lnTo>
                <a:lnTo>
                  <a:pt x="3500723" y="945598"/>
                </a:lnTo>
                <a:cubicBezTo>
                  <a:pt x="3489770" y="946074"/>
                  <a:pt x="3477673" y="944550"/>
                  <a:pt x="3466624" y="944074"/>
                </a:cubicBezTo>
                <a:cubicBezTo>
                  <a:pt x="3459861" y="944074"/>
                  <a:pt x="3452527" y="942550"/>
                  <a:pt x="3446240" y="942550"/>
                </a:cubicBezTo>
                <a:cubicBezTo>
                  <a:pt x="3443669" y="942550"/>
                  <a:pt x="3440430" y="942550"/>
                  <a:pt x="3437858" y="943026"/>
                </a:cubicBezTo>
                <a:cubicBezTo>
                  <a:pt x="3436811" y="940359"/>
                  <a:pt x="3435763" y="938835"/>
                  <a:pt x="3435287" y="937216"/>
                </a:cubicBezTo>
                <a:lnTo>
                  <a:pt x="3432143" y="931977"/>
                </a:lnTo>
                <a:cubicBezTo>
                  <a:pt x="3430620" y="929405"/>
                  <a:pt x="3429572" y="927310"/>
                  <a:pt x="3429000" y="925214"/>
                </a:cubicBezTo>
                <a:cubicBezTo>
                  <a:pt x="3429000" y="922547"/>
                  <a:pt x="3427953" y="920452"/>
                  <a:pt x="3425857" y="918928"/>
                </a:cubicBezTo>
                <a:cubicBezTo>
                  <a:pt x="3423761" y="913118"/>
                  <a:pt x="3420047" y="907974"/>
                  <a:pt x="3416427" y="903212"/>
                </a:cubicBezTo>
                <a:cubicBezTo>
                  <a:pt x="3415951" y="901116"/>
                  <a:pt x="3414808" y="898544"/>
                  <a:pt x="3413284" y="896925"/>
                </a:cubicBezTo>
                <a:cubicBezTo>
                  <a:pt x="3412236" y="893782"/>
                  <a:pt x="3410712" y="890639"/>
                  <a:pt x="3408616" y="888543"/>
                </a:cubicBezTo>
                <a:cubicBezTo>
                  <a:pt x="3402806" y="878542"/>
                  <a:pt x="3394996" y="862349"/>
                  <a:pt x="3387662" y="855015"/>
                </a:cubicBezTo>
                <a:lnTo>
                  <a:pt x="3385090" y="851300"/>
                </a:lnTo>
                <a:cubicBezTo>
                  <a:pt x="3382995" y="848157"/>
                  <a:pt x="3380423" y="844442"/>
                  <a:pt x="3377756" y="841299"/>
                </a:cubicBezTo>
                <a:cubicBezTo>
                  <a:pt x="3368326" y="830822"/>
                  <a:pt x="3363659" y="827107"/>
                  <a:pt x="3352133" y="834441"/>
                </a:cubicBezTo>
                <a:cubicBezTo>
                  <a:pt x="3346895" y="838156"/>
                  <a:pt x="3342132" y="842252"/>
                  <a:pt x="3334798" y="847014"/>
                </a:cubicBezTo>
                <a:cubicBezTo>
                  <a:pt x="3330607" y="848062"/>
                  <a:pt x="3327464" y="852253"/>
                  <a:pt x="3328035" y="857015"/>
                </a:cubicBezTo>
                <a:cubicBezTo>
                  <a:pt x="3329559" y="877970"/>
                  <a:pt x="3329559" y="897878"/>
                  <a:pt x="3328035" y="918261"/>
                </a:cubicBezTo>
                <a:cubicBezTo>
                  <a:pt x="3328035" y="918737"/>
                  <a:pt x="3328035" y="920357"/>
                  <a:pt x="3327464" y="921976"/>
                </a:cubicBezTo>
                <a:lnTo>
                  <a:pt x="3327464" y="925119"/>
                </a:lnTo>
                <a:cubicBezTo>
                  <a:pt x="3326416" y="931406"/>
                  <a:pt x="3326416" y="936073"/>
                  <a:pt x="3326987" y="939788"/>
                </a:cubicBezTo>
                <a:lnTo>
                  <a:pt x="3297079" y="939788"/>
                </a:lnTo>
                <a:close/>
                <a:moveTo>
                  <a:pt x="3259170" y="943026"/>
                </a:moveTo>
                <a:cubicBezTo>
                  <a:pt x="3259646" y="947217"/>
                  <a:pt x="3260217" y="952932"/>
                  <a:pt x="3266504" y="950360"/>
                </a:cubicBezTo>
                <a:cubicBezTo>
                  <a:pt x="3266980" y="949789"/>
                  <a:pt x="3326225" y="949789"/>
                  <a:pt x="3327749" y="949789"/>
                </a:cubicBezTo>
                <a:cubicBezTo>
                  <a:pt x="3331369" y="949789"/>
                  <a:pt x="3337655" y="949789"/>
                  <a:pt x="3337179" y="944074"/>
                </a:cubicBezTo>
                <a:cubicBezTo>
                  <a:pt x="3336703" y="939311"/>
                  <a:pt x="3336131" y="934644"/>
                  <a:pt x="3337179" y="926262"/>
                </a:cubicBezTo>
                <a:lnTo>
                  <a:pt x="3337179" y="923690"/>
                </a:lnTo>
                <a:cubicBezTo>
                  <a:pt x="3337655" y="922166"/>
                  <a:pt x="3337655" y="919499"/>
                  <a:pt x="3337655" y="917404"/>
                </a:cubicBezTo>
                <a:cubicBezTo>
                  <a:pt x="3339274" y="898068"/>
                  <a:pt x="3339274" y="878161"/>
                  <a:pt x="3339274" y="856158"/>
                </a:cubicBezTo>
                <a:lnTo>
                  <a:pt x="3342418" y="854634"/>
                </a:lnTo>
                <a:cubicBezTo>
                  <a:pt x="3347657" y="851491"/>
                  <a:pt x="3352419" y="846824"/>
                  <a:pt x="3357658" y="843109"/>
                </a:cubicBezTo>
                <a:lnTo>
                  <a:pt x="3361373" y="840537"/>
                </a:lnTo>
                <a:cubicBezTo>
                  <a:pt x="3368135" y="844728"/>
                  <a:pt x="3372326" y="851491"/>
                  <a:pt x="3377089" y="857301"/>
                </a:cubicBezTo>
                <a:lnTo>
                  <a:pt x="3380232" y="862064"/>
                </a:lnTo>
                <a:cubicBezTo>
                  <a:pt x="3386519" y="867779"/>
                  <a:pt x="3395472" y="885590"/>
                  <a:pt x="3401187" y="895592"/>
                </a:cubicBezTo>
                <a:cubicBezTo>
                  <a:pt x="3402806" y="897211"/>
                  <a:pt x="3403759" y="899306"/>
                  <a:pt x="3405378" y="903497"/>
                </a:cubicBezTo>
                <a:cubicBezTo>
                  <a:pt x="3405693" y="903815"/>
                  <a:pt x="3406045" y="904704"/>
                  <a:pt x="3406426" y="906164"/>
                </a:cubicBezTo>
                <a:lnTo>
                  <a:pt x="3407474" y="908736"/>
                </a:lnTo>
                <a:cubicBezTo>
                  <a:pt x="3412141" y="914546"/>
                  <a:pt x="3415379" y="920261"/>
                  <a:pt x="3418999" y="926548"/>
                </a:cubicBezTo>
                <a:cubicBezTo>
                  <a:pt x="3419570" y="930739"/>
                  <a:pt x="3421666" y="934454"/>
                  <a:pt x="3423761" y="937597"/>
                </a:cubicBezTo>
                <a:lnTo>
                  <a:pt x="3426333" y="942836"/>
                </a:lnTo>
                <a:cubicBezTo>
                  <a:pt x="3429953" y="948551"/>
                  <a:pt x="3427857" y="952837"/>
                  <a:pt x="3436811" y="953313"/>
                </a:cubicBezTo>
                <a:cubicBezTo>
                  <a:pt x="3439382" y="953313"/>
                  <a:pt x="3443097" y="952837"/>
                  <a:pt x="3446240" y="952837"/>
                </a:cubicBezTo>
                <a:cubicBezTo>
                  <a:pt x="3452527" y="952837"/>
                  <a:pt x="3459385" y="954361"/>
                  <a:pt x="3466148" y="954361"/>
                </a:cubicBezTo>
                <a:cubicBezTo>
                  <a:pt x="3477673" y="954837"/>
                  <a:pt x="3490246" y="956456"/>
                  <a:pt x="3502819" y="956456"/>
                </a:cubicBezTo>
                <a:lnTo>
                  <a:pt x="3506438" y="955980"/>
                </a:lnTo>
                <a:cubicBezTo>
                  <a:pt x="3507010" y="955980"/>
                  <a:pt x="3516916" y="958552"/>
                  <a:pt x="3521107" y="955980"/>
                </a:cubicBezTo>
                <a:cubicBezTo>
                  <a:pt x="3525298" y="954456"/>
                  <a:pt x="3531584" y="951789"/>
                  <a:pt x="3526346" y="946550"/>
                </a:cubicBezTo>
                <a:cubicBezTo>
                  <a:pt x="3520535" y="940740"/>
                  <a:pt x="3515868" y="931882"/>
                  <a:pt x="3511106" y="923500"/>
                </a:cubicBezTo>
                <a:cubicBezTo>
                  <a:pt x="3506343" y="918833"/>
                  <a:pt x="3503200" y="910927"/>
                  <a:pt x="3500152" y="903593"/>
                </a:cubicBezTo>
                <a:cubicBezTo>
                  <a:pt x="3484436" y="884257"/>
                  <a:pt x="3467672" y="852729"/>
                  <a:pt x="3454527" y="832346"/>
                </a:cubicBezTo>
                <a:cubicBezTo>
                  <a:pt x="3448241" y="822344"/>
                  <a:pt x="3439287" y="813486"/>
                  <a:pt x="3433572" y="803009"/>
                </a:cubicBezTo>
                <a:lnTo>
                  <a:pt x="3431477" y="799865"/>
                </a:lnTo>
                <a:lnTo>
                  <a:pt x="3428905" y="797770"/>
                </a:lnTo>
                <a:cubicBezTo>
                  <a:pt x="3428905" y="797770"/>
                  <a:pt x="3428905" y="797198"/>
                  <a:pt x="3423666" y="789864"/>
                </a:cubicBezTo>
                <a:lnTo>
                  <a:pt x="3420999" y="787292"/>
                </a:lnTo>
                <a:cubicBezTo>
                  <a:pt x="3419475" y="785768"/>
                  <a:pt x="3418428" y="784149"/>
                  <a:pt x="3417380" y="782054"/>
                </a:cubicBezTo>
                <a:cubicBezTo>
                  <a:pt x="3427857" y="767861"/>
                  <a:pt x="3439382" y="755288"/>
                  <a:pt x="3450908" y="742239"/>
                </a:cubicBezTo>
                <a:cubicBezTo>
                  <a:pt x="3450908" y="742239"/>
                  <a:pt x="3453003" y="741191"/>
                  <a:pt x="3454622" y="739667"/>
                </a:cubicBezTo>
                <a:lnTo>
                  <a:pt x="3457766" y="737572"/>
                </a:lnTo>
                <a:cubicBezTo>
                  <a:pt x="3465100" y="728142"/>
                  <a:pt x="3475101" y="720808"/>
                  <a:pt x="3482340" y="711378"/>
                </a:cubicBezTo>
                <a:cubicBezTo>
                  <a:pt x="3492818" y="704044"/>
                  <a:pt x="3500723" y="695662"/>
                  <a:pt x="3508058" y="686804"/>
                </a:cubicBezTo>
                <a:lnTo>
                  <a:pt x="3508058" y="679946"/>
                </a:lnTo>
                <a:cubicBezTo>
                  <a:pt x="3509677" y="679946"/>
                  <a:pt x="3502819" y="679374"/>
                  <a:pt x="3503390" y="678898"/>
                </a:cubicBezTo>
                <a:cubicBezTo>
                  <a:pt x="3501295" y="678326"/>
                  <a:pt x="3498723" y="678326"/>
                  <a:pt x="3496628" y="678898"/>
                </a:cubicBezTo>
                <a:cubicBezTo>
                  <a:pt x="3487770" y="678326"/>
                  <a:pt x="3478816" y="676802"/>
                  <a:pt x="3469958" y="676802"/>
                </a:cubicBezTo>
                <a:lnTo>
                  <a:pt x="3465766" y="676802"/>
                </a:lnTo>
                <a:lnTo>
                  <a:pt x="3455289" y="677850"/>
                </a:lnTo>
                <a:cubicBezTo>
                  <a:pt x="3447955" y="678422"/>
                  <a:pt x="3440621" y="678898"/>
                  <a:pt x="3439097" y="678898"/>
                </a:cubicBezTo>
                <a:cubicBezTo>
                  <a:pt x="3433286" y="678898"/>
                  <a:pt x="3426524" y="676326"/>
                  <a:pt x="3424428" y="684137"/>
                </a:cubicBezTo>
                <a:cubicBezTo>
                  <a:pt x="3401854" y="710330"/>
                  <a:pt x="3374136" y="731285"/>
                  <a:pt x="3350514" y="755955"/>
                </a:cubicBezTo>
                <a:cubicBezTo>
                  <a:pt x="3347371" y="759098"/>
                  <a:pt x="3344228" y="762242"/>
                  <a:pt x="3340037" y="763289"/>
                </a:cubicBezTo>
                <a:lnTo>
                  <a:pt x="3337941" y="758527"/>
                </a:lnTo>
                <a:cubicBezTo>
                  <a:pt x="3338989" y="742811"/>
                  <a:pt x="3337465" y="727094"/>
                  <a:pt x="3335846" y="711378"/>
                </a:cubicBezTo>
                <a:cubicBezTo>
                  <a:pt x="3334322" y="695662"/>
                  <a:pt x="3332226" y="630701"/>
                  <a:pt x="3332226" y="617081"/>
                </a:cubicBezTo>
                <a:cubicBezTo>
                  <a:pt x="3331655" y="604508"/>
                  <a:pt x="3331655" y="591935"/>
                  <a:pt x="3331655" y="580409"/>
                </a:cubicBezTo>
                <a:cubicBezTo>
                  <a:pt x="3331655" y="577266"/>
                  <a:pt x="3329083" y="575171"/>
                  <a:pt x="3325940" y="575742"/>
                </a:cubicBezTo>
                <a:cubicBezTo>
                  <a:pt x="3304985" y="578885"/>
                  <a:pt x="3284506" y="576790"/>
                  <a:pt x="3264122" y="577838"/>
                </a:cubicBezTo>
                <a:cubicBezTo>
                  <a:pt x="3256788" y="578885"/>
                  <a:pt x="3256788" y="580505"/>
                  <a:pt x="3256312" y="587267"/>
                </a:cubicBezTo>
                <a:lnTo>
                  <a:pt x="3256312" y="595173"/>
                </a:lnTo>
                <a:cubicBezTo>
                  <a:pt x="3255836" y="599840"/>
                  <a:pt x="3254693" y="662705"/>
                  <a:pt x="3255264" y="682613"/>
                </a:cubicBezTo>
                <a:cubicBezTo>
                  <a:pt x="3256883" y="765385"/>
                  <a:pt x="3262598" y="848729"/>
                  <a:pt x="3259931" y="931406"/>
                </a:cubicBezTo>
                <a:lnTo>
                  <a:pt x="3259931" y="940264"/>
                </a:lnTo>
                <a:lnTo>
                  <a:pt x="3259455" y="943407"/>
                </a:lnTo>
                <a:close/>
                <a:moveTo>
                  <a:pt x="2845308" y="943026"/>
                </a:moveTo>
                <a:cubicBezTo>
                  <a:pt x="2825401" y="941978"/>
                  <a:pt x="2804922" y="940359"/>
                  <a:pt x="2785586" y="944550"/>
                </a:cubicBezTo>
                <a:cubicBezTo>
                  <a:pt x="2786634" y="935692"/>
                  <a:pt x="2787682" y="921023"/>
                  <a:pt x="2787206" y="914165"/>
                </a:cubicBezTo>
                <a:cubicBezTo>
                  <a:pt x="2786729" y="905307"/>
                  <a:pt x="2788253" y="774338"/>
                  <a:pt x="2788253" y="769576"/>
                </a:cubicBezTo>
                <a:cubicBezTo>
                  <a:pt x="2785110" y="754907"/>
                  <a:pt x="2781491" y="701472"/>
                  <a:pt x="2785110" y="687851"/>
                </a:cubicBezTo>
                <a:lnTo>
                  <a:pt x="2790920" y="687851"/>
                </a:lnTo>
                <a:cubicBezTo>
                  <a:pt x="2793016" y="687851"/>
                  <a:pt x="2795588" y="687280"/>
                  <a:pt x="2797683" y="687280"/>
                </a:cubicBezTo>
                <a:cubicBezTo>
                  <a:pt x="2801303" y="686708"/>
                  <a:pt x="2805494" y="687280"/>
                  <a:pt x="2810256" y="686708"/>
                </a:cubicBezTo>
                <a:cubicBezTo>
                  <a:pt x="2820734" y="685184"/>
                  <a:pt x="2832259" y="683089"/>
                  <a:pt x="2842736" y="683565"/>
                </a:cubicBezTo>
                <a:cubicBezTo>
                  <a:pt x="2843308" y="692519"/>
                  <a:pt x="2841689" y="700901"/>
                  <a:pt x="2842260" y="709759"/>
                </a:cubicBezTo>
                <a:cubicBezTo>
                  <a:pt x="2843308" y="713950"/>
                  <a:pt x="2847499" y="715569"/>
                  <a:pt x="2851118" y="715569"/>
                </a:cubicBezTo>
                <a:cubicBezTo>
                  <a:pt x="2853690" y="716141"/>
                  <a:pt x="2855786" y="715569"/>
                  <a:pt x="2856929" y="715569"/>
                </a:cubicBezTo>
                <a:cubicBezTo>
                  <a:pt x="2862739" y="713950"/>
                  <a:pt x="2865787" y="709759"/>
                  <a:pt x="2867406" y="707187"/>
                </a:cubicBezTo>
                <a:lnTo>
                  <a:pt x="2870549" y="702996"/>
                </a:lnTo>
                <a:lnTo>
                  <a:pt x="2876360" y="698805"/>
                </a:lnTo>
                <a:lnTo>
                  <a:pt x="2882074" y="695662"/>
                </a:lnTo>
                <a:lnTo>
                  <a:pt x="2885218" y="693566"/>
                </a:lnTo>
                <a:cubicBezTo>
                  <a:pt x="2886266" y="692519"/>
                  <a:pt x="2889409" y="690995"/>
                  <a:pt x="2893028" y="689375"/>
                </a:cubicBezTo>
                <a:lnTo>
                  <a:pt x="2900934" y="686232"/>
                </a:lnTo>
                <a:lnTo>
                  <a:pt x="2905125" y="684613"/>
                </a:lnTo>
                <a:lnTo>
                  <a:pt x="2909792" y="682517"/>
                </a:lnTo>
                <a:cubicBezTo>
                  <a:pt x="2911412" y="681946"/>
                  <a:pt x="2912364" y="681470"/>
                  <a:pt x="2913983" y="680422"/>
                </a:cubicBezTo>
                <a:cubicBezTo>
                  <a:pt x="2944845" y="674707"/>
                  <a:pt x="2979515" y="684137"/>
                  <a:pt x="2994660" y="704520"/>
                </a:cubicBezTo>
                <a:cubicBezTo>
                  <a:pt x="2996756" y="707663"/>
                  <a:pt x="2997232" y="709283"/>
                  <a:pt x="2999328" y="712902"/>
                </a:cubicBezTo>
                <a:cubicBezTo>
                  <a:pt x="3000947" y="718141"/>
                  <a:pt x="3004566" y="722903"/>
                  <a:pt x="3010281" y="721856"/>
                </a:cubicBezTo>
                <a:cubicBezTo>
                  <a:pt x="3015520" y="720808"/>
                  <a:pt x="3024473" y="711854"/>
                  <a:pt x="3032855" y="708711"/>
                </a:cubicBezTo>
                <a:cubicBezTo>
                  <a:pt x="3036475" y="706139"/>
                  <a:pt x="3039142" y="703949"/>
                  <a:pt x="3042761" y="700805"/>
                </a:cubicBezTo>
                <a:lnTo>
                  <a:pt x="3045333" y="699758"/>
                </a:lnTo>
                <a:lnTo>
                  <a:pt x="3053239" y="696138"/>
                </a:lnTo>
                <a:lnTo>
                  <a:pt x="3064764" y="690899"/>
                </a:lnTo>
                <a:cubicBezTo>
                  <a:pt x="3081528" y="683565"/>
                  <a:pt x="3108293" y="683565"/>
                  <a:pt x="3129248" y="688804"/>
                </a:cubicBezTo>
                <a:cubicBezTo>
                  <a:pt x="3143917" y="698234"/>
                  <a:pt x="3155442" y="710807"/>
                  <a:pt x="3164872" y="726999"/>
                </a:cubicBezTo>
                <a:lnTo>
                  <a:pt x="3166491" y="730714"/>
                </a:lnTo>
                <a:cubicBezTo>
                  <a:pt x="3167539" y="732333"/>
                  <a:pt x="3168587" y="735476"/>
                  <a:pt x="3170111" y="737572"/>
                </a:cubicBezTo>
                <a:cubicBezTo>
                  <a:pt x="3171730" y="747002"/>
                  <a:pt x="3174302" y="756908"/>
                  <a:pt x="3175349" y="766337"/>
                </a:cubicBezTo>
                <a:lnTo>
                  <a:pt x="3175349" y="770052"/>
                </a:lnTo>
                <a:cubicBezTo>
                  <a:pt x="3175349" y="772148"/>
                  <a:pt x="3174873" y="774243"/>
                  <a:pt x="3175349" y="776910"/>
                </a:cubicBezTo>
                <a:cubicBezTo>
                  <a:pt x="3175826" y="778529"/>
                  <a:pt x="3176397" y="780053"/>
                  <a:pt x="3176969" y="783768"/>
                </a:cubicBezTo>
                <a:cubicBezTo>
                  <a:pt x="3178016" y="788531"/>
                  <a:pt x="3178016" y="793769"/>
                  <a:pt x="3178493" y="798437"/>
                </a:cubicBezTo>
                <a:cubicBezTo>
                  <a:pt x="3178493" y="803675"/>
                  <a:pt x="3178969" y="809390"/>
                  <a:pt x="3179540" y="814629"/>
                </a:cubicBezTo>
                <a:cubicBezTo>
                  <a:pt x="3180016" y="821963"/>
                  <a:pt x="3179540" y="830822"/>
                  <a:pt x="3180588" y="837680"/>
                </a:cubicBezTo>
                <a:cubicBezTo>
                  <a:pt x="3181064" y="844538"/>
                  <a:pt x="3180112" y="876446"/>
                  <a:pt x="3180588" y="882257"/>
                </a:cubicBezTo>
                <a:cubicBezTo>
                  <a:pt x="3180588" y="891210"/>
                  <a:pt x="3181636" y="900545"/>
                  <a:pt x="3181636" y="908450"/>
                </a:cubicBezTo>
                <a:cubicBezTo>
                  <a:pt x="3181636" y="909974"/>
                  <a:pt x="3182684" y="931501"/>
                  <a:pt x="3182684" y="933596"/>
                </a:cubicBezTo>
                <a:lnTo>
                  <a:pt x="3183731" y="940931"/>
                </a:lnTo>
                <a:lnTo>
                  <a:pt x="3180588" y="940359"/>
                </a:lnTo>
                <a:cubicBezTo>
                  <a:pt x="3178969" y="940359"/>
                  <a:pt x="3126105" y="940931"/>
                  <a:pt x="3122962" y="941407"/>
                </a:cubicBezTo>
                <a:lnTo>
                  <a:pt x="3119819" y="941407"/>
                </a:lnTo>
                <a:cubicBezTo>
                  <a:pt x="3119819" y="940931"/>
                  <a:pt x="3120390" y="939883"/>
                  <a:pt x="3120390" y="937216"/>
                </a:cubicBezTo>
                <a:cubicBezTo>
                  <a:pt x="3121438" y="908927"/>
                  <a:pt x="3121438" y="881209"/>
                  <a:pt x="3120866" y="857587"/>
                </a:cubicBezTo>
                <a:cubicBezTo>
                  <a:pt x="3125057" y="838727"/>
                  <a:pt x="3118295" y="753860"/>
                  <a:pt x="3094673" y="738143"/>
                </a:cubicBezTo>
                <a:cubicBezTo>
                  <a:pt x="3082099" y="726618"/>
                  <a:pt x="3065907" y="730238"/>
                  <a:pt x="3052191" y="736048"/>
                </a:cubicBezTo>
                <a:cubicBezTo>
                  <a:pt x="3017139" y="751193"/>
                  <a:pt x="3016568" y="773767"/>
                  <a:pt x="3008186" y="807295"/>
                </a:cubicBezTo>
                <a:cubicBezTo>
                  <a:pt x="3007138" y="811010"/>
                  <a:pt x="3007138" y="915213"/>
                  <a:pt x="3007709" y="918356"/>
                </a:cubicBezTo>
                <a:lnTo>
                  <a:pt x="3007709" y="923024"/>
                </a:lnTo>
                <a:cubicBezTo>
                  <a:pt x="3008186" y="930358"/>
                  <a:pt x="3009329" y="938264"/>
                  <a:pt x="3009805" y="945598"/>
                </a:cubicBezTo>
                <a:lnTo>
                  <a:pt x="3006662" y="947693"/>
                </a:lnTo>
                <a:lnTo>
                  <a:pt x="3003995" y="947693"/>
                </a:lnTo>
                <a:lnTo>
                  <a:pt x="2998280" y="947217"/>
                </a:lnTo>
                <a:cubicBezTo>
                  <a:pt x="2985135" y="947217"/>
                  <a:pt x="2972562" y="947693"/>
                  <a:pt x="2959513" y="947693"/>
                </a:cubicBezTo>
                <a:lnTo>
                  <a:pt x="2954274" y="948170"/>
                </a:lnTo>
                <a:cubicBezTo>
                  <a:pt x="2953226" y="940835"/>
                  <a:pt x="2952655" y="933501"/>
                  <a:pt x="2952655" y="926738"/>
                </a:cubicBezTo>
                <a:cubicBezTo>
                  <a:pt x="2952655" y="925691"/>
                  <a:pt x="2953131" y="924643"/>
                  <a:pt x="2953131" y="923024"/>
                </a:cubicBezTo>
                <a:cubicBezTo>
                  <a:pt x="2952655" y="917213"/>
                  <a:pt x="2953607" y="884257"/>
                  <a:pt x="2954750" y="851300"/>
                </a:cubicBezTo>
                <a:cubicBezTo>
                  <a:pt x="2955798" y="818820"/>
                  <a:pt x="2956274" y="785768"/>
                  <a:pt x="2955798" y="781673"/>
                </a:cubicBezTo>
                <a:cubicBezTo>
                  <a:pt x="2954750" y="775386"/>
                  <a:pt x="2954274" y="769576"/>
                  <a:pt x="2953703" y="764909"/>
                </a:cubicBezTo>
                <a:cubicBezTo>
                  <a:pt x="2950559" y="756050"/>
                  <a:pt x="2947988" y="751764"/>
                  <a:pt x="2943225" y="745001"/>
                </a:cubicBezTo>
                <a:cubicBezTo>
                  <a:pt x="2931700" y="731381"/>
                  <a:pt x="2909697" y="731381"/>
                  <a:pt x="2897124" y="732428"/>
                </a:cubicBezTo>
                <a:cubicBezTo>
                  <a:pt x="2875121" y="733476"/>
                  <a:pt x="2864168" y="747097"/>
                  <a:pt x="2852071" y="763861"/>
                </a:cubicBezTo>
                <a:cubicBezTo>
                  <a:pt x="2846261" y="777005"/>
                  <a:pt x="2844737" y="792150"/>
                  <a:pt x="2844165" y="806247"/>
                </a:cubicBezTo>
                <a:cubicBezTo>
                  <a:pt x="2844165" y="820439"/>
                  <a:pt x="2843689" y="908355"/>
                  <a:pt x="2844165" y="918833"/>
                </a:cubicBezTo>
                <a:cubicBezTo>
                  <a:pt x="2844641" y="925691"/>
                  <a:pt x="2844641" y="934549"/>
                  <a:pt x="2845213" y="942931"/>
                </a:cubicBezTo>
                <a:moveTo>
                  <a:pt x="3011234" y="956552"/>
                </a:moveTo>
                <a:cubicBezTo>
                  <a:pt x="3014853" y="958076"/>
                  <a:pt x="3020663" y="958647"/>
                  <a:pt x="3020092" y="952361"/>
                </a:cubicBezTo>
                <a:cubicBezTo>
                  <a:pt x="3020092" y="942931"/>
                  <a:pt x="3017996" y="932453"/>
                  <a:pt x="3017520" y="922452"/>
                </a:cubicBezTo>
                <a:lnTo>
                  <a:pt x="3017520" y="918737"/>
                </a:lnTo>
                <a:cubicBezTo>
                  <a:pt x="3017520" y="917213"/>
                  <a:pt x="3017520" y="916166"/>
                  <a:pt x="3016949" y="914070"/>
                </a:cubicBezTo>
                <a:cubicBezTo>
                  <a:pt x="3016949" y="914070"/>
                  <a:pt x="3016949" y="811962"/>
                  <a:pt x="3017996" y="809295"/>
                </a:cubicBezTo>
                <a:cubicBezTo>
                  <a:pt x="3022664" y="790436"/>
                  <a:pt x="3026378" y="759003"/>
                  <a:pt x="3046762" y="749573"/>
                </a:cubicBezTo>
                <a:cubicBezTo>
                  <a:pt x="3058287" y="743763"/>
                  <a:pt x="3075051" y="734905"/>
                  <a:pt x="3087053" y="744811"/>
                </a:cubicBezTo>
                <a:lnTo>
                  <a:pt x="3090767" y="748526"/>
                </a:lnTo>
                <a:cubicBezTo>
                  <a:pt x="3106007" y="756336"/>
                  <a:pt x="3115342" y="837584"/>
                  <a:pt x="3110674" y="856920"/>
                </a:cubicBezTo>
                <a:cubicBezTo>
                  <a:pt x="3111246" y="879971"/>
                  <a:pt x="3111246" y="907784"/>
                  <a:pt x="3110198" y="933406"/>
                </a:cubicBezTo>
                <a:cubicBezTo>
                  <a:pt x="3110198" y="935025"/>
                  <a:pt x="3109722" y="936549"/>
                  <a:pt x="3109722" y="939216"/>
                </a:cubicBezTo>
                <a:cubicBezTo>
                  <a:pt x="3109722" y="939788"/>
                  <a:pt x="3109246" y="941312"/>
                  <a:pt x="3107627" y="943407"/>
                </a:cubicBezTo>
                <a:cubicBezTo>
                  <a:pt x="3101340" y="953408"/>
                  <a:pt x="3120199" y="951218"/>
                  <a:pt x="3123819" y="951218"/>
                </a:cubicBezTo>
                <a:cubicBezTo>
                  <a:pt x="3126962" y="950741"/>
                  <a:pt x="3177826" y="950170"/>
                  <a:pt x="3179350" y="950170"/>
                </a:cubicBezTo>
                <a:cubicBezTo>
                  <a:pt x="3184589" y="950741"/>
                  <a:pt x="3190304" y="954361"/>
                  <a:pt x="3193447" y="947027"/>
                </a:cubicBezTo>
                <a:cubicBezTo>
                  <a:pt x="3193923" y="945979"/>
                  <a:pt x="3193923" y="944360"/>
                  <a:pt x="3193923" y="942836"/>
                </a:cubicBezTo>
                <a:lnTo>
                  <a:pt x="3193447" y="937597"/>
                </a:lnTo>
                <a:lnTo>
                  <a:pt x="3192399" y="932358"/>
                </a:lnTo>
                <a:cubicBezTo>
                  <a:pt x="3192399" y="930263"/>
                  <a:pt x="3191351" y="909784"/>
                  <a:pt x="3191351" y="908260"/>
                </a:cubicBezTo>
                <a:cubicBezTo>
                  <a:pt x="3191351" y="900449"/>
                  <a:pt x="3190304" y="890448"/>
                  <a:pt x="3190304" y="881590"/>
                </a:cubicBezTo>
                <a:cubicBezTo>
                  <a:pt x="3189828" y="875875"/>
                  <a:pt x="3190780" y="842347"/>
                  <a:pt x="3190304" y="836060"/>
                </a:cubicBezTo>
                <a:cubicBezTo>
                  <a:pt x="3189256" y="829774"/>
                  <a:pt x="3189828" y="820820"/>
                  <a:pt x="3189256" y="814058"/>
                </a:cubicBezTo>
                <a:cubicBezTo>
                  <a:pt x="3188780" y="808343"/>
                  <a:pt x="3188208" y="802532"/>
                  <a:pt x="3188208" y="797294"/>
                </a:cubicBezTo>
                <a:cubicBezTo>
                  <a:pt x="3187732" y="792055"/>
                  <a:pt x="3187732" y="786816"/>
                  <a:pt x="3186589" y="781577"/>
                </a:cubicBezTo>
                <a:lnTo>
                  <a:pt x="3186113" y="778434"/>
                </a:lnTo>
                <a:cubicBezTo>
                  <a:pt x="3185636" y="777386"/>
                  <a:pt x="3185636" y="776339"/>
                  <a:pt x="3185065" y="774719"/>
                </a:cubicBezTo>
                <a:lnTo>
                  <a:pt x="3185065" y="765861"/>
                </a:lnTo>
                <a:cubicBezTo>
                  <a:pt x="3184017" y="755384"/>
                  <a:pt x="3181445" y="744906"/>
                  <a:pt x="3179826" y="734429"/>
                </a:cubicBezTo>
                <a:cubicBezTo>
                  <a:pt x="3179350" y="732333"/>
                  <a:pt x="3176111" y="728714"/>
                  <a:pt x="3175635" y="726618"/>
                </a:cubicBezTo>
                <a:lnTo>
                  <a:pt x="3173063" y="720808"/>
                </a:lnTo>
                <a:cubicBezTo>
                  <a:pt x="3163062" y="704044"/>
                  <a:pt x="3150584" y="690423"/>
                  <a:pt x="3132201" y="678898"/>
                </a:cubicBezTo>
                <a:cubicBezTo>
                  <a:pt x="3110198" y="673659"/>
                  <a:pt x="3080290" y="673183"/>
                  <a:pt x="3060383" y="681470"/>
                </a:cubicBezTo>
                <a:lnTo>
                  <a:pt x="3048857" y="686708"/>
                </a:lnTo>
                <a:lnTo>
                  <a:pt x="3040475" y="690899"/>
                </a:lnTo>
                <a:lnTo>
                  <a:pt x="3037332" y="692519"/>
                </a:lnTo>
                <a:cubicBezTo>
                  <a:pt x="3033617" y="694043"/>
                  <a:pt x="3031046" y="697757"/>
                  <a:pt x="3027331" y="699853"/>
                </a:cubicBezTo>
                <a:cubicBezTo>
                  <a:pt x="3020568" y="702996"/>
                  <a:pt x="3014186" y="706711"/>
                  <a:pt x="3007900" y="708806"/>
                </a:cubicBezTo>
                <a:lnTo>
                  <a:pt x="3006852" y="706235"/>
                </a:lnTo>
                <a:cubicBezTo>
                  <a:pt x="3005804" y="704615"/>
                  <a:pt x="3005233" y="702520"/>
                  <a:pt x="3002661" y="698329"/>
                </a:cubicBezTo>
                <a:cubicBezTo>
                  <a:pt x="2984278" y="673659"/>
                  <a:pt x="2943987" y="664229"/>
                  <a:pt x="2908840" y="671564"/>
                </a:cubicBezTo>
                <a:cubicBezTo>
                  <a:pt x="2907792" y="672135"/>
                  <a:pt x="2906745" y="672611"/>
                  <a:pt x="2905697" y="673183"/>
                </a:cubicBezTo>
                <a:lnTo>
                  <a:pt x="2900458" y="675278"/>
                </a:lnTo>
                <a:lnTo>
                  <a:pt x="2896267" y="677374"/>
                </a:lnTo>
                <a:lnTo>
                  <a:pt x="2888933" y="680517"/>
                </a:lnTo>
                <a:cubicBezTo>
                  <a:pt x="2885218" y="681565"/>
                  <a:pt x="2880074" y="684232"/>
                  <a:pt x="2875788" y="686804"/>
                </a:cubicBezTo>
                <a:lnTo>
                  <a:pt x="2869978" y="690518"/>
                </a:lnTo>
                <a:cubicBezTo>
                  <a:pt x="2867882" y="692138"/>
                  <a:pt x="2865787" y="693662"/>
                  <a:pt x="2864168" y="694709"/>
                </a:cubicBezTo>
                <a:lnTo>
                  <a:pt x="2861596" y="696805"/>
                </a:lnTo>
                <a:cubicBezTo>
                  <a:pt x="2861120" y="697376"/>
                  <a:pt x="2860072" y="698424"/>
                  <a:pt x="2859500" y="699472"/>
                </a:cubicBezTo>
                <a:lnTo>
                  <a:pt x="2857976" y="702615"/>
                </a:lnTo>
                <a:cubicBezTo>
                  <a:pt x="2856929" y="704139"/>
                  <a:pt x="2855881" y="705187"/>
                  <a:pt x="2854262" y="705758"/>
                </a:cubicBezTo>
                <a:lnTo>
                  <a:pt x="2851690" y="705758"/>
                </a:lnTo>
                <a:cubicBezTo>
                  <a:pt x="2851690" y="696805"/>
                  <a:pt x="2853785" y="687375"/>
                  <a:pt x="2851690" y="678517"/>
                </a:cubicBezTo>
                <a:cubicBezTo>
                  <a:pt x="2849595" y="669087"/>
                  <a:pt x="2812923" y="676421"/>
                  <a:pt x="2808732" y="676993"/>
                </a:cubicBezTo>
                <a:cubicBezTo>
                  <a:pt x="2804065" y="677469"/>
                  <a:pt x="2799303" y="676993"/>
                  <a:pt x="2795588" y="677469"/>
                </a:cubicBezTo>
                <a:lnTo>
                  <a:pt x="2784634" y="677469"/>
                </a:lnTo>
                <a:cubicBezTo>
                  <a:pt x="2781491" y="678041"/>
                  <a:pt x="2775776" y="678041"/>
                  <a:pt x="2774156" y="681660"/>
                </a:cubicBezTo>
                <a:cubicBezTo>
                  <a:pt x="2769965" y="692138"/>
                  <a:pt x="2774633" y="755003"/>
                  <a:pt x="2777871" y="771290"/>
                </a:cubicBezTo>
                <a:cubicBezTo>
                  <a:pt x="2777871" y="780720"/>
                  <a:pt x="2775776" y="905879"/>
                  <a:pt x="2776823" y="914832"/>
                </a:cubicBezTo>
                <a:cubicBezTo>
                  <a:pt x="2777395" y="923690"/>
                  <a:pt x="2775299" y="944645"/>
                  <a:pt x="2774252" y="947789"/>
                </a:cubicBezTo>
                <a:cubicBezTo>
                  <a:pt x="2771680" y="955694"/>
                  <a:pt x="2781586" y="954551"/>
                  <a:pt x="2786348" y="954551"/>
                </a:cubicBezTo>
                <a:cubicBezTo>
                  <a:pt x="2806256" y="950360"/>
                  <a:pt x="2829878" y="951980"/>
                  <a:pt x="2849690" y="953504"/>
                </a:cubicBezTo>
                <a:cubicBezTo>
                  <a:pt x="2855405" y="954075"/>
                  <a:pt x="2855976" y="948265"/>
                  <a:pt x="2855405" y="944645"/>
                </a:cubicBezTo>
                <a:cubicBezTo>
                  <a:pt x="2854357" y="935787"/>
                  <a:pt x="2854357" y="925786"/>
                  <a:pt x="2853881" y="918452"/>
                </a:cubicBezTo>
                <a:cubicBezTo>
                  <a:pt x="2853309" y="907974"/>
                  <a:pt x="2853881" y="820535"/>
                  <a:pt x="2854357" y="806342"/>
                </a:cubicBezTo>
                <a:cubicBezTo>
                  <a:pt x="2854357" y="792722"/>
                  <a:pt x="2855976" y="779101"/>
                  <a:pt x="2860643" y="768147"/>
                </a:cubicBezTo>
                <a:cubicBezTo>
                  <a:pt x="2870549" y="755003"/>
                  <a:pt x="2878931" y="743477"/>
                  <a:pt x="2897315" y="742525"/>
                </a:cubicBezTo>
                <a:cubicBezTo>
                  <a:pt x="2910459" y="741477"/>
                  <a:pt x="2927128" y="742525"/>
                  <a:pt x="2935510" y="751383"/>
                </a:cubicBezTo>
                <a:cubicBezTo>
                  <a:pt x="2939224" y="757098"/>
                  <a:pt x="2940749" y="760813"/>
                  <a:pt x="2943892" y="767576"/>
                </a:cubicBezTo>
                <a:cubicBezTo>
                  <a:pt x="2943892" y="771290"/>
                  <a:pt x="2944368" y="776434"/>
                  <a:pt x="2945511" y="783292"/>
                </a:cubicBezTo>
                <a:cubicBezTo>
                  <a:pt x="2945987" y="785864"/>
                  <a:pt x="2944940" y="817868"/>
                  <a:pt x="2944463" y="850919"/>
                </a:cubicBezTo>
                <a:cubicBezTo>
                  <a:pt x="2943416" y="884447"/>
                  <a:pt x="2942368" y="917975"/>
                  <a:pt x="2942368" y="923690"/>
                </a:cubicBezTo>
                <a:cubicBezTo>
                  <a:pt x="2940272" y="926834"/>
                  <a:pt x="2943987" y="949408"/>
                  <a:pt x="2943987" y="953027"/>
                </a:cubicBezTo>
                <a:cubicBezTo>
                  <a:pt x="2944463" y="958266"/>
                  <a:pt x="2950750" y="958266"/>
                  <a:pt x="2953988" y="958266"/>
                </a:cubicBezTo>
                <a:lnTo>
                  <a:pt x="2959703" y="957790"/>
                </a:lnTo>
                <a:cubicBezTo>
                  <a:pt x="2972276" y="957790"/>
                  <a:pt x="2984849" y="957218"/>
                  <a:pt x="2997422" y="957218"/>
                </a:cubicBezTo>
                <a:lnTo>
                  <a:pt x="3004280" y="957790"/>
                </a:lnTo>
                <a:lnTo>
                  <a:pt x="3007424" y="957790"/>
                </a:lnTo>
                <a:cubicBezTo>
                  <a:pt x="3007900" y="957790"/>
                  <a:pt x="3009043" y="957790"/>
                  <a:pt x="3011138" y="956742"/>
                </a:cubicBezTo>
                <a:moveTo>
                  <a:pt x="2553272" y="843109"/>
                </a:moveTo>
                <a:cubicBezTo>
                  <a:pt x="2551653" y="843680"/>
                  <a:pt x="2549557" y="844157"/>
                  <a:pt x="2548033" y="845204"/>
                </a:cubicBezTo>
                <a:cubicBezTo>
                  <a:pt x="2545937" y="846252"/>
                  <a:pt x="2544890" y="847300"/>
                  <a:pt x="2541746" y="849395"/>
                </a:cubicBezTo>
                <a:lnTo>
                  <a:pt x="2537079" y="852062"/>
                </a:lnTo>
                <a:cubicBezTo>
                  <a:pt x="2524982" y="863016"/>
                  <a:pt x="2524982" y="881876"/>
                  <a:pt x="2530793" y="896544"/>
                </a:cubicBezTo>
                <a:lnTo>
                  <a:pt x="2532888" y="899211"/>
                </a:lnTo>
                <a:cubicBezTo>
                  <a:pt x="2545461" y="915975"/>
                  <a:pt x="2563273" y="919595"/>
                  <a:pt x="2580037" y="921214"/>
                </a:cubicBezTo>
                <a:cubicBezTo>
                  <a:pt x="2588895" y="922262"/>
                  <a:pt x="2601563" y="914927"/>
                  <a:pt x="2609374" y="910736"/>
                </a:cubicBezTo>
                <a:cubicBezTo>
                  <a:pt x="2614041" y="908069"/>
                  <a:pt x="2618804" y="906545"/>
                  <a:pt x="2622518" y="902831"/>
                </a:cubicBezTo>
                <a:cubicBezTo>
                  <a:pt x="2632996" y="893401"/>
                  <a:pt x="2636615" y="877208"/>
                  <a:pt x="2639282" y="864064"/>
                </a:cubicBezTo>
                <a:cubicBezTo>
                  <a:pt x="2642426" y="853586"/>
                  <a:pt x="2640902" y="842061"/>
                  <a:pt x="2639854" y="831584"/>
                </a:cubicBezTo>
                <a:cubicBezTo>
                  <a:pt x="2639282" y="827869"/>
                  <a:pt x="2637758" y="821582"/>
                  <a:pt x="2632996" y="821582"/>
                </a:cubicBezTo>
                <a:lnTo>
                  <a:pt x="2630424" y="822154"/>
                </a:lnTo>
                <a:lnTo>
                  <a:pt x="2626805" y="822630"/>
                </a:lnTo>
                <a:lnTo>
                  <a:pt x="2614708" y="825297"/>
                </a:lnTo>
                <a:cubicBezTo>
                  <a:pt x="2605849" y="827393"/>
                  <a:pt x="2595848" y="829488"/>
                  <a:pt x="2592229" y="830536"/>
                </a:cubicBezTo>
                <a:lnTo>
                  <a:pt x="2578037" y="834155"/>
                </a:lnTo>
                <a:lnTo>
                  <a:pt x="2568131" y="837299"/>
                </a:lnTo>
                <a:lnTo>
                  <a:pt x="2564416" y="838346"/>
                </a:lnTo>
                <a:cubicBezTo>
                  <a:pt x="2561844" y="839394"/>
                  <a:pt x="2560225" y="840918"/>
                  <a:pt x="2557653" y="842061"/>
                </a:cubicBezTo>
                <a:lnTo>
                  <a:pt x="2553462" y="843109"/>
                </a:lnTo>
                <a:close/>
                <a:moveTo>
                  <a:pt x="2629757" y="832631"/>
                </a:moveTo>
                <a:cubicBezTo>
                  <a:pt x="2630805" y="842061"/>
                  <a:pt x="2632329" y="852062"/>
                  <a:pt x="2629757" y="861968"/>
                </a:cubicBezTo>
                <a:cubicBezTo>
                  <a:pt x="2627186" y="872446"/>
                  <a:pt x="2623947" y="887591"/>
                  <a:pt x="2615660" y="895496"/>
                </a:cubicBezTo>
                <a:cubicBezTo>
                  <a:pt x="2612517" y="898640"/>
                  <a:pt x="2608326" y="899687"/>
                  <a:pt x="2604611" y="901783"/>
                </a:cubicBezTo>
                <a:cubicBezTo>
                  <a:pt x="2598325" y="904926"/>
                  <a:pt x="2592610" y="908546"/>
                  <a:pt x="2585752" y="910641"/>
                </a:cubicBezTo>
                <a:cubicBezTo>
                  <a:pt x="2571560" y="914832"/>
                  <a:pt x="2549081" y="904355"/>
                  <a:pt x="2539079" y="890734"/>
                </a:cubicBezTo>
                <a:cubicBezTo>
                  <a:pt x="2534888" y="879780"/>
                  <a:pt x="2536984" y="865588"/>
                  <a:pt x="2544318" y="859301"/>
                </a:cubicBezTo>
                <a:lnTo>
                  <a:pt x="2546890" y="857777"/>
                </a:lnTo>
                <a:lnTo>
                  <a:pt x="2550033" y="856253"/>
                </a:lnTo>
                <a:lnTo>
                  <a:pt x="2552129" y="854158"/>
                </a:lnTo>
                <a:cubicBezTo>
                  <a:pt x="2553176" y="853682"/>
                  <a:pt x="2554796" y="853110"/>
                  <a:pt x="2555843" y="852634"/>
                </a:cubicBezTo>
                <a:lnTo>
                  <a:pt x="2560034" y="851586"/>
                </a:lnTo>
                <a:cubicBezTo>
                  <a:pt x="2562606" y="850538"/>
                  <a:pt x="2565845" y="850062"/>
                  <a:pt x="2567940" y="847871"/>
                </a:cubicBezTo>
                <a:lnTo>
                  <a:pt x="2571083" y="846824"/>
                </a:lnTo>
                <a:lnTo>
                  <a:pt x="2580513" y="844157"/>
                </a:lnTo>
                <a:lnTo>
                  <a:pt x="2594705" y="839966"/>
                </a:lnTo>
                <a:cubicBezTo>
                  <a:pt x="2598420" y="838918"/>
                  <a:pt x="2608326" y="836822"/>
                  <a:pt x="2616708" y="835298"/>
                </a:cubicBezTo>
                <a:lnTo>
                  <a:pt x="2629853" y="832631"/>
                </a:lnTo>
                <a:close/>
                <a:moveTo>
                  <a:pt x="2473071" y="757765"/>
                </a:moveTo>
                <a:cubicBezTo>
                  <a:pt x="2474690" y="752526"/>
                  <a:pt x="2476214" y="747287"/>
                  <a:pt x="2477262" y="741572"/>
                </a:cubicBezTo>
                <a:cubicBezTo>
                  <a:pt x="2487740" y="724808"/>
                  <a:pt x="2500313" y="710140"/>
                  <a:pt x="2516029" y="699662"/>
                </a:cubicBezTo>
                <a:cubicBezTo>
                  <a:pt x="2518124" y="696995"/>
                  <a:pt x="2520220" y="695948"/>
                  <a:pt x="2522791" y="693852"/>
                </a:cubicBezTo>
                <a:lnTo>
                  <a:pt x="2528030" y="691280"/>
                </a:lnTo>
                <a:cubicBezTo>
                  <a:pt x="2529649" y="690709"/>
                  <a:pt x="2531174" y="689756"/>
                  <a:pt x="2532793" y="688709"/>
                </a:cubicBezTo>
                <a:cubicBezTo>
                  <a:pt x="2540127" y="686613"/>
                  <a:pt x="2547461" y="683470"/>
                  <a:pt x="2554796" y="681851"/>
                </a:cubicBezTo>
                <a:lnTo>
                  <a:pt x="2572607" y="679279"/>
                </a:lnTo>
                <a:lnTo>
                  <a:pt x="2575179" y="678231"/>
                </a:lnTo>
                <a:lnTo>
                  <a:pt x="2577751" y="677183"/>
                </a:lnTo>
                <a:cubicBezTo>
                  <a:pt x="2586133" y="676136"/>
                  <a:pt x="2595563" y="676136"/>
                  <a:pt x="2603468" y="676136"/>
                </a:cubicBezTo>
                <a:cubicBezTo>
                  <a:pt x="2609279" y="676136"/>
                  <a:pt x="2614422" y="677183"/>
                  <a:pt x="2619185" y="677660"/>
                </a:cubicBezTo>
                <a:cubicBezTo>
                  <a:pt x="2629186" y="678231"/>
                  <a:pt x="2639663" y="677660"/>
                  <a:pt x="2649570" y="680803"/>
                </a:cubicBezTo>
                <a:cubicBezTo>
                  <a:pt x="2663190" y="684518"/>
                  <a:pt x="2674715" y="694424"/>
                  <a:pt x="2685764" y="703853"/>
                </a:cubicBezTo>
                <a:cubicBezTo>
                  <a:pt x="2689384" y="708616"/>
                  <a:pt x="2694146" y="713855"/>
                  <a:pt x="2695670" y="720617"/>
                </a:cubicBezTo>
                <a:cubicBezTo>
                  <a:pt x="2699861" y="735857"/>
                  <a:pt x="2699385" y="752621"/>
                  <a:pt x="2699861" y="768338"/>
                </a:cubicBezTo>
                <a:cubicBezTo>
                  <a:pt x="2699861" y="774053"/>
                  <a:pt x="2699385" y="779863"/>
                  <a:pt x="2698814" y="785673"/>
                </a:cubicBezTo>
                <a:cubicBezTo>
                  <a:pt x="2698814" y="791388"/>
                  <a:pt x="2699861" y="852729"/>
                  <a:pt x="2699385" y="867398"/>
                </a:cubicBezTo>
                <a:cubicBezTo>
                  <a:pt x="2699385" y="869493"/>
                  <a:pt x="2700433" y="894639"/>
                  <a:pt x="2702528" y="906164"/>
                </a:cubicBezTo>
                <a:cubicBezTo>
                  <a:pt x="2705100" y="917690"/>
                  <a:pt x="2707767" y="928643"/>
                  <a:pt x="2709291" y="937597"/>
                </a:cubicBezTo>
                <a:cubicBezTo>
                  <a:pt x="2709291" y="939692"/>
                  <a:pt x="2709767" y="941312"/>
                  <a:pt x="2710910" y="944931"/>
                </a:cubicBezTo>
                <a:cubicBezTo>
                  <a:pt x="2696718" y="947598"/>
                  <a:pt x="2682621" y="952265"/>
                  <a:pt x="2667953" y="951218"/>
                </a:cubicBezTo>
                <a:lnTo>
                  <a:pt x="2658999" y="949694"/>
                </a:lnTo>
                <a:cubicBezTo>
                  <a:pt x="2655856" y="949694"/>
                  <a:pt x="2652713" y="950170"/>
                  <a:pt x="2650141" y="950170"/>
                </a:cubicBezTo>
                <a:cubicBezTo>
                  <a:pt x="2648617" y="942836"/>
                  <a:pt x="2648045" y="930263"/>
                  <a:pt x="2638139" y="930263"/>
                </a:cubicBezTo>
                <a:cubicBezTo>
                  <a:pt x="2634996" y="930263"/>
                  <a:pt x="2632329" y="932358"/>
                  <a:pt x="2630234" y="933406"/>
                </a:cubicBezTo>
                <a:lnTo>
                  <a:pt x="2627090" y="935501"/>
                </a:lnTo>
                <a:cubicBezTo>
                  <a:pt x="2626043" y="935978"/>
                  <a:pt x="2623376" y="937597"/>
                  <a:pt x="2621852" y="939121"/>
                </a:cubicBezTo>
                <a:lnTo>
                  <a:pt x="2617184" y="942264"/>
                </a:lnTo>
                <a:cubicBezTo>
                  <a:pt x="2609374" y="946455"/>
                  <a:pt x="2603087" y="949598"/>
                  <a:pt x="2595182" y="951694"/>
                </a:cubicBezTo>
                <a:cubicBezTo>
                  <a:pt x="2584228" y="954361"/>
                  <a:pt x="2574798" y="955885"/>
                  <a:pt x="2563273" y="956361"/>
                </a:cubicBezTo>
                <a:lnTo>
                  <a:pt x="2545937" y="957980"/>
                </a:lnTo>
                <a:cubicBezTo>
                  <a:pt x="2527078" y="959504"/>
                  <a:pt x="2513933" y="953218"/>
                  <a:pt x="2496693" y="946455"/>
                </a:cubicBezTo>
                <a:lnTo>
                  <a:pt x="2494121" y="944360"/>
                </a:lnTo>
                <a:lnTo>
                  <a:pt x="2488311" y="940645"/>
                </a:lnTo>
                <a:lnTo>
                  <a:pt x="2480977" y="935406"/>
                </a:lnTo>
                <a:lnTo>
                  <a:pt x="2478881" y="932263"/>
                </a:lnTo>
                <a:lnTo>
                  <a:pt x="2475738" y="927024"/>
                </a:lnTo>
                <a:cubicBezTo>
                  <a:pt x="2471547" y="920166"/>
                  <a:pt x="2473643" y="923881"/>
                  <a:pt x="2470499" y="918642"/>
                </a:cubicBezTo>
                <a:cubicBezTo>
                  <a:pt x="2466308" y="913403"/>
                  <a:pt x="2464689" y="900830"/>
                  <a:pt x="2462117" y="893972"/>
                </a:cubicBezTo>
                <a:cubicBezTo>
                  <a:pt x="2460022" y="887210"/>
                  <a:pt x="2460022" y="879875"/>
                  <a:pt x="2462117" y="870446"/>
                </a:cubicBezTo>
                <a:cubicBezTo>
                  <a:pt x="2462594" y="866255"/>
                  <a:pt x="2463165" y="862064"/>
                  <a:pt x="2464213" y="858920"/>
                </a:cubicBezTo>
                <a:lnTo>
                  <a:pt x="2465261" y="855301"/>
                </a:lnTo>
                <a:lnTo>
                  <a:pt x="2467832" y="849014"/>
                </a:lnTo>
                <a:cubicBezTo>
                  <a:pt x="2477262" y="825488"/>
                  <a:pt x="2501837" y="808724"/>
                  <a:pt x="2526506" y="805580"/>
                </a:cubicBezTo>
                <a:lnTo>
                  <a:pt x="2548985" y="803485"/>
                </a:lnTo>
                <a:cubicBezTo>
                  <a:pt x="2549462" y="803485"/>
                  <a:pt x="2551557" y="803485"/>
                  <a:pt x="2553653" y="802913"/>
                </a:cubicBezTo>
                <a:lnTo>
                  <a:pt x="2562035" y="802437"/>
                </a:lnTo>
                <a:lnTo>
                  <a:pt x="2574131" y="801866"/>
                </a:lnTo>
                <a:cubicBezTo>
                  <a:pt x="2577751" y="801866"/>
                  <a:pt x="2587276" y="800818"/>
                  <a:pt x="2596610" y="799770"/>
                </a:cubicBezTo>
                <a:cubicBezTo>
                  <a:pt x="2605469" y="798722"/>
                  <a:pt x="2631662" y="792436"/>
                  <a:pt x="2636901" y="783006"/>
                </a:cubicBezTo>
                <a:lnTo>
                  <a:pt x="2638997" y="778339"/>
                </a:lnTo>
                <a:lnTo>
                  <a:pt x="2640045" y="775196"/>
                </a:lnTo>
                <a:cubicBezTo>
                  <a:pt x="2640521" y="773576"/>
                  <a:pt x="2641092" y="771481"/>
                  <a:pt x="2640521" y="769957"/>
                </a:cubicBezTo>
                <a:cubicBezTo>
                  <a:pt x="2638425" y="755288"/>
                  <a:pt x="2639473" y="735953"/>
                  <a:pt x="2624328" y="725951"/>
                </a:cubicBezTo>
                <a:cubicBezTo>
                  <a:pt x="2616422" y="720713"/>
                  <a:pt x="2604897" y="719093"/>
                  <a:pt x="2597087" y="719093"/>
                </a:cubicBezTo>
                <a:cubicBezTo>
                  <a:pt x="2590324" y="718522"/>
                  <a:pt x="2583466" y="720141"/>
                  <a:pt x="2578227" y="721189"/>
                </a:cubicBezTo>
                <a:cubicBezTo>
                  <a:pt x="2570893" y="722808"/>
                  <a:pt x="2558320" y="726999"/>
                  <a:pt x="2552033" y="732238"/>
                </a:cubicBezTo>
                <a:cubicBezTo>
                  <a:pt x="2549938" y="734333"/>
                  <a:pt x="2547366" y="737477"/>
                  <a:pt x="2546318" y="739572"/>
                </a:cubicBezTo>
                <a:lnTo>
                  <a:pt x="2542604" y="745859"/>
                </a:lnTo>
                <a:cubicBezTo>
                  <a:pt x="2540032" y="751097"/>
                  <a:pt x="2537936" y="754717"/>
                  <a:pt x="2535841" y="759479"/>
                </a:cubicBezTo>
                <a:lnTo>
                  <a:pt x="2532698" y="759479"/>
                </a:lnTo>
                <a:cubicBezTo>
                  <a:pt x="2529554" y="759479"/>
                  <a:pt x="2526411" y="758432"/>
                  <a:pt x="2522696" y="758432"/>
                </a:cubicBezTo>
                <a:cubicBezTo>
                  <a:pt x="2518982" y="757860"/>
                  <a:pt x="2506980" y="757860"/>
                  <a:pt x="2494883" y="757384"/>
                </a:cubicBezTo>
                <a:lnTo>
                  <a:pt x="2479167" y="757384"/>
                </a:lnTo>
                <a:lnTo>
                  <a:pt x="2472881" y="757955"/>
                </a:lnTo>
                <a:close/>
                <a:moveTo>
                  <a:pt x="2627090" y="946836"/>
                </a:moveTo>
                <a:lnTo>
                  <a:pt x="2632329" y="943693"/>
                </a:lnTo>
                <a:lnTo>
                  <a:pt x="2635472" y="942169"/>
                </a:lnTo>
                <a:lnTo>
                  <a:pt x="2637568" y="940645"/>
                </a:lnTo>
                <a:cubicBezTo>
                  <a:pt x="2638616" y="943788"/>
                  <a:pt x="2639092" y="946931"/>
                  <a:pt x="2639663" y="950075"/>
                </a:cubicBezTo>
                <a:cubicBezTo>
                  <a:pt x="2642235" y="964267"/>
                  <a:pt x="2645378" y="959504"/>
                  <a:pt x="2658523" y="960076"/>
                </a:cubicBezTo>
                <a:lnTo>
                  <a:pt x="2666905" y="961600"/>
                </a:lnTo>
                <a:cubicBezTo>
                  <a:pt x="2684240" y="962171"/>
                  <a:pt x="2700433" y="956361"/>
                  <a:pt x="2717673" y="953789"/>
                </a:cubicBezTo>
                <a:cubicBezTo>
                  <a:pt x="2722912" y="953218"/>
                  <a:pt x="2721864" y="947979"/>
                  <a:pt x="2720816" y="944931"/>
                </a:cubicBezTo>
                <a:lnTo>
                  <a:pt x="2719769" y="940740"/>
                </a:lnTo>
                <a:cubicBezTo>
                  <a:pt x="2719292" y="939216"/>
                  <a:pt x="2719292" y="938073"/>
                  <a:pt x="2719292" y="936549"/>
                </a:cubicBezTo>
                <a:cubicBezTo>
                  <a:pt x="2717673" y="927691"/>
                  <a:pt x="2715101" y="915594"/>
                  <a:pt x="2712530" y="904069"/>
                </a:cubicBezTo>
                <a:cubicBezTo>
                  <a:pt x="2710434" y="893591"/>
                  <a:pt x="2709386" y="871112"/>
                  <a:pt x="2709386" y="866350"/>
                </a:cubicBezTo>
                <a:cubicBezTo>
                  <a:pt x="2709863" y="852729"/>
                  <a:pt x="2708910" y="791960"/>
                  <a:pt x="2708910" y="786149"/>
                </a:cubicBezTo>
                <a:cubicBezTo>
                  <a:pt x="2709386" y="780434"/>
                  <a:pt x="2709958" y="774148"/>
                  <a:pt x="2709958" y="768338"/>
                </a:cubicBezTo>
                <a:cubicBezTo>
                  <a:pt x="2709482" y="751574"/>
                  <a:pt x="2709958" y="733762"/>
                  <a:pt x="2705767" y="718046"/>
                </a:cubicBezTo>
                <a:cubicBezTo>
                  <a:pt x="2703671" y="709664"/>
                  <a:pt x="2698433" y="703377"/>
                  <a:pt x="2692622" y="696614"/>
                </a:cubicBezTo>
                <a:cubicBezTo>
                  <a:pt x="2680526" y="686137"/>
                  <a:pt x="2668048" y="675659"/>
                  <a:pt x="2652236" y="670897"/>
                </a:cubicBezTo>
                <a:cubicBezTo>
                  <a:pt x="2641759" y="667754"/>
                  <a:pt x="2630710" y="668325"/>
                  <a:pt x="2620328" y="667754"/>
                </a:cubicBezTo>
                <a:cubicBezTo>
                  <a:pt x="2615089" y="667277"/>
                  <a:pt x="2609374" y="666230"/>
                  <a:pt x="2603564" y="666230"/>
                </a:cubicBezTo>
                <a:cubicBezTo>
                  <a:pt x="2595182" y="666230"/>
                  <a:pt x="2584704" y="666230"/>
                  <a:pt x="2574227" y="667754"/>
                </a:cubicBezTo>
                <a:lnTo>
                  <a:pt x="2570036" y="669373"/>
                </a:lnTo>
                <a:lnTo>
                  <a:pt x="2552224" y="671945"/>
                </a:lnTo>
                <a:cubicBezTo>
                  <a:pt x="2544890" y="674040"/>
                  <a:pt x="2537079" y="677183"/>
                  <a:pt x="2527649" y="679850"/>
                </a:cubicBezTo>
                <a:cubicBezTo>
                  <a:pt x="2526030" y="680898"/>
                  <a:pt x="2525078" y="681946"/>
                  <a:pt x="2523458" y="682422"/>
                </a:cubicBezTo>
                <a:lnTo>
                  <a:pt x="2518220" y="685565"/>
                </a:lnTo>
                <a:cubicBezTo>
                  <a:pt x="2514505" y="687089"/>
                  <a:pt x="2511933" y="689280"/>
                  <a:pt x="2508790" y="692900"/>
                </a:cubicBezTo>
                <a:cubicBezTo>
                  <a:pt x="2492502" y="703377"/>
                  <a:pt x="2479453" y="719665"/>
                  <a:pt x="2467928" y="739001"/>
                </a:cubicBezTo>
                <a:cubicBezTo>
                  <a:pt x="2466308" y="746335"/>
                  <a:pt x="2463737" y="753669"/>
                  <a:pt x="2461641" y="760432"/>
                </a:cubicBezTo>
                <a:cubicBezTo>
                  <a:pt x="2460022" y="765194"/>
                  <a:pt x="2464213" y="766718"/>
                  <a:pt x="2467451" y="767290"/>
                </a:cubicBezTo>
                <a:lnTo>
                  <a:pt x="2470595" y="767861"/>
                </a:lnTo>
                <a:cubicBezTo>
                  <a:pt x="2474786" y="767290"/>
                  <a:pt x="2474309" y="767290"/>
                  <a:pt x="2474786" y="767861"/>
                </a:cubicBezTo>
                <a:lnTo>
                  <a:pt x="2495169" y="767861"/>
                </a:lnTo>
                <a:cubicBezTo>
                  <a:pt x="2506695" y="767861"/>
                  <a:pt x="2518791" y="768433"/>
                  <a:pt x="2522411" y="768433"/>
                </a:cubicBezTo>
                <a:cubicBezTo>
                  <a:pt x="2546985" y="770528"/>
                  <a:pt x="2539174" y="772624"/>
                  <a:pt x="2551748" y="751097"/>
                </a:cubicBezTo>
                <a:lnTo>
                  <a:pt x="2555462" y="744811"/>
                </a:lnTo>
                <a:cubicBezTo>
                  <a:pt x="2556510" y="742715"/>
                  <a:pt x="2557558" y="740620"/>
                  <a:pt x="2559177" y="739572"/>
                </a:cubicBezTo>
                <a:cubicBezTo>
                  <a:pt x="2563368" y="735857"/>
                  <a:pt x="2573274" y="732714"/>
                  <a:pt x="2580608" y="730619"/>
                </a:cubicBezTo>
                <a:cubicBezTo>
                  <a:pt x="2585847" y="730142"/>
                  <a:pt x="2591562" y="729095"/>
                  <a:pt x="2597372" y="729095"/>
                </a:cubicBezTo>
                <a:cubicBezTo>
                  <a:pt x="2604707" y="729095"/>
                  <a:pt x="2614136" y="730619"/>
                  <a:pt x="2618899" y="734333"/>
                </a:cubicBezTo>
                <a:cubicBezTo>
                  <a:pt x="2630424" y="741668"/>
                  <a:pt x="2629376" y="761099"/>
                  <a:pt x="2630900" y="771576"/>
                </a:cubicBezTo>
                <a:lnTo>
                  <a:pt x="2629853" y="774719"/>
                </a:lnTo>
                <a:lnTo>
                  <a:pt x="2625662" y="779958"/>
                </a:lnTo>
                <a:cubicBezTo>
                  <a:pt x="2606802" y="790436"/>
                  <a:pt x="2594229" y="789388"/>
                  <a:pt x="2573274" y="792055"/>
                </a:cubicBezTo>
                <a:lnTo>
                  <a:pt x="2561749" y="792626"/>
                </a:lnTo>
                <a:lnTo>
                  <a:pt x="2552891" y="793103"/>
                </a:lnTo>
                <a:lnTo>
                  <a:pt x="2547652" y="793674"/>
                </a:lnTo>
                <a:lnTo>
                  <a:pt x="2525649" y="795770"/>
                </a:lnTo>
                <a:cubicBezTo>
                  <a:pt x="2497360" y="799484"/>
                  <a:pt x="2469642" y="818249"/>
                  <a:pt x="2458593" y="845014"/>
                </a:cubicBezTo>
                <a:lnTo>
                  <a:pt x="2455926" y="851872"/>
                </a:lnTo>
                <a:lnTo>
                  <a:pt x="2454402" y="856539"/>
                </a:lnTo>
                <a:cubicBezTo>
                  <a:pt x="2453354" y="859682"/>
                  <a:pt x="2452783" y="863873"/>
                  <a:pt x="2452307" y="868636"/>
                </a:cubicBezTo>
                <a:cubicBezTo>
                  <a:pt x="2449640" y="879590"/>
                  <a:pt x="2450211" y="889019"/>
                  <a:pt x="2452783" y="897401"/>
                </a:cubicBezTo>
                <a:cubicBezTo>
                  <a:pt x="2455926" y="906260"/>
                  <a:pt x="2456974" y="917785"/>
                  <a:pt x="2463260" y="925691"/>
                </a:cubicBezTo>
                <a:cubicBezTo>
                  <a:pt x="2466404" y="931501"/>
                  <a:pt x="2463260" y="925691"/>
                  <a:pt x="2466880" y="932453"/>
                </a:cubicBezTo>
                <a:lnTo>
                  <a:pt x="2470023" y="937692"/>
                </a:lnTo>
                <a:lnTo>
                  <a:pt x="2472595" y="941883"/>
                </a:lnTo>
                <a:cubicBezTo>
                  <a:pt x="2473071" y="942359"/>
                  <a:pt x="2473643" y="942931"/>
                  <a:pt x="2476786" y="945026"/>
                </a:cubicBezTo>
                <a:lnTo>
                  <a:pt x="2482596" y="949217"/>
                </a:lnTo>
                <a:lnTo>
                  <a:pt x="2488311" y="952932"/>
                </a:lnTo>
                <a:lnTo>
                  <a:pt x="2492502" y="955504"/>
                </a:lnTo>
                <a:cubicBezTo>
                  <a:pt x="2511933" y="963314"/>
                  <a:pt x="2524982" y="969601"/>
                  <a:pt x="2546985" y="968077"/>
                </a:cubicBezTo>
                <a:lnTo>
                  <a:pt x="2563749" y="966553"/>
                </a:lnTo>
                <a:cubicBezTo>
                  <a:pt x="2575751" y="966077"/>
                  <a:pt x="2586228" y="963981"/>
                  <a:pt x="2597753" y="961314"/>
                </a:cubicBezTo>
                <a:cubicBezTo>
                  <a:pt x="2606612" y="959219"/>
                  <a:pt x="2614041" y="955504"/>
                  <a:pt x="2622899" y="950837"/>
                </a:cubicBezTo>
                <a:lnTo>
                  <a:pt x="2625471" y="948170"/>
                </a:lnTo>
                <a:lnTo>
                  <a:pt x="2627090" y="947122"/>
                </a:lnTo>
                <a:close/>
                <a:moveTo>
                  <a:pt x="2225326" y="870922"/>
                </a:moveTo>
                <a:cubicBezTo>
                  <a:pt x="2226374" y="876732"/>
                  <a:pt x="2228469" y="881876"/>
                  <a:pt x="2233708" y="887686"/>
                </a:cubicBezTo>
                <a:cubicBezTo>
                  <a:pt x="2243138" y="909117"/>
                  <a:pt x="2319052" y="934835"/>
                  <a:pt x="2335340" y="898640"/>
                </a:cubicBezTo>
                <a:cubicBezTo>
                  <a:pt x="2336864" y="897116"/>
                  <a:pt x="2338483" y="895496"/>
                  <a:pt x="2340007" y="891305"/>
                </a:cubicBezTo>
                <a:cubicBezTo>
                  <a:pt x="2341055" y="890258"/>
                  <a:pt x="2342102" y="888638"/>
                  <a:pt x="2344674" y="883971"/>
                </a:cubicBezTo>
                <a:cubicBezTo>
                  <a:pt x="2347341" y="864635"/>
                  <a:pt x="2339435" y="850443"/>
                  <a:pt x="2323719" y="845204"/>
                </a:cubicBezTo>
                <a:cubicBezTo>
                  <a:pt x="2305336" y="839394"/>
                  <a:pt x="2282857" y="835775"/>
                  <a:pt x="2265617" y="828917"/>
                </a:cubicBezTo>
                <a:lnTo>
                  <a:pt x="2262950" y="828440"/>
                </a:lnTo>
                <a:cubicBezTo>
                  <a:pt x="2258759" y="825773"/>
                  <a:pt x="2254091" y="824726"/>
                  <a:pt x="2249329" y="823202"/>
                </a:cubicBezTo>
                <a:cubicBezTo>
                  <a:pt x="2230469" y="817963"/>
                  <a:pt x="2211610" y="813200"/>
                  <a:pt x="2195894" y="801199"/>
                </a:cubicBezTo>
                <a:lnTo>
                  <a:pt x="2192274" y="798056"/>
                </a:lnTo>
                <a:lnTo>
                  <a:pt x="2190179" y="794341"/>
                </a:lnTo>
                <a:lnTo>
                  <a:pt x="2188083" y="791198"/>
                </a:lnTo>
                <a:cubicBezTo>
                  <a:pt x="2187512" y="790150"/>
                  <a:pt x="2186464" y="789102"/>
                  <a:pt x="2184940" y="786435"/>
                </a:cubicBezTo>
                <a:cubicBezTo>
                  <a:pt x="2183892" y="779101"/>
                  <a:pt x="2175034" y="759670"/>
                  <a:pt x="2177606" y="753955"/>
                </a:cubicBezTo>
                <a:cubicBezTo>
                  <a:pt x="2178653" y="751383"/>
                  <a:pt x="2179701" y="748240"/>
                  <a:pt x="2179225" y="745097"/>
                </a:cubicBezTo>
                <a:lnTo>
                  <a:pt x="2180749" y="738810"/>
                </a:lnTo>
                <a:cubicBezTo>
                  <a:pt x="2181797" y="736238"/>
                  <a:pt x="2182368" y="734048"/>
                  <a:pt x="2183416" y="731952"/>
                </a:cubicBezTo>
                <a:cubicBezTo>
                  <a:pt x="2184464" y="730333"/>
                  <a:pt x="2184940" y="729380"/>
                  <a:pt x="2185511" y="728237"/>
                </a:cubicBezTo>
                <a:lnTo>
                  <a:pt x="2187131" y="725666"/>
                </a:lnTo>
                <a:lnTo>
                  <a:pt x="2191322" y="718808"/>
                </a:lnTo>
                <a:cubicBezTo>
                  <a:pt x="2193417" y="716712"/>
                  <a:pt x="2194465" y="715093"/>
                  <a:pt x="2195989" y="711950"/>
                </a:cubicBezTo>
                <a:cubicBezTo>
                  <a:pt x="2199132" y="708806"/>
                  <a:pt x="2203799" y="705092"/>
                  <a:pt x="2206466" y="702520"/>
                </a:cubicBezTo>
                <a:cubicBezTo>
                  <a:pt x="2209610" y="699853"/>
                  <a:pt x="2212181" y="698329"/>
                  <a:pt x="2215896" y="696233"/>
                </a:cubicBezTo>
                <a:cubicBezTo>
                  <a:pt x="2217992" y="694614"/>
                  <a:pt x="2219611" y="693566"/>
                  <a:pt x="2222183" y="692519"/>
                </a:cubicBezTo>
                <a:lnTo>
                  <a:pt x="2228469" y="689375"/>
                </a:lnTo>
                <a:cubicBezTo>
                  <a:pt x="2230565" y="688804"/>
                  <a:pt x="2232660" y="688328"/>
                  <a:pt x="2234184" y="687280"/>
                </a:cubicBezTo>
                <a:cubicBezTo>
                  <a:pt x="2237327" y="685184"/>
                  <a:pt x="2242566" y="683565"/>
                  <a:pt x="2250948" y="682613"/>
                </a:cubicBezTo>
                <a:cubicBezTo>
                  <a:pt x="2283428" y="676898"/>
                  <a:pt x="2308098" y="675278"/>
                  <a:pt x="2339531" y="688899"/>
                </a:cubicBezTo>
                <a:lnTo>
                  <a:pt x="2344769" y="690995"/>
                </a:lnTo>
                <a:cubicBezTo>
                  <a:pt x="2346389" y="691566"/>
                  <a:pt x="2347913" y="692042"/>
                  <a:pt x="2348960" y="692042"/>
                </a:cubicBezTo>
                <a:lnTo>
                  <a:pt x="2352104" y="693566"/>
                </a:lnTo>
                <a:lnTo>
                  <a:pt x="2358390" y="696233"/>
                </a:lnTo>
                <a:lnTo>
                  <a:pt x="2366201" y="699853"/>
                </a:lnTo>
                <a:lnTo>
                  <a:pt x="2368772" y="700901"/>
                </a:lnTo>
                <a:cubicBezTo>
                  <a:pt x="2386108" y="712902"/>
                  <a:pt x="2394490" y="732905"/>
                  <a:pt x="2399729" y="758527"/>
                </a:cubicBezTo>
                <a:cubicBezTo>
                  <a:pt x="2380869" y="755384"/>
                  <a:pt x="2367725" y="753764"/>
                  <a:pt x="2347341" y="756431"/>
                </a:cubicBezTo>
                <a:cubicBezTo>
                  <a:pt x="2343626" y="745954"/>
                  <a:pt x="2335340" y="741763"/>
                  <a:pt x="2332101" y="734429"/>
                </a:cubicBezTo>
                <a:lnTo>
                  <a:pt x="2327910" y="729761"/>
                </a:lnTo>
                <a:cubicBezTo>
                  <a:pt x="2325815" y="728142"/>
                  <a:pt x="2324291" y="726047"/>
                  <a:pt x="2321624" y="724999"/>
                </a:cubicBezTo>
                <a:lnTo>
                  <a:pt x="2318480" y="723475"/>
                </a:lnTo>
                <a:cubicBezTo>
                  <a:pt x="2316385" y="722903"/>
                  <a:pt x="2313813" y="721856"/>
                  <a:pt x="2310670" y="720808"/>
                </a:cubicBezTo>
                <a:lnTo>
                  <a:pt x="2303336" y="719284"/>
                </a:lnTo>
                <a:lnTo>
                  <a:pt x="2299145" y="718236"/>
                </a:lnTo>
                <a:lnTo>
                  <a:pt x="2289143" y="717665"/>
                </a:lnTo>
                <a:cubicBezTo>
                  <a:pt x="2286000" y="717665"/>
                  <a:pt x="2282857" y="717093"/>
                  <a:pt x="2279237" y="718236"/>
                </a:cubicBezTo>
                <a:cubicBezTo>
                  <a:pt x="2277142" y="718236"/>
                  <a:pt x="2275046" y="719284"/>
                  <a:pt x="2271903" y="720332"/>
                </a:cubicBezTo>
                <a:lnTo>
                  <a:pt x="2267712" y="721379"/>
                </a:lnTo>
                <a:cubicBezTo>
                  <a:pt x="2265617" y="721951"/>
                  <a:pt x="2262473" y="722427"/>
                  <a:pt x="2259330" y="725094"/>
                </a:cubicBezTo>
                <a:cubicBezTo>
                  <a:pt x="2253615" y="728809"/>
                  <a:pt x="2246186" y="737096"/>
                  <a:pt x="2246186" y="746049"/>
                </a:cubicBezTo>
                <a:cubicBezTo>
                  <a:pt x="2245138" y="766433"/>
                  <a:pt x="2262473" y="771671"/>
                  <a:pt x="2277618" y="780625"/>
                </a:cubicBezTo>
                <a:cubicBezTo>
                  <a:pt x="2278094" y="780625"/>
                  <a:pt x="2279142" y="781196"/>
                  <a:pt x="2281238" y="782244"/>
                </a:cubicBezTo>
                <a:lnTo>
                  <a:pt x="2288096" y="784816"/>
                </a:lnTo>
                <a:cubicBezTo>
                  <a:pt x="2292287" y="786340"/>
                  <a:pt x="2297525" y="790055"/>
                  <a:pt x="2302764" y="790055"/>
                </a:cubicBezTo>
                <a:lnTo>
                  <a:pt x="2308479" y="792150"/>
                </a:lnTo>
                <a:lnTo>
                  <a:pt x="2314289" y="794246"/>
                </a:lnTo>
                <a:cubicBezTo>
                  <a:pt x="2315813" y="794246"/>
                  <a:pt x="2317433" y="794817"/>
                  <a:pt x="2318957" y="795293"/>
                </a:cubicBezTo>
                <a:cubicBezTo>
                  <a:pt x="2347246" y="797389"/>
                  <a:pt x="2355628" y="799484"/>
                  <a:pt x="2379726" y="816725"/>
                </a:cubicBezTo>
                <a:cubicBezTo>
                  <a:pt x="2386013" y="821392"/>
                  <a:pt x="2390680" y="827202"/>
                  <a:pt x="2396490" y="834536"/>
                </a:cubicBezTo>
                <a:cubicBezTo>
                  <a:pt x="2406968" y="842347"/>
                  <a:pt x="2403824" y="872255"/>
                  <a:pt x="2402205" y="884352"/>
                </a:cubicBezTo>
                <a:cubicBezTo>
                  <a:pt x="2402205" y="886924"/>
                  <a:pt x="2402777" y="890639"/>
                  <a:pt x="2401729" y="894258"/>
                </a:cubicBezTo>
                <a:cubicBezTo>
                  <a:pt x="2399633" y="904259"/>
                  <a:pt x="2393347" y="912546"/>
                  <a:pt x="2388584" y="921976"/>
                </a:cubicBezTo>
                <a:cubicBezTo>
                  <a:pt x="2381726" y="929310"/>
                  <a:pt x="2359247" y="935597"/>
                  <a:pt x="2349818" y="939216"/>
                </a:cubicBezTo>
                <a:lnTo>
                  <a:pt x="2346198" y="940835"/>
                </a:lnTo>
                <a:cubicBezTo>
                  <a:pt x="2345150" y="941312"/>
                  <a:pt x="2342007" y="942931"/>
                  <a:pt x="2343055" y="942359"/>
                </a:cubicBezTo>
                <a:cubicBezTo>
                  <a:pt x="2340483" y="943407"/>
                  <a:pt x="2337340" y="943883"/>
                  <a:pt x="2333149" y="945503"/>
                </a:cubicBezTo>
                <a:cubicBezTo>
                  <a:pt x="2327434" y="949694"/>
                  <a:pt x="2319528" y="951789"/>
                  <a:pt x="2310575" y="952361"/>
                </a:cubicBezTo>
                <a:cubicBezTo>
                  <a:pt x="2306384" y="952361"/>
                  <a:pt x="2302764" y="953408"/>
                  <a:pt x="2298573" y="953408"/>
                </a:cubicBezTo>
                <a:cubicBezTo>
                  <a:pt x="2277047" y="950837"/>
                  <a:pt x="2256092" y="951884"/>
                  <a:pt x="2235232" y="946550"/>
                </a:cubicBezTo>
                <a:cubicBezTo>
                  <a:pt x="2221611" y="943407"/>
                  <a:pt x="2212181" y="943979"/>
                  <a:pt x="2202275" y="932930"/>
                </a:cubicBezTo>
                <a:lnTo>
                  <a:pt x="2199132" y="929310"/>
                </a:lnTo>
                <a:lnTo>
                  <a:pt x="2193893" y="923500"/>
                </a:lnTo>
                <a:cubicBezTo>
                  <a:pt x="2192369" y="918737"/>
                  <a:pt x="2189226" y="914642"/>
                  <a:pt x="2186559" y="910927"/>
                </a:cubicBezTo>
                <a:cubicBezTo>
                  <a:pt x="2183987" y="906736"/>
                  <a:pt x="2181320" y="897782"/>
                  <a:pt x="2178749" y="895782"/>
                </a:cubicBezTo>
                <a:cubicBezTo>
                  <a:pt x="2178272" y="894734"/>
                  <a:pt x="2178749" y="894734"/>
                  <a:pt x="2178272" y="892067"/>
                </a:cubicBezTo>
                <a:cubicBezTo>
                  <a:pt x="2176177" y="887400"/>
                  <a:pt x="2175129" y="883685"/>
                  <a:pt x="2174558" y="879494"/>
                </a:cubicBezTo>
                <a:lnTo>
                  <a:pt x="2174081" y="871589"/>
                </a:lnTo>
                <a:cubicBezTo>
                  <a:pt x="2185607" y="871112"/>
                  <a:pt x="2197608" y="869017"/>
                  <a:pt x="2209705" y="870065"/>
                </a:cubicBezTo>
                <a:cubicBezTo>
                  <a:pt x="2214372" y="870636"/>
                  <a:pt x="2216468" y="870636"/>
                  <a:pt x="2221706" y="870636"/>
                </a:cubicBezTo>
                <a:lnTo>
                  <a:pt x="2225326" y="870636"/>
                </a:lnTo>
                <a:close/>
                <a:moveTo>
                  <a:pt x="2301335" y="728999"/>
                </a:moveTo>
                <a:lnTo>
                  <a:pt x="2308098" y="731095"/>
                </a:lnTo>
                <a:cubicBezTo>
                  <a:pt x="2310670" y="731666"/>
                  <a:pt x="2312765" y="732714"/>
                  <a:pt x="2314861" y="733190"/>
                </a:cubicBezTo>
                <a:lnTo>
                  <a:pt x="2318004" y="734238"/>
                </a:lnTo>
                <a:lnTo>
                  <a:pt x="2320576" y="737381"/>
                </a:lnTo>
                <a:lnTo>
                  <a:pt x="2323719" y="741096"/>
                </a:lnTo>
                <a:cubicBezTo>
                  <a:pt x="2326862" y="747954"/>
                  <a:pt x="2334673" y="752145"/>
                  <a:pt x="2337340" y="759479"/>
                </a:cubicBezTo>
                <a:cubicBezTo>
                  <a:pt x="2338388" y="769481"/>
                  <a:pt x="2342579" y="767861"/>
                  <a:pt x="2349913" y="766337"/>
                </a:cubicBezTo>
                <a:cubicBezTo>
                  <a:pt x="2371439" y="764242"/>
                  <a:pt x="2383917" y="766814"/>
                  <a:pt x="2404967" y="769481"/>
                </a:cubicBezTo>
                <a:cubicBezTo>
                  <a:pt x="2409158" y="769957"/>
                  <a:pt x="2411730" y="767861"/>
                  <a:pt x="2410682" y="763670"/>
                </a:cubicBezTo>
                <a:cubicBezTo>
                  <a:pt x="2405444" y="734333"/>
                  <a:pt x="2396490" y="708140"/>
                  <a:pt x="2373535" y="692423"/>
                </a:cubicBezTo>
                <a:lnTo>
                  <a:pt x="2370868" y="690804"/>
                </a:lnTo>
                <a:lnTo>
                  <a:pt x="2362010" y="687089"/>
                </a:lnTo>
                <a:lnTo>
                  <a:pt x="2355723" y="684518"/>
                </a:lnTo>
                <a:lnTo>
                  <a:pt x="2351056" y="682994"/>
                </a:lnTo>
                <a:lnTo>
                  <a:pt x="2348484" y="681946"/>
                </a:lnTo>
                <a:lnTo>
                  <a:pt x="2343722" y="679850"/>
                </a:lnTo>
                <a:cubicBezTo>
                  <a:pt x="2319623" y="669849"/>
                  <a:pt x="2299240" y="666706"/>
                  <a:pt x="2273046" y="669373"/>
                </a:cubicBezTo>
                <a:cubicBezTo>
                  <a:pt x="2263045" y="669944"/>
                  <a:pt x="2237423" y="674040"/>
                  <a:pt x="2229041" y="679374"/>
                </a:cubicBezTo>
                <a:lnTo>
                  <a:pt x="2226469" y="679946"/>
                </a:lnTo>
                <a:lnTo>
                  <a:pt x="2223326" y="680993"/>
                </a:lnTo>
                <a:cubicBezTo>
                  <a:pt x="2219135" y="683089"/>
                  <a:pt x="2214467" y="685184"/>
                  <a:pt x="2210181" y="688328"/>
                </a:cubicBezTo>
                <a:cubicBezTo>
                  <a:pt x="2206562" y="690423"/>
                  <a:pt x="2203418" y="693090"/>
                  <a:pt x="2200275" y="695662"/>
                </a:cubicBezTo>
                <a:cubicBezTo>
                  <a:pt x="2197132" y="698234"/>
                  <a:pt x="2191893" y="702520"/>
                  <a:pt x="2188274" y="706139"/>
                </a:cubicBezTo>
                <a:lnTo>
                  <a:pt x="2186178" y="709283"/>
                </a:lnTo>
                <a:lnTo>
                  <a:pt x="2183035" y="713474"/>
                </a:lnTo>
                <a:lnTo>
                  <a:pt x="2177796" y="721856"/>
                </a:lnTo>
                <a:lnTo>
                  <a:pt x="2176748" y="723951"/>
                </a:lnTo>
                <a:cubicBezTo>
                  <a:pt x="2176748" y="724999"/>
                  <a:pt x="2176272" y="725475"/>
                  <a:pt x="2174653" y="727094"/>
                </a:cubicBezTo>
                <a:cubicBezTo>
                  <a:pt x="2173605" y="730238"/>
                  <a:pt x="2172557" y="733381"/>
                  <a:pt x="2171510" y="735953"/>
                </a:cubicBezTo>
                <a:lnTo>
                  <a:pt x="2169414" y="743763"/>
                </a:lnTo>
                <a:lnTo>
                  <a:pt x="2169414" y="746430"/>
                </a:lnTo>
                <a:cubicBezTo>
                  <a:pt x="2169414" y="747954"/>
                  <a:pt x="2168843" y="749573"/>
                  <a:pt x="2168366" y="751097"/>
                </a:cubicBezTo>
                <a:cubicBezTo>
                  <a:pt x="2163128" y="763194"/>
                  <a:pt x="2174653" y="776720"/>
                  <a:pt x="2175701" y="790340"/>
                </a:cubicBezTo>
                <a:lnTo>
                  <a:pt x="2177796" y="794055"/>
                </a:lnTo>
                <a:cubicBezTo>
                  <a:pt x="2178844" y="795103"/>
                  <a:pt x="2179415" y="796151"/>
                  <a:pt x="2179892" y="797198"/>
                </a:cubicBezTo>
                <a:lnTo>
                  <a:pt x="2182559" y="800913"/>
                </a:lnTo>
                <a:cubicBezTo>
                  <a:pt x="2182559" y="800913"/>
                  <a:pt x="2183035" y="801485"/>
                  <a:pt x="2187226" y="807200"/>
                </a:cubicBezTo>
                <a:lnTo>
                  <a:pt x="2189798" y="809295"/>
                </a:lnTo>
                <a:cubicBezTo>
                  <a:pt x="2206562" y="822344"/>
                  <a:pt x="2226469" y="827583"/>
                  <a:pt x="2246376" y="833393"/>
                </a:cubicBezTo>
                <a:cubicBezTo>
                  <a:pt x="2249996" y="834441"/>
                  <a:pt x="2254758" y="834917"/>
                  <a:pt x="2258378" y="837584"/>
                </a:cubicBezTo>
                <a:lnTo>
                  <a:pt x="2262569" y="838632"/>
                </a:lnTo>
                <a:cubicBezTo>
                  <a:pt x="2279904" y="845490"/>
                  <a:pt x="2302383" y="849110"/>
                  <a:pt x="2320195" y="855396"/>
                </a:cubicBezTo>
                <a:cubicBezTo>
                  <a:pt x="2330672" y="858539"/>
                  <a:pt x="2336959" y="866921"/>
                  <a:pt x="2334863" y="881590"/>
                </a:cubicBezTo>
                <a:cubicBezTo>
                  <a:pt x="2332768" y="884733"/>
                  <a:pt x="2331244" y="886829"/>
                  <a:pt x="2329625" y="890448"/>
                </a:cubicBezTo>
                <a:lnTo>
                  <a:pt x="2326481" y="894068"/>
                </a:lnTo>
                <a:cubicBezTo>
                  <a:pt x="2317052" y="917594"/>
                  <a:pt x="2249424" y="902926"/>
                  <a:pt x="2242090" y="882066"/>
                </a:cubicBezTo>
                <a:cubicBezTo>
                  <a:pt x="2237423" y="876827"/>
                  <a:pt x="2236375" y="873208"/>
                  <a:pt x="2235327" y="867969"/>
                </a:cubicBezTo>
                <a:cubicBezTo>
                  <a:pt x="2234279" y="859587"/>
                  <a:pt x="2227993" y="861111"/>
                  <a:pt x="2221706" y="861111"/>
                </a:cubicBezTo>
                <a:cubicBezTo>
                  <a:pt x="2216944" y="861111"/>
                  <a:pt x="2214848" y="861111"/>
                  <a:pt x="2210657" y="860540"/>
                </a:cubicBezTo>
                <a:cubicBezTo>
                  <a:pt x="2196560" y="859016"/>
                  <a:pt x="2182368" y="863207"/>
                  <a:pt x="2168271" y="862159"/>
                </a:cubicBezTo>
                <a:cubicBezTo>
                  <a:pt x="2157794" y="861587"/>
                  <a:pt x="2166652" y="890924"/>
                  <a:pt x="2168747" y="895687"/>
                </a:cubicBezTo>
                <a:cubicBezTo>
                  <a:pt x="2168747" y="898830"/>
                  <a:pt x="2170367" y="901973"/>
                  <a:pt x="2172367" y="903593"/>
                </a:cubicBezTo>
                <a:cubicBezTo>
                  <a:pt x="2173415" y="913022"/>
                  <a:pt x="2181797" y="919785"/>
                  <a:pt x="2184940" y="928739"/>
                </a:cubicBezTo>
                <a:lnTo>
                  <a:pt x="2188559" y="932930"/>
                </a:lnTo>
                <a:lnTo>
                  <a:pt x="2191226" y="936073"/>
                </a:lnTo>
                <a:lnTo>
                  <a:pt x="2194846" y="940264"/>
                </a:lnTo>
                <a:cubicBezTo>
                  <a:pt x="2206847" y="953885"/>
                  <a:pt x="2216372" y="952837"/>
                  <a:pt x="2232565" y="957028"/>
                </a:cubicBezTo>
                <a:cubicBezTo>
                  <a:pt x="2253996" y="962267"/>
                  <a:pt x="2275523" y="961219"/>
                  <a:pt x="2297525" y="963886"/>
                </a:cubicBezTo>
                <a:cubicBezTo>
                  <a:pt x="2302193" y="964457"/>
                  <a:pt x="2306384" y="962838"/>
                  <a:pt x="2311146" y="962838"/>
                </a:cubicBezTo>
                <a:cubicBezTo>
                  <a:pt x="2320576" y="962267"/>
                  <a:pt x="2330482" y="960171"/>
                  <a:pt x="2338388" y="954456"/>
                </a:cubicBezTo>
                <a:cubicBezTo>
                  <a:pt x="2342007" y="953408"/>
                  <a:pt x="2346770" y="952932"/>
                  <a:pt x="2349913" y="950741"/>
                </a:cubicBezTo>
                <a:lnTo>
                  <a:pt x="2353628" y="949217"/>
                </a:lnTo>
                <a:cubicBezTo>
                  <a:pt x="2365629" y="944550"/>
                  <a:pt x="2388203" y="938740"/>
                  <a:pt x="2397633" y="927215"/>
                </a:cubicBezTo>
                <a:cubicBezTo>
                  <a:pt x="2402872" y="916737"/>
                  <a:pt x="2409158" y="908355"/>
                  <a:pt x="2411825" y="896354"/>
                </a:cubicBezTo>
                <a:cubicBezTo>
                  <a:pt x="2412302" y="893210"/>
                  <a:pt x="2412302" y="889591"/>
                  <a:pt x="2412302" y="885876"/>
                </a:cubicBezTo>
                <a:cubicBezTo>
                  <a:pt x="2414397" y="869684"/>
                  <a:pt x="2417540" y="839299"/>
                  <a:pt x="2403443" y="827678"/>
                </a:cubicBezTo>
                <a:cubicBezTo>
                  <a:pt x="2398205" y="820344"/>
                  <a:pt x="2392490" y="814629"/>
                  <a:pt x="2385632" y="809390"/>
                </a:cubicBezTo>
                <a:cubicBezTo>
                  <a:pt x="2359914" y="790531"/>
                  <a:pt x="2350580" y="787864"/>
                  <a:pt x="2319623" y="785292"/>
                </a:cubicBezTo>
                <a:cubicBezTo>
                  <a:pt x="2317052" y="785292"/>
                  <a:pt x="2306003" y="781101"/>
                  <a:pt x="2303336" y="781101"/>
                </a:cubicBezTo>
                <a:cubicBezTo>
                  <a:pt x="2301240" y="780053"/>
                  <a:pt x="2297049" y="777958"/>
                  <a:pt x="2292382" y="776434"/>
                </a:cubicBezTo>
                <a:lnTo>
                  <a:pt x="2285048" y="773291"/>
                </a:lnTo>
                <a:cubicBezTo>
                  <a:pt x="2283428" y="772814"/>
                  <a:pt x="2281904" y="772243"/>
                  <a:pt x="2280285" y="771767"/>
                </a:cubicBezTo>
                <a:cubicBezTo>
                  <a:pt x="2270855" y="766052"/>
                  <a:pt x="2255139" y="760718"/>
                  <a:pt x="2256187" y="746621"/>
                </a:cubicBezTo>
                <a:cubicBezTo>
                  <a:pt x="2256187" y="742906"/>
                  <a:pt x="2260378" y="736619"/>
                  <a:pt x="2265045" y="733476"/>
                </a:cubicBezTo>
                <a:cubicBezTo>
                  <a:pt x="2268188" y="731381"/>
                  <a:pt x="2271332" y="731381"/>
                  <a:pt x="2275999" y="730333"/>
                </a:cubicBezTo>
                <a:lnTo>
                  <a:pt x="2278094" y="729285"/>
                </a:lnTo>
                <a:cubicBezTo>
                  <a:pt x="2279142" y="728714"/>
                  <a:pt x="2279714" y="728714"/>
                  <a:pt x="2280761" y="728714"/>
                </a:cubicBezTo>
                <a:cubicBezTo>
                  <a:pt x="2283333" y="728142"/>
                  <a:pt x="2286000" y="728142"/>
                  <a:pt x="2288572" y="728142"/>
                </a:cubicBezTo>
                <a:lnTo>
                  <a:pt x="2299526" y="728714"/>
                </a:lnTo>
                <a:lnTo>
                  <a:pt x="2301145" y="729285"/>
                </a:lnTo>
                <a:close/>
                <a:moveTo>
                  <a:pt x="1926717" y="940073"/>
                </a:moveTo>
                <a:lnTo>
                  <a:pt x="1904714" y="940550"/>
                </a:lnTo>
                <a:lnTo>
                  <a:pt x="1899476" y="940550"/>
                </a:lnTo>
                <a:lnTo>
                  <a:pt x="1900047" y="931691"/>
                </a:lnTo>
                <a:cubicBezTo>
                  <a:pt x="1904714" y="848443"/>
                  <a:pt x="1896332" y="765099"/>
                  <a:pt x="1894808" y="682327"/>
                </a:cubicBezTo>
                <a:cubicBezTo>
                  <a:pt x="1894332" y="662420"/>
                  <a:pt x="1895380" y="600126"/>
                  <a:pt x="1895856" y="595364"/>
                </a:cubicBezTo>
                <a:lnTo>
                  <a:pt x="1895856" y="587553"/>
                </a:lnTo>
                <a:lnTo>
                  <a:pt x="1901095" y="587553"/>
                </a:lnTo>
                <a:cubicBezTo>
                  <a:pt x="1917859" y="588125"/>
                  <a:pt x="1934623" y="588125"/>
                  <a:pt x="1951387" y="585934"/>
                </a:cubicBezTo>
                <a:cubicBezTo>
                  <a:pt x="1951387" y="595840"/>
                  <a:pt x="1951387" y="606413"/>
                  <a:pt x="1951863" y="616795"/>
                </a:cubicBezTo>
                <a:cubicBezTo>
                  <a:pt x="1951863" y="630416"/>
                  <a:pt x="1953959" y="696424"/>
                  <a:pt x="1955578" y="712140"/>
                </a:cubicBezTo>
                <a:cubicBezTo>
                  <a:pt x="1957102" y="727285"/>
                  <a:pt x="1958721" y="742049"/>
                  <a:pt x="1957673" y="757193"/>
                </a:cubicBezTo>
                <a:cubicBezTo>
                  <a:pt x="1957673" y="757765"/>
                  <a:pt x="1957673" y="759765"/>
                  <a:pt x="1958150" y="761384"/>
                </a:cubicBezTo>
                <a:lnTo>
                  <a:pt x="1959769" y="764528"/>
                </a:lnTo>
                <a:cubicBezTo>
                  <a:pt x="1958150" y="772433"/>
                  <a:pt x="1965484" y="778148"/>
                  <a:pt x="1973389" y="773957"/>
                </a:cubicBezTo>
                <a:cubicBezTo>
                  <a:pt x="1979676" y="770814"/>
                  <a:pt x="1983867" y="766147"/>
                  <a:pt x="1987010" y="763004"/>
                </a:cubicBezTo>
                <a:cubicBezTo>
                  <a:pt x="2011585" y="737858"/>
                  <a:pt x="2039874" y="716331"/>
                  <a:pt x="2062925" y="688613"/>
                </a:cubicBezTo>
                <a:lnTo>
                  <a:pt x="2068639" y="688613"/>
                </a:lnTo>
                <a:cubicBezTo>
                  <a:pt x="2070259" y="688613"/>
                  <a:pt x="2078069" y="688042"/>
                  <a:pt x="2085404" y="687566"/>
                </a:cubicBezTo>
                <a:lnTo>
                  <a:pt x="2095881" y="686994"/>
                </a:lnTo>
                <a:lnTo>
                  <a:pt x="2100644" y="686994"/>
                </a:lnTo>
                <a:cubicBezTo>
                  <a:pt x="2113788" y="687566"/>
                  <a:pt x="2123123" y="688042"/>
                  <a:pt x="2123123" y="688042"/>
                </a:cubicBezTo>
                <a:cubicBezTo>
                  <a:pt x="2116360" y="696424"/>
                  <a:pt x="2115312" y="696900"/>
                  <a:pt x="2104835" y="704234"/>
                </a:cubicBezTo>
                <a:cubicBezTo>
                  <a:pt x="2097500" y="713664"/>
                  <a:pt x="2087499" y="720998"/>
                  <a:pt x="2080165" y="730428"/>
                </a:cubicBezTo>
                <a:lnTo>
                  <a:pt x="2077593" y="732047"/>
                </a:lnTo>
                <a:lnTo>
                  <a:pt x="2073878" y="734619"/>
                </a:lnTo>
                <a:cubicBezTo>
                  <a:pt x="2061877" y="748240"/>
                  <a:pt x="2049780" y="761861"/>
                  <a:pt x="2038826" y="776529"/>
                </a:cubicBezTo>
                <a:cubicBezTo>
                  <a:pt x="2034635" y="782339"/>
                  <a:pt x="2039398" y="789674"/>
                  <a:pt x="2043493" y="794341"/>
                </a:cubicBezTo>
                <a:lnTo>
                  <a:pt x="2046161" y="796436"/>
                </a:lnTo>
                <a:cubicBezTo>
                  <a:pt x="2047208" y="798056"/>
                  <a:pt x="2047685" y="799103"/>
                  <a:pt x="2048732" y="799580"/>
                </a:cubicBezTo>
                <a:cubicBezTo>
                  <a:pt x="2049304" y="801675"/>
                  <a:pt x="2050352" y="803294"/>
                  <a:pt x="2051876" y="804818"/>
                </a:cubicBezTo>
                <a:lnTo>
                  <a:pt x="2054447" y="807962"/>
                </a:lnTo>
                <a:cubicBezTo>
                  <a:pt x="2060258" y="818439"/>
                  <a:pt x="2069116" y="827297"/>
                  <a:pt x="2075974" y="837299"/>
                </a:cubicBezTo>
                <a:cubicBezTo>
                  <a:pt x="2089595" y="859873"/>
                  <a:pt x="2105311" y="888162"/>
                  <a:pt x="2121599" y="909117"/>
                </a:cubicBezTo>
                <a:cubicBezTo>
                  <a:pt x="2124742" y="916451"/>
                  <a:pt x="2127885" y="924262"/>
                  <a:pt x="2133600" y="930072"/>
                </a:cubicBezTo>
                <a:cubicBezTo>
                  <a:pt x="2136743" y="935882"/>
                  <a:pt x="2138839" y="940073"/>
                  <a:pt x="2141411" y="943693"/>
                </a:cubicBezTo>
                <a:lnTo>
                  <a:pt x="2143506" y="946836"/>
                </a:lnTo>
                <a:lnTo>
                  <a:pt x="2136743" y="945788"/>
                </a:lnTo>
                <a:lnTo>
                  <a:pt x="2130457" y="945788"/>
                </a:lnTo>
                <a:cubicBezTo>
                  <a:pt x="2119503" y="946265"/>
                  <a:pt x="2107406" y="944741"/>
                  <a:pt x="2096453" y="944264"/>
                </a:cubicBezTo>
                <a:cubicBezTo>
                  <a:pt x="2089690" y="944264"/>
                  <a:pt x="2082260" y="942740"/>
                  <a:pt x="2075974" y="942740"/>
                </a:cubicBezTo>
                <a:cubicBezTo>
                  <a:pt x="2073402" y="942740"/>
                  <a:pt x="2070259" y="942740"/>
                  <a:pt x="2067592" y="943217"/>
                </a:cubicBezTo>
                <a:cubicBezTo>
                  <a:pt x="2066544" y="940550"/>
                  <a:pt x="2065496" y="939026"/>
                  <a:pt x="2065020" y="937406"/>
                </a:cubicBezTo>
                <a:lnTo>
                  <a:pt x="2061877" y="932168"/>
                </a:lnTo>
                <a:cubicBezTo>
                  <a:pt x="2060353" y="929596"/>
                  <a:pt x="2059305" y="927500"/>
                  <a:pt x="2058734" y="925405"/>
                </a:cubicBezTo>
                <a:cubicBezTo>
                  <a:pt x="2058734" y="922738"/>
                  <a:pt x="2057686" y="920642"/>
                  <a:pt x="2055590" y="919118"/>
                </a:cubicBezTo>
                <a:cubicBezTo>
                  <a:pt x="2053495" y="913308"/>
                  <a:pt x="2049875" y="908165"/>
                  <a:pt x="2046161" y="903402"/>
                </a:cubicBezTo>
                <a:cubicBezTo>
                  <a:pt x="2045589" y="901307"/>
                  <a:pt x="2044541" y="898735"/>
                  <a:pt x="2043017" y="897116"/>
                </a:cubicBezTo>
                <a:cubicBezTo>
                  <a:pt x="2041970" y="893972"/>
                  <a:pt x="2040350" y="890829"/>
                  <a:pt x="2038350" y="888734"/>
                </a:cubicBezTo>
                <a:cubicBezTo>
                  <a:pt x="2032540" y="878732"/>
                  <a:pt x="2024729" y="862540"/>
                  <a:pt x="2017395" y="855206"/>
                </a:cubicBezTo>
                <a:lnTo>
                  <a:pt x="2014823" y="851491"/>
                </a:lnTo>
                <a:cubicBezTo>
                  <a:pt x="2012728" y="848348"/>
                  <a:pt x="2010156" y="844633"/>
                  <a:pt x="2007489" y="841490"/>
                </a:cubicBezTo>
                <a:cubicBezTo>
                  <a:pt x="1998059" y="831012"/>
                  <a:pt x="1993297" y="827297"/>
                  <a:pt x="1981867" y="834632"/>
                </a:cubicBezTo>
                <a:cubicBezTo>
                  <a:pt x="1976628" y="838346"/>
                  <a:pt x="1971961" y="842442"/>
                  <a:pt x="1964531" y="847205"/>
                </a:cubicBezTo>
                <a:cubicBezTo>
                  <a:pt x="1960340" y="848252"/>
                  <a:pt x="1957197" y="852443"/>
                  <a:pt x="1957768" y="857206"/>
                </a:cubicBezTo>
                <a:cubicBezTo>
                  <a:pt x="1959293" y="878161"/>
                  <a:pt x="1959293" y="898068"/>
                  <a:pt x="1957768" y="918452"/>
                </a:cubicBezTo>
                <a:cubicBezTo>
                  <a:pt x="1957768" y="918928"/>
                  <a:pt x="1957768" y="920547"/>
                  <a:pt x="1957197" y="922166"/>
                </a:cubicBezTo>
                <a:lnTo>
                  <a:pt x="1957197" y="925310"/>
                </a:lnTo>
                <a:cubicBezTo>
                  <a:pt x="1956149" y="931596"/>
                  <a:pt x="1956149" y="936263"/>
                  <a:pt x="1956721" y="939978"/>
                </a:cubicBezTo>
                <a:lnTo>
                  <a:pt x="1926812" y="939978"/>
                </a:lnTo>
                <a:close/>
                <a:moveTo>
                  <a:pt x="1888998" y="943217"/>
                </a:moveTo>
                <a:cubicBezTo>
                  <a:pt x="1889474" y="947408"/>
                  <a:pt x="1890046" y="953123"/>
                  <a:pt x="1896332" y="950551"/>
                </a:cubicBezTo>
                <a:cubicBezTo>
                  <a:pt x="1896904" y="949979"/>
                  <a:pt x="1956054" y="949979"/>
                  <a:pt x="1957673" y="949979"/>
                </a:cubicBezTo>
                <a:cubicBezTo>
                  <a:pt x="1961293" y="949979"/>
                  <a:pt x="1967579" y="949979"/>
                  <a:pt x="1967103" y="944264"/>
                </a:cubicBezTo>
                <a:cubicBezTo>
                  <a:pt x="1966627" y="939502"/>
                  <a:pt x="1966055" y="934835"/>
                  <a:pt x="1967103" y="926453"/>
                </a:cubicBezTo>
                <a:lnTo>
                  <a:pt x="1967103" y="923881"/>
                </a:lnTo>
                <a:cubicBezTo>
                  <a:pt x="1967675" y="922357"/>
                  <a:pt x="1967675" y="919690"/>
                  <a:pt x="1967675" y="917594"/>
                </a:cubicBezTo>
                <a:cubicBezTo>
                  <a:pt x="1969199" y="898259"/>
                  <a:pt x="1969199" y="878351"/>
                  <a:pt x="1969199" y="856349"/>
                </a:cubicBezTo>
                <a:lnTo>
                  <a:pt x="1972342" y="854825"/>
                </a:lnTo>
                <a:cubicBezTo>
                  <a:pt x="1977581" y="851681"/>
                  <a:pt x="1982248" y="847014"/>
                  <a:pt x="1987582" y="843299"/>
                </a:cubicBezTo>
                <a:lnTo>
                  <a:pt x="1991201" y="840728"/>
                </a:lnTo>
                <a:cubicBezTo>
                  <a:pt x="1998059" y="844919"/>
                  <a:pt x="2002155" y="851681"/>
                  <a:pt x="2006918" y="857492"/>
                </a:cubicBezTo>
                <a:lnTo>
                  <a:pt x="2010061" y="862254"/>
                </a:lnTo>
                <a:cubicBezTo>
                  <a:pt x="2016347" y="867969"/>
                  <a:pt x="2025301" y="885781"/>
                  <a:pt x="2031016" y="895782"/>
                </a:cubicBezTo>
                <a:cubicBezTo>
                  <a:pt x="2032540" y="897401"/>
                  <a:pt x="2033588" y="899497"/>
                  <a:pt x="2035207" y="903688"/>
                </a:cubicBezTo>
                <a:cubicBezTo>
                  <a:pt x="2035521" y="904005"/>
                  <a:pt x="2035874" y="904895"/>
                  <a:pt x="2036255" y="906355"/>
                </a:cubicBezTo>
                <a:lnTo>
                  <a:pt x="2037302" y="908927"/>
                </a:lnTo>
                <a:cubicBezTo>
                  <a:pt x="2041970" y="914737"/>
                  <a:pt x="2045113" y="920452"/>
                  <a:pt x="2048828" y="926738"/>
                </a:cubicBezTo>
                <a:cubicBezTo>
                  <a:pt x="2049399" y="930929"/>
                  <a:pt x="2051495" y="934644"/>
                  <a:pt x="2053495" y="937787"/>
                </a:cubicBezTo>
                <a:lnTo>
                  <a:pt x="2056162" y="943026"/>
                </a:lnTo>
                <a:cubicBezTo>
                  <a:pt x="2059781" y="948741"/>
                  <a:pt x="2057686" y="953027"/>
                  <a:pt x="2066639" y="953504"/>
                </a:cubicBezTo>
                <a:cubicBezTo>
                  <a:pt x="2069306" y="953504"/>
                  <a:pt x="2072926" y="953027"/>
                  <a:pt x="2076069" y="953027"/>
                </a:cubicBezTo>
                <a:cubicBezTo>
                  <a:pt x="2082356" y="953027"/>
                  <a:pt x="2089214" y="954551"/>
                  <a:pt x="2095976" y="954551"/>
                </a:cubicBezTo>
                <a:cubicBezTo>
                  <a:pt x="2107502" y="955028"/>
                  <a:pt x="2120075" y="956647"/>
                  <a:pt x="2132648" y="956647"/>
                </a:cubicBezTo>
                <a:lnTo>
                  <a:pt x="2136267" y="956171"/>
                </a:lnTo>
                <a:cubicBezTo>
                  <a:pt x="2136839" y="956171"/>
                  <a:pt x="2146745" y="958742"/>
                  <a:pt x="2150936" y="956171"/>
                </a:cubicBezTo>
                <a:cubicBezTo>
                  <a:pt x="2155127" y="954647"/>
                  <a:pt x="2161413" y="951980"/>
                  <a:pt x="2156174" y="946741"/>
                </a:cubicBezTo>
                <a:cubicBezTo>
                  <a:pt x="2150364" y="940931"/>
                  <a:pt x="2145697" y="932072"/>
                  <a:pt x="2140934" y="923690"/>
                </a:cubicBezTo>
                <a:cubicBezTo>
                  <a:pt x="2136172" y="919023"/>
                  <a:pt x="2133029" y="911117"/>
                  <a:pt x="2129981" y="903783"/>
                </a:cubicBezTo>
                <a:cubicBezTo>
                  <a:pt x="2114264" y="884447"/>
                  <a:pt x="2097500" y="852920"/>
                  <a:pt x="2084356" y="832536"/>
                </a:cubicBezTo>
                <a:cubicBezTo>
                  <a:pt x="2078069" y="822535"/>
                  <a:pt x="2069116" y="813677"/>
                  <a:pt x="2063401" y="803199"/>
                </a:cubicBezTo>
                <a:lnTo>
                  <a:pt x="2061305" y="800056"/>
                </a:lnTo>
                <a:lnTo>
                  <a:pt x="2058638" y="797960"/>
                </a:lnTo>
                <a:cubicBezTo>
                  <a:pt x="2058638" y="797960"/>
                  <a:pt x="2058638" y="797389"/>
                  <a:pt x="2053400" y="790055"/>
                </a:cubicBezTo>
                <a:lnTo>
                  <a:pt x="2050828" y="787483"/>
                </a:lnTo>
                <a:cubicBezTo>
                  <a:pt x="2049304" y="785959"/>
                  <a:pt x="2048256" y="784340"/>
                  <a:pt x="2047208" y="782244"/>
                </a:cubicBezTo>
                <a:cubicBezTo>
                  <a:pt x="2057686" y="768052"/>
                  <a:pt x="2069211" y="755479"/>
                  <a:pt x="2080736" y="742430"/>
                </a:cubicBezTo>
                <a:cubicBezTo>
                  <a:pt x="2080736" y="742430"/>
                  <a:pt x="2082832" y="741382"/>
                  <a:pt x="2084451" y="739858"/>
                </a:cubicBezTo>
                <a:lnTo>
                  <a:pt x="2087594" y="737762"/>
                </a:lnTo>
                <a:cubicBezTo>
                  <a:pt x="2094929" y="728333"/>
                  <a:pt x="2104930" y="720998"/>
                  <a:pt x="2112169" y="711569"/>
                </a:cubicBezTo>
                <a:cubicBezTo>
                  <a:pt x="2122646" y="704234"/>
                  <a:pt x="2130552" y="695852"/>
                  <a:pt x="2137886" y="686994"/>
                </a:cubicBezTo>
                <a:lnTo>
                  <a:pt x="2137886" y="680136"/>
                </a:lnTo>
                <a:cubicBezTo>
                  <a:pt x="2139410" y="680136"/>
                  <a:pt x="2132648" y="679565"/>
                  <a:pt x="2133124" y="679088"/>
                </a:cubicBezTo>
                <a:cubicBezTo>
                  <a:pt x="2131028" y="678517"/>
                  <a:pt x="2128457" y="678517"/>
                  <a:pt x="2126361" y="679088"/>
                </a:cubicBezTo>
                <a:cubicBezTo>
                  <a:pt x="2117503" y="678517"/>
                  <a:pt x="2108549" y="676993"/>
                  <a:pt x="2099691" y="676993"/>
                </a:cubicBezTo>
                <a:lnTo>
                  <a:pt x="2095500" y="676993"/>
                </a:lnTo>
                <a:lnTo>
                  <a:pt x="2085023" y="678041"/>
                </a:lnTo>
                <a:cubicBezTo>
                  <a:pt x="2077688" y="678612"/>
                  <a:pt x="2070354" y="679088"/>
                  <a:pt x="2068735" y="679088"/>
                </a:cubicBezTo>
                <a:cubicBezTo>
                  <a:pt x="2063020" y="679088"/>
                  <a:pt x="2056162" y="676517"/>
                  <a:pt x="2054066" y="684327"/>
                </a:cubicBezTo>
                <a:cubicBezTo>
                  <a:pt x="2031492" y="710521"/>
                  <a:pt x="2003774" y="731476"/>
                  <a:pt x="1980152" y="756146"/>
                </a:cubicBezTo>
                <a:cubicBezTo>
                  <a:pt x="1977009" y="759289"/>
                  <a:pt x="1973866" y="762432"/>
                  <a:pt x="1969675" y="763480"/>
                </a:cubicBezTo>
                <a:lnTo>
                  <a:pt x="1967579" y="758717"/>
                </a:lnTo>
                <a:cubicBezTo>
                  <a:pt x="1968627" y="743001"/>
                  <a:pt x="1967008" y="727285"/>
                  <a:pt x="1965484" y="711569"/>
                </a:cubicBezTo>
                <a:cubicBezTo>
                  <a:pt x="1963864" y="695852"/>
                  <a:pt x="1961769" y="630892"/>
                  <a:pt x="1961769" y="617271"/>
                </a:cubicBezTo>
                <a:cubicBezTo>
                  <a:pt x="1961293" y="604698"/>
                  <a:pt x="1961293" y="592125"/>
                  <a:pt x="1961293" y="580600"/>
                </a:cubicBezTo>
                <a:cubicBezTo>
                  <a:pt x="1961293" y="577457"/>
                  <a:pt x="1958721" y="575361"/>
                  <a:pt x="1955578" y="575933"/>
                </a:cubicBezTo>
                <a:cubicBezTo>
                  <a:pt x="1934623" y="579076"/>
                  <a:pt x="1914144" y="576980"/>
                  <a:pt x="1893761" y="578028"/>
                </a:cubicBezTo>
                <a:cubicBezTo>
                  <a:pt x="1886426" y="579076"/>
                  <a:pt x="1886426" y="580695"/>
                  <a:pt x="1885950" y="587458"/>
                </a:cubicBezTo>
                <a:lnTo>
                  <a:pt x="1885950" y="595364"/>
                </a:lnTo>
                <a:cubicBezTo>
                  <a:pt x="1885379" y="600031"/>
                  <a:pt x="1884331" y="662896"/>
                  <a:pt x="1884902" y="682803"/>
                </a:cubicBezTo>
                <a:cubicBezTo>
                  <a:pt x="1886426" y="765575"/>
                  <a:pt x="1892237" y="848919"/>
                  <a:pt x="1889570" y="931596"/>
                </a:cubicBezTo>
                <a:lnTo>
                  <a:pt x="1889570" y="940454"/>
                </a:lnTo>
                <a:lnTo>
                  <a:pt x="1889093" y="943598"/>
                </a:lnTo>
                <a:close/>
                <a:moveTo>
                  <a:pt x="1678400" y="944741"/>
                </a:moveTo>
                <a:cubicBezTo>
                  <a:pt x="1678400" y="944741"/>
                  <a:pt x="1677353" y="945217"/>
                  <a:pt x="1677924" y="944741"/>
                </a:cubicBezTo>
                <a:lnTo>
                  <a:pt x="1678972" y="940073"/>
                </a:lnTo>
                <a:cubicBezTo>
                  <a:pt x="1678972" y="937406"/>
                  <a:pt x="1679448" y="934835"/>
                  <a:pt x="1678972" y="932168"/>
                </a:cubicBezTo>
                <a:cubicBezTo>
                  <a:pt x="1678972" y="913880"/>
                  <a:pt x="1679448" y="894449"/>
                  <a:pt x="1678400" y="876161"/>
                </a:cubicBezTo>
                <a:cubicBezTo>
                  <a:pt x="1677924" y="867779"/>
                  <a:pt x="1678972" y="810629"/>
                  <a:pt x="1678972" y="810629"/>
                </a:cubicBezTo>
                <a:lnTo>
                  <a:pt x="1678972" y="779672"/>
                </a:lnTo>
                <a:lnTo>
                  <a:pt x="1679448" y="776053"/>
                </a:lnTo>
                <a:cubicBezTo>
                  <a:pt x="1679448" y="773386"/>
                  <a:pt x="1680020" y="769766"/>
                  <a:pt x="1680020" y="765004"/>
                </a:cubicBezTo>
                <a:cubicBezTo>
                  <a:pt x="1681067" y="737762"/>
                  <a:pt x="1682591" y="714712"/>
                  <a:pt x="1680020" y="687470"/>
                </a:cubicBezTo>
                <a:lnTo>
                  <a:pt x="1702499" y="689090"/>
                </a:lnTo>
                <a:lnTo>
                  <a:pt x="1704594" y="689661"/>
                </a:lnTo>
                <a:lnTo>
                  <a:pt x="1737074" y="689661"/>
                </a:lnTo>
                <a:cubicBezTo>
                  <a:pt x="1738122" y="697472"/>
                  <a:pt x="1738693" y="705377"/>
                  <a:pt x="1738122" y="714807"/>
                </a:cubicBezTo>
                <a:cubicBezTo>
                  <a:pt x="1738122" y="722141"/>
                  <a:pt x="1744409" y="726904"/>
                  <a:pt x="1751267" y="723761"/>
                </a:cubicBezTo>
                <a:cubicBezTo>
                  <a:pt x="1755934" y="721665"/>
                  <a:pt x="1759077" y="718522"/>
                  <a:pt x="1762792" y="715379"/>
                </a:cubicBezTo>
                <a:lnTo>
                  <a:pt x="1766411" y="712235"/>
                </a:lnTo>
                <a:cubicBezTo>
                  <a:pt x="1769555" y="708044"/>
                  <a:pt x="1771650" y="706997"/>
                  <a:pt x="1776889" y="703377"/>
                </a:cubicBezTo>
                <a:lnTo>
                  <a:pt x="1784223" y="695471"/>
                </a:lnTo>
                <a:lnTo>
                  <a:pt x="1790033" y="691280"/>
                </a:lnTo>
                <a:cubicBezTo>
                  <a:pt x="1791557" y="689756"/>
                  <a:pt x="1793177" y="688709"/>
                  <a:pt x="1796320" y="688137"/>
                </a:cubicBezTo>
                <a:cubicBezTo>
                  <a:pt x="1801082" y="687089"/>
                  <a:pt x="1802606" y="684422"/>
                  <a:pt x="1808893" y="684422"/>
                </a:cubicBezTo>
                <a:cubicBezTo>
                  <a:pt x="1812512" y="683851"/>
                  <a:pt x="1816227" y="683375"/>
                  <a:pt x="1819847" y="682898"/>
                </a:cubicBezTo>
                <a:lnTo>
                  <a:pt x="1825085" y="681851"/>
                </a:lnTo>
                <a:lnTo>
                  <a:pt x="1828229" y="682422"/>
                </a:lnTo>
                <a:lnTo>
                  <a:pt x="1831372" y="684518"/>
                </a:lnTo>
                <a:cubicBezTo>
                  <a:pt x="1830324" y="692900"/>
                  <a:pt x="1828229" y="700710"/>
                  <a:pt x="1829276" y="710140"/>
                </a:cubicBezTo>
                <a:cubicBezTo>
                  <a:pt x="1829276" y="712235"/>
                  <a:pt x="1830324" y="715379"/>
                  <a:pt x="1830324" y="717474"/>
                </a:cubicBezTo>
                <a:cubicBezTo>
                  <a:pt x="1830324" y="725380"/>
                  <a:pt x="1832896" y="732143"/>
                  <a:pt x="1832896" y="739477"/>
                </a:cubicBezTo>
                <a:cubicBezTo>
                  <a:pt x="1829753" y="738905"/>
                  <a:pt x="1826133" y="738905"/>
                  <a:pt x="1822990" y="740048"/>
                </a:cubicBezTo>
                <a:lnTo>
                  <a:pt x="1815656" y="741096"/>
                </a:lnTo>
                <a:lnTo>
                  <a:pt x="1813084" y="740525"/>
                </a:lnTo>
                <a:cubicBezTo>
                  <a:pt x="1795272" y="742144"/>
                  <a:pt x="1776413" y="746335"/>
                  <a:pt x="1763268" y="758336"/>
                </a:cubicBezTo>
                <a:cubicBezTo>
                  <a:pt x="1761744" y="760432"/>
                  <a:pt x="1760125" y="763099"/>
                  <a:pt x="1759077" y="764051"/>
                </a:cubicBezTo>
                <a:lnTo>
                  <a:pt x="1756982" y="767766"/>
                </a:lnTo>
                <a:lnTo>
                  <a:pt x="1755458" y="769862"/>
                </a:lnTo>
                <a:cubicBezTo>
                  <a:pt x="1753362" y="771481"/>
                  <a:pt x="1751838" y="773005"/>
                  <a:pt x="1750790" y="775100"/>
                </a:cubicBezTo>
                <a:cubicBezTo>
                  <a:pt x="1749743" y="777196"/>
                  <a:pt x="1749171" y="778815"/>
                  <a:pt x="1748123" y="782435"/>
                </a:cubicBezTo>
                <a:lnTo>
                  <a:pt x="1746599" y="785006"/>
                </a:lnTo>
                <a:lnTo>
                  <a:pt x="1744980" y="791293"/>
                </a:lnTo>
                <a:lnTo>
                  <a:pt x="1744504" y="795484"/>
                </a:lnTo>
                <a:lnTo>
                  <a:pt x="1742885" y="800723"/>
                </a:lnTo>
                <a:lnTo>
                  <a:pt x="1742408" y="802818"/>
                </a:lnTo>
                <a:cubicBezTo>
                  <a:pt x="1741361" y="808628"/>
                  <a:pt x="1740313" y="814915"/>
                  <a:pt x="1738789" y="821678"/>
                </a:cubicBezTo>
                <a:lnTo>
                  <a:pt x="1737741" y="835298"/>
                </a:lnTo>
                <a:lnTo>
                  <a:pt x="1736693" y="861492"/>
                </a:lnTo>
                <a:cubicBezTo>
                  <a:pt x="1736693" y="875113"/>
                  <a:pt x="1736122" y="883019"/>
                  <a:pt x="1736122" y="896544"/>
                </a:cubicBezTo>
                <a:cubicBezTo>
                  <a:pt x="1736122" y="905402"/>
                  <a:pt x="1735646" y="912260"/>
                  <a:pt x="1736122" y="919023"/>
                </a:cubicBezTo>
                <a:lnTo>
                  <a:pt x="1737741" y="927977"/>
                </a:lnTo>
                <a:cubicBezTo>
                  <a:pt x="1737741" y="931120"/>
                  <a:pt x="1738217" y="934739"/>
                  <a:pt x="1737741" y="937883"/>
                </a:cubicBezTo>
                <a:cubicBezTo>
                  <a:pt x="1737741" y="939978"/>
                  <a:pt x="1737170" y="942074"/>
                  <a:pt x="1737170" y="944169"/>
                </a:cubicBezTo>
                <a:cubicBezTo>
                  <a:pt x="1716691" y="943121"/>
                  <a:pt x="1698403" y="946741"/>
                  <a:pt x="1678496" y="944645"/>
                </a:cubicBezTo>
                <a:moveTo>
                  <a:pt x="1669066" y="937787"/>
                </a:moveTo>
                <a:cubicBezTo>
                  <a:pt x="1667447" y="938835"/>
                  <a:pt x="1666399" y="941978"/>
                  <a:pt x="1667447" y="947217"/>
                </a:cubicBezTo>
                <a:lnTo>
                  <a:pt x="1668494" y="950360"/>
                </a:lnTo>
                <a:cubicBezTo>
                  <a:pt x="1668494" y="951408"/>
                  <a:pt x="1671161" y="954075"/>
                  <a:pt x="1672209" y="954075"/>
                </a:cubicBezTo>
                <a:cubicBezTo>
                  <a:pt x="1687925" y="957218"/>
                  <a:pt x="1705737" y="955123"/>
                  <a:pt x="1721453" y="954075"/>
                </a:cubicBezTo>
                <a:cubicBezTo>
                  <a:pt x="1733455" y="953027"/>
                  <a:pt x="1749171" y="959314"/>
                  <a:pt x="1746599" y="946169"/>
                </a:cubicBezTo>
                <a:cubicBezTo>
                  <a:pt x="1747076" y="943502"/>
                  <a:pt x="1747647" y="940931"/>
                  <a:pt x="1747647" y="938359"/>
                </a:cubicBezTo>
                <a:cubicBezTo>
                  <a:pt x="1748123" y="934168"/>
                  <a:pt x="1747647" y="930453"/>
                  <a:pt x="1747647" y="926834"/>
                </a:cubicBezTo>
                <a:lnTo>
                  <a:pt x="1746028" y="917975"/>
                </a:lnTo>
                <a:cubicBezTo>
                  <a:pt x="1745552" y="911117"/>
                  <a:pt x="1746028" y="904831"/>
                  <a:pt x="1746028" y="897020"/>
                </a:cubicBezTo>
                <a:cubicBezTo>
                  <a:pt x="1746599" y="882923"/>
                  <a:pt x="1746599" y="875494"/>
                  <a:pt x="1747076" y="861397"/>
                </a:cubicBezTo>
                <a:lnTo>
                  <a:pt x="1747647" y="835679"/>
                </a:lnTo>
                <a:lnTo>
                  <a:pt x="1748695" y="823106"/>
                </a:lnTo>
                <a:cubicBezTo>
                  <a:pt x="1750219" y="818439"/>
                  <a:pt x="1750790" y="815772"/>
                  <a:pt x="1751267" y="811105"/>
                </a:cubicBezTo>
                <a:lnTo>
                  <a:pt x="1751838" y="804247"/>
                </a:lnTo>
                <a:lnTo>
                  <a:pt x="1752886" y="802628"/>
                </a:lnTo>
                <a:lnTo>
                  <a:pt x="1754981" y="796913"/>
                </a:lnTo>
                <a:lnTo>
                  <a:pt x="1754981" y="792245"/>
                </a:lnTo>
                <a:lnTo>
                  <a:pt x="1757648" y="787007"/>
                </a:lnTo>
                <a:lnTo>
                  <a:pt x="1758696" y="784911"/>
                </a:lnTo>
                <a:lnTo>
                  <a:pt x="1759172" y="781768"/>
                </a:lnTo>
                <a:lnTo>
                  <a:pt x="1759744" y="779672"/>
                </a:lnTo>
                <a:lnTo>
                  <a:pt x="1762316" y="776529"/>
                </a:lnTo>
                <a:lnTo>
                  <a:pt x="1765459" y="773386"/>
                </a:lnTo>
                <a:lnTo>
                  <a:pt x="1766983" y="771290"/>
                </a:lnTo>
                <a:lnTo>
                  <a:pt x="1768031" y="769195"/>
                </a:lnTo>
                <a:cubicBezTo>
                  <a:pt x="1769078" y="767576"/>
                  <a:pt x="1769650" y="766528"/>
                  <a:pt x="1770698" y="765480"/>
                </a:cubicBezTo>
                <a:cubicBezTo>
                  <a:pt x="1780604" y="756050"/>
                  <a:pt x="1795843" y="752336"/>
                  <a:pt x="1814703" y="750812"/>
                </a:cubicBezTo>
                <a:lnTo>
                  <a:pt x="1819370" y="750812"/>
                </a:lnTo>
                <a:lnTo>
                  <a:pt x="1825181" y="749288"/>
                </a:lnTo>
                <a:cubicBezTo>
                  <a:pt x="1828324" y="748716"/>
                  <a:pt x="1830896" y="748716"/>
                  <a:pt x="1833563" y="749288"/>
                </a:cubicBezTo>
                <a:lnTo>
                  <a:pt x="1836230" y="749859"/>
                </a:lnTo>
                <a:cubicBezTo>
                  <a:pt x="1845088" y="750335"/>
                  <a:pt x="1843564" y="745097"/>
                  <a:pt x="1843564" y="738810"/>
                </a:cubicBezTo>
                <a:cubicBezTo>
                  <a:pt x="1843564" y="731952"/>
                  <a:pt x="1840897" y="725189"/>
                  <a:pt x="1840897" y="717284"/>
                </a:cubicBezTo>
                <a:cubicBezTo>
                  <a:pt x="1840897" y="714712"/>
                  <a:pt x="1839849" y="711569"/>
                  <a:pt x="1839373" y="708902"/>
                </a:cubicBezTo>
                <a:cubicBezTo>
                  <a:pt x="1838325" y="696805"/>
                  <a:pt x="1848803" y="672707"/>
                  <a:pt x="1833563" y="672707"/>
                </a:cubicBezTo>
                <a:cubicBezTo>
                  <a:pt x="1832515" y="672707"/>
                  <a:pt x="1830991" y="672707"/>
                  <a:pt x="1829943" y="672135"/>
                </a:cubicBezTo>
                <a:lnTo>
                  <a:pt x="1826800" y="671564"/>
                </a:lnTo>
                <a:cubicBezTo>
                  <a:pt x="1825276" y="671564"/>
                  <a:pt x="1824228" y="671564"/>
                  <a:pt x="1822609" y="672135"/>
                </a:cubicBezTo>
                <a:lnTo>
                  <a:pt x="1818418" y="672707"/>
                </a:lnTo>
                <a:cubicBezTo>
                  <a:pt x="1815275" y="673278"/>
                  <a:pt x="1812131" y="673754"/>
                  <a:pt x="1808988" y="673754"/>
                </a:cubicBezTo>
                <a:cubicBezTo>
                  <a:pt x="1802702" y="673754"/>
                  <a:pt x="1799082" y="675850"/>
                  <a:pt x="1793748" y="677945"/>
                </a:cubicBezTo>
                <a:lnTo>
                  <a:pt x="1791653" y="677945"/>
                </a:lnTo>
                <a:cubicBezTo>
                  <a:pt x="1789081" y="679565"/>
                  <a:pt x="1786414" y="681089"/>
                  <a:pt x="1784318" y="682708"/>
                </a:cubicBezTo>
                <a:lnTo>
                  <a:pt x="1777556" y="687947"/>
                </a:lnTo>
                <a:lnTo>
                  <a:pt x="1770221" y="695852"/>
                </a:lnTo>
                <a:cubicBezTo>
                  <a:pt x="1764983" y="699567"/>
                  <a:pt x="1762887" y="700520"/>
                  <a:pt x="1759268" y="705282"/>
                </a:cubicBezTo>
                <a:lnTo>
                  <a:pt x="1756696" y="707378"/>
                </a:lnTo>
                <a:cubicBezTo>
                  <a:pt x="1754029" y="709949"/>
                  <a:pt x="1751457" y="712140"/>
                  <a:pt x="1748885" y="713664"/>
                </a:cubicBezTo>
                <a:cubicBezTo>
                  <a:pt x="1748885" y="702710"/>
                  <a:pt x="1748314" y="693281"/>
                  <a:pt x="1746790" y="683756"/>
                </a:cubicBezTo>
                <a:cubicBezTo>
                  <a:pt x="1745742" y="674326"/>
                  <a:pt x="1712214" y="682232"/>
                  <a:pt x="1704308" y="679088"/>
                </a:cubicBezTo>
                <a:lnTo>
                  <a:pt x="1701641" y="679088"/>
                </a:lnTo>
                <a:cubicBezTo>
                  <a:pt x="1695926" y="679660"/>
                  <a:pt x="1668685" y="672802"/>
                  <a:pt x="1669733" y="683279"/>
                </a:cubicBezTo>
                <a:cubicBezTo>
                  <a:pt x="1670780" y="693281"/>
                  <a:pt x="1670780" y="714140"/>
                  <a:pt x="1670780" y="733571"/>
                </a:cubicBezTo>
                <a:cubicBezTo>
                  <a:pt x="1670780" y="747192"/>
                  <a:pt x="1670780" y="760813"/>
                  <a:pt x="1669733" y="774434"/>
                </a:cubicBezTo>
                <a:lnTo>
                  <a:pt x="1668685" y="779672"/>
                </a:lnTo>
                <a:cubicBezTo>
                  <a:pt x="1669256" y="784435"/>
                  <a:pt x="1669256" y="798056"/>
                  <a:pt x="1669256" y="810629"/>
                </a:cubicBezTo>
                <a:cubicBezTo>
                  <a:pt x="1668209" y="851491"/>
                  <a:pt x="1669256" y="892353"/>
                  <a:pt x="1669256" y="932644"/>
                </a:cubicBezTo>
                <a:cubicBezTo>
                  <a:pt x="1669733" y="934739"/>
                  <a:pt x="1669256" y="936835"/>
                  <a:pt x="1669256" y="937883"/>
                </a:cubicBezTo>
                <a:moveTo>
                  <a:pt x="1507331" y="730428"/>
                </a:moveTo>
                <a:cubicBezTo>
                  <a:pt x="1495806" y="724142"/>
                  <a:pt x="1482185" y="727285"/>
                  <a:pt x="1470660" y="730428"/>
                </a:cubicBezTo>
                <a:cubicBezTo>
                  <a:pt x="1466469" y="732047"/>
                  <a:pt x="1462278" y="732524"/>
                  <a:pt x="1457516" y="734619"/>
                </a:cubicBezTo>
                <a:lnTo>
                  <a:pt x="1454849" y="736715"/>
                </a:lnTo>
                <a:lnTo>
                  <a:pt x="1448086" y="740906"/>
                </a:lnTo>
                <a:cubicBezTo>
                  <a:pt x="1442371" y="743001"/>
                  <a:pt x="1438656" y="749288"/>
                  <a:pt x="1434941" y="754050"/>
                </a:cubicBezTo>
                <a:cubicBezTo>
                  <a:pt x="1429703" y="761384"/>
                  <a:pt x="1427131" y="770814"/>
                  <a:pt x="1424464" y="779672"/>
                </a:cubicBezTo>
                <a:cubicBezTo>
                  <a:pt x="1421321" y="789674"/>
                  <a:pt x="1432274" y="793293"/>
                  <a:pt x="1440180" y="791198"/>
                </a:cubicBezTo>
                <a:lnTo>
                  <a:pt x="1443323" y="790626"/>
                </a:lnTo>
                <a:cubicBezTo>
                  <a:pt x="1443800" y="790626"/>
                  <a:pt x="1531334" y="793198"/>
                  <a:pt x="1533906" y="793198"/>
                </a:cubicBezTo>
                <a:cubicBezTo>
                  <a:pt x="1539621" y="793198"/>
                  <a:pt x="1545431" y="791674"/>
                  <a:pt x="1550670" y="787483"/>
                </a:cubicBezTo>
                <a:cubicBezTo>
                  <a:pt x="1559052" y="780625"/>
                  <a:pt x="1548098" y="757574"/>
                  <a:pt x="1543907" y="751288"/>
                </a:cubicBezTo>
                <a:cubicBezTo>
                  <a:pt x="1539240" y="743954"/>
                  <a:pt x="1533430" y="741858"/>
                  <a:pt x="1526096" y="737667"/>
                </a:cubicBezTo>
                <a:cubicBezTo>
                  <a:pt x="1519238" y="734524"/>
                  <a:pt x="1515142" y="731381"/>
                  <a:pt x="1507236" y="730333"/>
                </a:cubicBezTo>
                <a:moveTo>
                  <a:pt x="1544384" y="779577"/>
                </a:moveTo>
                <a:cubicBezTo>
                  <a:pt x="1541240" y="782244"/>
                  <a:pt x="1537621" y="783292"/>
                  <a:pt x="1533430" y="783292"/>
                </a:cubicBezTo>
                <a:cubicBezTo>
                  <a:pt x="1531334" y="783292"/>
                  <a:pt x="1444371" y="780720"/>
                  <a:pt x="1441228" y="780720"/>
                </a:cubicBezTo>
                <a:lnTo>
                  <a:pt x="1438085" y="781292"/>
                </a:lnTo>
                <a:cubicBezTo>
                  <a:pt x="1436465" y="781863"/>
                  <a:pt x="1435418" y="782339"/>
                  <a:pt x="1434370" y="781863"/>
                </a:cubicBezTo>
                <a:cubicBezTo>
                  <a:pt x="1436465" y="774529"/>
                  <a:pt x="1438561" y="766147"/>
                  <a:pt x="1442752" y="759860"/>
                </a:cubicBezTo>
                <a:cubicBezTo>
                  <a:pt x="1444371" y="757765"/>
                  <a:pt x="1449038" y="751002"/>
                  <a:pt x="1452658" y="749954"/>
                </a:cubicBezTo>
                <a:lnTo>
                  <a:pt x="1461040" y="745192"/>
                </a:lnTo>
                <a:lnTo>
                  <a:pt x="1463135" y="743096"/>
                </a:lnTo>
                <a:cubicBezTo>
                  <a:pt x="1466279" y="741477"/>
                  <a:pt x="1469898" y="741477"/>
                  <a:pt x="1473041" y="740429"/>
                </a:cubicBezTo>
                <a:cubicBezTo>
                  <a:pt x="1481900" y="737858"/>
                  <a:pt x="1494568" y="734714"/>
                  <a:pt x="1504950" y="740429"/>
                </a:cubicBezTo>
                <a:cubicBezTo>
                  <a:pt x="1511237" y="741001"/>
                  <a:pt x="1515999" y="744144"/>
                  <a:pt x="1521238" y="746716"/>
                </a:cubicBezTo>
                <a:cubicBezTo>
                  <a:pt x="1526477" y="749859"/>
                  <a:pt x="1531715" y="751478"/>
                  <a:pt x="1535430" y="757193"/>
                </a:cubicBezTo>
                <a:cubicBezTo>
                  <a:pt x="1539621" y="763004"/>
                  <a:pt x="1542288" y="771862"/>
                  <a:pt x="1544288" y="779672"/>
                </a:cubicBezTo>
                <a:moveTo>
                  <a:pt x="1558481" y="876065"/>
                </a:moveTo>
                <a:cubicBezTo>
                  <a:pt x="1574197" y="873494"/>
                  <a:pt x="1591532" y="874541"/>
                  <a:pt x="1607249" y="875018"/>
                </a:cubicBezTo>
                <a:cubicBezTo>
                  <a:pt x="1604105" y="885495"/>
                  <a:pt x="1600962" y="892829"/>
                  <a:pt x="1596771" y="900164"/>
                </a:cubicBezTo>
                <a:cubicBezTo>
                  <a:pt x="1594199" y="902735"/>
                  <a:pt x="1591532" y="905402"/>
                  <a:pt x="1590008" y="909022"/>
                </a:cubicBezTo>
                <a:cubicBezTo>
                  <a:pt x="1587437" y="913213"/>
                  <a:pt x="1581626" y="918452"/>
                  <a:pt x="1578483" y="920547"/>
                </a:cubicBezTo>
                <a:cubicBezTo>
                  <a:pt x="1572673" y="925786"/>
                  <a:pt x="1564862" y="927881"/>
                  <a:pt x="1556957" y="932072"/>
                </a:cubicBezTo>
                <a:lnTo>
                  <a:pt x="1554385" y="934739"/>
                </a:lnTo>
                <a:lnTo>
                  <a:pt x="1551718" y="936263"/>
                </a:lnTo>
                <a:cubicBezTo>
                  <a:pt x="1547527" y="936835"/>
                  <a:pt x="1544384" y="940454"/>
                  <a:pt x="1540193" y="942074"/>
                </a:cubicBezTo>
                <a:lnTo>
                  <a:pt x="1534954" y="943598"/>
                </a:lnTo>
                <a:cubicBezTo>
                  <a:pt x="1533335" y="944169"/>
                  <a:pt x="1531811" y="944645"/>
                  <a:pt x="1530287" y="945122"/>
                </a:cubicBezTo>
                <a:cubicBezTo>
                  <a:pt x="1506664" y="947789"/>
                  <a:pt x="1474184" y="953504"/>
                  <a:pt x="1450658" y="943598"/>
                </a:cubicBezTo>
                <a:cubicBezTo>
                  <a:pt x="1441799" y="942074"/>
                  <a:pt x="1433322" y="937311"/>
                  <a:pt x="1424464" y="935787"/>
                </a:cubicBezTo>
                <a:cubicBezTo>
                  <a:pt x="1412462" y="929501"/>
                  <a:pt x="1403033" y="923214"/>
                  <a:pt x="1395127" y="913213"/>
                </a:cubicBezTo>
                <a:cubicBezTo>
                  <a:pt x="1379887" y="902259"/>
                  <a:pt x="1375791" y="879209"/>
                  <a:pt x="1366838" y="862921"/>
                </a:cubicBezTo>
                <a:cubicBezTo>
                  <a:pt x="1366361" y="858730"/>
                  <a:pt x="1365314" y="855110"/>
                  <a:pt x="1364266" y="852443"/>
                </a:cubicBezTo>
                <a:lnTo>
                  <a:pt x="1362742" y="848252"/>
                </a:lnTo>
                <a:cubicBezTo>
                  <a:pt x="1362742" y="847681"/>
                  <a:pt x="1361694" y="843585"/>
                  <a:pt x="1361694" y="841966"/>
                </a:cubicBezTo>
                <a:cubicBezTo>
                  <a:pt x="1360646" y="837775"/>
                  <a:pt x="1359027" y="833012"/>
                  <a:pt x="1359599" y="828345"/>
                </a:cubicBezTo>
                <a:lnTo>
                  <a:pt x="1360075" y="824630"/>
                </a:lnTo>
                <a:lnTo>
                  <a:pt x="1360646" y="820916"/>
                </a:lnTo>
                <a:lnTo>
                  <a:pt x="1360646" y="817296"/>
                </a:lnTo>
                <a:cubicBezTo>
                  <a:pt x="1361123" y="815201"/>
                  <a:pt x="1361123" y="812534"/>
                  <a:pt x="1361123" y="810438"/>
                </a:cubicBezTo>
                <a:cubicBezTo>
                  <a:pt x="1361694" y="794246"/>
                  <a:pt x="1375791" y="754336"/>
                  <a:pt x="1386268" y="741858"/>
                </a:cubicBezTo>
                <a:cubicBezTo>
                  <a:pt x="1388364" y="734524"/>
                  <a:pt x="1395127" y="730809"/>
                  <a:pt x="1398270" y="724046"/>
                </a:cubicBezTo>
                <a:cubicBezTo>
                  <a:pt x="1409795" y="713569"/>
                  <a:pt x="1420844" y="699948"/>
                  <a:pt x="1436465" y="694709"/>
                </a:cubicBezTo>
                <a:cubicBezTo>
                  <a:pt x="1445895" y="691566"/>
                  <a:pt x="1456373" y="686327"/>
                  <a:pt x="1467422" y="685851"/>
                </a:cubicBezTo>
                <a:cubicBezTo>
                  <a:pt x="1486281" y="683279"/>
                  <a:pt x="1506188" y="682136"/>
                  <a:pt x="1525048" y="686423"/>
                </a:cubicBezTo>
                <a:lnTo>
                  <a:pt x="1528667" y="687470"/>
                </a:lnTo>
                <a:cubicBezTo>
                  <a:pt x="1539621" y="690614"/>
                  <a:pt x="1549146" y="694805"/>
                  <a:pt x="1558004" y="699567"/>
                </a:cubicBezTo>
                <a:cubicBezTo>
                  <a:pt x="1564291" y="705854"/>
                  <a:pt x="1571625" y="712140"/>
                  <a:pt x="1576864" y="721570"/>
                </a:cubicBezTo>
                <a:cubicBezTo>
                  <a:pt x="1595723" y="738334"/>
                  <a:pt x="1603629" y="767099"/>
                  <a:pt x="1608868" y="799103"/>
                </a:cubicBezTo>
                <a:lnTo>
                  <a:pt x="1609344" y="803771"/>
                </a:lnTo>
                <a:lnTo>
                  <a:pt x="1609344" y="807485"/>
                </a:lnTo>
                <a:lnTo>
                  <a:pt x="1609820" y="813772"/>
                </a:lnTo>
                <a:cubicBezTo>
                  <a:pt x="1610392" y="816344"/>
                  <a:pt x="1610868" y="819011"/>
                  <a:pt x="1611439" y="821582"/>
                </a:cubicBezTo>
                <a:lnTo>
                  <a:pt x="1612487" y="826250"/>
                </a:lnTo>
                <a:cubicBezTo>
                  <a:pt x="1602010" y="827774"/>
                  <a:pt x="1590961" y="824726"/>
                  <a:pt x="1580007" y="824726"/>
                </a:cubicBezTo>
                <a:cubicBezTo>
                  <a:pt x="1572673" y="824154"/>
                  <a:pt x="1513999" y="827869"/>
                  <a:pt x="1507712" y="827869"/>
                </a:cubicBezTo>
                <a:cubicBezTo>
                  <a:pt x="1500378" y="827869"/>
                  <a:pt x="1492472" y="827869"/>
                  <a:pt x="1484662" y="828917"/>
                </a:cubicBezTo>
                <a:cubicBezTo>
                  <a:pt x="1467898" y="830536"/>
                  <a:pt x="1450562" y="829964"/>
                  <a:pt x="1433322" y="829964"/>
                </a:cubicBezTo>
                <a:cubicBezTo>
                  <a:pt x="1419130" y="829964"/>
                  <a:pt x="1422845" y="855587"/>
                  <a:pt x="1424940" y="864540"/>
                </a:cubicBezTo>
                <a:lnTo>
                  <a:pt x="1427036" y="869779"/>
                </a:lnTo>
                <a:lnTo>
                  <a:pt x="1428560" y="873970"/>
                </a:lnTo>
                <a:cubicBezTo>
                  <a:pt x="1429131" y="875018"/>
                  <a:pt x="1429607" y="876065"/>
                  <a:pt x="1430179" y="877113"/>
                </a:cubicBezTo>
                <a:lnTo>
                  <a:pt x="1432274" y="879780"/>
                </a:lnTo>
                <a:lnTo>
                  <a:pt x="1435418" y="883971"/>
                </a:lnTo>
                <a:lnTo>
                  <a:pt x="1440656" y="889210"/>
                </a:lnTo>
                <a:lnTo>
                  <a:pt x="1445895" y="895496"/>
                </a:lnTo>
                <a:cubicBezTo>
                  <a:pt x="1452182" y="902831"/>
                  <a:pt x="1465326" y="908069"/>
                  <a:pt x="1475232" y="908641"/>
                </a:cubicBezTo>
                <a:cubicBezTo>
                  <a:pt x="1476280" y="908641"/>
                  <a:pt x="1477899" y="909212"/>
                  <a:pt x="1478852" y="909212"/>
                </a:cubicBezTo>
                <a:cubicBezTo>
                  <a:pt x="1489901" y="909212"/>
                  <a:pt x="1501902" y="908641"/>
                  <a:pt x="1512380" y="905498"/>
                </a:cubicBezTo>
                <a:cubicBezTo>
                  <a:pt x="1523333" y="902831"/>
                  <a:pt x="1554289" y="890829"/>
                  <a:pt x="1558004" y="876161"/>
                </a:cubicBezTo>
                <a:lnTo>
                  <a:pt x="1558481" y="876161"/>
                </a:lnTo>
                <a:close/>
                <a:moveTo>
                  <a:pt x="1433798" y="839870"/>
                </a:moveTo>
                <a:cubicBezTo>
                  <a:pt x="1451610" y="839870"/>
                  <a:pt x="1468850" y="840442"/>
                  <a:pt x="1486186" y="838823"/>
                </a:cubicBezTo>
                <a:cubicBezTo>
                  <a:pt x="1493520" y="837775"/>
                  <a:pt x="1500854" y="837775"/>
                  <a:pt x="1507712" y="837775"/>
                </a:cubicBezTo>
                <a:cubicBezTo>
                  <a:pt x="1513999" y="837775"/>
                  <a:pt x="1574292" y="834060"/>
                  <a:pt x="1580007" y="834632"/>
                </a:cubicBezTo>
                <a:cubicBezTo>
                  <a:pt x="1586770" y="834632"/>
                  <a:pt x="1594199" y="835679"/>
                  <a:pt x="1600962" y="836156"/>
                </a:cubicBezTo>
                <a:cubicBezTo>
                  <a:pt x="1628775" y="838823"/>
                  <a:pt x="1622965" y="831965"/>
                  <a:pt x="1619822" y="812057"/>
                </a:cubicBezTo>
                <a:lnTo>
                  <a:pt x="1619250" y="806819"/>
                </a:lnTo>
                <a:lnTo>
                  <a:pt x="1619250" y="802628"/>
                </a:lnTo>
                <a:lnTo>
                  <a:pt x="1618774" y="797389"/>
                </a:lnTo>
                <a:cubicBezTo>
                  <a:pt x="1613535" y="765956"/>
                  <a:pt x="1605153" y="733952"/>
                  <a:pt x="1584198" y="714045"/>
                </a:cubicBezTo>
                <a:cubicBezTo>
                  <a:pt x="1579531" y="705187"/>
                  <a:pt x="1571625" y="698329"/>
                  <a:pt x="1563243" y="690995"/>
                </a:cubicBezTo>
                <a:cubicBezTo>
                  <a:pt x="1554385" y="685756"/>
                  <a:pt x="1545431" y="682136"/>
                  <a:pt x="1534954" y="678993"/>
                </a:cubicBezTo>
                <a:lnTo>
                  <a:pt x="1530763" y="677374"/>
                </a:lnTo>
                <a:lnTo>
                  <a:pt x="1527143" y="676898"/>
                </a:lnTo>
                <a:cubicBezTo>
                  <a:pt x="1507236" y="671659"/>
                  <a:pt x="1486281" y="672707"/>
                  <a:pt x="1465802" y="675850"/>
                </a:cubicBezTo>
                <a:cubicBezTo>
                  <a:pt x="1454277" y="676898"/>
                  <a:pt x="1443800" y="681565"/>
                  <a:pt x="1433322" y="684708"/>
                </a:cubicBezTo>
                <a:cubicBezTo>
                  <a:pt x="1415510" y="690995"/>
                  <a:pt x="1403985" y="705187"/>
                  <a:pt x="1389317" y="719284"/>
                </a:cubicBezTo>
                <a:cubicBezTo>
                  <a:pt x="1386173" y="726142"/>
                  <a:pt x="1380458" y="727666"/>
                  <a:pt x="1376743" y="737572"/>
                </a:cubicBezTo>
                <a:cubicBezTo>
                  <a:pt x="1367790" y="748621"/>
                  <a:pt x="1353693" y="785768"/>
                  <a:pt x="1351598" y="802056"/>
                </a:cubicBezTo>
                <a:cubicBezTo>
                  <a:pt x="1351026" y="806723"/>
                  <a:pt x="1351598" y="811486"/>
                  <a:pt x="1350550" y="816153"/>
                </a:cubicBezTo>
                <a:lnTo>
                  <a:pt x="1350550" y="819868"/>
                </a:lnTo>
                <a:lnTo>
                  <a:pt x="1349978" y="823011"/>
                </a:lnTo>
                <a:lnTo>
                  <a:pt x="1349502" y="827202"/>
                </a:lnTo>
                <a:cubicBezTo>
                  <a:pt x="1348931" y="833012"/>
                  <a:pt x="1350550" y="838727"/>
                  <a:pt x="1351598" y="843966"/>
                </a:cubicBezTo>
                <a:cubicBezTo>
                  <a:pt x="1351598" y="846062"/>
                  <a:pt x="1352645" y="850253"/>
                  <a:pt x="1353122" y="851872"/>
                </a:cubicBezTo>
                <a:lnTo>
                  <a:pt x="1354646" y="856063"/>
                </a:lnTo>
                <a:cubicBezTo>
                  <a:pt x="1355693" y="858635"/>
                  <a:pt x="1356741" y="861302"/>
                  <a:pt x="1356741" y="864445"/>
                </a:cubicBezTo>
                <a:lnTo>
                  <a:pt x="1357313" y="867017"/>
                </a:lnTo>
                <a:cubicBezTo>
                  <a:pt x="1368266" y="884828"/>
                  <a:pt x="1370457" y="907403"/>
                  <a:pt x="1388174" y="920928"/>
                </a:cubicBezTo>
                <a:cubicBezTo>
                  <a:pt x="1396556" y="931406"/>
                  <a:pt x="1407605" y="938740"/>
                  <a:pt x="1421702" y="945598"/>
                </a:cubicBezTo>
                <a:cubicBezTo>
                  <a:pt x="1431131" y="947122"/>
                  <a:pt x="1439037" y="951313"/>
                  <a:pt x="1447895" y="953408"/>
                </a:cubicBezTo>
                <a:cubicBezTo>
                  <a:pt x="1473041" y="963886"/>
                  <a:pt x="1505522" y="957599"/>
                  <a:pt x="1533239" y="954456"/>
                </a:cubicBezTo>
                <a:cubicBezTo>
                  <a:pt x="1534859" y="953980"/>
                  <a:pt x="1536383" y="953408"/>
                  <a:pt x="1537430" y="952932"/>
                </a:cubicBezTo>
                <a:lnTo>
                  <a:pt x="1543241" y="951408"/>
                </a:lnTo>
                <a:cubicBezTo>
                  <a:pt x="1546384" y="950360"/>
                  <a:pt x="1550003" y="948836"/>
                  <a:pt x="1552670" y="946169"/>
                </a:cubicBezTo>
                <a:cubicBezTo>
                  <a:pt x="1554766" y="946169"/>
                  <a:pt x="1556385" y="945122"/>
                  <a:pt x="1557909" y="944074"/>
                </a:cubicBezTo>
                <a:lnTo>
                  <a:pt x="1560481" y="941978"/>
                </a:lnTo>
                <a:lnTo>
                  <a:pt x="1563148" y="939883"/>
                </a:lnTo>
                <a:cubicBezTo>
                  <a:pt x="1570482" y="936740"/>
                  <a:pt x="1577816" y="934073"/>
                  <a:pt x="1584103" y="928834"/>
                </a:cubicBezTo>
                <a:cubicBezTo>
                  <a:pt x="1588770" y="925691"/>
                  <a:pt x="1595057" y="918833"/>
                  <a:pt x="1599343" y="912641"/>
                </a:cubicBezTo>
                <a:cubicBezTo>
                  <a:pt x="1600391" y="909974"/>
                  <a:pt x="1602962" y="907974"/>
                  <a:pt x="1605629" y="905307"/>
                </a:cubicBezTo>
                <a:cubicBezTo>
                  <a:pt x="1608773" y="899021"/>
                  <a:pt x="1627632" y="864445"/>
                  <a:pt x="1614011" y="865016"/>
                </a:cubicBezTo>
                <a:cubicBezTo>
                  <a:pt x="1608296" y="865493"/>
                  <a:pt x="1602486" y="865016"/>
                  <a:pt x="1597247" y="863969"/>
                </a:cubicBezTo>
                <a:cubicBezTo>
                  <a:pt x="1590961" y="863492"/>
                  <a:pt x="1559528" y="865493"/>
                  <a:pt x="1556385" y="866064"/>
                </a:cubicBezTo>
                <a:lnTo>
                  <a:pt x="1552194" y="867112"/>
                </a:lnTo>
                <a:lnTo>
                  <a:pt x="1548479" y="872922"/>
                </a:lnTo>
                <a:cubicBezTo>
                  <a:pt x="1543812" y="881304"/>
                  <a:pt x="1528096" y="890734"/>
                  <a:pt x="1509713" y="895973"/>
                </a:cubicBezTo>
                <a:cubicBezTo>
                  <a:pt x="1500283" y="898640"/>
                  <a:pt x="1488758" y="899116"/>
                  <a:pt x="1478756" y="899116"/>
                </a:cubicBezTo>
                <a:lnTo>
                  <a:pt x="1474089" y="898068"/>
                </a:lnTo>
                <a:cubicBezTo>
                  <a:pt x="1469898" y="899116"/>
                  <a:pt x="1456754" y="892829"/>
                  <a:pt x="1453134" y="888638"/>
                </a:cubicBezTo>
                <a:lnTo>
                  <a:pt x="1446276" y="880828"/>
                </a:lnTo>
                <a:lnTo>
                  <a:pt x="1443133" y="877113"/>
                </a:lnTo>
                <a:lnTo>
                  <a:pt x="1439989" y="873494"/>
                </a:lnTo>
                <a:lnTo>
                  <a:pt x="1437894" y="869779"/>
                </a:lnTo>
                <a:lnTo>
                  <a:pt x="1436275" y="866636"/>
                </a:lnTo>
                <a:lnTo>
                  <a:pt x="1434179" y="860825"/>
                </a:lnTo>
                <a:cubicBezTo>
                  <a:pt x="1433132" y="855110"/>
                  <a:pt x="1431608" y="845585"/>
                  <a:pt x="1433703" y="839870"/>
                </a:cubicBezTo>
                <a:moveTo>
                  <a:pt x="963263" y="943026"/>
                </a:moveTo>
                <a:cubicBezTo>
                  <a:pt x="943356" y="941978"/>
                  <a:pt x="922877" y="940359"/>
                  <a:pt x="903542" y="944550"/>
                </a:cubicBezTo>
                <a:cubicBezTo>
                  <a:pt x="904589" y="935692"/>
                  <a:pt x="905637" y="921023"/>
                  <a:pt x="905161" y="914165"/>
                </a:cubicBezTo>
                <a:cubicBezTo>
                  <a:pt x="904589" y="905307"/>
                  <a:pt x="906209" y="774338"/>
                  <a:pt x="906209" y="769576"/>
                </a:cubicBezTo>
                <a:cubicBezTo>
                  <a:pt x="903065" y="754907"/>
                  <a:pt x="899351" y="701472"/>
                  <a:pt x="903065" y="687851"/>
                </a:cubicBezTo>
                <a:lnTo>
                  <a:pt x="908780" y="687851"/>
                </a:lnTo>
                <a:cubicBezTo>
                  <a:pt x="910876" y="687851"/>
                  <a:pt x="913543" y="687280"/>
                  <a:pt x="915638" y="687280"/>
                </a:cubicBezTo>
                <a:cubicBezTo>
                  <a:pt x="919353" y="686708"/>
                  <a:pt x="923449" y="687280"/>
                  <a:pt x="928211" y="686708"/>
                </a:cubicBezTo>
                <a:cubicBezTo>
                  <a:pt x="938689" y="685184"/>
                  <a:pt x="950214" y="683089"/>
                  <a:pt x="960692" y="683565"/>
                </a:cubicBezTo>
                <a:cubicBezTo>
                  <a:pt x="961263" y="692519"/>
                  <a:pt x="959644" y="700901"/>
                  <a:pt x="960215" y="709759"/>
                </a:cubicBezTo>
                <a:cubicBezTo>
                  <a:pt x="961263" y="713950"/>
                  <a:pt x="965454" y="715569"/>
                  <a:pt x="969074" y="715569"/>
                </a:cubicBezTo>
                <a:cubicBezTo>
                  <a:pt x="971740" y="716141"/>
                  <a:pt x="973741" y="715569"/>
                  <a:pt x="974788" y="715569"/>
                </a:cubicBezTo>
                <a:cubicBezTo>
                  <a:pt x="980599" y="713950"/>
                  <a:pt x="983742" y="709759"/>
                  <a:pt x="985266" y="707187"/>
                </a:cubicBezTo>
                <a:lnTo>
                  <a:pt x="988409" y="702996"/>
                </a:lnTo>
                <a:lnTo>
                  <a:pt x="994220" y="698805"/>
                </a:lnTo>
                <a:lnTo>
                  <a:pt x="999935" y="695662"/>
                </a:lnTo>
                <a:lnTo>
                  <a:pt x="1003078" y="693566"/>
                </a:lnTo>
                <a:cubicBezTo>
                  <a:pt x="1004126" y="692519"/>
                  <a:pt x="1007269" y="690995"/>
                  <a:pt x="1010984" y="689375"/>
                </a:cubicBezTo>
                <a:lnTo>
                  <a:pt x="1018794" y="686232"/>
                </a:lnTo>
                <a:lnTo>
                  <a:pt x="1022985" y="684613"/>
                </a:lnTo>
                <a:lnTo>
                  <a:pt x="1027652" y="682517"/>
                </a:lnTo>
                <a:cubicBezTo>
                  <a:pt x="1029272" y="681946"/>
                  <a:pt x="1030319" y="681470"/>
                  <a:pt x="1031843" y="680422"/>
                </a:cubicBezTo>
                <a:cubicBezTo>
                  <a:pt x="1062800" y="674707"/>
                  <a:pt x="1097375" y="684137"/>
                  <a:pt x="1112520" y="704520"/>
                </a:cubicBezTo>
                <a:cubicBezTo>
                  <a:pt x="1114616" y="707663"/>
                  <a:pt x="1115187" y="709283"/>
                  <a:pt x="1117283" y="712902"/>
                </a:cubicBezTo>
                <a:cubicBezTo>
                  <a:pt x="1118807" y="718141"/>
                  <a:pt x="1122521" y="722903"/>
                  <a:pt x="1128236" y="721856"/>
                </a:cubicBezTo>
                <a:cubicBezTo>
                  <a:pt x="1133475" y="720808"/>
                  <a:pt x="1142429" y="711854"/>
                  <a:pt x="1150715" y="708711"/>
                </a:cubicBezTo>
                <a:cubicBezTo>
                  <a:pt x="1154430" y="706139"/>
                  <a:pt x="1157002" y="703949"/>
                  <a:pt x="1160621" y="700805"/>
                </a:cubicBezTo>
                <a:lnTo>
                  <a:pt x="1163288" y="699758"/>
                </a:lnTo>
                <a:lnTo>
                  <a:pt x="1171099" y="696138"/>
                </a:lnTo>
                <a:lnTo>
                  <a:pt x="1182624" y="690899"/>
                </a:lnTo>
                <a:cubicBezTo>
                  <a:pt x="1199388" y="683565"/>
                  <a:pt x="1226058" y="683565"/>
                  <a:pt x="1247013" y="688804"/>
                </a:cubicBezTo>
                <a:cubicBezTo>
                  <a:pt x="1261682" y="698234"/>
                  <a:pt x="1273207" y="710807"/>
                  <a:pt x="1282637" y="726999"/>
                </a:cubicBezTo>
                <a:lnTo>
                  <a:pt x="1284161" y="730714"/>
                </a:lnTo>
                <a:cubicBezTo>
                  <a:pt x="1285208" y="732333"/>
                  <a:pt x="1286256" y="735476"/>
                  <a:pt x="1287780" y="737572"/>
                </a:cubicBezTo>
                <a:cubicBezTo>
                  <a:pt x="1289399" y="747002"/>
                  <a:pt x="1291971" y="756908"/>
                  <a:pt x="1293019" y="766337"/>
                </a:cubicBezTo>
                <a:lnTo>
                  <a:pt x="1293019" y="770052"/>
                </a:lnTo>
                <a:cubicBezTo>
                  <a:pt x="1293019" y="772148"/>
                  <a:pt x="1292543" y="774243"/>
                  <a:pt x="1293019" y="776910"/>
                </a:cubicBezTo>
                <a:cubicBezTo>
                  <a:pt x="1293590" y="778529"/>
                  <a:pt x="1294067" y="780053"/>
                  <a:pt x="1294638" y="783768"/>
                </a:cubicBezTo>
                <a:cubicBezTo>
                  <a:pt x="1295686" y="788531"/>
                  <a:pt x="1295686" y="793769"/>
                  <a:pt x="1296162" y="798437"/>
                </a:cubicBezTo>
                <a:cubicBezTo>
                  <a:pt x="1296162" y="803675"/>
                  <a:pt x="1296734" y="809390"/>
                  <a:pt x="1297210" y="814629"/>
                </a:cubicBezTo>
                <a:cubicBezTo>
                  <a:pt x="1297781" y="821963"/>
                  <a:pt x="1297210" y="830822"/>
                  <a:pt x="1298258" y="837680"/>
                </a:cubicBezTo>
                <a:cubicBezTo>
                  <a:pt x="1298829" y="844538"/>
                  <a:pt x="1297781" y="876446"/>
                  <a:pt x="1298258" y="882257"/>
                </a:cubicBezTo>
                <a:cubicBezTo>
                  <a:pt x="1298258" y="891210"/>
                  <a:pt x="1299305" y="900545"/>
                  <a:pt x="1299305" y="908450"/>
                </a:cubicBezTo>
                <a:cubicBezTo>
                  <a:pt x="1299305" y="909974"/>
                  <a:pt x="1300353" y="931501"/>
                  <a:pt x="1300353" y="933596"/>
                </a:cubicBezTo>
                <a:lnTo>
                  <a:pt x="1301401" y="940931"/>
                </a:lnTo>
                <a:lnTo>
                  <a:pt x="1298258" y="940359"/>
                </a:lnTo>
                <a:cubicBezTo>
                  <a:pt x="1296734" y="940359"/>
                  <a:pt x="1243775" y="940931"/>
                  <a:pt x="1240631" y="941407"/>
                </a:cubicBezTo>
                <a:lnTo>
                  <a:pt x="1237488" y="941407"/>
                </a:lnTo>
                <a:cubicBezTo>
                  <a:pt x="1237488" y="940931"/>
                  <a:pt x="1238060" y="939883"/>
                  <a:pt x="1238060" y="937216"/>
                </a:cubicBezTo>
                <a:cubicBezTo>
                  <a:pt x="1239107" y="908927"/>
                  <a:pt x="1239107" y="881209"/>
                  <a:pt x="1238536" y="857587"/>
                </a:cubicBezTo>
                <a:cubicBezTo>
                  <a:pt x="1242727" y="838727"/>
                  <a:pt x="1235964" y="753860"/>
                  <a:pt x="1212342" y="738143"/>
                </a:cubicBezTo>
                <a:cubicBezTo>
                  <a:pt x="1199769" y="726618"/>
                  <a:pt x="1183481" y="730238"/>
                  <a:pt x="1169861" y="736048"/>
                </a:cubicBezTo>
                <a:cubicBezTo>
                  <a:pt x="1134809" y="751193"/>
                  <a:pt x="1134237" y="773767"/>
                  <a:pt x="1125855" y="807295"/>
                </a:cubicBezTo>
                <a:cubicBezTo>
                  <a:pt x="1124807" y="811010"/>
                  <a:pt x="1124807" y="915213"/>
                  <a:pt x="1125284" y="918356"/>
                </a:cubicBezTo>
                <a:lnTo>
                  <a:pt x="1125284" y="923024"/>
                </a:lnTo>
                <a:cubicBezTo>
                  <a:pt x="1125855" y="930358"/>
                  <a:pt x="1126903" y="938264"/>
                  <a:pt x="1127379" y="945598"/>
                </a:cubicBezTo>
                <a:lnTo>
                  <a:pt x="1124236" y="947693"/>
                </a:lnTo>
                <a:lnTo>
                  <a:pt x="1121569" y="947693"/>
                </a:lnTo>
                <a:lnTo>
                  <a:pt x="1115854" y="947217"/>
                </a:lnTo>
                <a:cubicBezTo>
                  <a:pt x="1102709" y="947217"/>
                  <a:pt x="1090232" y="947693"/>
                  <a:pt x="1077087" y="947693"/>
                </a:cubicBezTo>
                <a:lnTo>
                  <a:pt x="1071848" y="948170"/>
                </a:lnTo>
                <a:cubicBezTo>
                  <a:pt x="1070801" y="940835"/>
                  <a:pt x="1070229" y="933501"/>
                  <a:pt x="1070229" y="926738"/>
                </a:cubicBezTo>
                <a:cubicBezTo>
                  <a:pt x="1070229" y="925691"/>
                  <a:pt x="1070801" y="924643"/>
                  <a:pt x="1070801" y="923024"/>
                </a:cubicBezTo>
                <a:cubicBezTo>
                  <a:pt x="1070229" y="917213"/>
                  <a:pt x="1071372" y="884257"/>
                  <a:pt x="1072420" y="851300"/>
                </a:cubicBezTo>
                <a:cubicBezTo>
                  <a:pt x="1073468" y="818820"/>
                  <a:pt x="1074039" y="785768"/>
                  <a:pt x="1073468" y="781673"/>
                </a:cubicBezTo>
                <a:cubicBezTo>
                  <a:pt x="1072420" y="775386"/>
                  <a:pt x="1071848" y="769576"/>
                  <a:pt x="1071372" y="764909"/>
                </a:cubicBezTo>
                <a:cubicBezTo>
                  <a:pt x="1068229" y="756050"/>
                  <a:pt x="1065562" y="751764"/>
                  <a:pt x="1060895" y="745001"/>
                </a:cubicBezTo>
                <a:cubicBezTo>
                  <a:pt x="1049369" y="731381"/>
                  <a:pt x="1027367" y="731381"/>
                  <a:pt x="1014794" y="732428"/>
                </a:cubicBezTo>
                <a:cubicBezTo>
                  <a:pt x="992791" y="733476"/>
                  <a:pt x="981837" y="747097"/>
                  <a:pt x="969740" y="763861"/>
                </a:cubicBezTo>
                <a:cubicBezTo>
                  <a:pt x="963930" y="777005"/>
                  <a:pt x="962406" y="792150"/>
                  <a:pt x="961835" y="806247"/>
                </a:cubicBezTo>
                <a:cubicBezTo>
                  <a:pt x="961835" y="820439"/>
                  <a:pt x="961263" y="908355"/>
                  <a:pt x="961835" y="918833"/>
                </a:cubicBezTo>
                <a:cubicBezTo>
                  <a:pt x="962406" y="925691"/>
                  <a:pt x="962406" y="934549"/>
                  <a:pt x="962882" y="942931"/>
                </a:cubicBezTo>
                <a:moveTo>
                  <a:pt x="1128998" y="956552"/>
                </a:moveTo>
                <a:cubicBezTo>
                  <a:pt x="1132618" y="958076"/>
                  <a:pt x="1138428" y="958647"/>
                  <a:pt x="1137857" y="952361"/>
                </a:cubicBezTo>
                <a:cubicBezTo>
                  <a:pt x="1137857" y="942931"/>
                  <a:pt x="1135761" y="932453"/>
                  <a:pt x="1135190" y="922452"/>
                </a:cubicBezTo>
                <a:lnTo>
                  <a:pt x="1135190" y="918737"/>
                </a:lnTo>
                <a:cubicBezTo>
                  <a:pt x="1135190" y="917213"/>
                  <a:pt x="1135190" y="916166"/>
                  <a:pt x="1134618" y="914070"/>
                </a:cubicBezTo>
                <a:cubicBezTo>
                  <a:pt x="1134618" y="914070"/>
                  <a:pt x="1134618" y="811962"/>
                  <a:pt x="1135666" y="809295"/>
                </a:cubicBezTo>
                <a:cubicBezTo>
                  <a:pt x="1140428" y="790436"/>
                  <a:pt x="1144048" y="759003"/>
                  <a:pt x="1164527" y="749573"/>
                </a:cubicBezTo>
                <a:cubicBezTo>
                  <a:pt x="1176052" y="743763"/>
                  <a:pt x="1192816" y="734905"/>
                  <a:pt x="1204913" y="744811"/>
                </a:cubicBezTo>
                <a:lnTo>
                  <a:pt x="1208627" y="748526"/>
                </a:lnTo>
                <a:cubicBezTo>
                  <a:pt x="1223772" y="756336"/>
                  <a:pt x="1233202" y="837584"/>
                  <a:pt x="1228535" y="856920"/>
                </a:cubicBezTo>
                <a:cubicBezTo>
                  <a:pt x="1229106" y="879971"/>
                  <a:pt x="1229106" y="907784"/>
                  <a:pt x="1228058" y="933406"/>
                </a:cubicBezTo>
                <a:cubicBezTo>
                  <a:pt x="1228058" y="935025"/>
                  <a:pt x="1227487" y="936549"/>
                  <a:pt x="1227487" y="939216"/>
                </a:cubicBezTo>
                <a:cubicBezTo>
                  <a:pt x="1227487" y="939788"/>
                  <a:pt x="1227011" y="941312"/>
                  <a:pt x="1225391" y="943407"/>
                </a:cubicBezTo>
                <a:cubicBezTo>
                  <a:pt x="1219105" y="953408"/>
                  <a:pt x="1237964" y="951218"/>
                  <a:pt x="1241679" y="951218"/>
                </a:cubicBezTo>
                <a:cubicBezTo>
                  <a:pt x="1244822" y="950741"/>
                  <a:pt x="1295686" y="950170"/>
                  <a:pt x="1297210" y="950170"/>
                </a:cubicBezTo>
                <a:cubicBezTo>
                  <a:pt x="1302449" y="950741"/>
                  <a:pt x="1308164" y="954361"/>
                  <a:pt x="1311402" y="947027"/>
                </a:cubicBezTo>
                <a:cubicBezTo>
                  <a:pt x="1311974" y="945979"/>
                  <a:pt x="1311974" y="944360"/>
                  <a:pt x="1311974" y="942836"/>
                </a:cubicBezTo>
                <a:lnTo>
                  <a:pt x="1311402" y="937597"/>
                </a:lnTo>
                <a:lnTo>
                  <a:pt x="1310354" y="932358"/>
                </a:lnTo>
                <a:cubicBezTo>
                  <a:pt x="1310354" y="930263"/>
                  <a:pt x="1309307" y="909784"/>
                  <a:pt x="1309307" y="908260"/>
                </a:cubicBezTo>
                <a:cubicBezTo>
                  <a:pt x="1309307" y="900449"/>
                  <a:pt x="1308259" y="890448"/>
                  <a:pt x="1308259" y="881590"/>
                </a:cubicBezTo>
                <a:cubicBezTo>
                  <a:pt x="1307783" y="875875"/>
                  <a:pt x="1308830" y="842347"/>
                  <a:pt x="1308259" y="836060"/>
                </a:cubicBezTo>
                <a:cubicBezTo>
                  <a:pt x="1307211" y="829774"/>
                  <a:pt x="1307783" y="820820"/>
                  <a:pt x="1307211" y="814058"/>
                </a:cubicBezTo>
                <a:cubicBezTo>
                  <a:pt x="1306735" y="808343"/>
                  <a:pt x="1306163" y="802532"/>
                  <a:pt x="1306163" y="797294"/>
                </a:cubicBezTo>
                <a:cubicBezTo>
                  <a:pt x="1305687" y="792055"/>
                  <a:pt x="1305687" y="786816"/>
                  <a:pt x="1304639" y="781577"/>
                </a:cubicBezTo>
                <a:lnTo>
                  <a:pt x="1304068" y="778434"/>
                </a:lnTo>
                <a:cubicBezTo>
                  <a:pt x="1303592" y="777386"/>
                  <a:pt x="1303592" y="776339"/>
                  <a:pt x="1303020" y="774719"/>
                </a:cubicBezTo>
                <a:lnTo>
                  <a:pt x="1303020" y="765861"/>
                </a:lnTo>
                <a:cubicBezTo>
                  <a:pt x="1301972" y="755384"/>
                  <a:pt x="1299401" y="744906"/>
                  <a:pt x="1297781" y="734429"/>
                </a:cubicBezTo>
                <a:cubicBezTo>
                  <a:pt x="1297210" y="732333"/>
                  <a:pt x="1294067" y="728714"/>
                  <a:pt x="1293590" y="726618"/>
                </a:cubicBezTo>
                <a:lnTo>
                  <a:pt x="1290923" y="720808"/>
                </a:lnTo>
                <a:cubicBezTo>
                  <a:pt x="1281017" y="704044"/>
                  <a:pt x="1268444" y="690423"/>
                  <a:pt x="1250061" y="678898"/>
                </a:cubicBezTo>
                <a:cubicBezTo>
                  <a:pt x="1228058" y="673659"/>
                  <a:pt x="1198245" y="673183"/>
                  <a:pt x="1178338" y="681470"/>
                </a:cubicBezTo>
                <a:lnTo>
                  <a:pt x="1166813" y="686708"/>
                </a:lnTo>
                <a:lnTo>
                  <a:pt x="1158431" y="690899"/>
                </a:lnTo>
                <a:lnTo>
                  <a:pt x="1155287" y="692519"/>
                </a:lnTo>
                <a:cubicBezTo>
                  <a:pt x="1151573" y="694043"/>
                  <a:pt x="1149001" y="697757"/>
                  <a:pt x="1145286" y="699853"/>
                </a:cubicBezTo>
                <a:cubicBezTo>
                  <a:pt x="1138523" y="702996"/>
                  <a:pt x="1132142" y="706711"/>
                  <a:pt x="1125950" y="708806"/>
                </a:cubicBezTo>
                <a:lnTo>
                  <a:pt x="1124903" y="706235"/>
                </a:lnTo>
                <a:cubicBezTo>
                  <a:pt x="1123855" y="704615"/>
                  <a:pt x="1123283" y="702520"/>
                  <a:pt x="1120712" y="698329"/>
                </a:cubicBezTo>
                <a:cubicBezTo>
                  <a:pt x="1102424" y="673659"/>
                  <a:pt x="1062038" y="664229"/>
                  <a:pt x="1026890" y="671564"/>
                </a:cubicBezTo>
                <a:lnTo>
                  <a:pt x="1023747" y="673183"/>
                </a:lnTo>
                <a:lnTo>
                  <a:pt x="1018508" y="675278"/>
                </a:lnTo>
                <a:lnTo>
                  <a:pt x="1014317" y="677374"/>
                </a:lnTo>
                <a:lnTo>
                  <a:pt x="1006983" y="680517"/>
                </a:lnTo>
                <a:cubicBezTo>
                  <a:pt x="1003268" y="681565"/>
                  <a:pt x="998125" y="684232"/>
                  <a:pt x="993838" y="686804"/>
                </a:cubicBezTo>
                <a:lnTo>
                  <a:pt x="988028" y="690518"/>
                </a:lnTo>
                <a:cubicBezTo>
                  <a:pt x="985933" y="692138"/>
                  <a:pt x="983837" y="693662"/>
                  <a:pt x="982313" y="694709"/>
                </a:cubicBezTo>
                <a:lnTo>
                  <a:pt x="979646" y="696805"/>
                </a:lnTo>
                <a:cubicBezTo>
                  <a:pt x="979075" y="697376"/>
                  <a:pt x="978027" y="698424"/>
                  <a:pt x="977551" y="699472"/>
                </a:cubicBezTo>
                <a:lnTo>
                  <a:pt x="975932" y="702615"/>
                </a:lnTo>
                <a:cubicBezTo>
                  <a:pt x="974884" y="704139"/>
                  <a:pt x="973836" y="705187"/>
                  <a:pt x="972312" y="705758"/>
                </a:cubicBezTo>
                <a:lnTo>
                  <a:pt x="969645" y="705758"/>
                </a:lnTo>
                <a:cubicBezTo>
                  <a:pt x="969645" y="696805"/>
                  <a:pt x="971740" y="687375"/>
                  <a:pt x="969645" y="678517"/>
                </a:cubicBezTo>
                <a:cubicBezTo>
                  <a:pt x="967550" y="669087"/>
                  <a:pt x="930878" y="676421"/>
                  <a:pt x="926687" y="676993"/>
                </a:cubicBezTo>
                <a:cubicBezTo>
                  <a:pt x="921925" y="677469"/>
                  <a:pt x="917258" y="676993"/>
                  <a:pt x="913543" y="677469"/>
                </a:cubicBezTo>
                <a:lnTo>
                  <a:pt x="902589" y="677469"/>
                </a:lnTo>
                <a:cubicBezTo>
                  <a:pt x="899446" y="678041"/>
                  <a:pt x="893731" y="678041"/>
                  <a:pt x="892112" y="681660"/>
                </a:cubicBezTo>
                <a:cubicBezTo>
                  <a:pt x="887921" y="692138"/>
                  <a:pt x="892683" y="755003"/>
                  <a:pt x="895731" y="771290"/>
                </a:cubicBezTo>
                <a:cubicBezTo>
                  <a:pt x="895731" y="780720"/>
                  <a:pt x="893636" y="905879"/>
                  <a:pt x="894683" y="914832"/>
                </a:cubicBezTo>
                <a:cubicBezTo>
                  <a:pt x="895255" y="923690"/>
                  <a:pt x="893159" y="944645"/>
                  <a:pt x="892112" y="947789"/>
                </a:cubicBezTo>
                <a:cubicBezTo>
                  <a:pt x="889445" y="955694"/>
                  <a:pt x="899446" y="954551"/>
                  <a:pt x="904113" y="954551"/>
                </a:cubicBezTo>
                <a:cubicBezTo>
                  <a:pt x="924020" y="950360"/>
                  <a:pt x="947547" y="951980"/>
                  <a:pt x="967454" y="953504"/>
                </a:cubicBezTo>
                <a:cubicBezTo>
                  <a:pt x="973169" y="954075"/>
                  <a:pt x="973741" y="948265"/>
                  <a:pt x="973169" y="944645"/>
                </a:cubicBezTo>
                <a:cubicBezTo>
                  <a:pt x="972122" y="935787"/>
                  <a:pt x="972122" y="925786"/>
                  <a:pt x="971645" y="918452"/>
                </a:cubicBezTo>
                <a:cubicBezTo>
                  <a:pt x="971074" y="907974"/>
                  <a:pt x="971645" y="820535"/>
                  <a:pt x="972217" y="806342"/>
                </a:cubicBezTo>
                <a:cubicBezTo>
                  <a:pt x="972217" y="792722"/>
                  <a:pt x="973741" y="779101"/>
                  <a:pt x="978503" y="768147"/>
                </a:cubicBezTo>
                <a:cubicBezTo>
                  <a:pt x="988409" y="755003"/>
                  <a:pt x="996887" y="743477"/>
                  <a:pt x="1015175" y="742525"/>
                </a:cubicBezTo>
                <a:cubicBezTo>
                  <a:pt x="1028319" y="741477"/>
                  <a:pt x="1045083" y="742525"/>
                  <a:pt x="1053370" y="751383"/>
                </a:cubicBezTo>
                <a:cubicBezTo>
                  <a:pt x="1057085" y="757098"/>
                  <a:pt x="1058609" y="760813"/>
                  <a:pt x="1061752" y="767576"/>
                </a:cubicBezTo>
                <a:cubicBezTo>
                  <a:pt x="1061752" y="771290"/>
                  <a:pt x="1062323" y="776434"/>
                  <a:pt x="1063371" y="783292"/>
                </a:cubicBezTo>
                <a:cubicBezTo>
                  <a:pt x="1063943" y="785864"/>
                  <a:pt x="1062800" y="817868"/>
                  <a:pt x="1062323" y="850919"/>
                </a:cubicBezTo>
                <a:cubicBezTo>
                  <a:pt x="1061276" y="884447"/>
                  <a:pt x="1060228" y="917975"/>
                  <a:pt x="1060228" y="923690"/>
                </a:cubicBezTo>
                <a:cubicBezTo>
                  <a:pt x="1058132" y="926834"/>
                  <a:pt x="1061847" y="949408"/>
                  <a:pt x="1061847" y="953027"/>
                </a:cubicBezTo>
                <a:cubicBezTo>
                  <a:pt x="1062419" y="958266"/>
                  <a:pt x="1068610" y="958266"/>
                  <a:pt x="1071753" y="958266"/>
                </a:cubicBezTo>
                <a:lnTo>
                  <a:pt x="1077563" y="957790"/>
                </a:lnTo>
                <a:cubicBezTo>
                  <a:pt x="1090136" y="957790"/>
                  <a:pt x="1102709" y="957218"/>
                  <a:pt x="1115282" y="957218"/>
                </a:cubicBezTo>
                <a:lnTo>
                  <a:pt x="1122045" y="957790"/>
                </a:lnTo>
                <a:lnTo>
                  <a:pt x="1125188" y="957790"/>
                </a:lnTo>
                <a:cubicBezTo>
                  <a:pt x="1125760" y="957790"/>
                  <a:pt x="1126808" y="957790"/>
                  <a:pt x="1128903" y="956742"/>
                </a:cubicBezTo>
                <a:moveTo>
                  <a:pt x="688277" y="719474"/>
                </a:moveTo>
                <a:cubicBezTo>
                  <a:pt x="688848" y="708997"/>
                  <a:pt x="690372" y="697948"/>
                  <a:pt x="689324" y="686994"/>
                </a:cubicBezTo>
                <a:lnTo>
                  <a:pt x="691420" y="687566"/>
                </a:lnTo>
                <a:cubicBezTo>
                  <a:pt x="694563" y="687566"/>
                  <a:pt x="699802" y="686518"/>
                  <a:pt x="703993" y="687566"/>
                </a:cubicBezTo>
                <a:lnTo>
                  <a:pt x="712375" y="687566"/>
                </a:lnTo>
                <a:cubicBezTo>
                  <a:pt x="732282" y="686518"/>
                  <a:pt x="727615" y="676040"/>
                  <a:pt x="730187" y="658800"/>
                </a:cubicBezTo>
                <a:lnTo>
                  <a:pt x="730187" y="653561"/>
                </a:lnTo>
                <a:lnTo>
                  <a:pt x="730758" y="649847"/>
                </a:lnTo>
                <a:cubicBezTo>
                  <a:pt x="731806" y="646227"/>
                  <a:pt x="734378" y="630987"/>
                  <a:pt x="737045" y="627844"/>
                </a:cubicBezTo>
                <a:cubicBezTo>
                  <a:pt x="741807" y="619462"/>
                  <a:pt x="747998" y="612604"/>
                  <a:pt x="755904" y="604793"/>
                </a:cubicBezTo>
                <a:cubicBezTo>
                  <a:pt x="760571" y="600126"/>
                  <a:pt x="763715" y="597459"/>
                  <a:pt x="770096" y="593840"/>
                </a:cubicBezTo>
                <a:cubicBezTo>
                  <a:pt x="772763" y="591744"/>
                  <a:pt x="775811" y="590125"/>
                  <a:pt x="778478" y="588601"/>
                </a:cubicBezTo>
                <a:cubicBezTo>
                  <a:pt x="784288" y="586505"/>
                  <a:pt x="789432" y="586505"/>
                  <a:pt x="795242" y="583838"/>
                </a:cubicBezTo>
                <a:cubicBezTo>
                  <a:pt x="807815" y="583838"/>
                  <a:pt x="830866" y="579171"/>
                  <a:pt x="842391" y="585934"/>
                </a:cubicBezTo>
                <a:lnTo>
                  <a:pt x="845058" y="586982"/>
                </a:lnTo>
                <a:lnTo>
                  <a:pt x="847725" y="587553"/>
                </a:lnTo>
                <a:cubicBezTo>
                  <a:pt x="846677" y="595364"/>
                  <a:pt x="846677" y="603269"/>
                  <a:pt x="846677" y="610032"/>
                </a:cubicBezTo>
                <a:lnTo>
                  <a:pt x="847249" y="626796"/>
                </a:lnTo>
                <a:cubicBezTo>
                  <a:pt x="841438" y="625748"/>
                  <a:pt x="835724" y="624701"/>
                  <a:pt x="829437" y="624701"/>
                </a:cubicBezTo>
                <a:cubicBezTo>
                  <a:pt x="801148" y="625748"/>
                  <a:pt x="784955" y="647751"/>
                  <a:pt x="791242" y="677088"/>
                </a:cubicBezTo>
                <a:cubicBezTo>
                  <a:pt x="791242" y="677564"/>
                  <a:pt x="792861" y="679660"/>
                  <a:pt x="795433" y="682803"/>
                </a:cubicBezTo>
                <a:lnTo>
                  <a:pt x="797528" y="683851"/>
                </a:lnTo>
                <a:cubicBezTo>
                  <a:pt x="797528" y="683851"/>
                  <a:pt x="814292" y="687566"/>
                  <a:pt x="822103" y="688042"/>
                </a:cubicBezTo>
                <a:cubicBezTo>
                  <a:pt x="828865" y="688613"/>
                  <a:pt x="835247" y="689661"/>
                  <a:pt x="842486" y="689661"/>
                </a:cubicBezTo>
                <a:lnTo>
                  <a:pt x="841915" y="695948"/>
                </a:lnTo>
                <a:cubicBezTo>
                  <a:pt x="841915" y="705377"/>
                  <a:pt x="841343" y="715283"/>
                  <a:pt x="841343" y="726332"/>
                </a:cubicBezTo>
                <a:cubicBezTo>
                  <a:pt x="836676" y="725761"/>
                  <a:pt x="831913" y="724713"/>
                  <a:pt x="827151" y="724237"/>
                </a:cubicBezTo>
                <a:cubicBezTo>
                  <a:pt x="818293" y="723189"/>
                  <a:pt x="810959" y="725856"/>
                  <a:pt x="802577" y="725856"/>
                </a:cubicBezTo>
                <a:cubicBezTo>
                  <a:pt x="800481" y="725856"/>
                  <a:pt x="798386" y="727380"/>
                  <a:pt x="796862" y="728999"/>
                </a:cubicBezTo>
                <a:cubicBezTo>
                  <a:pt x="795814" y="729571"/>
                  <a:pt x="795242" y="730523"/>
                  <a:pt x="795242" y="730523"/>
                </a:cubicBezTo>
                <a:lnTo>
                  <a:pt x="793623" y="733190"/>
                </a:lnTo>
                <a:cubicBezTo>
                  <a:pt x="790956" y="748335"/>
                  <a:pt x="790956" y="762527"/>
                  <a:pt x="790956" y="777672"/>
                </a:cubicBezTo>
                <a:cubicBezTo>
                  <a:pt x="790956" y="789197"/>
                  <a:pt x="793623" y="801294"/>
                  <a:pt x="793052" y="812248"/>
                </a:cubicBezTo>
                <a:cubicBezTo>
                  <a:pt x="793052" y="814343"/>
                  <a:pt x="792480" y="817487"/>
                  <a:pt x="792480" y="819582"/>
                </a:cubicBezTo>
                <a:lnTo>
                  <a:pt x="793052" y="822725"/>
                </a:lnTo>
                <a:cubicBezTo>
                  <a:pt x="793623" y="827964"/>
                  <a:pt x="793052" y="833774"/>
                  <a:pt x="793052" y="839013"/>
                </a:cubicBezTo>
                <a:cubicBezTo>
                  <a:pt x="793052" y="857873"/>
                  <a:pt x="793052" y="880923"/>
                  <a:pt x="792004" y="902354"/>
                </a:cubicBezTo>
                <a:cubicBezTo>
                  <a:pt x="791432" y="908641"/>
                  <a:pt x="791432" y="915975"/>
                  <a:pt x="792004" y="922738"/>
                </a:cubicBezTo>
                <a:cubicBezTo>
                  <a:pt x="792575" y="926929"/>
                  <a:pt x="794099" y="931596"/>
                  <a:pt x="794099" y="936359"/>
                </a:cubicBezTo>
                <a:lnTo>
                  <a:pt x="794099" y="944264"/>
                </a:lnTo>
                <a:cubicBezTo>
                  <a:pt x="778859" y="944741"/>
                  <a:pt x="763715" y="945312"/>
                  <a:pt x="747998" y="945788"/>
                </a:cubicBezTo>
                <a:cubicBezTo>
                  <a:pt x="745427" y="945217"/>
                  <a:pt x="741712" y="944741"/>
                  <a:pt x="738092" y="945217"/>
                </a:cubicBezTo>
                <a:cubicBezTo>
                  <a:pt x="736473" y="945217"/>
                  <a:pt x="734378" y="945788"/>
                  <a:pt x="732854" y="945788"/>
                </a:cubicBezTo>
                <a:lnTo>
                  <a:pt x="733425" y="942645"/>
                </a:lnTo>
                <a:cubicBezTo>
                  <a:pt x="733425" y="939978"/>
                  <a:pt x="733425" y="936835"/>
                  <a:pt x="732377" y="933215"/>
                </a:cubicBezTo>
                <a:cubicBezTo>
                  <a:pt x="733997" y="922262"/>
                  <a:pt x="731330" y="911213"/>
                  <a:pt x="732377" y="900735"/>
                </a:cubicBezTo>
                <a:cubicBezTo>
                  <a:pt x="732377" y="894925"/>
                  <a:pt x="731806" y="889781"/>
                  <a:pt x="731330" y="884543"/>
                </a:cubicBezTo>
                <a:cubicBezTo>
                  <a:pt x="730282" y="868826"/>
                  <a:pt x="732377" y="854158"/>
                  <a:pt x="730758" y="834727"/>
                </a:cubicBezTo>
                <a:cubicBezTo>
                  <a:pt x="730187" y="829488"/>
                  <a:pt x="730187" y="791293"/>
                  <a:pt x="730187" y="785483"/>
                </a:cubicBezTo>
                <a:cubicBezTo>
                  <a:pt x="730187" y="780244"/>
                  <a:pt x="731806" y="773957"/>
                  <a:pt x="731806" y="768147"/>
                </a:cubicBezTo>
                <a:cubicBezTo>
                  <a:pt x="731234" y="759765"/>
                  <a:pt x="731806" y="753479"/>
                  <a:pt x="731234" y="744049"/>
                </a:cubicBezTo>
                <a:cubicBezTo>
                  <a:pt x="731234" y="743001"/>
                  <a:pt x="730663" y="741477"/>
                  <a:pt x="730663" y="740334"/>
                </a:cubicBezTo>
                <a:lnTo>
                  <a:pt x="729615" y="735667"/>
                </a:lnTo>
                <a:lnTo>
                  <a:pt x="727996" y="730428"/>
                </a:lnTo>
                <a:cubicBezTo>
                  <a:pt x="726377" y="724713"/>
                  <a:pt x="707612" y="723665"/>
                  <a:pt x="702374" y="724713"/>
                </a:cubicBezTo>
                <a:cubicBezTo>
                  <a:pt x="698659" y="724142"/>
                  <a:pt x="695039" y="724713"/>
                  <a:pt x="691420" y="724713"/>
                </a:cubicBezTo>
                <a:lnTo>
                  <a:pt x="688277" y="725285"/>
                </a:lnTo>
                <a:lnTo>
                  <a:pt x="688277" y="719570"/>
                </a:lnTo>
                <a:close/>
                <a:moveTo>
                  <a:pt x="718185" y="676517"/>
                </a:moveTo>
                <a:cubicBezTo>
                  <a:pt x="714470" y="677564"/>
                  <a:pt x="710279" y="677088"/>
                  <a:pt x="705040" y="677564"/>
                </a:cubicBezTo>
                <a:cubicBezTo>
                  <a:pt x="700850" y="676517"/>
                  <a:pt x="696087" y="677088"/>
                  <a:pt x="691420" y="677088"/>
                </a:cubicBezTo>
                <a:cubicBezTo>
                  <a:pt x="687229" y="677088"/>
                  <a:pt x="676180" y="674421"/>
                  <a:pt x="678275" y="682803"/>
                </a:cubicBezTo>
                <a:cubicBezTo>
                  <a:pt x="681419" y="694805"/>
                  <a:pt x="678847" y="707378"/>
                  <a:pt x="678275" y="719474"/>
                </a:cubicBezTo>
                <a:cubicBezTo>
                  <a:pt x="677704" y="726332"/>
                  <a:pt x="676180" y="733571"/>
                  <a:pt x="685038" y="735191"/>
                </a:cubicBezTo>
                <a:cubicBezTo>
                  <a:pt x="696563" y="735762"/>
                  <a:pt x="707612" y="733571"/>
                  <a:pt x="719138" y="736238"/>
                </a:cubicBezTo>
                <a:cubicBezTo>
                  <a:pt x="720185" y="738810"/>
                  <a:pt x="721233" y="743096"/>
                  <a:pt x="721233" y="744620"/>
                </a:cubicBezTo>
                <a:cubicBezTo>
                  <a:pt x="721805" y="754050"/>
                  <a:pt x="721233" y="759765"/>
                  <a:pt x="721805" y="768719"/>
                </a:cubicBezTo>
                <a:cubicBezTo>
                  <a:pt x="721805" y="774434"/>
                  <a:pt x="720281" y="780244"/>
                  <a:pt x="720281" y="785959"/>
                </a:cubicBezTo>
                <a:cubicBezTo>
                  <a:pt x="720281" y="789674"/>
                  <a:pt x="720281" y="829964"/>
                  <a:pt x="720852" y="835775"/>
                </a:cubicBezTo>
                <a:cubicBezTo>
                  <a:pt x="722376" y="854634"/>
                  <a:pt x="720281" y="869303"/>
                  <a:pt x="721328" y="885019"/>
                </a:cubicBezTo>
                <a:cubicBezTo>
                  <a:pt x="721900" y="890258"/>
                  <a:pt x="722376" y="895020"/>
                  <a:pt x="722376" y="899687"/>
                </a:cubicBezTo>
                <a:cubicBezTo>
                  <a:pt x="721328" y="910736"/>
                  <a:pt x="723995" y="922262"/>
                  <a:pt x="721805" y="932739"/>
                </a:cubicBezTo>
                <a:cubicBezTo>
                  <a:pt x="721233" y="935882"/>
                  <a:pt x="723900" y="939026"/>
                  <a:pt x="722376" y="945312"/>
                </a:cubicBezTo>
                <a:lnTo>
                  <a:pt x="721805" y="947408"/>
                </a:lnTo>
                <a:lnTo>
                  <a:pt x="721805" y="949979"/>
                </a:lnTo>
                <a:cubicBezTo>
                  <a:pt x="723900" y="959409"/>
                  <a:pt x="731806" y="955790"/>
                  <a:pt x="739140" y="955218"/>
                </a:cubicBezTo>
                <a:cubicBezTo>
                  <a:pt x="741807" y="954647"/>
                  <a:pt x="744379" y="955218"/>
                  <a:pt x="747522" y="955790"/>
                </a:cubicBezTo>
                <a:cubicBezTo>
                  <a:pt x="747522" y="955790"/>
                  <a:pt x="780002" y="955218"/>
                  <a:pt x="783717" y="954742"/>
                </a:cubicBezTo>
                <a:cubicBezTo>
                  <a:pt x="803624" y="953218"/>
                  <a:pt x="806768" y="958457"/>
                  <a:pt x="804101" y="935406"/>
                </a:cubicBezTo>
                <a:cubicBezTo>
                  <a:pt x="804101" y="930644"/>
                  <a:pt x="802481" y="926453"/>
                  <a:pt x="802005" y="922262"/>
                </a:cubicBezTo>
                <a:cubicBezTo>
                  <a:pt x="801434" y="915975"/>
                  <a:pt x="801434" y="908641"/>
                  <a:pt x="802005" y="902831"/>
                </a:cubicBezTo>
                <a:cubicBezTo>
                  <a:pt x="803053" y="881399"/>
                  <a:pt x="803053" y="857777"/>
                  <a:pt x="803053" y="838918"/>
                </a:cubicBezTo>
                <a:cubicBezTo>
                  <a:pt x="803053" y="833108"/>
                  <a:pt x="803624" y="826821"/>
                  <a:pt x="803053" y="821106"/>
                </a:cubicBezTo>
                <a:lnTo>
                  <a:pt x="802481" y="818534"/>
                </a:lnTo>
                <a:cubicBezTo>
                  <a:pt x="802481" y="817010"/>
                  <a:pt x="803053" y="814343"/>
                  <a:pt x="803053" y="812724"/>
                </a:cubicBezTo>
                <a:cubicBezTo>
                  <a:pt x="803624" y="801199"/>
                  <a:pt x="800957" y="789197"/>
                  <a:pt x="800957" y="777672"/>
                </a:cubicBezTo>
                <a:cubicBezTo>
                  <a:pt x="800957" y="763480"/>
                  <a:pt x="800957" y="750431"/>
                  <a:pt x="804101" y="736334"/>
                </a:cubicBezTo>
                <a:cubicBezTo>
                  <a:pt x="805720" y="735762"/>
                  <a:pt x="808292" y="735762"/>
                  <a:pt x="810387" y="735286"/>
                </a:cubicBezTo>
                <a:cubicBezTo>
                  <a:pt x="823532" y="732714"/>
                  <a:pt x="829723" y="735857"/>
                  <a:pt x="841820" y="736334"/>
                </a:cubicBezTo>
                <a:cubicBezTo>
                  <a:pt x="853345" y="736905"/>
                  <a:pt x="851249" y="732143"/>
                  <a:pt x="851249" y="724808"/>
                </a:cubicBezTo>
                <a:cubicBezTo>
                  <a:pt x="851249" y="715379"/>
                  <a:pt x="851821" y="705473"/>
                  <a:pt x="851821" y="696043"/>
                </a:cubicBezTo>
                <a:cubicBezTo>
                  <a:pt x="851821" y="692900"/>
                  <a:pt x="852297" y="689185"/>
                  <a:pt x="852297" y="686613"/>
                </a:cubicBezTo>
                <a:cubicBezTo>
                  <a:pt x="852297" y="682422"/>
                  <a:pt x="851249" y="677660"/>
                  <a:pt x="843915" y="679755"/>
                </a:cubicBezTo>
                <a:cubicBezTo>
                  <a:pt x="837152" y="678707"/>
                  <a:pt x="829723" y="678707"/>
                  <a:pt x="822484" y="678136"/>
                </a:cubicBezTo>
                <a:cubicBezTo>
                  <a:pt x="816197" y="677564"/>
                  <a:pt x="804672" y="674993"/>
                  <a:pt x="800957" y="674993"/>
                </a:cubicBezTo>
                <a:cubicBezTo>
                  <a:pt x="795719" y="650894"/>
                  <a:pt x="807815" y="635178"/>
                  <a:pt x="829247" y="635178"/>
                </a:cubicBezTo>
                <a:cubicBezTo>
                  <a:pt x="837152" y="635178"/>
                  <a:pt x="844487" y="636226"/>
                  <a:pt x="851249" y="637274"/>
                </a:cubicBezTo>
                <a:cubicBezTo>
                  <a:pt x="854869" y="637845"/>
                  <a:pt x="856964" y="635654"/>
                  <a:pt x="856964" y="632606"/>
                </a:cubicBezTo>
                <a:cubicBezTo>
                  <a:pt x="856964" y="616319"/>
                  <a:pt x="855345" y="601174"/>
                  <a:pt x="858012" y="584886"/>
                </a:cubicBezTo>
                <a:cubicBezTo>
                  <a:pt x="859060" y="579647"/>
                  <a:pt x="850678" y="578028"/>
                  <a:pt x="846487" y="576980"/>
                </a:cubicBezTo>
                <a:cubicBezTo>
                  <a:pt x="831818" y="568122"/>
                  <a:pt x="810387" y="574409"/>
                  <a:pt x="794099" y="573361"/>
                </a:cubicBezTo>
                <a:lnTo>
                  <a:pt x="791432" y="574409"/>
                </a:lnTo>
                <a:cubicBezTo>
                  <a:pt x="786194" y="576980"/>
                  <a:pt x="780479" y="576980"/>
                  <a:pt x="774097" y="579076"/>
                </a:cubicBezTo>
                <a:cubicBezTo>
                  <a:pt x="770954" y="580695"/>
                  <a:pt x="767810" y="582695"/>
                  <a:pt x="764667" y="584791"/>
                </a:cubicBezTo>
                <a:cubicBezTo>
                  <a:pt x="757333" y="588982"/>
                  <a:pt x="753713" y="592125"/>
                  <a:pt x="748379" y="597364"/>
                </a:cubicBezTo>
                <a:cubicBezTo>
                  <a:pt x="741045" y="605270"/>
                  <a:pt x="733711" y="613080"/>
                  <a:pt x="728472" y="622510"/>
                </a:cubicBezTo>
                <a:cubicBezTo>
                  <a:pt x="725329" y="626701"/>
                  <a:pt x="720662" y="644513"/>
                  <a:pt x="720090" y="649751"/>
                </a:cubicBezTo>
                <a:lnTo>
                  <a:pt x="720090" y="658705"/>
                </a:lnTo>
                <a:cubicBezTo>
                  <a:pt x="719042" y="665468"/>
                  <a:pt x="719042" y="671278"/>
                  <a:pt x="717995" y="676517"/>
                </a:cubicBezTo>
                <a:moveTo>
                  <a:pt x="583883" y="944741"/>
                </a:moveTo>
                <a:cubicBezTo>
                  <a:pt x="584359" y="938930"/>
                  <a:pt x="584930" y="932739"/>
                  <a:pt x="584359" y="926929"/>
                </a:cubicBezTo>
                <a:cubicBezTo>
                  <a:pt x="583883" y="923214"/>
                  <a:pt x="579692" y="918071"/>
                  <a:pt x="575501" y="920642"/>
                </a:cubicBezTo>
                <a:cubicBezTo>
                  <a:pt x="551879" y="933787"/>
                  <a:pt x="528352" y="951027"/>
                  <a:pt x="500063" y="951503"/>
                </a:cubicBezTo>
                <a:lnTo>
                  <a:pt x="492728" y="950456"/>
                </a:lnTo>
                <a:cubicBezTo>
                  <a:pt x="485870" y="951027"/>
                  <a:pt x="479108" y="947789"/>
                  <a:pt x="472821" y="947312"/>
                </a:cubicBezTo>
                <a:cubicBezTo>
                  <a:pt x="465487" y="946741"/>
                  <a:pt x="457105" y="947312"/>
                  <a:pt x="450342" y="945217"/>
                </a:cubicBezTo>
                <a:cubicBezTo>
                  <a:pt x="445580" y="944169"/>
                  <a:pt x="438341" y="939407"/>
                  <a:pt x="435102" y="936359"/>
                </a:cubicBezTo>
                <a:lnTo>
                  <a:pt x="431483" y="933215"/>
                </a:lnTo>
                <a:cubicBezTo>
                  <a:pt x="427292" y="929024"/>
                  <a:pt x="424625" y="926929"/>
                  <a:pt x="422529" y="925405"/>
                </a:cubicBezTo>
                <a:cubicBezTo>
                  <a:pt x="419862" y="922738"/>
                  <a:pt x="418910" y="919595"/>
                  <a:pt x="415671" y="917023"/>
                </a:cubicBezTo>
                <a:cubicBezTo>
                  <a:pt x="414623" y="914356"/>
                  <a:pt x="413575" y="912356"/>
                  <a:pt x="413004" y="910165"/>
                </a:cubicBezTo>
                <a:lnTo>
                  <a:pt x="409385" y="903878"/>
                </a:lnTo>
                <a:cubicBezTo>
                  <a:pt x="407765" y="899687"/>
                  <a:pt x="406241" y="897116"/>
                  <a:pt x="405194" y="893877"/>
                </a:cubicBezTo>
                <a:cubicBezTo>
                  <a:pt x="405765" y="891782"/>
                  <a:pt x="405765" y="889686"/>
                  <a:pt x="405194" y="888162"/>
                </a:cubicBezTo>
                <a:lnTo>
                  <a:pt x="403098" y="881304"/>
                </a:lnTo>
                <a:cubicBezTo>
                  <a:pt x="402526" y="877113"/>
                  <a:pt x="402050" y="871303"/>
                  <a:pt x="402050" y="867683"/>
                </a:cubicBezTo>
                <a:cubicBezTo>
                  <a:pt x="402050" y="863492"/>
                  <a:pt x="402622" y="749288"/>
                  <a:pt x="403670" y="738810"/>
                </a:cubicBezTo>
                <a:cubicBezTo>
                  <a:pt x="405289" y="724142"/>
                  <a:pt x="406241" y="709473"/>
                  <a:pt x="406241" y="695281"/>
                </a:cubicBezTo>
                <a:lnTo>
                  <a:pt x="406241" y="691090"/>
                </a:lnTo>
                <a:lnTo>
                  <a:pt x="414147" y="691090"/>
                </a:lnTo>
                <a:cubicBezTo>
                  <a:pt x="414147" y="691090"/>
                  <a:pt x="457105" y="690042"/>
                  <a:pt x="460248" y="690042"/>
                </a:cubicBezTo>
                <a:lnTo>
                  <a:pt x="463963" y="692614"/>
                </a:lnTo>
                <a:cubicBezTo>
                  <a:pt x="463391" y="702615"/>
                  <a:pt x="463963" y="711950"/>
                  <a:pt x="463391" y="720903"/>
                </a:cubicBezTo>
                <a:lnTo>
                  <a:pt x="462344" y="765956"/>
                </a:lnTo>
                <a:lnTo>
                  <a:pt x="461772" y="795293"/>
                </a:lnTo>
                <a:lnTo>
                  <a:pt x="461772" y="807866"/>
                </a:lnTo>
                <a:cubicBezTo>
                  <a:pt x="461772" y="810438"/>
                  <a:pt x="462344" y="810438"/>
                  <a:pt x="462344" y="811581"/>
                </a:cubicBezTo>
                <a:lnTo>
                  <a:pt x="462915" y="812629"/>
                </a:lnTo>
                <a:lnTo>
                  <a:pt x="462915" y="821582"/>
                </a:lnTo>
                <a:cubicBezTo>
                  <a:pt x="462344" y="826250"/>
                  <a:pt x="462344" y="831012"/>
                  <a:pt x="462915" y="835679"/>
                </a:cubicBezTo>
                <a:cubicBezTo>
                  <a:pt x="464534" y="860349"/>
                  <a:pt x="467106" y="882828"/>
                  <a:pt x="487013" y="896449"/>
                </a:cubicBezTo>
                <a:cubicBezTo>
                  <a:pt x="497015" y="905307"/>
                  <a:pt x="522637" y="908450"/>
                  <a:pt x="536258" y="908450"/>
                </a:cubicBezTo>
                <a:cubicBezTo>
                  <a:pt x="558260" y="905879"/>
                  <a:pt x="567690" y="893306"/>
                  <a:pt x="575501" y="879113"/>
                </a:cubicBezTo>
                <a:cubicBezTo>
                  <a:pt x="576548" y="878066"/>
                  <a:pt x="576548" y="877018"/>
                  <a:pt x="577120" y="875970"/>
                </a:cubicBezTo>
                <a:lnTo>
                  <a:pt x="578644" y="871303"/>
                </a:lnTo>
                <a:lnTo>
                  <a:pt x="580739" y="866064"/>
                </a:lnTo>
                <a:cubicBezTo>
                  <a:pt x="581787" y="863969"/>
                  <a:pt x="582359" y="861397"/>
                  <a:pt x="582835" y="858730"/>
                </a:cubicBezTo>
                <a:lnTo>
                  <a:pt x="584359" y="853015"/>
                </a:lnTo>
                <a:lnTo>
                  <a:pt x="585978" y="849872"/>
                </a:lnTo>
                <a:cubicBezTo>
                  <a:pt x="586550" y="848348"/>
                  <a:pt x="587026" y="847205"/>
                  <a:pt x="587026" y="845681"/>
                </a:cubicBezTo>
                <a:lnTo>
                  <a:pt x="588645" y="834155"/>
                </a:lnTo>
                <a:cubicBezTo>
                  <a:pt x="591217" y="818439"/>
                  <a:pt x="587026" y="732524"/>
                  <a:pt x="587026" y="730428"/>
                </a:cubicBezTo>
                <a:cubicBezTo>
                  <a:pt x="585978" y="719951"/>
                  <a:pt x="586454" y="708997"/>
                  <a:pt x="585978" y="698996"/>
                </a:cubicBezTo>
                <a:cubicBezTo>
                  <a:pt x="585978" y="697948"/>
                  <a:pt x="585407" y="696900"/>
                  <a:pt x="585407" y="693757"/>
                </a:cubicBezTo>
                <a:lnTo>
                  <a:pt x="585407" y="690137"/>
                </a:lnTo>
                <a:cubicBezTo>
                  <a:pt x="587502" y="690614"/>
                  <a:pt x="598551" y="690137"/>
                  <a:pt x="609505" y="689566"/>
                </a:cubicBezTo>
                <a:lnTo>
                  <a:pt x="641509" y="688518"/>
                </a:lnTo>
                <a:lnTo>
                  <a:pt x="641509" y="694233"/>
                </a:lnTo>
                <a:cubicBezTo>
                  <a:pt x="641509" y="708902"/>
                  <a:pt x="638365" y="725189"/>
                  <a:pt x="640937" y="739286"/>
                </a:cubicBezTo>
                <a:cubicBezTo>
                  <a:pt x="641509" y="753955"/>
                  <a:pt x="640366" y="883304"/>
                  <a:pt x="642557" y="901116"/>
                </a:cubicBezTo>
                <a:cubicBezTo>
                  <a:pt x="644652" y="908450"/>
                  <a:pt x="641509" y="936168"/>
                  <a:pt x="640937" y="945693"/>
                </a:cubicBezTo>
                <a:lnTo>
                  <a:pt x="636175" y="945693"/>
                </a:lnTo>
                <a:cubicBezTo>
                  <a:pt x="628364" y="945693"/>
                  <a:pt x="620935" y="946169"/>
                  <a:pt x="613124" y="945693"/>
                </a:cubicBezTo>
                <a:lnTo>
                  <a:pt x="599980" y="944645"/>
                </a:lnTo>
                <a:cubicBezTo>
                  <a:pt x="595313" y="944645"/>
                  <a:pt x="589502" y="944169"/>
                  <a:pt x="583787" y="944645"/>
                </a:cubicBezTo>
                <a:moveTo>
                  <a:pt x="409861" y="925310"/>
                </a:moveTo>
                <a:cubicBezTo>
                  <a:pt x="412433" y="931120"/>
                  <a:pt x="419291" y="935787"/>
                  <a:pt x="424529" y="939978"/>
                </a:cubicBezTo>
                <a:lnTo>
                  <a:pt x="428149" y="943598"/>
                </a:lnTo>
                <a:cubicBezTo>
                  <a:pt x="432340" y="947312"/>
                  <a:pt x="440722" y="953027"/>
                  <a:pt x="447008" y="954551"/>
                </a:cubicBezTo>
                <a:cubicBezTo>
                  <a:pt x="454914" y="957218"/>
                  <a:pt x="463772" y="956075"/>
                  <a:pt x="471583" y="957218"/>
                </a:cubicBezTo>
                <a:cubicBezTo>
                  <a:pt x="478441" y="957790"/>
                  <a:pt x="485204" y="960933"/>
                  <a:pt x="492538" y="960362"/>
                </a:cubicBezTo>
                <a:lnTo>
                  <a:pt x="499396" y="961409"/>
                </a:lnTo>
                <a:cubicBezTo>
                  <a:pt x="523970" y="961409"/>
                  <a:pt x="558070" y="946741"/>
                  <a:pt x="574358" y="927881"/>
                </a:cubicBezTo>
                <a:cubicBezTo>
                  <a:pt x="574929" y="934168"/>
                  <a:pt x="573786" y="941026"/>
                  <a:pt x="573786" y="947217"/>
                </a:cubicBezTo>
                <a:lnTo>
                  <a:pt x="573215" y="949789"/>
                </a:lnTo>
                <a:cubicBezTo>
                  <a:pt x="573215" y="956075"/>
                  <a:pt x="577406" y="956075"/>
                  <a:pt x="582168" y="955028"/>
                </a:cubicBezTo>
                <a:cubicBezTo>
                  <a:pt x="587407" y="953980"/>
                  <a:pt x="593122" y="954456"/>
                  <a:pt x="599408" y="954456"/>
                </a:cubicBezTo>
                <a:lnTo>
                  <a:pt x="612553" y="955504"/>
                </a:lnTo>
                <a:cubicBezTo>
                  <a:pt x="620935" y="955980"/>
                  <a:pt x="628269" y="955504"/>
                  <a:pt x="636080" y="955504"/>
                </a:cubicBezTo>
                <a:cubicBezTo>
                  <a:pt x="640842" y="955504"/>
                  <a:pt x="651320" y="960171"/>
                  <a:pt x="651320" y="951789"/>
                </a:cubicBezTo>
                <a:cubicBezTo>
                  <a:pt x="650272" y="937597"/>
                  <a:pt x="655511" y="909403"/>
                  <a:pt x="652367" y="898354"/>
                </a:cubicBezTo>
                <a:cubicBezTo>
                  <a:pt x="650272" y="879971"/>
                  <a:pt x="651796" y="750050"/>
                  <a:pt x="650748" y="737477"/>
                </a:cubicBezTo>
                <a:cubicBezTo>
                  <a:pt x="648653" y="724332"/>
                  <a:pt x="651320" y="708140"/>
                  <a:pt x="651796" y="694519"/>
                </a:cubicBezTo>
                <a:cubicBezTo>
                  <a:pt x="651796" y="681946"/>
                  <a:pt x="652367" y="678326"/>
                  <a:pt x="639794" y="678326"/>
                </a:cubicBezTo>
                <a:lnTo>
                  <a:pt x="608838" y="679374"/>
                </a:lnTo>
                <a:cubicBezTo>
                  <a:pt x="596837" y="679946"/>
                  <a:pt x="587407" y="679946"/>
                  <a:pt x="586835" y="679946"/>
                </a:cubicBezTo>
                <a:cubicBezTo>
                  <a:pt x="579501" y="678898"/>
                  <a:pt x="577406" y="677850"/>
                  <a:pt x="574262" y="684613"/>
                </a:cubicBezTo>
                <a:lnTo>
                  <a:pt x="575310" y="691947"/>
                </a:lnTo>
                <a:cubicBezTo>
                  <a:pt x="574739" y="693471"/>
                  <a:pt x="575310" y="695662"/>
                  <a:pt x="575882" y="699281"/>
                </a:cubicBezTo>
                <a:cubicBezTo>
                  <a:pt x="576453" y="709283"/>
                  <a:pt x="575882" y="720713"/>
                  <a:pt x="576929" y="731190"/>
                </a:cubicBezTo>
                <a:cubicBezTo>
                  <a:pt x="576929" y="733762"/>
                  <a:pt x="580549" y="819773"/>
                  <a:pt x="578453" y="832250"/>
                </a:cubicBezTo>
                <a:lnTo>
                  <a:pt x="576358" y="845395"/>
                </a:lnTo>
                <a:lnTo>
                  <a:pt x="574262" y="849586"/>
                </a:lnTo>
                <a:lnTo>
                  <a:pt x="573215" y="855872"/>
                </a:lnTo>
                <a:cubicBezTo>
                  <a:pt x="572643" y="858444"/>
                  <a:pt x="571595" y="860063"/>
                  <a:pt x="571119" y="861683"/>
                </a:cubicBezTo>
                <a:lnTo>
                  <a:pt x="569024" y="867398"/>
                </a:lnTo>
                <a:cubicBezTo>
                  <a:pt x="568452" y="868445"/>
                  <a:pt x="567976" y="869969"/>
                  <a:pt x="567976" y="871112"/>
                </a:cubicBezTo>
                <a:lnTo>
                  <a:pt x="566928" y="873684"/>
                </a:lnTo>
                <a:cubicBezTo>
                  <a:pt x="559022" y="886829"/>
                  <a:pt x="552260" y="896163"/>
                  <a:pt x="535496" y="898354"/>
                </a:cubicBezTo>
                <a:cubicBezTo>
                  <a:pt x="525018" y="897782"/>
                  <a:pt x="500920" y="895687"/>
                  <a:pt x="493014" y="888353"/>
                </a:cubicBezTo>
                <a:cubicBezTo>
                  <a:pt x="476822" y="877399"/>
                  <a:pt x="474155" y="859587"/>
                  <a:pt x="472535" y="834441"/>
                </a:cubicBezTo>
                <a:cubicBezTo>
                  <a:pt x="471964" y="830250"/>
                  <a:pt x="471964" y="826059"/>
                  <a:pt x="472535" y="821868"/>
                </a:cubicBezTo>
                <a:lnTo>
                  <a:pt x="472535" y="816058"/>
                </a:lnTo>
                <a:cubicBezTo>
                  <a:pt x="472535" y="813962"/>
                  <a:pt x="472535" y="811867"/>
                  <a:pt x="471964" y="810343"/>
                </a:cubicBezTo>
                <a:lnTo>
                  <a:pt x="471392" y="807771"/>
                </a:lnTo>
                <a:lnTo>
                  <a:pt x="471392" y="795198"/>
                </a:lnTo>
                <a:lnTo>
                  <a:pt x="471964" y="765861"/>
                </a:lnTo>
                <a:lnTo>
                  <a:pt x="473012" y="721284"/>
                </a:lnTo>
                <a:cubicBezTo>
                  <a:pt x="473583" y="712426"/>
                  <a:pt x="473012" y="702996"/>
                  <a:pt x="473583" y="692995"/>
                </a:cubicBezTo>
                <a:lnTo>
                  <a:pt x="474155" y="689280"/>
                </a:lnTo>
                <a:cubicBezTo>
                  <a:pt x="474726" y="678803"/>
                  <a:pt x="468440" y="680898"/>
                  <a:pt x="461010" y="679850"/>
                </a:cubicBezTo>
                <a:cubicBezTo>
                  <a:pt x="457867" y="679850"/>
                  <a:pt x="413290" y="680898"/>
                  <a:pt x="413290" y="680898"/>
                </a:cubicBezTo>
                <a:cubicBezTo>
                  <a:pt x="392811" y="681470"/>
                  <a:pt x="396050" y="675659"/>
                  <a:pt x="396050" y="695090"/>
                </a:cubicBezTo>
                <a:cubicBezTo>
                  <a:pt x="396050" y="709283"/>
                  <a:pt x="394430" y="723380"/>
                  <a:pt x="393383" y="737477"/>
                </a:cubicBezTo>
                <a:cubicBezTo>
                  <a:pt x="392335" y="747954"/>
                  <a:pt x="391763" y="863207"/>
                  <a:pt x="391763" y="867398"/>
                </a:cubicBezTo>
                <a:cubicBezTo>
                  <a:pt x="391763" y="871589"/>
                  <a:pt x="392335" y="877875"/>
                  <a:pt x="393383" y="883590"/>
                </a:cubicBezTo>
                <a:lnTo>
                  <a:pt x="393954" y="886162"/>
                </a:lnTo>
                <a:lnTo>
                  <a:pt x="395002" y="889877"/>
                </a:lnTo>
                <a:cubicBezTo>
                  <a:pt x="395573" y="890448"/>
                  <a:pt x="395573" y="890924"/>
                  <a:pt x="395002" y="895115"/>
                </a:cubicBezTo>
                <a:cubicBezTo>
                  <a:pt x="396621" y="899306"/>
                  <a:pt x="398145" y="903497"/>
                  <a:pt x="400241" y="907688"/>
                </a:cubicBezTo>
                <a:lnTo>
                  <a:pt x="403384" y="913975"/>
                </a:lnTo>
                <a:cubicBezTo>
                  <a:pt x="404432" y="916070"/>
                  <a:pt x="405479" y="918166"/>
                  <a:pt x="410242" y="925500"/>
                </a:cubicBezTo>
                <a:lnTo>
                  <a:pt x="409670" y="925024"/>
                </a:lnTo>
                <a:close/>
                <a:moveTo>
                  <a:pt x="186690" y="676517"/>
                </a:moveTo>
                <a:cubicBezTo>
                  <a:pt x="185166" y="675469"/>
                  <a:pt x="183547" y="675469"/>
                  <a:pt x="181928" y="675469"/>
                </a:cubicBezTo>
                <a:cubicBezTo>
                  <a:pt x="179832" y="675469"/>
                  <a:pt x="177737" y="676517"/>
                  <a:pt x="176689" y="677088"/>
                </a:cubicBezTo>
                <a:cubicBezTo>
                  <a:pt x="168878" y="681755"/>
                  <a:pt x="157829" y="723761"/>
                  <a:pt x="154686" y="735191"/>
                </a:cubicBezTo>
                <a:cubicBezTo>
                  <a:pt x="154686" y="742525"/>
                  <a:pt x="141065" y="782816"/>
                  <a:pt x="137446" y="788626"/>
                </a:cubicBezTo>
                <a:cubicBezTo>
                  <a:pt x="136874" y="789674"/>
                  <a:pt x="135922" y="790721"/>
                  <a:pt x="135922" y="792341"/>
                </a:cubicBezTo>
                <a:cubicBezTo>
                  <a:pt x="134874" y="793388"/>
                  <a:pt x="134398" y="794436"/>
                  <a:pt x="133826" y="795484"/>
                </a:cubicBezTo>
                <a:cubicBezTo>
                  <a:pt x="124968" y="813772"/>
                  <a:pt x="157353" y="812248"/>
                  <a:pt x="165830" y="812724"/>
                </a:cubicBezTo>
                <a:cubicBezTo>
                  <a:pt x="184690" y="814343"/>
                  <a:pt x="204597" y="818534"/>
                  <a:pt x="224504" y="812724"/>
                </a:cubicBezTo>
                <a:lnTo>
                  <a:pt x="228219" y="812248"/>
                </a:lnTo>
                <a:cubicBezTo>
                  <a:pt x="242888" y="810629"/>
                  <a:pt x="236601" y="804342"/>
                  <a:pt x="233458" y="794912"/>
                </a:cubicBezTo>
                <a:cubicBezTo>
                  <a:pt x="229743" y="781292"/>
                  <a:pt x="222980" y="769290"/>
                  <a:pt x="217265" y="756622"/>
                </a:cubicBezTo>
                <a:cubicBezTo>
                  <a:pt x="215646" y="751955"/>
                  <a:pt x="214598" y="747764"/>
                  <a:pt x="212503" y="743477"/>
                </a:cubicBezTo>
                <a:cubicBezTo>
                  <a:pt x="209931" y="736143"/>
                  <a:pt x="206216" y="729380"/>
                  <a:pt x="205169" y="720998"/>
                </a:cubicBezTo>
                <a:cubicBezTo>
                  <a:pt x="203644" y="713664"/>
                  <a:pt x="202597" y="708425"/>
                  <a:pt x="200501" y="702710"/>
                </a:cubicBezTo>
                <a:cubicBezTo>
                  <a:pt x="197358" y="695376"/>
                  <a:pt x="195263" y="688042"/>
                  <a:pt x="190024" y="679088"/>
                </a:cubicBezTo>
                <a:cubicBezTo>
                  <a:pt x="188976" y="678041"/>
                  <a:pt x="187928" y="676993"/>
                  <a:pt x="186881" y="676517"/>
                </a:cubicBezTo>
                <a:moveTo>
                  <a:pt x="223076" y="802723"/>
                </a:moveTo>
                <a:lnTo>
                  <a:pt x="220504" y="803294"/>
                </a:lnTo>
                <a:cubicBezTo>
                  <a:pt x="203168" y="808533"/>
                  <a:pt x="184309" y="804342"/>
                  <a:pt x="167069" y="802723"/>
                </a:cubicBezTo>
                <a:cubicBezTo>
                  <a:pt x="160782" y="802247"/>
                  <a:pt x="148209" y="802723"/>
                  <a:pt x="142970" y="800627"/>
                </a:cubicBezTo>
                <a:cubicBezTo>
                  <a:pt x="142970" y="800246"/>
                  <a:pt x="143668" y="799199"/>
                  <a:pt x="145066" y="797484"/>
                </a:cubicBezTo>
                <a:lnTo>
                  <a:pt x="146114" y="793769"/>
                </a:lnTo>
                <a:cubicBezTo>
                  <a:pt x="150781" y="786435"/>
                  <a:pt x="164402" y="745573"/>
                  <a:pt x="164973" y="736143"/>
                </a:cubicBezTo>
                <a:cubicBezTo>
                  <a:pt x="170212" y="718808"/>
                  <a:pt x="174974" y="701567"/>
                  <a:pt x="183261" y="686327"/>
                </a:cubicBezTo>
                <a:cubicBezTo>
                  <a:pt x="185833" y="692614"/>
                  <a:pt x="188024" y="699472"/>
                  <a:pt x="191167" y="705663"/>
                </a:cubicBezTo>
                <a:cubicBezTo>
                  <a:pt x="193262" y="711378"/>
                  <a:pt x="193739" y="716141"/>
                  <a:pt x="195358" y="722427"/>
                </a:cubicBezTo>
                <a:cubicBezTo>
                  <a:pt x="196406" y="731285"/>
                  <a:pt x="200597" y="738620"/>
                  <a:pt x="203264" y="747573"/>
                </a:cubicBezTo>
                <a:cubicBezTo>
                  <a:pt x="204311" y="749669"/>
                  <a:pt x="205359" y="751764"/>
                  <a:pt x="205835" y="753860"/>
                </a:cubicBezTo>
                <a:lnTo>
                  <a:pt x="207931" y="760146"/>
                </a:lnTo>
                <a:cubicBezTo>
                  <a:pt x="213646" y="772719"/>
                  <a:pt x="220504" y="784816"/>
                  <a:pt x="224123" y="797865"/>
                </a:cubicBezTo>
                <a:lnTo>
                  <a:pt x="226219" y="802056"/>
                </a:lnTo>
                <a:lnTo>
                  <a:pt x="223076" y="802532"/>
                </a:lnTo>
                <a:close/>
                <a:moveTo>
                  <a:pt x="11525" y="943883"/>
                </a:moveTo>
                <a:cubicBezTo>
                  <a:pt x="16764" y="935501"/>
                  <a:pt x="20955" y="927691"/>
                  <a:pt x="24098" y="919785"/>
                </a:cubicBezTo>
                <a:cubicBezTo>
                  <a:pt x="27813" y="910927"/>
                  <a:pt x="61341" y="814534"/>
                  <a:pt x="65532" y="802437"/>
                </a:cubicBezTo>
                <a:cubicBezTo>
                  <a:pt x="65532" y="801389"/>
                  <a:pt x="66104" y="800342"/>
                  <a:pt x="66104" y="798818"/>
                </a:cubicBezTo>
                <a:cubicBezTo>
                  <a:pt x="70295" y="790912"/>
                  <a:pt x="72866" y="777291"/>
                  <a:pt x="78677" y="769957"/>
                </a:cubicBezTo>
                <a:cubicBezTo>
                  <a:pt x="79724" y="766242"/>
                  <a:pt x="80772" y="762623"/>
                  <a:pt x="81820" y="759956"/>
                </a:cubicBezTo>
                <a:cubicBezTo>
                  <a:pt x="82868" y="757384"/>
                  <a:pt x="84963" y="754717"/>
                  <a:pt x="86487" y="750526"/>
                </a:cubicBezTo>
                <a:cubicBezTo>
                  <a:pt x="87535" y="747954"/>
                  <a:pt x="90202" y="740525"/>
                  <a:pt x="93345" y="731190"/>
                </a:cubicBezTo>
                <a:lnTo>
                  <a:pt x="108014" y="689852"/>
                </a:lnTo>
                <a:cubicBezTo>
                  <a:pt x="119063" y="659467"/>
                  <a:pt x="130016" y="629082"/>
                  <a:pt x="131636" y="625463"/>
                </a:cubicBezTo>
                <a:cubicBezTo>
                  <a:pt x="135827" y="617557"/>
                  <a:pt x="140589" y="610223"/>
                  <a:pt x="142113" y="607175"/>
                </a:cubicBezTo>
                <a:cubicBezTo>
                  <a:pt x="143161" y="604508"/>
                  <a:pt x="143637" y="601936"/>
                  <a:pt x="144209" y="600317"/>
                </a:cubicBezTo>
                <a:lnTo>
                  <a:pt x="145256" y="597173"/>
                </a:lnTo>
                <a:cubicBezTo>
                  <a:pt x="145733" y="595554"/>
                  <a:pt x="147352" y="592982"/>
                  <a:pt x="147828" y="591935"/>
                </a:cubicBezTo>
                <a:cubicBezTo>
                  <a:pt x="148400" y="590315"/>
                  <a:pt x="148876" y="588791"/>
                  <a:pt x="151543" y="586696"/>
                </a:cubicBezTo>
                <a:cubicBezTo>
                  <a:pt x="154115" y="587267"/>
                  <a:pt x="156210" y="587267"/>
                  <a:pt x="158306" y="587267"/>
                </a:cubicBezTo>
                <a:cubicBezTo>
                  <a:pt x="160401" y="587267"/>
                  <a:pt x="162020" y="586696"/>
                  <a:pt x="164592" y="586696"/>
                </a:cubicBezTo>
                <a:cubicBezTo>
                  <a:pt x="179737" y="585077"/>
                  <a:pt x="194977" y="587267"/>
                  <a:pt x="208121" y="585077"/>
                </a:cubicBezTo>
                <a:cubicBezTo>
                  <a:pt x="212312" y="584029"/>
                  <a:pt x="215932" y="584029"/>
                  <a:pt x="218599" y="584029"/>
                </a:cubicBezTo>
                <a:cubicBezTo>
                  <a:pt x="224885" y="597173"/>
                  <a:pt x="229076" y="610794"/>
                  <a:pt x="236411" y="623272"/>
                </a:cubicBezTo>
                <a:cubicBezTo>
                  <a:pt x="241173" y="636893"/>
                  <a:pt x="245269" y="651561"/>
                  <a:pt x="250031" y="667277"/>
                </a:cubicBezTo>
                <a:cubicBezTo>
                  <a:pt x="251079" y="668897"/>
                  <a:pt x="251555" y="671468"/>
                  <a:pt x="252127" y="674135"/>
                </a:cubicBezTo>
                <a:cubicBezTo>
                  <a:pt x="253746" y="677279"/>
                  <a:pt x="273082" y="729666"/>
                  <a:pt x="275749" y="736524"/>
                </a:cubicBezTo>
                <a:cubicBezTo>
                  <a:pt x="278892" y="743287"/>
                  <a:pt x="280511" y="750145"/>
                  <a:pt x="282607" y="757479"/>
                </a:cubicBezTo>
                <a:cubicBezTo>
                  <a:pt x="285179" y="763766"/>
                  <a:pt x="288893" y="770624"/>
                  <a:pt x="290989" y="776815"/>
                </a:cubicBezTo>
                <a:cubicBezTo>
                  <a:pt x="291465" y="778910"/>
                  <a:pt x="292037" y="780530"/>
                  <a:pt x="292513" y="782054"/>
                </a:cubicBezTo>
                <a:lnTo>
                  <a:pt x="294132" y="785673"/>
                </a:lnTo>
                <a:lnTo>
                  <a:pt x="296228" y="790912"/>
                </a:lnTo>
                <a:lnTo>
                  <a:pt x="298799" y="796627"/>
                </a:lnTo>
                <a:cubicBezTo>
                  <a:pt x="299847" y="809771"/>
                  <a:pt x="306134" y="820725"/>
                  <a:pt x="310801" y="832822"/>
                </a:cubicBezTo>
                <a:cubicBezTo>
                  <a:pt x="313468" y="839680"/>
                  <a:pt x="317087" y="845966"/>
                  <a:pt x="320231" y="852158"/>
                </a:cubicBezTo>
                <a:lnTo>
                  <a:pt x="322326" y="857396"/>
                </a:lnTo>
                <a:cubicBezTo>
                  <a:pt x="323945" y="859492"/>
                  <a:pt x="352711" y="929691"/>
                  <a:pt x="354806" y="937502"/>
                </a:cubicBezTo>
                <a:cubicBezTo>
                  <a:pt x="355378" y="940169"/>
                  <a:pt x="356425" y="942740"/>
                  <a:pt x="356902" y="945407"/>
                </a:cubicBezTo>
                <a:cubicBezTo>
                  <a:pt x="354235" y="944836"/>
                  <a:pt x="351187" y="944360"/>
                  <a:pt x="347472" y="943883"/>
                </a:cubicBezTo>
                <a:cubicBezTo>
                  <a:pt x="339090" y="942836"/>
                  <a:pt x="330708" y="941788"/>
                  <a:pt x="321278" y="941788"/>
                </a:cubicBezTo>
                <a:cubicBezTo>
                  <a:pt x="309277" y="942359"/>
                  <a:pt x="297752" y="941312"/>
                  <a:pt x="284131" y="941788"/>
                </a:cubicBezTo>
                <a:cubicBezTo>
                  <a:pt x="277273" y="929215"/>
                  <a:pt x="276797" y="913499"/>
                  <a:pt x="270986" y="900449"/>
                </a:cubicBezTo>
                <a:lnTo>
                  <a:pt x="268891" y="895782"/>
                </a:lnTo>
                <a:cubicBezTo>
                  <a:pt x="268319" y="894734"/>
                  <a:pt x="267843" y="893115"/>
                  <a:pt x="267367" y="892067"/>
                </a:cubicBezTo>
                <a:lnTo>
                  <a:pt x="265271" y="887400"/>
                </a:lnTo>
                <a:cubicBezTo>
                  <a:pt x="264224" y="884733"/>
                  <a:pt x="263176" y="882161"/>
                  <a:pt x="261080" y="879018"/>
                </a:cubicBezTo>
                <a:cubicBezTo>
                  <a:pt x="259461" y="869017"/>
                  <a:pt x="254222" y="857492"/>
                  <a:pt x="242221" y="862254"/>
                </a:cubicBezTo>
                <a:cubicBezTo>
                  <a:pt x="239078" y="863302"/>
                  <a:pt x="226505" y="862254"/>
                  <a:pt x="223361" y="861778"/>
                </a:cubicBezTo>
                <a:cubicBezTo>
                  <a:pt x="212312" y="861778"/>
                  <a:pt x="200882" y="863873"/>
                  <a:pt x="189833" y="863302"/>
                </a:cubicBezTo>
                <a:cubicBezTo>
                  <a:pt x="165259" y="861778"/>
                  <a:pt x="141161" y="860159"/>
                  <a:pt x="117539" y="862254"/>
                </a:cubicBezTo>
                <a:cubicBezTo>
                  <a:pt x="114395" y="863302"/>
                  <a:pt x="111252" y="865397"/>
                  <a:pt x="109633" y="869112"/>
                </a:cubicBezTo>
                <a:lnTo>
                  <a:pt x="106490" y="871684"/>
                </a:lnTo>
                <a:cubicBezTo>
                  <a:pt x="99155" y="880066"/>
                  <a:pt x="87630" y="920928"/>
                  <a:pt x="86011" y="929310"/>
                </a:cubicBezTo>
                <a:lnTo>
                  <a:pt x="80296" y="948646"/>
                </a:lnTo>
                <a:cubicBezTo>
                  <a:pt x="68294" y="947598"/>
                  <a:pt x="55721" y="950741"/>
                  <a:pt x="43148" y="949217"/>
                </a:cubicBezTo>
                <a:cubicBezTo>
                  <a:pt x="40005" y="948646"/>
                  <a:pt x="36862" y="947122"/>
                  <a:pt x="33719" y="947122"/>
                </a:cubicBezTo>
                <a:cubicBezTo>
                  <a:pt x="29528" y="946074"/>
                  <a:pt x="28004" y="945598"/>
                  <a:pt x="26384" y="945598"/>
                </a:cubicBezTo>
                <a:lnTo>
                  <a:pt x="21622" y="944550"/>
                </a:lnTo>
                <a:cubicBezTo>
                  <a:pt x="20574" y="944550"/>
                  <a:pt x="19050" y="944074"/>
                  <a:pt x="16955" y="944074"/>
                </a:cubicBezTo>
                <a:lnTo>
                  <a:pt x="11716" y="944074"/>
                </a:lnTo>
                <a:close/>
                <a:moveTo>
                  <a:pt x="247841" y="871589"/>
                </a:moveTo>
                <a:lnTo>
                  <a:pt x="249936" y="875780"/>
                </a:lnTo>
                <a:cubicBezTo>
                  <a:pt x="250508" y="877875"/>
                  <a:pt x="250984" y="879494"/>
                  <a:pt x="252031" y="883114"/>
                </a:cubicBezTo>
                <a:cubicBezTo>
                  <a:pt x="253651" y="885781"/>
                  <a:pt x="254603" y="888353"/>
                  <a:pt x="256223" y="891020"/>
                </a:cubicBezTo>
                <a:lnTo>
                  <a:pt x="257747" y="895687"/>
                </a:lnTo>
                <a:cubicBezTo>
                  <a:pt x="258318" y="897211"/>
                  <a:pt x="259366" y="898830"/>
                  <a:pt x="260414" y="900354"/>
                </a:cubicBezTo>
                <a:cubicBezTo>
                  <a:pt x="260414" y="901402"/>
                  <a:pt x="260985" y="901878"/>
                  <a:pt x="261938" y="904069"/>
                </a:cubicBezTo>
                <a:cubicBezTo>
                  <a:pt x="267176" y="917690"/>
                  <a:pt x="268224" y="932834"/>
                  <a:pt x="275082" y="945979"/>
                </a:cubicBezTo>
                <a:cubicBezTo>
                  <a:pt x="276130" y="952265"/>
                  <a:pt x="278225" y="953885"/>
                  <a:pt x="285083" y="952742"/>
                </a:cubicBezTo>
                <a:cubicBezTo>
                  <a:pt x="297656" y="951218"/>
                  <a:pt x="309658" y="952742"/>
                  <a:pt x="321183" y="952265"/>
                </a:cubicBezTo>
                <a:cubicBezTo>
                  <a:pt x="330137" y="952265"/>
                  <a:pt x="337947" y="952742"/>
                  <a:pt x="345853" y="953789"/>
                </a:cubicBezTo>
                <a:cubicBezTo>
                  <a:pt x="352139" y="954837"/>
                  <a:pt x="358426" y="955885"/>
                  <a:pt x="363665" y="955885"/>
                </a:cubicBezTo>
                <a:cubicBezTo>
                  <a:pt x="373571" y="955885"/>
                  <a:pt x="365284" y="939121"/>
                  <a:pt x="364236" y="934930"/>
                </a:cubicBezTo>
                <a:cubicBezTo>
                  <a:pt x="362617" y="927024"/>
                  <a:pt x="335375" y="860540"/>
                  <a:pt x="331184" y="852729"/>
                </a:cubicBezTo>
                <a:lnTo>
                  <a:pt x="329089" y="848062"/>
                </a:lnTo>
                <a:cubicBezTo>
                  <a:pt x="325946" y="841775"/>
                  <a:pt x="322231" y="835489"/>
                  <a:pt x="320231" y="829202"/>
                </a:cubicBezTo>
                <a:cubicBezTo>
                  <a:pt x="315468" y="817677"/>
                  <a:pt x="309753" y="807200"/>
                  <a:pt x="308134" y="793007"/>
                </a:cubicBezTo>
                <a:cubicBezTo>
                  <a:pt x="304991" y="786721"/>
                  <a:pt x="302895" y="780434"/>
                  <a:pt x="300323" y="773672"/>
                </a:cubicBezTo>
                <a:cubicBezTo>
                  <a:pt x="298228" y="767385"/>
                  <a:pt x="294513" y="761099"/>
                  <a:pt x="291941" y="754336"/>
                </a:cubicBezTo>
                <a:cubicBezTo>
                  <a:pt x="289846" y="747002"/>
                  <a:pt x="288227" y="740144"/>
                  <a:pt x="285083" y="732905"/>
                </a:cubicBezTo>
                <a:cubicBezTo>
                  <a:pt x="281940" y="725570"/>
                  <a:pt x="263081" y="673659"/>
                  <a:pt x="261461" y="670040"/>
                </a:cubicBezTo>
                <a:lnTo>
                  <a:pt x="260414" y="667373"/>
                </a:lnTo>
                <a:cubicBezTo>
                  <a:pt x="260414" y="665849"/>
                  <a:pt x="259366" y="664229"/>
                  <a:pt x="258794" y="662705"/>
                </a:cubicBezTo>
                <a:cubicBezTo>
                  <a:pt x="254603" y="648037"/>
                  <a:pt x="250412" y="633368"/>
                  <a:pt x="245174" y="618700"/>
                </a:cubicBezTo>
                <a:cubicBezTo>
                  <a:pt x="241459" y="611842"/>
                  <a:pt x="238316" y="605079"/>
                  <a:pt x="235172" y="597745"/>
                </a:cubicBezTo>
                <a:cubicBezTo>
                  <a:pt x="226790" y="577266"/>
                  <a:pt x="229934" y="570980"/>
                  <a:pt x="206407" y="575266"/>
                </a:cubicBezTo>
                <a:cubicBezTo>
                  <a:pt x="193262" y="577361"/>
                  <a:pt x="178118" y="575266"/>
                  <a:pt x="163449" y="576790"/>
                </a:cubicBezTo>
                <a:cubicBezTo>
                  <a:pt x="161354" y="576790"/>
                  <a:pt x="159734" y="577361"/>
                  <a:pt x="158210" y="577361"/>
                </a:cubicBezTo>
                <a:cubicBezTo>
                  <a:pt x="151448" y="577361"/>
                  <a:pt x="149352" y="575742"/>
                  <a:pt x="140970" y="581552"/>
                </a:cubicBezTo>
                <a:cubicBezTo>
                  <a:pt x="140494" y="583076"/>
                  <a:pt x="139922" y="585172"/>
                  <a:pt x="138875" y="587267"/>
                </a:cubicBezTo>
                <a:cubicBezTo>
                  <a:pt x="137351" y="589839"/>
                  <a:pt x="136208" y="591935"/>
                  <a:pt x="135160" y="594602"/>
                </a:cubicBezTo>
                <a:lnTo>
                  <a:pt x="134112" y="598221"/>
                </a:lnTo>
                <a:cubicBezTo>
                  <a:pt x="134112" y="599840"/>
                  <a:pt x="133636" y="601364"/>
                  <a:pt x="133064" y="602888"/>
                </a:cubicBezTo>
                <a:cubicBezTo>
                  <a:pt x="131540" y="605555"/>
                  <a:pt x="126778" y="612890"/>
                  <a:pt x="122587" y="620700"/>
                </a:cubicBezTo>
                <a:cubicBezTo>
                  <a:pt x="120491" y="625367"/>
                  <a:pt x="108966" y="656324"/>
                  <a:pt x="98489" y="686137"/>
                </a:cubicBezTo>
                <a:lnTo>
                  <a:pt x="83820" y="727475"/>
                </a:lnTo>
                <a:cubicBezTo>
                  <a:pt x="79629" y="739572"/>
                  <a:pt x="76962" y="746335"/>
                  <a:pt x="76486" y="748430"/>
                </a:cubicBezTo>
                <a:cubicBezTo>
                  <a:pt x="72771" y="753669"/>
                  <a:pt x="71247" y="759956"/>
                  <a:pt x="69152" y="766242"/>
                </a:cubicBezTo>
                <a:cubicBezTo>
                  <a:pt x="62865" y="774148"/>
                  <a:pt x="59722" y="788816"/>
                  <a:pt x="55531" y="799294"/>
                </a:cubicBezTo>
                <a:cubicBezTo>
                  <a:pt x="51816" y="811391"/>
                  <a:pt x="18288" y="907212"/>
                  <a:pt x="14669" y="916166"/>
                </a:cubicBezTo>
                <a:cubicBezTo>
                  <a:pt x="10954" y="924548"/>
                  <a:pt x="7334" y="932930"/>
                  <a:pt x="1048" y="941312"/>
                </a:cubicBezTo>
                <a:cubicBezTo>
                  <a:pt x="1048" y="941788"/>
                  <a:pt x="0" y="944455"/>
                  <a:pt x="0" y="944455"/>
                </a:cubicBezTo>
                <a:cubicBezTo>
                  <a:pt x="572" y="959600"/>
                  <a:pt x="8858" y="952361"/>
                  <a:pt x="19336" y="954361"/>
                </a:cubicBezTo>
                <a:lnTo>
                  <a:pt x="24575" y="955409"/>
                </a:lnTo>
                <a:cubicBezTo>
                  <a:pt x="25622" y="955409"/>
                  <a:pt x="27146" y="955409"/>
                  <a:pt x="32957" y="956933"/>
                </a:cubicBezTo>
                <a:cubicBezTo>
                  <a:pt x="36100" y="956933"/>
                  <a:pt x="38672" y="958457"/>
                  <a:pt x="41339" y="959028"/>
                </a:cubicBezTo>
                <a:cubicBezTo>
                  <a:pt x="55531" y="961124"/>
                  <a:pt x="70104" y="956361"/>
                  <a:pt x="83725" y="959028"/>
                </a:cubicBezTo>
                <a:cubicBezTo>
                  <a:pt x="88964" y="960076"/>
                  <a:pt x="90583" y="953789"/>
                  <a:pt x="90011" y="950075"/>
                </a:cubicBezTo>
                <a:lnTo>
                  <a:pt x="95822" y="930167"/>
                </a:lnTo>
                <a:cubicBezTo>
                  <a:pt x="95822" y="929691"/>
                  <a:pt x="106775" y="893020"/>
                  <a:pt x="108395" y="888829"/>
                </a:cubicBezTo>
                <a:cubicBezTo>
                  <a:pt x="109919" y="885686"/>
                  <a:pt x="112109" y="881971"/>
                  <a:pt x="114205" y="878351"/>
                </a:cubicBezTo>
                <a:lnTo>
                  <a:pt x="116777" y="875780"/>
                </a:lnTo>
                <a:cubicBezTo>
                  <a:pt x="117824" y="874732"/>
                  <a:pt x="118301" y="873684"/>
                  <a:pt x="120491" y="871589"/>
                </a:cubicBezTo>
                <a:cubicBezTo>
                  <a:pt x="142018" y="870065"/>
                  <a:pt x="164973" y="871589"/>
                  <a:pt x="189071" y="873208"/>
                </a:cubicBezTo>
                <a:cubicBezTo>
                  <a:pt x="200025" y="873684"/>
                  <a:pt x="211550" y="871589"/>
                  <a:pt x="222599" y="871589"/>
                </a:cubicBezTo>
                <a:cubicBezTo>
                  <a:pt x="228314" y="872160"/>
                  <a:pt x="239935" y="873684"/>
                  <a:pt x="246221" y="871589"/>
                </a:cubicBezTo>
                <a:lnTo>
                  <a:pt x="247841" y="871589"/>
                </a:lnTo>
                <a:close/>
                <a:moveTo>
                  <a:pt x="4810697" y="158642"/>
                </a:moveTo>
                <a:cubicBezTo>
                  <a:pt x="4799172" y="152356"/>
                  <a:pt x="4785551" y="155499"/>
                  <a:pt x="4774025" y="158642"/>
                </a:cubicBezTo>
                <a:cubicBezTo>
                  <a:pt x="4769834" y="160262"/>
                  <a:pt x="4765643" y="160738"/>
                  <a:pt x="4760881" y="162833"/>
                </a:cubicBezTo>
                <a:lnTo>
                  <a:pt x="4758309" y="164929"/>
                </a:lnTo>
                <a:lnTo>
                  <a:pt x="4751547" y="169120"/>
                </a:lnTo>
                <a:cubicBezTo>
                  <a:pt x="4745736" y="171215"/>
                  <a:pt x="4742117" y="177502"/>
                  <a:pt x="4738402" y="182264"/>
                </a:cubicBezTo>
                <a:cubicBezTo>
                  <a:pt x="4733163" y="189599"/>
                  <a:pt x="4730496" y="199028"/>
                  <a:pt x="4727924" y="207887"/>
                </a:cubicBezTo>
                <a:cubicBezTo>
                  <a:pt x="4724781" y="217793"/>
                  <a:pt x="4735735" y="221507"/>
                  <a:pt x="4743641" y="219412"/>
                </a:cubicBezTo>
                <a:lnTo>
                  <a:pt x="4746784" y="218840"/>
                </a:lnTo>
                <a:cubicBezTo>
                  <a:pt x="4747356" y="218840"/>
                  <a:pt x="4834795" y="221507"/>
                  <a:pt x="4837462" y="221507"/>
                </a:cubicBezTo>
                <a:cubicBezTo>
                  <a:pt x="4843272" y="221507"/>
                  <a:pt x="4848987" y="219888"/>
                  <a:pt x="4854226" y="215697"/>
                </a:cubicBezTo>
                <a:cubicBezTo>
                  <a:pt x="4862608" y="208934"/>
                  <a:pt x="4851559" y="185884"/>
                  <a:pt x="4847368" y="179597"/>
                </a:cubicBezTo>
                <a:cubicBezTo>
                  <a:pt x="4842701" y="172263"/>
                  <a:pt x="4836890" y="170168"/>
                  <a:pt x="4829556" y="165977"/>
                </a:cubicBezTo>
                <a:cubicBezTo>
                  <a:pt x="4822793" y="162833"/>
                  <a:pt x="4818603" y="159690"/>
                  <a:pt x="4810697" y="158642"/>
                </a:cubicBezTo>
                <a:moveTo>
                  <a:pt x="4847844" y="207887"/>
                </a:moveTo>
                <a:cubicBezTo>
                  <a:pt x="4844701" y="210554"/>
                  <a:pt x="4841081" y="211601"/>
                  <a:pt x="4836890" y="211601"/>
                </a:cubicBezTo>
                <a:cubicBezTo>
                  <a:pt x="4834795" y="211601"/>
                  <a:pt x="4747832" y="208934"/>
                  <a:pt x="4744689" y="208934"/>
                </a:cubicBezTo>
                <a:lnTo>
                  <a:pt x="4741545" y="209506"/>
                </a:lnTo>
                <a:cubicBezTo>
                  <a:pt x="4739926" y="210077"/>
                  <a:pt x="4738973" y="210554"/>
                  <a:pt x="4737831" y="210077"/>
                </a:cubicBezTo>
                <a:cubicBezTo>
                  <a:pt x="4739926" y="202743"/>
                  <a:pt x="4742022" y="194361"/>
                  <a:pt x="4746213" y="188075"/>
                </a:cubicBezTo>
                <a:cubicBezTo>
                  <a:pt x="4747832" y="185979"/>
                  <a:pt x="4752499" y="179216"/>
                  <a:pt x="4756214" y="178169"/>
                </a:cubicBezTo>
                <a:lnTo>
                  <a:pt x="4764596" y="173501"/>
                </a:lnTo>
                <a:lnTo>
                  <a:pt x="4766691" y="171406"/>
                </a:lnTo>
                <a:cubicBezTo>
                  <a:pt x="4769834" y="169787"/>
                  <a:pt x="4773549" y="169787"/>
                  <a:pt x="4776692" y="168739"/>
                </a:cubicBezTo>
                <a:cubicBezTo>
                  <a:pt x="4785551" y="166072"/>
                  <a:pt x="4798219" y="162929"/>
                  <a:pt x="4808697" y="168739"/>
                </a:cubicBezTo>
                <a:cubicBezTo>
                  <a:pt x="4814983" y="169310"/>
                  <a:pt x="4819650" y="172454"/>
                  <a:pt x="4824889" y="175025"/>
                </a:cubicBezTo>
                <a:cubicBezTo>
                  <a:pt x="4830128" y="178169"/>
                  <a:pt x="4835366" y="179788"/>
                  <a:pt x="4839081" y="185503"/>
                </a:cubicBezTo>
                <a:cubicBezTo>
                  <a:pt x="4843272" y="191218"/>
                  <a:pt x="4845844" y="200171"/>
                  <a:pt x="4847940" y="207982"/>
                </a:cubicBezTo>
                <a:moveTo>
                  <a:pt x="4862037" y="304375"/>
                </a:moveTo>
                <a:cubicBezTo>
                  <a:pt x="4877753" y="301803"/>
                  <a:pt x="4894993" y="302851"/>
                  <a:pt x="4910709" y="303327"/>
                </a:cubicBezTo>
                <a:cubicBezTo>
                  <a:pt x="4907566" y="313805"/>
                  <a:pt x="4904423" y="321139"/>
                  <a:pt x="4900232" y="328473"/>
                </a:cubicBezTo>
                <a:cubicBezTo>
                  <a:pt x="4897565" y="331045"/>
                  <a:pt x="4894993" y="333712"/>
                  <a:pt x="4893374" y="337331"/>
                </a:cubicBezTo>
                <a:cubicBezTo>
                  <a:pt x="4890707" y="341522"/>
                  <a:pt x="4884992" y="346761"/>
                  <a:pt x="4881849" y="348857"/>
                </a:cubicBezTo>
                <a:cubicBezTo>
                  <a:pt x="4876133" y="354095"/>
                  <a:pt x="4868228" y="356191"/>
                  <a:pt x="4860417" y="360382"/>
                </a:cubicBezTo>
                <a:lnTo>
                  <a:pt x="4857846" y="362954"/>
                </a:lnTo>
                <a:lnTo>
                  <a:pt x="4855274" y="364573"/>
                </a:lnTo>
                <a:cubicBezTo>
                  <a:pt x="4851083" y="365144"/>
                  <a:pt x="4847940" y="368764"/>
                  <a:pt x="4843748" y="370288"/>
                </a:cubicBezTo>
                <a:lnTo>
                  <a:pt x="4838510" y="371907"/>
                </a:lnTo>
                <a:cubicBezTo>
                  <a:pt x="4836986" y="372479"/>
                  <a:pt x="4835366" y="372955"/>
                  <a:pt x="4833842" y="373526"/>
                </a:cubicBezTo>
                <a:cubicBezTo>
                  <a:pt x="4810221" y="376098"/>
                  <a:pt x="4777835" y="381908"/>
                  <a:pt x="4754214" y="371907"/>
                </a:cubicBezTo>
                <a:cubicBezTo>
                  <a:pt x="4745355" y="370288"/>
                  <a:pt x="4736878" y="365621"/>
                  <a:pt x="4728020" y="364001"/>
                </a:cubicBezTo>
                <a:cubicBezTo>
                  <a:pt x="4715923" y="357715"/>
                  <a:pt x="4706493" y="351428"/>
                  <a:pt x="4698683" y="341522"/>
                </a:cubicBezTo>
                <a:cubicBezTo>
                  <a:pt x="4683443" y="330473"/>
                  <a:pt x="4679252" y="307423"/>
                  <a:pt x="4670393" y="291230"/>
                </a:cubicBezTo>
                <a:cubicBezTo>
                  <a:pt x="4669917" y="287039"/>
                  <a:pt x="4668870" y="283420"/>
                  <a:pt x="4667822" y="280753"/>
                </a:cubicBezTo>
                <a:lnTo>
                  <a:pt x="4666203" y="276562"/>
                </a:lnTo>
                <a:cubicBezTo>
                  <a:pt x="4666203" y="275990"/>
                  <a:pt x="4665155" y="271799"/>
                  <a:pt x="4665155" y="270275"/>
                </a:cubicBezTo>
                <a:cubicBezTo>
                  <a:pt x="4664107" y="266084"/>
                  <a:pt x="4662583" y="261417"/>
                  <a:pt x="4663059" y="256655"/>
                </a:cubicBezTo>
                <a:lnTo>
                  <a:pt x="4663535" y="252940"/>
                </a:lnTo>
                <a:lnTo>
                  <a:pt x="4664012" y="249320"/>
                </a:lnTo>
                <a:lnTo>
                  <a:pt x="4664012" y="245606"/>
                </a:lnTo>
                <a:cubicBezTo>
                  <a:pt x="4664583" y="243510"/>
                  <a:pt x="4664583" y="240843"/>
                  <a:pt x="4664583" y="238843"/>
                </a:cubicBezTo>
                <a:cubicBezTo>
                  <a:pt x="4665059" y="222555"/>
                  <a:pt x="4679252" y="182741"/>
                  <a:pt x="4689729" y="170168"/>
                </a:cubicBezTo>
                <a:cubicBezTo>
                  <a:pt x="4691825" y="162833"/>
                  <a:pt x="4698588" y="159214"/>
                  <a:pt x="4701826" y="152356"/>
                </a:cubicBezTo>
                <a:cubicBezTo>
                  <a:pt x="4713351" y="141878"/>
                  <a:pt x="4724305" y="128258"/>
                  <a:pt x="4740021" y="123019"/>
                </a:cubicBezTo>
                <a:cubicBezTo>
                  <a:pt x="4749451" y="119876"/>
                  <a:pt x="4759929" y="114637"/>
                  <a:pt x="4770882" y="114161"/>
                </a:cubicBezTo>
                <a:cubicBezTo>
                  <a:pt x="4789742" y="111494"/>
                  <a:pt x="4809649" y="110446"/>
                  <a:pt x="4828508" y="114732"/>
                </a:cubicBezTo>
                <a:lnTo>
                  <a:pt x="4832128" y="115780"/>
                </a:lnTo>
                <a:cubicBezTo>
                  <a:pt x="4843177" y="118923"/>
                  <a:pt x="4852607" y="123114"/>
                  <a:pt x="4861465" y="127781"/>
                </a:cubicBezTo>
                <a:cubicBezTo>
                  <a:pt x="4867751" y="134068"/>
                  <a:pt x="4875086" y="140354"/>
                  <a:pt x="4880324" y="149784"/>
                </a:cubicBezTo>
                <a:cubicBezTo>
                  <a:pt x="4899184" y="166548"/>
                  <a:pt x="4906994" y="195409"/>
                  <a:pt x="4912233" y="227318"/>
                </a:cubicBezTo>
                <a:lnTo>
                  <a:pt x="4912710" y="232080"/>
                </a:lnTo>
                <a:lnTo>
                  <a:pt x="4912710" y="235795"/>
                </a:lnTo>
                <a:lnTo>
                  <a:pt x="4913281" y="242081"/>
                </a:lnTo>
                <a:lnTo>
                  <a:pt x="4914805" y="249987"/>
                </a:lnTo>
                <a:lnTo>
                  <a:pt x="4915853" y="254654"/>
                </a:lnTo>
                <a:cubicBezTo>
                  <a:pt x="4905375" y="256274"/>
                  <a:pt x="4894327" y="253035"/>
                  <a:pt x="4883373" y="253035"/>
                </a:cubicBezTo>
                <a:cubicBezTo>
                  <a:pt x="4876038" y="252464"/>
                  <a:pt x="4817364" y="256178"/>
                  <a:pt x="4811078" y="256178"/>
                </a:cubicBezTo>
                <a:cubicBezTo>
                  <a:pt x="4803743" y="256178"/>
                  <a:pt x="4795838" y="256178"/>
                  <a:pt x="4788027" y="257226"/>
                </a:cubicBezTo>
                <a:cubicBezTo>
                  <a:pt x="4771263" y="258845"/>
                  <a:pt x="4754023" y="258274"/>
                  <a:pt x="4736688" y="258274"/>
                </a:cubicBezTo>
                <a:cubicBezTo>
                  <a:pt x="4722495" y="258274"/>
                  <a:pt x="4726210" y="283896"/>
                  <a:pt x="4728306" y="292850"/>
                </a:cubicBezTo>
                <a:lnTo>
                  <a:pt x="4730401" y="298088"/>
                </a:lnTo>
                <a:lnTo>
                  <a:pt x="4732020" y="302279"/>
                </a:lnTo>
                <a:cubicBezTo>
                  <a:pt x="4732497" y="303327"/>
                  <a:pt x="4733068" y="304375"/>
                  <a:pt x="4733544" y="305423"/>
                </a:cubicBezTo>
                <a:lnTo>
                  <a:pt x="4735640" y="308090"/>
                </a:lnTo>
                <a:lnTo>
                  <a:pt x="4738783" y="312281"/>
                </a:lnTo>
                <a:lnTo>
                  <a:pt x="4744022" y="317519"/>
                </a:lnTo>
                <a:lnTo>
                  <a:pt x="4749260" y="323806"/>
                </a:lnTo>
                <a:cubicBezTo>
                  <a:pt x="4755547" y="331140"/>
                  <a:pt x="4768596" y="336379"/>
                  <a:pt x="4778598" y="336950"/>
                </a:cubicBezTo>
                <a:cubicBezTo>
                  <a:pt x="4779645" y="336950"/>
                  <a:pt x="4781169" y="337522"/>
                  <a:pt x="4782312" y="337522"/>
                </a:cubicBezTo>
                <a:cubicBezTo>
                  <a:pt x="4793266" y="337522"/>
                  <a:pt x="4805363" y="336950"/>
                  <a:pt x="4815840" y="333807"/>
                </a:cubicBezTo>
                <a:cubicBezTo>
                  <a:pt x="4826794" y="331140"/>
                  <a:pt x="4857750" y="319139"/>
                  <a:pt x="4861465" y="304470"/>
                </a:cubicBezTo>
                <a:lnTo>
                  <a:pt x="4861941" y="304470"/>
                </a:lnTo>
                <a:close/>
                <a:moveTo>
                  <a:pt x="4737354" y="268275"/>
                </a:moveTo>
                <a:cubicBezTo>
                  <a:pt x="4755166" y="268275"/>
                  <a:pt x="4772406" y="268847"/>
                  <a:pt x="4789742" y="267227"/>
                </a:cubicBezTo>
                <a:cubicBezTo>
                  <a:pt x="4797076" y="266180"/>
                  <a:pt x="4804410" y="266180"/>
                  <a:pt x="4811268" y="266180"/>
                </a:cubicBezTo>
                <a:cubicBezTo>
                  <a:pt x="4817555" y="266180"/>
                  <a:pt x="4877753" y="262560"/>
                  <a:pt x="4883563" y="263036"/>
                </a:cubicBezTo>
                <a:cubicBezTo>
                  <a:pt x="4890326" y="263036"/>
                  <a:pt x="4897660" y="264084"/>
                  <a:pt x="4904518" y="264656"/>
                </a:cubicBezTo>
                <a:cubicBezTo>
                  <a:pt x="4932236" y="267227"/>
                  <a:pt x="4926520" y="260465"/>
                  <a:pt x="4923378" y="240557"/>
                </a:cubicBezTo>
                <a:lnTo>
                  <a:pt x="4922902" y="235319"/>
                </a:lnTo>
                <a:lnTo>
                  <a:pt x="4922902" y="231128"/>
                </a:lnTo>
                <a:lnTo>
                  <a:pt x="4922425" y="225889"/>
                </a:lnTo>
                <a:cubicBezTo>
                  <a:pt x="4917186" y="194456"/>
                  <a:pt x="4908804" y="162452"/>
                  <a:pt x="4887849" y="142545"/>
                </a:cubicBezTo>
                <a:cubicBezTo>
                  <a:pt x="4883182" y="133687"/>
                  <a:pt x="4875276" y="126829"/>
                  <a:pt x="4866894" y="119495"/>
                </a:cubicBezTo>
                <a:cubicBezTo>
                  <a:pt x="4858036" y="114256"/>
                  <a:pt x="4849082" y="110541"/>
                  <a:pt x="4838605" y="107493"/>
                </a:cubicBezTo>
                <a:lnTo>
                  <a:pt x="4834414" y="105874"/>
                </a:lnTo>
                <a:lnTo>
                  <a:pt x="4830795" y="105302"/>
                </a:lnTo>
                <a:cubicBezTo>
                  <a:pt x="4810887" y="100064"/>
                  <a:pt x="4789932" y="101111"/>
                  <a:pt x="4769549" y="104255"/>
                </a:cubicBezTo>
                <a:cubicBezTo>
                  <a:pt x="4758023" y="105302"/>
                  <a:pt x="4747546" y="109970"/>
                  <a:pt x="4737068" y="113113"/>
                </a:cubicBezTo>
                <a:cubicBezTo>
                  <a:pt x="4719257" y="119399"/>
                  <a:pt x="4707731" y="133592"/>
                  <a:pt x="4693063" y="147689"/>
                </a:cubicBezTo>
                <a:cubicBezTo>
                  <a:pt x="4689920" y="154451"/>
                  <a:pt x="4684205" y="156071"/>
                  <a:pt x="4680490" y="165977"/>
                </a:cubicBezTo>
                <a:cubicBezTo>
                  <a:pt x="4671632" y="176930"/>
                  <a:pt x="4657440" y="214173"/>
                  <a:pt x="4655344" y="230366"/>
                </a:cubicBezTo>
                <a:cubicBezTo>
                  <a:pt x="4654868" y="235128"/>
                  <a:pt x="4655344" y="239795"/>
                  <a:pt x="4654296" y="244558"/>
                </a:cubicBezTo>
                <a:lnTo>
                  <a:pt x="4654296" y="248273"/>
                </a:lnTo>
                <a:lnTo>
                  <a:pt x="4653820" y="251416"/>
                </a:lnTo>
                <a:lnTo>
                  <a:pt x="4653248" y="255607"/>
                </a:lnTo>
                <a:cubicBezTo>
                  <a:pt x="4652772" y="261417"/>
                  <a:pt x="4654296" y="267132"/>
                  <a:pt x="4655344" y="272371"/>
                </a:cubicBezTo>
                <a:cubicBezTo>
                  <a:pt x="4655344" y="274466"/>
                  <a:pt x="4656392" y="278657"/>
                  <a:pt x="4656963" y="280181"/>
                </a:cubicBezTo>
                <a:lnTo>
                  <a:pt x="4658582" y="284372"/>
                </a:lnTo>
                <a:cubicBezTo>
                  <a:pt x="4659630" y="287039"/>
                  <a:pt x="4660678" y="289611"/>
                  <a:pt x="4660678" y="292754"/>
                </a:cubicBezTo>
                <a:lnTo>
                  <a:pt x="4661154" y="295421"/>
                </a:lnTo>
                <a:cubicBezTo>
                  <a:pt x="4672108" y="313233"/>
                  <a:pt x="4674299" y="335807"/>
                  <a:pt x="4692015" y="349428"/>
                </a:cubicBezTo>
                <a:cubicBezTo>
                  <a:pt x="4700397" y="359906"/>
                  <a:pt x="4711446" y="367240"/>
                  <a:pt x="4725543" y="374003"/>
                </a:cubicBezTo>
                <a:cubicBezTo>
                  <a:pt x="4734973" y="375622"/>
                  <a:pt x="4742783" y="379718"/>
                  <a:pt x="4751737" y="381908"/>
                </a:cubicBezTo>
                <a:cubicBezTo>
                  <a:pt x="4776883" y="392386"/>
                  <a:pt x="4809363" y="386099"/>
                  <a:pt x="4837081" y="382956"/>
                </a:cubicBezTo>
                <a:cubicBezTo>
                  <a:pt x="4838605" y="382385"/>
                  <a:pt x="4840224" y="381908"/>
                  <a:pt x="4841272" y="381432"/>
                </a:cubicBezTo>
                <a:lnTo>
                  <a:pt x="4846987" y="379813"/>
                </a:lnTo>
                <a:cubicBezTo>
                  <a:pt x="4850130" y="378765"/>
                  <a:pt x="4853750" y="377146"/>
                  <a:pt x="4856417" y="374574"/>
                </a:cubicBezTo>
                <a:cubicBezTo>
                  <a:pt x="4858512" y="374574"/>
                  <a:pt x="4860036" y="373526"/>
                  <a:pt x="4861656" y="372479"/>
                </a:cubicBezTo>
                <a:lnTo>
                  <a:pt x="4864227" y="370383"/>
                </a:lnTo>
                <a:lnTo>
                  <a:pt x="4866799" y="368288"/>
                </a:lnTo>
                <a:cubicBezTo>
                  <a:pt x="4874133" y="365144"/>
                  <a:pt x="4881467" y="362573"/>
                  <a:pt x="4887754" y="357239"/>
                </a:cubicBezTo>
                <a:cubicBezTo>
                  <a:pt x="4892421" y="354095"/>
                  <a:pt x="4898708" y="347333"/>
                  <a:pt x="4902899" y="341046"/>
                </a:cubicBezTo>
                <a:cubicBezTo>
                  <a:pt x="4903946" y="338379"/>
                  <a:pt x="4906614" y="336284"/>
                  <a:pt x="4909185" y="333712"/>
                </a:cubicBezTo>
                <a:cubicBezTo>
                  <a:pt x="4912328" y="327425"/>
                  <a:pt x="4931188" y="292850"/>
                  <a:pt x="4917568" y="293326"/>
                </a:cubicBezTo>
                <a:cubicBezTo>
                  <a:pt x="4911757" y="293897"/>
                  <a:pt x="4906042" y="293326"/>
                  <a:pt x="4900803" y="292278"/>
                </a:cubicBezTo>
                <a:cubicBezTo>
                  <a:pt x="4894517" y="291707"/>
                  <a:pt x="4863084" y="293897"/>
                  <a:pt x="4859941" y="294374"/>
                </a:cubicBezTo>
                <a:lnTo>
                  <a:pt x="4855750" y="295421"/>
                </a:lnTo>
                <a:lnTo>
                  <a:pt x="4852131" y="301232"/>
                </a:lnTo>
                <a:cubicBezTo>
                  <a:pt x="4847368" y="309614"/>
                  <a:pt x="4831652" y="319043"/>
                  <a:pt x="4813364" y="324282"/>
                </a:cubicBezTo>
                <a:cubicBezTo>
                  <a:pt x="4803934" y="326949"/>
                  <a:pt x="4792409" y="327425"/>
                  <a:pt x="4782503" y="327425"/>
                </a:cubicBezTo>
                <a:lnTo>
                  <a:pt x="4777835" y="326378"/>
                </a:lnTo>
                <a:cubicBezTo>
                  <a:pt x="4773645" y="327425"/>
                  <a:pt x="4760500" y="321139"/>
                  <a:pt x="4756881" y="316948"/>
                </a:cubicBezTo>
                <a:lnTo>
                  <a:pt x="4750118" y="309137"/>
                </a:lnTo>
                <a:lnTo>
                  <a:pt x="4746974" y="305423"/>
                </a:lnTo>
                <a:lnTo>
                  <a:pt x="4743831" y="301803"/>
                </a:lnTo>
                <a:lnTo>
                  <a:pt x="4741736" y="298088"/>
                </a:lnTo>
                <a:lnTo>
                  <a:pt x="4740116" y="294945"/>
                </a:lnTo>
                <a:lnTo>
                  <a:pt x="4738021" y="289230"/>
                </a:lnTo>
                <a:cubicBezTo>
                  <a:pt x="4736973" y="283420"/>
                  <a:pt x="4735449" y="273990"/>
                  <a:pt x="4737545" y="268275"/>
                </a:cubicBezTo>
                <a:moveTo>
                  <a:pt x="4470368" y="373050"/>
                </a:moveTo>
                <a:cubicBezTo>
                  <a:pt x="4470368" y="373050"/>
                  <a:pt x="4469321" y="373622"/>
                  <a:pt x="4469892" y="373050"/>
                </a:cubicBezTo>
                <a:lnTo>
                  <a:pt x="4470940" y="368383"/>
                </a:lnTo>
                <a:cubicBezTo>
                  <a:pt x="4470940" y="365716"/>
                  <a:pt x="4471416" y="363144"/>
                  <a:pt x="4470940" y="360477"/>
                </a:cubicBezTo>
                <a:cubicBezTo>
                  <a:pt x="4470940" y="342189"/>
                  <a:pt x="4471416" y="322758"/>
                  <a:pt x="4470368" y="304375"/>
                </a:cubicBezTo>
                <a:cubicBezTo>
                  <a:pt x="4469892" y="295993"/>
                  <a:pt x="4470940" y="238938"/>
                  <a:pt x="4470940" y="238938"/>
                </a:cubicBezTo>
                <a:lnTo>
                  <a:pt x="4470940" y="207982"/>
                </a:lnTo>
                <a:lnTo>
                  <a:pt x="4471416" y="204267"/>
                </a:lnTo>
                <a:cubicBezTo>
                  <a:pt x="4471416" y="201600"/>
                  <a:pt x="4471892" y="197981"/>
                  <a:pt x="4471892" y="193313"/>
                </a:cubicBezTo>
                <a:cubicBezTo>
                  <a:pt x="4472940" y="166072"/>
                  <a:pt x="4474464" y="143021"/>
                  <a:pt x="4471892" y="115780"/>
                </a:cubicBezTo>
                <a:lnTo>
                  <a:pt x="4494372" y="117399"/>
                </a:lnTo>
                <a:lnTo>
                  <a:pt x="4496467" y="117971"/>
                </a:lnTo>
                <a:lnTo>
                  <a:pt x="4528947" y="117971"/>
                </a:lnTo>
                <a:cubicBezTo>
                  <a:pt x="4529995" y="125781"/>
                  <a:pt x="4530566" y="133687"/>
                  <a:pt x="4529995" y="143117"/>
                </a:cubicBezTo>
                <a:cubicBezTo>
                  <a:pt x="4529995" y="150451"/>
                  <a:pt x="4536281" y="155118"/>
                  <a:pt x="4543140" y="151975"/>
                </a:cubicBezTo>
                <a:cubicBezTo>
                  <a:pt x="4547807" y="149879"/>
                  <a:pt x="4550950" y="146736"/>
                  <a:pt x="4554665" y="143593"/>
                </a:cubicBezTo>
                <a:lnTo>
                  <a:pt x="4558380" y="140450"/>
                </a:lnTo>
                <a:cubicBezTo>
                  <a:pt x="4561523" y="136259"/>
                  <a:pt x="4563618" y="135211"/>
                  <a:pt x="4568857" y="131591"/>
                </a:cubicBezTo>
                <a:lnTo>
                  <a:pt x="4576191" y="123686"/>
                </a:lnTo>
                <a:lnTo>
                  <a:pt x="4582001" y="119495"/>
                </a:lnTo>
                <a:cubicBezTo>
                  <a:pt x="4583525" y="117875"/>
                  <a:pt x="4585145" y="116828"/>
                  <a:pt x="4588288" y="116351"/>
                </a:cubicBezTo>
                <a:cubicBezTo>
                  <a:pt x="4593050" y="115304"/>
                  <a:pt x="4594574" y="112637"/>
                  <a:pt x="4600861" y="112637"/>
                </a:cubicBezTo>
                <a:cubicBezTo>
                  <a:pt x="4604576" y="112065"/>
                  <a:pt x="4608195" y="111589"/>
                  <a:pt x="4611815" y="111017"/>
                </a:cubicBezTo>
                <a:lnTo>
                  <a:pt x="4617054" y="109970"/>
                </a:lnTo>
                <a:lnTo>
                  <a:pt x="4620197" y="110541"/>
                </a:lnTo>
                <a:lnTo>
                  <a:pt x="4623340" y="112637"/>
                </a:lnTo>
                <a:cubicBezTo>
                  <a:pt x="4622292" y="121019"/>
                  <a:pt x="4620197" y="128924"/>
                  <a:pt x="4621245" y="138259"/>
                </a:cubicBezTo>
                <a:cubicBezTo>
                  <a:pt x="4621245" y="140354"/>
                  <a:pt x="4622292" y="143498"/>
                  <a:pt x="4622292" y="145593"/>
                </a:cubicBezTo>
                <a:cubicBezTo>
                  <a:pt x="4622292" y="153404"/>
                  <a:pt x="4624864" y="160262"/>
                  <a:pt x="4624864" y="167596"/>
                </a:cubicBezTo>
                <a:cubicBezTo>
                  <a:pt x="4621721" y="167024"/>
                  <a:pt x="4618101" y="167024"/>
                  <a:pt x="4614958" y="168167"/>
                </a:cubicBezTo>
                <a:lnTo>
                  <a:pt x="4607624" y="169215"/>
                </a:lnTo>
                <a:lnTo>
                  <a:pt x="4605052" y="168644"/>
                </a:lnTo>
                <a:cubicBezTo>
                  <a:pt x="4587240" y="170263"/>
                  <a:pt x="4568381" y="174359"/>
                  <a:pt x="4555236" y="186455"/>
                </a:cubicBezTo>
                <a:cubicBezTo>
                  <a:pt x="4553712" y="188551"/>
                  <a:pt x="4552093" y="191123"/>
                  <a:pt x="4551045" y="192170"/>
                </a:cubicBezTo>
                <a:lnTo>
                  <a:pt x="4548950" y="195885"/>
                </a:lnTo>
                <a:lnTo>
                  <a:pt x="4547426" y="197981"/>
                </a:lnTo>
                <a:cubicBezTo>
                  <a:pt x="4545330" y="199600"/>
                  <a:pt x="4543711" y="201124"/>
                  <a:pt x="4542758" y="203219"/>
                </a:cubicBezTo>
                <a:cubicBezTo>
                  <a:pt x="4541711" y="205315"/>
                  <a:pt x="4541139" y="206934"/>
                  <a:pt x="4540091" y="210554"/>
                </a:cubicBezTo>
                <a:lnTo>
                  <a:pt x="4538567" y="213125"/>
                </a:lnTo>
                <a:lnTo>
                  <a:pt x="4536948" y="219412"/>
                </a:lnTo>
                <a:lnTo>
                  <a:pt x="4536472" y="223603"/>
                </a:lnTo>
                <a:lnTo>
                  <a:pt x="4534853" y="228842"/>
                </a:lnTo>
                <a:lnTo>
                  <a:pt x="4534376" y="230937"/>
                </a:lnTo>
                <a:cubicBezTo>
                  <a:pt x="4533329" y="236747"/>
                  <a:pt x="4532281" y="242939"/>
                  <a:pt x="4530662" y="249797"/>
                </a:cubicBezTo>
                <a:lnTo>
                  <a:pt x="4529614" y="263417"/>
                </a:lnTo>
                <a:lnTo>
                  <a:pt x="4528566" y="289611"/>
                </a:lnTo>
                <a:cubicBezTo>
                  <a:pt x="4528566" y="303232"/>
                  <a:pt x="4528090" y="311042"/>
                  <a:pt x="4528090" y="324663"/>
                </a:cubicBezTo>
                <a:cubicBezTo>
                  <a:pt x="4528090" y="333521"/>
                  <a:pt x="4527614" y="340379"/>
                  <a:pt x="4528090" y="347142"/>
                </a:cubicBezTo>
                <a:lnTo>
                  <a:pt x="4529709" y="356000"/>
                </a:lnTo>
                <a:cubicBezTo>
                  <a:pt x="4529709" y="359144"/>
                  <a:pt x="4530185" y="362858"/>
                  <a:pt x="4529709" y="366002"/>
                </a:cubicBezTo>
                <a:cubicBezTo>
                  <a:pt x="4529709" y="368097"/>
                  <a:pt x="4529138" y="370193"/>
                  <a:pt x="4529138" y="372288"/>
                </a:cubicBezTo>
                <a:cubicBezTo>
                  <a:pt x="4508754" y="371240"/>
                  <a:pt x="4490371" y="374955"/>
                  <a:pt x="4470464" y="372860"/>
                </a:cubicBezTo>
                <a:moveTo>
                  <a:pt x="4461034" y="366002"/>
                </a:moveTo>
                <a:cubicBezTo>
                  <a:pt x="4459415" y="367049"/>
                  <a:pt x="4458462" y="370193"/>
                  <a:pt x="4459415" y="375431"/>
                </a:cubicBezTo>
                <a:lnTo>
                  <a:pt x="4460463" y="378575"/>
                </a:lnTo>
                <a:cubicBezTo>
                  <a:pt x="4460463" y="379622"/>
                  <a:pt x="4463034" y="382194"/>
                  <a:pt x="4464177" y="382194"/>
                </a:cubicBezTo>
                <a:cubicBezTo>
                  <a:pt x="4479893" y="385337"/>
                  <a:pt x="4497705" y="383242"/>
                  <a:pt x="4513422" y="382194"/>
                </a:cubicBezTo>
                <a:cubicBezTo>
                  <a:pt x="4525518" y="381146"/>
                  <a:pt x="4541234" y="387433"/>
                  <a:pt x="4538567" y="374384"/>
                </a:cubicBezTo>
                <a:cubicBezTo>
                  <a:pt x="4539044" y="371717"/>
                  <a:pt x="4539615" y="369145"/>
                  <a:pt x="4539615" y="366478"/>
                </a:cubicBezTo>
                <a:cubicBezTo>
                  <a:pt x="4540091" y="362287"/>
                  <a:pt x="4539615" y="358572"/>
                  <a:pt x="4539615" y="354953"/>
                </a:cubicBezTo>
                <a:lnTo>
                  <a:pt x="4537996" y="345999"/>
                </a:lnTo>
                <a:cubicBezTo>
                  <a:pt x="4537520" y="339236"/>
                  <a:pt x="4537996" y="332855"/>
                  <a:pt x="4537996" y="325044"/>
                </a:cubicBezTo>
                <a:cubicBezTo>
                  <a:pt x="4538567" y="310852"/>
                  <a:pt x="4538567" y="303518"/>
                  <a:pt x="4539044" y="289421"/>
                </a:cubicBezTo>
                <a:lnTo>
                  <a:pt x="4539520" y="263798"/>
                </a:lnTo>
                <a:lnTo>
                  <a:pt x="4540568" y="251225"/>
                </a:lnTo>
                <a:cubicBezTo>
                  <a:pt x="4542092" y="246463"/>
                  <a:pt x="4542663" y="243891"/>
                  <a:pt x="4543140" y="239129"/>
                </a:cubicBezTo>
                <a:lnTo>
                  <a:pt x="4543616" y="232366"/>
                </a:lnTo>
                <a:lnTo>
                  <a:pt x="4544664" y="230747"/>
                </a:lnTo>
                <a:lnTo>
                  <a:pt x="4546759" y="225032"/>
                </a:lnTo>
                <a:lnTo>
                  <a:pt x="4546759" y="220269"/>
                </a:lnTo>
                <a:lnTo>
                  <a:pt x="4549426" y="215030"/>
                </a:lnTo>
                <a:lnTo>
                  <a:pt x="4550474" y="212935"/>
                </a:lnTo>
                <a:lnTo>
                  <a:pt x="4550950" y="209792"/>
                </a:lnTo>
                <a:lnTo>
                  <a:pt x="4551522" y="207696"/>
                </a:lnTo>
                <a:lnTo>
                  <a:pt x="4554093" y="204553"/>
                </a:lnTo>
                <a:lnTo>
                  <a:pt x="4557237" y="201410"/>
                </a:lnTo>
                <a:lnTo>
                  <a:pt x="4558856" y="199314"/>
                </a:lnTo>
                <a:lnTo>
                  <a:pt x="4559904" y="197219"/>
                </a:lnTo>
                <a:cubicBezTo>
                  <a:pt x="4560951" y="195599"/>
                  <a:pt x="4561523" y="194552"/>
                  <a:pt x="4562571" y="193504"/>
                </a:cubicBezTo>
                <a:cubicBezTo>
                  <a:pt x="4572476" y="184074"/>
                  <a:pt x="4587716" y="180359"/>
                  <a:pt x="4606576" y="178835"/>
                </a:cubicBezTo>
                <a:lnTo>
                  <a:pt x="4611243" y="178835"/>
                </a:lnTo>
                <a:lnTo>
                  <a:pt x="4617054" y="177216"/>
                </a:lnTo>
                <a:cubicBezTo>
                  <a:pt x="4620197" y="176645"/>
                  <a:pt x="4622768" y="176645"/>
                  <a:pt x="4625435" y="177216"/>
                </a:cubicBezTo>
                <a:lnTo>
                  <a:pt x="4628103" y="177788"/>
                </a:lnTo>
                <a:cubicBezTo>
                  <a:pt x="4636961" y="178359"/>
                  <a:pt x="4635437" y="173120"/>
                  <a:pt x="4635437" y="166834"/>
                </a:cubicBezTo>
                <a:cubicBezTo>
                  <a:pt x="4635437" y="160071"/>
                  <a:pt x="4632865" y="153213"/>
                  <a:pt x="4632865" y="145403"/>
                </a:cubicBezTo>
                <a:cubicBezTo>
                  <a:pt x="4632865" y="142736"/>
                  <a:pt x="4631817" y="139592"/>
                  <a:pt x="4631246" y="137021"/>
                </a:cubicBezTo>
                <a:cubicBezTo>
                  <a:pt x="4630198" y="125019"/>
                  <a:pt x="4640675" y="100921"/>
                  <a:pt x="4625435" y="100921"/>
                </a:cubicBezTo>
                <a:cubicBezTo>
                  <a:pt x="4624388" y="100921"/>
                  <a:pt x="4622864" y="100921"/>
                  <a:pt x="4621816" y="100349"/>
                </a:cubicBezTo>
                <a:lnTo>
                  <a:pt x="4618673" y="99778"/>
                </a:lnTo>
                <a:cubicBezTo>
                  <a:pt x="4617149" y="99778"/>
                  <a:pt x="4616101" y="99778"/>
                  <a:pt x="4614482" y="100349"/>
                </a:cubicBezTo>
                <a:lnTo>
                  <a:pt x="4610291" y="100921"/>
                </a:lnTo>
                <a:cubicBezTo>
                  <a:pt x="4607148" y="101492"/>
                  <a:pt x="4604004" y="101969"/>
                  <a:pt x="4600861" y="101969"/>
                </a:cubicBezTo>
                <a:cubicBezTo>
                  <a:pt x="4594574" y="101969"/>
                  <a:pt x="4590955" y="104064"/>
                  <a:pt x="4585621" y="106160"/>
                </a:cubicBezTo>
                <a:lnTo>
                  <a:pt x="4583525" y="106160"/>
                </a:lnTo>
                <a:cubicBezTo>
                  <a:pt x="4580954" y="107779"/>
                  <a:pt x="4578287" y="109303"/>
                  <a:pt x="4576191" y="110827"/>
                </a:cubicBezTo>
                <a:lnTo>
                  <a:pt x="4569429" y="116066"/>
                </a:lnTo>
                <a:lnTo>
                  <a:pt x="4562094" y="123876"/>
                </a:lnTo>
                <a:cubicBezTo>
                  <a:pt x="4556856" y="127591"/>
                  <a:pt x="4554760" y="128639"/>
                  <a:pt x="4551140" y="133306"/>
                </a:cubicBezTo>
                <a:lnTo>
                  <a:pt x="4548569" y="135401"/>
                </a:lnTo>
                <a:cubicBezTo>
                  <a:pt x="4545997" y="138068"/>
                  <a:pt x="4543330" y="140164"/>
                  <a:pt x="4540758" y="141688"/>
                </a:cubicBezTo>
                <a:cubicBezTo>
                  <a:pt x="4540758" y="130734"/>
                  <a:pt x="4540187" y="121304"/>
                  <a:pt x="4538663" y="111779"/>
                </a:cubicBezTo>
                <a:cubicBezTo>
                  <a:pt x="4537615" y="102350"/>
                  <a:pt x="4504087" y="110160"/>
                  <a:pt x="4496181" y="107112"/>
                </a:cubicBezTo>
                <a:lnTo>
                  <a:pt x="4493609" y="107112"/>
                </a:lnTo>
                <a:cubicBezTo>
                  <a:pt x="4487799" y="107684"/>
                  <a:pt x="4460653" y="100826"/>
                  <a:pt x="4461606" y="111303"/>
                </a:cubicBezTo>
                <a:cubicBezTo>
                  <a:pt x="4462653" y="121304"/>
                  <a:pt x="4462653" y="142259"/>
                  <a:pt x="4462653" y="161595"/>
                </a:cubicBezTo>
                <a:cubicBezTo>
                  <a:pt x="4462653" y="175216"/>
                  <a:pt x="4462653" y="188837"/>
                  <a:pt x="4461606" y="202457"/>
                </a:cubicBezTo>
                <a:lnTo>
                  <a:pt x="4460558" y="207696"/>
                </a:lnTo>
                <a:cubicBezTo>
                  <a:pt x="4461034" y="212459"/>
                  <a:pt x="4461034" y="225984"/>
                  <a:pt x="4461034" y="238652"/>
                </a:cubicBezTo>
                <a:cubicBezTo>
                  <a:pt x="4459986" y="279515"/>
                  <a:pt x="4461034" y="320377"/>
                  <a:pt x="4461034" y="360668"/>
                </a:cubicBezTo>
                <a:cubicBezTo>
                  <a:pt x="4461510" y="362763"/>
                  <a:pt x="4461034" y="364859"/>
                  <a:pt x="4461034" y="365906"/>
                </a:cubicBezTo>
                <a:moveTo>
                  <a:pt x="4166330" y="14624"/>
                </a:moveTo>
                <a:lnTo>
                  <a:pt x="4175189" y="14624"/>
                </a:lnTo>
                <a:lnTo>
                  <a:pt x="4181475" y="15196"/>
                </a:lnTo>
                <a:lnTo>
                  <a:pt x="4199858" y="16244"/>
                </a:lnTo>
                <a:cubicBezTo>
                  <a:pt x="4210336" y="16720"/>
                  <a:pt x="4222338" y="17768"/>
                  <a:pt x="4229196" y="17291"/>
                </a:cubicBezTo>
                <a:lnTo>
                  <a:pt x="4229672" y="19958"/>
                </a:lnTo>
                <a:cubicBezTo>
                  <a:pt x="4230148" y="24149"/>
                  <a:pt x="4230720" y="28912"/>
                  <a:pt x="4231291" y="31484"/>
                </a:cubicBezTo>
                <a:cubicBezTo>
                  <a:pt x="4231767" y="36722"/>
                  <a:pt x="4231291" y="42533"/>
                  <a:pt x="4231767" y="48248"/>
                </a:cubicBezTo>
                <a:cubicBezTo>
                  <a:pt x="4231767" y="54534"/>
                  <a:pt x="4231291" y="61392"/>
                  <a:pt x="4231767" y="68155"/>
                </a:cubicBezTo>
                <a:cubicBezTo>
                  <a:pt x="4231767" y="76537"/>
                  <a:pt x="4231767" y="84919"/>
                  <a:pt x="4231291" y="95396"/>
                </a:cubicBezTo>
                <a:cubicBezTo>
                  <a:pt x="4233387" y="105874"/>
                  <a:pt x="4229672" y="116351"/>
                  <a:pt x="4230815" y="128924"/>
                </a:cubicBezTo>
                <a:cubicBezTo>
                  <a:pt x="4230243" y="131020"/>
                  <a:pt x="4230243" y="132639"/>
                  <a:pt x="4230243" y="133687"/>
                </a:cubicBezTo>
                <a:lnTo>
                  <a:pt x="4230243" y="136259"/>
                </a:lnTo>
                <a:cubicBezTo>
                  <a:pt x="4230243" y="137306"/>
                  <a:pt x="4230243" y="138926"/>
                  <a:pt x="4230815" y="140450"/>
                </a:cubicBezTo>
                <a:cubicBezTo>
                  <a:pt x="4237578" y="161405"/>
                  <a:pt x="4252817" y="138354"/>
                  <a:pt x="4259104" y="131020"/>
                </a:cubicBezTo>
                <a:cubicBezTo>
                  <a:pt x="4263771" y="129401"/>
                  <a:pt x="4267486" y="126829"/>
                  <a:pt x="4270058" y="124733"/>
                </a:cubicBezTo>
                <a:lnTo>
                  <a:pt x="4273677" y="121590"/>
                </a:lnTo>
                <a:cubicBezTo>
                  <a:pt x="4275297" y="121019"/>
                  <a:pt x="4275773" y="120542"/>
                  <a:pt x="4278440" y="118923"/>
                </a:cubicBezTo>
                <a:cubicBezTo>
                  <a:pt x="4283107" y="113113"/>
                  <a:pt x="4284155" y="114732"/>
                  <a:pt x="4291584" y="112065"/>
                </a:cubicBezTo>
                <a:lnTo>
                  <a:pt x="4297871" y="109970"/>
                </a:lnTo>
                <a:cubicBezTo>
                  <a:pt x="4299490" y="109398"/>
                  <a:pt x="4300538" y="108922"/>
                  <a:pt x="4302062" y="108922"/>
                </a:cubicBezTo>
                <a:cubicBezTo>
                  <a:pt x="4306824" y="108446"/>
                  <a:pt x="4312063" y="107398"/>
                  <a:pt x="4316730" y="106826"/>
                </a:cubicBezTo>
                <a:cubicBezTo>
                  <a:pt x="4320921" y="107398"/>
                  <a:pt x="4325112" y="106826"/>
                  <a:pt x="4327684" y="106255"/>
                </a:cubicBezTo>
                <a:lnTo>
                  <a:pt x="4331399" y="105683"/>
                </a:lnTo>
                <a:lnTo>
                  <a:pt x="4335018" y="106255"/>
                </a:lnTo>
                <a:cubicBezTo>
                  <a:pt x="4337685" y="106826"/>
                  <a:pt x="4340257" y="107303"/>
                  <a:pt x="4341305" y="107303"/>
                </a:cubicBezTo>
                <a:lnTo>
                  <a:pt x="4345496" y="106731"/>
                </a:lnTo>
                <a:cubicBezTo>
                  <a:pt x="4348067" y="106731"/>
                  <a:pt x="4349210" y="106731"/>
                  <a:pt x="4350163" y="107303"/>
                </a:cubicBezTo>
                <a:lnTo>
                  <a:pt x="4353306" y="108350"/>
                </a:lnTo>
                <a:cubicBezTo>
                  <a:pt x="4359593" y="110922"/>
                  <a:pt x="4364260" y="113018"/>
                  <a:pt x="4369023" y="115685"/>
                </a:cubicBezTo>
                <a:cubicBezTo>
                  <a:pt x="4370642" y="116732"/>
                  <a:pt x="4370070" y="116256"/>
                  <a:pt x="4372166" y="118352"/>
                </a:cubicBezTo>
                <a:cubicBezTo>
                  <a:pt x="4376833" y="123019"/>
                  <a:pt x="4380548" y="128258"/>
                  <a:pt x="4384167" y="134068"/>
                </a:cubicBezTo>
                <a:lnTo>
                  <a:pt x="4386739" y="138259"/>
                </a:lnTo>
                <a:lnTo>
                  <a:pt x="4388834" y="140926"/>
                </a:lnTo>
                <a:cubicBezTo>
                  <a:pt x="4391406" y="145117"/>
                  <a:pt x="4394645" y="149308"/>
                  <a:pt x="4396169" y="153499"/>
                </a:cubicBezTo>
                <a:lnTo>
                  <a:pt x="4396645" y="157690"/>
                </a:lnTo>
                <a:cubicBezTo>
                  <a:pt x="4397121" y="160357"/>
                  <a:pt x="4397693" y="162357"/>
                  <a:pt x="4398264" y="164453"/>
                </a:cubicBezTo>
                <a:cubicBezTo>
                  <a:pt x="4400836" y="175406"/>
                  <a:pt x="4401884" y="183312"/>
                  <a:pt x="4402931" y="197504"/>
                </a:cubicBezTo>
                <a:cubicBezTo>
                  <a:pt x="4403408" y="206363"/>
                  <a:pt x="4405503" y="215316"/>
                  <a:pt x="4406075" y="224270"/>
                </a:cubicBezTo>
                <a:cubicBezTo>
                  <a:pt x="4407694" y="239414"/>
                  <a:pt x="4406551" y="255131"/>
                  <a:pt x="4408647" y="269799"/>
                </a:cubicBezTo>
                <a:cubicBezTo>
                  <a:pt x="4410266" y="281801"/>
                  <a:pt x="4408647" y="295421"/>
                  <a:pt x="4410266" y="305899"/>
                </a:cubicBezTo>
                <a:cubicBezTo>
                  <a:pt x="4411314" y="314852"/>
                  <a:pt x="4410742" y="324758"/>
                  <a:pt x="4410266" y="335807"/>
                </a:cubicBezTo>
                <a:cubicBezTo>
                  <a:pt x="4410266" y="348952"/>
                  <a:pt x="4411314" y="363049"/>
                  <a:pt x="4410266" y="375050"/>
                </a:cubicBezTo>
                <a:lnTo>
                  <a:pt x="4401884" y="375050"/>
                </a:lnTo>
                <a:cubicBezTo>
                  <a:pt x="4396645" y="375050"/>
                  <a:pt x="4358926" y="372955"/>
                  <a:pt x="4348448" y="372383"/>
                </a:cubicBezTo>
                <a:cubicBezTo>
                  <a:pt x="4346353" y="372383"/>
                  <a:pt x="4348448" y="371812"/>
                  <a:pt x="4348448" y="371336"/>
                </a:cubicBezTo>
                <a:cubicBezTo>
                  <a:pt x="4348448" y="347809"/>
                  <a:pt x="4350544" y="327902"/>
                  <a:pt x="4350544" y="303232"/>
                </a:cubicBezTo>
                <a:cubicBezTo>
                  <a:pt x="4349496" y="295898"/>
                  <a:pt x="4349973" y="277038"/>
                  <a:pt x="4350544" y="273895"/>
                </a:cubicBezTo>
                <a:cubicBezTo>
                  <a:pt x="4351020" y="267608"/>
                  <a:pt x="4349496" y="261322"/>
                  <a:pt x="4349496" y="254464"/>
                </a:cubicBezTo>
                <a:cubicBezTo>
                  <a:pt x="4349020" y="240272"/>
                  <a:pt x="4349496" y="220936"/>
                  <a:pt x="4348448" y="206839"/>
                </a:cubicBezTo>
                <a:cubicBezTo>
                  <a:pt x="4346829" y="190075"/>
                  <a:pt x="4340543" y="174359"/>
                  <a:pt x="4331113" y="165405"/>
                </a:cubicBezTo>
                <a:cubicBezTo>
                  <a:pt x="4326922" y="160738"/>
                  <a:pt x="4329017" y="163310"/>
                  <a:pt x="4325303" y="159119"/>
                </a:cubicBezTo>
                <a:cubicBezTo>
                  <a:pt x="4320635" y="154928"/>
                  <a:pt x="4313301" y="150737"/>
                  <a:pt x="4302824" y="152832"/>
                </a:cubicBezTo>
                <a:lnTo>
                  <a:pt x="4293394" y="153404"/>
                </a:lnTo>
                <a:lnTo>
                  <a:pt x="4286060" y="154451"/>
                </a:lnTo>
                <a:cubicBezTo>
                  <a:pt x="4280345" y="155023"/>
                  <a:pt x="4275582" y="157595"/>
                  <a:pt x="4268724" y="160738"/>
                </a:cubicBezTo>
                <a:cubicBezTo>
                  <a:pt x="4258818" y="169120"/>
                  <a:pt x="4248341" y="176454"/>
                  <a:pt x="4242054" y="187979"/>
                </a:cubicBezTo>
                <a:cubicBezTo>
                  <a:pt x="4237387" y="197981"/>
                  <a:pt x="4236815" y="208934"/>
                  <a:pt x="4234720" y="219983"/>
                </a:cubicBezTo>
                <a:cubicBezTo>
                  <a:pt x="4234148" y="221603"/>
                  <a:pt x="4233101" y="223127"/>
                  <a:pt x="4233101" y="225222"/>
                </a:cubicBezTo>
                <a:cubicBezTo>
                  <a:pt x="4225766" y="252940"/>
                  <a:pt x="4227862" y="282848"/>
                  <a:pt x="4227290" y="311138"/>
                </a:cubicBezTo>
                <a:cubicBezTo>
                  <a:pt x="4226814" y="317900"/>
                  <a:pt x="4228338" y="325330"/>
                  <a:pt x="4228338" y="333140"/>
                </a:cubicBezTo>
                <a:cubicBezTo>
                  <a:pt x="4228338" y="347809"/>
                  <a:pt x="4228815" y="358286"/>
                  <a:pt x="4229386" y="373526"/>
                </a:cubicBezTo>
                <a:lnTo>
                  <a:pt x="4229386" y="374098"/>
                </a:lnTo>
                <a:cubicBezTo>
                  <a:pt x="4212622" y="373050"/>
                  <a:pt x="4185380" y="369335"/>
                  <a:pt x="4169664" y="372002"/>
                </a:cubicBezTo>
                <a:lnTo>
                  <a:pt x="4169188" y="372002"/>
                </a:lnTo>
                <a:cubicBezTo>
                  <a:pt x="4168616" y="370955"/>
                  <a:pt x="4169188" y="369335"/>
                  <a:pt x="4168616" y="367335"/>
                </a:cubicBezTo>
                <a:cubicBezTo>
                  <a:pt x="4168616" y="366287"/>
                  <a:pt x="4166045" y="321806"/>
                  <a:pt x="4165473" y="308661"/>
                </a:cubicBezTo>
                <a:cubicBezTo>
                  <a:pt x="4164997" y="296088"/>
                  <a:pt x="4167569" y="283515"/>
                  <a:pt x="4164997" y="270942"/>
                </a:cubicBezTo>
                <a:cubicBezTo>
                  <a:pt x="4166045" y="261036"/>
                  <a:pt x="4166045" y="217983"/>
                  <a:pt x="4165473" y="176645"/>
                </a:cubicBezTo>
                <a:cubicBezTo>
                  <a:pt x="4164997" y="130544"/>
                  <a:pt x="4164425" y="83871"/>
                  <a:pt x="4163854" y="79775"/>
                </a:cubicBezTo>
                <a:cubicBezTo>
                  <a:pt x="4163378" y="71393"/>
                  <a:pt x="4164902" y="44628"/>
                  <a:pt x="4164902" y="44152"/>
                </a:cubicBezTo>
                <a:cubicBezTo>
                  <a:pt x="4164330" y="35294"/>
                  <a:pt x="4165949" y="23197"/>
                  <a:pt x="4165378" y="14815"/>
                </a:cubicBezTo>
                <a:lnTo>
                  <a:pt x="4165854" y="14815"/>
                </a:lnTo>
                <a:close/>
                <a:moveTo>
                  <a:pt x="4338162" y="375527"/>
                </a:moveTo>
                <a:cubicBezTo>
                  <a:pt x="4332923" y="384385"/>
                  <a:pt x="4341876" y="382861"/>
                  <a:pt x="4345496" y="382289"/>
                </a:cubicBezTo>
                <a:cubicBezTo>
                  <a:pt x="4356449" y="382861"/>
                  <a:pt x="4396835" y="384956"/>
                  <a:pt x="4402074" y="384956"/>
                </a:cubicBezTo>
                <a:cubicBezTo>
                  <a:pt x="4409980" y="384956"/>
                  <a:pt x="4417314" y="388671"/>
                  <a:pt x="4419886" y="378670"/>
                </a:cubicBezTo>
                <a:cubicBezTo>
                  <a:pt x="4421505" y="365525"/>
                  <a:pt x="4420457" y="350381"/>
                  <a:pt x="4420457" y="335712"/>
                </a:cubicBezTo>
                <a:cubicBezTo>
                  <a:pt x="4420934" y="324187"/>
                  <a:pt x="4421505" y="313709"/>
                  <a:pt x="4420457" y="304280"/>
                </a:cubicBezTo>
                <a:cubicBezTo>
                  <a:pt x="4418838" y="293802"/>
                  <a:pt x="4420457" y="280181"/>
                  <a:pt x="4418838" y="268180"/>
                </a:cubicBezTo>
                <a:cubicBezTo>
                  <a:pt x="4416743" y="253988"/>
                  <a:pt x="4417790" y="238367"/>
                  <a:pt x="4416266" y="223698"/>
                </a:cubicBezTo>
                <a:cubicBezTo>
                  <a:pt x="4415695" y="214268"/>
                  <a:pt x="4413599" y="205886"/>
                  <a:pt x="4413123" y="196933"/>
                </a:cubicBezTo>
                <a:cubicBezTo>
                  <a:pt x="4412075" y="181693"/>
                  <a:pt x="4411028" y="173406"/>
                  <a:pt x="4407884" y="161786"/>
                </a:cubicBezTo>
                <a:cubicBezTo>
                  <a:pt x="4407408" y="160262"/>
                  <a:pt x="4407408" y="158166"/>
                  <a:pt x="4406837" y="156071"/>
                </a:cubicBezTo>
                <a:lnTo>
                  <a:pt x="4405789" y="150260"/>
                </a:lnTo>
                <a:cubicBezTo>
                  <a:pt x="4403693" y="144545"/>
                  <a:pt x="4399979" y="139307"/>
                  <a:pt x="4396931" y="135020"/>
                </a:cubicBezTo>
                <a:cubicBezTo>
                  <a:pt x="4394835" y="131877"/>
                  <a:pt x="4395883" y="132925"/>
                  <a:pt x="4393216" y="128258"/>
                </a:cubicBezTo>
                <a:cubicBezTo>
                  <a:pt x="4389025" y="121971"/>
                  <a:pt x="4384834" y="116732"/>
                  <a:pt x="4379119" y="111494"/>
                </a:cubicBezTo>
                <a:cubicBezTo>
                  <a:pt x="4376452" y="108827"/>
                  <a:pt x="4377500" y="109874"/>
                  <a:pt x="4374356" y="106826"/>
                </a:cubicBezTo>
                <a:cubicBezTo>
                  <a:pt x="4369118" y="104159"/>
                  <a:pt x="4364450" y="102064"/>
                  <a:pt x="4357116" y="98921"/>
                </a:cubicBezTo>
                <a:lnTo>
                  <a:pt x="4353401" y="97873"/>
                </a:lnTo>
                <a:cubicBezTo>
                  <a:pt x="4350830" y="96825"/>
                  <a:pt x="4348163" y="96825"/>
                  <a:pt x="4345020" y="96825"/>
                </a:cubicBezTo>
                <a:lnTo>
                  <a:pt x="4341305" y="96825"/>
                </a:lnTo>
                <a:cubicBezTo>
                  <a:pt x="4340257" y="96825"/>
                  <a:pt x="4338733" y="96825"/>
                  <a:pt x="4336638" y="96254"/>
                </a:cubicBezTo>
                <a:lnTo>
                  <a:pt x="4333494" y="95682"/>
                </a:lnTo>
                <a:lnTo>
                  <a:pt x="4330351" y="95682"/>
                </a:lnTo>
                <a:lnTo>
                  <a:pt x="4325684" y="96254"/>
                </a:lnTo>
                <a:cubicBezTo>
                  <a:pt x="4323112" y="96825"/>
                  <a:pt x="4320445" y="97301"/>
                  <a:pt x="4316825" y="96825"/>
                </a:cubicBezTo>
                <a:cubicBezTo>
                  <a:pt x="4311587" y="97397"/>
                  <a:pt x="4306348" y="98444"/>
                  <a:pt x="4301109" y="98921"/>
                </a:cubicBezTo>
                <a:cubicBezTo>
                  <a:pt x="4299014" y="98921"/>
                  <a:pt x="4296918" y="99492"/>
                  <a:pt x="4294823" y="99968"/>
                </a:cubicBezTo>
                <a:lnTo>
                  <a:pt x="4288060" y="102635"/>
                </a:lnTo>
                <a:cubicBezTo>
                  <a:pt x="4280726" y="105302"/>
                  <a:pt x="4277582" y="104731"/>
                  <a:pt x="4271772" y="111494"/>
                </a:cubicBezTo>
                <a:cubicBezTo>
                  <a:pt x="4270724" y="112065"/>
                  <a:pt x="4269200" y="112541"/>
                  <a:pt x="4268153" y="113589"/>
                </a:cubicBezTo>
                <a:lnTo>
                  <a:pt x="4263962" y="116732"/>
                </a:lnTo>
                <a:cubicBezTo>
                  <a:pt x="4261390" y="118828"/>
                  <a:pt x="4258723" y="120923"/>
                  <a:pt x="4253008" y="123495"/>
                </a:cubicBezTo>
                <a:cubicBezTo>
                  <a:pt x="4248341" y="128258"/>
                  <a:pt x="4244626" y="132925"/>
                  <a:pt x="4240435" y="136640"/>
                </a:cubicBezTo>
                <a:lnTo>
                  <a:pt x="4240435" y="133496"/>
                </a:lnTo>
                <a:cubicBezTo>
                  <a:pt x="4240435" y="132449"/>
                  <a:pt x="4240435" y="131401"/>
                  <a:pt x="4240911" y="129305"/>
                </a:cubicBezTo>
                <a:cubicBezTo>
                  <a:pt x="4240911" y="129305"/>
                  <a:pt x="4241483" y="126638"/>
                  <a:pt x="4241483" y="126162"/>
                </a:cubicBezTo>
                <a:cubicBezTo>
                  <a:pt x="4239864" y="115685"/>
                  <a:pt x="4243578" y="105207"/>
                  <a:pt x="4241483" y="94253"/>
                </a:cubicBezTo>
                <a:cubicBezTo>
                  <a:pt x="4242531" y="84824"/>
                  <a:pt x="4241959" y="75870"/>
                  <a:pt x="4241959" y="67488"/>
                </a:cubicBezTo>
                <a:cubicBezTo>
                  <a:pt x="4241483" y="60630"/>
                  <a:pt x="4241959" y="53296"/>
                  <a:pt x="4241959" y="47581"/>
                </a:cubicBezTo>
                <a:cubicBezTo>
                  <a:pt x="4241483" y="41866"/>
                  <a:pt x="4241959" y="35579"/>
                  <a:pt x="4241483" y="30245"/>
                </a:cubicBezTo>
                <a:cubicBezTo>
                  <a:pt x="4240911" y="26054"/>
                  <a:pt x="4240911" y="5671"/>
                  <a:pt x="4232529" y="7195"/>
                </a:cubicBezTo>
                <a:cubicBezTo>
                  <a:pt x="4228910" y="7766"/>
                  <a:pt x="4214717" y="7195"/>
                  <a:pt x="4201097" y="6147"/>
                </a:cubicBezTo>
                <a:cubicBezTo>
                  <a:pt x="4179570" y="4528"/>
                  <a:pt x="4188524" y="5099"/>
                  <a:pt x="4175951" y="4528"/>
                </a:cubicBezTo>
                <a:lnTo>
                  <a:pt x="4165949" y="4528"/>
                </a:lnTo>
                <a:cubicBezTo>
                  <a:pt x="4159187" y="5099"/>
                  <a:pt x="4154996" y="6623"/>
                  <a:pt x="4155948" y="14529"/>
                </a:cubicBezTo>
                <a:cubicBezTo>
                  <a:pt x="4156520" y="22340"/>
                  <a:pt x="4154900" y="34913"/>
                  <a:pt x="4155472" y="44342"/>
                </a:cubicBezTo>
                <a:cubicBezTo>
                  <a:pt x="4155472" y="44342"/>
                  <a:pt x="4153853" y="71584"/>
                  <a:pt x="4154424" y="79966"/>
                </a:cubicBezTo>
                <a:cubicBezTo>
                  <a:pt x="4155948" y="98254"/>
                  <a:pt x="4156996" y="265418"/>
                  <a:pt x="4155948" y="269609"/>
                </a:cubicBezTo>
                <a:lnTo>
                  <a:pt x="4155472" y="272276"/>
                </a:lnTo>
                <a:cubicBezTo>
                  <a:pt x="4158615" y="284277"/>
                  <a:pt x="4155472" y="296850"/>
                  <a:pt x="4155948" y="308375"/>
                </a:cubicBezTo>
                <a:cubicBezTo>
                  <a:pt x="4156520" y="329807"/>
                  <a:pt x="4157567" y="352381"/>
                  <a:pt x="4159091" y="375908"/>
                </a:cubicBezTo>
                <a:cubicBezTo>
                  <a:pt x="4159568" y="381146"/>
                  <a:pt x="4163282" y="383813"/>
                  <a:pt x="4168521" y="381718"/>
                </a:cubicBezTo>
                <a:cubicBezTo>
                  <a:pt x="4185857" y="380099"/>
                  <a:pt x="4214146" y="382766"/>
                  <a:pt x="4231863" y="383813"/>
                </a:cubicBezTo>
                <a:cubicBezTo>
                  <a:pt x="4239768" y="384861"/>
                  <a:pt x="4242340" y="383242"/>
                  <a:pt x="4239768" y="375431"/>
                </a:cubicBezTo>
                <a:cubicBezTo>
                  <a:pt x="4239292" y="362287"/>
                  <a:pt x="4238721" y="347142"/>
                  <a:pt x="4238721" y="332950"/>
                </a:cubicBezTo>
                <a:cubicBezTo>
                  <a:pt x="4238721" y="325139"/>
                  <a:pt x="4237197" y="317710"/>
                  <a:pt x="4237673" y="311519"/>
                </a:cubicBezTo>
                <a:cubicBezTo>
                  <a:pt x="4238149" y="283706"/>
                  <a:pt x="4236054" y="254369"/>
                  <a:pt x="4243388" y="226651"/>
                </a:cubicBezTo>
                <a:cubicBezTo>
                  <a:pt x="4243388" y="226079"/>
                  <a:pt x="4243388" y="225603"/>
                  <a:pt x="4245007" y="222460"/>
                </a:cubicBezTo>
                <a:cubicBezTo>
                  <a:pt x="4246626" y="212554"/>
                  <a:pt x="4247103" y="201505"/>
                  <a:pt x="4251770" y="192551"/>
                </a:cubicBezTo>
                <a:cubicBezTo>
                  <a:pt x="4256437" y="182645"/>
                  <a:pt x="4266438" y="175787"/>
                  <a:pt x="4274820" y="168453"/>
                </a:cubicBezTo>
                <a:cubicBezTo>
                  <a:pt x="4279011" y="166834"/>
                  <a:pt x="4282631" y="164738"/>
                  <a:pt x="4287393" y="164262"/>
                </a:cubicBezTo>
                <a:lnTo>
                  <a:pt x="4294156" y="163214"/>
                </a:lnTo>
                <a:lnTo>
                  <a:pt x="4304633" y="162643"/>
                </a:lnTo>
                <a:cubicBezTo>
                  <a:pt x="4310920" y="161024"/>
                  <a:pt x="4315587" y="163691"/>
                  <a:pt x="4318731" y="166358"/>
                </a:cubicBezTo>
                <a:cubicBezTo>
                  <a:pt x="4319778" y="167405"/>
                  <a:pt x="4323398" y="171596"/>
                  <a:pt x="4324541" y="172168"/>
                </a:cubicBezTo>
                <a:cubicBezTo>
                  <a:pt x="4331304" y="179502"/>
                  <a:pt x="4337114" y="192551"/>
                  <a:pt x="4338638" y="207220"/>
                </a:cubicBezTo>
                <a:cubicBezTo>
                  <a:pt x="4339685" y="221412"/>
                  <a:pt x="4339114" y="240748"/>
                  <a:pt x="4339685" y="254845"/>
                </a:cubicBezTo>
                <a:cubicBezTo>
                  <a:pt x="4339685" y="260655"/>
                  <a:pt x="4341209" y="266370"/>
                  <a:pt x="4340733" y="271609"/>
                </a:cubicBezTo>
                <a:cubicBezTo>
                  <a:pt x="4339685" y="276371"/>
                  <a:pt x="4339685" y="295136"/>
                  <a:pt x="4340733" y="303518"/>
                </a:cubicBezTo>
                <a:cubicBezTo>
                  <a:pt x="4340733" y="327140"/>
                  <a:pt x="4338638" y="350666"/>
                  <a:pt x="4338638" y="374288"/>
                </a:cubicBezTo>
                <a:lnTo>
                  <a:pt x="4338162" y="375336"/>
                </a:lnTo>
                <a:close/>
                <a:moveTo>
                  <a:pt x="4017074" y="371336"/>
                </a:moveTo>
                <a:cubicBezTo>
                  <a:pt x="4016502" y="367145"/>
                  <a:pt x="4017074" y="362477"/>
                  <a:pt x="4017550" y="357715"/>
                </a:cubicBezTo>
                <a:cubicBezTo>
                  <a:pt x="4018026" y="352476"/>
                  <a:pt x="4020693" y="209982"/>
                  <a:pt x="4021741" y="194266"/>
                </a:cubicBezTo>
                <a:cubicBezTo>
                  <a:pt x="4024313" y="140259"/>
                  <a:pt x="4016502" y="85776"/>
                  <a:pt x="4020122" y="31865"/>
                </a:cubicBezTo>
                <a:cubicBezTo>
                  <a:pt x="4020598" y="26626"/>
                  <a:pt x="4021741" y="21387"/>
                  <a:pt x="4021170" y="16148"/>
                </a:cubicBezTo>
                <a:lnTo>
                  <a:pt x="4028980" y="16148"/>
                </a:lnTo>
                <a:cubicBezTo>
                  <a:pt x="4040505" y="16148"/>
                  <a:pt x="4080320" y="15101"/>
                  <a:pt x="4082415" y="14529"/>
                </a:cubicBezTo>
                <a:lnTo>
                  <a:pt x="4082891" y="15101"/>
                </a:lnTo>
                <a:cubicBezTo>
                  <a:pt x="4083368" y="15672"/>
                  <a:pt x="4083368" y="18244"/>
                  <a:pt x="4083368" y="19768"/>
                </a:cubicBezTo>
                <a:cubicBezTo>
                  <a:pt x="4080796" y="32341"/>
                  <a:pt x="4083844" y="46533"/>
                  <a:pt x="4083844" y="59582"/>
                </a:cubicBezTo>
                <a:cubicBezTo>
                  <a:pt x="4083844" y="69488"/>
                  <a:pt x="4086987" y="225698"/>
                  <a:pt x="4086987" y="234080"/>
                </a:cubicBezTo>
                <a:cubicBezTo>
                  <a:pt x="4086511" y="241415"/>
                  <a:pt x="4085939" y="331997"/>
                  <a:pt x="4086987" y="341999"/>
                </a:cubicBezTo>
                <a:cubicBezTo>
                  <a:pt x="4088035" y="351428"/>
                  <a:pt x="4089083" y="360858"/>
                  <a:pt x="4089559" y="368192"/>
                </a:cubicBezTo>
                <a:lnTo>
                  <a:pt x="4089559" y="371812"/>
                </a:lnTo>
                <a:cubicBezTo>
                  <a:pt x="4065461" y="371812"/>
                  <a:pt x="4040886" y="369145"/>
                  <a:pt x="4016788" y="372383"/>
                </a:cubicBezTo>
                <a:lnTo>
                  <a:pt x="4016788" y="371336"/>
                </a:lnTo>
                <a:close/>
                <a:moveTo>
                  <a:pt x="4097179" y="340951"/>
                </a:moveTo>
                <a:cubicBezTo>
                  <a:pt x="4096131" y="330950"/>
                  <a:pt x="4096703" y="239795"/>
                  <a:pt x="4097179" y="234080"/>
                </a:cubicBezTo>
                <a:cubicBezTo>
                  <a:pt x="4097179" y="225698"/>
                  <a:pt x="4094036" y="69107"/>
                  <a:pt x="4094036" y="59106"/>
                </a:cubicBezTo>
                <a:cubicBezTo>
                  <a:pt x="4094036" y="47105"/>
                  <a:pt x="4091464" y="32912"/>
                  <a:pt x="4094036" y="20339"/>
                </a:cubicBezTo>
                <a:cubicBezTo>
                  <a:pt x="4094036" y="18720"/>
                  <a:pt x="4094512" y="17196"/>
                  <a:pt x="4094512" y="15101"/>
                </a:cubicBezTo>
                <a:cubicBezTo>
                  <a:pt x="4095560" y="10910"/>
                  <a:pt x="4098227" y="2528"/>
                  <a:pt x="4089845" y="4623"/>
                </a:cubicBezTo>
                <a:cubicBezTo>
                  <a:pt x="4083558" y="5671"/>
                  <a:pt x="4078891" y="5671"/>
                  <a:pt x="4074128" y="5195"/>
                </a:cubicBezTo>
                <a:cubicBezTo>
                  <a:pt x="4071557" y="5195"/>
                  <a:pt x="4034314" y="6242"/>
                  <a:pt x="4029075" y="6242"/>
                </a:cubicBezTo>
                <a:cubicBezTo>
                  <a:pt x="4024884" y="6242"/>
                  <a:pt x="4008691" y="3575"/>
                  <a:pt x="4010787" y="12529"/>
                </a:cubicBezTo>
                <a:cubicBezTo>
                  <a:pt x="4012311" y="18815"/>
                  <a:pt x="4010787" y="25102"/>
                  <a:pt x="4010216" y="31388"/>
                </a:cubicBezTo>
                <a:cubicBezTo>
                  <a:pt x="4009168" y="46628"/>
                  <a:pt x="4008691" y="73870"/>
                  <a:pt x="4009739" y="87491"/>
                </a:cubicBezTo>
                <a:cubicBezTo>
                  <a:pt x="4010216" y="95873"/>
                  <a:pt x="4012883" y="174454"/>
                  <a:pt x="4011835" y="193313"/>
                </a:cubicBezTo>
                <a:cubicBezTo>
                  <a:pt x="4010787" y="209601"/>
                  <a:pt x="4008215" y="351524"/>
                  <a:pt x="4007644" y="356762"/>
                </a:cubicBezTo>
                <a:cubicBezTo>
                  <a:pt x="4007168" y="362001"/>
                  <a:pt x="4006596" y="367811"/>
                  <a:pt x="4007168" y="372479"/>
                </a:cubicBezTo>
                <a:lnTo>
                  <a:pt x="4006691" y="374574"/>
                </a:lnTo>
                <a:lnTo>
                  <a:pt x="4006215" y="377717"/>
                </a:lnTo>
                <a:cubicBezTo>
                  <a:pt x="4005644" y="381908"/>
                  <a:pt x="4007739" y="384575"/>
                  <a:pt x="4011930" y="383432"/>
                </a:cubicBezTo>
                <a:cubicBezTo>
                  <a:pt x="4039172" y="378765"/>
                  <a:pt x="4067461" y="382385"/>
                  <a:pt x="4095179" y="381908"/>
                </a:cubicBezTo>
                <a:cubicBezTo>
                  <a:pt x="4097274" y="381908"/>
                  <a:pt x="4099941" y="379241"/>
                  <a:pt x="4099941" y="377146"/>
                </a:cubicBezTo>
                <a:cubicBezTo>
                  <a:pt x="4100989" y="365144"/>
                  <a:pt x="4098322" y="352571"/>
                  <a:pt x="4097274" y="341046"/>
                </a:cubicBezTo>
                <a:moveTo>
                  <a:pt x="3655695" y="372955"/>
                </a:moveTo>
                <a:cubicBezTo>
                  <a:pt x="3655695" y="372955"/>
                  <a:pt x="3654647" y="373526"/>
                  <a:pt x="3655219" y="372955"/>
                </a:cubicBezTo>
                <a:lnTo>
                  <a:pt x="3656266" y="368288"/>
                </a:lnTo>
                <a:cubicBezTo>
                  <a:pt x="3656266" y="365621"/>
                  <a:pt x="3656743" y="363049"/>
                  <a:pt x="3656266" y="360382"/>
                </a:cubicBezTo>
                <a:cubicBezTo>
                  <a:pt x="3656266" y="342094"/>
                  <a:pt x="3656743" y="322663"/>
                  <a:pt x="3655790" y="304280"/>
                </a:cubicBezTo>
                <a:cubicBezTo>
                  <a:pt x="3655314" y="295898"/>
                  <a:pt x="3656266" y="238843"/>
                  <a:pt x="3656266" y="238843"/>
                </a:cubicBezTo>
                <a:lnTo>
                  <a:pt x="3656266" y="207887"/>
                </a:lnTo>
                <a:lnTo>
                  <a:pt x="3656743" y="204172"/>
                </a:lnTo>
                <a:cubicBezTo>
                  <a:pt x="3656743" y="201505"/>
                  <a:pt x="3657219" y="197885"/>
                  <a:pt x="3657219" y="193218"/>
                </a:cubicBezTo>
                <a:cubicBezTo>
                  <a:pt x="3658267" y="165977"/>
                  <a:pt x="3659886" y="142926"/>
                  <a:pt x="3657219" y="115685"/>
                </a:cubicBezTo>
                <a:lnTo>
                  <a:pt x="3679793" y="117304"/>
                </a:lnTo>
                <a:lnTo>
                  <a:pt x="3681889" y="117875"/>
                </a:lnTo>
                <a:lnTo>
                  <a:pt x="3714369" y="117875"/>
                </a:lnTo>
                <a:cubicBezTo>
                  <a:pt x="3715417" y="125686"/>
                  <a:pt x="3715893" y="133592"/>
                  <a:pt x="3715417" y="143021"/>
                </a:cubicBezTo>
                <a:cubicBezTo>
                  <a:pt x="3715417" y="150356"/>
                  <a:pt x="3721703" y="155023"/>
                  <a:pt x="3728561" y="151880"/>
                </a:cubicBezTo>
                <a:cubicBezTo>
                  <a:pt x="3733229" y="149784"/>
                  <a:pt x="3736467" y="146641"/>
                  <a:pt x="3740087" y="143498"/>
                </a:cubicBezTo>
                <a:lnTo>
                  <a:pt x="3743801" y="140354"/>
                </a:lnTo>
                <a:cubicBezTo>
                  <a:pt x="3746945" y="136163"/>
                  <a:pt x="3749040" y="135116"/>
                  <a:pt x="3754279" y="131496"/>
                </a:cubicBezTo>
                <a:lnTo>
                  <a:pt x="3761613" y="123590"/>
                </a:lnTo>
                <a:lnTo>
                  <a:pt x="3767423" y="119399"/>
                </a:lnTo>
                <a:cubicBezTo>
                  <a:pt x="3769043" y="117780"/>
                  <a:pt x="3770566" y="116732"/>
                  <a:pt x="3773710" y="116256"/>
                </a:cubicBezTo>
                <a:cubicBezTo>
                  <a:pt x="3778377" y="115208"/>
                  <a:pt x="3779996" y="112541"/>
                  <a:pt x="3786283" y="112541"/>
                </a:cubicBezTo>
                <a:cubicBezTo>
                  <a:pt x="3789903" y="111970"/>
                  <a:pt x="3793617" y="111494"/>
                  <a:pt x="3797237" y="110922"/>
                </a:cubicBezTo>
                <a:lnTo>
                  <a:pt x="3802475" y="109874"/>
                </a:lnTo>
                <a:lnTo>
                  <a:pt x="3805619" y="110446"/>
                </a:lnTo>
                <a:lnTo>
                  <a:pt x="3808762" y="112541"/>
                </a:lnTo>
                <a:cubicBezTo>
                  <a:pt x="3807714" y="120923"/>
                  <a:pt x="3805619" y="128829"/>
                  <a:pt x="3806666" y="138164"/>
                </a:cubicBezTo>
                <a:cubicBezTo>
                  <a:pt x="3806666" y="140259"/>
                  <a:pt x="3807714" y="143402"/>
                  <a:pt x="3807714" y="145498"/>
                </a:cubicBezTo>
                <a:cubicBezTo>
                  <a:pt x="3807714" y="153308"/>
                  <a:pt x="3810381" y="160166"/>
                  <a:pt x="3810381" y="167501"/>
                </a:cubicBezTo>
                <a:cubicBezTo>
                  <a:pt x="3807238" y="166929"/>
                  <a:pt x="3803523" y="166929"/>
                  <a:pt x="3800380" y="168072"/>
                </a:cubicBezTo>
                <a:lnTo>
                  <a:pt x="3793046" y="169120"/>
                </a:lnTo>
                <a:lnTo>
                  <a:pt x="3790379" y="168548"/>
                </a:lnTo>
                <a:cubicBezTo>
                  <a:pt x="3772567" y="170168"/>
                  <a:pt x="3753707" y="174263"/>
                  <a:pt x="3740658" y="186360"/>
                </a:cubicBezTo>
                <a:cubicBezTo>
                  <a:pt x="3739039" y="188456"/>
                  <a:pt x="3737515" y="191027"/>
                  <a:pt x="3736467" y="192075"/>
                </a:cubicBezTo>
                <a:lnTo>
                  <a:pt x="3734372" y="195790"/>
                </a:lnTo>
                <a:lnTo>
                  <a:pt x="3732753" y="197885"/>
                </a:lnTo>
                <a:cubicBezTo>
                  <a:pt x="3730657" y="199505"/>
                  <a:pt x="3729038" y="201029"/>
                  <a:pt x="3728085" y="203124"/>
                </a:cubicBezTo>
                <a:cubicBezTo>
                  <a:pt x="3727037" y="205220"/>
                  <a:pt x="3726466" y="206839"/>
                  <a:pt x="3725513" y="210458"/>
                </a:cubicBezTo>
                <a:lnTo>
                  <a:pt x="3723894" y="213030"/>
                </a:lnTo>
                <a:lnTo>
                  <a:pt x="3722275" y="219317"/>
                </a:lnTo>
                <a:lnTo>
                  <a:pt x="3721799" y="223508"/>
                </a:lnTo>
                <a:lnTo>
                  <a:pt x="3720179" y="228746"/>
                </a:lnTo>
                <a:lnTo>
                  <a:pt x="3719703" y="230842"/>
                </a:lnTo>
                <a:cubicBezTo>
                  <a:pt x="3718655" y="236652"/>
                  <a:pt x="3717608" y="242843"/>
                  <a:pt x="3715988" y="249701"/>
                </a:cubicBezTo>
                <a:lnTo>
                  <a:pt x="3714941" y="263322"/>
                </a:lnTo>
                <a:lnTo>
                  <a:pt x="3713893" y="289516"/>
                </a:lnTo>
                <a:cubicBezTo>
                  <a:pt x="3713893" y="303137"/>
                  <a:pt x="3713416" y="310947"/>
                  <a:pt x="3713416" y="324568"/>
                </a:cubicBezTo>
                <a:cubicBezTo>
                  <a:pt x="3713416" y="333426"/>
                  <a:pt x="3712940" y="340284"/>
                  <a:pt x="3713416" y="347047"/>
                </a:cubicBezTo>
                <a:lnTo>
                  <a:pt x="3715036" y="355905"/>
                </a:lnTo>
                <a:cubicBezTo>
                  <a:pt x="3715036" y="359048"/>
                  <a:pt x="3715512" y="362763"/>
                  <a:pt x="3715036" y="365906"/>
                </a:cubicBezTo>
                <a:cubicBezTo>
                  <a:pt x="3715036" y="368002"/>
                  <a:pt x="3714560" y="370097"/>
                  <a:pt x="3714560" y="372193"/>
                </a:cubicBezTo>
                <a:cubicBezTo>
                  <a:pt x="3694081" y="371145"/>
                  <a:pt x="3675793" y="374860"/>
                  <a:pt x="3655886" y="372764"/>
                </a:cubicBezTo>
                <a:moveTo>
                  <a:pt x="3646456" y="365906"/>
                </a:moveTo>
                <a:cubicBezTo>
                  <a:pt x="3644932" y="366954"/>
                  <a:pt x="3643884" y="370097"/>
                  <a:pt x="3644932" y="375336"/>
                </a:cubicBezTo>
                <a:lnTo>
                  <a:pt x="3645980" y="378479"/>
                </a:lnTo>
                <a:cubicBezTo>
                  <a:pt x="3645980" y="379527"/>
                  <a:pt x="3648551" y="382099"/>
                  <a:pt x="3649695" y="382099"/>
                </a:cubicBezTo>
                <a:cubicBezTo>
                  <a:pt x="3665411" y="385242"/>
                  <a:pt x="3683222" y="383147"/>
                  <a:pt x="3698939" y="382099"/>
                </a:cubicBezTo>
                <a:cubicBezTo>
                  <a:pt x="3711035" y="381051"/>
                  <a:pt x="3726752" y="387338"/>
                  <a:pt x="3724085" y="374288"/>
                </a:cubicBezTo>
                <a:cubicBezTo>
                  <a:pt x="3724561" y="371621"/>
                  <a:pt x="3725132" y="369050"/>
                  <a:pt x="3725132" y="366383"/>
                </a:cubicBezTo>
                <a:cubicBezTo>
                  <a:pt x="3725704" y="362192"/>
                  <a:pt x="3725132" y="358477"/>
                  <a:pt x="3725132" y="354857"/>
                </a:cubicBezTo>
                <a:lnTo>
                  <a:pt x="3723608" y="345904"/>
                </a:lnTo>
                <a:cubicBezTo>
                  <a:pt x="3723037" y="339141"/>
                  <a:pt x="3723608" y="332759"/>
                  <a:pt x="3723608" y="324949"/>
                </a:cubicBezTo>
                <a:cubicBezTo>
                  <a:pt x="3724085" y="310757"/>
                  <a:pt x="3724085" y="303422"/>
                  <a:pt x="3724656" y="289325"/>
                </a:cubicBezTo>
                <a:lnTo>
                  <a:pt x="3725132" y="263703"/>
                </a:lnTo>
                <a:lnTo>
                  <a:pt x="3726180" y="251130"/>
                </a:lnTo>
                <a:cubicBezTo>
                  <a:pt x="3727799" y="246368"/>
                  <a:pt x="3728276" y="243796"/>
                  <a:pt x="3728752" y="239033"/>
                </a:cubicBezTo>
                <a:lnTo>
                  <a:pt x="3729228" y="232271"/>
                </a:lnTo>
                <a:lnTo>
                  <a:pt x="3730276" y="230651"/>
                </a:lnTo>
                <a:lnTo>
                  <a:pt x="3732371" y="224936"/>
                </a:lnTo>
                <a:lnTo>
                  <a:pt x="3732371" y="220174"/>
                </a:lnTo>
                <a:lnTo>
                  <a:pt x="3734943" y="214935"/>
                </a:lnTo>
                <a:lnTo>
                  <a:pt x="3735991" y="212840"/>
                </a:lnTo>
                <a:lnTo>
                  <a:pt x="3736562" y="209696"/>
                </a:lnTo>
                <a:lnTo>
                  <a:pt x="3737039" y="207601"/>
                </a:lnTo>
                <a:lnTo>
                  <a:pt x="3739610" y="204458"/>
                </a:lnTo>
                <a:lnTo>
                  <a:pt x="3742754" y="201314"/>
                </a:lnTo>
                <a:lnTo>
                  <a:pt x="3744278" y="199219"/>
                </a:lnTo>
                <a:lnTo>
                  <a:pt x="3745325" y="197123"/>
                </a:lnTo>
                <a:cubicBezTo>
                  <a:pt x="3746373" y="195504"/>
                  <a:pt x="3746945" y="194456"/>
                  <a:pt x="3747897" y="193409"/>
                </a:cubicBezTo>
                <a:cubicBezTo>
                  <a:pt x="3757898" y="183979"/>
                  <a:pt x="3773043" y="180264"/>
                  <a:pt x="3791903" y="178740"/>
                </a:cubicBezTo>
                <a:lnTo>
                  <a:pt x="3796570" y="178740"/>
                </a:lnTo>
                <a:lnTo>
                  <a:pt x="3802380" y="177121"/>
                </a:lnTo>
                <a:cubicBezTo>
                  <a:pt x="3805523" y="176549"/>
                  <a:pt x="3808190" y="176549"/>
                  <a:pt x="3810762" y="177121"/>
                </a:cubicBezTo>
                <a:lnTo>
                  <a:pt x="3813334" y="177692"/>
                </a:lnTo>
                <a:cubicBezTo>
                  <a:pt x="3822192" y="178264"/>
                  <a:pt x="3820668" y="173025"/>
                  <a:pt x="3820668" y="166739"/>
                </a:cubicBezTo>
                <a:cubicBezTo>
                  <a:pt x="3820668" y="159976"/>
                  <a:pt x="3818096" y="153118"/>
                  <a:pt x="3818096" y="145307"/>
                </a:cubicBezTo>
                <a:cubicBezTo>
                  <a:pt x="3818096" y="142640"/>
                  <a:pt x="3817049" y="139497"/>
                  <a:pt x="3816477" y="136925"/>
                </a:cubicBezTo>
                <a:cubicBezTo>
                  <a:pt x="3815429" y="124924"/>
                  <a:pt x="3825907" y="100826"/>
                  <a:pt x="3810762" y="100826"/>
                </a:cubicBezTo>
                <a:cubicBezTo>
                  <a:pt x="3809714" y="100826"/>
                  <a:pt x="3808190" y="100826"/>
                  <a:pt x="3807047" y="100254"/>
                </a:cubicBezTo>
                <a:lnTo>
                  <a:pt x="3803904" y="99683"/>
                </a:lnTo>
                <a:cubicBezTo>
                  <a:pt x="3802285" y="99683"/>
                  <a:pt x="3801237" y="99683"/>
                  <a:pt x="3799713" y="100254"/>
                </a:cubicBezTo>
                <a:lnTo>
                  <a:pt x="3795522" y="100826"/>
                </a:lnTo>
                <a:cubicBezTo>
                  <a:pt x="3792379" y="101397"/>
                  <a:pt x="3789236" y="101873"/>
                  <a:pt x="3786092" y="101873"/>
                </a:cubicBezTo>
                <a:cubicBezTo>
                  <a:pt x="3779806" y="101873"/>
                  <a:pt x="3776091" y="103969"/>
                  <a:pt x="3770853" y="106064"/>
                </a:cubicBezTo>
                <a:lnTo>
                  <a:pt x="3768757" y="106064"/>
                </a:lnTo>
                <a:cubicBezTo>
                  <a:pt x="3766090" y="107684"/>
                  <a:pt x="3763518" y="109208"/>
                  <a:pt x="3761423" y="110732"/>
                </a:cubicBezTo>
                <a:lnTo>
                  <a:pt x="3754660" y="115970"/>
                </a:lnTo>
                <a:lnTo>
                  <a:pt x="3747326" y="123781"/>
                </a:lnTo>
                <a:cubicBezTo>
                  <a:pt x="3742087" y="127496"/>
                  <a:pt x="3739991" y="128543"/>
                  <a:pt x="3736372" y="133211"/>
                </a:cubicBezTo>
                <a:lnTo>
                  <a:pt x="3733800" y="135306"/>
                </a:lnTo>
                <a:cubicBezTo>
                  <a:pt x="3731133" y="137973"/>
                  <a:pt x="3728561" y="140069"/>
                  <a:pt x="3725895" y="141593"/>
                </a:cubicBezTo>
                <a:cubicBezTo>
                  <a:pt x="3725895" y="130639"/>
                  <a:pt x="3725418" y="121209"/>
                  <a:pt x="3723799" y="111684"/>
                </a:cubicBezTo>
                <a:cubicBezTo>
                  <a:pt x="3722751" y="102254"/>
                  <a:pt x="3689223" y="110065"/>
                  <a:pt x="3681413" y="107017"/>
                </a:cubicBezTo>
                <a:lnTo>
                  <a:pt x="3678746" y="107017"/>
                </a:lnTo>
                <a:cubicBezTo>
                  <a:pt x="3673031" y="107588"/>
                  <a:pt x="3645789" y="100730"/>
                  <a:pt x="3646837" y="111208"/>
                </a:cubicBezTo>
                <a:cubicBezTo>
                  <a:pt x="3647885" y="121209"/>
                  <a:pt x="3647885" y="142164"/>
                  <a:pt x="3647885" y="161500"/>
                </a:cubicBezTo>
                <a:cubicBezTo>
                  <a:pt x="3647885" y="175121"/>
                  <a:pt x="3647885" y="188741"/>
                  <a:pt x="3646837" y="202362"/>
                </a:cubicBezTo>
                <a:lnTo>
                  <a:pt x="3645789" y="207601"/>
                </a:lnTo>
                <a:cubicBezTo>
                  <a:pt x="3646265" y="212363"/>
                  <a:pt x="3646265" y="225889"/>
                  <a:pt x="3646265" y="238557"/>
                </a:cubicBezTo>
                <a:cubicBezTo>
                  <a:pt x="3645218" y="279419"/>
                  <a:pt x="3646265" y="320282"/>
                  <a:pt x="3646265" y="360572"/>
                </a:cubicBezTo>
                <a:cubicBezTo>
                  <a:pt x="3646837" y="362668"/>
                  <a:pt x="3646265" y="364763"/>
                  <a:pt x="3646265" y="365811"/>
                </a:cubicBezTo>
                <a:moveTo>
                  <a:pt x="3529489" y="373717"/>
                </a:moveTo>
                <a:cubicBezTo>
                  <a:pt x="3529965" y="367430"/>
                  <a:pt x="3530537" y="361715"/>
                  <a:pt x="3529965" y="355429"/>
                </a:cubicBezTo>
                <a:cubicBezTo>
                  <a:pt x="3529489" y="351714"/>
                  <a:pt x="3525774" y="347047"/>
                  <a:pt x="3521107" y="349142"/>
                </a:cubicBezTo>
                <a:cubicBezTo>
                  <a:pt x="3497485" y="362287"/>
                  <a:pt x="3474530" y="380003"/>
                  <a:pt x="3445669" y="380575"/>
                </a:cubicBezTo>
                <a:lnTo>
                  <a:pt x="3438335" y="379527"/>
                </a:lnTo>
                <a:cubicBezTo>
                  <a:pt x="3431572" y="379527"/>
                  <a:pt x="3425190" y="376860"/>
                  <a:pt x="3418428" y="376384"/>
                </a:cubicBezTo>
                <a:cubicBezTo>
                  <a:pt x="3411093" y="375336"/>
                  <a:pt x="3402711" y="375812"/>
                  <a:pt x="3395948" y="373812"/>
                </a:cubicBezTo>
                <a:cubicBezTo>
                  <a:pt x="3391757" y="372764"/>
                  <a:pt x="3384423" y="368573"/>
                  <a:pt x="3380708" y="365430"/>
                </a:cubicBezTo>
                <a:lnTo>
                  <a:pt x="3377565" y="361811"/>
                </a:lnTo>
                <a:cubicBezTo>
                  <a:pt x="3372898" y="358096"/>
                  <a:pt x="3370231" y="356000"/>
                  <a:pt x="3368135" y="354000"/>
                </a:cubicBezTo>
                <a:cubicBezTo>
                  <a:pt x="3365564" y="351905"/>
                  <a:pt x="3364421" y="348190"/>
                  <a:pt x="3361373" y="346094"/>
                </a:cubicBezTo>
                <a:cubicBezTo>
                  <a:pt x="3360325" y="343427"/>
                  <a:pt x="3359753" y="341427"/>
                  <a:pt x="3358801" y="339332"/>
                </a:cubicBezTo>
                <a:lnTo>
                  <a:pt x="3355658" y="332474"/>
                </a:lnTo>
                <a:cubicBezTo>
                  <a:pt x="3353562" y="328854"/>
                  <a:pt x="3352038" y="325711"/>
                  <a:pt x="3351466" y="322568"/>
                </a:cubicBezTo>
                <a:cubicBezTo>
                  <a:pt x="3351466" y="320948"/>
                  <a:pt x="3351466" y="318853"/>
                  <a:pt x="3350990" y="316757"/>
                </a:cubicBezTo>
                <a:lnTo>
                  <a:pt x="3348895" y="309995"/>
                </a:lnTo>
                <a:cubicBezTo>
                  <a:pt x="3348419" y="305804"/>
                  <a:pt x="3348419" y="300565"/>
                  <a:pt x="3348419" y="296374"/>
                </a:cubicBezTo>
                <a:cubicBezTo>
                  <a:pt x="3348419" y="292183"/>
                  <a:pt x="3348895" y="177978"/>
                  <a:pt x="3349466" y="167501"/>
                </a:cubicBezTo>
                <a:cubicBezTo>
                  <a:pt x="3351086" y="153308"/>
                  <a:pt x="3352610" y="138640"/>
                  <a:pt x="3352610" y="123971"/>
                </a:cubicBezTo>
                <a:lnTo>
                  <a:pt x="3352133" y="119780"/>
                </a:lnTo>
                <a:cubicBezTo>
                  <a:pt x="3355277" y="120352"/>
                  <a:pt x="3358420" y="120352"/>
                  <a:pt x="3359944" y="120352"/>
                </a:cubicBezTo>
                <a:cubicBezTo>
                  <a:pt x="3359944" y="120352"/>
                  <a:pt x="3402902" y="118733"/>
                  <a:pt x="3406045" y="119304"/>
                </a:cubicBezTo>
                <a:lnTo>
                  <a:pt x="3409760" y="121400"/>
                </a:lnTo>
                <a:cubicBezTo>
                  <a:pt x="3409283" y="131306"/>
                  <a:pt x="3409760" y="141307"/>
                  <a:pt x="3409283" y="150165"/>
                </a:cubicBezTo>
                <a:cubicBezTo>
                  <a:pt x="3409283" y="153308"/>
                  <a:pt x="3408712" y="246558"/>
                  <a:pt x="3408712" y="250749"/>
                </a:cubicBezTo>
                <a:cubicBezTo>
                  <a:pt x="3408236" y="255416"/>
                  <a:pt x="3408236" y="260179"/>
                  <a:pt x="3408712" y="264941"/>
                </a:cubicBezTo>
                <a:cubicBezTo>
                  <a:pt x="3410331" y="289040"/>
                  <a:pt x="3412903" y="312090"/>
                  <a:pt x="3433382" y="325711"/>
                </a:cubicBezTo>
                <a:cubicBezTo>
                  <a:pt x="3442811" y="334569"/>
                  <a:pt x="3469005" y="337712"/>
                  <a:pt x="3482626" y="337712"/>
                </a:cubicBezTo>
                <a:cubicBezTo>
                  <a:pt x="3504153" y="335045"/>
                  <a:pt x="3513487" y="322472"/>
                  <a:pt x="3521869" y="307804"/>
                </a:cubicBezTo>
                <a:cubicBezTo>
                  <a:pt x="3522440" y="306756"/>
                  <a:pt x="3522916" y="305708"/>
                  <a:pt x="3522916" y="304661"/>
                </a:cubicBezTo>
                <a:lnTo>
                  <a:pt x="3524536" y="300470"/>
                </a:lnTo>
                <a:lnTo>
                  <a:pt x="3526631" y="294659"/>
                </a:lnTo>
                <a:cubicBezTo>
                  <a:pt x="3527679" y="292564"/>
                  <a:pt x="3528251" y="290468"/>
                  <a:pt x="3529298" y="287325"/>
                </a:cubicBezTo>
                <a:lnTo>
                  <a:pt x="3530346" y="281515"/>
                </a:lnTo>
                <a:lnTo>
                  <a:pt x="3531965" y="278372"/>
                </a:lnTo>
                <a:cubicBezTo>
                  <a:pt x="3532441" y="277324"/>
                  <a:pt x="3533013" y="276276"/>
                  <a:pt x="3533585" y="274181"/>
                </a:cubicBezTo>
                <a:lnTo>
                  <a:pt x="3534632" y="262655"/>
                </a:lnTo>
                <a:cubicBezTo>
                  <a:pt x="3537204" y="247415"/>
                  <a:pt x="3533013" y="161500"/>
                  <a:pt x="3533013" y="158928"/>
                </a:cubicBezTo>
                <a:cubicBezTo>
                  <a:pt x="3531965" y="148927"/>
                  <a:pt x="3532537" y="137973"/>
                  <a:pt x="3531965" y="127972"/>
                </a:cubicBezTo>
                <a:cubicBezTo>
                  <a:pt x="3531965" y="126924"/>
                  <a:pt x="3531965" y="125876"/>
                  <a:pt x="3531489" y="122162"/>
                </a:cubicBezTo>
                <a:cubicBezTo>
                  <a:pt x="3531489" y="121114"/>
                  <a:pt x="3531965" y="120066"/>
                  <a:pt x="3531965" y="119018"/>
                </a:cubicBezTo>
                <a:cubicBezTo>
                  <a:pt x="3533585" y="119018"/>
                  <a:pt x="3544538" y="119018"/>
                  <a:pt x="3555587" y="118447"/>
                </a:cubicBezTo>
                <a:lnTo>
                  <a:pt x="3587496" y="117399"/>
                </a:lnTo>
                <a:cubicBezTo>
                  <a:pt x="3587496" y="119018"/>
                  <a:pt x="3588068" y="121114"/>
                  <a:pt x="3588068" y="123114"/>
                </a:cubicBezTo>
                <a:cubicBezTo>
                  <a:pt x="3587496" y="137783"/>
                  <a:pt x="3584353" y="153499"/>
                  <a:pt x="3587020" y="167691"/>
                </a:cubicBezTo>
                <a:cubicBezTo>
                  <a:pt x="3588068" y="182931"/>
                  <a:pt x="3586544" y="311709"/>
                  <a:pt x="3588639" y="330092"/>
                </a:cubicBezTo>
                <a:cubicBezTo>
                  <a:pt x="3590735" y="337427"/>
                  <a:pt x="3587591" y="365240"/>
                  <a:pt x="3587591" y="374669"/>
                </a:cubicBezTo>
                <a:cubicBezTo>
                  <a:pt x="3585496" y="374098"/>
                  <a:pt x="3583972" y="374098"/>
                  <a:pt x="3582353" y="374098"/>
                </a:cubicBezTo>
                <a:cubicBezTo>
                  <a:pt x="3574447" y="374669"/>
                  <a:pt x="3567113" y="374669"/>
                  <a:pt x="3559302" y="374098"/>
                </a:cubicBezTo>
                <a:lnTo>
                  <a:pt x="3546158" y="373526"/>
                </a:lnTo>
                <a:cubicBezTo>
                  <a:pt x="3541490" y="372955"/>
                  <a:pt x="3535680" y="372955"/>
                  <a:pt x="3529965" y="373526"/>
                </a:cubicBezTo>
                <a:moveTo>
                  <a:pt x="3356039" y="353619"/>
                </a:moveTo>
                <a:cubicBezTo>
                  <a:pt x="3359182" y="359906"/>
                  <a:pt x="3366040" y="364573"/>
                  <a:pt x="3370707" y="368764"/>
                </a:cubicBezTo>
                <a:lnTo>
                  <a:pt x="3374422" y="372479"/>
                </a:lnTo>
                <a:cubicBezTo>
                  <a:pt x="3378613" y="376098"/>
                  <a:pt x="3386995" y="381908"/>
                  <a:pt x="3393853" y="383432"/>
                </a:cubicBezTo>
                <a:cubicBezTo>
                  <a:pt x="3401187" y="385528"/>
                  <a:pt x="3410045" y="385052"/>
                  <a:pt x="3417951" y="386099"/>
                </a:cubicBezTo>
                <a:cubicBezTo>
                  <a:pt x="3425285" y="386671"/>
                  <a:pt x="3431572" y="389243"/>
                  <a:pt x="3438906" y="389243"/>
                </a:cubicBezTo>
                <a:lnTo>
                  <a:pt x="3446240" y="390290"/>
                </a:lnTo>
                <a:cubicBezTo>
                  <a:pt x="3470339" y="390290"/>
                  <a:pt x="3504343" y="375622"/>
                  <a:pt x="3520631" y="356762"/>
                </a:cubicBezTo>
                <a:cubicBezTo>
                  <a:pt x="3521107" y="363049"/>
                  <a:pt x="3520631" y="369907"/>
                  <a:pt x="3520059" y="376098"/>
                </a:cubicBezTo>
                <a:lnTo>
                  <a:pt x="3520059" y="378194"/>
                </a:lnTo>
                <a:cubicBezTo>
                  <a:pt x="3519583" y="385052"/>
                  <a:pt x="3523774" y="384480"/>
                  <a:pt x="3528441" y="383909"/>
                </a:cubicBezTo>
                <a:cubicBezTo>
                  <a:pt x="3533680" y="382861"/>
                  <a:pt x="3539966" y="382861"/>
                  <a:pt x="3545777" y="383337"/>
                </a:cubicBezTo>
                <a:lnTo>
                  <a:pt x="3558921" y="384385"/>
                </a:lnTo>
                <a:lnTo>
                  <a:pt x="3583020" y="384385"/>
                </a:lnTo>
                <a:cubicBezTo>
                  <a:pt x="3587210" y="383813"/>
                  <a:pt x="3597688" y="389052"/>
                  <a:pt x="3597688" y="380194"/>
                </a:cubicBezTo>
                <a:cubicBezTo>
                  <a:pt x="3597212" y="366573"/>
                  <a:pt x="3601879" y="338284"/>
                  <a:pt x="3598736" y="327330"/>
                </a:cubicBezTo>
                <a:cubicBezTo>
                  <a:pt x="3596640" y="308471"/>
                  <a:pt x="3598259" y="179026"/>
                  <a:pt x="3597212" y="166453"/>
                </a:cubicBezTo>
                <a:cubicBezTo>
                  <a:pt x="3595116" y="153308"/>
                  <a:pt x="3598259" y="136544"/>
                  <a:pt x="3598259" y="122924"/>
                </a:cubicBezTo>
                <a:cubicBezTo>
                  <a:pt x="3598259" y="110922"/>
                  <a:pt x="3598736" y="106731"/>
                  <a:pt x="3586734" y="106731"/>
                </a:cubicBezTo>
                <a:lnTo>
                  <a:pt x="3555302" y="108255"/>
                </a:lnTo>
                <a:cubicBezTo>
                  <a:pt x="3543776" y="108255"/>
                  <a:pt x="3534347" y="108827"/>
                  <a:pt x="3533299" y="108827"/>
                </a:cubicBezTo>
                <a:cubicBezTo>
                  <a:pt x="3526536" y="107779"/>
                  <a:pt x="3524441" y="106255"/>
                  <a:pt x="3520726" y="113018"/>
                </a:cubicBezTo>
                <a:lnTo>
                  <a:pt x="3521774" y="120352"/>
                </a:lnTo>
                <a:cubicBezTo>
                  <a:pt x="3521297" y="122447"/>
                  <a:pt x="3521774" y="123971"/>
                  <a:pt x="3522250" y="128162"/>
                </a:cubicBezTo>
                <a:cubicBezTo>
                  <a:pt x="3522821" y="138068"/>
                  <a:pt x="3522250" y="149594"/>
                  <a:pt x="3523298" y="159595"/>
                </a:cubicBezTo>
                <a:cubicBezTo>
                  <a:pt x="3523298" y="162167"/>
                  <a:pt x="3527489" y="248654"/>
                  <a:pt x="3524917" y="261227"/>
                </a:cubicBezTo>
                <a:lnTo>
                  <a:pt x="3523298" y="273800"/>
                </a:lnTo>
                <a:lnTo>
                  <a:pt x="3521202" y="278467"/>
                </a:lnTo>
                <a:lnTo>
                  <a:pt x="3519583" y="284753"/>
                </a:lnTo>
                <a:cubicBezTo>
                  <a:pt x="3519107" y="286849"/>
                  <a:pt x="3518535" y="288944"/>
                  <a:pt x="3517487" y="290468"/>
                </a:cubicBezTo>
                <a:lnTo>
                  <a:pt x="3515392" y="296279"/>
                </a:lnTo>
                <a:cubicBezTo>
                  <a:pt x="3514916" y="297326"/>
                  <a:pt x="3514344" y="298946"/>
                  <a:pt x="3514344" y="299993"/>
                </a:cubicBezTo>
                <a:lnTo>
                  <a:pt x="3513296" y="302089"/>
                </a:lnTo>
                <a:cubicBezTo>
                  <a:pt x="3505486" y="315710"/>
                  <a:pt x="3498628" y="324568"/>
                  <a:pt x="3481864" y="327235"/>
                </a:cubicBezTo>
                <a:cubicBezTo>
                  <a:pt x="3471863" y="326663"/>
                  <a:pt x="3447288" y="324092"/>
                  <a:pt x="3439382" y="316757"/>
                </a:cubicBezTo>
                <a:cubicBezTo>
                  <a:pt x="3423190" y="306280"/>
                  <a:pt x="3420523" y="288468"/>
                  <a:pt x="3418999" y="263322"/>
                </a:cubicBezTo>
                <a:cubicBezTo>
                  <a:pt x="3418523" y="259131"/>
                  <a:pt x="3418999" y="254369"/>
                  <a:pt x="3418999" y="250178"/>
                </a:cubicBezTo>
                <a:cubicBezTo>
                  <a:pt x="3418999" y="246463"/>
                  <a:pt x="3419475" y="156356"/>
                  <a:pt x="3419475" y="150070"/>
                </a:cubicBezTo>
                <a:cubicBezTo>
                  <a:pt x="3420047" y="141212"/>
                  <a:pt x="3419475" y="131782"/>
                  <a:pt x="3420047" y="121781"/>
                </a:cubicBezTo>
                <a:lnTo>
                  <a:pt x="3420523" y="118161"/>
                </a:lnTo>
                <a:cubicBezTo>
                  <a:pt x="3420999" y="107684"/>
                  <a:pt x="3414713" y="109208"/>
                  <a:pt x="3407378" y="108731"/>
                </a:cubicBezTo>
                <a:cubicBezTo>
                  <a:pt x="3404235" y="108160"/>
                  <a:pt x="3359658" y="109303"/>
                  <a:pt x="3359658" y="109303"/>
                </a:cubicBezTo>
                <a:cubicBezTo>
                  <a:pt x="3339751" y="110351"/>
                  <a:pt x="3342894" y="104064"/>
                  <a:pt x="3342323" y="123495"/>
                </a:cubicBezTo>
                <a:cubicBezTo>
                  <a:pt x="3342323" y="137687"/>
                  <a:pt x="3341275" y="152356"/>
                  <a:pt x="3339751" y="166453"/>
                </a:cubicBezTo>
                <a:cubicBezTo>
                  <a:pt x="3339274" y="176930"/>
                  <a:pt x="3338132" y="291611"/>
                  <a:pt x="3338132" y="295802"/>
                </a:cubicBezTo>
                <a:cubicBezTo>
                  <a:pt x="3338132" y="300565"/>
                  <a:pt x="3338608" y="306756"/>
                  <a:pt x="3339751" y="312566"/>
                </a:cubicBezTo>
                <a:lnTo>
                  <a:pt x="3340227" y="314662"/>
                </a:lnTo>
                <a:lnTo>
                  <a:pt x="3341846" y="318853"/>
                </a:lnTo>
                <a:lnTo>
                  <a:pt x="3341846" y="323615"/>
                </a:lnTo>
                <a:cubicBezTo>
                  <a:pt x="3342894" y="328378"/>
                  <a:pt x="3344990" y="332474"/>
                  <a:pt x="3347085" y="336760"/>
                </a:cubicBezTo>
                <a:lnTo>
                  <a:pt x="3350228" y="343046"/>
                </a:lnTo>
                <a:cubicBezTo>
                  <a:pt x="3350705" y="345142"/>
                  <a:pt x="3351753" y="347237"/>
                  <a:pt x="3356515" y="354095"/>
                </a:cubicBezTo>
                <a:lnTo>
                  <a:pt x="3356039" y="353524"/>
                </a:lnTo>
                <a:close/>
                <a:moveTo>
                  <a:pt x="3494723" y="16720"/>
                </a:moveTo>
                <a:cubicBezTo>
                  <a:pt x="3498437" y="16244"/>
                  <a:pt x="3501485" y="16244"/>
                  <a:pt x="3505200" y="15672"/>
                </a:cubicBezTo>
                <a:cubicBezTo>
                  <a:pt x="3518345" y="15101"/>
                  <a:pt x="3538157" y="10910"/>
                  <a:pt x="3549682" y="14624"/>
                </a:cubicBezTo>
                <a:cubicBezTo>
                  <a:pt x="3550730" y="15672"/>
                  <a:pt x="3549682" y="15672"/>
                  <a:pt x="3550253" y="16244"/>
                </a:cubicBezTo>
                <a:lnTo>
                  <a:pt x="3550730" y="16720"/>
                </a:lnTo>
                <a:cubicBezTo>
                  <a:pt x="3547586" y="27769"/>
                  <a:pt x="3551206" y="39294"/>
                  <a:pt x="3551778" y="50248"/>
                </a:cubicBezTo>
                <a:cubicBezTo>
                  <a:pt x="3551301" y="51867"/>
                  <a:pt x="3551301" y="53391"/>
                  <a:pt x="3551301" y="55487"/>
                </a:cubicBezTo>
                <a:lnTo>
                  <a:pt x="3550825" y="60725"/>
                </a:lnTo>
                <a:lnTo>
                  <a:pt x="3546634" y="60725"/>
                </a:lnTo>
                <a:cubicBezTo>
                  <a:pt x="3542919" y="60725"/>
                  <a:pt x="3539299" y="61297"/>
                  <a:pt x="3534537" y="61297"/>
                </a:cubicBezTo>
                <a:cubicBezTo>
                  <a:pt x="3530346" y="61297"/>
                  <a:pt x="3524631" y="60249"/>
                  <a:pt x="3519869" y="60249"/>
                </a:cubicBezTo>
                <a:cubicBezTo>
                  <a:pt x="3512534" y="60249"/>
                  <a:pt x="3502057" y="62916"/>
                  <a:pt x="3494723" y="61297"/>
                </a:cubicBezTo>
                <a:cubicBezTo>
                  <a:pt x="3495770" y="47676"/>
                  <a:pt x="3496342" y="30912"/>
                  <a:pt x="3494723" y="16720"/>
                </a:cubicBezTo>
                <a:moveTo>
                  <a:pt x="3560255" y="13100"/>
                </a:moveTo>
                <a:cubicBezTo>
                  <a:pt x="3559940" y="12719"/>
                  <a:pt x="3559778" y="12180"/>
                  <a:pt x="3559778" y="11481"/>
                </a:cubicBezTo>
                <a:cubicBezTo>
                  <a:pt x="3559778" y="-2140"/>
                  <a:pt x="3514725" y="5195"/>
                  <a:pt x="3504819" y="5671"/>
                </a:cubicBezTo>
                <a:cubicBezTo>
                  <a:pt x="3500628" y="6242"/>
                  <a:pt x="3485388" y="4623"/>
                  <a:pt x="3485388" y="12529"/>
                </a:cubicBezTo>
                <a:cubicBezTo>
                  <a:pt x="3484912" y="13100"/>
                  <a:pt x="3484340" y="15672"/>
                  <a:pt x="3484340" y="15672"/>
                </a:cubicBezTo>
                <a:cubicBezTo>
                  <a:pt x="3486436" y="31388"/>
                  <a:pt x="3485388" y="50248"/>
                  <a:pt x="3484340" y="63869"/>
                </a:cubicBezTo>
                <a:cubicBezTo>
                  <a:pt x="3483864" y="75870"/>
                  <a:pt x="3514249" y="70155"/>
                  <a:pt x="3519964" y="70155"/>
                </a:cubicBezTo>
                <a:cubicBezTo>
                  <a:pt x="3524631" y="70155"/>
                  <a:pt x="3530441" y="71203"/>
                  <a:pt x="3534632" y="71203"/>
                </a:cubicBezTo>
                <a:cubicBezTo>
                  <a:pt x="3539299" y="71203"/>
                  <a:pt x="3543491" y="70631"/>
                  <a:pt x="3546729" y="70631"/>
                </a:cubicBezTo>
                <a:cubicBezTo>
                  <a:pt x="3556635" y="70631"/>
                  <a:pt x="3559874" y="73298"/>
                  <a:pt x="3560826" y="61773"/>
                </a:cubicBezTo>
                <a:lnTo>
                  <a:pt x="3561398" y="56058"/>
                </a:lnTo>
                <a:cubicBezTo>
                  <a:pt x="3561398" y="54439"/>
                  <a:pt x="3561398" y="52915"/>
                  <a:pt x="3561874" y="51867"/>
                </a:cubicBezTo>
                <a:lnTo>
                  <a:pt x="3561874" y="50248"/>
                </a:lnTo>
                <a:cubicBezTo>
                  <a:pt x="3561874" y="42437"/>
                  <a:pt x="3558159" y="25673"/>
                  <a:pt x="3560826" y="18815"/>
                </a:cubicBezTo>
                <a:cubicBezTo>
                  <a:pt x="3561398" y="16720"/>
                  <a:pt x="3560350" y="14624"/>
                  <a:pt x="3560350" y="13100"/>
                </a:cubicBezTo>
                <a:moveTo>
                  <a:pt x="3439859" y="12529"/>
                </a:moveTo>
                <a:lnTo>
                  <a:pt x="3439859" y="18815"/>
                </a:lnTo>
                <a:cubicBezTo>
                  <a:pt x="3437763" y="33008"/>
                  <a:pt x="3441478" y="47105"/>
                  <a:pt x="3442430" y="61297"/>
                </a:cubicBezTo>
                <a:cubicBezTo>
                  <a:pt x="3424619" y="61297"/>
                  <a:pt x="3405759" y="61868"/>
                  <a:pt x="3387947" y="61868"/>
                </a:cubicBezTo>
                <a:lnTo>
                  <a:pt x="3384233" y="61297"/>
                </a:lnTo>
                <a:lnTo>
                  <a:pt x="3383756" y="59678"/>
                </a:lnTo>
                <a:cubicBezTo>
                  <a:pt x="3384804" y="55487"/>
                  <a:pt x="3386328" y="51296"/>
                  <a:pt x="3386328" y="47105"/>
                </a:cubicBezTo>
                <a:lnTo>
                  <a:pt x="3386328" y="30817"/>
                </a:lnTo>
                <a:lnTo>
                  <a:pt x="3385852" y="15101"/>
                </a:lnTo>
                <a:lnTo>
                  <a:pt x="3386328" y="13481"/>
                </a:lnTo>
                <a:lnTo>
                  <a:pt x="3387947" y="13481"/>
                </a:lnTo>
                <a:cubicBezTo>
                  <a:pt x="3401568" y="12910"/>
                  <a:pt x="3414617" y="11862"/>
                  <a:pt x="3428333" y="11386"/>
                </a:cubicBezTo>
                <a:lnTo>
                  <a:pt x="3439859" y="12434"/>
                </a:lnTo>
                <a:close/>
                <a:moveTo>
                  <a:pt x="3448241" y="5671"/>
                </a:moveTo>
                <a:cubicBezTo>
                  <a:pt x="3442430" y="1480"/>
                  <a:pt x="3435096" y="1004"/>
                  <a:pt x="3428333" y="1480"/>
                </a:cubicBezTo>
                <a:cubicBezTo>
                  <a:pt x="3419951" y="1480"/>
                  <a:pt x="3394234" y="3099"/>
                  <a:pt x="3392710" y="3099"/>
                </a:cubicBezTo>
                <a:cubicBezTo>
                  <a:pt x="3382232" y="4623"/>
                  <a:pt x="3379089" y="1480"/>
                  <a:pt x="3375946" y="13577"/>
                </a:cubicBezTo>
                <a:lnTo>
                  <a:pt x="3375946" y="15196"/>
                </a:lnTo>
                <a:cubicBezTo>
                  <a:pt x="3376422" y="30341"/>
                  <a:pt x="3378041" y="43961"/>
                  <a:pt x="3373850" y="58630"/>
                </a:cubicBezTo>
                <a:cubicBezTo>
                  <a:pt x="3373279" y="59201"/>
                  <a:pt x="3374327" y="62821"/>
                  <a:pt x="3374327" y="62821"/>
                </a:cubicBezTo>
                <a:cubicBezTo>
                  <a:pt x="3374327" y="62821"/>
                  <a:pt x="3374803" y="63869"/>
                  <a:pt x="3374803" y="65964"/>
                </a:cubicBezTo>
                <a:cubicBezTo>
                  <a:pt x="3375279" y="71679"/>
                  <a:pt x="3384233" y="71679"/>
                  <a:pt x="3387947" y="71679"/>
                </a:cubicBezTo>
                <a:cubicBezTo>
                  <a:pt x="3407378" y="71679"/>
                  <a:pt x="3428333" y="71108"/>
                  <a:pt x="3447669" y="71108"/>
                </a:cubicBezTo>
                <a:cubicBezTo>
                  <a:pt x="3450812" y="71108"/>
                  <a:pt x="3452908" y="68536"/>
                  <a:pt x="3452908" y="65869"/>
                </a:cubicBezTo>
                <a:cubicBezTo>
                  <a:pt x="3452432" y="50629"/>
                  <a:pt x="3447669" y="34436"/>
                  <a:pt x="3450336" y="18720"/>
                </a:cubicBezTo>
                <a:lnTo>
                  <a:pt x="3449765" y="16625"/>
                </a:lnTo>
                <a:lnTo>
                  <a:pt x="3449765" y="12434"/>
                </a:lnTo>
                <a:cubicBezTo>
                  <a:pt x="3450336" y="10338"/>
                  <a:pt x="3450336" y="6623"/>
                  <a:pt x="3448241" y="5576"/>
                </a:cubicBezTo>
                <a:moveTo>
                  <a:pt x="3136487" y="147593"/>
                </a:moveTo>
                <a:cubicBezTo>
                  <a:pt x="3136964" y="137116"/>
                  <a:pt x="3138583" y="126067"/>
                  <a:pt x="3137535" y="115113"/>
                </a:cubicBezTo>
                <a:lnTo>
                  <a:pt x="3139631" y="115685"/>
                </a:lnTo>
                <a:cubicBezTo>
                  <a:pt x="3142774" y="115685"/>
                  <a:pt x="3148013" y="114637"/>
                  <a:pt x="3152204" y="115685"/>
                </a:cubicBezTo>
                <a:lnTo>
                  <a:pt x="3160586" y="115685"/>
                </a:lnTo>
                <a:cubicBezTo>
                  <a:pt x="3180493" y="114637"/>
                  <a:pt x="3175826" y="104159"/>
                  <a:pt x="3178397" y="86824"/>
                </a:cubicBezTo>
                <a:lnTo>
                  <a:pt x="3178397" y="81585"/>
                </a:lnTo>
                <a:lnTo>
                  <a:pt x="3178874" y="77870"/>
                </a:lnTo>
                <a:cubicBezTo>
                  <a:pt x="3179921" y="74156"/>
                  <a:pt x="3182588" y="59011"/>
                  <a:pt x="3185160" y="55868"/>
                </a:cubicBezTo>
                <a:cubicBezTo>
                  <a:pt x="3189828" y="47486"/>
                  <a:pt x="3196114" y="40628"/>
                  <a:pt x="3204020" y="32817"/>
                </a:cubicBezTo>
                <a:cubicBezTo>
                  <a:pt x="3208687" y="28150"/>
                  <a:pt x="3211830" y="25483"/>
                  <a:pt x="3218116" y="21863"/>
                </a:cubicBezTo>
                <a:cubicBezTo>
                  <a:pt x="3220784" y="19768"/>
                  <a:pt x="3223927" y="18149"/>
                  <a:pt x="3226499" y="16625"/>
                </a:cubicBezTo>
                <a:cubicBezTo>
                  <a:pt x="3232309" y="14529"/>
                  <a:pt x="3237453" y="14529"/>
                  <a:pt x="3243263" y="11957"/>
                </a:cubicBezTo>
                <a:cubicBezTo>
                  <a:pt x="3255836" y="11957"/>
                  <a:pt x="3278886" y="7195"/>
                  <a:pt x="3290411" y="14053"/>
                </a:cubicBezTo>
                <a:lnTo>
                  <a:pt x="3293078" y="15101"/>
                </a:lnTo>
                <a:lnTo>
                  <a:pt x="3295650" y="15672"/>
                </a:lnTo>
                <a:cubicBezTo>
                  <a:pt x="3294603" y="23483"/>
                  <a:pt x="3294603" y="31388"/>
                  <a:pt x="3294603" y="38151"/>
                </a:cubicBezTo>
                <a:lnTo>
                  <a:pt x="3295174" y="54915"/>
                </a:lnTo>
                <a:cubicBezTo>
                  <a:pt x="3289364" y="53867"/>
                  <a:pt x="3283649" y="52820"/>
                  <a:pt x="3277362" y="52820"/>
                </a:cubicBezTo>
                <a:cubicBezTo>
                  <a:pt x="3249073" y="53867"/>
                  <a:pt x="3232880" y="75870"/>
                  <a:pt x="3239167" y="105207"/>
                </a:cubicBezTo>
                <a:cubicBezTo>
                  <a:pt x="3239167" y="105779"/>
                  <a:pt x="3240786" y="107874"/>
                  <a:pt x="3243358" y="110922"/>
                </a:cubicBezTo>
                <a:lnTo>
                  <a:pt x="3245453" y="111970"/>
                </a:lnTo>
                <a:cubicBezTo>
                  <a:pt x="3245453" y="111970"/>
                  <a:pt x="3262217" y="115685"/>
                  <a:pt x="3270028" y="116161"/>
                </a:cubicBezTo>
                <a:cubicBezTo>
                  <a:pt x="3276791" y="116732"/>
                  <a:pt x="3283172" y="117780"/>
                  <a:pt x="3290411" y="117780"/>
                </a:cubicBezTo>
                <a:lnTo>
                  <a:pt x="3289935" y="124067"/>
                </a:lnTo>
                <a:cubicBezTo>
                  <a:pt x="3289935" y="133496"/>
                  <a:pt x="3289459" y="143498"/>
                  <a:pt x="3289459" y="154451"/>
                </a:cubicBezTo>
                <a:cubicBezTo>
                  <a:pt x="3284791" y="153880"/>
                  <a:pt x="3280029" y="152832"/>
                  <a:pt x="3275362" y="152356"/>
                </a:cubicBezTo>
                <a:cubicBezTo>
                  <a:pt x="3266408" y="151308"/>
                  <a:pt x="3259074" y="153975"/>
                  <a:pt x="3250692" y="153975"/>
                </a:cubicBezTo>
                <a:cubicBezTo>
                  <a:pt x="3248597" y="153975"/>
                  <a:pt x="3246501" y="155594"/>
                  <a:pt x="3244977" y="157118"/>
                </a:cubicBezTo>
                <a:cubicBezTo>
                  <a:pt x="3243929" y="157690"/>
                  <a:pt x="3243358" y="158738"/>
                  <a:pt x="3243358" y="158738"/>
                </a:cubicBezTo>
                <a:lnTo>
                  <a:pt x="3241739" y="161309"/>
                </a:lnTo>
                <a:cubicBezTo>
                  <a:pt x="3239167" y="176549"/>
                  <a:pt x="3239167" y="190646"/>
                  <a:pt x="3239167" y="205886"/>
                </a:cubicBezTo>
                <a:cubicBezTo>
                  <a:pt x="3239167" y="217412"/>
                  <a:pt x="3241739" y="229413"/>
                  <a:pt x="3241262" y="240462"/>
                </a:cubicBezTo>
                <a:cubicBezTo>
                  <a:pt x="3241262" y="242558"/>
                  <a:pt x="3240786" y="245701"/>
                  <a:pt x="3240786" y="247796"/>
                </a:cubicBezTo>
                <a:lnTo>
                  <a:pt x="3241262" y="250940"/>
                </a:lnTo>
                <a:cubicBezTo>
                  <a:pt x="3241739" y="256178"/>
                  <a:pt x="3241262" y="261893"/>
                  <a:pt x="3241262" y="267132"/>
                </a:cubicBezTo>
                <a:cubicBezTo>
                  <a:pt x="3241262" y="285992"/>
                  <a:pt x="3241262" y="309042"/>
                  <a:pt x="3240215" y="330473"/>
                </a:cubicBezTo>
                <a:cubicBezTo>
                  <a:pt x="3239738" y="336760"/>
                  <a:pt x="3239738" y="344094"/>
                  <a:pt x="3240215" y="350952"/>
                </a:cubicBezTo>
                <a:cubicBezTo>
                  <a:pt x="3240786" y="355143"/>
                  <a:pt x="3242310" y="359810"/>
                  <a:pt x="3242310" y="364573"/>
                </a:cubicBezTo>
                <a:lnTo>
                  <a:pt x="3242310" y="372479"/>
                </a:lnTo>
                <a:cubicBezTo>
                  <a:pt x="3227070" y="373050"/>
                  <a:pt x="3211925" y="373526"/>
                  <a:pt x="3196209" y="374098"/>
                </a:cubicBezTo>
                <a:cubicBezTo>
                  <a:pt x="3193637" y="373526"/>
                  <a:pt x="3189923" y="373050"/>
                  <a:pt x="3186303" y="373526"/>
                </a:cubicBezTo>
                <a:cubicBezTo>
                  <a:pt x="3184684" y="373526"/>
                  <a:pt x="3182588" y="374098"/>
                  <a:pt x="3181064" y="374098"/>
                </a:cubicBezTo>
                <a:lnTo>
                  <a:pt x="3181636" y="370955"/>
                </a:lnTo>
                <a:cubicBezTo>
                  <a:pt x="3181636" y="368383"/>
                  <a:pt x="3181636" y="365240"/>
                  <a:pt x="3180588" y="361525"/>
                </a:cubicBezTo>
                <a:cubicBezTo>
                  <a:pt x="3182207" y="350571"/>
                  <a:pt x="3179540" y="339522"/>
                  <a:pt x="3180588" y="329045"/>
                </a:cubicBezTo>
                <a:cubicBezTo>
                  <a:pt x="3180588" y="323234"/>
                  <a:pt x="3180112" y="317996"/>
                  <a:pt x="3179540" y="312757"/>
                </a:cubicBezTo>
                <a:cubicBezTo>
                  <a:pt x="3178493" y="297041"/>
                  <a:pt x="3180588" y="282372"/>
                  <a:pt x="3178969" y="263036"/>
                </a:cubicBezTo>
                <a:cubicBezTo>
                  <a:pt x="3178493" y="257798"/>
                  <a:pt x="3178493" y="219507"/>
                  <a:pt x="3178493" y="213792"/>
                </a:cubicBezTo>
                <a:cubicBezTo>
                  <a:pt x="3178493" y="208553"/>
                  <a:pt x="3180112" y="202267"/>
                  <a:pt x="3180112" y="196552"/>
                </a:cubicBezTo>
                <a:cubicBezTo>
                  <a:pt x="3179636" y="188170"/>
                  <a:pt x="3180112" y="181883"/>
                  <a:pt x="3179636" y="172454"/>
                </a:cubicBezTo>
                <a:cubicBezTo>
                  <a:pt x="3179636" y="171406"/>
                  <a:pt x="3179064" y="169787"/>
                  <a:pt x="3179064" y="168739"/>
                </a:cubicBezTo>
                <a:lnTo>
                  <a:pt x="3178016" y="163976"/>
                </a:lnTo>
                <a:lnTo>
                  <a:pt x="3176397" y="158738"/>
                </a:lnTo>
                <a:cubicBezTo>
                  <a:pt x="3174778" y="152927"/>
                  <a:pt x="3156014" y="151880"/>
                  <a:pt x="3150680" y="152927"/>
                </a:cubicBezTo>
                <a:cubicBezTo>
                  <a:pt x="3147060" y="152356"/>
                  <a:pt x="3143345" y="152927"/>
                  <a:pt x="3139726" y="152927"/>
                </a:cubicBezTo>
                <a:lnTo>
                  <a:pt x="3136583" y="153499"/>
                </a:lnTo>
                <a:lnTo>
                  <a:pt x="3136583" y="147784"/>
                </a:lnTo>
                <a:close/>
                <a:moveTo>
                  <a:pt x="3166396" y="104636"/>
                </a:moveTo>
                <a:cubicBezTo>
                  <a:pt x="3162681" y="105683"/>
                  <a:pt x="3158490" y="105207"/>
                  <a:pt x="3153251" y="105683"/>
                </a:cubicBezTo>
                <a:cubicBezTo>
                  <a:pt x="3149060" y="104636"/>
                  <a:pt x="3144393" y="105112"/>
                  <a:pt x="3139631" y="105112"/>
                </a:cubicBezTo>
                <a:cubicBezTo>
                  <a:pt x="3135440" y="105112"/>
                  <a:pt x="3124391" y="102445"/>
                  <a:pt x="3126486" y="110827"/>
                </a:cubicBezTo>
                <a:cubicBezTo>
                  <a:pt x="3129629" y="122828"/>
                  <a:pt x="3127058" y="135401"/>
                  <a:pt x="3126486" y="147498"/>
                </a:cubicBezTo>
                <a:cubicBezTo>
                  <a:pt x="3126010" y="154261"/>
                  <a:pt x="3124391" y="161595"/>
                  <a:pt x="3133249" y="163214"/>
                </a:cubicBezTo>
                <a:cubicBezTo>
                  <a:pt x="3144774" y="163786"/>
                  <a:pt x="3155823" y="161595"/>
                  <a:pt x="3167348" y="164262"/>
                </a:cubicBezTo>
                <a:cubicBezTo>
                  <a:pt x="3168396" y="166929"/>
                  <a:pt x="3169444" y="171120"/>
                  <a:pt x="3169444" y="172644"/>
                </a:cubicBezTo>
                <a:cubicBezTo>
                  <a:pt x="3169920" y="182074"/>
                  <a:pt x="3169444" y="187789"/>
                  <a:pt x="3169920" y="196742"/>
                </a:cubicBezTo>
                <a:cubicBezTo>
                  <a:pt x="3169920" y="202457"/>
                  <a:pt x="3168396" y="208268"/>
                  <a:pt x="3168396" y="213983"/>
                </a:cubicBezTo>
                <a:cubicBezTo>
                  <a:pt x="3168396" y="217697"/>
                  <a:pt x="3168396" y="257988"/>
                  <a:pt x="3168872" y="263798"/>
                </a:cubicBezTo>
                <a:cubicBezTo>
                  <a:pt x="3170491" y="282658"/>
                  <a:pt x="3168396" y="297326"/>
                  <a:pt x="3169349" y="313043"/>
                </a:cubicBezTo>
                <a:cubicBezTo>
                  <a:pt x="3169825" y="318281"/>
                  <a:pt x="3170396" y="322949"/>
                  <a:pt x="3170396" y="327711"/>
                </a:cubicBezTo>
                <a:cubicBezTo>
                  <a:pt x="3169349" y="338665"/>
                  <a:pt x="3171920" y="350190"/>
                  <a:pt x="3169825" y="360668"/>
                </a:cubicBezTo>
                <a:cubicBezTo>
                  <a:pt x="3169349" y="363811"/>
                  <a:pt x="3171920" y="366954"/>
                  <a:pt x="3170396" y="373241"/>
                </a:cubicBezTo>
                <a:lnTo>
                  <a:pt x="3169825" y="375336"/>
                </a:lnTo>
                <a:lnTo>
                  <a:pt x="3169825" y="377908"/>
                </a:lnTo>
                <a:cubicBezTo>
                  <a:pt x="3171920" y="387338"/>
                  <a:pt x="3179826" y="383623"/>
                  <a:pt x="3187160" y="383147"/>
                </a:cubicBezTo>
                <a:cubicBezTo>
                  <a:pt x="3189732" y="382575"/>
                  <a:pt x="3192399" y="383147"/>
                  <a:pt x="3195542" y="383718"/>
                </a:cubicBezTo>
                <a:cubicBezTo>
                  <a:pt x="3195542" y="383718"/>
                  <a:pt x="3228023" y="383147"/>
                  <a:pt x="3231737" y="382670"/>
                </a:cubicBezTo>
                <a:cubicBezTo>
                  <a:pt x="3251645" y="381146"/>
                  <a:pt x="3254788" y="386385"/>
                  <a:pt x="3252121" y="363335"/>
                </a:cubicBezTo>
                <a:cubicBezTo>
                  <a:pt x="3252121" y="358667"/>
                  <a:pt x="3250502" y="354476"/>
                  <a:pt x="3250025" y="350285"/>
                </a:cubicBezTo>
                <a:cubicBezTo>
                  <a:pt x="3249549" y="343999"/>
                  <a:pt x="3249549" y="336665"/>
                  <a:pt x="3250025" y="330854"/>
                </a:cubicBezTo>
                <a:cubicBezTo>
                  <a:pt x="3251073" y="309423"/>
                  <a:pt x="3251073" y="285801"/>
                  <a:pt x="3251073" y="266942"/>
                </a:cubicBezTo>
                <a:cubicBezTo>
                  <a:pt x="3251073" y="261227"/>
                  <a:pt x="3251645" y="254940"/>
                  <a:pt x="3251073" y="249130"/>
                </a:cubicBezTo>
                <a:lnTo>
                  <a:pt x="3250597" y="246463"/>
                </a:lnTo>
                <a:cubicBezTo>
                  <a:pt x="3250597" y="244844"/>
                  <a:pt x="3251073" y="242272"/>
                  <a:pt x="3251073" y="240653"/>
                </a:cubicBezTo>
                <a:cubicBezTo>
                  <a:pt x="3251645" y="229127"/>
                  <a:pt x="3248978" y="217126"/>
                  <a:pt x="3248978" y="205601"/>
                </a:cubicBezTo>
                <a:cubicBezTo>
                  <a:pt x="3248978" y="191408"/>
                  <a:pt x="3248978" y="178359"/>
                  <a:pt x="3252121" y="164167"/>
                </a:cubicBezTo>
                <a:cubicBezTo>
                  <a:pt x="3253740" y="163595"/>
                  <a:pt x="3256312" y="163595"/>
                  <a:pt x="3258407" y="163119"/>
                </a:cubicBezTo>
                <a:cubicBezTo>
                  <a:pt x="3271552" y="160547"/>
                  <a:pt x="3277838" y="163691"/>
                  <a:pt x="3289840" y="164167"/>
                </a:cubicBezTo>
                <a:cubicBezTo>
                  <a:pt x="3301365" y="164738"/>
                  <a:pt x="3299270" y="159976"/>
                  <a:pt x="3299270" y="152642"/>
                </a:cubicBezTo>
                <a:cubicBezTo>
                  <a:pt x="3299270" y="143212"/>
                  <a:pt x="3299746" y="133306"/>
                  <a:pt x="3299746" y="123781"/>
                </a:cubicBezTo>
                <a:cubicBezTo>
                  <a:pt x="3299746" y="120638"/>
                  <a:pt x="3300222" y="117018"/>
                  <a:pt x="3300222" y="114351"/>
                </a:cubicBezTo>
                <a:cubicBezTo>
                  <a:pt x="3300222" y="110160"/>
                  <a:pt x="3299174" y="105493"/>
                  <a:pt x="3291840" y="107588"/>
                </a:cubicBezTo>
                <a:cubicBezTo>
                  <a:pt x="3285078" y="106541"/>
                  <a:pt x="3277743" y="106541"/>
                  <a:pt x="3270314" y="105969"/>
                </a:cubicBezTo>
                <a:cubicBezTo>
                  <a:pt x="3264027" y="105398"/>
                  <a:pt x="3252502" y="102826"/>
                  <a:pt x="3248882" y="102826"/>
                </a:cubicBezTo>
                <a:cubicBezTo>
                  <a:pt x="3243644" y="78728"/>
                  <a:pt x="3255645" y="63011"/>
                  <a:pt x="3277172" y="63011"/>
                </a:cubicBezTo>
                <a:cubicBezTo>
                  <a:pt x="3285078" y="63011"/>
                  <a:pt x="3292412" y="64059"/>
                  <a:pt x="3299174" y="65107"/>
                </a:cubicBezTo>
                <a:cubicBezTo>
                  <a:pt x="3302794" y="65678"/>
                  <a:pt x="3304889" y="63488"/>
                  <a:pt x="3304889" y="60344"/>
                </a:cubicBezTo>
                <a:cubicBezTo>
                  <a:pt x="3304889" y="44057"/>
                  <a:pt x="3303270" y="28912"/>
                  <a:pt x="3305937" y="12719"/>
                </a:cubicBezTo>
                <a:cubicBezTo>
                  <a:pt x="3306985" y="7481"/>
                  <a:pt x="3298603" y="5861"/>
                  <a:pt x="3294412" y="4814"/>
                </a:cubicBezTo>
                <a:cubicBezTo>
                  <a:pt x="3279743" y="-4045"/>
                  <a:pt x="3258312" y="2242"/>
                  <a:pt x="3242024" y="1194"/>
                </a:cubicBezTo>
                <a:lnTo>
                  <a:pt x="3239453" y="2242"/>
                </a:lnTo>
                <a:cubicBezTo>
                  <a:pt x="3234214" y="4814"/>
                  <a:pt x="3228499" y="4814"/>
                  <a:pt x="3222117" y="6909"/>
                </a:cubicBezTo>
                <a:cubicBezTo>
                  <a:pt x="3218974" y="8528"/>
                  <a:pt x="3215831" y="10624"/>
                  <a:pt x="3212687" y="12719"/>
                </a:cubicBezTo>
                <a:cubicBezTo>
                  <a:pt x="3205353" y="16910"/>
                  <a:pt x="3201734" y="20054"/>
                  <a:pt x="3196495" y="25292"/>
                </a:cubicBezTo>
                <a:cubicBezTo>
                  <a:pt x="3189161" y="33103"/>
                  <a:pt x="3181826" y="41009"/>
                  <a:pt x="3176588" y="50438"/>
                </a:cubicBezTo>
                <a:cubicBezTo>
                  <a:pt x="3173445" y="54629"/>
                  <a:pt x="3168777" y="72441"/>
                  <a:pt x="3168206" y="77680"/>
                </a:cubicBezTo>
                <a:lnTo>
                  <a:pt x="3168206" y="86538"/>
                </a:lnTo>
                <a:cubicBezTo>
                  <a:pt x="3167158" y="93396"/>
                  <a:pt x="3167158" y="99111"/>
                  <a:pt x="3166110" y="104350"/>
                </a:cubicBezTo>
                <a:moveTo>
                  <a:pt x="2760155" y="367811"/>
                </a:moveTo>
                <a:lnTo>
                  <a:pt x="2738152" y="368383"/>
                </a:lnTo>
                <a:lnTo>
                  <a:pt x="2732913" y="368383"/>
                </a:lnTo>
                <a:lnTo>
                  <a:pt x="2733389" y="359429"/>
                </a:lnTo>
                <a:cubicBezTo>
                  <a:pt x="2738057" y="276181"/>
                  <a:pt x="2729674" y="192837"/>
                  <a:pt x="2728151" y="110065"/>
                </a:cubicBezTo>
                <a:cubicBezTo>
                  <a:pt x="2727579" y="90158"/>
                  <a:pt x="2728627" y="27864"/>
                  <a:pt x="2729198" y="23102"/>
                </a:cubicBezTo>
                <a:lnTo>
                  <a:pt x="2729198" y="15291"/>
                </a:lnTo>
                <a:lnTo>
                  <a:pt x="2734437" y="15291"/>
                </a:lnTo>
                <a:cubicBezTo>
                  <a:pt x="2751201" y="15863"/>
                  <a:pt x="2767965" y="15863"/>
                  <a:pt x="2784729" y="13672"/>
                </a:cubicBezTo>
                <a:cubicBezTo>
                  <a:pt x="2784729" y="23578"/>
                  <a:pt x="2784729" y="34055"/>
                  <a:pt x="2785205" y="44533"/>
                </a:cubicBezTo>
                <a:cubicBezTo>
                  <a:pt x="2785205" y="58154"/>
                  <a:pt x="2787301" y="124162"/>
                  <a:pt x="2788920" y="139878"/>
                </a:cubicBezTo>
                <a:cubicBezTo>
                  <a:pt x="2790444" y="155118"/>
                  <a:pt x="2792063" y="169787"/>
                  <a:pt x="2791016" y="184931"/>
                </a:cubicBezTo>
                <a:cubicBezTo>
                  <a:pt x="2791016" y="185503"/>
                  <a:pt x="2791016" y="187503"/>
                  <a:pt x="2791492" y="189122"/>
                </a:cubicBezTo>
                <a:lnTo>
                  <a:pt x="2793016" y="192266"/>
                </a:lnTo>
                <a:cubicBezTo>
                  <a:pt x="2791492" y="200076"/>
                  <a:pt x="2798826" y="205886"/>
                  <a:pt x="2806637" y="201695"/>
                </a:cubicBezTo>
                <a:cubicBezTo>
                  <a:pt x="2812923" y="198552"/>
                  <a:pt x="2817114" y="193885"/>
                  <a:pt x="2820257" y="190742"/>
                </a:cubicBezTo>
                <a:cubicBezTo>
                  <a:pt x="2844832" y="165596"/>
                  <a:pt x="2873121" y="144164"/>
                  <a:pt x="2896267" y="116351"/>
                </a:cubicBezTo>
                <a:lnTo>
                  <a:pt x="2901982" y="116351"/>
                </a:lnTo>
                <a:cubicBezTo>
                  <a:pt x="2903601" y="116351"/>
                  <a:pt x="2911412" y="115780"/>
                  <a:pt x="2918746" y="115304"/>
                </a:cubicBezTo>
                <a:lnTo>
                  <a:pt x="2929223" y="114732"/>
                </a:lnTo>
                <a:lnTo>
                  <a:pt x="2933891" y="114732"/>
                </a:lnTo>
                <a:cubicBezTo>
                  <a:pt x="2947035" y="115304"/>
                  <a:pt x="2956370" y="115780"/>
                  <a:pt x="2956370" y="115780"/>
                </a:cubicBezTo>
                <a:cubicBezTo>
                  <a:pt x="2949607" y="124162"/>
                  <a:pt x="2948559" y="124638"/>
                  <a:pt x="2938082" y="132068"/>
                </a:cubicBezTo>
                <a:cubicBezTo>
                  <a:pt x="2930747" y="141497"/>
                  <a:pt x="2920746" y="148832"/>
                  <a:pt x="2913507" y="158261"/>
                </a:cubicBezTo>
                <a:lnTo>
                  <a:pt x="2910840" y="159881"/>
                </a:lnTo>
                <a:lnTo>
                  <a:pt x="2907221" y="162452"/>
                </a:lnTo>
                <a:cubicBezTo>
                  <a:pt x="2895124" y="176073"/>
                  <a:pt x="2883122" y="189694"/>
                  <a:pt x="2872169" y="204362"/>
                </a:cubicBezTo>
                <a:cubicBezTo>
                  <a:pt x="2867978" y="210173"/>
                  <a:pt x="2872645" y="217507"/>
                  <a:pt x="2876836" y="222174"/>
                </a:cubicBezTo>
                <a:lnTo>
                  <a:pt x="2879408" y="224270"/>
                </a:lnTo>
                <a:cubicBezTo>
                  <a:pt x="2880455" y="225794"/>
                  <a:pt x="2881027" y="226841"/>
                  <a:pt x="2881979" y="227413"/>
                </a:cubicBezTo>
                <a:cubicBezTo>
                  <a:pt x="2882551" y="229508"/>
                  <a:pt x="2883599" y="231128"/>
                  <a:pt x="2885123" y="232652"/>
                </a:cubicBezTo>
                <a:lnTo>
                  <a:pt x="2887695" y="235795"/>
                </a:lnTo>
                <a:cubicBezTo>
                  <a:pt x="2893505" y="246272"/>
                  <a:pt x="2902363" y="255131"/>
                  <a:pt x="2909221" y="265132"/>
                </a:cubicBezTo>
                <a:cubicBezTo>
                  <a:pt x="2922841" y="287706"/>
                  <a:pt x="2938558" y="315995"/>
                  <a:pt x="2954846" y="336950"/>
                </a:cubicBezTo>
                <a:cubicBezTo>
                  <a:pt x="2957989" y="344285"/>
                  <a:pt x="2961132" y="352190"/>
                  <a:pt x="2966847" y="357905"/>
                </a:cubicBezTo>
                <a:cubicBezTo>
                  <a:pt x="2969990" y="363620"/>
                  <a:pt x="2972086" y="367907"/>
                  <a:pt x="2974753" y="371526"/>
                </a:cubicBezTo>
                <a:lnTo>
                  <a:pt x="2976848" y="374669"/>
                </a:lnTo>
                <a:lnTo>
                  <a:pt x="2970086" y="373622"/>
                </a:lnTo>
                <a:lnTo>
                  <a:pt x="2963799" y="373622"/>
                </a:lnTo>
                <a:cubicBezTo>
                  <a:pt x="2952845" y="374193"/>
                  <a:pt x="2940749" y="372574"/>
                  <a:pt x="2929699" y="372002"/>
                </a:cubicBezTo>
                <a:cubicBezTo>
                  <a:pt x="2922937" y="372002"/>
                  <a:pt x="2915603" y="370383"/>
                  <a:pt x="2909316" y="370383"/>
                </a:cubicBezTo>
                <a:cubicBezTo>
                  <a:pt x="2906745" y="370383"/>
                  <a:pt x="2903506" y="370383"/>
                  <a:pt x="2900934" y="370955"/>
                </a:cubicBezTo>
                <a:cubicBezTo>
                  <a:pt x="2899886" y="368383"/>
                  <a:pt x="2898839" y="366764"/>
                  <a:pt x="2898362" y="365240"/>
                </a:cubicBezTo>
                <a:lnTo>
                  <a:pt x="2895219" y="360001"/>
                </a:lnTo>
                <a:cubicBezTo>
                  <a:pt x="2893695" y="357334"/>
                  <a:pt x="2892647" y="355334"/>
                  <a:pt x="2892076" y="353238"/>
                </a:cubicBezTo>
                <a:cubicBezTo>
                  <a:pt x="2892076" y="350571"/>
                  <a:pt x="2891028" y="348476"/>
                  <a:pt x="2888933" y="346952"/>
                </a:cubicBezTo>
                <a:cubicBezTo>
                  <a:pt x="2886837" y="341237"/>
                  <a:pt x="2883218" y="335998"/>
                  <a:pt x="2879503" y="331235"/>
                </a:cubicBezTo>
                <a:cubicBezTo>
                  <a:pt x="2879027" y="329140"/>
                  <a:pt x="2877884" y="326568"/>
                  <a:pt x="2876360" y="324949"/>
                </a:cubicBezTo>
                <a:cubicBezTo>
                  <a:pt x="2875312" y="321806"/>
                  <a:pt x="2873693" y="318662"/>
                  <a:pt x="2871597" y="316567"/>
                </a:cubicBezTo>
                <a:cubicBezTo>
                  <a:pt x="2865882" y="306661"/>
                  <a:pt x="2857976" y="290373"/>
                  <a:pt x="2850642" y="283039"/>
                </a:cubicBezTo>
                <a:lnTo>
                  <a:pt x="2848070" y="279324"/>
                </a:lnTo>
                <a:cubicBezTo>
                  <a:pt x="2845975" y="276181"/>
                  <a:pt x="2843403" y="272561"/>
                  <a:pt x="2840736" y="269418"/>
                </a:cubicBezTo>
                <a:cubicBezTo>
                  <a:pt x="2831306" y="258941"/>
                  <a:pt x="2826639" y="255226"/>
                  <a:pt x="2815114" y="262655"/>
                </a:cubicBezTo>
                <a:cubicBezTo>
                  <a:pt x="2809875" y="266275"/>
                  <a:pt x="2805113" y="270466"/>
                  <a:pt x="2797778" y="275228"/>
                </a:cubicBezTo>
                <a:cubicBezTo>
                  <a:pt x="2793587" y="276276"/>
                  <a:pt x="2790444" y="280467"/>
                  <a:pt x="2791016" y="285134"/>
                </a:cubicBezTo>
                <a:cubicBezTo>
                  <a:pt x="2792540" y="306089"/>
                  <a:pt x="2792540" y="325997"/>
                  <a:pt x="2791016" y="346380"/>
                </a:cubicBezTo>
                <a:cubicBezTo>
                  <a:pt x="2791016" y="346952"/>
                  <a:pt x="2791016" y="348476"/>
                  <a:pt x="2790444" y="350095"/>
                </a:cubicBezTo>
                <a:lnTo>
                  <a:pt x="2790444" y="353238"/>
                </a:lnTo>
                <a:cubicBezTo>
                  <a:pt x="2789396" y="359525"/>
                  <a:pt x="2789396" y="364192"/>
                  <a:pt x="2789968" y="367907"/>
                </a:cubicBezTo>
                <a:lnTo>
                  <a:pt x="2760059" y="367907"/>
                </a:lnTo>
                <a:close/>
                <a:moveTo>
                  <a:pt x="2722436" y="370955"/>
                </a:moveTo>
                <a:cubicBezTo>
                  <a:pt x="2722912" y="375146"/>
                  <a:pt x="2723483" y="380956"/>
                  <a:pt x="2729770" y="378289"/>
                </a:cubicBezTo>
                <a:cubicBezTo>
                  <a:pt x="2730341" y="377717"/>
                  <a:pt x="2789491" y="377717"/>
                  <a:pt x="2791111" y="377717"/>
                </a:cubicBezTo>
                <a:cubicBezTo>
                  <a:pt x="2794730" y="377717"/>
                  <a:pt x="2801017" y="377717"/>
                  <a:pt x="2800541" y="372002"/>
                </a:cubicBezTo>
                <a:cubicBezTo>
                  <a:pt x="2800064" y="367335"/>
                  <a:pt x="2799493" y="362573"/>
                  <a:pt x="2800541" y="354191"/>
                </a:cubicBezTo>
                <a:lnTo>
                  <a:pt x="2800541" y="351524"/>
                </a:lnTo>
                <a:cubicBezTo>
                  <a:pt x="2801017" y="349904"/>
                  <a:pt x="2801017" y="347333"/>
                  <a:pt x="2801017" y="345237"/>
                </a:cubicBezTo>
                <a:cubicBezTo>
                  <a:pt x="2802636" y="325901"/>
                  <a:pt x="2802636" y="305994"/>
                  <a:pt x="2802636" y="283991"/>
                </a:cubicBezTo>
                <a:lnTo>
                  <a:pt x="2805779" y="282372"/>
                </a:lnTo>
                <a:cubicBezTo>
                  <a:pt x="2811018" y="279229"/>
                  <a:pt x="2815781" y="274562"/>
                  <a:pt x="2821020" y="270847"/>
                </a:cubicBezTo>
                <a:lnTo>
                  <a:pt x="2824734" y="268180"/>
                </a:lnTo>
                <a:cubicBezTo>
                  <a:pt x="2831497" y="272371"/>
                  <a:pt x="2835688" y="279134"/>
                  <a:pt x="2840450" y="284944"/>
                </a:cubicBezTo>
                <a:lnTo>
                  <a:pt x="2843594" y="289706"/>
                </a:lnTo>
                <a:cubicBezTo>
                  <a:pt x="2849880" y="295421"/>
                  <a:pt x="2858738" y="313233"/>
                  <a:pt x="2864549" y="323234"/>
                </a:cubicBezTo>
                <a:cubicBezTo>
                  <a:pt x="2866168" y="324854"/>
                  <a:pt x="2867120" y="326949"/>
                  <a:pt x="2868740" y="331045"/>
                </a:cubicBezTo>
                <a:cubicBezTo>
                  <a:pt x="2869054" y="331426"/>
                  <a:pt x="2869406" y="332315"/>
                  <a:pt x="2869787" y="333712"/>
                </a:cubicBezTo>
                <a:lnTo>
                  <a:pt x="2870835" y="336379"/>
                </a:lnTo>
                <a:cubicBezTo>
                  <a:pt x="2875503" y="342189"/>
                  <a:pt x="2878741" y="347904"/>
                  <a:pt x="2882360" y="354191"/>
                </a:cubicBezTo>
                <a:cubicBezTo>
                  <a:pt x="2882932" y="358382"/>
                  <a:pt x="2884932" y="362001"/>
                  <a:pt x="2887028" y="365144"/>
                </a:cubicBezTo>
                <a:lnTo>
                  <a:pt x="2889695" y="370383"/>
                </a:lnTo>
                <a:cubicBezTo>
                  <a:pt x="2893314" y="376098"/>
                  <a:pt x="2891219" y="380384"/>
                  <a:pt x="2900172" y="380861"/>
                </a:cubicBezTo>
                <a:cubicBezTo>
                  <a:pt x="2902839" y="380861"/>
                  <a:pt x="2906459" y="380289"/>
                  <a:pt x="2909602" y="380289"/>
                </a:cubicBezTo>
                <a:cubicBezTo>
                  <a:pt x="2915888" y="380289"/>
                  <a:pt x="2922746" y="381813"/>
                  <a:pt x="2929509" y="381813"/>
                </a:cubicBezTo>
                <a:cubicBezTo>
                  <a:pt x="2941034" y="382385"/>
                  <a:pt x="2953607" y="383909"/>
                  <a:pt x="2966180" y="383909"/>
                </a:cubicBezTo>
                <a:lnTo>
                  <a:pt x="2969800" y="383337"/>
                </a:lnTo>
                <a:cubicBezTo>
                  <a:pt x="2970371" y="383337"/>
                  <a:pt x="2980278" y="386004"/>
                  <a:pt x="2984468" y="383337"/>
                </a:cubicBezTo>
                <a:cubicBezTo>
                  <a:pt x="2988659" y="381718"/>
                  <a:pt x="2994946" y="379146"/>
                  <a:pt x="2989707" y="373907"/>
                </a:cubicBezTo>
                <a:cubicBezTo>
                  <a:pt x="2983992" y="368192"/>
                  <a:pt x="2979230" y="359239"/>
                  <a:pt x="2974562" y="350857"/>
                </a:cubicBezTo>
                <a:cubicBezTo>
                  <a:pt x="2969800" y="346094"/>
                  <a:pt x="2966657" y="338284"/>
                  <a:pt x="2963513" y="330950"/>
                </a:cubicBezTo>
                <a:cubicBezTo>
                  <a:pt x="2947797" y="311614"/>
                  <a:pt x="2931033" y="280181"/>
                  <a:pt x="2917984" y="259703"/>
                </a:cubicBezTo>
                <a:cubicBezTo>
                  <a:pt x="2911697" y="249797"/>
                  <a:pt x="2902744" y="240843"/>
                  <a:pt x="2897029" y="230366"/>
                </a:cubicBezTo>
                <a:lnTo>
                  <a:pt x="2894933" y="227222"/>
                </a:lnTo>
                <a:lnTo>
                  <a:pt x="2892362" y="225127"/>
                </a:lnTo>
                <a:cubicBezTo>
                  <a:pt x="2892362" y="225127"/>
                  <a:pt x="2892362" y="224555"/>
                  <a:pt x="2887123" y="217221"/>
                </a:cubicBezTo>
                <a:lnTo>
                  <a:pt x="2884551" y="214554"/>
                </a:lnTo>
                <a:cubicBezTo>
                  <a:pt x="2883027" y="212935"/>
                  <a:pt x="2881979" y="211411"/>
                  <a:pt x="2880932" y="209315"/>
                </a:cubicBezTo>
                <a:cubicBezTo>
                  <a:pt x="2891409" y="195123"/>
                  <a:pt x="2902934" y="182550"/>
                  <a:pt x="2914460" y="169501"/>
                </a:cubicBezTo>
                <a:cubicBezTo>
                  <a:pt x="2914460" y="169501"/>
                  <a:pt x="2916555" y="168453"/>
                  <a:pt x="2918174" y="166834"/>
                </a:cubicBezTo>
                <a:lnTo>
                  <a:pt x="2921318" y="164738"/>
                </a:lnTo>
                <a:cubicBezTo>
                  <a:pt x="2928652" y="155309"/>
                  <a:pt x="2938653" y="147974"/>
                  <a:pt x="2945892" y="138545"/>
                </a:cubicBezTo>
                <a:cubicBezTo>
                  <a:pt x="2956370" y="131210"/>
                  <a:pt x="2964275" y="122828"/>
                  <a:pt x="2971610" y="113970"/>
                </a:cubicBezTo>
                <a:lnTo>
                  <a:pt x="2971610" y="107207"/>
                </a:lnTo>
                <a:cubicBezTo>
                  <a:pt x="2973229" y="107207"/>
                  <a:pt x="2966371" y="106636"/>
                  <a:pt x="2966942" y="106160"/>
                </a:cubicBezTo>
                <a:cubicBezTo>
                  <a:pt x="2964847" y="105588"/>
                  <a:pt x="2962275" y="105588"/>
                  <a:pt x="2960180" y="106160"/>
                </a:cubicBezTo>
                <a:cubicBezTo>
                  <a:pt x="2951321" y="105588"/>
                  <a:pt x="2942368" y="104064"/>
                  <a:pt x="2933510" y="104064"/>
                </a:cubicBezTo>
                <a:lnTo>
                  <a:pt x="2929319" y="104064"/>
                </a:lnTo>
                <a:lnTo>
                  <a:pt x="2918841" y="105112"/>
                </a:lnTo>
                <a:cubicBezTo>
                  <a:pt x="2911507" y="105683"/>
                  <a:pt x="2904173" y="106160"/>
                  <a:pt x="2902553" y="106160"/>
                </a:cubicBezTo>
                <a:cubicBezTo>
                  <a:pt x="2896838" y="106160"/>
                  <a:pt x="2889980" y="103493"/>
                  <a:pt x="2887885" y="111398"/>
                </a:cubicBezTo>
                <a:cubicBezTo>
                  <a:pt x="2865311" y="137592"/>
                  <a:pt x="2837593" y="158547"/>
                  <a:pt x="2813971" y="183217"/>
                </a:cubicBezTo>
                <a:cubicBezTo>
                  <a:pt x="2810828" y="186360"/>
                  <a:pt x="2807684" y="189503"/>
                  <a:pt x="2803493" y="190551"/>
                </a:cubicBezTo>
                <a:lnTo>
                  <a:pt x="2801398" y="185884"/>
                </a:lnTo>
                <a:cubicBezTo>
                  <a:pt x="2802446" y="170168"/>
                  <a:pt x="2800922" y="154451"/>
                  <a:pt x="2799303" y="138735"/>
                </a:cubicBezTo>
                <a:cubicBezTo>
                  <a:pt x="2797683" y="123019"/>
                  <a:pt x="2795588" y="58058"/>
                  <a:pt x="2795588" y="44438"/>
                </a:cubicBezTo>
                <a:cubicBezTo>
                  <a:pt x="2795111" y="31865"/>
                  <a:pt x="2795111" y="19292"/>
                  <a:pt x="2795111" y="7766"/>
                </a:cubicBezTo>
                <a:cubicBezTo>
                  <a:pt x="2795111" y="4623"/>
                  <a:pt x="2792540" y="2528"/>
                  <a:pt x="2789396" y="3004"/>
                </a:cubicBezTo>
                <a:cubicBezTo>
                  <a:pt x="2768441" y="6147"/>
                  <a:pt x="2747963" y="4052"/>
                  <a:pt x="2727579" y="5099"/>
                </a:cubicBezTo>
                <a:cubicBezTo>
                  <a:pt x="2720245" y="6147"/>
                  <a:pt x="2720245" y="7766"/>
                  <a:pt x="2719769" y="14529"/>
                </a:cubicBezTo>
                <a:lnTo>
                  <a:pt x="2719769" y="22340"/>
                </a:lnTo>
                <a:cubicBezTo>
                  <a:pt x="2719197" y="27102"/>
                  <a:pt x="2718149" y="89967"/>
                  <a:pt x="2718721" y="109779"/>
                </a:cubicBezTo>
                <a:cubicBezTo>
                  <a:pt x="2720340" y="192551"/>
                  <a:pt x="2726055" y="275895"/>
                  <a:pt x="2723388" y="358572"/>
                </a:cubicBezTo>
                <a:lnTo>
                  <a:pt x="2723388" y="367526"/>
                </a:lnTo>
                <a:lnTo>
                  <a:pt x="2722912" y="370669"/>
                </a:lnTo>
                <a:close/>
                <a:moveTo>
                  <a:pt x="2588895" y="374098"/>
                </a:moveTo>
                <a:cubicBezTo>
                  <a:pt x="2592038" y="347333"/>
                  <a:pt x="2590514" y="330569"/>
                  <a:pt x="2590514" y="305994"/>
                </a:cubicBezTo>
                <a:lnTo>
                  <a:pt x="2590991" y="268275"/>
                </a:lnTo>
                <a:cubicBezTo>
                  <a:pt x="2591562" y="249416"/>
                  <a:pt x="2591562" y="228461"/>
                  <a:pt x="2590991" y="225317"/>
                </a:cubicBezTo>
                <a:cubicBezTo>
                  <a:pt x="2590514" y="219507"/>
                  <a:pt x="2588895" y="212744"/>
                  <a:pt x="2588895" y="205410"/>
                </a:cubicBezTo>
                <a:lnTo>
                  <a:pt x="2587371" y="197028"/>
                </a:lnTo>
                <a:cubicBezTo>
                  <a:pt x="2582704" y="170263"/>
                  <a:pt x="2570036" y="149308"/>
                  <a:pt x="2538127" y="151975"/>
                </a:cubicBezTo>
                <a:cubicBezTo>
                  <a:pt x="2520791" y="153023"/>
                  <a:pt x="2504123" y="157214"/>
                  <a:pt x="2494121" y="169787"/>
                </a:cubicBezTo>
                <a:cubicBezTo>
                  <a:pt x="2486216" y="178645"/>
                  <a:pt x="2480501" y="188646"/>
                  <a:pt x="2477357" y="202743"/>
                </a:cubicBezTo>
                <a:lnTo>
                  <a:pt x="2476310" y="207982"/>
                </a:lnTo>
                <a:cubicBezTo>
                  <a:pt x="2474690" y="213221"/>
                  <a:pt x="2472595" y="218936"/>
                  <a:pt x="2471642" y="225794"/>
                </a:cubicBezTo>
                <a:cubicBezTo>
                  <a:pt x="2467928" y="245225"/>
                  <a:pt x="2474214" y="278181"/>
                  <a:pt x="2473166" y="298660"/>
                </a:cubicBezTo>
                <a:cubicBezTo>
                  <a:pt x="2472119" y="315995"/>
                  <a:pt x="2473738" y="333236"/>
                  <a:pt x="2472690" y="353143"/>
                </a:cubicBezTo>
                <a:cubicBezTo>
                  <a:pt x="2472214" y="359429"/>
                  <a:pt x="2471642" y="365716"/>
                  <a:pt x="2472214" y="372002"/>
                </a:cubicBezTo>
                <a:cubicBezTo>
                  <a:pt x="2464880" y="373050"/>
                  <a:pt x="2456974" y="373622"/>
                  <a:pt x="2448592" y="373622"/>
                </a:cubicBezTo>
                <a:cubicBezTo>
                  <a:pt x="2439734" y="373050"/>
                  <a:pt x="2430304" y="372574"/>
                  <a:pt x="2421350" y="372574"/>
                </a:cubicBezTo>
                <a:cubicBezTo>
                  <a:pt x="2419255" y="372574"/>
                  <a:pt x="2416588" y="373145"/>
                  <a:pt x="2414016" y="373145"/>
                </a:cubicBezTo>
                <a:cubicBezTo>
                  <a:pt x="2413445" y="340665"/>
                  <a:pt x="2411921" y="151022"/>
                  <a:pt x="2412968" y="140545"/>
                </a:cubicBezTo>
                <a:cubicBezTo>
                  <a:pt x="2413445" y="131687"/>
                  <a:pt x="2415064" y="122733"/>
                  <a:pt x="2416588" y="114351"/>
                </a:cubicBezTo>
                <a:lnTo>
                  <a:pt x="2424494" y="113780"/>
                </a:lnTo>
                <a:lnTo>
                  <a:pt x="2436495" y="113208"/>
                </a:lnTo>
                <a:cubicBezTo>
                  <a:pt x="2444306" y="113208"/>
                  <a:pt x="2451735" y="113780"/>
                  <a:pt x="2459546" y="113780"/>
                </a:cubicBezTo>
                <a:lnTo>
                  <a:pt x="2470499" y="113780"/>
                </a:lnTo>
                <a:lnTo>
                  <a:pt x="2470499" y="117494"/>
                </a:lnTo>
                <a:cubicBezTo>
                  <a:pt x="2470499" y="123209"/>
                  <a:pt x="2470023" y="130067"/>
                  <a:pt x="2472595" y="135306"/>
                </a:cubicBezTo>
                <a:cubicBezTo>
                  <a:pt x="2480501" y="151594"/>
                  <a:pt x="2499836" y="125400"/>
                  <a:pt x="2506123" y="122733"/>
                </a:cubicBezTo>
                <a:cubicBezTo>
                  <a:pt x="2517172" y="114923"/>
                  <a:pt x="2529745" y="108065"/>
                  <a:pt x="2543366" y="104921"/>
                </a:cubicBezTo>
                <a:cubicBezTo>
                  <a:pt x="2552224" y="103302"/>
                  <a:pt x="2562225" y="105493"/>
                  <a:pt x="2571083" y="105969"/>
                </a:cubicBezTo>
                <a:cubicBezTo>
                  <a:pt x="2581085" y="106541"/>
                  <a:pt x="2589943" y="110160"/>
                  <a:pt x="2599373" y="112256"/>
                </a:cubicBezTo>
                <a:cubicBezTo>
                  <a:pt x="2605183" y="113875"/>
                  <a:pt x="2607278" y="114923"/>
                  <a:pt x="2611470" y="118066"/>
                </a:cubicBezTo>
                <a:cubicBezTo>
                  <a:pt x="2625090" y="127496"/>
                  <a:pt x="2637091" y="140545"/>
                  <a:pt x="2642902" y="157309"/>
                </a:cubicBezTo>
                <a:cubicBezTo>
                  <a:pt x="2646616" y="175597"/>
                  <a:pt x="2652903" y="211316"/>
                  <a:pt x="2652332" y="238557"/>
                </a:cubicBezTo>
                <a:cubicBezTo>
                  <a:pt x="2651855" y="249511"/>
                  <a:pt x="2652903" y="260560"/>
                  <a:pt x="2652332" y="271037"/>
                </a:cubicBezTo>
                <a:cubicBezTo>
                  <a:pt x="2651855" y="277800"/>
                  <a:pt x="2653951" y="286277"/>
                  <a:pt x="2652332" y="294564"/>
                </a:cubicBezTo>
                <a:cubicBezTo>
                  <a:pt x="2652903" y="300374"/>
                  <a:pt x="2652903" y="355334"/>
                  <a:pt x="2648712" y="377813"/>
                </a:cubicBezTo>
                <a:cubicBezTo>
                  <a:pt x="2644521" y="377813"/>
                  <a:pt x="2640330" y="377813"/>
                  <a:pt x="2636139" y="378384"/>
                </a:cubicBezTo>
                <a:lnTo>
                  <a:pt x="2632996" y="378956"/>
                </a:lnTo>
                <a:lnTo>
                  <a:pt x="2630900" y="378956"/>
                </a:lnTo>
                <a:lnTo>
                  <a:pt x="2627186" y="378384"/>
                </a:lnTo>
                <a:cubicBezTo>
                  <a:pt x="2617756" y="376765"/>
                  <a:pt x="2609850" y="376289"/>
                  <a:pt x="2601468" y="376289"/>
                </a:cubicBezTo>
                <a:cubicBezTo>
                  <a:pt x="2597753" y="375717"/>
                  <a:pt x="2594134" y="376289"/>
                  <a:pt x="2589466" y="375717"/>
                </a:cubicBezTo>
                <a:lnTo>
                  <a:pt x="2588895" y="374193"/>
                </a:lnTo>
                <a:close/>
                <a:moveTo>
                  <a:pt x="2481548" y="129972"/>
                </a:moveTo>
                <a:cubicBezTo>
                  <a:pt x="2478405" y="121114"/>
                  <a:pt x="2486216" y="104350"/>
                  <a:pt x="2471642" y="103778"/>
                </a:cubicBezTo>
                <a:lnTo>
                  <a:pt x="2459546" y="103778"/>
                </a:lnTo>
                <a:cubicBezTo>
                  <a:pt x="2451735" y="103778"/>
                  <a:pt x="2444306" y="103207"/>
                  <a:pt x="2436495" y="103207"/>
                </a:cubicBezTo>
                <a:lnTo>
                  <a:pt x="2423922" y="103778"/>
                </a:lnTo>
                <a:cubicBezTo>
                  <a:pt x="2419731" y="104350"/>
                  <a:pt x="2408206" y="102731"/>
                  <a:pt x="2407158" y="108446"/>
                </a:cubicBezTo>
                <a:cubicBezTo>
                  <a:pt x="2405539" y="118447"/>
                  <a:pt x="2404015" y="128924"/>
                  <a:pt x="2402967" y="139402"/>
                </a:cubicBezTo>
                <a:cubicBezTo>
                  <a:pt x="2401919" y="150927"/>
                  <a:pt x="2404015" y="377717"/>
                  <a:pt x="2404015" y="377717"/>
                </a:cubicBezTo>
                <a:cubicBezTo>
                  <a:pt x="2404015" y="381908"/>
                  <a:pt x="2409254" y="382956"/>
                  <a:pt x="2412397" y="382956"/>
                </a:cubicBezTo>
                <a:cubicBezTo>
                  <a:pt x="2415540" y="382956"/>
                  <a:pt x="2418683" y="382385"/>
                  <a:pt x="2421255" y="382385"/>
                </a:cubicBezTo>
                <a:cubicBezTo>
                  <a:pt x="2430113" y="382385"/>
                  <a:pt x="2439543" y="382956"/>
                  <a:pt x="2448497" y="383432"/>
                </a:cubicBezTo>
                <a:cubicBezTo>
                  <a:pt x="2458974" y="383432"/>
                  <a:pt x="2469452" y="382385"/>
                  <a:pt x="2478405" y="381337"/>
                </a:cubicBezTo>
                <a:cubicBezTo>
                  <a:pt x="2481548" y="381337"/>
                  <a:pt x="2483644" y="378194"/>
                  <a:pt x="2482596" y="375050"/>
                </a:cubicBezTo>
                <a:cubicBezTo>
                  <a:pt x="2480977" y="369812"/>
                  <a:pt x="2482024" y="359334"/>
                  <a:pt x="2482596" y="353619"/>
                </a:cubicBezTo>
                <a:cubicBezTo>
                  <a:pt x="2483644" y="333712"/>
                  <a:pt x="2482024" y="316376"/>
                  <a:pt x="2483072" y="299136"/>
                </a:cubicBezTo>
                <a:cubicBezTo>
                  <a:pt x="2484120" y="280753"/>
                  <a:pt x="2477834" y="243034"/>
                  <a:pt x="2481453" y="227889"/>
                </a:cubicBezTo>
                <a:cubicBezTo>
                  <a:pt x="2482501" y="221126"/>
                  <a:pt x="2484596" y="215316"/>
                  <a:pt x="2486120" y="210077"/>
                </a:cubicBezTo>
                <a:lnTo>
                  <a:pt x="2487168" y="204267"/>
                </a:lnTo>
                <a:cubicBezTo>
                  <a:pt x="2489740" y="192742"/>
                  <a:pt x="2494979" y="183884"/>
                  <a:pt x="2501837" y="175978"/>
                </a:cubicBezTo>
                <a:cubicBezTo>
                  <a:pt x="2508599" y="167120"/>
                  <a:pt x="2522220" y="162833"/>
                  <a:pt x="2538984" y="161786"/>
                </a:cubicBezTo>
                <a:cubicBezTo>
                  <a:pt x="2569369" y="159690"/>
                  <a:pt x="2575084" y="182741"/>
                  <a:pt x="2578799" y="206363"/>
                </a:cubicBezTo>
                <a:cubicBezTo>
                  <a:pt x="2578799" y="213125"/>
                  <a:pt x="2579846" y="219983"/>
                  <a:pt x="2580894" y="226746"/>
                </a:cubicBezTo>
                <a:cubicBezTo>
                  <a:pt x="2581942" y="231509"/>
                  <a:pt x="2580418" y="305327"/>
                  <a:pt x="2580418" y="305899"/>
                </a:cubicBezTo>
                <a:cubicBezTo>
                  <a:pt x="2580418" y="330473"/>
                  <a:pt x="2581942" y="347333"/>
                  <a:pt x="2578799" y="374003"/>
                </a:cubicBezTo>
                <a:lnTo>
                  <a:pt x="2579275" y="376574"/>
                </a:lnTo>
                <a:lnTo>
                  <a:pt x="2578799" y="379241"/>
                </a:lnTo>
                <a:cubicBezTo>
                  <a:pt x="2577179" y="388195"/>
                  <a:pt x="2596610" y="385528"/>
                  <a:pt x="2601278" y="386099"/>
                </a:cubicBezTo>
                <a:cubicBezTo>
                  <a:pt x="2608612" y="386099"/>
                  <a:pt x="2616518" y="386671"/>
                  <a:pt x="2625376" y="388195"/>
                </a:cubicBezTo>
                <a:lnTo>
                  <a:pt x="2630043" y="388671"/>
                </a:lnTo>
                <a:lnTo>
                  <a:pt x="2634234" y="388671"/>
                </a:lnTo>
                <a:lnTo>
                  <a:pt x="2637378" y="388195"/>
                </a:lnTo>
                <a:cubicBezTo>
                  <a:pt x="2640997" y="387623"/>
                  <a:pt x="2644712" y="387623"/>
                  <a:pt x="2647855" y="388195"/>
                </a:cubicBezTo>
                <a:cubicBezTo>
                  <a:pt x="2651474" y="388195"/>
                  <a:pt x="2658332" y="389719"/>
                  <a:pt x="2659380" y="384004"/>
                </a:cubicBezTo>
                <a:cubicBezTo>
                  <a:pt x="2662523" y="364668"/>
                  <a:pt x="2662523" y="303803"/>
                  <a:pt x="2661952" y="294469"/>
                </a:cubicBezTo>
                <a:cubicBezTo>
                  <a:pt x="2663571" y="287135"/>
                  <a:pt x="2661476" y="278753"/>
                  <a:pt x="2661952" y="271418"/>
                </a:cubicBezTo>
                <a:cubicBezTo>
                  <a:pt x="2662428" y="260941"/>
                  <a:pt x="2661476" y="249987"/>
                  <a:pt x="2661952" y="238938"/>
                </a:cubicBezTo>
                <a:cubicBezTo>
                  <a:pt x="2662999" y="210173"/>
                  <a:pt x="2656237" y="173501"/>
                  <a:pt x="2652522" y="154070"/>
                </a:cubicBezTo>
                <a:cubicBezTo>
                  <a:pt x="2645759" y="134639"/>
                  <a:pt x="2632043" y="120066"/>
                  <a:pt x="2616899" y="109493"/>
                </a:cubicBezTo>
                <a:cubicBezTo>
                  <a:pt x="2611660" y="106350"/>
                  <a:pt x="2608516" y="104255"/>
                  <a:pt x="2601182" y="102731"/>
                </a:cubicBezTo>
                <a:cubicBezTo>
                  <a:pt x="2591276" y="100064"/>
                  <a:pt x="2581751" y="96444"/>
                  <a:pt x="2571274" y="95873"/>
                </a:cubicBezTo>
                <a:cubicBezTo>
                  <a:pt x="2561368" y="95301"/>
                  <a:pt x="2551366" y="93301"/>
                  <a:pt x="2540889" y="95301"/>
                </a:cubicBezTo>
                <a:cubicBezTo>
                  <a:pt x="2525649" y="98444"/>
                  <a:pt x="2512028" y="105779"/>
                  <a:pt x="2500503" y="114161"/>
                </a:cubicBezTo>
                <a:cubicBezTo>
                  <a:pt x="2492597" y="117875"/>
                  <a:pt x="2488502" y="126162"/>
                  <a:pt x="2481072" y="129877"/>
                </a:cubicBezTo>
                <a:moveTo>
                  <a:pt x="2181987" y="270752"/>
                </a:moveTo>
                <a:cubicBezTo>
                  <a:pt x="2180368" y="271323"/>
                  <a:pt x="2178272" y="271799"/>
                  <a:pt x="2176748" y="272847"/>
                </a:cubicBezTo>
                <a:cubicBezTo>
                  <a:pt x="2174653" y="273895"/>
                  <a:pt x="2173605" y="274943"/>
                  <a:pt x="2170462" y="277038"/>
                </a:cubicBezTo>
                <a:lnTo>
                  <a:pt x="2165795" y="279705"/>
                </a:lnTo>
                <a:cubicBezTo>
                  <a:pt x="2153793" y="290659"/>
                  <a:pt x="2153793" y="309614"/>
                  <a:pt x="2159508" y="324282"/>
                </a:cubicBezTo>
                <a:lnTo>
                  <a:pt x="2161604" y="326949"/>
                </a:lnTo>
                <a:cubicBezTo>
                  <a:pt x="2174177" y="343713"/>
                  <a:pt x="2191988" y="347333"/>
                  <a:pt x="2208752" y="348952"/>
                </a:cubicBezTo>
                <a:cubicBezTo>
                  <a:pt x="2217611" y="350000"/>
                  <a:pt x="2230279" y="342665"/>
                  <a:pt x="2238089" y="338474"/>
                </a:cubicBezTo>
                <a:cubicBezTo>
                  <a:pt x="2242757" y="335807"/>
                  <a:pt x="2247519" y="334283"/>
                  <a:pt x="2251234" y="330569"/>
                </a:cubicBezTo>
                <a:cubicBezTo>
                  <a:pt x="2261711" y="321139"/>
                  <a:pt x="2265426" y="304946"/>
                  <a:pt x="2267998" y="291802"/>
                </a:cubicBezTo>
                <a:cubicBezTo>
                  <a:pt x="2271141" y="281324"/>
                  <a:pt x="2269522" y="269799"/>
                  <a:pt x="2268474" y="259322"/>
                </a:cubicBezTo>
                <a:cubicBezTo>
                  <a:pt x="2267998" y="255607"/>
                  <a:pt x="2266379" y="249416"/>
                  <a:pt x="2261711" y="249416"/>
                </a:cubicBezTo>
                <a:lnTo>
                  <a:pt x="2259044" y="249987"/>
                </a:lnTo>
                <a:lnTo>
                  <a:pt x="2255425" y="250559"/>
                </a:lnTo>
                <a:lnTo>
                  <a:pt x="2243423" y="253130"/>
                </a:lnTo>
                <a:cubicBezTo>
                  <a:pt x="2234565" y="255226"/>
                  <a:pt x="2224564" y="257321"/>
                  <a:pt x="2220849" y="258369"/>
                </a:cubicBezTo>
                <a:lnTo>
                  <a:pt x="2206657" y="262084"/>
                </a:lnTo>
                <a:lnTo>
                  <a:pt x="2196751" y="265227"/>
                </a:lnTo>
                <a:lnTo>
                  <a:pt x="2193131" y="266275"/>
                </a:lnTo>
                <a:cubicBezTo>
                  <a:pt x="2190464" y="267323"/>
                  <a:pt x="2188940" y="268942"/>
                  <a:pt x="2186369" y="269990"/>
                </a:cubicBezTo>
                <a:lnTo>
                  <a:pt x="2182178" y="271037"/>
                </a:lnTo>
                <a:close/>
                <a:moveTo>
                  <a:pt x="2258473" y="260274"/>
                </a:moveTo>
                <a:cubicBezTo>
                  <a:pt x="2259521" y="269704"/>
                  <a:pt x="2261045" y="279610"/>
                  <a:pt x="2258473" y="289611"/>
                </a:cubicBezTo>
                <a:cubicBezTo>
                  <a:pt x="2255806" y="300089"/>
                  <a:pt x="2252758" y="315233"/>
                  <a:pt x="2244281" y="323139"/>
                </a:cubicBezTo>
                <a:cubicBezTo>
                  <a:pt x="2241137" y="326282"/>
                  <a:pt x="2236946" y="327330"/>
                  <a:pt x="2233327" y="329426"/>
                </a:cubicBezTo>
                <a:cubicBezTo>
                  <a:pt x="2227040" y="332569"/>
                  <a:pt x="2221325" y="336284"/>
                  <a:pt x="2214467" y="338379"/>
                </a:cubicBezTo>
                <a:cubicBezTo>
                  <a:pt x="2200275" y="342570"/>
                  <a:pt x="2177796" y="332093"/>
                  <a:pt x="2167795" y="318472"/>
                </a:cubicBezTo>
                <a:cubicBezTo>
                  <a:pt x="2163604" y="307518"/>
                  <a:pt x="2165699" y="293326"/>
                  <a:pt x="2173034" y="287039"/>
                </a:cubicBezTo>
                <a:lnTo>
                  <a:pt x="2175605" y="285420"/>
                </a:lnTo>
                <a:lnTo>
                  <a:pt x="2178749" y="283801"/>
                </a:lnTo>
                <a:lnTo>
                  <a:pt x="2180844" y="281705"/>
                </a:lnTo>
                <a:cubicBezTo>
                  <a:pt x="2181892" y="281134"/>
                  <a:pt x="2183416" y="280658"/>
                  <a:pt x="2184464" y="280086"/>
                </a:cubicBezTo>
                <a:lnTo>
                  <a:pt x="2188655" y="279038"/>
                </a:lnTo>
                <a:cubicBezTo>
                  <a:pt x="2191226" y="277991"/>
                  <a:pt x="2194370" y="277419"/>
                  <a:pt x="2196465" y="275419"/>
                </a:cubicBezTo>
                <a:lnTo>
                  <a:pt x="2199608" y="274371"/>
                </a:lnTo>
                <a:lnTo>
                  <a:pt x="2209038" y="271704"/>
                </a:lnTo>
                <a:lnTo>
                  <a:pt x="2223230" y="267513"/>
                </a:lnTo>
                <a:cubicBezTo>
                  <a:pt x="2226850" y="266465"/>
                  <a:pt x="2236851" y="264370"/>
                  <a:pt x="2245233" y="262846"/>
                </a:cubicBezTo>
                <a:lnTo>
                  <a:pt x="2258378" y="260179"/>
                </a:lnTo>
                <a:close/>
                <a:moveTo>
                  <a:pt x="2101787" y="185408"/>
                </a:moveTo>
                <a:cubicBezTo>
                  <a:pt x="2103406" y="180169"/>
                  <a:pt x="2104930" y="174930"/>
                  <a:pt x="2105978" y="169120"/>
                </a:cubicBezTo>
                <a:cubicBezTo>
                  <a:pt x="2116455" y="152356"/>
                  <a:pt x="2129028" y="137687"/>
                  <a:pt x="2144744" y="127210"/>
                </a:cubicBezTo>
                <a:cubicBezTo>
                  <a:pt x="2146840" y="124543"/>
                  <a:pt x="2148935" y="123495"/>
                  <a:pt x="2151507" y="121400"/>
                </a:cubicBezTo>
                <a:lnTo>
                  <a:pt x="2156746" y="118828"/>
                </a:lnTo>
                <a:cubicBezTo>
                  <a:pt x="2158270" y="118256"/>
                  <a:pt x="2159889" y="117209"/>
                  <a:pt x="2161413" y="116161"/>
                </a:cubicBezTo>
                <a:cubicBezTo>
                  <a:pt x="2168747" y="114065"/>
                  <a:pt x="2176082" y="110922"/>
                  <a:pt x="2183416" y="109303"/>
                </a:cubicBezTo>
                <a:lnTo>
                  <a:pt x="2201228" y="106731"/>
                </a:lnTo>
                <a:lnTo>
                  <a:pt x="2203799" y="105683"/>
                </a:lnTo>
                <a:lnTo>
                  <a:pt x="2206371" y="104636"/>
                </a:lnTo>
                <a:cubicBezTo>
                  <a:pt x="2214753" y="103588"/>
                  <a:pt x="2224183" y="103588"/>
                  <a:pt x="2232089" y="103588"/>
                </a:cubicBezTo>
                <a:cubicBezTo>
                  <a:pt x="2237804" y="103588"/>
                  <a:pt x="2243042" y="104636"/>
                  <a:pt x="2247805" y="105207"/>
                </a:cubicBezTo>
                <a:cubicBezTo>
                  <a:pt x="2257711" y="105779"/>
                  <a:pt x="2268284" y="105207"/>
                  <a:pt x="2278190" y="108350"/>
                </a:cubicBezTo>
                <a:cubicBezTo>
                  <a:pt x="2291810" y="112065"/>
                  <a:pt x="2303336" y="121971"/>
                  <a:pt x="2314289" y="131401"/>
                </a:cubicBezTo>
                <a:cubicBezTo>
                  <a:pt x="2318004" y="136068"/>
                  <a:pt x="2322671" y="141307"/>
                  <a:pt x="2324195" y="148165"/>
                </a:cubicBezTo>
                <a:cubicBezTo>
                  <a:pt x="2328386" y="163405"/>
                  <a:pt x="2327910" y="180169"/>
                  <a:pt x="2328386" y="195885"/>
                </a:cubicBezTo>
                <a:cubicBezTo>
                  <a:pt x="2328386" y="201600"/>
                  <a:pt x="2327910" y="207410"/>
                  <a:pt x="2327339" y="213125"/>
                </a:cubicBezTo>
                <a:cubicBezTo>
                  <a:pt x="2327339" y="218936"/>
                  <a:pt x="2328386" y="280181"/>
                  <a:pt x="2327910" y="294850"/>
                </a:cubicBezTo>
                <a:cubicBezTo>
                  <a:pt x="2327910" y="296945"/>
                  <a:pt x="2328958" y="322091"/>
                  <a:pt x="2331053" y="333617"/>
                </a:cubicBezTo>
                <a:cubicBezTo>
                  <a:pt x="2333625" y="345142"/>
                  <a:pt x="2336292" y="356096"/>
                  <a:pt x="2337816" y="365049"/>
                </a:cubicBezTo>
                <a:cubicBezTo>
                  <a:pt x="2337816" y="367145"/>
                  <a:pt x="2338292" y="368669"/>
                  <a:pt x="2339340" y="372383"/>
                </a:cubicBezTo>
                <a:cubicBezTo>
                  <a:pt x="2325148" y="375050"/>
                  <a:pt x="2311051" y="379718"/>
                  <a:pt x="2296382" y="378670"/>
                </a:cubicBezTo>
                <a:lnTo>
                  <a:pt x="2287524" y="377051"/>
                </a:lnTo>
                <a:cubicBezTo>
                  <a:pt x="2284381" y="377051"/>
                  <a:pt x="2281238" y="377622"/>
                  <a:pt x="2278666" y="377622"/>
                </a:cubicBezTo>
                <a:cubicBezTo>
                  <a:pt x="2277047" y="370288"/>
                  <a:pt x="2276570" y="357715"/>
                  <a:pt x="2266664" y="357715"/>
                </a:cubicBezTo>
                <a:cubicBezTo>
                  <a:pt x="2263521" y="357715"/>
                  <a:pt x="2260854" y="359810"/>
                  <a:pt x="2258759" y="360858"/>
                </a:cubicBezTo>
                <a:lnTo>
                  <a:pt x="2255615" y="362954"/>
                </a:lnTo>
                <a:cubicBezTo>
                  <a:pt x="2254568" y="363525"/>
                  <a:pt x="2251996" y="365049"/>
                  <a:pt x="2250377" y="366668"/>
                </a:cubicBezTo>
                <a:lnTo>
                  <a:pt x="2245614" y="369812"/>
                </a:lnTo>
                <a:cubicBezTo>
                  <a:pt x="2237804" y="374003"/>
                  <a:pt x="2231422" y="377146"/>
                  <a:pt x="2223611" y="379241"/>
                </a:cubicBezTo>
                <a:cubicBezTo>
                  <a:pt x="2212658" y="381813"/>
                  <a:pt x="2203133" y="383432"/>
                  <a:pt x="2191703" y="383909"/>
                </a:cubicBezTo>
                <a:lnTo>
                  <a:pt x="2174367" y="385528"/>
                </a:lnTo>
                <a:cubicBezTo>
                  <a:pt x="2155508" y="387147"/>
                  <a:pt x="2142458" y="380861"/>
                  <a:pt x="2125123" y="374003"/>
                </a:cubicBezTo>
                <a:lnTo>
                  <a:pt x="2122551" y="371907"/>
                </a:lnTo>
                <a:lnTo>
                  <a:pt x="2116741" y="368288"/>
                </a:lnTo>
                <a:lnTo>
                  <a:pt x="2109407" y="363049"/>
                </a:lnTo>
                <a:lnTo>
                  <a:pt x="2107311" y="359906"/>
                </a:lnTo>
                <a:lnTo>
                  <a:pt x="2104168" y="354667"/>
                </a:lnTo>
                <a:cubicBezTo>
                  <a:pt x="2099977" y="347809"/>
                  <a:pt x="2102072" y="351524"/>
                  <a:pt x="2098929" y="346285"/>
                </a:cubicBezTo>
                <a:cubicBezTo>
                  <a:pt x="2094738" y="341046"/>
                  <a:pt x="2093214" y="328473"/>
                  <a:pt x="2090547" y="321710"/>
                </a:cubicBezTo>
                <a:cubicBezTo>
                  <a:pt x="2088452" y="314948"/>
                  <a:pt x="2088452" y="307518"/>
                  <a:pt x="2090547" y="298184"/>
                </a:cubicBezTo>
                <a:cubicBezTo>
                  <a:pt x="2091118" y="293993"/>
                  <a:pt x="2091595" y="289802"/>
                  <a:pt x="2092643" y="286658"/>
                </a:cubicBezTo>
                <a:lnTo>
                  <a:pt x="2093690" y="282944"/>
                </a:lnTo>
                <a:lnTo>
                  <a:pt x="2096357" y="276657"/>
                </a:lnTo>
                <a:cubicBezTo>
                  <a:pt x="2105787" y="253035"/>
                  <a:pt x="2130362" y="236271"/>
                  <a:pt x="2155031" y="233128"/>
                </a:cubicBezTo>
                <a:lnTo>
                  <a:pt x="2177606" y="231032"/>
                </a:lnTo>
                <a:cubicBezTo>
                  <a:pt x="2178082" y="231032"/>
                  <a:pt x="2180177" y="231032"/>
                  <a:pt x="2182273" y="230461"/>
                </a:cubicBezTo>
                <a:lnTo>
                  <a:pt x="2190655" y="229889"/>
                </a:lnTo>
                <a:lnTo>
                  <a:pt x="2202656" y="229318"/>
                </a:lnTo>
                <a:cubicBezTo>
                  <a:pt x="2206276" y="229318"/>
                  <a:pt x="2215801" y="228270"/>
                  <a:pt x="2225231" y="227222"/>
                </a:cubicBezTo>
                <a:cubicBezTo>
                  <a:pt x="2234089" y="226175"/>
                  <a:pt x="2260283" y="219888"/>
                  <a:pt x="2265617" y="210458"/>
                </a:cubicBezTo>
                <a:lnTo>
                  <a:pt x="2267712" y="205696"/>
                </a:lnTo>
                <a:lnTo>
                  <a:pt x="2268760" y="202553"/>
                </a:lnTo>
                <a:cubicBezTo>
                  <a:pt x="2269331" y="200933"/>
                  <a:pt x="2269808" y="198933"/>
                  <a:pt x="2269331" y="197314"/>
                </a:cubicBezTo>
                <a:cubicBezTo>
                  <a:pt x="2267236" y="182645"/>
                  <a:pt x="2268284" y="163214"/>
                  <a:pt x="2253044" y="153308"/>
                </a:cubicBezTo>
                <a:cubicBezTo>
                  <a:pt x="2245233" y="148070"/>
                  <a:pt x="2233613" y="146546"/>
                  <a:pt x="2225802" y="146546"/>
                </a:cubicBezTo>
                <a:cubicBezTo>
                  <a:pt x="2219039" y="145974"/>
                  <a:pt x="2212181" y="147593"/>
                  <a:pt x="2206943" y="148641"/>
                </a:cubicBezTo>
                <a:cubicBezTo>
                  <a:pt x="2199608" y="150260"/>
                  <a:pt x="2187035" y="154451"/>
                  <a:pt x="2180749" y="159690"/>
                </a:cubicBezTo>
                <a:cubicBezTo>
                  <a:pt x="2178653" y="161786"/>
                  <a:pt x="2176082" y="164929"/>
                  <a:pt x="2175034" y="167024"/>
                </a:cubicBezTo>
                <a:lnTo>
                  <a:pt x="2171319" y="173311"/>
                </a:lnTo>
                <a:cubicBezTo>
                  <a:pt x="2168747" y="178550"/>
                  <a:pt x="2166652" y="182169"/>
                  <a:pt x="2164556" y="186932"/>
                </a:cubicBezTo>
                <a:lnTo>
                  <a:pt x="2161413" y="186932"/>
                </a:lnTo>
                <a:cubicBezTo>
                  <a:pt x="2158270" y="186932"/>
                  <a:pt x="2155127" y="185884"/>
                  <a:pt x="2151507" y="185884"/>
                </a:cubicBezTo>
                <a:cubicBezTo>
                  <a:pt x="2147888" y="185312"/>
                  <a:pt x="2135791" y="185312"/>
                  <a:pt x="2123789" y="184836"/>
                </a:cubicBezTo>
                <a:lnTo>
                  <a:pt x="2108073" y="184836"/>
                </a:lnTo>
                <a:lnTo>
                  <a:pt x="2101787" y="185408"/>
                </a:lnTo>
                <a:close/>
                <a:moveTo>
                  <a:pt x="2255806" y="374479"/>
                </a:moveTo>
                <a:lnTo>
                  <a:pt x="2261045" y="371336"/>
                </a:lnTo>
                <a:lnTo>
                  <a:pt x="2264188" y="369716"/>
                </a:lnTo>
                <a:lnTo>
                  <a:pt x="2266283" y="368192"/>
                </a:lnTo>
                <a:cubicBezTo>
                  <a:pt x="2267331" y="371336"/>
                  <a:pt x="2267903" y="374479"/>
                  <a:pt x="2268379" y="377622"/>
                </a:cubicBezTo>
                <a:cubicBezTo>
                  <a:pt x="2270951" y="391814"/>
                  <a:pt x="2274094" y="387052"/>
                  <a:pt x="2287238" y="387623"/>
                </a:cubicBezTo>
                <a:lnTo>
                  <a:pt x="2295620" y="389147"/>
                </a:lnTo>
                <a:cubicBezTo>
                  <a:pt x="2312956" y="389719"/>
                  <a:pt x="2329148" y="383909"/>
                  <a:pt x="2346484" y="381337"/>
                </a:cubicBezTo>
                <a:cubicBezTo>
                  <a:pt x="2351723" y="380765"/>
                  <a:pt x="2350675" y="375527"/>
                  <a:pt x="2349627" y="372383"/>
                </a:cubicBezTo>
                <a:lnTo>
                  <a:pt x="2348579" y="368192"/>
                </a:lnTo>
                <a:cubicBezTo>
                  <a:pt x="2348103" y="366573"/>
                  <a:pt x="2348103" y="365525"/>
                  <a:pt x="2348103" y="364001"/>
                </a:cubicBezTo>
                <a:cubicBezTo>
                  <a:pt x="2346579" y="355143"/>
                  <a:pt x="2343912" y="343046"/>
                  <a:pt x="2341340" y="331521"/>
                </a:cubicBezTo>
                <a:cubicBezTo>
                  <a:pt x="2339245" y="321044"/>
                  <a:pt x="2338197" y="298565"/>
                  <a:pt x="2338197" y="293802"/>
                </a:cubicBezTo>
                <a:cubicBezTo>
                  <a:pt x="2338673" y="280181"/>
                  <a:pt x="2337626" y="219412"/>
                  <a:pt x="2337626" y="213602"/>
                </a:cubicBezTo>
                <a:cubicBezTo>
                  <a:pt x="2338197" y="207887"/>
                  <a:pt x="2338673" y="201600"/>
                  <a:pt x="2338673" y="195790"/>
                </a:cubicBezTo>
                <a:cubicBezTo>
                  <a:pt x="2338197" y="179026"/>
                  <a:pt x="2338673" y="161214"/>
                  <a:pt x="2334482" y="145498"/>
                </a:cubicBezTo>
                <a:cubicBezTo>
                  <a:pt x="2332387" y="137116"/>
                  <a:pt x="2327148" y="130829"/>
                  <a:pt x="2321338" y="123971"/>
                </a:cubicBezTo>
                <a:cubicBezTo>
                  <a:pt x="2309336" y="113494"/>
                  <a:pt x="2296763" y="103016"/>
                  <a:pt x="2281047" y="98349"/>
                </a:cubicBezTo>
                <a:cubicBezTo>
                  <a:pt x="2270570" y="95206"/>
                  <a:pt x="2259521" y="95682"/>
                  <a:pt x="2249043" y="95206"/>
                </a:cubicBezTo>
                <a:cubicBezTo>
                  <a:pt x="2243804" y="94730"/>
                  <a:pt x="2238089" y="93682"/>
                  <a:pt x="2232279" y="93682"/>
                </a:cubicBezTo>
                <a:cubicBezTo>
                  <a:pt x="2223897" y="93682"/>
                  <a:pt x="2213420" y="93682"/>
                  <a:pt x="2202942" y="95206"/>
                </a:cubicBezTo>
                <a:lnTo>
                  <a:pt x="2198751" y="96825"/>
                </a:lnTo>
                <a:lnTo>
                  <a:pt x="2180939" y="99492"/>
                </a:lnTo>
                <a:cubicBezTo>
                  <a:pt x="2173605" y="101588"/>
                  <a:pt x="2165699" y="104731"/>
                  <a:pt x="2156270" y="107398"/>
                </a:cubicBezTo>
                <a:cubicBezTo>
                  <a:pt x="2154746" y="108446"/>
                  <a:pt x="2153698" y="109493"/>
                  <a:pt x="2152079" y="109970"/>
                </a:cubicBezTo>
                <a:lnTo>
                  <a:pt x="2146840" y="113113"/>
                </a:lnTo>
                <a:cubicBezTo>
                  <a:pt x="2143125" y="114732"/>
                  <a:pt x="2140553" y="116828"/>
                  <a:pt x="2137410" y="120447"/>
                </a:cubicBezTo>
                <a:cubicBezTo>
                  <a:pt x="2121122" y="130925"/>
                  <a:pt x="2108073" y="147212"/>
                  <a:pt x="2096548" y="166548"/>
                </a:cubicBezTo>
                <a:cubicBezTo>
                  <a:pt x="2094929" y="173882"/>
                  <a:pt x="2092357" y="181217"/>
                  <a:pt x="2090261" y="187979"/>
                </a:cubicBezTo>
                <a:cubicBezTo>
                  <a:pt x="2088642" y="192742"/>
                  <a:pt x="2092833" y="194266"/>
                  <a:pt x="2095976" y="194837"/>
                </a:cubicBezTo>
                <a:lnTo>
                  <a:pt x="2099120" y="195409"/>
                </a:lnTo>
                <a:cubicBezTo>
                  <a:pt x="2103311" y="194837"/>
                  <a:pt x="2102739" y="194837"/>
                  <a:pt x="2103311" y="195409"/>
                </a:cubicBezTo>
                <a:lnTo>
                  <a:pt x="2123789" y="195409"/>
                </a:lnTo>
                <a:cubicBezTo>
                  <a:pt x="2135315" y="195409"/>
                  <a:pt x="2147316" y="195980"/>
                  <a:pt x="2151031" y="195980"/>
                </a:cubicBezTo>
                <a:cubicBezTo>
                  <a:pt x="2175701" y="198076"/>
                  <a:pt x="2167795" y="200171"/>
                  <a:pt x="2180368" y="178645"/>
                </a:cubicBezTo>
                <a:lnTo>
                  <a:pt x="2184083" y="172358"/>
                </a:lnTo>
                <a:cubicBezTo>
                  <a:pt x="2185130" y="170263"/>
                  <a:pt x="2186178" y="168167"/>
                  <a:pt x="2187702" y="167120"/>
                </a:cubicBezTo>
                <a:cubicBezTo>
                  <a:pt x="2191893" y="163405"/>
                  <a:pt x="2201894" y="160357"/>
                  <a:pt x="2209229" y="158261"/>
                </a:cubicBezTo>
                <a:cubicBezTo>
                  <a:pt x="2214467" y="157690"/>
                  <a:pt x="2220182" y="156642"/>
                  <a:pt x="2225993" y="156642"/>
                </a:cubicBezTo>
                <a:cubicBezTo>
                  <a:pt x="2233327" y="156642"/>
                  <a:pt x="2242757" y="158261"/>
                  <a:pt x="2247519" y="161881"/>
                </a:cubicBezTo>
                <a:cubicBezTo>
                  <a:pt x="2259044" y="169215"/>
                  <a:pt x="2257997" y="188646"/>
                  <a:pt x="2259521" y="199124"/>
                </a:cubicBezTo>
                <a:lnTo>
                  <a:pt x="2258473" y="202267"/>
                </a:lnTo>
                <a:lnTo>
                  <a:pt x="2254282" y="207506"/>
                </a:lnTo>
                <a:cubicBezTo>
                  <a:pt x="2235422" y="217983"/>
                  <a:pt x="2222849" y="216935"/>
                  <a:pt x="2201894" y="219507"/>
                </a:cubicBezTo>
                <a:lnTo>
                  <a:pt x="2190369" y="220079"/>
                </a:lnTo>
                <a:lnTo>
                  <a:pt x="2181511" y="220650"/>
                </a:lnTo>
                <a:lnTo>
                  <a:pt x="2176272" y="221222"/>
                </a:lnTo>
                <a:lnTo>
                  <a:pt x="2154269" y="223317"/>
                </a:lnTo>
                <a:cubicBezTo>
                  <a:pt x="2125980" y="226937"/>
                  <a:pt x="2098262" y="245796"/>
                  <a:pt x="2087213" y="272561"/>
                </a:cubicBezTo>
                <a:lnTo>
                  <a:pt x="2084642" y="279324"/>
                </a:lnTo>
                <a:cubicBezTo>
                  <a:pt x="2084070" y="280943"/>
                  <a:pt x="2083594" y="282467"/>
                  <a:pt x="2083022" y="284087"/>
                </a:cubicBezTo>
                <a:cubicBezTo>
                  <a:pt x="2081975" y="287230"/>
                  <a:pt x="2081498" y="291421"/>
                  <a:pt x="2080927" y="296088"/>
                </a:cubicBezTo>
                <a:cubicBezTo>
                  <a:pt x="2078355" y="307042"/>
                  <a:pt x="2078831" y="316472"/>
                  <a:pt x="2081498" y="324949"/>
                </a:cubicBezTo>
                <a:cubicBezTo>
                  <a:pt x="2084642" y="333807"/>
                  <a:pt x="2085689" y="345332"/>
                  <a:pt x="2091976" y="353238"/>
                </a:cubicBezTo>
                <a:cubicBezTo>
                  <a:pt x="2095119" y="358953"/>
                  <a:pt x="2091976" y="353238"/>
                  <a:pt x="2095691" y="360001"/>
                </a:cubicBezTo>
                <a:lnTo>
                  <a:pt x="2098834" y="365240"/>
                </a:lnTo>
                <a:lnTo>
                  <a:pt x="2101501" y="369431"/>
                </a:lnTo>
                <a:cubicBezTo>
                  <a:pt x="2101977" y="370002"/>
                  <a:pt x="2102549" y="370478"/>
                  <a:pt x="2105692" y="372574"/>
                </a:cubicBezTo>
                <a:lnTo>
                  <a:pt x="2111407" y="376765"/>
                </a:lnTo>
                <a:lnTo>
                  <a:pt x="2117122" y="380480"/>
                </a:lnTo>
                <a:lnTo>
                  <a:pt x="2121313" y="383051"/>
                </a:lnTo>
                <a:cubicBezTo>
                  <a:pt x="2140744" y="390957"/>
                  <a:pt x="2153793" y="397244"/>
                  <a:pt x="2175796" y="395624"/>
                </a:cubicBezTo>
                <a:lnTo>
                  <a:pt x="2192560" y="394100"/>
                </a:lnTo>
                <a:cubicBezTo>
                  <a:pt x="2204561" y="393529"/>
                  <a:pt x="2215134" y="391433"/>
                  <a:pt x="2226659" y="388862"/>
                </a:cubicBezTo>
                <a:cubicBezTo>
                  <a:pt x="2235518" y="386766"/>
                  <a:pt x="2242852" y="383147"/>
                  <a:pt x="2251805" y="378384"/>
                </a:cubicBezTo>
                <a:lnTo>
                  <a:pt x="2254377" y="375717"/>
                </a:lnTo>
                <a:lnTo>
                  <a:pt x="2255901" y="374669"/>
                </a:lnTo>
                <a:close/>
                <a:moveTo>
                  <a:pt x="1914811" y="304756"/>
                </a:moveTo>
                <a:cubicBezTo>
                  <a:pt x="1916335" y="304184"/>
                  <a:pt x="1917954" y="303708"/>
                  <a:pt x="1919002" y="302184"/>
                </a:cubicBezTo>
                <a:cubicBezTo>
                  <a:pt x="1921669" y="300089"/>
                  <a:pt x="1924241" y="297993"/>
                  <a:pt x="1926336" y="295898"/>
                </a:cubicBezTo>
                <a:cubicBezTo>
                  <a:pt x="1934147" y="288087"/>
                  <a:pt x="1941576" y="281229"/>
                  <a:pt x="1947291" y="271323"/>
                </a:cubicBezTo>
                <a:cubicBezTo>
                  <a:pt x="1959293" y="258750"/>
                  <a:pt x="1964627" y="239319"/>
                  <a:pt x="1967198" y="222650"/>
                </a:cubicBezTo>
                <a:cubicBezTo>
                  <a:pt x="1970818" y="213697"/>
                  <a:pt x="1970818" y="204839"/>
                  <a:pt x="1970818" y="195885"/>
                </a:cubicBezTo>
                <a:cubicBezTo>
                  <a:pt x="1970818" y="185979"/>
                  <a:pt x="1968246" y="173406"/>
                  <a:pt x="1967198" y="162833"/>
                </a:cubicBezTo>
                <a:lnTo>
                  <a:pt x="1966627" y="155499"/>
                </a:lnTo>
                <a:cubicBezTo>
                  <a:pt x="1966627" y="154451"/>
                  <a:pt x="1966627" y="153404"/>
                  <a:pt x="1966151" y="153404"/>
                </a:cubicBezTo>
                <a:cubicBezTo>
                  <a:pt x="1958816" y="133020"/>
                  <a:pt x="1956149" y="108827"/>
                  <a:pt x="1940433" y="92634"/>
                </a:cubicBezTo>
                <a:cubicBezTo>
                  <a:pt x="1936814" y="87872"/>
                  <a:pt x="1917859" y="75299"/>
                  <a:pt x="1912144" y="73203"/>
                </a:cubicBezTo>
                <a:cubicBezTo>
                  <a:pt x="1907953" y="71584"/>
                  <a:pt x="1901190" y="70060"/>
                  <a:pt x="1896904" y="70536"/>
                </a:cubicBezTo>
                <a:cubicBezTo>
                  <a:pt x="1894808" y="70536"/>
                  <a:pt x="1889570" y="69965"/>
                  <a:pt x="1887474" y="69488"/>
                </a:cubicBezTo>
                <a:cubicBezTo>
                  <a:pt x="1865471" y="65869"/>
                  <a:pt x="1842421" y="68917"/>
                  <a:pt x="1819847" y="68441"/>
                </a:cubicBezTo>
                <a:lnTo>
                  <a:pt x="1801463" y="67869"/>
                </a:lnTo>
                <a:cubicBezTo>
                  <a:pt x="1797272" y="67298"/>
                  <a:pt x="1794701" y="70441"/>
                  <a:pt x="1794129" y="76251"/>
                </a:cubicBezTo>
                <a:cubicBezTo>
                  <a:pt x="1794701" y="90443"/>
                  <a:pt x="1795177" y="105112"/>
                  <a:pt x="1795177" y="119209"/>
                </a:cubicBezTo>
                <a:cubicBezTo>
                  <a:pt x="1795748" y="125972"/>
                  <a:pt x="1794701" y="269513"/>
                  <a:pt x="1794701" y="273704"/>
                </a:cubicBezTo>
                <a:cubicBezTo>
                  <a:pt x="1795177" y="282563"/>
                  <a:pt x="1789462" y="312471"/>
                  <a:pt x="1803559" y="312947"/>
                </a:cubicBezTo>
                <a:lnTo>
                  <a:pt x="1816132" y="312947"/>
                </a:lnTo>
                <a:cubicBezTo>
                  <a:pt x="1817751" y="312947"/>
                  <a:pt x="1819847" y="312947"/>
                  <a:pt x="1822418" y="312376"/>
                </a:cubicBezTo>
                <a:cubicBezTo>
                  <a:pt x="1834420" y="311804"/>
                  <a:pt x="1890522" y="312947"/>
                  <a:pt x="1901000" y="309233"/>
                </a:cubicBezTo>
                <a:cubicBezTo>
                  <a:pt x="1905667" y="308185"/>
                  <a:pt x="1909858" y="306089"/>
                  <a:pt x="1914620" y="304470"/>
                </a:cubicBezTo>
                <a:moveTo>
                  <a:pt x="1805654" y="302851"/>
                </a:moveTo>
                <a:cubicBezTo>
                  <a:pt x="1802511" y="293421"/>
                  <a:pt x="1805083" y="282944"/>
                  <a:pt x="1804607" y="273514"/>
                </a:cubicBezTo>
                <a:cubicBezTo>
                  <a:pt x="1804607" y="269323"/>
                  <a:pt x="1805654" y="129496"/>
                  <a:pt x="1805083" y="119018"/>
                </a:cubicBezTo>
                <a:cubicBezTo>
                  <a:pt x="1805083" y="114256"/>
                  <a:pt x="1805083" y="88634"/>
                  <a:pt x="1804607" y="81776"/>
                </a:cubicBezTo>
                <a:lnTo>
                  <a:pt x="1804607" y="77585"/>
                </a:lnTo>
                <a:lnTo>
                  <a:pt x="1819847" y="78156"/>
                </a:lnTo>
                <a:cubicBezTo>
                  <a:pt x="1841278" y="78728"/>
                  <a:pt x="1864328" y="75489"/>
                  <a:pt x="1885855" y="79204"/>
                </a:cubicBezTo>
                <a:cubicBezTo>
                  <a:pt x="1888998" y="79775"/>
                  <a:pt x="1896332" y="80252"/>
                  <a:pt x="1897856" y="80252"/>
                </a:cubicBezTo>
                <a:cubicBezTo>
                  <a:pt x="1899952" y="79680"/>
                  <a:pt x="1906714" y="81776"/>
                  <a:pt x="1908810" y="82347"/>
                </a:cubicBezTo>
                <a:cubicBezTo>
                  <a:pt x="1912525" y="83966"/>
                  <a:pt x="1930337" y="95968"/>
                  <a:pt x="1932908" y="98635"/>
                </a:cubicBezTo>
                <a:cubicBezTo>
                  <a:pt x="1946529" y="113875"/>
                  <a:pt x="1949672" y="137878"/>
                  <a:pt x="1956530" y="158357"/>
                </a:cubicBezTo>
                <a:lnTo>
                  <a:pt x="1957007" y="163595"/>
                </a:lnTo>
                <a:cubicBezTo>
                  <a:pt x="1958054" y="173025"/>
                  <a:pt x="1960721" y="186646"/>
                  <a:pt x="1960721" y="195599"/>
                </a:cubicBezTo>
                <a:cubicBezTo>
                  <a:pt x="1960721" y="204553"/>
                  <a:pt x="1960150" y="212363"/>
                  <a:pt x="1957007" y="220174"/>
                </a:cubicBezTo>
                <a:cubicBezTo>
                  <a:pt x="1954435" y="236938"/>
                  <a:pt x="1949672" y="254178"/>
                  <a:pt x="1938718" y="265227"/>
                </a:cubicBezTo>
                <a:cubicBezTo>
                  <a:pt x="1933480" y="274657"/>
                  <a:pt x="1926717" y="280943"/>
                  <a:pt x="1919288" y="288278"/>
                </a:cubicBezTo>
                <a:cubicBezTo>
                  <a:pt x="1916621" y="290373"/>
                  <a:pt x="1914049" y="292945"/>
                  <a:pt x="1911477" y="295040"/>
                </a:cubicBezTo>
                <a:cubicBezTo>
                  <a:pt x="1910429" y="295612"/>
                  <a:pt x="1909858" y="295612"/>
                  <a:pt x="1908810" y="296088"/>
                </a:cubicBezTo>
                <a:cubicBezTo>
                  <a:pt x="1904619" y="297707"/>
                  <a:pt x="1897856" y="299803"/>
                  <a:pt x="1897856" y="299803"/>
                </a:cubicBezTo>
                <a:cubicBezTo>
                  <a:pt x="1890046" y="302470"/>
                  <a:pt x="1831277" y="301898"/>
                  <a:pt x="1820323" y="302946"/>
                </a:cubicBezTo>
                <a:cubicBezTo>
                  <a:pt x="1815656" y="303994"/>
                  <a:pt x="1809845" y="302470"/>
                  <a:pt x="1805654" y="302946"/>
                </a:cubicBezTo>
                <a:moveTo>
                  <a:pt x="1728788" y="15672"/>
                </a:moveTo>
                <a:lnTo>
                  <a:pt x="1734503" y="15672"/>
                </a:lnTo>
                <a:lnTo>
                  <a:pt x="1737074" y="15101"/>
                </a:lnTo>
                <a:lnTo>
                  <a:pt x="1740789" y="14529"/>
                </a:lnTo>
                <a:cubicBezTo>
                  <a:pt x="1742885" y="13958"/>
                  <a:pt x="1744980" y="13481"/>
                  <a:pt x="1747076" y="13481"/>
                </a:cubicBezTo>
                <a:cubicBezTo>
                  <a:pt x="1752886" y="12910"/>
                  <a:pt x="1758125" y="11862"/>
                  <a:pt x="1763363" y="11862"/>
                </a:cubicBezTo>
                <a:cubicBezTo>
                  <a:pt x="1768126" y="12434"/>
                  <a:pt x="1772317" y="13481"/>
                  <a:pt x="1776984" y="13481"/>
                </a:cubicBezTo>
                <a:lnTo>
                  <a:pt x="1780127" y="13481"/>
                </a:lnTo>
                <a:lnTo>
                  <a:pt x="1870234" y="17101"/>
                </a:lnTo>
                <a:cubicBezTo>
                  <a:pt x="1879664" y="17101"/>
                  <a:pt x="1890141" y="16529"/>
                  <a:pt x="1899571" y="17101"/>
                </a:cubicBezTo>
                <a:cubicBezTo>
                  <a:pt x="1902238" y="17101"/>
                  <a:pt x="1905286" y="16529"/>
                  <a:pt x="1907953" y="16529"/>
                </a:cubicBezTo>
                <a:cubicBezTo>
                  <a:pt x="1913192" y="16529"/>
                  <a:pt x="1918430" y="18625"/>
                  <a:pt x="1923669" y="19673"/>
                </a:cubicBezTo>
                <a:cubicBezTo>
                  <a:pt x="1931003" y="20720"/>
                  <a:pt x="1936814" y="22340"/>
                  <a:pt x="1942052" y="24435"/>
                </a:cubicBezTo>
                <a:cubicBezTo>
                  <a:pt x="1945672" y="25483"/>
                  <a:pt x="1948815" y="27102"/>
                  <a:pt x="1952530" y="28150"/>
                </a:cubicBezTo>
                <a:lnTo>
                  <a:pt x="1956149" y="31293"/>
                </a:lnTo>
                <a:cubicBezTo>
                  <a:pt x="1969770" y="36532"/>
                  <a:pt x="1981295" y="43295"/>
                  <a:pt x="1990725" y="52248"/>
                </a:cubicBezTo>
                <a:cubicBezTo>
                  <a:pt x="1991773" y="53296"/>
                  <a:pt x="1992821" y="53867"/>
                  <a:pt x="1993868" y="54344"/>
                </a:cubicBezTo>
                <a:cubicBezTo>
                  <a:pt x="1995392" y="57487"/>
                  <a:pt x="1998059" y="60059"/>
                  <a:pt x="2000155" y="62154"/>
                </a:cubicBezTo>
                <a:lnTo>
                  <a:pt x="2003870" y="66917"/>
                </a:lnTo>
                <a:cubicBezTo>
                  <a:pt x="2004917" y="68536"/>
                  <a:pt x="2005965" y="69488"/>
                  <a:pt x="2007013" y="71108"/>
                </a:cubicBezTo>
                <a:lnTo>
                  <a:pt x="2009585" y="74822"/>
                </a:lnTo>
                <a:cubicBezTo>
                  <a:pt x="2012156" y="80633"/>
                  <a:pt x="2016347" y="85300"/>
                  <a:pt x="2018443" y="91586"/>
                </a:cubicBezTo>
                <a:cubicBezTo>
                  <a:pt x="2022634" y="101016"/>
                  <a:pt x="2032635" y="124543"/>
                  <a:pt x="2033111" y="135020"/>
                </a:cubicBezTo>
                <a:lnTo>
                  <a:pt x="2034159" y="141307"/>
                </a:lnTo>
                <a:lnTo>
                  <a:pt x="2034635" y="144450"/>
                </a:lnTo>
                <a:cubicBezTo>
                  <a:pt x="2036159" y="161690"/>
                  <a:pt x="2037207" y="175883"/>
                  <a:pt x="2037779" y="189503"/>
                </a:cubicBezTo>
                <a:cubicBezTo>
                  <a:pt x="2037779" y="197409"/>
                  <a:pt x="2036159" y="204743"/>
                  <a:pt x="2038255" y="212554"/>
                </a:cubicBezTo>
                <a:cubicBezTo>
                  <a:pt x="2035683" y="235033"/>
                  <a:pt x="2033016" y="268085"/>
                  <a:pt x="2021491" y="289516"/>
                </a:cubicBezTo>
                <a:lnTo>
                  <a:pt x="2021491" y="294755"/>
                </a:lnTo>
                <a:cubicBezTo>
                  <a:pt x="2016824" y="304661"/>
                  <a:pt x="2009966" y="313138"/>
                  <a:pt x="2003679" y="321996"/>
                </a:cubicBezTo>
                <a:cubicBezTo>
                  <a:pt x="1991106" y="336188"/>
                  <a:pt x="1975390" y="349238"/>
                  <a:pt x="1958054" y="357048"/>
                </a:cubicBezTo>
                <a:cubicBezTo>
                  <a:pt x="1943862" y="363906"/>
                  <a:pt x="1930241" y="369621"/>
                  <a:pt x="1914525" y="371240"/>
                </a:cubicBezTo>
                <a:cubicBezTo>
                  <a:pt x="1907762" y="370669"/>
                  <a:pt x="1892999" y="371240"/>
                  <a:pt x="1879949" y="371812"/>
                </a:cubicBezTo>
                <a:cubicBezTo>
                  <a:pt x="1865281" y="372860"/>
                  <a:pt x="1809750" y="370193"/>
                  <a:pt x="1805559" y="370193"/>
                </a:cubicBezTo>
                <a:cubicBezTo>
                  <a:pt x="1792414" y="371240"/>
                  <a:pt x="1783080" y="372288"/>
                  <a:pt x="1768888" y="371812"/>
                </a:cubicBezTo>
                <a:cubicBezTo>
                  <a:pt x="1758410" y="370764"/>
                  <a:pt x="1748409" y="371240"/>
                  <a:pt x="1737455" y="371812"/>
                </a:cubicBezTo>
                <a:lnTo>
                  <a:pt x="1729645" y="371812"/>
                </a:lnTo>
                <a:lnTo>
                  <a:pt x="1725930" y="370764"/>
                </a:lnTo>
                <a:cubicBezTo>
                  <a:pt x="1726978" y="359239"/>
                  <a:pt x="1727549" y="343523"/>
                  <a:pt x="1727549" y="328378"/>
                </a:cubicBezTo>
                <a:cubicBezTo>
                  <a:pt x="1727549" y="294278"/>
                  <a:pt x="1729073" y="260274"/>
                  <a:pt x="1729073" y="225698"/>
                </a:cubicBezTo>
                <a:lnTo>
                  <a:pt x="1728597" y="213125"/>
                </a:lnTo>
                <a:cubicBezTo>
                  <a:pt x="1728597" y="209506"/>
                  <a:pt x="1726502" y="117780"/>
                  <a:pt x="1725930" y="115208"/>
                </a:cubicBezTo>
                <a:cubicBezTo>
                  <a:pt x="1725454" y="104731"/>
                  <a:pt x="1723835" y="93777"/>
                  <a:pt x="1723835" y="83776"/>
                </a:cubicBezTo>
                <a:lnTo>
                  <a:pt x="1723835" y="60249"/>
                </a:lnTo>
                <a:cubicBezTo>
                  <a:pt x="1724406" y="50819"/>
                  <a:pt x="1725930" y="41390"/>
                  <a:pt x="1723835" y="31960"/>
                </a:cubicBezTo>
                <a:cubicBezTo>
                  <a:pt x="1725454" y="26721"/>
                  <a:pt x="1724882" y="21482"/>
                  <a:pt x="1725454" y="15767"/>
                </a:cubicBezTo>
                <a:lnTo>
                  <a:pt x="1728597" y="15767"/>
                </a:lnTo>
                <a:close/>
                <a:moveTo>
                  <a:pt x="1899571" y="7290"/>
                </a:moveTo>
                <a:cubicBezTo>
                  <a:pt x="1890713" y="6719"/>
                  <a:pt x="1880140" y="7290"/>
                  <a:pt x="1870805" y="7290"/>
                </a:cubicBezTo>
                <a:lnTo>
                  <a:pt x="1780699" y="3575"/>
                </a:lnTo>
                <a:lnTo>
                  <a:pt x="1777079" y="3575"/>
                </a:lnTo>
                <a:cubicBezTo>
                  <a:pt x="1772888" y="3575"/>
                  <a:pt x="1768697" y="2528"/>
                  <a:pt x="1763459" y="2051"/>
                </a:cubicBezTo>
                <a:cubicBezTo>
                  <a:pt x="1757743" y="2051"/>
                  <a:pt x="1751933" y="3099"/>
                  <a:pt x="1746218" y="3575"/>
                </a:cubicBezTo>
                <a:cubicBezTo>
                  <a:pt x="1743551" y="3575"/>
                  <a:pt x="1741456" y="4147"/>
                  <a:pt x="1738884" y="4623"/>
                </a:cubicBezTo>
                <a:lnTo>
                  <a:pt x="1736217" y="5195"/>
                </a:lnTo>
                <a:lnTo>
                  <a:pt x="1732026" y="5766"/>
                </a:lnTo>
                <a:lnTo>
                  <a:pt x="1725739" y="5766"/>
                </a:lnTo>
                <a:cubicBezTo>
                  <a:pt x="1718405" y="5766"/>
                  <a:pt x="1716310" y="9957"/>
                  <a:pt x="1715834" y="15767"/>
                </a:cubicBezTo>
                <a:cubicBezTo>
                  <a:pt x="1715834" y="17291"/>
                  <a:pt x="1714214" y="33008"/>
                  <a:pt x="1714214" y="33008"/>
                </a:cubicBezTo>
                <a:cubicBezTo>
                  <a:pt x="1716310" y="41390"/>
                  <a:pt x="1714786" y="50819"/>
                  <a:pt x="1714214" y="59773"/>
                </a:cubicBezTo>
                <a:cubicBezTo>
                  <a:pt x="1713738" y="67679"/>
                  <a:pt x="1713738" y="76061"/>
                  <a:pt x="1713738" y="83871"/>
                </a:cubicBezTo>
                <a:cubicBezTo>
                  <a:pt x="1713738" y="94349"/>
                  <a:pt x="1715834" y="105398"/>
                  <a:pt x="1716310" y="115875"/>
                </a:cubicBezTo>
                <a:cubicBezTo>
                  <a:pt x="1716881" y="118542"/>
                  <a:pt x="1718977" y="210173"/>
                  <a:pt x="1718977" y="213792"/>
                </a:cubicBezTo>
                <a:lnTo>
                  <a:pt x="1718977" y="225889"/>
                </a:lnTo>
                <a:cubicBezTo>
                  <a:pt x="1718977" y="260465"/>
                  <a:pt x="1717929" y="294469"/>
                  <a:pt x="1717929" y="328568"/>
                </a:cubicBezTo>
                <a:cubicBezTo>
                  <a:pt x="1717358" y="344285"/>
                  <a:pt x="1717358" y="360477"/>
                  <a:pt x="1715834" y="371526"/>
                </a:cubicBezTo>
                <a:cubicBezTo>
                  <a:pt x="1715834" y="373622"/>
                  <a:pt x="1717929" y="376765"/>
                  <a:pt x="1721072" y="379908"/>
                </a:cubicBezTo>
                <a:cubicBezTo>
                  <a:pt x="1724787" y="382004"/>
                  <a:pt x="1733645" y="382004"/>
                  <a:pt x="1738408" y="382004"/>
                </a:cubicBezTo>
                <a:cubicBezTo>
                  <a:pt x="1748885" y="382004"/>
                  <a:pt x="1758315" y="381432"/>
                  <a:pt x="1768793" y="382004"/>
                </a:cubicBezTo>
                <a:cubicBezTo>
                  <a:pt x="1783461" y="382480"/>
                  <a:pt x="1792891" y="381432"/>
                  <a:pt x="1806512" y="380956"/>
                </a:cubicBezTo>
                <a:cubicBezTo>
                  <a:pt x="1810703" y="380956"/>
                  <a:pt x="1866233" y="383051"/>
                  <a:pt x="1880902" y="382004"/>
                </a:cubicBezTo>
                <a:cubicBezTo>
                  <a:pt x="1895094" y="381432"/>
                  <a:pt x="1908620" y="380956"/>
                  <a:pt x="1915478" y="381432"/>
                </a:cubicBezTo>
                <a:cubicBezTo>
                  <a:pt x="1933289" y="379813"/>
                  <a:pt x="1948434" y="373050"/>
                  <a:pt x="1962626" y="366192"/>
                </a:cubicBezTo>
                <a:cubicBezTo>
                  <a:pt x="1981486" y="357810"/>
                  <a:pt x="1998250" y="343618"/>
                  <a:pt x="2012347" y="328473"/>
                </a:cubicBezTo>
                <a:cubicBezTo>
                  <a:pt x="2020253" y="317424"/>
                  <a:pt x="2027587" y="307518"/>
                  <a:pt x="2031778" y="292278"/>
                </a:cubicBezTo>
                <a:cubicBezTo>
                  <a:pt x="2043303" y="270275"/>
                  <a:pt x="2045399" y="237319"/>
                  <a:pt x="2048542" y="210554"/>
                </a:cubicBezTo>
                <a:cubicBezTo>
                  <a:pt x="2046446" y="204267"/>
                  <a:pt x="2048066" y="196361"/>
                  <a:pt x="2048066" y="189599"/>
                </a:cubicBezTo>
                <a:cubicBezTo>
                  <a:pt x="2047589" y="175406"/>
                  <a:pt x="2046542" y="161309"/>
                  <a:pt x="2044922" y="143498"/>
                </a:cubicBezTo>
                <a:lnTo>
                  <a:pt x="2044446" y="139307"/>
                </a:lnTo>
                <a:lnTo>
                  <a:pt x="2042827" y="133020"/>
                </a:lnTo>
                <a:cubicBezTo>
                  <a:pt x="2042351" y="121971"/>
                  <a:pt x="2032921" y="98444"/>
                  <a:pt x="2027587" y="87395"/>
                </a:cubicBezTo>
                <a:cubicBezTo>
                  <a:pt x="2025491" y="81109"/>
                  <a:pt x="2021300" y="75870"/>
                  <a:pt x="2018157" y="70060"/>
                </a:cubicBezTo>
                <a:lnTo>
                  <a:pt x="2015490" y="65869"/>
                </a:lnTo>
                <a:cubicBezTo>
                  <a:pt x="2014442" y="64250"/>
                  <a:pt x="2013395" y="62154"/>
                  <a:pt x="2011871" y="60630"/>
                </a:cubicBezTo>
                <a:lnTo>
                  <a:pt x="2007680" y="55963"/>
                </a:lnTo>
                <a:cubicBezTo>
                  <a:pt x="2005584" y="53296"/>
                  <a:pt x="2003489" y="50724"/>
                  <a:pt x="1997202" y="44438"/>
                </a:cubicBezTo>
                <a:cubicBezTo>
                  <a:pt x="1987296" y="35008"/>
                  <a:pt x="1974723" y="27674"/>
                  <a:pt x="1961102" y="22435"/>
                </a:cubicBezTo>
                <a:cubicBezTo>
                  <a:pt x="1956911" y="18244"/>
                  <a:pt x="1951196" y="16625"/>
                  <a:pt x="1945862" y="15101"/>
                </a:cubicBezTo>
                <a:cubicBezTo>
                  <a:pt x="1939576" y="12434"/>
                  <a:pt x="1933289" y="10910"/>
                  <a:pt x="1925479" y="9862"/>
                </a:cubicBezTo>
                <a:cubicBezTo>
                  <a:pt x="1919668" y="8814"/>
                  <a:pt x="1913954" y="6719"/>
                  <a:pt x="1908143" y="6719"/>
                </a:cubicBezTo>
                <a:cubicBezTo>
                  <a:pt x="1905476" y="6719"/>
                  <a:pt x="1902428" y="7290"/>
                  <a:pt x="1899761" y="7290"/>
                </a:cubicBezTo>
                <a:moveTo>
                  <a:pt x="1441895" y="374574"/>
                </a:moveTo>
                <a:cubicBezTo>
                  <a:pt x="1445038" y="347809"/>
                  <a:pt x="1443514" y="331045"/>
                  <a:pt x="1443514" y="306470"/>
                </a:cubicBezTo>
                <a:lnTo>
                  <a:pt x="1443990" y="268751"/>
                </a:lnTo>
                <a:cubicBezTo>
                  <a:pt x="1444562" y="249892"/>
                  <a:pt x="1444562" y="228937"/>
                  <a:pt x="1443990" y="225794"/>
                </a:cubicBezTo>
                <a:cubicBezTo>
                  <a:pt x="1443514" y="219983"/>
                  <a:pt x="1441895" y="213221"/>
                  <a:pt x="1441895" y="205886"/>
                </a:cubicBezTo>
                <a:lnTo>
                  <a:pt x="1440371" y="197504"/>
                </a:lnTo>
                <a:cubicBezTo>
                  <a:pt x="1435703" y="170739"/>
                  <a:pt x="1423035" y="149784"/>
                  <a:pt x="1391126" y="152451"/>
                </a:cubicBezTo>
                <a:cubicBezTo>
                  <a:pt x="1373791" y="153499"/>
                  <a:pt x="1357122" y="157690"/>
                  <a:pt x="1347121" y="170263"/>
                </a:cubicBezTo>
                <a:cubicBezTo>
                  <a:pt x="1339215" y="179121"/>
                  <a:pt x="1333500" y="189122"/>
                  <a:pt x="1330357" y="203219"/>
                </a:cubicBezTo>
                <a:lnTo>
                  <a:pt x="1329309" y="208458"/>
                </a:lnTo>
                <a:cubicBezTo>
                  <a:pt x="1327785" y="213697"/>
                  <a:pt x="1325689" y="219412"/>
                  <a:pt x="1324642" y="226270"/>
                </a:cubicBezTo>
                <a:cubicBezTo>
                  <a:pt x="1321022" y="245701"/>
                  <a:pt x="1327214" y="278657"/>
                  <a:pt x="1326166" y="299136"/>
                </a:cubicBezTo>
                <a:cubicBezTo>
                  <a:pt x="1325118" y="316472"/>
                  <a:pt x="1326737" y="333712"/>
                  <a:pt x="1325689" y="353619"/>
                </a:cubicBezTo>
                <a:cubicBezTo>
                  <a:pt x="1325118" y="359906"/>
                  <a:pt x="1324642" y="366192"/>
                  <a:pt x="1325118" y="372479"/>
                </a:cubicBezTo>
                <a:cubicBezTo>
                  <a:pt x="1317784" y="373526"/>
                  <a:pt x="1309878" y="374098"/>
                  <a:pt x="1301591" y="374098"/>
                </a:cubicBezTo>
                <a:cubicBezTo>
                  <a:pt x="1292733" y="373526"/>
                  <a:pt x="1283208" y="373050"/>
                  <a:pt x="1274350" y="373050"/>
                </a:cubicBezTo>
                <a:cubicBezTo>
                  <a:pt x="1272254" y="373050"/>
                  <a:pt x="1269587" y="373622"/>
                  <a:pt x="1267016" y="373622"/>
                </a:cubicBezTo>
                <a:cubicBezTo>
                  <a:pt x="1266539" y="341141"/>
                  <a:pt x="1264920" y="151499"/>
                  <a:pt x="1265968" y="141021"/>
                </a:cubicBezTo>
                <a:cubicBezTo>
                  <a:pt x="1266539" y="132163"/>
                  <a:pt x="1268063" y="123209"/>
                  <a:pt x="1269587" y="114827"/>
                </a:cubicBezTo>
                <a:lnTo>
                  <a:pt x="1277493" y="114256"/>
                </a:lnTo>
                <a:lnTo>
                  <a:pt x="1289495" y="113684"/>
                </a:lnTo>
                <a:cubicBezTo>
                  <a:pt x="1297305" y="113684"/>
                  <a:pt x="1304735" y="114256"/>
                  <a:pt x="1312545" y="114256"/>
                </a:cubicBezTo>
                <a:lnTo>
                  <a:pt x="1323499" y="114256"/>
                </a:lnTo>
                <a:lnTo>
                  <a:pt x="1323499" y="117971"/>
                </a:lnTo>
                <a:cubicBezTo>
                  <a:pt x="1323499" y="123686"/>
                  <a:pt x="1322927" y="130544"/>
                  <a:pt x="1325594" y="135782"/>
                </a:cubicBezTo>
                <a:cubicBezTo>
                  <a:pt x="1333405" y="152070"/>
                  <a:pt x="1352836" y="125876"/>
                  <a:pt x="1359122" y="123209"/>
                </a:cubicBezTo>
                <a:cubicBezTo>
                  <a:pt x="1370076" y="115399"/>
                  <a:pt x="1382649" y="108541"/>
                  <a:pt x="1396270" y="105398"/>
                </a:cubicBezTo>
                <a:cubicBezTo>
                  <a:pt x="1405128" y="103778"/>
                  <a:pt x="1415129" y="105969"/>
                  <a:pt x="1423988" y="106445"/>
                </a:cubicBezTo>
                <a:cubicBezTo>
                  <a:pt x="1433893" y="107017"/>
                  <a:pt x="1442847" y="110636"/>
                  <a:pt x="1452277" y="112732"/>
                </a:cubicBezTo>
                <a:cubicBezTo>
                  <a:pt x="1457992" y="114351"/>
                  <a:pt x="1460087" y="115399"/>
                  <a:pt x="1464278" y="118542"/>
                </a:cubicBezTo>
                <a:cubicBezTo>
                  <a:pt x="1477899" y="127972"/>
                  <a:pt x="1489901" y="141021"/>
                  <a:pt x="1495711" y="157785"/>
                </a:cubicBezTo>
                <a:cubicBezTo>
                  <a:pt x="1499330" y="176073"/>
                  <a:pt x="1505617" y="211792"/>
                  <a:pt x="1505141" y="239033"/>
                </a:cubicBezTo>
                <a:cubicBezTo>
                  <a:pt x="1504664" y="249987"/>
                  <a:pt x="1505712" y="261036"/>
                  <a:pt x="1505141" y="271514"/>
                </a:cubicBezTo>
                <a:cubicBezTo>
                  <a:pt x="1504664" y="278276"/>
                  <a:pt x="1506760" y="286754"/>
                  <a:pt x="1505141" y="295040"/>
                </a:cubicBezTo>
                <a:cubicBezTo>
                  <a:pt x="1505712" y="300851"/>
                  <a:pt x="1505712" y="355810"/>
                  <a:pt x="1501521" y="378289"/>
                </a:cubicBezTo>
                <a:cubicBezTo>
                  <a:pt x="1497330" y="378289"/>
                  <a:pt x="1493139" y="378289"/>
                  <a:pt x="1488948" y="378860"/>
                </a:cubicBezTo>
                <a:lnTo>
                  <a:pt x="1485805" y="379432"/>
                </a:lnTo>
                <a:lnTo>
                  <a:pt x="1483709" y="379432"/>
                </a:lnTo>
                <a:lnTo>
                  <a:pt x="1479995" y="378860"/>
                </a:lnTo>
                <a:cubicBezTo>
                  <a:pt x="1470565" y="377241"/>
                  <a:pt x="1462659" y="376765"/>
                  <a:pt x="1454372" y="376765"/>
                </a:cubicBezTo>
                <a:cubicBezTo>
                  <a:pt x="1450658" y="376193"/>
                  <a:pt x="1447038" y="376765"/>
                  <a:pt x="1442371" y="376193"/>
                </a:cubicBezTo>
                <a:lnTo>
                  <a:pt x="1441799" y="374669"/>
                </a:lnTo>
                <a:close/>
                <a:moveTo>
                  <a:pt x="1334548" y="130448"/>
                </a:moveTo>
                <a:cubicBezTo>
                  <a:pt x="1331405" y="121590"/>
                  <a:pt x="1339215" y="104826"/>
                  <a:pt x="1324642" y="104255"/>
                </a:cubicBezTo>
                <a:lnTo>
                  <a:pt x="1312640" y="104255"/>
                </a:lnTo>
                <a:cubicBezTo>
                  <a:pt x="1304830" y="104255"/>
                  <a:pt x="1297400" y="103683"/>
                  <a:pt x="1289590" y="103683"/>
                </a:cubicBezTo>
                <a:lnTo>
                  <a:pt x="1277017" y="104255"/>
                </a:lnTo>
                <a:cubicBezTo>
                  <a:pt x="1272826" y="104826"/>
                  <a:pt x="1261301" y="103207"/>
                  <a:pt x="1260253" y="108922"/>
                </a:cubicBezTo>
                <a:cubicBezTo>
                  <a:pt x="1258634" y="118923"/>
                  <a:pt x="1257110" y="129401"/>
                  <a:pt x="1256062" y="139878"/>
                </a:cubicBezTo>
                <a:cubicBezTo>
                  <a:pt x="1255014" y="151403"/>
                  <a:pt x="1257110" y="378194"/>
                  <a:pt x="1257110" y="378194"/>
                </a:cubicBezTo>
                <a:cubicBezTo>
                  <a:pt x="1257110" y="382385"/>
                  <a:pt x="1262348" y="383432"/>
                  <a:pt x="1265492" y="383432"/>
                </a:cubicBezTo>
                <a:cubicBezTo>
                  <a:pt x="1268635" y="383432"/>
                  <a:pt x="1271778" y="382861"/>
                  <a:pt x="1274350" y="382861"/>
                </a:cubicBezTo>
                <a:cubicBezTo>
                  <a:pt x="1283208" y="382861"/>
                  <a:pt x="1292733" y="383432"/>
                  <a:pt x="1301591" y="383909"/>
                </a:cubicBezTo>
                <a:cubicBezTo>
                  <a:pt x="1312069" y="383909"/>
                  <a:pt x="1322546" y="382861"/>
                  <a:pt x="1331405" y="381813"/>
                </a:cubicBezTo>
                <a:cubicBezTo>
                  <a:pt x="1334548" y="381813"/>
                  <a:pt x="1336643" y="378670"/>
                  <a:pt x="1335596" y="375527"/>
                </a:cubicBezTo>
                <a:cubicBezTo>
                  <a:pt x="1334072" y="370288"/>
                  <a:pt x="1335024" y="359810"/>
                  <a:pt x="1335596" y="354095"/>
                </a:cubicBezTo>
                <a:cubicBezTo>
                  <a:pt x="1336643" y="334188"/>
                  <a:pt x="1335024" y="316853"/>
                  <a:pt x="1336072" y="299612"/>
                </a:cubicBezTo>
                <a:cubicBezTo>
                  <a:pt x="1337120" y="281229"/>
                  <a:pt x="1330833" y="243510"/>
                  <a:pt x="1334548" y="228365"/>
                </a:cubicBezTo>
                <a:cubicBezTo>
                  <a:pt x="1335596" y="221603"/>
                  <a:pt x="1337691" y="215792"/>
                  <a:pt x="1339215" y="210554"/>
                </a:cubicBezTo>
                <a:lnTo>
                  <a:pt x="1340263" y="204743"/>
                </a:lnTo>
                <a:cubicBezTo>
                  <a:pt x="1342930" y="193218"/>
                  <a:pt x="1348073" y="184360"/>
                  <a:pt x="1354931" y="176454"/>
                </a:cubicBezTo>
                <a:cubicBezTo>
                  <a:pt x="1361694" y="167596"/>
                  <a:pt x="1375315" y="163310"/>
                  <a:pt x="1392079" y="162262"/>
                </a:cubicBezTo>
                <a:cubicBezTo>
                  <a:pt x="1422464" y="160166"/>
                  <a:pt x="1428179" y="183217"/>
                  <a:pt x="1431893" y="206839"/>
                </a:cubicBezTo>
                <a:cubicBezTo>
                  <a:pt x="1431893" y="213602"/>
                  <a:pt x="1432941" y="220460"/>
                  <a:pt x="1433989" y="227222"/>
                </a:cubicBezTo>
                <a:cubicBezTo>
                  <a:pt x="1435037" y="231985"/>
                  <a:pt x="1433513" y="305804"/>
                  <a:pt x="1433513" y="306375"/>
                </a:cubicBezTo>
                <a:cubicBezTo>
                  <a:pt x="1433513" y="330950"/>
                  <a:pt x="1435037" y="347809"/>
                  <a:pt x="1431893" y="374479"/>
                </a:cubicBezTo>
                <a:lnTo>
                  <a:pt x="1432465" y="377051"/>
                </a:lnTo>
                <a:lnTo>
                  <a:pt x="1431893" y="379718"/>
                </a:lnTo>
                <a:cubicBezTo>
                  <a:pt x="1430369" y="388671"/>
                  <a:pt x="1449705" y="386004"/>
                  <a:pt x="1454468" y="386576"/>
                </a:cubicBezTo>
                <a:cubicBezTo>
                  <a:pt x="1461802" y="386576"/>
                  <a:pt x="1469708" y="387147"/>
                  <a:pt x="1478566" y="388671"/>
                </a:cubicBezTo>
                <a:lnTo>
                  <a:pt x="1483233" y="389147"/>
                </a:lnTo>
                <a:lnTo>
                  <a:pt x="1487424" y="389147"/>
                </a:lnTo>
                <a:lnTo>
                  <a:pt x="1490567" y="388671"/>
                </a:lnTo>
                <a:cubicBezTo>
                  <a:pt x="1494187" y="388100"/>
                  <a:pt x="1497902" y="388100"/>
                  <a:pt x="1501045" y="388671"/>
                </a:cubicBezTo>
                <a:cubicBezTo>
                  <a:pt x="1504760" y="388671"/>
                  <a:pt x="1511522" y="390195"/>
                  <a:pt x="1512570" y="384480"/>
                </a:cubicBezTo>
                <a:cubicBezTo>
                  <a:pt x="1515713" y="365144"/>
                  <a:pt x="1515713" y="304280"/>
                  <a:pt x="1515142" y="294945"/>
                </a:cubicBezTo>
                <a:cubicBezTo>
                  <a:pt x="1516761" y="287611"/>
                  <a:pt x="1514666" y="279229"/>
                  <a:pt x="1515142" y="271895"/>
                </a:cubicBezTo>
                <a:cubicBezTo>
                  <a:pt x="1515713" y="261417"/>
                  <a:pt x="1514666" y="250463"/>
                  <a:pt x="1515142" y="239414"/>
                </a:cubicBezTo>
                <a:cubicBezTo>
                  <a:pt x="1516189" y="210649"/>
                  <a:pt x="1509427" y="173978"/>
                  <a:pt x="1505712" y="154547"/>
                </a:cubicBezTo>
                <a:cubicBezTo>
                  <a:pt x="1498854" y="135116"/>
                  <a:pt x="1485233" y="120542"/>
                  <a:pt x="1470089" y="109970"/>
                </a:cubicBezTo>
                <a:cubicBezTo>
                  <a:pt x="1464850" y="106826"/>
                  <a:pt x="1461707" y="104731"/>
                  <a:pt x="1454372" y="103207"/>
                </a:cubicBezTo>
                <a:cubicBezTo>
                  <a:pt x="1444466" y="100540"/>
                  <a:pt x="1434941" y="96920"/>
                  <a:pt x="1424559" y="96349"/>
                </a:cubicBezTo>
                <a:cubicBezTo>
                  <a:pt x="1414558" y="95777"/>
                  <a:pt x="1404652" y="93777"/>
                  <a:pt x="1394174" y="95777"/>
                </a:cubicBezTo>
                <a:cubicBezTo>
                  <a:pt x="1378934" y="98921"/>
                  <a:pt x="1365314" y="106255"/>
                  <a:pt x="1353788" y="114637"/>
                </a:cubicBezTo>
                <a:cubicBezTo>
                  <a:pt x="1345978" y="118352"/>
                  <a:pt x="1341787" y="126638"/>
                  <a:pt x="1334357" y="130353"/>
                </a:cubicBezTo>
                <a:moveTo>
                  <a:pt x="1089184" y="158642"/>
                </a:moveTo>
                <a:cubicBezTo>
                  <a:pt x="1077659" y="152356"/>
                  <a:pt x="1064038" y="155499"/>
                  <a:pt x="1052513" y="158642"/>
                </a:cubicBezTo>
                <a:cubicBezTo>
                  <a:pt x="1048322" y="160262"/>
                  <a:pt x="1044131" y="160738"/>
                  <a:pt x="1039368" y="162833"/>
                </a:cubicBezTo>
                <a:lnTo>
                  <a:pt x="1036701" y="164929"/>
                </a:lnTo>
                <a:lnTo>
                  <a:pt x="1029938" y="169120"/>
                </a:lnTo>
                <a:cubicBezTo>
                  <a:pt x="1024128" y="171215"/>
                  <a:pt x="1020509" y="177502"/>
                  <a:pt x="1016794" y="182264"/>
                </a:cubicBezTo>
                <a:cubicBezTo>
                  <a:pt x="1011555" y="189599"/>
                  <a:pt x="1008888" y="199028"/>
                  <a:pt x="1006316" y="207887"/>
                </a:cubicBezTo>
                <a:cubicBezTo>
                  <a:pt x="1003173" y="217793"/>
                  <a:pt x="1014127" y="221507"/>
                  <a:pt x="1022033" y="219412"/>
                </a:cubicBezTo>
                <a:lnTo>
                  <a:pt x="1025176" y="218840"/>
                </a:lnTo>
                <a:cubicBezTo>
                  <a:pt x="1025747" y="218840"/>
                  <a:pt x="1113187" y="221507"/>
                  <a:pt x="1115759" y="221507"/>
                </a:cubicBezTo>
                <a:cubicBezTo>
                  <a:pt x="1121569" y="221507"/>
                  <a:pt x="1127284" y="219888"/>
                  <a:pt x="1132523" y="215697"/>
                </a:cubicBezTo>
                <a:cubicBezTo>
                  <a:pt x="1140905" y="208934"/>
                  <a:pt x="1129856" y="185884"/>
                  <a:pt x="1125760" y="179597"/>
                </a:cubicBezTo>
                <a:cubicBezTo>
                  <a:pt x="1120997" y="172263"/>
                  <a:pt x="1115282" y="170168"/>
                  <a:pt x="1107948" y="165977"/>
                </a:cubicBezTo>
                <a:cubicBezTo>
                  <a:pt x="1101090" y="162833"/>
                  <a:pt x="1096994" y="159690"/>
                  <a:pt x="1089089" y="158642"/>
                </a:cubicBezTo>
                <a:moveTo>
                  <a:pt x="1126236" y="207887"/>
                </a:moveTo>
                <a:cubicBezTo>
                  <a:pt x="1123093" y="210554"/>
                  <a:pt x="1119473" y="211601"/>
                  <a:pt x="1115282" y="211601"/>
                </a:cubicBezTo>
                <a:cubicBezTo>
                  <a:pt x="1113187" y="211601"/>
                  <a:pt x="1026224" y="208934"/>
                  <a:pt x="1023080" y="208934"/>
                </a:cubicBezTo>
                <a:lnTo>
                  <a:pt x="1019937" y="209506"/>
                </a:lnTo>
                <a:cubicBezTo>
                  <a:pt x="1018318" y="210077"/>
                  <a:pt x="1017270" y="210554"/>
                  <a:pt x="1016222" y="210077"/>
                </a:cubicBezTo>
                <a:cubicBezTo>
                  <a:pt x="1018318" y="202743"/>
                  <a:pt x="1020413" y="194361"/>
                  <a:pt x="1024604" y="188075"/>
                </a:cubicBezTo>
                <a:cubicBezTo>
                  <a:pt x="1026224" y="185979"/>
                  <a:pt x="1030891" y="179216"/>
                  <a:pt x="1034510" y="178169"/>
                </a:cubicBezTo>
                <a:lnTo>
                  <a:pt x="1042892" y="173501"/>
                </a:lnTo>
                <a:lnTo>
                  <a:pt x="1044988" y="171406"/>
                </a:lnTo>
                <a:cubicBezTo>
                  <a:pt x="1048131" y="169787"/>
                  <a:pt x="1051751" y="169787"/>
                  <a:pt x="1054894" y="168739"/>
                </a:cubicBezTo>
                <a:cubicBezTo>
                  <a:pt x="1063752" y="166072"/>
                  <a:pt x="1076325" y="162929"/>
                  <a:pt x="1086803" y="168739"/>
                </a:cubicBezTo>
                <a:cubicBezTo>
                  <a:pt x="1093089" y="169310"/>
                  <a:pt x="1097852" y="172454"/>
                  <a:pt x="1103090" y="175025"/>
                </a:cubicBezTo>
                <a:cubicBezTo>
                  <a:pt x="1108329" y="178169"/>
                  <a:pt x="1113568" y="179788"/>
                  <a:pt x="1117283" y="185503"/>
                </a:cubicBezTo>
                <a:cubicBezTo>
                  <a:pt x="1121474" y="191218"/>
                  <a:pt x="1124141" y="200171"/>
                  <a:pt x="1126141" y="207982"/>
                </a:cubicBezTo>
                <a:moveTo>
                  <a:pt x="1140333" y="304375"/>
                </a:moveTo>
                <a:cubicBezTo>
                  <a:pt x="1156049" y="301803"/>
                  <a:pt x="1173385" y="302851"/>
                  <a:pt x="1189101" y="303327"/>
                </a:cubicBezTo>
                <a:cubicBezTo>
                  <a:pt x="1185958" y="313805"/>
                  <a:pt x="1182815" y="321139"/>
                  <a:pt x="1178624" y="328473"/>
                </a:cubicBezTo>
                <a:cubicBezTo>
                  <a:pt x="1176052" y="331045"/>
                  <a:pt x="1173385" y="333712"/>
                  <a:pt x="1171861" y="337331"/>
                </a:cubicBezTo>
                <a:cubicBezTo>
                  <a:pt x="1169194" y="341522"/>
                  <a:pt x="1163479" y="346761"/>
                  <a:pt x="1160336" y="348857"/>
                </a:cubicBezTo>
                <a:cubicBezTo>
                  <a:pt x="1154525" y="354095"/>
                  <a:pt x="1146715" y="356191"/>
                  <a:pt x="1138904" y="360382"/>
                </a:cubicBezTo>
                <a:lnTo>
                  <a:pt x="1136237" y="362954"/>
                </a:lnTo>
                <a:lnTo>
                  <a:pt x="1133570" y="364573"/>
                </a:lnTo>
                <a:cubicBezTo>
                  <a:pt x="1129379" y="365144"/>
                  <a:pt x="1126236" y="368764"/>
                  <a:pt x="1122045" y="370288"/>
                </a:cubicBezTo>
                <a:lnTo>
                  <a:pt x="1116806" y="371907"/>
                </a:lnTo>
                <a:cubicBezTo>
                  <a:pt x="1115187" y="372479"/>
                  <a:pt x="1113663" y="372955"/>
                  <a:pt x="1112139" y="373526"/>
                </a:cubicBezTo>
                <a:cubicBezTo>
                  <a:pt x="1088517" y="376098"/>
                  <a:pt x="1056037" y="381908"/>
                  <a:pt x="1032510" y="371907"/>
                </a:cubicBezTo>
                <a:cubicBezTo>
                  <a:pt x="1023557" y="370288"/>
                  <a:pt x="1015175" y="365621"/>
                  <a:pt x="1006316" y="364001"/>
                </a:cubicBezTo>
                <a:cubicBezTo>
                  <a:pt x="994315" y="357715"/>
                  <a:pt x="984790" y="351428"/>
                  <a:pt x="976979" y="341522"/>
                </a:cubicBezTo>
                <a:cubicBezTo>
                  <a:pt x="961739" y="330473"/>
                  <a:pt x="957548" y="307423"/>
                  <a:pt x="948690" y="291230"/>
                </a:cubicBezTo>
                <a:cubicBezTo>
                  <a:pt x="948119" y="287039"/>
                  <a:pt x="947071" y="283420"/>
                  <a:pt x="946023" y="280753"/>
                </a:cubicBezTo>
                <a:lnTo>
                  <a:pt x="944404" y="276562"/>
                </a:lnTo>
                <a:cubicBezTo>
                  <a:pt x="944404" y="275990"/>
                  <a:pt x="943356" y="271799"/>
                  <a:pt x="943356" y="270275"/>
                </a:cubicBezTo>
                <a:cubicBezTo>
                  <a:pt x="942308" y="266084"/>
                  <a:pt x="940784" y="261417"/>
                  <a:pt x="941261" y="256655"/>
                </a:cubicBezTo>
                <a:lnTo>
                  <a:pt x="941832" y="252940"/>
                </a:lnTo>
                <a:lnTo>
                  <a:pt x="942404" y="249320"/>
                </a:lnTo>
                <a:lnTo>
                  <a:pt x="942404" y="245606"/>
                </a:lnTo>
                <a:cubicBezTo>
                  <a:pt x="942880" y="243510"/>
                  <a:pt x="942880" y="240843"/>
                  <a:pt x="942880" y="238843"/>
                </a:cubicBezTo>
                <a:cubicBezTo>
                  <a:pt x="943451" y="222555"/>
                  <a:pt x="957548" y="182741"/>
                  <a:pt x="968026" y="170168"/>
                </a:cubicBezTo>
                <a:cubicBezTo>
                  <a:pt x="970121" y="162833"/>
                  <a:pt x="976884" y="159214"/>
                  <a:pt x="980027" y="152356"/>
                </a:cubicBezTo>
                <a:cubicBezTo>
                  <a:pt x="991553" y="141878"/>
                  <a:pt x="1002506" y="128258"/>
                  <a:pt x="1018223" y="123019"/>
                </a:cubicBezTo>
                <a:cubicBezTo>
                  <a:pt x="1027652" y="119876"/>
                  <a:pt x="1038130" y="114637"/>
                  <a:pt x="1049084" y="114161"/>
                </a:cubicBezTo>
                <a:cubicBezTo>
                  <a:pt x="1067943" y="111494"/>
                  <a:pt x="1087850" y="110446"/>
                  <a:pt x="1106710" y="114732"/>
                </a:cubicBezTo>
                <a:lnTo>
                  <a:pt x="1110425" y="115780"/>
                </a:lnTo>
                <a:cubicBezTo>
                  <a:pt x="1121378" y="118923"/>
                  <a:pt x="1130808" y="123114"/>
                  <a:pt x="1139762" y="127781"/>
                </a:cubicBezTo>
                <a:cubicBezTo>
                  <a:pt x="1146048" y="134068"/>
                  <a:pt x="1153382" y="140354"/>
                  <a:pt x="1158621" y="149784"/>
                </a:cubicBezTo>
                <a:cubicBezTo>
                  <a:pt x="1177481" y="166548"/>
                  <a:pt x="1185386" y="195409"/>
                  <a:pt x="1190625" y="227318"/>
                </a:cubicBezTo>
                <a:lnTo>
                  <a:pt x="1191197" y="232080"/>
                </a:lnTo>
                <a:lnTo>
                  <a:pt x="1191197" y="235795"/>
                </a:lnTo>
                <a:lnTo>
                  <a:pt x="1191673" y="242081"/>
                </a:lnTo>
                <a:lnTo>
                  <a:pt x="1193292" y="249987"/>
                </a:lnTo>
                <a:lnTo>
                  <a:pt x="1194340" y="254654"/>
                </a:lnTo>
                <a:cubicBezTo>
                  <a:pt x="1183862" y="256274"/>
                  <a:pt x="1172909" y="253035"/>
                  <a:pt x="1161860" y="253035"/>
                </a:cubicBezTo>
                <a:cubicBezTo>
                  <a:pt x="1154525" y="252464"/>
                  <a:pt x="1095851" y="256178"/>
                  <a:pt x="1089565" y="256178"/>
                </a:cubicBezTo>
                <a:cubicBezTo>
                  <a:pt x="1082231" y="256178"/>
                  <a:pt x="1074325" y="256178"/>
                  <a:pt x="1066514" y="257226"/>
                </a:cubicBezTo>
                <a:cubicBezTo>
                  <a:pt x="1049750" y="258845"/>
                  <a:pt x="1032510" y="258274"/>
                  <a:pt x="1015175" y="258274"/>
                </a:cubicBezTo>
                <a:cubicBezTo>
                  <a:pt x="1000982" y="258274"/>
                  <a:pt x="1004697" y="283896"/>
                  <a:pt x="1006793" y="292850"/>
                </a:cubicBezTo>
                <a:lnTo>
                  <a:pt x="1008888" y="298088"/>
                </a:lnTo>
                <a:lnTo>
                  <a:pt x="1010507" y="302279"/>
                </a:lnTo>
                <a:cubicBezTo>
                  <a:pt x="1011079" y="303327"/>
                  <a:pt x="1011555" y="304375"/>
                  <a:pt x="1012127" y="305423"/>
                </a:cubicBezTo>
                <a:lnTo>
                  <a:pt x="1014222" y="308090"/>
                </a:lnTo>
                <a:lnTo>
                  <a:pt x="1017365" y="312281"/>
                </a:lnTo>
                <a:lnTo>
                  <a:pt x="1022604" y="317519"/>
                </a:lnTo>
                <a:lnTo>
                  <a:pt x="1027843" y="323806"/>
                </a:lnTo>
                <a:cubicBezTo>
                  <a:pt x="1034129" y="331140"/>
                  <a:pt x="1047274" y="336379"/>
                  <a:pt x="1057180" y="336950"/>
                </a:cubicBezTo>
                <a:cubicBezTo>
                  <a:pt x="1058228" y="336950"/>
                  <a:pt x="1059847" y="337522"/>
                  <a:pt x="1060799" y="337522"/>
                </a:cubicBezTo>
                <a:cubicBezTo>
                  <a:pt x="1071848" y="337522"/>
                  <a:pt x="1083850" y="336950"/>
                  <a:pt x="1094327" y="333807"/>
                </a:cubicBezTo>
                <a:cubicBezTo>
                  <a:pt x="1105281" y="331140"/>
                  <a:pt x="1136237" y="319139"/>
                  <a:pt x="1139857" y="304470"/>
                </a:cubicBezTo>
                <a:lnTo>
                  <a:pt x="1140428" y="304470"/>
                </a:lnTo>
                <a:close/>
                <a:moveTo>
                  <a:pt x="1015651" y="268275"/>
                </a:moveTo>
                <a:cubicBezTo>
                  <a:pt x="1033463" y="268275"/>
                  <a:pt x="1050703" y="268847"/>
                  <a:pt x="1068038" y="267227"/>
                </a:cubicBezTo>
                <a:cubicBezTo>
                  <a:pt x="1075373" y="266180"/>
                  <a:pt x="1082707" y="266180"/>
                  <a:pt x="1089470" y="266180"/>
                </a:cubicBezTo>
                <a:cubicBezTo>
                  <a:pt x="1095756" y="266180"/>
                  <a:pt x="1156049" y="262560"/>
                  <a:pt x="1161764" y="263036"/>
                </a:cubicBezTo>
                <a:cubicBezTo>
                  <a:pt x="1168527" y="263036"/>
                  <a:pt x="1175957" y="264084"/>
                  <a:pt x="1182719" y="264656"/>
                </a:cubicBezTo>
                <a:cubicBezTo>
                  <a:pt x="1210532" y="267227"/>
                  <a:pt x="1204722" y="260465"/>
                  <a:pt x="1201579" y="240557"/>
                </a:cubicBezTo>
                <a:lnTo>
                  <a:pt x="1201007" y="235319"/>
                </a:lnTo>
                <a:lnTo>
                  <a:pt x="1201007" y="231128"/>
                </a:lnTo>
                <a:lnTo>
                  <a:pt x="1200436" y="225889"/>
                </a:lnTo>
                <a:cubicBezTo>
                  <a:pt x="1195197" y="194456"/>
                  <a:pt x="1186815" y="162452"/>
                  <a:pt x="1165860" y="142545"/>
                </a:cubicBezTo>
                <a:cubicBezTo>
                  <a:pt x="1161193" y="133687"/>
                  <a:pt x="1153287" y="126829"/>
                  <a:pt x="1144905" y="119495"/>
                </a:cubicBezTo>
                <a:cubicBezTo>
                  <a:pt x="1136047" y="114256"/>
                  <a:pt x="1127093" y="110541"/>
                  <a:pt x="1116616" y="107493"/>
                </a:cubicBezTo>
                <a:lnTo>
                  <a:pt x="1112425" y="105874"/>
                </a:lnTo>
                <a:lnTo>
                  <a:pt x="1108710" y="105302"/>
                </a:lnTo>
                <a:cubicBezTo>
                  <a:pt x="1088803" y="100064"/>
                  <a:pt x="1067848" y="101111"/>
                  <a:pt x="1047369" y="104255"/>
                </a:cubicBezTo>
                <a:cubicBezTo>
                  <a:pt x="1035844" y="105302"/>
                  <a:pt x="1025366" y="109970"/>
                  <a:pt x="1014889" y="113113"/>
                </a:cubicBezTo>
                <a:cubicBezTo>
                  <a:pt x="997077" y="119399"/>
                  <a:pt x="985552" y="133592"/>
                  <a:pt x="970883" y="147689"/>
                </a:cubicBezTo>
                <a:cubicBezTo>
                  <a:pt x="967740" y="154451"/>
                  <a:pt x="962025" y="156071"/>
                  <a:pt x="958310" y="165977"/>
                </a:cubicBezTo>
                <a:cubicBezTo>
                  <a:pt x="949452" y="176930"/>
                  <a:pt x="935260" y="214173"/>
                  <a:pt x="933164" y="230366"/>
                </a:cubicBezTo>
                <a:cubicBezTo>
                  <a:pt x="932593" y="235128"/>
                  <a:pt x="933164" y="239795"/>
                  <a:pt x="932117" y="244558"/>
                </a:cubicBezTo>
                <a:lnTo>
                  <a:pt x="932117" y="248273"/>
                </a:lnTo>
                <a:lnTo>
                  <a:pt x="931545" y="251416"/>
                </a:lnTo>
                <a:lnTo>
                  <a:pt x="930974" y="255607"/>
                </a:lnTo>
                <a:cubicBezTo>
                  <a:pt x="930402" y="261417"/>
                  <a:pt x="932021" y="267132"/>
                  <a:pt x="933069" y="272371"/>
                </a:cubicBezTo>
                <a:cubicBezTo>
                  <a:pt x="933069" y="274466"/>
                  <a:pt x="934117" y="278657"/>
                  <a:pt x="934688" y="280181"/>
                </a:cubicBezTo>
                <a:lnTo>
                  <a:pt x="936308" y="284372"/>
                </a:lnTo>
                <a:cubicBezTo>
                  <a:pt x="937355" y="287039"/>
                  <a:pt x="938403" y="289611"/>
                  <a:pt x="938403" y="292754"/>
                </a:cubicBezTo>
                <a:lnTo>
                  <a:pt x="938975" y="295421"/>
                </a:lnTo>
                <a:cubicBezTo>
                  <a:pt x="949928" y="313233"/>
                  <a:pt x="952119" y="335807"/>
                  <a:pt x="969836" y="349428"/>
                </a:cubicBezTo>
                <a:cubicBezTo>
                  <a:pt x="978218" y="359906"/>
                  <a:pt x="989267" y="367240"/>
                  <a:pt x="1003363" y="374003"/>
                </a:cubicBezTo>
                <a:cubicBezTo>
                  <a:pt x="1012793" y="375622"/>
                  <a:pt x="1020699" y="379718"/>
                  <a:pt x="1029557" y="381908"/>
                </a:cubicBezTo>
                <a:cubicBezTo>
                  <a:pt x="1054703" y="392386"/>
                  <a:pt x="1087184" y="386099"/>
                  <a:pt x="1114901" y="382956"/>
                </a:cubicBezTo>
                <a:cubicBezTo>
                  <a:pt x="1116521" y="382385"/>
                  <a:pt x="1118045" y="381908"/>
                  <a:pt x="1119092" y="381432"/>
                </a:cubicBezTo>
                <a:lnTo>
                  <a:pt x="1124903" y="379813"/>
                </a:lnTo>
                <a:cubicBezTo>
                  <a:pt x="1128046" y="378765"/>
                  <a:pt x="1131665" y="377146"/>
                  <a:pt x="1134332" y="374574"/>
                </a:cubicBezTo>
                <a:cubicBezTo>
                  <a:pt x="1136428" y="374574"/>
                  <a:pt x="1138047" y="373526"/>
                  <a:pt x="1139571" y="372479"/>
                </a:cubicBezTo>
                <a:lnTo>
                  <a:pt x="1142238" y="370383"/>
                </a:lnTo>
                <a:lnTo>
                  <a:pt x="1144905" y="368288"/>
                </a:lnTo>
                <a:cubicBezTo>
                  <a:pt x="1152239" y="365144"/>
                  <a:pt x="1159574" y="362573"/>
                  <a:pt x="1165860" y="357239"/>
                </a:cubicBezTo>
                <a:cubicBezTo>
                  <a:pt x="1170623" y="354095"/>
                  <a:pt x="1176909" y="347333"/>
                  <a:pt x="1181100" y="341046"/>
                </a:cubicBezTo>
                <a:cubicBezTo>
                  <a:pt x="1182148" y="338379"/>
                  <a:pt x="1184815" y="336284"/>
                  <a:pt x="1187387" y="333712"/>
                </a:cubicBezTo>
                <a:cubicBezTo>
                  <a:pt x="1190530" y="327425"/>
                  <a:pt x="1209389" y="292850"/>
                  <a:pt x="1195769" y="293326"/>
                </a:cubicBezTo>
                <a:cubicBezTo>
                  <a:pt x="1190054" y="293897"/>
                  <a:pt x="1184243" y="293326"/>
                  <a:pt x="1179005" y="292278"/>
                </a:cubicBezTo>
                <a:cubicBezTo>
                  <a:pt x="1172718" y="291707"/>
                  <a:pt x="1141286" y="293897"/>
                  <a:pt x="1138142" y="294374"/>
                </a:cubicBezTo>
                <a:lnTo>
                  <a:pt x="1133951" y="295421"/>
                </a:lnTo>
                <a:lnTo>
                  <a:pt x="1130237" y="301232"/>
                </a:lnTo>
                <a:cubicBezTo>
                  <a:pt x="1125569" y="309614"/>
                  <a:pt x="1109853" y="319043"/>
                  <a:pt x="1091470" y="324282"/>
                </a:cubicBezTo>
                <a:cubicBezTo>
                  <a:pt x="1082040" y="326949"/>
                  <a:pt x="1070515" y="327425"/>
                  <a:pt x="1060514" y="327425"/>
                </a:cubicBezTo>
                <a:lnTo>
                  <a:pt x="1055846" y="326378"/>
                </a:lnTo>
                <a:cubicBezTo>
                  <a:pt x="1051655" y="327425"/>
                  <a:pt x="1038511" y="321139"/>
                  <a:pt x="1034891" y="316948"/>
                </a:cubicBezTo>
                <a:lnTo>
                  <a:pt x="1028129" y="309137"/>
                </a:lnTo>
                <a:lnTo>
                  <a:pt x="1024985" y="305423"/>
                </a:lnTo>
                <a:lnTo>
                  <a:pt x="1021842" y="301803"/>
                </a:lnTo>
                <a:lnTo>
                  <a:pt x="1019747" y="298088"/>
                </a:lnTo>
                <a:lnTo>
                  <a:pt x="1018127" y="294945"/>
                </a:lnTo>
                <a:lnTo>
                  <a:pt x="1016032" y="289230"/>
                </a:lnTo>
                <a:cubicBezTo>
                  <a:pt x="1014984" y="283420"/>
                  <a:pt x="1013365" y="273990"/>
                  <a:pt x="1015460" y="268275"/>
                </a:cubicBezTo>
                <a:moveTo>
                  <a:pt x="826865" y="368383"/>
                </a:moveTo>
                <a:lnTo>
                  <a:pt x="826865" y="356286"/>
                </a:lnTo>
                <a:cubicBezTo>
                  <a:pt x="826865" y="346856"/>
                  <a:pt x="827437" y="336950"/>
                  <a:pt x="827437" y="331712"/>
                </a:cubicBezTo>
                <a:cubicBezTo>
                  <a:pt x="828485" y="321234"/>
                  <a:pt x="825341" y="52534"/>
                  <a:pt x="825341" y="47771"/>
                </a:cubicBezTo>
                <a:lnTo>
                  <a:pt x="826865" y="17863"/>
                </a:lnTo>
                <a:lnTo>
                  <a:pt x="826865" y="15291"/>
                </a:lnTo>
                <a:cubicBezTo>
                  <a:pt x="833152" y="15291"/>
                  <a:pt x="840010" y="16339"/>
                  <a:pt x="846773" y="17387"/>
                </a:cubicBezTo>
                <a:lnTo>
                  <a:pt x="849916" y="17387"/>
                </a:lnTo>
                <a:lnTo>
                  <a:pt x="850963" y="16815"/>
                </a:lnTo>
                <a:lnTo>
                  <a:pt x="854107" y="17387"/>
                </a:lnTo>
                <a:lnTo>
                  <a:pt x="863537" y="17387"/>
                </a:lnTo>
                <a:lnTo>
                  <a:pt x="877157" y="17958"/>
                </a:lnTo>
                <a:cubicBezTo>
                  <a:pt x="880872" y="17958"/>
                  <a:pt x="887635" y="16910"/>
                  <a:pt x="887635" y="17958"/>
                </a:cubicBezTo>
                <a:lnTo>
                  <a:pt x="887635" y="19006"/>
                </a:lnTo>
                <a:cubicBezTo>
                  <a:pt x="887635" y="19006"/>
                  <a:pt x="888206" y="21673"/>
                  <a:pt x="888206" y="22721"/>
                </a:cubicBezTo>
                <a:cubicBezTo>
                  <a:pt x="889254" y="33198"/>
                  <a:pt x="884492" y="360572"/>
                  <a:pt x="884492" y="362192"/>
                </a:cubicBezTo>
                <a:lnTo>
                  <a:pt x="884492" y="370002"/>
                </a:lnTo>
                <a:lnTo>
                  <a:pt x="883920" y="370002"/>
                </a:lnTo>
                <a:cubicBezTo>
                  <a:pt x="869728" y="370002"/>
                  <a:pt x="857155" y="372669"/>
                  <a:pt x="843058" y="371621"/>
                </a:cubicBezTo>
                <a:cubicBezTo>
                  <a:pt x="837819" y="371621"/>
                  <a:pt x="832104" y="369526"/>
                  <a:pt x="826770" y="370002"/>
                </a:cubicBezTo>
                <a:lnTo>
                  <a:pt x="826770" y="368478"/>
                </a:lnTo>
                <a:close/>
                <a:moveTo>
                  <a:pt x="848106" y="7290"/>
                </a:moveTo>
                <a:cubicBezTo>
                  <a:pt x="839724" y="5671"/>
                  <a:pt x="830294" y="4623"/>
                  <a:pt x="821912" y="5195"/>
                </a:cubicBezTo>
                <a:cubicBezTo>
                  <a:pt x="815626" y="5195"/>
                  <a:pt x="817150" y="13577"/>
                  <a:pt x="817150" y="17196"/>
                </a:cubicBezTo>
                <a:lnTo>
                  <a:pt x="815531" y="47105"/>
                </a:lnTo>
                <a:cubicBezTo>
                  <a:pt x="815531" y="51867"/>
                  <a:pt x="818674" y="319996"/>
                  <a:pt x="817626" y="331045"/>
                </a:cubicBezTo>
                <a:cubicBezTo>
                  <a:pt x="817055" y="335807"/>
                  <a:pt x="817055" y="346761"/>
                  <a:pt x="817055" y="355715"/>
                </a:cubicBezTo>
                <a:lnTo>
                  <a:pt x="817055" y="372479"/>
                </a:lnTo>
                <a:cubicBezTo>
                  <a:pt x="816007" y="376670"/>
                  <a:pt x="818102" y="382385"/>
                  <a:pt x="823341" y="380861"/>
                </a:cubicBezTo>
                <a:cubicBezTo>
                  <a:pt x="829628" y="378765"/>
                  <a:pt x="836486" y="381432"/>
                  <a:pt x="842677" y="381432"/>
                </a:cubicBezTo>
                <a:cubicBezTo>
                  <a:pt x="856869" y="382480"/>
                  <a:pt x="871538" y="380384"/>
                  <a:pt x="885635" y="380384"/>
                </a:cubicBezTo>
                <a:lnTo>
                  <a:pt x="886682" y="380384"/>
                </a:lnTo>
                <a:cubicBezTo>
                  <a:pt x="892969" y="385052"/>
                  <a:pt x="894493" y="376670"/>
                  <a:pt x="895064" y="372479"/>
                </a:cubicBezTo>
                <a:lnTo>
                  <a:pt x="895064" y="369812"/>
                </a:lnTo>
                <a:lnTo>
                  <a:pt x="894493" y="367240"/>
                </a:lnTo>
                <a:lnTo>
                  <a:pt x="894493" y="362001"/>
                </a:lnTo>
                <a:cubicBezTo>
                  <a:pt x="894493" y="360382"/>
                  <a:pt x="899255" y="39866"/>
                  <a:pt x="898208" y="22054"/>
                </a:cubicBezTo>
                <a:cubicBezTo>
                  <a:pt x="898208" y="21006"/>
                  <a:pt x="897636" y="17291"/>
                  <a:pt x="897636" y="16339"/>
                </a:cubicBezTo>
                <a:cubicBezTo>
                  <a:pt x="897636" y="15767"/>
                  <a:pt x="897636" y="14720"/>
                  <a:pt x="897065" y="13196"/>
                </a:cubicBezTo>
                <a:cubicBezTo>
                  <a:pt x="895445" y="5861"/>
                  <a:pt x="883444" y="7385"/>
                  <a:pt x="877634" y="7957"/>
                </a:cubicBezTo>
                <a:lnTo>
                  <a:pt x="864013" y="7385"/>
                </a:lnTo>
                <a:lnTo>
                  <a:pt x="854583" y="6814"/>
                </a:lnTo>
                <a:lnTo>
                  <a:pt x="849344" y="6814"/>
                </a:lnTo>
                <a:lnTo>
                  <a:pt x="847725" y="7385"/>
                </a:lnTo>
                <a:close/>
                <a:moveTo>
                  <a:pt x="649034" y="158738"/>
                </a:moveTo>
                <a:cubicBezTo>
                  <a:pt x="637508" y="152451"/>
                  <a:pt x="623888" y="155594"/>
                  <a:pt x="612362" y="158738"/>
                </a:cubicBezTo>
                <a:cubicBezTo>
                  <a:pt x="608171" y="160357"/>
                  <a:pt x="603980" y="160833"/>
                  <a:pt x="599313" y="162929"/>
                </a:cubicBezTo>
                <a:lnTo>
                  <a:pt x="596646" y="165024"/>
                </a:lnTo>
                <a:lnTo>
                  <a:pt x="589788" y="169215"/>
                </a:lnTo>
                <a:cubicBezTo>
                  <a:pt x="584073" y="171311"/>
                  <a:pt x="580358" y="177597"/>
                  <a:pt x="576644" y="182360"/>
                </a:cubicBezTo>
                <a:cubicBezTo>
                  <a:pt x="571405" y="189694"/>
                  <a:pt x="568738" y="199124"/>
                  <a:pt x="566166" y="207982"/>
                </a:cubicBezTo>
                <a:cubicBezTo>
                  <a:pt x="563023" y="217888"/>
                  <a:pt x="573977" y="221603"/>
                  <a:pt x="581882" y="219507"/>
                </a:cubicBezTo>
                <a:lnTo>
                  <a:pt x="585026" y="218936"/>
                </a:lnTo>
                <a:cubicBezTo>
                  <a:pt x="585597" y="218936"/>
                  <a:pt x="673037" y="221603"/>
                  <a:pt x="675608" y="221603"/>
                </a:cubicBezTo>
                <a:cubicBezTo>
                  <a:pt x="681419" y="221603"/>
                  <a:pt x="687134" y="219983"/>
                  <a:pt x="692372" y="215792"/>
                </a:cubicBezTo>
                <a:cubicBezTo>
                  <a:pt x="700754" y="209030"/>
                  <a:pt x="689705" y="185979"/>
                  <a:pt x="685514" y="179693"/>
                </a:cubicBezTo>
                <a:cubicBezTo>
                  <a:pt x="680847" y="172358"/>
                  <a:pt x="675037" y="170263"/>
                  <a:pt x="667703" y="166072"/>
                </a:cubicBezTo>
                <a:cubicBezTo>
                  <a:pt x="660845" y="162929"/>
                  <a:pt x="656749" y="159785"/>
                  <a:pt x="648843" y="158738"/>
                </a:cubicBezTo>
                <a:moveTo>
                  <a:pt x="685990" y="207982"/>
                </a:moveTo>
                <a:cubicBezTo>
                  <a:pt x="682847" y="210649"/>
                  <a:pt x="679228" y="211697"/>
                  <a:pt x="675037" y="211697"/>
                </a:cubicBezTo>
                <a:cubicBezTo>
                  <a:pt x="672941" y="211697"/>
                  <a:pt x="585978" y="209030"/>
                  <a:pt x="582835" y="209030"/>
                </a:cubicBezTo>
                <a:lnTo>
                  <a:pt x="579692" y="209601"/>
                </a:lnTo>
                <a:cubicBezTo>
                  <a:pt x="578072" y="210173"/>
                  <a:pt x="577025" y="210649"/>
                  <a:pt x="575977" y="210173"/>
                </a:cubicBezTo>
                <a:cubicBezTo>
                  <a:pt x="578072" y="202838"/>
                  <a:pt x="580168" y="194456"/>
                  <a:pt x="584359" y="188170"/>
                </a:cubicBezTo>
                <a:cubicBezTo>
                  <a:pt x="585978" y="186074"/>
                  <a:pt x="590645" y="179312"/>
                  <a:pt x="594265" y="178264"/>
                </a:cubicBezTo>
                <a:lnTo>
                  <a:pt x="602647" y="173597"/>
                </a:lnTo>
                <a:lnTo>
                  <a:pt x="604742" y="171501"/>
                </a:lnTo>
                <a:cubicBezTo>
                  <a:pt x="607886" y="169882"/>
                  <a:pt x="611505" y="169882"/>
                  <a:pt x="614648" y="168834"/>
                </a:cubicBezTo>
                <a:cubicBezTo>
                  <a:pt x="623507" y="166167"/>
                  <a:pt x="636080" y="163024"/>
                  <a:pt x="646557" y="168834"/>
                </a:cubicBezTo>
                <a:cubicBezTo>
                  <a:pt x="652844" y="169406"/>
                  <a:pt x="657606" y="172549"/>
                  <a:pt x="662845" y="175121"/>
                </a:cubicBezTo>
                <a:cubicBezTo>
                  <a:pt x="668084" y="178264"/>
                  <a:pt x="673322" y="179883"/>
                  <a:pt x="677037" y="185598"/>
                </a:cubicBezTo>
                <a:cubicBezTo>
                  <a:pt x="681228" y="191313"/>
                  <a:pt x="683895" y="200267"/>
                  <a:pt x="685895" y="208077"/>
                </a:cubicBezTo>
                <a:moveTo>
                  <a:pt x="700088" y="304470"/>
                </a:moveTo>
                <a:cubicBezTo>
                  <a:pt x="715804" y="301898"/>
                  <a:pt x="733139" y="302946"/>
                  <a:pt x="748856" y="303422"/>
                </a:cubicBezTo>
                <a:cubicBezTo>
                  <a:pt x="745712" y="313900"/>
                  <a:pt x="742569" y="321234"/>
                  <a:pt x="738378" y="328568"/>
                </a:cubicBezTo>
                <a:cubicBezTo>
                  <a:pt x="735806" y="331140"/>
                  <a:pt x="733139" y="333807"/>
                  <a:pt x="731615" y="337427"/>
                </a:cubicBezTo>
                <a:cubicBezTo>
                  <a:pt x="728948" y="341618"/>
                  <a:pt x="723233" y="346856"/>
                  <a:pt x="720090" y="348952"/>
                </a:cubicBezTo>
                <a:cubicBezTo>
                  <a:pt x="714280" y="354191"/>
                  <a:pt x="706469" y="356286"/>
                  <a:pt x="698563" y="360477"/>
                </a:cubicBezTo>
                <a:lnTo>
                  <a:pt x="695992" y="363049"/>
                </a:lnTo>
                <a:lnTo>
                  <a:pt x="693325" y="364668"/>
                </a:lnTo>
                <a:cubicBezTo>
                  <a:pt x="689134" y="365240"/>
                  <a:pt x="685990" y="368859"/>
                  <a:pt x="681800" y="370383"/>
                </a:cubicBezTo>
                <a:lnTo>
                  <a:pt x="676561" y="372002"/>
                </a:lnTo>
                <a:lnTo>
                  <a:pt x="671798" y="373622"/>
                </a:lnTo>
                <a:cubicBezTo>
                  <a:pt x="648272" y="376193"/>
                  <a:pt x="615791" y="382004"/>
                  <a:pt x="592169" y="372002"/>
                </a:cubicBezTo>
                <a:cubicBezTo>
                  <a:pt x="583216" y="370383"/>
                  <a:pt x="574834" y="365716"/>
                  <a:pt x="565976" y="364097"/>
                </a:cubicBezTo>
                <a:cubicBezTo>
                  <a:pt x="553879" y="357810"/>
                  <a:pt x="544449" y="351524"/>
                  <a:pt x="536639" y="341618"/>
                </a:cubicBezTo>
                <a:cubicBezTo>
                  <a:pt x="521399" y="330569"/>
                  <a:pt x="517303" y="307518"/>
                  <a:pt x="508349" y="291326"/>
                </a:cubicBezTo>
                <a:cubicBezTo>
                  <a:pt x="507778" y="287135"/>
                  <a:pt x="506730" y="283515"/>
                  <a:pt x="505778" y="280848"/>
                </a:cubicBezTo>
                <a:lnTo>
                  <a:pt x="504158" y="276657"/>
                </a:lnTo>
                <a:cubicBezTo>
                  <a:pt x="504158" y="276086"/>
                  <a:pt x="503111" y="271895"/>
                  <a:pt x="503111" y="270371"/>
                </a:cubicBezTo>
                <a:cubicBezTo>
                  <a:pt x="502063" y="266180"/>
                  <a:pt x="500444" y="261512"/>
                  <a:pt x="501015" y="256750"/>
                </a:cubicBezTo>
                <a:lnTo>
                  <a:pt x="501587" y="253035"/>
                </a:lnTo>
                <a:lnTo>
                  <a:pt x="502158" y="249416"/>
                </a:lnTo>
                <a:lnTo>
                  <a:pt x="502158" y="245701"/>
                </a:lnTo>
                <a:cubicBezTo>
                  <a:pt x="502730" y="243605"/>
                  <a:pt x="502730" y="240938"/>
                  <a:pt x="502730" y="238938"/>
                </a:cubicBezTo>
                <a:cubicBezTo>
                  <a:pt x="503301" y="222650"/>
                  <a:pt x="517398" y="182836"/>
                  <a:pt x="527876" y="170263"/>
                </a:cubicBezTo>
                <a:cubicBezTo>
                  <a:pt x="529971" y="162929"/>
                  <a:pt x="536829" y="159309"/>
                  <a:pt x="539972" y="152451"/>
                </a:cubicBezTo>
                <a:cubicBezTo>
                  <a:pt x="551498" y="141974"/>
                  <a:pt x="562451" y="128353"/>
                  <a:pt x="578168" y="123114"/>
                </a:cubicBezTo>
                <a:cubicBezTo>
                  <a:pt x="587597" y="119971"/>
                  <a:pt x="598075" y="114732"/>
                  <a:pt x="609029" y="114256"/>
                </a:cubicBezTo>
                <a:cubicBezTo>
                  <a:pt x="627888" y="111589"/>
                  <a:pt x="647795" y="110541"/>
                  <a:pt x="666655" y="114827"/>
                </a:cubicBezTo>
                <a:lnTo>
                  <a:pt x="670370" y="115875"/>
                </a:lnTo>
                <a:cubicBezTo>
                  <a:pt x="681323" y="119018"/>
                  <a:pt x="690753" y="123209"/>
                  <a:pt x="699707" y="127877"/>
                </a:cubicBezTo>
                <a:cubicBezTo>
                  <a:pt x="705993" y="134163"/>
                  <a:pt x="713327" y="140450"/>
                  <a:pt x="718566" y="149879"/>
                </a:cubicBezTo>
                <a:cubicBezTo>
                  <a:pt x="737426" y="166643"/>
                  <a:pt x="745331" y="195504"/>
                  <a:pt x="750475" y="227413"/>
                </a:cubicBezTo>
                <a:lnTo>
                  <a:pt x="751046" y="232175"/>
                </a:lnTo>
                <a:lnTo>
                  <a:pt x="751046" y="235890"/>
                </a:lnTo>
                <a:lnTo>
                  <a:pt x="751618" y="242177"/>
                </a:lnTo>
                <a:lnTo>
                  <a:pt x="753237" y="250082"/>
                </a:lnTo>
                <a:lnTo>
                  <a:pt x="754285" y="254750"/>
                </a:lnTo>
                <a:cubicBezTo>
                  <a:pt x="743807" y="256369"/>
                  <a:pt x="732854" y="253130"/>
                  <a:pt x="721805" y="253130"/>
                </a:cubicBezTo>
                <a:cubicBezTo>
                  <a:pt x="714470" y="252559"/>
                  <a:pt x="655796" y="256274"/>
                  <a:pt x="649510" y="256274"/>
                </a:cubicBezTo>
                <a:cubicBezTo>
                  <a:pt x="642176" y="256274"/>
                  <a:pt x="634270" y="256274"/>
                  <a:pt x="626459" y="257321"/>
                </a:cubicBezTo>
                <a:cubicBezTo>
                  <a:pt x="609695" y="258941"/>
                  <a:pt x="592455" y="258369"/>
                  <a:pt x="575120" y="258369"/>
                </a:cubicBezTo>
                <a:cubicBezTo>
                  <a:pt x="560927" y="258369"/>
                  <a:pt x="564642" y="283991"/>
                  <a:pt x="566738" y="292945"/>
                </a:cubicBezTo>
                <a:lnTo>
                  <a:pt x="568833" y="298184"/>
                </a:lnTo>
                <a:lnTo>
                  <a:pt x="570452" y="302375"/>
                </a:lnTo>
                <a:lnTo>
                  <a:pt x="572072" y="305518"/>
                </a:lnTo>
                <a:lnTo>
                  <a:pt x="574167" y="308185"/>
                </a:lnTo>
                <a:lnTo>
                  <a:pt x="577310" y="312376"/>
                </a:lnTo>
                <a:lnTo>
                  <a:pt x="582549" y="317615"/>
                </a:lnTo>
                <a:lnTo>
                  <a:pt x="587788" y="323901"/>
                </a:lnTo>
                <a:cubicBezTo>
                  <a:pt x="594074" y="331235"/>
                  <a:pt x="607124" y="336474"/>
                  <a:pt x="617125" y="337046"/>
                </a:cubicBezTo>
                <a:cubicBezTo>
                  <a:pt x="618173" y="337046"/>
                  <a:pt x="619697" y="337617"/>
                  <a:pt x="620744" y="337617"/>
                </a:cubicBezTo>
                <a:cubicBezTo>
                  <a:pt x="631793" y="337617"/>
                  <a:pt x="643795" y="337046"/>
                  <a:pt x="654272" y="333902"/>
                </a:cubicBezTo>
                <a:cubicBezTo>
                  <a:pt x="665226" y="331235"/>
                  <a:pt x="696182" y="319234"/>
                  <a:pt x="699802" y="304565"/>
                </a:cubicBezTo>
                <a:lnTo>
                  <a:pt x="700373" y="304565"/>
                </a:lnTo>
                <a:close/>
                <a:moveTo>
                  <a:pt x="575405" y="268370"/>
                </a:moveTo>
                <a:cubicBezTo>
                  <a:pt x="593217" y="268370"/>
                  <a:pt x="610457" y="268942"/>
                  <a:pt x="627793" y="267323"/>
                </a:cubicBezTo>
                <a:cubicBezTo>
                  <a:pt x="635127" y="266275"/>
                  <a:pt x="642461" y="266275"/>
                  <a:pt x="649224" y="266275"/>
                </a:cubicBezTo>
                <a:cubicBezTo>
                  <a:pt x="655511" y="266275"/>
                  <a:pt x="715804" y="262655"/>
                  <a:pt x="721519" y="263132"/>
                </a:cubicBezTo>
                <a:cubicBezTo>
                  <a:pt x="728282" y="263132"/>
                  <a:pt x="735711" y="264179"/>
                  <a:pt x="742474" y="264751"/>
                </a:cubicBezTo>
                <a:cubicBezTo>
                  <a:pt x="770287" y="267323"/>
                  <a:pt x="764477" y="260560"/>
                  <a:pt x="761333" y="240653"/>
                </a:cubicBezTo>
                <a:lnTo>
                  <a:pt x="760762" y="235414"/>
                </a:lnTo>
                <a:lnTo>
                  <a:pt x="760762" y="231223"/>
                </a:lnTo>
                <a:lnTo>
                  <a:pt x="760190" y="225984"/>
                </a:lnTo>
                <a:cubicBezTo>
                  <a:pt x="754952" y="194552"/>
                  <a:pt x="746570" y="162548"/>
                  <a:pt x="725615" y="142640"/>
                </a:cubicBezTo>
                <a:cubicBezTo>
                  <a:pt x="720947" y="133782"/>
                  <a:pt x="713042" y="126924"/>
                  <a:pt x="704660" y="119590"/>
                </a:cubicBezTo>
                <a:cubicBezTo>
                  <a:pt x="695801" y="114351"/>
                  <a:pt x="686848" y="110636"/>
                  <a:pt x="676370" y="107588"/>
                </a:cubicBezTo>
                <a:lnTo>
                  <a:pt x="672179" y="105969"/>
                </a:lnTo>
                <a:lnTo>
                  <a:pt x="668560" y="105398"/>
                </a:lnTo>
                <a:cubicBezTo>
                  <a:pt x="648653" y="100159"/>
                  <a:pt x="627698" y="101207"/>
                  <a:pt x="607219" y="104350"/>
                </a:cubicBezTo>
                <a:cubicBezTo>
                  <a:pt x="595694" y="105398"/>
                  <a:pt x="585216" y="110065"/>
                  <a:pt x="574739" y="113208"/>
                </a:cubicBezTo>
                <a:cubicBezTo>
                  <a:pt x="556927" y="119495"/>
                  <a:pt x="545402" y="133687"/>
                  <a:pt x="530733" y="147784"/>
                </a:cubicBezTo>
                <a:cubicBezTo>
                  <a:pt x="527590" y="154547"/>
                  <a:pt x="521780" y="156166"/>
                  <a:pt x="518160" y="166072"/>
                </a:cubicBezTo>
                <a:cubicBezTo>
                  <a:pt x="509207" y="177026"/>
                  <a:pt x="495110" y="214268"/>
                  <a:pt x="493014" y="230461"/>
                </a:cubicBezTo>
                <a:cubicBezTo>
                  <a:pt x="492443" y="235223"/>
                  <a:pt x="493014" y="239891"/>
                  <a:pt x="491966" y="244653"/>
                </a:cubicBezTo>
                <a:lnTo>
                  <a:pt x="491966" y="248368"/>
                </a:lnTo>
                <a:lnTo>
                  <a:pt x="491395" y="251511"/>
                </a:lnTo>
                <a:lnTo>
                  <a:pt x="490823" y="255702"/>
                </a:lnTo>
                <a:cubicBezTo>
                  <a:pt x="490252" y="261512"/>
                  <a:pt x="491871" y="267227"/>
                  <a:pt x="492919" y="272466"/>
                </a:cubicBezTo>
                <a:cubicBezTo>
                  <a:pt x="492919" y="274562"/>
                  <a:pt x="493967" y="278753"/>
                  <a:pt x="494443" y="280277"/>
                </a:cubicBezTo>
                <a:lnTo>
                  <a:pt x="496062" y="284468"/>
                </a:lnTo>
                <a:cubicBezTo>
                  <a:pt x="497110" y="287135"/>
                  <a:pt x="498158" y="289706"/>
                  <a:pt x="498158" y="292850"/>
                </a:cubicBezTo>
                <a:lnTo>
                  <a:pt x="498729" y="295517"/>
                </a:lnTo>
                <a:cubicBezTo>
                  <a:pt x="509683" y="313328"/>
                  <a:pt x="511874" y="335903"/>
                  <a:pt x="529590" y="349523"/>
                </a:cubicBezTo>
                <a:cubicBezTo>
                  <a:pt x="537972" y="360001"/>
                  <a:pt x="548926" y="367335"/>
                  <a:pt x="563118" y="374098"/>
                </a:cubicBezTo>
                <a:cubicBezTo>
                  <a:pt x="572548" y="375717"/>
                  <a:pt x="580358" y="379813"/>
                  <a:pt x="589312" y="382004"/>
                </a:cubicBezTo>
                <a:cubicBezTo>
                  <a:pt x="614458" y="392481"/>
                  <a:pt x="646938" y="386195"/>
                  <a:pt x="674656" y="383051"/>
                </a:cubicBezTo>
                <a:cubicBezTo>
                  <a:pt x="676275" y="382480"/>
                  <a:pt x="677799" y="382004"/>
                  <a:pt x="678847" y="381527"/>
                </a:cubicBezTo>
                <a:lnTo>
                  <a:pt x="684562" y="379908"/>
                </a:lnTo>
                <a:cubicBezTo>
                  <a:pt x="687705" y="378860"/>
                  <a:pt x="691420" y="377241"/>
                  <a:pt x="693992" y="374669"/>
                </a:cubicBezTo>
                <a:cubicBezTo>
                  <a:pt x="696087" y="374669"/>
                  <a:pt x="697611" y="373622"/>
                  <a:pt x="699230" y="372574"/>
                </a:cubicBezTo>
                <a:lnTo>
                  <a:pt x="701897" y="370478"/>
                </a:lnTo>
                <a:lnTo>
                  <a:pt x="704564" y="368383"/>
                </a:lnTo>
                <a:cubicBezTo>
                  <a:pt x="711899" y="365240"/>
                  <a:pt x="719233" y="362668"/>
                  <a:pt x="725519" y="357334"/>
                </a:cubicBezTo>
                <a:cubicBezTo>
                  <a:pt x="730282" y="354191"/>
                  <a:pt x="736568" y="347428"/>
                  <a:pt x="740759" y="341141"/>
                </a:cubicBezTo>
                <a:cubicBezTo>
                  <a:pt x="741807" y="338474"/>
                  <a:pt x="744474" y="336379"/>
                  <a:pt x="747046" y="333807"/>
                </a:cubicBezTo>
                <a:cubicBezTo>
                  <a:pt x="750189" y="327521"/>
                  <a:pt x="769049" y="292945"/>
                  <a:pt x="755428" y="293421"/>
                </a:cubicBezTo>
                <a:cubicBezTo>
                  <a:pt x="749713" y="293993"/>
                  <a:pt x="743903" y="293421"/>
                  <a:pt x="738664" y="292373"/>
                </a:cubicBezTo>
                <a:cubicBezTo>
                  <a:pt x="732377" y="291802"/>
                  <a:pt x="700945" y="293993"/>
                  <a:pt x="697802" y="294469"/>
                </a:cubicBezTo>
                <a:lnTo>
                  <a:pt x="693611" y="295517"/>
                </a:lnTo>
                <a:lnTo>
                  <a:pt x="689896" y="301327"/>
                </a:lnTo>
                <a:cubicBezTo>
                  <a:pt x="685133" y="309709"/>
                  <a:pt x="669512" y="319139"/>
                  <a:pt x="651129" y="324377"/>
                </a:cubicBezTo>
                <a:cubicBezTo>
                  <a:pt x="641699" y="327044"/>
                  <a:pt x="630174" y="327521"/>
                  <a:pt x="620173" y="327521"/>
                </a:cubicBezTo>
                <a:lnTo>
                  <a:pt x="615506" y="326473"/>
                </a:lnTo>
                <a:cubicBezTo>
                  <a:pt x="611315" y="327521"/>
                  <a:pt x="598265" y="321234"/>
                  <a:pt x="594551" y="317043"/>
                </a:cubicBezTo>
                <a:lnTo>
                  <a:pt x="587693" y="309233"/>
                </a:lnTo>
                <a:lnTo>
                  <a:pt x="584549" y="305518"/>
                </a:lnTo>
                <a:lnTo>
                  <a:pt x="581406" y="301898"/>
                </a:lnTo>
                <a:lnTo>
                  <a:pt x="579311" y="298184"/>
                </a:lnTo>
                <a:lnTo>
                  <a:pt x="577691" y="295040"/>
                </a:lnTo>
                <a:lnTo>
                  <a:pt x="575596" y="289325"/>
                </a:lnTo>
                <a:cubicBezTo>
                  <a:pt x="574548" y="283515"/>
                  <a:pt x="573024" y="274085"/>
                  <a:pt x="575024" y="268370"/>
                </a:cubicBezTo>
                <a:moveTo>
                  <a:pt x="447866" y="13005"/>
                </a:moveTo>
                <a:cubicBezTo>
                  <a:pt x="447389" y="20816"/>
                  <a:pt x="447389" y="30817"/>
                  <a:pt x="448437" y="37580"/>
                </a:cubicBezTo>
                <a:cubicBezTo>
                  <a:pt x="448437" y="39199"/>
                  <a:pt x="448437" y="40247"/>
                  <a:pt x="449009" y="41294"/>
                </a:cubicBezTo>
                <a:lnTo>
                  <a:pt x="449580" y="43390"/>
                </a:lnTo>
                <a:cubicBezTo>
                  <a:pt x="449009" y="48152"/>
                  <a:pt x="450151" y="52820"/>
                  <a:pt x="450628" y="56534"/>
                </a:cubicBezTo>
                <a:lnTo>
                  <a:pt x="451199" y="62345"/>
                </a:lnTo>
                <a:cubicBezTo>
                  <a:pt x="432340" y="64440"/>
                  <a:pt x="416624" y="61297"/>
                  <a:pt x="398240" y="60725"/>
                </a:cubicBezTo>
                <a:lnTo>
                  <a:pt x="395573" y="60725"/>
                </a:lnTo>
                <a:lnTo>
                  <a:pt x="389858" y="61297"/>
                </a:lnTo>
                <a:lnTo>
                  <a:pt x="388334" y="61297"/>
                </a:lnTo>
                <a:lnTo>
                  <a:pt x="388334" y="56058"/>
                </a:lnTo>
                <a:cubicBezTo>
                  <a:pt x="388906" y="50248"/>
                  <a:pt x="388906" y="45009"/>
                  <a:pt x="388906" y="41866"/>
                </a:cubicBezTo>
                <a:cubicBezTo>
                  <a:pt x="389954" y="36627"/>
                  <a:pt x="390430" y="31388"/>
                  <a:pt x="390430" y="26150"/>
                </a:cubicBezTo>
                <a:lnTo>
                  <a:pt x="391001" y="18244"/>
                </a:lnTo>
                <a:lnTo>
                  <a:pt x="403003" y="17196"/>
                </a:lnTo>
                <a:lnTo>
                  <a:pt x="405098" y="17196"/>
                </a:lnTo>
                <a:lnTo>
                  <a:pt x="409289" y="16625"/>
                </a:lnTo>
                <a:lnTo>
                  <a:pt x="422434" y="15101"/>
                </a:lnTo>
                <a:cubicBezTo>
                  <a:pt x="430816" y="14053"/>
                  <a:pt x="439198" y="13005"/>
                  <a:pt x="448056" y="13005"/>
                </a:cubicBezTo>
                <a:moveTo>
                  <a:pt x="460629" y="54915"/>
                </a:moveTo>
                <a:cubicBezTo>
                  <a:pt x="459581" y="50724"/>
                  <a:pt x="459010" y="46533"/>
                  <a:pt x="458534" y="39199"/>
                </a:cubicBezTo>
                <a:lnTo>
                  <a:pt x="458534" y="36532"/>
                </a:lnTo>
                <a:cubicBezTo>
                  <a:pt x="457486" y="28721"/>
                  <a:pt x="457962" y="16148"/>
                  <a:pt x="457962" y="8719"/>
                </a:cubicBezTo>
                <a:cubicBezTo>
                  <a:pt x="457962" y="-1759"/>
                  <a:pt x="424434" y="4528"/>
                  <a:pt x="421291" y="5004"/>
                </a:cubicBezTo>
                <a:lnTo>
                  <a:pt x="408146" y="6052"/>
                </a:lnTo>
                <a:lnTo>
                  <a:pt x="403955" y="7100"/>
                </a:lnTo>
                <a:lnTo>
                  <a:pt x="401860" y="7100"/>
                </a:lnTo>
                <a:lnTo>
                  <a:pt x="387191" y="8147"/>
                </a:lnTo>
                <a:cubicBezTo>
                  <a:pt x="384048" y="7576"/>
                  <a:pt x="380905" y="9195"/>
                  <a:pt x="380905" y="13386"/>
                </a:cubicBezTo>
                <a:cubicBezTo>
                  <a:pt x="380905" y="22244"/>
                  <a:pt x="380333" y="31198"/>
                  <a:pt x="378809" y="40628"/>
                </a:cubicBezTo>
                <a:lnTo>
                  <a:pt x="378809" y="41675"/>
                </a:lnTo>
                <a:cubicBezTo>
                  <a:pt x="378809" y="44247"/>
                  <a:pt x="378809" y="49486"/>
                  <a:pt x="378238" y="55296"/>
                </a:cubicBezTo>
                <a:lnTo>
                  <a:pt x="377666" y="61583"/>
                </a:lnTo>
                <a:lnTo>
                  <a:pt x="377666" y="64250"/>
                </a:lnTo>
                <a:cubicBezTo>
                  <a:pt x="370808" y="75775"/>
                  <a:pt x="394430" y="69965"/>
                  <a:pt x="398145" y="70536"/>
                </a:cubicBezTo>
                <a:cubicBezTo>
                  <a:pt x="400812" y="71108"/>
                  <a:pt x="446913" y="74251"/>
                  <a:pt x="457867" y="71108"/>
                </a:cubicBezTo>
                <a:cubicBezTo>
                  <a:pt x="461486" y="70060"/>
                  <a:pt x="461486" y="66440"/>
                  <a:pt x="461486" y="63773"/>
                </a:cubicBezTo>
                <a:cubicBezTo>
                  <a:pt x="460915" y="61106"/>
                  <a:pt x="460439" y="57963"/>
                  <a:pt x="460439" y="54915"/>
                </a:cubicBezTo>
                <a:moveTo>
                  <a:pt x="445770" y="370288"/>
                </a:moveTo>
                <a:cubicBezTo>
                  <a:pt x="434721" y="369240"/>
                  <a:pt x="391287" y="369716"/>
                  <a:pt x="387096" y="370859"/>
                </a:cubicBezTo>
                <a:cubicBezTo>
                  <a:pt x="385477" y="370859"/>
                  <a:pt x="387096" y="370859"/>
                  <a:pt x="387096" y="370859"/>
                </a:cubicBezTo>
                <a:lnTo>
                  <a:pt x="387096" y="368764"/>
                </a:lnTo>
                <a:cubicBezTo>
                  <a:pt x="387096" y="363525"/>
                  <a:pt x="389668" y="152927"/>
                  <a:pt x="389668" y="151880"/>
                </a:cubicBezTo>
                <a:cubicBezTo>
                  <a:pt x="389668" y="144069"/>
                  <a:pt x="388144" y="135116"/>
                  <a:pt x="388620" y="126734"/>
                </a:cubicBezTo>
                <a:cubicBezTo>
                  <a:pt x="388620" y="124067"/>
                  <a:pt x="389096" y="121495"/>
                  <a:pt x="389096" y="119399"/>
                </a:cubicBezTo>
                <a:cubicBezTo>
                  <a:pt x="391763" y="119399"/>
                  <a:pt x="394335" y="119971"/>
                  <a:pt x="397002" y="119971"/>
                </a:cubicBezTo>
                <a:lnTo>
                  <a:pt x="441484" y="119399"/>
                </a:lnTo>
                <a:lnTo>
                  <a:pt x="443579" y="118828"/>
                </a:lnTo>
                <a:lnTo>
                  <a:pt x="445199" y="118828"/>
                </a:lnTo>
                <a:cubicBezTo>
                  <a:pt x="445770" y="132449"/>
                  <a:pt x="446246" y="147689"/>
                  <a:pt x="447770" y="162262"/>
                </a:cubicBezTo>
                <a:cubicBezTo>
                  <a:pt x="447770" y="163881"/>
                  <a:pt x="446723" y="212554"/>
                  <a:pt x="445675" y="263417"/>
                </a:cubicBezTo>
                <a:cubicBezTo>
                  <a:pt x="445103" y="306375"/>
                  <a:pt x="444627" y="351905"/>
                  <a:pt x="445675" y="370288"/>
                </a:cubicBezTo>
                <a:moveTo>
                  <a:pt x="385382" y="380289"/>
                </a:moveTo>
                <a:cubicBezTo>
                  <a:pt x="388525" y="379718"/>
                  <a:pt x="439865" y="379718"/>
                  <a:pt x="446151" y="380289"/>
                </a:cubicBezTo>
                <a:cubicBezTo>
                  <a:pt x="450342" y="380861"/>
                  <a:pt x="457676" y="383432"/>
                  <a:pt x="456057" y="375622"/>
                </a:cubicBezTo>
                <a:cubicBezTo>
                  <a:pt x="454438" y="366668"/>
                  <a:pt x="455009" y="314852"/>
                  <a:pt x="455486" y="263513"/>
                </a:cubicBezTo>
                <a:cubicBezTo>
                  <a:pt x="456533" y="212173"/>
                  <a:pt x="457581" y="163405"/>
                  <a:pt x="457581" y="161881"/>
                </a:cubicBezTo>
                <a:cubicBezTo>
                  <a:pt x="455962" y="145117"/>
                  <a:pt x="454914" y="128353"/>
                  <a:pt x="454914" y="113208"/>
                </a:cubicBezTo>
                <a:cubicBezTo>
                  <a:pt x="454914" y="108541"/>
                  <a:pt x="450723" y="107969"/>
                  <a:pt x="447580" y="108541"/>
                </a:cubicBezTo>
                <a:cubicBezTo>
                  <a:pt x="445008" y="108541"/>
                  <a:pt x="442341" y="109017"/>
                  <a:pt x="440246" y="109589"/>
                </a:cubicBezTo>
                <a:lnTo>
                  <a:pt x="396716" y="110160"/>
                </a:lnTo>
                <a:cubicBezTo>
                  <a:pt x="379952" y="110160"/>
                  <a:pt x="378428" y="106541"/>
                  <a:pt x="378428" y="126448"/>
                </a:cubicBezTo>
                <a:cubicBezTo>
                  <a:pt x="377857" y="135306"/>
                  <a:pt x="379476" y="144260"/>
                  <a:pt x="379476" y="152070"/>
                </a:cubicBezTo>
                <a:cubicBezTo>
                  <a:pt x="379476" y="153118"/>
                  <a:pt x="376809" y="363716"/>
                  <a:pt x="376809" y="368954"/>
                </a:cubicBezTo>
                <a:cubicBezTo>
                  <a:pt x="376809" y="373145"/>
                  <a:pt x="376238" y="385718"/>
                  <a:pt x="384715" y="380956"/>
                </a:cubicBezTo>
                <a:lnTo>
                  <a:pt x="385286" y="380384"/>
                </a:lnTo>
                <a:close/>
                <a:moveTo>
                  <a:pt x="81725" y="12529"/>
                </a:moveTo>
                <a:cubicBezTo>
                  <a:pt x="82201" y="14148"/>
                  <a:pt x="82772" y="15672"/>
                  <a:pt x="83249" y="16720"/>
                </a:cubicBezTo>
                <a:cubicBezTo>
                  <a:pt x="86392" y="21959"/>
                  <a:pt x="87916" y="26721"/>
                  <a:pt x="89535" y="30341"/>
                </a:cubicBezTo>
                <a:cubicBezTo>
                  <a:pt x="93726" y="36151"/>
                  <a:pt x="102108" y="63869"/>
                  <a:pt x="110490" y="93777"/>
                </a:cubicBezTo>
                <a:cubicBezTo>
                  <a:pt x="118872" y="123114"/>
                  <a:pt x="126683" y="152451"/>
                  <a:pt x="128873" y="158166"/>
                </a:cubicBezTo>
                <a:cubicBezTo>
                  <a:pt x="130397" y="161786"/>
                  <a:pt x="133064" y="166548"/>
                  <a:pt x="134112" y="172835"/>
                </a:cubicBezTo>
                <a:cubicBezTo>
                  <a:pt x="144590" y="195885"/>
                  <a:pt x="149257" y="221507"/>
                  <a:pt x="157639" y="245606"/>
                </a:cubicBezTo>
                <a:lnTo>
                  <a:pt x="158687" y="248273"/>
                </a:lnTo>
                <a:cubicBezTo>
                  <a:pt x="159734" y="252464"/>
                  <a:pt x="159734" y="253988"/>
                  <a:pt x="160306" y="255035"/>
                </a:cubicBezTo>
                <a:cubicBezTo>
                  <a:pt x="162878" y="266561"/>
                  <a:pt x="177070" y="271323"/>
                  <a:pt x="180785" y="259226"/>
                </a:cubicBezTo>
                <a:cubicBezTo>
                  <a:pt x="189643" y="230366"/>
                  <a:pt x="197549" y="199981"/>
                  <a:pt x="208026" y="172835"/>
                </a:cubicBezTo>
                <a:cubicBezTo>
                  <a:pt x="210122" y="166548"/>
                  <a:pt x="212789" y="160833"/>
                  <a:pt x="214313" y="155023"/>
                </a:cubicBezTo>
                <a:cubicBezTo>
                  <a:pt x="216408" y="148736"/>
                  <a:pt x="219075" y="143021"/>
                  <a:pt x="221171" y="137687"/>
                </a:cubicBezTo>
                <a:cubicBezTo>
                  <a:pt x="222218" y="135592"/>
                  <a:pt x="222790" y="132449"/>
                  <a:pt x="224314" y="129305"/>
                </a:cubicBezTo>
                <a:cubicBezTo>
                  <a:pt x="225362" y="127686"/>
                  <a:pt x="225933" y="126162"/>
                  <a:pt x="226409" y="124067"/>
                </a:cubicBezTo>
                <a:lnTo>
                  <a:pt x="227457" y="121971"/>
                </a:lnTo>
                <a:cubicBezTo>
                  <a:pt x="228029" y="120447"/>
                  <a:pt x="228505" y="118828"/>
                  <a:pt x="228505" y="116732"/>
                </a:cubicBezTo>
                <a:lnTo>
                  <a:pt x="230600" y="113589"/>
                </a:lnTo>
                <a:cubicBezTo>
                  <a:pt x="231172" y="111494"/>
                  <a:pt x="232219" y="109398"/>
                  <a:pt x="232696" y="106826"/>
                </a:cubicBezTo>
                <a:cubicBezTo>
                  <a:pt x="236411" y="99492"/>
                  <a:pt x="237363" y="85871"/>
                  <a:pt x="240506" y="80633"/>
                </a:cubicBezTo>
                <a:cubicBezTo>
                  <a:pt x="243173" y="70631"/>
                  <a:pt x="244697" y="65393"/>
                  <a:pt x="248412" y="59106"/>
                </a:cubicBezTo>
                <a:cubicBezTo>
                  <a:pt x="250984" y="45485"/>
                  <a:pt x="257270" y="32912"/>
                  <a:pt x="261556" y="19863"/>
                </a:cubicBezTo>
                <a:cubicBezTo>
                  <a:pt x="262128" y="17196"/>
                  <a:pt x="262604" y="15196"/>
                  <a:pt x="263176" y="13100"/>
                </a:cubicBezTo>
                <a:cubicBezTo>
                  <a:pt x="267367" y="12529"/>
                  <a:pt x="271558" y="12053"/>
                  <a:pt x="275749" y="12053"/>
                </a:cubicBezTo>
                <a:cubicBezTo>
                  <a:pt x="287750" y="12624"/>
                  <a:pt x="299371" y="15196"/>
                  <a:pt x="310801" y="12624"/>
                </a:cubicBezTo>
                <a:cubicBezTo>
                  <a:pt x="315563" y="14243"/>
                  <a:pt x="318707" y="12624"/>
                  <a:pt x="322802" y="12624"/>
                </a:cubicBezTo>
                <a:lnTo>
                  <a:pt x="328613" y="13196"/>
                </a:lnTo>
                <a:cubicBezTo>
                  <a:pt x="328041" y="21578"/>
                  <a:pt x="321755" y="29483"/>
                  <a:pt x="320231" y="37770"/>
                </a:cubicBezTo>
                <a:lnTo>
                  <a:pt x="320231" y="40913"/>
                </a:lnTo>
                <a:lnTo>
                  <a:pt x="319183" y="43485"/>
                </a:lnTo>
                <a:cubicBezTo>
                  <a:pt x="318611" y="45104"/>
                  <a:pt x="318135" y="46152"/>
                  <a:pt x="317564" y="47676"/>
                </a:cubicBezTo>
                <a:cubicBezTo>
                  <a:pt x="314992" y="52915"/>
                  <a:pt x="314992" y="58630"/>
                  <a:pt x="313373" y="64440"/>
                </a:cubicBezTo>
                <a:cubicBezTo>
                  <a:pt x="310706" y="72822"/>
                  <a:pt x="308705" y="80728"/>
                  <a:pt x="307086" y="89586"/>
                </a:cubicBezTo>
                <a:lnTo>
                  <a:pt x="306038" y="93777"/>
                </a:lnTo>
                <a:lnTo>
                  <a:pt x="304991" y="96920"/>
                </a:lnTo>
                <a:cubicBezTo>
                  <a:pt x="304514" y="98540"/>
                  <a:pt x="303943" y="99587"/>
                  <a:pt x="303467" y="101111"/>
                </a:cubicBezTo>
                <a:lnTo>
                  <a:pt x="301943" y="104255"/>
                </a:lnTo>
                <a:cubicBezTo>
                  <a:pt x="301371" y="105302"/>
                  <a:pt x="300895" y="106922"/>
                  <a:pt x="300323" y="107969"/>
                </a:cubicBezTo>
                <a:cubicBezTo>
                  <a:pt x="298228" y="114732"/>
                  <a:pt x="296609" y="121114"/>
                  <a:pt x="294608" y="127305"/>
                </a:cubicBezTo>
                <a:cubicBezTo>
                  <a:pt x="292513" y="133115"/>
                  <a:pt x="290894" y="139307"/>
                  <a:pt x="287274" y="146165"/>
                </a:cubicBezTo>
                <a:cubicBezTo>
                  <a:pt x="285750" y="152927"/>
                  <a:pt x="283083" y="159309"/>
                  <a:pt x="280988" y="166548"/>
                </a:cubicBezTo>
                <a:cubicBezTo>
                  <a:pt x="276797" y="174359"/>
                  <a:pt x="275273" y="183312"/>
                  <a:pt x="273177" y="192170"/>
                </a:cubicBezTo>
                <a:cubicBezTo>
                  <a:pt x="271558" y="197981"/>
                  <a:pt x="268415" y="203124"/>
                  <a:pt x="266319" y="208934"/>
                </a:cubicBezTo>
                <a:cubicBezTo>
                  <a:pt x="262604" y="221507"/>
                  <a:pt x="261080" y="234557"/>
                  <a:pt x="256318" y="246653"/>
                </a:cubicBezTo>
                <a:cubicBezTo>
                  <a:pt x="254222" y="250368"/>
                  <a:pt x="251555" y="253416"/>
                  <a:pt x="250031" y="257131"/>
                </a:cubicBezTo>
                <a:cubicBezTo>
                  <a:pt x="247936" y="261322"/>
                  <a:pt x="247460" y="265513"/>
                  <a:pt x="245840" y="269704"/>
                </a:cubicBezTo>
                <a:cubicBezTo>
                  <a:pt x="242126" y="281705"/>
                  <a:pt x="239554" y="293802"/>
                  <a:pt x="234791" y="305327"/>
                </a:cubicBezTo>
                <a:cubicBezTo>
                  <a:pt x="231648" y="313233"/>
                  <a:pt x="229076" y="321615"/>
                  <a:pt x="226409" y="329902"/>
                </a:cubicBezTo>
                <a:cubicBezTo>
                  <a:pt x="222218" y="344094"/>
                  <a:pt x="216980" y="360287"/>
                  <a:pt x="213265" y="376003"/>
                </a:cubicBezTo>
                <a:lnTo>
                  <a:pt x="201740" y="376003"/>
                </a:lnTo>
                <a:cubicBezTo>
                  <a:pt x="200216" y="376003"/>
                  <a:pt x="198596" y="376003"/>
                  <a:pt x="197549" y="376574"/>
                </a:cubicBezTo>
                <a:cubicBezTo>
                  <a:pt x="178213" y="377622"/>
                  <a:pt x="158782" y="378670"/>
                  <a:pt x="139922" y="378670"/>
                </a:cubicBezTo>
                <a:lnTo>
                  <a:pt x="132112" y="378670"/>
                </a:lnTo>
                <a:lnTo>
                  <a:pt x="128969" y="373431"/>
                </a:lnTo>
                <a:cubicBezTo>
                  <a:pt x="123730" y="364001"/>
                  <a:pt x="118967" y="349333"/>
                  <a:pt x="115824" y="338379"/>
                </a:cubicBezTo>
                <a:lnTo>
                  <a:pt x="113157" y="329997"/>
                </a:lnTo>
                <a:cubicBezTo>
                  <a:pt x="112681" y="327902"/>
                  <a:pt x="112109" y="325806"/>
                  <a:pt x="111062" y="324282"/>
                </a:cubicBezTo>
                <a:cubicBezTo>
                  <a:pt x="108395" y="305423"/>
                  <a:pt x="101632" y="283896"/>
                  <a:pt x="96393" y="266656"/>
                </a:cubicBezTo>
                <a:lnTo>
                  <a:pt x="85344" y="227413"/>
                </a:lnTo>
                <a:cubicBezTo>
                  <a:pt x="84868" y="225889"/>
                  <a:pt x="84296" y="224270"/>
                  <a:pt x="83820" y="223222"/>
                </a:cubicBezTo>
                <a:lnTo>
                  <a:pt x="81248" y="217412"/>
                </a:lnTo>
                <a:cubicBezTo>
                  <a:pt x="79724" y="212744"/>
                  <a:pt x="79724" y="209601"/>
                  <a:pt x="78581" y="206458"/>
                </a:cubicBezTo>
                <a:cubicBezTo>
                  <a:pt x="76486" y="200171"/>
                  <a:pt x="72866" y="191789"/>
                  <a:pt x="70771" y="183979"/>
                </a:cubicBezTo>
                <a:cubicBezTo>
                  <a:pt x="70771" y="182931"/>
                  <a:pt x="69723" y="181312"/>
                  <a:pt x="68675" y="179788"/>
                </a:cubicBezTo>
                <a:cubicBezTo>
                  <a:pt x="68104" y="174073"/>
                  <a:pt x="64961" y="169310"/>
                  <a:pt x="62865" y="164072"/>
                </a:cubicBezTo>
                <a:lnTo>
                  <a:pt x="57626" y="149403"/>
                </a:lnTo>
                <a:cubicBezTo>
                  <a:pt x="51816" y="131591"/>
                  <a:pt x="44006" y="114351"/>
                  <a:pt x="39815" y="94920"/>
                </a:cubicBezTo>
                <a:cubicBezTo>
                  <a:pt x="39815" y="94349"/>
                  <a:pt x="39243" y="93301"/>
                  <a:pt x="38767" y="92825"/>
                </a:cubicBezTo>
                <a:lnTo>
                  <a:pt x="37719" y="89110"/>
                </a:lnTo>
                <a:cubicBezTo>
                  <a:pt x="35147" y="84347"/>
                  <a:pt x="34004" y="78632"/>
                  <a:pt x="31909" y="73870"/>
                </a:cubicBezTo>
                <a:cubicBezTo>
                  <a:pt x="31433" y="71774"/>
                  <a:pt x="30861" y="70155"/>
                  <a:pt x="29813" y="68155"/>
                </a:cubicBezTo>
                <a:lnTo>
                  <a:pt x="27241" y="62916"/>
                </a:lnTo>
                <a:lnTo>
                  <a:pt x="25146" y="58725"/>
                </a:lnTo>
                <a:cubicBezTo>
                  <a:pt x="24575" y="57677"/>
                  <a:pt x="24098" y="56153"/>
                  <a:pt x="23527" y="54534"/>
                </a:cubicBezTo>
                <a:cubicBezTo>
                  <a:pt x="22003" y="49295"/>
                  <a:pt x="22003" y="43009"/>
                  <a:pt x="19812" y="36722"/>
                </a:cubicBezTo>
                <a:cubicBezTo>
                  <a:pt x="17240" y="31484"/>
                  <a:pt x="15621" y="26245"/>
                  <a:pt x="14097" y="21482"/>
                </a:cubicBezTo>
                <a:lnTo>
                  <a:pt x="13526" y="17768"/>
                </a:lnTo>
                <a:lnTo>
                  <a:pt x="12954" y="16244"/>
                </a:lnTo>
                <a:cubicBezTo>
                  <a:pt x="18669" y="16244"/>
                  <a:pt x="21336" y="15196"/>
                  <a:pt x="27146" y="15196"/>
                </a:cubicBezTo>
                <a:cubicBezTo>
                  <a:pt x="31337" y="15196"/>
                  <a:pt x="70580" y="13577"/>
                  <a:pt x="72676" y="13577"/>
                </a:cubicBezTo>
                <a:cubicBezTo>
                  <a:pt x="74771" y="13005"/>
                  <a:pt x="77915" y="12529"/>
                  <a:pt x="81629" y="12529"/>
                </a:cubicBezTo>
                <a:moveTo>
                  <a:pt x="216789" y="121971"/>
                </a:moveTo>
                <a:cubicBezTo>
                  <a:pt x="214122" y="124638"/>
                  <a:pt x="213074" y="130353"/>
                  <a:pt x="212027" y="133496"/>
                </a:cubicBezTo>
                <a:cubicBezTo>
                  <a:pt x="209455" y="139211"/>
                  <a:pt x="206788" y="145498"/>
                  <a:pt x="204692" y="152356"/>
                </a:cubicBezTo>
                <a:cubicBezTo>
                  <a:pt x="203168" y="158166"/>
                  <a:pt x="200501" y="163310"/>
                  <a:pt x="198406" y="169691"/>
                </a:cubicBezTo>
                <a:cubicBezTo>
                  <a:pt x="187928" y="196933"/>
                  <a:pt x="180118" y="226746"/>
                  <a:pt x="171641" y="255607"/>
                </a:cubicBezTo>
                <a:cubicBezTo>
                  <a:pt x="169545" y="253511"/>
                  <a:pt x="169069" y="248273"/>
                  <a:pt x="168021" y="245701"/>
                </a:cubicBezTo>
                <a:lnTo>
                  <a:pt x="167450" y="242558"/>
                </a:lnTo>
                <a:cubicBezTo>
                  <a:pt x="158496" y="218459"/>
                  <a:pt x="153829" y="192837"/>
                  <a:pt x="143351" y="169215"/>
                </a:cubicBezTo>
                <a:cubicBezTo>
                  <a:pt x="142304" y="163976"/>
                  <a:pt x="140208" y="159309"/>
                  <a:pt x="138113" y="154547"/>
                </a:cubicBezTo>
                <a:cubicBezTo>
                  <a:pt x="136017" y="148736"/>
                  <a:pt x="128111" y="119971"/>
                  <a:pt x="120301" y="91205"/>
                </a:cubicBezTo>
                <a:cubicBezTo>
                  <a:pt x="111919" y="62345"/>
                  <a:pt x="103537" y="33579"/>
                  <a:pt x="98298" y="25197"/>
                </a:cubicBezTo>
                <a:cubicBezTo>
                  <a:pt x="96774" y="22054"/>
                  <a:pt x="95155" y="17291"/>
                  <a:pt x="92012" y="12053"/>
                </a:cubicBezTo>
                <a:cubicBezTo>
                  <a:pt x="89916" y="7290"/>
                  <a:pt x="89440" y="2147"/>
                  <a:pt x="82582" y="2147"/>
                </a:cubicBezTo>
                <a:lnTo>
                  <a:pt x="80010" y="2718"/>
                </a:lnTo>
                <a:cubicBezTo>
                  <a:pt x="76867" y="2718"/>
                  <a:pt x="74200" y="3290"/>
                  <a:pt x="72104" y="3766"/>
                </a:cubicBezTo>
                <a:cubicBezTo>
                  <a:pt x="70009" y="3766"/>
                  <a:pt x="31242" y="5385"/>
                  <a:pt x="27051" y="5385"/>
                </a:cubicBezTo>
                <a:cubicBezTo>
                  <a:pt x="21812" y="5385"/>
                  <a:pt x="16002" y="6433"/>
                  <a:pt x="8763" y="6433"/>
                </a:cubicBezTo>
                <a:cubicBezTo>
                  <a:pt x="4191" y="6242"/>
                  <a:pt x="1048" y="9386"/>
                  <a:pt x="2572" y="16148"/>
                </a:cubicBezTo>
                <a:cubicBezTo>
                  <a:pt x="3143" y="16625"/>
                  <a:pt x="3620" y="18244"/>
                  <a:pt x="3620" y="19292"/>
                </a:cubicBezTo>
                <a:lnTo>
                  <a:pt x="4667" y="24054"/>
                </a:lnTo>
                <a:cubicBezTo>
                  <a:pt x="5715" y="29293"/>
                  <a:pt x="7811" y="34532"/>
                  <a:pt x="10382" y="40342"/>
                </a:cubicBezTo>
                <a:cubicBezTo>
                  <a:pt x="12002" y="46057"/>
                  <a:pt x="12002" y="52343"/>
                  <a:pt x="14097" y="57582"/>
                </a:cubicBezTo>
                <a:cubicBezTo>
                  <a:pt x="14669" y="59678"/>
                  <a:pt x="15621" y="61297"/>
                  <a:pt x="16193" y="62821"/>
                </a:cubicBezTo>
                <a:cubicBezTo>
                  <a:pt x="19907" y="70155"/>
                  <a:pt x="17240" y="64916"/>
                  <a:pt x="20955" y="72251"/>
                </a:cubicBezTo>
                <a:lnTo>
                  <a:pt x="22479" y="77013"/>
                </a:lnTo>
                <a:cubicBezTo>
                  <a:pt x="24575" y="82252"/>
                  <a:pt x="25622" y="87967"/>
                  <a:pt x="28289" y="93301"/>
                </a:cubicBezTo>
                <a:cubicBezTo>
                  <a:pt x="28289" y="93301"/>
                  <a:pt x="28766" y="95396"/>
                  <a:pt x="30385" y="98540"/>
                </a:cubicBezTo>
                <a:cubicBezTo>
                  <a:pt x="34100" y="117399"/>
                  <a:pt x="41910" y="134735"/>
                  <a:pt x="48197" y="153023"/>
                </a:cubicBezTo>
                <a:lnTo>
                  <a:pt x="53435" y="167691"/>
                </a:lnTo>
                <a:cubicBezTo>
                  <a:pt x="56007" y="173978"/>
                  <a:pt x="58674" y="180264"/>
                  <a:pt x="61341" y="186551"/>
                </a:cubicBezTo>
                <a:cubicBezTo>
                  <a:pt x="63437" y="194933"/>
                  <a:pt x="67056" y="202743"/>
                  <a:pt x="69152" y="209601"/>
                </a:cubicBezTo>
                <a:cubicBezTo>
                  <a:pt x="70199" y="212744"/>
                  <a:pt x="70199" y="215888"/>
                  <a:pt x="72295" y="222174"/>
                </a:cubicBezTo>
                <a:lnTo>
                  <a:pt x="73343" y="224270"/>
                </a:lnTo>
                <a:cubicBezTo>
                  <a:pt x="74390" y="226365"/>
                  <a:pt x="75438" y="227889"/>
                  <a:pt x="75914" y="229985"/>
                </a:cubicBezTo>
                <a:lnTo>
                  <a:pt x="86868" y="269799"/>
                </a:lnTo>
                <a:cubicBezTo>
                  <a:pt x="91535" y="286563"/>
                  <a:pt x="98393" y="307994"/>
                  <a:pt x="101537" y="327425"/>
                </a:cubicBezTo>
                <a:cubicBezTo>
                  <a:pt x="102584" y="329045"/>
                  <a:pt x="103061" y="331045"/>
                  <a:pt x="103632" y="333140"/>
                </a:cubicBezTo>
                <a:lnTo>
                  <a:pt x="105728" y="341046"/>
                </a:lnTo>
                <a:cubicBezTo>
                  <a:pt x="108871" y="352571"/>
                  <a:pt x="114109" y="367716"/>
                  <a:pt x="119825" y="378194"/>
                </a:cubicBezTo>
                <a:lnTo>
                  <a:pt x="126111" y="387623"/>
                </a:lnTo>
                <a:cubicBezTo>
                  <a:pt x="126111" y="388195"/>
                  <a:pt x="127159" y="388671"/>
                  <a:pt x="129254" y="388671"/>
                </a:cubicBezTo>
                <a:lnTo>
                  <a:pt x="139732" y="388671"/>
                </a:lnTo>
                <a:cubicBezTo>
                  <a:pt x="159068" y="388671"/>
                  <a:pt x="178975" y="388100"/>
                  <a:pt x="198882" y="386576"/>
                </a:cubicBezTo>
                <a:cubicBezTo>
                  <a:pt x="199454" y="386004"/>
                  <a:pt x="200406" y="386004"/>
                  <a:pt x="202025" y="386004"/>
                </a:cubicBezTo>
                <a:lnTo>
                  <a:pt x="213551" y="386004"/>
                </a:lnTo>
                <a:cubicBezTo>
                  <a:pt x="216694" y="386004"/>
                  <a:pt x="221456" y="385433"/>
                  <a:pt x="222504" y="381813"/>
                </a:cubicBezTo>
                <a:cubicBezTo>
                  <a:pt x="225647" y="365049"/>
                  <a:pt x="231362" y="347237"/>
                  <a:pt x="236125" y="332569"/>
                </a:cubicBezTo>
                <a:cubicBezTo>
                  <a:pt x="238220" y="324758"/>
                  <a:pt x="240792" y="316376"/>
                  <a:pt x="243935" y="309042"/>
                </a:cubicBezTo>
                <a:cubicBezTo>
                  <a:pt x="248698" y="297517"/>
                  <a:pt x="251269" y="285515"/>
                  <a:pt x="254984" y="273419"/>
                </a:cubicBezTo>
                <a:cubicBezTo>
                  <a:pt x="256508" y="269704"/>
                  <a:pt x="257080" y="265037"/>
                  <a:pt x="259175" y="261417"/>
                </a:cubicBezTo>
                <a:cubicBezTo>
                  <a:pt x="260699" y="257702"/>
                  <a:pt x="263366" y="254083"/>
                  <a:pt x="265462" y="250463"/>
                </a:cubicBezTo>
                <a:cubicBezTo>
                  <a:pt x="270129" y="238462"/>
                  <a:pt x="272320" y="224841"/>
                  <a:pt x="275939" y="212268"/>
                </a:cubicBezTo>
                <a:cubicBezTo>
                  <a:pt x="278035" y="206458"/>
                  <a:pt x="281178" y="200743"/>
                  <a:pt x="282702" y="194456"/>
                </a:cubicBezTo>
                <a:cubicBezTo>
                  <a:pt x="284321" y="187122"/>
                  <a:pt x="286417" y="177692"/>
                  <a:pt x="290608" y="169310"/>
                </a:cubicBezTo>
                <a:cubicBezTo>
                  <a:pt x="292227" y="162452"/>
                  <a:pt x="294799" y="156166"/>
                  <a:pt x="296323" y="148832"/>
                </a:cubicBezTo>
                <a:cubicBezTo>
                  <a:pt x="300038" y="143593"/>
                  <a:pt x="301562" y="136830"/>
                  <a:pt x="303657" y="131020"/>
                </a:cubicBezTo>
                <a:cubicBezTo>
                  <a:pt x="305753" y="124733"/>
                  <a:pt x="307372" y="117875"/>
                  <a:pt x="309372" y="111113"/>
                </a:cubicBezTo>
                <a:cubicBezTo>
                  <a:pt x="309944" y="110065"/>
                  <a:pt x="309944" y="109493"/>
                  <a:pt x="310420" y="108541"/>
                </a:cubicBezTo>
                <a:lnTo>
                  <a:pt x="312039" y="105874"/>
                </a:lnTo>
                <a:cubicBezTo>
                  <a:pt x="313087" y="103778"/>
                  <a:pt x="313658" y="102159"/>
                  <a:pt x="314706" y="99587"/>
                </a:cubicBezTo>
                <a:lnTo>
                  <a:pt x="315278" y="95873"/>
                </a:lnTo>
                <a:lnTo>
                  <a:pt x="316325" y="91205"/>
                </a:lnTo>
                <a:cubicBezTo>
                  <a:pt x="317945" y="83300"/>
                  <a:pt x="320040" y="75489"/>
                  <a:pt x="322612" y="67107"/>
                </a:cubicBezTo>
                <a:cubicBezTo>
                  <a:pt x="324231" y="62345"/>
                  <a:pt x="324231" y="56630"/>
                  <a:pt x="326326" y="51867"/>
                </a:cubicBezTo>
                <a:cubicBezTo>
                  <a:pt x="327946" y="48152"/>
                  <a:pt x="329470" y="46057"/>
                  <a:pt x="329946" y="42437"/>
                </a:cubicBezTo>
                <a:lnTo>
                  <a:pt x="329946" y="39294"/>
                </a:lnTo>
                <a:cubicBezTo>
                  <a:pt x="332042" y="27769"/>
                  <a:pt x="340424" y="21482"/>
                  <a:pt x="338328" y="7862"/>
                </a:cubicBezTo>
                <a:cubicBezTo>
                  <a:pt x="337280" y="2147"/>
                  <a:pt x="325184" y="3194"/>
                  <a:pt x="322612" y="2623"/>
                </a:cubicBezTo>
                <a:cubicBezTo>
                  <a:pt x="320040" y="2623"/>
                  <a:pt x="317945" y="3194"/>
                  <a:pt x="316325" y="3194"/>
                </a:cubicBezTo>
                <a:cubicBezTo>
                  <a:pt x="314230" y="3194"/>
                  <a:pt x="311658" y="2147"/>
                  <a:pt x="310039" y="2623"/>
                </a:cubicBezTo>
                <a:cubicBezTo>
                  <a:pt x="299561" y="5195"/>
                  <a:pt x="286988" y="2623"/>
                  <a:pt x="276035" y="2051"/>
                </a:cubicBezTo>
                <a:cubicBezTo>
                  <a:pt x="272891" y="2051"/>
                  <a:pt x="269177" y="2051"/>
                  <a:pt x="266033" y="2623"/>
                </a:cubicBezTo>
                <a:cubicBezTo>
                  <a:pt x="253460" y="3671"/>
                  <a:pt x="254508" y="4147"/>
                  <a:pt x="251365" y="17291"/>
                </a:cubicBezTo>
                <a:cubicBezTo>
                  <a:pt x="247174" y="30436"/>
                  <a:pt x="241364" y="42437"/>
                  <a:pt x="238792" y="56534"/>
                </a:cubicBezTo>
                <a:cubicBezTo>
                  <a:pt x="235077" y="61773"/>
                  <a:pt x="233077" y="68631"/>
                  <a:pt x="230886" y="77013"/>
                </a:cubicBezTo>
                <a:cubicBezTo>
                  <a:pt x="226219" y="84824"/>
                  <a:pt x="227743" y="94825"/>
                  <a:pt x="222504" y="104255"/>
                </a:cubicBezTo>
                <a:cubicBezTo>
                  <a:pt x="222504" y="106350"/>
                  <a:pt x="221933" y="107969"/>
                  <a:pt x="220885" y="109493"/>
                </a:cubicBezTo>
                <a:cubicBezTo>
                  <a:pt x="218789" y="113684"/>
                  <a:pt x="218789" y="115780"/>
                  <a:pt x="217742" y="118447"/>
                </a:cubicBezTo>
                <a:lnTo>
                  <a:pt x="216694" y="122066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5898287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3" orient="horz" pos="2500" userDrawn="1">
          <p15:clr>
            <a:srgbClr val="FBAE40"/>
          </p15:clr>
        </p15:guide>
        <p15:guide id="4" orient="horz" pos="3181" userDrawn="1">
          <p15:clr>
            <a:srgbClr val="FBAE40"/>
          </p15:clr>
        </p15:guide>
        <p15:guide id="7" pos="740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Kontakte, Text variab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C5FF090-7FE3-8583-D31E-233912C274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837717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hteck 21">
            <a:extLst>
              <a:ext uri="{FF2B5EF4-FFF2-40B4-BE49-F238E27FC236}">
                <a16:creationId xmlns:a16="http://schemas.microsoft.com/office/drawing/2014/main" id="{824E0FD8-8C35-4688-8D07-75D10A332885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FF80B6F-948F-9008-CEA2-8C20C518E482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A833B58-CF64-BA1A-23CF-39FCC1747314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E7B9E-4EDD-DAF7-A165-941A8585E19A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C15A4BE-4E0A-68C8-DBF1-AE5098A1C74D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4596F0F-8377-9076-15EC-C210DB95787F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EA4F8A3E-653A-3F5F-7ABE-E2D7357143A3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26F6D00B-3C6F-1646-375E-A45F7E7278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695327" y="3986268"/>
            <a:ext cx="4500000" cy="104644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 noProof="0" dirty="0"/>
              <a:t>Vorname Nachname</a:t>
            </a:r>
          </a:p>
          <a:p>
            <a:pPr lvl="1"/>
            <a:r>
              <a:rPr lang="de-DE" noProof="0" dirty="0"/>
              <a:t>Dein Jobtitel</a:t>
            </a:r>
          </a:p>
          <a:p>
            <a:pPr lvl="1"/>
            <a:r>
              <a:rPr lang="de-DE" noProof="0" dirty="0"/>
              <a:t>Vorname.nachname@big-direkt.de</a:t>
            </a:r>
          </a:p>
          <a:p>
            <a:pPr lvl="1"/>
            <a:r>
              <a:rPr lang="de-DE" noProof="0" dirty="0"/>
              <a:t>Deine Telefonnummer oder Durchwahl 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B5B28A59-8C55-7F1B-B54C-186485DED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96000" y="3985688"/>
            <a:ext cx="4500000" cy="1047600"/>
          </a:xfrm>
        </p:spPr>
        <p:txBody>
          <a:bodyPr/>
          <a:lstStyle>
            <a:lvl1pPr>
              <a:spcBef>
                <a:spcPts val="0"/>
              </a:spcBef>
              <a:defRPr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 noProof="0" dirty="0"/>
              <a:t>Vorname Nachname</a:t>
            </a:r>
          </a:p>
          <a:p>
            <a:pPr lvl="1"/>
            <a:r>
              <a:rPr lang="de-DE" noProof="0" dirty="0"/>
              <a:t>Dein Jobtitel</a:t>
            </a:r>
          </a:p>
          <a:p>
            <a:pPr lvl="1"/>
            <a:r>
              <a:rPr lang="de-DE" noProof="0" dirty="0"/>
              <a:t>Vorname.nachname@big-direkt.de</a:t>
            </a:r>
          </a:p>
          <a:p>
            <a:pPr lvl="1"/>
            <a:r>
              <a:rPr lang="de-DE" noProof="0" dirty="0"/>
              <a:t>Deine Telefonnummer oder Durchwahl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6DC01F2-2646-2110-81FB-762FBBA76E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325" y="1812925"/>
            <a:ext cx="9503800" cy="1558119"/>
          </a:xfrm>
        </p:spPr>
        <p:txBody>
          <a:bodyPr vert="horz">
            <a:noAutofit/>
          </a:bodyPr>
          <a:lstStyle>
            <a:lvl1pPr>
              <a:defRPr sz="5500"/>
            </a:lvl1pPr>
          </a:lstStyle>
          <a:p>
            <a:r>
              <a:rPr lang="de-DE" noProof="0" dirty="0"/>
              <a:t>Vielen Dank für Ihre Aufmerksamkeit.</a:t>
            </a:r>
          </a:p>
        </p:txBody>
      </p:sp>
      <p:sp>
        <p:nvSpPr>
          <p:cNvPr id="5" name="Grafik 2">
            <a:extLst>
              <a:ext uri="{FF2B5EF4-FFF2-40B4-BE49-F238E27FC236}">
                <a16:creationId xmlns:a16="http://schemas.microsoft.com/office/drawing/2014/main" id="{1BEE7647-01C2-E9C6-8594-52625E93D3DD}"/>
              </a:ext>
            </a:extLst>
          </p:cNvPr>
          <p:cNvSpPr/>
          <p:nvPr userDrawn="1"/>
        </p:nvSpPr>
        <p:spPr bwMode="gray">
          <a:xfrm>
            <a:off x="7156450" y="1081087"/>
            <a:ext cx="1990725" cy="913421"/>
          </a:xfrm>
          <a:custGeom>
            <a:avLst/>
            <a:gdLst>
              <a:gd name="connsiteX0" fmla="*/ 234336 w 1506820"/>
              <a:gd name="connsiteY0" fmla="*/ 505016 h 691387"/>
              <a:gd name="connsiteX1" fmla="*/ 267483 w 1506820"/>
              <a:gd name="connsiteY1" fmla="*/ 447866 h 691387"/>
              <a:gd name="connsiteX2" fmla="*/ 285676 w 1506820"/>
              <a:gd name="connsiteY2" fmla="*/ 451675 h 691387"/>
              <a:gd name="connsiteX3" fmla="*/ 397214 w 1506820"/>
              <a:gd name="connsiteY3" fmla="*/ 434435 h 691387"/>
              <a:gd name="connsiteX4" fmla="*/ 434171 w 1506820"/>
              <a:gd name="connsiteY4" fmla="*/ 437483 h 691387"/>
              <a:gd name="connsiteX5" fmla="*/ 474461 w 1506820"/>
              <a:gd name="connsiteY5" fmla="*/ 450056 h 691387"/>
              <a:gd name="connsiteX6" fmla="*/ 413025 w 1506820"/>
              <a:gd name="connsiteY6" fmla="*/ 349472 h 691387"/>
              <a:gd name="connsiteX7" fmla="*/ 482748 w 1506820"/>
              <a:gd name="connsiteY7" fmla="*/ 249269 h 691387"/>
              <a:gd name="connsiteX8" fmla="*/ 346731 w 1506820"/>
              <a:gd name="connsiteY8" fmla="*/ 279273 h 691387"/>
              <a:gd name="connsiteX9" fmla="*/ 261863 w 1506820"/>
              <a:gd name="connsiteY9" fmla="*/ 204121 h 691387"/>
              <a:gd name="connsiteX10" fmla="*/ 251100 w 1506820"/>
              <a:gd name="connsiteY10" fmla="*/ 328136 h 691387"/>
              <a:gd name="connsiteX11" fmla="*/ 147944 w 1506820"/>
              <a:gd name="connsiteY11" fmla="*/ 375095 h 691387"/>
              <a:gd name="connsiteX12" fmla="*/ 57552 w 1506820"/>
              <a:gd name="connsiteY12" fmla="*/ 421767 h 691387"/>
              <a:gd name="connsiteX13" fmla="*/ 82508 w 1506820"/>
              <a:gd name="connsiteY13" fmla="*/ 380238 h 691387"/>
              <a:gd name="connsiteX14" fmla="*/ 196046 w 1506820"/>
              <a:gd name="connsiteY14" fmla="*/ 325565 h 691387"/>
              <a:gd name="connsiteX15" fmla="*/ 229002 w 1506820"/>
              <a:gd name="connsiteY15" fmla="*/ 239268 h 691387"/>
              <a:gd name="connsiteX16" fmla="*/ 245480 w 1506820"/>
              <a:gd name="connsiteY16" fmla="*/ 147828 h 691387"/>
              <a:gd name="connsiteX17" fmla="*/ 314441 w 1506820"/>
              <a:gd name="connsiteY17" fmla="*/ 214408 h 691387"/>
              <a:gd name="connsiteX18" fmla="*/ 390070 w 1506820"/>
              <a:gd name="connsiteY18" fmla="*/ 239268 h 691387"/>
              <a:gd name="connsiteX19" fmla="*/ 509704 w 1506820"/>
              <a:gd name="connsiteY19" fmla="*/ 212217 h 691387"/>
              <a:gd name="connsiteX20" fmla="*/ 454173 w 1506820"/>
              <a:gd name="connsiteY20" fmla="*/ 343948 h 691387"/>
              <a:gd name="connsiteX21" fmla="*/ 547804 w 1506820"/>
              <a:gd name="connsiteY21" fmla="*/ 515874 h 691387"/>
              <a:gd name="connsiteX22" fmla="*/ 343969 w 1506820"/>
              <a:gd name="connsiteY22" fmla="*/ 449961 h 691387"/>
              <a:gd name="connsiteX23" fmla="*/ 202523 w 1506820"/>
              <a:gd name="connsiteY23" fmla="*/ 586931 h 691387"/>
              <a:gd name="connsiteX24" fmla="*/ 206047 w 1506820"/>
              <a:gd name="connsiteY24" fmla="*/ 513112 h 691387"/>
              <a:gd name="connsiteX25" fmla="*/ 143658 w 1506820"/>
              <a:gd name="connsiteY25" fmla="*/ 449485 h 691387"/>
              <a:gd name="connsiteX26" fmla="*/ 65172 w 1506820"/>
              <a:gd name="connsiteY26" fmla="*/ 436055 h 691387"/>
              <a:gd name="connsiteX27" fmla="*/ 191283 w 1506820"/>
              <a:gd name="connsiteY27" fmla="*/ 430149 h 691387"/>
              <a:gd name="connsiteX28" fmla="*/ 233765 w 1506820"/>
              <a:gd name="connsiteY28" fmla="*/ 411671 h 691387"/>
              <a:gd name="connsiteX29" fmla="*/ 234431 w 1506820"/>
              <a:gd name="connsiteY29" fmla="*/ 505016 h 691387"/>
              <a:gd name="connsiteX30" fmla="*/ 378640 w 1506820"/>
              <a:gd name="connsiteY30" fmla="*/ 59817 h 691387"/>
              <a:gd name="connsiteX31" fmla="*/ 431504 w 1506820"/>
              <a:gd name="connsiteY31" fmla="*/ 10001 h 691387"/>
              <a:gd name="connsiteX32" fmla="*/ 378640 w 1506820"/>
              <a:gd name="connsiteY32" fmla="*/ 59817 h 691387"/>
              <a:gd name="connsiteX33" fmla="*/ 335682 w 1506820"/>
              <a:gd name="connsiteY33" fmla="*/ 626269 h 691387"/>
              <a:gd name="connsiteX34" fmla="*/ 374639 w 1506820"/>
              <a:gd name="connsiteY34" fmla="*/ 661988 h 691387"/>
              <a:gd name="connsiteX35" fmla="*/ 335682 w 1506820"/>
              <a:gd name="connsiteY35" fmla="*/ 626269 h 691387"/>
              <a:gd name="connsiteX36" fmla="*/ 67268 w 1506820"/>
              <a:gd name="connsiteY36" fmla="*/ 197072 h 691387"/>
              <a:gd name="connsiteX37" fmla="*/ 1926 w 1506820"/>
              <a:gd name="connsiteY37" fmla="*/ 154496 h 691387"/>
              <a:gd name="connsiteX38" fmla="*/ 67268 w 1506820"/>
              <a:gd name="connsiteY38" fmla="*/ 197072 h 691387"/>
              <a:gd name="connsiteX39" fmla="*/ 74030 w 1506820"/>
              <a:gd name="connsiteY39" fmla="*/ 8858 h 691387"/>
              <a:gd name="connsiteX40" fmla="*/ 73268 w 1506820"/>
              <a:gd name="connsiteY40" fmla="*/ 0 h 691387"/>
              <a:gd name="connsiteX41" fmla="*/ 74030 w 1506820"/>
              <a:gd name="connsiteY41" fmla="*/ 8858 h 691387"/>
              <a:gd name="connsiteX42" fmla="*/ 829077 w 1506820"/>
              <a:gd name="connsiteY42" fmla="*/ 475488 h 691387"/>
              <a:gd name="connsiteX43" fmla="*/ 828506 w 1506820"/>
              <a:gd name="connsiteY43" fmla="*/ 399383 h 691387"/>
              <a:gd name="connsiteX44" fmla="*/ 793835 w 1506820"/>
              <a:gd name="connsiteY44" fmla="*/ 414433 h 691387"/>
              <a:gd name="connsiteX45" fmla="*/ 691155 w 1506820"/>
              <a:gd name="connsiteY45" fmla="*/ 419195 h 691387"/>
              <a:gd name="connsiteX46" fmla="*/ 755068 w 1506820"/>
              <a:gd name="connsiteY46" fmla="*/ 430149 h 691387"/>
              <a:gd name="connsiteX47" fmla="*/ 805836 w 1506820"/>
              <a:gd name="connsiteY47" fmla="*/ 482060 h 691387"/>
              <a:gd name="connsiteX48" fmla="*/ 802883 w 1506820"/>
              <a:gd name="connsiteY48" fmla="*/ 542258 h 691387"/>
              <a:gd name="connsiteX49" fmla="*/ 918136 w 1506820"/>
              <a:gd name="connsiteY49" fmla="*/ 430721 h 691387"/>
              <a:gd name="connsiteX50" fmla="*/ 1084252 w 1506820"/>
              <a:gd name="connsiteY50" fmla="*/ 484442 h 691387"/>
              <a:gd name="connsiteX51" fmla="*/ 1008052 w 1506820"/>
              <a:gd name="connsiteY51" fmla="*/ 344424 h 691387"/>
              <a:gd name="connsiteX52" fmla="*/ 1053296 w 1506820"/>
              <a:gd name="connsiteY52" fmla="*/ 237173 h 691387"/>
              <a:gd name="connsiteX53" fmla="*/ 955855 w 1506820"/>
              <a:gd name="connsiteY53" fmla="*/ 259175 h 691387"/>
              <a:gd name="connsiteX54" fmla="*/ 894228 w 1506820"/>
              <a:gd name="connsiteY54" fmla="*/ 238982 h 691387"/>
              <a:gd name="connsiteX55" fmla="*/ 838126 w 1506820"/>
              <a:gd name="connsiteY55" fmla="*/ 184785 h 691387"/>
              <a:gd name="connsiteX56" fmla="*/ 824696 w 1506820"/>
              <a:gd name="connsiteY56" fmla="*/ 259271 h 691387"/>
              <a:gd name="connsiteX57" fmla="*/ 797835 w 1506820"/>
              <a:gd name="connsiteY57" fmla="*/ 329565 h 691387"/>
              <a:gd name="connsiteX58" fmla="*/ 705347 w 1506820"/>
              <a:gd name="connsiteY58" fmla="*/ 374142 h 691387"/>
              <a:gd name="connsiteX59" fmla="*/ 684964 w 1506820"/>
              <a:gd name="connsiteY59" fmla="*/ 407956 h 691387"/>
              <a:gd name="connsiteX60" fmla="*/ 758592 w 1506820"/>
              <a:gd name="connsiteY60" fmla="*/ 369951 h 691387"/>
              <a:gd name="connsiteX61" fmla="*/ 842603 w 1506820"/>
              <a:gd name="connsiteY61" fmla="*/ 331661 h 691387"/>
              <a:gd name="connsiteX62" fmla="*/ 851366 w 1506820"/>
              <a:gd name="connsiteY62" fmla="*/ 230696 h 691387"/>
              <a:gd name="connsiteX63" fmla="*/ 920517 w 1506820"/>
              <a:gd name="connsiteY63" fmla="*/ 291941 h 691387"/>
              <a:gd name="connsiteX64" fmla="*/ 1031388 w 1506820"/>
              <a:gd name="connsiteY64" fmla="*/ 267462 h 691387"/>
              <a:gd name="connsiteX65" fmla="*/ 974619 w 1506820"/>
              <a:gd name="connsiteY65" fmla="*/ 349091 h 691387"/>
              <a:gd name="connsiteX66" fmla="*/ 1024625 w 1506820"/>
              <a:gd name="connsiteY66" fmla="*/ 431006 h 691387"/>
              <a:gd name="connsiteX67" fmla="*/ 991764 w 1506820"/>
              <a:gd name="connsiteY67" fmla="*/ 420719 h 691387"/>
              <a:gd name="connsiteX68" fmla="*/ 961665 w 1506820"/>
              <a:gd name="connsiteY68" fmla="*/ 418243 h 691387"/>
              <a:gd name="connsiteX69" fmla="*/ 870797 w 1506820"/>
              <a:gd name="connsiteY69" fmla="*/ 432245 h 691387"/>
              <a:gd name="connsiteX70" fmla="*/ 855938 w 1506820"/>
              <a:gd name="connsiteY70" fmla="*/ 429101 h 691387"/>
              <a:gd name="connsiteX71" fmla="*/ 828887 w 1506820"/>
              <a:gd name="connsiteY71" fmla="*/ 475679 h 691387"/>
              <a:gd name="connsiteX72" fmla="*/ 946425 w 1506820"/>
              <a:gd name="connsiteY72" fmla="*/ 112967 h 691387"/>
              <a:gd name="connsiteX73" fmla="*/ 989478 w 1506820"/>
              <a:gd name="connsiteY73" fmla="*/ 72390 h 691387"/>
              <a:gd name="connsiteX74" fmla="*/ 946425 w 1506820"/>
              <a:gd name="connsiteY74" fmla="*/ 112967 h 691387"/>
              <a:gd name="connsiteX75" fmla="*/ 911468 w 1506820"/>
              <a:gd name="connsiteY75" fmla="*/ 574358 h 691387"/>
              <a:gd name="connsiteX76" fmla="*/ 943282 w 1506820"/>
              <a:gd name="connsiteY76" fmla="*/ 603504 h 691387"/>
              <a:gd name="connsiteX77" fmla="*/ 911468 w 1506820"/>
              <a:gd name="connsiteY77" fmla="*/ 574358 h 691387"/>
              <a:gd name="connsiteX78" fmla="*/ 692774 w 1506820"/>
              <a:gd name="connsiteY78" fmla="*/ 224790 h 691387"/>
              <a:gd name="connsiteX79" fmla="*/ 639530 w 1506820"/>
              <a:gd name="connsiteY79" fmla="*/ 190119 h 691387"/>
              <a:gd name="connsiteX80" fmla="*/ 692774 w 1506820"/>
              <a:gd name="connsiteY80" fmla="*/ 224790 h 691387"/>
              <a:gd name="connsiteX81" fmla="*/ 698299 w 1506820"/>
              <a:gd name="connsiteY81" fmla="*/ 71533 h 691387"/>
              <a:gd name="connsiteX82" fmla="*/ 697632 w 1506820"/>
              <a:gd name="connsiteY82" fmla="*/ 64294 h 691387"/>
              <a:gd name="connsiteX83" fmla="*/ 698299 w 1506820"/>
              <a:gd name="connsiteY83" fmla="*/ 71533 h 691387"/>
              <a:gd name="connsiteX84" fmla="*/ 1312757 w 1506820"/>
              <a:gd name="connsiteY84" fmla="*/ 471678 h 691387"/>
              <a:gd name="connsiteX85" fmla="*/ 1312376 w 1506820"/>
              <a:gd name="connsiteY85" fmla="*/ 415862 h 691387"/>
              <a:gd name="connsiteX86" fmla="*/ 1286944 w 1506820"/>
              <a:gd name="connsiteY86" fmla="*/ 426911 h 691387"/>
              <a:gd name="connsiteX87" fmla="*/ 1211506 w 1506820"/>
              <a:gd name="connsiteY87" fmla="*/ 430435 h 691387"/>
              <a:gd name="connsiteX88" fmla="*/ 1258464 w 1506820"/>
              <a:gd name="connsiteY88" fmla="*/ 438531 h 691387"/>
              <a:gd name="connsiteX89" fmla="*/ 1295802 w 1506820"/>
              <a:gd name="connsiteY89" fmla="*/ 476631 h 691387"/>
              <a:gd name="connsiteX90" fmla="*/ 1293707 w 1506820"/>
              <a:gd name="connsiteY90" fmla="*/ 520827 h 691387"/>
              <a:gd name="connsiteX91" fmla="*/ 1378289 w 1506820"/>
              <a:gd name="connsiteY91" fmla="*/ 438912 h 691387"/>
              <a:gd name="connsiteX92" fmla="*/ 1500209 w 1506820"/>
              <a:gd name="connsiteY92" fmla="*/ 478346 h 691387"/>
              <a:gd name="connsiteX93" fmla="*/ 1444202 w 1506820"/>
              <a:gd name="connsiteY93" fmla="*/ 375475 h 691387"/>
              <a:gd name="connsiteX94" fmla="*/ 1477444 w 1506820"/>
              <a:gd name="connsiteY94" fmla="*/ 296704 h 691387"/>
              <a:gd name="connsiteX95" fmla="*/ 1405911 w 1506820"/>
              <a:gd name="connsiteY95" fmla="*/ 312896 h 691387"/>
              <a:gd name="connsiteX96" fmla="*/ 1360667 w 1506820"/>
              <a:gd name="connsiteY96" fmla="*/ 298037 h 691387"/>
              <a:gd name="connsiteX97" fmla="*/ 1319424 w 1506820"/>
              <a:gd name="connsiteY97" fmla="*/ 258223 h 691387"/>
              <a:gd name="connsiteX98" fmla="*/ 1309518 w 1506820"/>
              <a:gd name="connsiteY98" fmla="*/ 312896 h 691387"/>
              <a:gd name="connsiteX99" fmla="*/ 1289801 w 1506820"/>
              <a:gd name="connsiteY99" fmla="*/ 364522 h 691387"/>
              <a:gd name="connsiteX100" fmla="*/ 1221888 w 1506820"/>
              <a:gd name="connsiteY100" fmla="*/ 397193 h 691387"/>
              <a:gd name="connsiteX101" fmla="*/ 1206934 w 1506820"/>
              <a:gd name="connsiteY101" fmla="*/ 422053 h 691387"/>
              <a:gd name="connsiteX102" fmla="*/ 1261036 w 1506820"/>
              <a:gd name="connsiteY102" fmla="*/ 394145 h 691387"/>
              <a:gd name="connsiteX103" fmla="*/ 1322758 w 1506820"/>
              <a:gd name="connsiteY103" fmla="*/ 366046 h 691387"/>
              <a:gd name="connsiteX104" fmla="*/ 1329140 w 1506820"/>
              <a:gd name="connsiteY104" fmla="*/ 291846 h 691387"/>
              <a:gd name="connsiteX105" fmla="*/ 1379908 w 1506820"/>
              <a:gd name="connsiteY105" fmla="*/ 336804 h 691387"/>
              <a:gd name="connsiteX106" fmla="*/ 1461251 w 1506820"/>
              <a:gd name="connsiteY106" fmla="*/ 318897 h 691387"/>
              <a:gd name="connsiteX107" fmla="*/ 1419532 w 1506820"/>
              <a:gd name="connsiteY107" fmla="*/ 378809 h 691387"/>
              <a:gd name="connsiteX108" fmla="*/ 1456298 w 1506820"/>
              <a:gd name="connsiteY108" fmla="*/ 439007 h 691387"/>
              <a:gd name="connsiteX109" fmla="*/ 1432200 w 1506820"/>
              <a:gd name="connsiteY109" fmla="*/ 431483 h 691387"/>
              <a:gd name="connsiteX110" fmla="*/ 1410102 w 1506820"/>
              <a:gd name="connsiteY110" fmla="*/ 429673 h 691387"/>
              <a:gd name="connsiteX111" fmla="*/ 1343427 w 1506820"/>
              <a:gd name="connsiteY111" fmla="*/ 439960 h 691387"/>
              <a:gd name="connsiteX112" fmla="*/ 1332569 w 1506820"/>
              <a:gd name="connsiteY112" fmla="*/ 437674 h 691387"/>
              <a:gd name="connsiteX113" fmla="*/ 1312757 w 1506820"/>
              <a:gd name="connsiteY113" fmla="*/ 471869 h 691387"/>
              <a:gd name="connsiteX114" fmla="*/ 1399053 w 1506820"/>
              <a:gd name="connsiteY114" fmla="*/ 205454 h 691387"/>
              <a:gd name="connsiteX115" fmla="*/ 1430676 w 1506820"/>
              <a:gd name="connsiteY115" fmla="*/ 175641 h 691387"/>
              <a:gd name="connsiteX116" fmla="*/ 1399053 w 1506820"/>
              <a:gd name="connsiteY116" fmla="*/ 205454 h 691387"/>
              <a:gd name="connsiteX117" fmla="*/ 1373336 w 1506820"/>
              <a:gd name="connsiteY117" fmla="*/ 544354 h 691387"/>
              <a:gd name="connsiteX118" fmla="*/ 1396672 w 1506820"/>
              <a:gd name="connsiteY118" fmla="*/ 565690 h 691387"/>
              <a:gd name="connsiteX119" fmla="*/ 1373336 w 1506820"/>
              <a:gd name="connsiteY119" fmla="*/ 544354 h 691387"/>
              <a:gd name="connsiteX120" fmla="*/ 1212649 w 1506820"/>
              <a:gd name="connsiteY120" fmla="*/ 287655 h 691387"/>
              <a:gd name="connsiteX121" fmla="*/ 1173501 w 1506820"/>
              <a:gd name="connsiteY121" fmla="*/ 262223 h 691387"/>
              <a:gd name="connsiteX122" fmla="*/ 1212649 w 1506820"/>
              <a:gd name="connsiteY122" fmla="*/ 287655 h 691387"/>
              <a:gd name="connsiteX123" fmla="*/ 1216745 w 1506820"/>
              <a:gd name="connsiteY123" fmla="*/ 175069 h 691387"/>
              <a:gd name="connsiteX124" fmla="*/ 1216268 w 1506820"/>
              <a:gd name="connsiteY124" fmla="*/ 169736 h 691387"/>
              <a:gd name="connsiteX125" fmla="*/ 1216745 w 1506820"/>
              <a:gd name="connsiteY125" fmla="*/ 175069 h 691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</a:cxnLst>
            <a:rect l="l" t="t" r="r" b="b"/>
            <a:pathLst>
              <a:path w="1506820" h="691387">
                <a:moveTo>
                  <a:pt x="234336" y="505016"/>
                </a:moveTo>
                <a:cubicBezTo>
                  <a:pt x="239384" y="499110"/>
                  <a:pt x="265769" y="448532"/>
                  <a:pt x="267483" y="447866"/>
                </a:cubicBezTo>
                <a:cubicBezTo>
                  <a:pt x="282628" y="441865"/>
                  <a:pt x="271674" y="451104"/>
                  <a:pt x="285676" y="451675"/>
                </a:cubicBezTo>
                <a:cubicBezTo>
                  <a:pt x="309012" y="378047"/>
                  <a:pt x="350351" y="419291"/>
                  <a:pt x="397214" y="434435"/>
                </a:cubicBezTo>
                <a:cubicBezTo>
                  <a:pt x="414930" y="440150"/>
                  <a:pt x="417597" y="431959"/>
                  <a:pt x="434171" y="437483"/>
                </a:cubicBezTo>
                <a:cubicBezTo>
                  <a:pt x="447029" y="441770"/>
                  <a:pt x="457221" y="466820"/>
                  <a:pt x="474461" y="450056"/>
                </a:cubicBezTo>
                <a:cubicBezTo>
                  <a:pt x="495893" y="429197"/>
                  <a:pt x="415216" y="369665"/>
                  <a:pt x="413025" y="349472"/>
                </a:cubicBezTo>
                <a:cubicBezTo>
                  <a:pt x="409596" y="317659"/>
                  <a:pt x="492749" y="279273"/>
                  <a:pt x="482748" y="249269"/>
                </a:cubicBezTo>
                <a:cubicBezTo>
                  <a:pt x="452173" y="257747"/>
                  <a:pt x="372353" y="285560"/>
                  <a:pt x="346731" y="279273"/>
                </a:cubicBezTo>
                <a:cubicBezTo>
                  <a:pt x="312727" y="270891"/>
                  <a:pt x="292439" y="208788"/>
                  <a:pt x="261863" y="204121"/>
                </a:cubicBezTo>
                <a:cubicBezTo>
                  <a:pt x="258149" y="237935"/>
                  <a:pt x="273579" y="300323"/>
                  <a:pt x="251100" y="328136"/>
                </a:cubicBezTo>
                <a:cubicBezTo>
                  <a:pt x="232907" y="350711"/>
                  <a:pt x="175567" y="361093"/>
                  <a:pt x="147944" y="375095"/>
                </a:cubicBezTo>
                <a:cubicBezTo>
                  <a:pt x="135943" y="381191"/>
                  <a:pt x="68506" y="426244"/>
                  <a:pt x="57552" y="421767"/>
                </a:cubicBezTo>
                <a:cubicBezTo>
                  <a:pt x="30406" y="410813"/>
                  <a:pt x="70506" y="387382"/>
                  <a:pt x="82508" y="380238"/>
                </a:cubicBezTo>
                <a:cubicBezTo>
                  <a:pt x="117941" y="359188"/>
                  <a:pt x="161946" y="347472"/>
                  <a:pt x="196046" y="325565"/>
                </a:cubicBezTo>
                <a:cubicBezTo>
                  <a:pt x="229193" y="304229"/>
                  <a:pt x="225573" y="276892"/>
                  <a:pt x="229002" y="239268"/>
                </a:cubicBezTo>
                <a:cubicBezTo>
                  <a:pt x="230431" y="223933"/>
                  <a:pt x="225668" y="153448"/>
                  <a:pt x="245480" y="147828"/>
                </a:cubicBezTo>
                <a:cubicBezTo>
                  <a:pt x="269674" y="140970"/>
                  <a:pt x="298725" y="198692"/>
                  <a:pt x="314441" y="214408"/>
                </a:cubicBezTo>
                <a:cubicBezTo>
                  <a:pt x="344445" y="244412"/>
                  <a:pt x="350732" y="249365"/>
                  <a:pt x="390070" y="239268"/>
                </a:cubicBezTo>
                <a:cubicBezTo>
                  <a:pt x="424741" y="230315"/>
                  <a:pt x="474366" y="210122"/>
                  <a:pt x="509704" y="212217"/>
                </a:cubicBezTo>
                <a:cubicBezTo>
                  <a:pt x="594286" y="217361"/>
                  <a:pt x="453887" y="308229"/>
                  <a:pt x="454173" y="343948"/>
                </a:cubicBezTo>
                <a:cubicBezTo>
                  <a:pt x="454459" y="390716"/>
                  <a:pt x="599144" y="467582"/>
                  <a:pt x="547804" y="515874"/>
                </a:cubicBezTo>
                <a:cubicBezTo>
                  <a:pt x="506561" y="554641"/>
                  <a:pt x="376449" y="473488"/>
                  <a:pt x="343969" y="449961"/>
                </a:cubicBezTo>
                <a:cubicBezTo>
                  <a:pt x="314060" y="475202"/>
                  <a:pt x="238241" y="630555"/>
                  <a:pt x="202523" y="586931"/>
                </a:cubicBezTo>
                <a:cubicBezTo>
                  <a:pt x="185568" y="566166"/>
                  <a:pt x="202808" y="534543"/>
                  <a:pt x="206047" y="513112"/>
                </a:cubicBezTo>
                <a:cubicBezTo>
                  <a:pt x="214334" y="458153"/>
                  <a:pt x="192712" y="455295"/>
                  <a:pt x="143658" y="449485"/>
                </a:cubicBezTo>
                <a:cubicBezTo>
                  <a:pt x="126323" y="447389"/>
                  <a:pt x="73459" y="453485"/>
                  <a:pt x="65172" y="436055"/>
                </a:cubicBezTo>
                <a:cubicBezTo>
                  <a:pt x="50789" y="405670"/>
                  <a:pt x="193188" y="429482"/>
                  <a:pt x="191283" y="430149"/>
                </a:cubicBezTo>
                <a:cubicBezTo>
                  <a:pt x="207571" y="423958"/>
                  <a:pt x="214619" y="399098"/>
                  <a:pt x="233765" y="411671"/>
                </a:cubicBezTo>
                <a:cubicBezTo>
                  <a:pt x="255863" y="426149"/>
                  <a:pt x="220620" y="484442"/>
                  <a:pt x="234431" y="505016"/>
                </a:cubicBezTo>
                <a:moveTo>
                  <a:pt x="378640" y="59817"/>
                </a:moveTo>
                <a:cubicBezTo>
                  <a:pt x="385498" y="111062"/>
                  <a:pt x="432266" y="20765"/>
                  <a:pt x="431504" y="10001"/>
                </a:cubicBezTo>
                <a:cubicBezTo>
                  <a:pt x="429313" y="-21908"/>
                  <a:pt x="378354" y="39148"/>
                  <a:pt x="378640" y="59817"/>
                </a:cubicBezTo>
                <a:moveTo>
                  <a:pt x="335682" y="626269"/>
                </a:moveTo>
                <a:cubicBezTo>
                  <a:pt x="343493" y="656177"/>
                  <a:pt x="396166" y="733330"/>
                  <a:pt x="374639" y="661988"/>
                </a:cubicBezTo>
                <a:cubicBezTo>
                  <a:pt x="372353" y="654558"/>
                  <a:pt x="339397" y="583216"/>
                  <a:pt x="335682" y="626269"/>
                </a:cubicBezTo>
                <a:moveTo>
                  <a:pt x="67268" y="197072"/>
                </a:moveTo>
                <a:cubicBezTo>
                  <a:pt x="60219" y="183547"/>
                  <a:pt x="21929" y="136017"/>
                  <a:pt x="1926" y="154496"/>
                </a:cubicBezTo>
                <a:cubicBezTo>
                  <a:pt x="-12742" y="168021"/>
                  <a:pt x="60981" y="223838"/>
                  <a:pt x="67268" y="197072"/>
                </a:cubicBezTo>
                <a:moveTo>
                  <a:pt x="74030" y="8858"/>
                </a:moveTo>
                <a:cubicBezTo>
                  <a:pt x="77936" y="5048"/>
                  <a:pt x="77745" y="2096"/>
                  <a:pt x="73268" y="0"/>
                </a:cubicBezTo>
                <a:cubicBezTo>
                  <a:pt x="67649" y="3334"/>
                  <a:pt x="67934" y="6287"/>
                  <a:pt x="74030" y="8858"/>
                </a:cubicBezTo>
                <a:moveTo>
                  <a:pt x="829077" y="475488"/>
                </a:moveTo>
                <a:cubicBezTo>
                  <a:pt x="817838" y="458724"/>
                  <a:pt x="846508" y="411194"/>
                  <a:pt x="828506" y="399383"/>
                </a:cubicBezTo>
                <a:cubicBezTo>
                  <a:pt x="812885" y="389192"/>
                  <a:pt x="807170" y="409480"/>
                  <a:pt x="793835" y="414433"/>
                </a:cubicBezTo>
                <a:cubicBezTo>
                  <a:pt x="795359" y="413861"/>
                  <a:pt x="679439" y="394525"/>
                  <a:pt x="691155" y="419195"/>
                </a:cubicBezTo>
                <a:cubicBezTo>
                  <a:pt x="697918" y="433483"/>
                  <a:pt x="740971" y="428435"/>
                  <a:pt x="755068" y="430149"/>
                </a:cubicBezTo>
                <a:cubicBezTo>
                  <a:pt x="794978" y="434912"/>
                  <a:pt x="812599" y="437293"/>
                  <a:pt x="805836" y="482060"/>
                </a:cubicBezTo>
                <a:cubicBezTo>
                  <a:pt x="803169" y="499586"/>
                  <a:pt x="789167" y="525304"/>
                  <a:pt x="802883" y="542258"/>
                </a:cubicBezTo>
                <a:cubicBezTo>
                  <a:pt x="831935" y="577787"/>
                  <a:pt x="893752" y="451295"/>
                  <a:pt x="918136" y="430721"/>
                </a:cubicBezTo>
                <a:cubicBezTo>
                  <a:pt x="944615" y="449866"/>
                  <a:pt x="1050629" y="515969"/>
                  <a:pt x="1084252" y="484442"/>
                </a:cubicBezTo>
                <a:cubicBezTo>
                  <a:pt x="1126067" y="445103"/>
                  <a:pt x="1008242" y="382524"/>
                  <a:pt x="1008052" y="344424"/>
                </a:cubicBezTo>
                <a:cubicBezTo>
                  <a:pt x="1007861" y="315373"/>
                  <a:pt x="1122257" y="241364"/>
                  <a:pt x="1053296" y="237173"/>
                </a:cubicBezTo>
                <a:cubicBezTo>
                  <a:pt x="1024530" y="235458"/>
                  <a:pt x="984049" y="251841"/>
                  <a:pt x="955855" y="259175"/>
                </a:cubicBezTo>
                <a:cubicBezTo>
                  <a:pt x="923851" y="267462"/>
                  <a:pt x="918707" y="263366"/>
                  <a:pt x="894228" y="238982"/>
                </a:cubicBezTo>
                <a:cubicBezTo>
                  <a:pt x="881465" y="226219"/>
                  <a:pt x="857747" y="179165"/>
                  <a:pt x="838126" y="184785"/>
                </a:cubicBezTo>
                <a:cubicBezTo>
                  <a:pt x="821933" y="189357"/>
                  <a:pt x="825839" y="246793"/>
                  <a:pt x="824696" y="259271"/>
                </a:cubicBezTo>
                <a:cubicBezTo>
                  <a:pt x="821933" y="289846"/>
                  <a:pt x="824791" y="312134"/>
                  <a:pt x="797835" y="329565"/>
                </a:cubicBezTo>
                <a:cubicBezTo>
                  <a:pt x="770117" y="347472"/>
                  <a:pt x="734208" y="356997"/>
                  <a:pt x="705347" y="374142"/>
                </a:cubicBezTo>
                <a:cubicBezTo>
                  <a:pt x="695537" y="379952"/>
                  <a:pt x="662866" y="399098"/>
                  <a:pt x="684964" y="407956"/>
                </a:cubicBezTo>
                <a:cubicBezTo>
                  <a:pt x="693822" y="411575"/>
                  <a:pt x="748781" y="374809"/>
                  <a:pt x="758592" y="369951"/>
                </a:cubicBezTo>
                <a:cubicBezTo>
                  <a:pt x="781071" y="358521"/>
                  <a:pt x="827839" y="350044"/>
                  <a:pt x="842603" y="331661"/>
                </a:cubicBezTo>
                <a:cubicBezTo>
                  <a:pt x="860891" y="308991"/>
                  <a:pt x="848318" y="258128"/>
                  <a:pt x="851366" y="230696"/>
                </a:cubicBezTo>
                <a:cubicBezTo>
                  <a:pt x="876321" y="234506"/>
                  <a:pt x="892799" y="285083"/>
                  <a:pt x="920517" y="291941"/>
                </a:cubicBezTo>
                <a:cubicBezTo>
                  <a:pt x="941377" y="297085"/>
                  <a:pt x="1006433" y="274415"/>
                  <a:pt x="1031388" y="267462"/>
                </a:cubicBezTo>
                <a:cubicBezTo>
                  <a:pt x="1039580" y="291941"/>
                  <a:pt x="971857" y="323183"/>
                  <a:pt x="974619" y="349091"/>
                </a:cubicBezTo>
                <a:cubicBezTo>
                  <a:pt x="976429" y="365570"/>
                  <a:pt x="1042151" y="414052"/>
                  <a:pt x="1024625" y="431006"/>
                </a:cubicBezTo>
                <a:cubicBezTo>
                  <a:pt x="1010528" y="444627"/>
                  <a:pt x="1002242" y="424244"/>
                  <a:pt x="991764" y="420719"/>
                </a:cubicBezTo>
                <a:cubicBezTo>
                  <a:pt x="978239" y="416243"/>
                  <a:pt x="976143" y="422910"/>
                  <a:pt x="961665" y="418243"/>
                </a:cubicBezTo>
                <a:cubicBezTo>
                  <a:pt x="923565" y="405860"/>
                  <a:pt x="889847" y="372332"/>
                  <a:pt x="870797" y="432245"/>
                </a:cubicBezTo>
                <a:cubicBezTo>
                  <a:pt x="859367" y="431673"/>
                  <a:pt x="868320" y="424244"/>
                  <a:pt x="855938" y="429101"/>
                </a:cubicBezTo>
                <a:cubicBezTo>
                  <a:pt x="854509" y="429673"/>
                  <a:pt x="832982" y="470821"/>
                  <a:pt x="828887" y="475679"/>
                </a:cubicBezTo>
                <a:moveTo>
                  <a:pt x="946425" y="112967"/>
                </a:moveTo>
                <a:cubicBezTo>
                  <a:pt x="952045" y="154781"/>
                  <a:pt x="990145" y="81153"/>
                  <a:pt x="989478" y="72390"/>
                </a:cubicBezTo>
                <a:cubicBezTo>
                  <a:pt x="987668" y="46482"/>
                  <a:pt x="946139" y="96107"/>
                  <a:pt x="946425" y="112967"/>
                </a:cubicBezTo>
                <a:moveTo>
                  <a:pt x="911468" y="574358"/>
                </a:moveTo>
                <a:cubicBezTo>
                  <a:pt x="917850" y="598742"/>
                  <a:pt x="960808" y="661511"/>
                  <a:pt x="943282" y="603504"/>
                </a:cubicBezTo>
                <a:cubicBezTo>
                  <a:pt x="941472" y="597408"/>
                  <a:pt x="914612" y="539306"/>
                  <a:pt x="911468" y="574358"/>
                </a:cubicBezTo>
                <a:moveTo>
                  <a:pt x="692774" y="224790"/>
                </a:moveTo>
                <a:cubicBezTo>
                  <a:pt x="687059" y="213741"/>
                  <a:pt x="655913" y="175069"/>
                  <a:pt x="639530" y="190119"/>
                </a:cubicBezTo>
                <a:cubicBezTo>
                  <a:pt x="627623" y="201073"/>
                  <a:pt x="687631" y="246602"/>
                  <a:pt x="692774" y="224790"/>
                </a:cubicBezTo>
                <a:moveTo>
                  <a:pt x="698299" y="71533"/>
                </a:moveTo>
                <a:cubicBezTo>
                  <a:pt x="701537" y="68485"/>
                  <a:pt x="701347" y="66008"/>
                  <a:pt x="697632" y="64294"/>
                </a:cubicBezTo>
                <a:cubicBezTo>
                  <a:pt x="693060" y="66961"/>
                  <a:pt x="693251" y="69437"/>
                  <a:pt x="698299" y="71533"/>
                </a:cubicBezTo>
                <a:moveTo>
                  <a:pt x="1312757" y="471678"/>
                </a:moveTo>
                <a:cubicBezTo>
                  <a:pt x="1304470" y="459391"/>
                  <a:pt x="1325520" y="424434"/>
                  <a:pt x="1312376" y="415862"/>
                </a:cubicBezTo>
                <a:cubicBezTo>
                  <a:pt x="1300946" y="408337"/>
                  <a:pt x="1296659" y="423196"/>
                  <a:pt x="1286944" y="426911"/>
                </a:cubicBezTo>
                <a:cubicBezTo>
                  <a:pt x="1288087" y="426434"/>
                  <a:pt x="1202934" y="412242"/>
                  <a:pt x="1211506" y="430435"/>
                </a:cubicBezTo>
                <a:cubicBezTo>
                  <a:pt x="1216459" y="440912"/>
                  <a:pt x="1248082" y="437293"/>
                  <a:pt x="1258464" y="438531"/>
                </a:cubicBezTo>
                <a:cubicBezTo>
                  <a:pt x="1287801" y="442055"/>
                  <a:pt x="1300755" y="443770"/>
                  <a:pt x="1295802" y="476631"/>
                </a:cubicBezTo>
                <a:cubicBezTo>
                  <a:pt x="1293897" y="489490"/>
                  <a:pt x="1283515" y="508445"/>
                  <a:pt x="1293707" y="520827"/>
                </a:cubicBezTo>
                <a:cubicBezTo>
                  <a:pt x="1315043" y="546926"/>
                  <a:pt x="1360382" y="453962"/>
                  <a:pt x="1378289" y="438912"/>
                </a:cubicBezTo>
                <a:cubicBezTo>
                  <a:pt x="1397720" y="453009"/>
                  <a:pt x="1475539" y="501491"/>
                  <a:pt x="1500209" y="478346"/>
                </a:cubicBezTo>
                <a:cubicBezTo>
                  <a:pt x="1530975" y="449485"/>
                  <a:pt x="1444392" y="403479"/>
                  <a:pt x="1444202" y="375475"/>
                </a:cubicBezTo>
                <a:cubicBezTo>
                  <a:pt x="1444011" y="354140"/>
                  <a:pt x="1528022" y="299752"/>
                  <a:pt x="1477444" y="296704"/>
                </a:cubicBezTo>
                <a:cubicBezTo>
                  <a:pt x="1456298" y="295370"/>
                  <a:pt x="1426580" y="307467"/>
                  <a:pt x="1405911" y="312896"/>
                </a:cubicBezTo>
                <a:cubicBezTo>
                  <a:pt x="1382384" y="318992"/>
                  <a:pt x="1378575" y="316040"/>
                  <a:pt x="1360667" y="298037"/>
                </a:cubicBezTo>
                <a:cubicBezTo>
                  <a:pt x="1351238" y="288608"/>
                  <a:pt x="1333902" y="254127"/>
                  <a:pt x="1319424" y="258223"/>
                </a:cubicBezTo>
                <a:cubicBezTo>
                  <a:pt x="1307518" y="261556"/>
                  <a:pt x="1310376" y="303752"/>
                  <a:pt x="1309518" y="312896"/>
                </a:cubicBezTo>
                <a:cubicBezTo>
                  <a:pt x="1307518" y="335375"/>
                  <a:pt x="1309613" y="351758"/>
                  <a:pt x="1289801" y="364522"/>
                </a:cubicBezTo>
                <a:cubicBezTo>
                  <a:pt x="1269418" y="377666"/>
                  <a:pt x="1243129" y="384620"/>
                  <a:pt x="1221888" y="397193"/>
                </a:cubicBezTo>
                <a:cubicBezTo>
                  <a:pt x="1214649" y="401479"/>
                  <a:pt x="1190646" y="415481"/>
                  <a:pt x="1206934" y="422053"/>
                </a:cubicBezTo>
                <a:cubicBezTo>
                  <a:pt x="1213411" y="424720"/>
                  <a:pt x="1253797" y="397764"/>
                  <a:pt x="1261036" y="394145"/>
                </a:cubicBezTo>
                <a:cubicBezTo>
                  <a:pt x="1277609" y="385763"/>
                  <a:pt x="1311900" y="379571"/>
                  <a:pt x="1322758" y="366046"/>
                </a:cubicBezTo>
                <a:cubicBezTo>
                  <a:pt x="1336188" y="349377"/>
                  <a:pt x="1326949" y="312039"/>
                  <a:pt x="1329140" y="291846"/>
                </a:cubicBezTo>
                <a:cubicBezTo>
                  <a:pt x="1347428" y="294608"/>
                  <a:pt x="1359620" y="331756"/>
                  <a:pt x="1379908" y="336804"/>
                </a:cubicBezTo>
                <a:cubicBezTo>
                  <a:pt x="1395243" y="340614"/>
                  <a:pt x="1442963" y="323945"/>
                  <a:pt x="1461251" y="318897"/>
                </a:cubicBezTo>
                <a:cubicBezTo>
                  <a:pt x="1467252" y="336804"/>
                  <a:pt x="1417532" y="359759"/>
                  <a:pt x="1419532" y="378809"/>
                </a:cubicBezTo>
                <a:cubicBezTo>
                  <a:pt x="1420865" y="390906"/>
                  <a:pt x="1469157" y="426530"/>
                  <a:pt x="1456298" y="439007"/>
                </a:cubicBezTo>
                <a:cubicBezTo>
                  <a:pt x="1446012" y="449009"/>
                  <a:pt x="1439915" y="434054"/>
                  <a:pt x="1432200" y="431483"/>
                </a:cubicBezTo>
                <a:cubicBezTo>
                  <a:pt x="1422294" y="428244"/>
                  <a:pt x="1420675" y="433102"/>
                  <a:pt x="1410102" y="429673"/>
                </a:cubicBezTo>
                <a:cubicBezTo>
                  <a:pt x="1382099" y="420624"/>
                  <a:pt x="1357334" y="395954"/>
                  <a:pt x="1343427" y="439960"/>
                </a:cubicBezTo>
                <a:cubicBezTo>
                  <a:pt x="1335045" y="439579"/>
                  <a:pt x="1341617" y="434054"/>
                  <a:pt x="1332569" y="437674"/>
                </a:cubicBezTo>
                <a:cubicBezTo>
                  <a:pt x="1331521" y="438055"/>
                  <a:pt x="1315709" y="468344"/>
                  <a:pt x="1312757" y="471869"/>
                </a:cubicBezTo>
                <a:moveTo>
                  <a:pt x="1399053" y="205454"/>
                </a:moveTo>
                <a:cubicBezTo>
                  <a:pt x="1403149" y="236125"/>
                  <a:pt x="1431152" y="182118"/>
                  <a:pt x="1430676" y="175641"/>
                </a:cubicBezTo>
                <a:cubicBezTo>
                  <a:pt x="1429343" y="156591"/>
                  <a:pt x="1398863" y="193072"/>
                  <a:pt x="1399053" y="205454"/>
                </a:cubicBezTo>
                <a:moveTo>
                  <a:pt x="1373336" y="544354"/>
                </a:moveTo>
                <a:cubicBezTo>
                  <a:pt x="1378003" y="562261"/>
                  <a:pt x="1409531" y="608362"/>
                  <a:pt x="1396672" y="565690"/>
                </a:cubicBezTo>
                <a:cubicBezTo>
                  <a:pt x="1395338" y="561213"/>
                  <a:pt x="1375622" y="518541"/>
                  <a:pt x="1373336" y="544354"/>
                </a:cubicBezTo>
                <a:moveTo>
                  <a:pt x="1212649" y="287655"/>
                </a:moveTo>
                <a:cubicBezTo>
                  <a:pt x="1208458" y="279559"/>
                  <a:pt x="1185598" y="251174"/>
                  <a:pt x="1173501" y="262223"/>
                </a:cubicBezTo>
                <a:cubicBezTo>
                  <a:pt x="1164738" y="270320"/>
                  <a:pt x="1208839" y="303657"/>
                  <a:pt x="1212649" y="287655"/>
                </a:cubicBezTo>
                <a:moveTo>
                  <a:pt x="1216745" y="175069"/>
                </a:moveTo>
                <a:cubicBezTo>
                  <a:pt x="1219126" y="172784"/>
                  <a:pt x="1218936" y="171069"/>
                  <a:pt x="1216268" y="169736"/>
                </a:cubicBezTo>
                <a:cubicBezTo>
                  <a:pt x="1212935" y="171736"/>
                  <a:pt x="1213030" y="173546"/>
                  <a:pt x="1216745" y="175069"/>
                </a:cubicBezTo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7397124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3" orient="horz" pos="2500" userDrawn="1">
          <p15:clr>
            <a:srgbClr val="FBAE40"/>
          </p15:clr>
        </p15:guide>
        <p15:guide id="4" orient="horz" pos="3181" userDrawn="1">
          <p15:clr>
            <a:srgbClr val="FBAE40"/>
          </p15:clr>
        </p15:guide>
        <p15:guide id="7" pos="7401">
          <p15:clr>
            <a:srgbClr val="FBAE40"/>
          </p15:clr>
        </p15:guide>
        <p15:guide id="8" pos="667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63DA9A3-5DFE-DA8A-D870-57F3CADB30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2"/>
            </p:custDataLst>
            <p:extLst>
              <p:ext uri="{D42A27DB-BD31-4B8C-83A1-F6EECF244321}">
                <p14:modId xmlns:p14="http://schemas.microsoft.com/office/powerpoint/2010/main" val="19275884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3" imgW="306" imgH="306" progId="TCLayout.ActiveDocument.1">
                  <p:embed/>
                </p:oleObj>
              </mc:Choice>
              <mc:Fallback>
                <p:oleObj name="think-cell Folie" r:id="rId43" imgW="306" imgH="30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63DA9A3-5DFE-DA8A-D870-57F3CADB30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0E2F984-CC83-EEE2-9C42-8F62BEC9921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95325" y="407502"/>
            <a:ext cx="10117138" cy="752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noProof="0" dirty="0"/>
              <a:t>Headline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8C1B24-0295-2CF6-EDBA-9F76FC09371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695324" y="1665288"/>
            <a:ext cx="10116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418E08B7-1851-7B6F-0B3E-BF4E59A277E9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F2F9A98B-3E57-3E3E-C066-2BB49662FDCF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EBB17E04-4B63-53C8-05F9-31D062B9D213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3FB60BFD-C555-2165-FDF4-81E0FF818E2D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A8F0A3B7-0A0F-A768-B469-AB0C1DC81F77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207B92FE-104F-7BAE-9F20-38B859EBBD9B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572539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6" r:id="rId3"/>
    <p:sldLayoutId id="2147483657" r:id="rId4"/>
    <p:sldLayoutId id="2147483658" r:id="rId5"/>
    <p:sldLayoutId id="2147483679" r:id="rId6"/>
    <p:sldLayoutId id="2147483680" r:id="rId7"/>
    <p:sldLayoutId id="2147483659" r:id="rId8"/>
    <p:sldLayoutId id="2147483688" r:id="rId9"/>
    <p:sldLayoutId id="2147483687" r:id="rId10"/>
    <p:sldLayoutId id="2147483660" r:id="rId11"/>
    <p:sldLayoutId id="2147483654" r:id="rId12"/>
    <p:sldLayoutId id="2147483681" r:id="rId13"/>
    <p:sldLayoutId id="2147483682" r:id="rId14"/>
    <p:sldLayoutId id="2147483683" r:id="rId15"/>
    <p:sldLayoutId id="2147483661" r:id="rId16"/>
    <p:sldLayoutId id="2147483690" r:id="rId17"/>
    <p:sldLayoutId id="2147483662" r:id="rId18"/>
    <p:sldLayoutId id="2147483668" r:id="rId19"/>
    <p:sldLayoutId id="2147483663" r:id="rId20"/>
    <p:sldLayoutId id="2147483691" r:id="rId21"/>
    <p:sldLayoutId id="2147483664" r:id="rId22"/>
    <p:sldLayoutId id="2147483665" r:id="rId23"/>
    <p:sldLayoutId id="2147483684" r:id="rId24"/>
    <p:sldLayoutId id="2147483667" r:id="rId25"/>
    <p:sldLayoutId id="2147483666" r:id="rId26"/>
    <p:sldLayoutId id="2147483685" r:id="rId27"/>
    <p:sldLayoutId id="2147483669" r:id="rId28"/>
    <p:sldLayoutId id="2147483670" r:id="rId29"/>
    <p:sldLayoutId id="2147483671" r:id="rId30"/>
    <p:sldLayoutId id="2147483672" r:id="rId31"/>
    <p:sldLayoutId id="2147483673" r:id="rId32"/>
    <p:sldLayoutId id="2147483689" r:id="rId33"/>
    <p:sldLayoutId id="2147483692" r:id="rId34"/>
    <p:sldLayoutId id="2147483675" r:id="rId35"/>
    <p:sldLayoutId id="2147483674" r:id="rId36"/>
    <p:sldLayoutId id="2147483686" r:id="rId37"/>
    <p:sldLayoutId id="2147483677" r:id="rId38"/>
    <p:sldLayoutId id="2147483676" r:id="rId39"/>
    <p:sldLayoutId id="2147483678" r:id="rId40"/>
  </p:sldLayoutIdLst>
  <p:txStyles>
    <p:titleStyle>
      <a:lvl1pPr algn="l" defTabSz="914400" rtl="0" eaLnBrk="1" latinLnBrk="0" hangingPunct="1">
        <a:lnSpc>
          <a:spcPts val="6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628650" indent="-1800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Font typeface="Hind" panose="02000000000000000000" pitchFamily="2" charset="0"/>
        <a:buChar char="॰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810000" indent="-1800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Font typeface="Hind" panose="02000000000000000000" pitchFamily="2" charset="0"/>
        <a:buChar char="॰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990000" indent="-1800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Font typeface="Hind" panose="02000000000000000000" pitchFamily="2" charset="0"/>
        <a:buChar char="॰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170000" indent="-1800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Font typeface="Hind" panose="02000000000000000000" pitchFamily="2" charset="0"/>
        <a:buChar char="॰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346400" indent="-1800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Font typeface="Hind" panose="02000000000000000000" pitchFamily="2" charset="0"/>
        <a:buChar char="॰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1530000" indent="-1800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Font typeface="Hind" panose="02000000000000000000" pitchFamily="2" charset="0"/>
        <a:buChar char="॰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1710000" indent="-1800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Font typeface="Hind" panose="02000000000000000000" pitchFamily="2" charset="0"/>
        <a:buChar char="॰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F3A16A-361B-4963-9B62-F1240FC806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Programmiergrundlagen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695A21A-26A8-4B00-AE0C-E3A0FBE4CE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Sascha Püttner (BIG) | Sven Seyfert (BIG)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88233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6A2F9E-B494-4974-A813-CC2F4A417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659420-8F97-4834-B418-DFDC5BD9853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de-DE" b="1" dirty="0"/>
              <a:t>Gängige Programmiersprachen </a:t>
            </a:r>
          </a:p>
          <a:p>
            <a:pPr marL="457200" indent="-457200">
              <a:buFont typeface="+mj-lt"/>
              <a:buAutoNum type="arabicPeriod"/>
            </a:pPr>
            <a:r>
              <a:rPr lang="de-DE" b="1" dirty="0"/>
              <a:t>Programmierparadigmen</a:t>
            </a:r>
          </a:p>
          <a:p>
            <a:pPr marL="457200" indent="-457200">
              <a:buFont typeface="+mj-lt"/>
              <a:buAutoNum type="arabicPeriod"/>
            </a:pPr>
            <a:r>
              <a:rPr lang="de-DE" b="1" dirty="0"/>
              <a:t>IDEs &amp; Entwicklungsumgebungen</a:t>
            </a:r>
          </a:p>
          <a:p>
            <a:pPr marL="457200" indent="-457200">
              <a:buFont typeface="+mj-lt"/>
              <a:buAutoNum type="arabicPeriod"/>
            </a:pPr>
            <a:r>
              <a:rPr lang="de-DE" b="1" dirty="0"/>
              <a:t>Hello World </a:t>
            </a:r>
          </a:p>
          <a:p>
            <a:pPr marL="457200" indent="-457200">
              <a:buFont typeface="+mj-lt"/>
              <a:buAutoNum type="arabicPeriod"/>
            </a:pPr>
            <a:r>
              <a:rPr lang="de-DE" b="1" dirty="0"/>
              <a:t>Variablen &amp; Datentypen</a:t>
            </a:r>
          </a:p>
          <a:p>
            <a:pPr marL="457200" indent="-457200">
              <a:buFont typeface="+mj-lt"/>
              <a:buAutoNum type="arabicPeriod"/>
            </a:pPr>
            <a:r>
              <a:rPr lang="de-DE" b="1" dirty="0"/>
              <a:t>Operatoren</a:t>
            </a:r>
          </a:p>
          <a:p>
            <a:pPr marL="457200" indent="-457200">
              <a:buFont typeface="+mj-lt"/>
              <a:buAutoNum type="arabicPeriod"/>
            </a:pPr>
            <a:r>
              <a:rPr lang="de-DE" b="1" dirty="0"/>
              <a:t>Bedingungen</a:t>
            </a:r>
            <a:r>
              <a:rPr lang="de-DE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de-DE" b="1" dirty="0"/>
              <a:t>Schleifen</a:t>
            </a:r>
          </a:p>
          <a:p>
            <a:pPr marL="457200" indent="-457200">
              <a:buFont typeface="+mj-lt"/>
              <a:buAutoNum type="arabicPeriod"/>
            </a:pPr>
            <a:r>
              <a:rPr lang="de-DE" b="1" dirty="0"/>
              <a:t>Algorithmen</a:t>
            </a:r>
          </a:p>
          <a:p>
            <a:pPr marL="457200" indent="-457200">
              <a:buFont typeface="+mj-lt"/>
              <a:buAutoNum type="arabicPeriod"/>
            </a:pPr>
            <a:r>
              <a:rPr lang="de-DE" b="1" dirty="0"/>
              <a:t>Datenbanken – kurzer Exkurs in SQL und SQL Management Studio</a:t>
            </a:r>
          </a:p>
          <a:p>
            <a:pPr marL="457200" indent="-457200">
              <a:buFont typeface="+mj-lt"/>
              <a:buAutoNum type="arabicPeriod"/>
            </a:pPr>
            <a:r>
              <a:rPr lang="de-DE" b="1" dirty="0"/>
              <a:t>Frontend und Backend – Zusammenhang </a:t>
            </a:r>
          </a:p>
          <a:p>
            <a:pPr marL="457200" indent="-457200">
              <a:buFont typeface="+mj-lt"/>
              <a:buAutoNum type="arabicPeriod"/>
            </a:pPr>
            <a:r>
              <a:rPr lang="de-DE" b="1" dirty="0"/>
              <a:t>Fragerunde, Feedback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0830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>
            <a:extLst>
              <a:ext uri="{FF2B5EF4-FFF2-40B4-BE49-F238E27FC236}">
                <a16:creationId xmlns:a16="http://schemas.microsoft.com/office/drawing/2014/main" id="{89E2539D-41F9-4354-A8C5-A8241C03F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325" y="2789934"/>
            <a:ext cx="10440985" cy="1558119"/>
          </a:xfrm>
        </p:spPr>
        <p:txBody>
          <a:bodyPr vert="horz"/>
          <a:lstStyle/>
          <a:p>
            <a:r>
              <a:rPr lang="de-DE" dirty="0"/>
              <a:t>Gängige Programmiersprachen </a:t>
            </a:r>
            <a:br>
              <a:rPr lang="de-DE" dirty="0"/>
            </a:br>
            <a:r>
              <a:rPr lang="de-DE" dirty="0">
                <a:solidFill>
                  <a:schemeClr val="accent2"/>
                </a:solidFill>
              </a:rPr>
              <a:t>Direkt für Dich.</a:t>
            </a:r>
          </a:p>
        </p:txBody>
      </p:sp>
      <p:sp>
        <p:nvSpPr>
          <p:cNvPr id="6" name="Grafik 4">
            <a:extLst>
              <a:ext uri="{FF2B5EF4-FFF2-40B4-BE49-F238E27FC236}">
                <a16:creationId xmlns:a16="http://schemas.microsoft.com/office/drawing/2014/main" id="{297EB86E-B01A-4555-BF08-FD05EF558726}"/>
              </a:ext>
            </a:extLst>
          </p:cNvPr>
          <p:cNvSpPr/>
          <p:nvPr/>
        </p:nvSpPr>
        <p:spPr>
          <a:xfrm>
            <a:off x="695325" y="1474785"/>
            <a:ext cx="1003300" cy="1017590"/>
          </a:xfrm>
          <a:custGeom>
            <a:avLst/>
            <a:gdLst>
              <a:gd name="connsiteX0" fmla="*/ 592081 w 739813"/>
              <a:gd name="connsiteY0" fmla="*/ 729396 h 750350"/>
              <a:gd name="connsiteX1" fmla="*/ 589986 w 739813"/>
              <a:gd name="connsiteY1" fmla="*/ 716823 h 750350"/>
              <a:gd name="connsiteX2" fmla="*/ 583699 w 739813"/>
              <a:gd name="connsiteY2" fmla="*/ 621477 h 750350"/>
              <a:gd name="connsiteX3" fmla="*/ 583699 w 739813"/>
              <a:gd name="connsiteY3" fmla="*/ 612048 h 750350"/>
              <a:gd name="connsiteX4" fmla="*/ 586842 w 739813"/>
              <a:gd name="connsiteY4" fmla="*/ 598427 h 750350"/>
              <a:gd name="connsiteX5" fmla="*/ 597320 w 739813"/>
              <a:gd name="connsiteY5" fmla="*/ 598427 h 750350"/>
              <a:gd name="connsiteX6" fmla="*/ 632943 w 739813"/>
              <a:gd name="connsiteY6" fmla="*/ 599475 h 750350"/>
              <a:gd name="connsiteX7" fmla="*/ 715716 w 739813"/>
              <a:gd name="connsiteY7" fmla="*/ 604713 h 750350"/>
              <a:gd name="connsiteX8" fmla="*/ 718859 w 739813"/>
              <a:gd name="connsiteY8" fmla="*/ 725205 h 750350"/>
              <a:gd name="connsiteX9" fmla="*/ 718859 w 739813"/>
              <a:gd name="connsiteY9" fmla="*/ 729396 h 750350"/>
              <a:gd name="connsiteX10" fmla="*/ 711525 w 739813"/>
              <a:gd name="connsiteY10" fmla="*/ 730443 h 750350"/>
              <a:gd name="connsiteX11" fmla="*/ 699999 w 739813"/>
              <a:gd name="connsiteY11" fmla="*/ 729396 h 750350"/>
              <a:gd name="connsiteX12" fmla="*/ 687426 w 739813"/>
              <a:gd name="connsiteY12" fmla="*/ 727300 h 750350"/>
              <a:gd name="connsiteX13" fmla="*/ 669615 w 739813"/>
              <a:gd name="connsiteY13" fmla="*/ 727300 h 750350"/>
              <a:gd name="connsiteX14" fmla="*/ 664376 w 739813"/>
              <a:gd name="connsiteY14" fmla="*/ 726252 h 750350"/>
              <a:gd name="connsiteX15" fmla="*/ 617227 w 739813"/>
              <a:gd name="connsiteY15" fmla="*/ 725205 h 750350"/>
              <a:gd name="connsiteX16" fmla="*/ 592081 w 739813"/>
              <a:gd name="connsiteY16" fmla="*/ 729396 h 750350"/>
              <a:gd name="connsiteX17" fmla="*/ 580556 w 739813"/>
              <a:gd name="connsiteY17" fmla="*/ 749303 h 750350"/>
              <a:gd name="connsiteX18" fmla="*/ 588938 w 739813"/>
              <a:gd name="connsiteY18" fmla="*/ 749303 h 750350"/>
              <a:gd name="connsiteX19" fmla="*/ 620370 w 739813"/>
              <a:gd name="connsiteY19" fmla="*/ 745112 h 750350"/>
              <a:gd name="connsiteX20" fmla="*/ 661233 w 739813"/>
              <a:gd name="connsiteY20" fmla="*/ 746160 h 750350"/>
              <a:gd name="connsiteX21" fmla="*/ 684283 w 739813"/>
              <a:gd name="connsiteY21" fmla="*/ 747207 h 750350"/>
              <a:gd name="connsiteX22" fmla="*/ 696856 w 739813"/>
              <a:gd name="connsiteY22" fmla="*/ 749303 h 750350"/>
              <a:gd name="connsiteX23" fmla="*/ 711525 w 739813"/>
              <a:gd name="connsiteY23" fmla="*/ 750351 h 750350"/>
              <a:gd name="connsiteX24" fmla="*/ 737718 w 739813"/>
              <a:gd name="connsiteY24" fmla="*/ 733587 h 750350"/>
              <a:gd name="connsiteX25" fmla="*/ 738766 w 739813"/>
              <a:gd name="connsiteY25" fmla="*/ 728348 h 750350"/>
              <a:gd name="connsiteX26" fmla="*/ 739814 w 739813"/>
              <a:gd name="connsiteY26" fmla="*/ 723109 h 750350"/>
              <a:gd name="connsiteX27" fmla="*/ 736671 w 739813"/>
              <a:gd name="connsiteY27" fmla="*/ 600522 h 750350"/>
              <a:gd name="connsiteX28" fmla="*/ 689522 w 739813"/>
              <a:gd name="connsiteY28" fmla="*/ 581663 h 750350"/>
              <a:gd name="connsiteX29" fmla="*/ 633991 w 739813"/>
              <a:gd name="connsiteY29" fmla="*/ 579567 h 750350"/>
              <a:gd name="connsiteX30" fmla="*/ 597320 w 739813"/>
              <a:gd name="connsiteY30" fmla="*/ 578520 h 750350"/>
              <a:gd name="connsiteX31" fmla="*/ 579508 w 739813"/>
              <a:gd name="connsiteY31" fmla="*/ 578520 h 750350"/>
              <a:gd name="connsiteX32" fmla="*/ 563792 w 739813"/>
              <a:gd name="connsiteY32" fmla="*/ 609952 h 750350"/>
              <a:gd name="connsiteX33" fmla="*/ 563792 w 739813"/>
              <a:gd name="connsiteY33" fmla="*/ 622525 h 750350"/>
              <a:gd name="connsiteX34" fmla="*/ 572174 w 739813"/>
              <a:gd name="connsiteY34" fmla="*/ 732539 h 750350"/>
              <a:gd name="connsiteX35" fmla="*/ 572174 w 739813"/>
              <a:gd name="connsiteY35" fmla="*/ 736730 h 750350"/>
              <a:gd name="connsiteX36" fmla="*/ 573222 w 739813"/>
              <a:gd name="connsiteY36" fmla="*/ 748255 h 750350"/>
              <a:gd name="connsiteX37" fmla="*/ 580556 w 739813"/>
              <a:gd name="connsiteY37" fmla="*/ 749303 h 750350"/>
              <a:gd name="connsiteX38" fmla="*/ 209652 w 739813"/>
              <a:gd name="connsiteY38" fmla="*/ 715775 h 750350"/>
              <a:gd name="connsiteX39" fmla="*/ 208605 w 739813"/>
              <a:gd name="connsiteY39" fmla="*/ 711584 h 750350"/>
              <a:gd name="connsiteX40" fmla="*/ 210700 w 739813"/>
              <a:gd name="connsiteY40" fmla="*/ 674913 h 750350"/>
              <a:gd name="connsiteX41" fmla="*/ 206509 w 739813"/>
              <a:gd name="connsiteY41" fmla="*/ 356397 h 750350"/>
              <a:gd name="connsiteX42" fmla="*/ 209652 w 739813"/>
              <a:gd name="connsiteY42" fmla="*/ 270481 h 750350"/>
              <a:gd name="connsiteX43" fmla="*/ 177172 w 739813"/>
              <a:gd name="connsiteY43" fmla="*/ 248478 h 750350"/>
              <a:gd name="connsiteX44" fmla="*/ 149931 w 739813"/>
              <a:gd name="connsiteY44" fmla="*/ 250574 h 750350"/>
              <a:gd name="connsiteX45" fmla="*/ 144692 w 739813"/>
              <a:gd name="connsiteY45" fmla="*/ 250574 h 750350"/>
              <a:gd name="connsiteX46" fmla="*/ 137358 w 739813"/>
              <a:gd name="connsiteY46" fmla="*/ 251622 h 750350"/>
              <a:gd name="connsiteX47" fmla="*/ 131071 w 739813"/>
              <a:gd name="connsiteY47" fmla="*/ 251622 h 750350"/>
              <a:gd name="connsiteX48" fmla="*/ 125832 w 739813"/>
              <a:gd name="connsiteY48" fmla="*/ 252669 h 750350"/>
              <a:gd name="connsiteX49" fmla="*/ 84970 w 739813"/>
              <a:gd name="connsiteY49" fmla="*/ 254765 h 750350"/>
              <a:gd name="connsiteX50" fmla="*/ 21057 w 739813"/>
              <a:gd name="connsiteY50" fmla="*/ 254765 h 750350"/>
              <a:gd name="connsiteX51" fmla="*/ 21057 w 739813"/>
              <a:gd name="connsiteY51" fmla="*/ 249526 h 750350"/>
              <a:gd name="connsiteX52" fmla="*/ 22105 w 739813"/>
              <a:gd name="connsiteY52" fmla="*/ 239049 h 750350"/>
              <a:gd name="connsiteX53" fmla="*/ 21057 w 739813"/>
              <a:gd name="connsiteY53" fmla="*/ 225428 h 750350"/>
              <a:gd name="connsiteX54" fmla="*/ 21057 w 739813"/>
              <a:gd name="connsiteY54" fmla="*/ 219141 h 750350"/>
              <a:gd name="connsiteX55" fmla="*/ 23153 w 739813"/>
              <a:gd name="connsiteY55" fmla="*/ 211807 h 750350"/>
              <a:gd name="connsiteX56" fmla="*/ 20010 w 739813"/>
              <a:gd name="connsiteY56" fmla="*/ 165706 h 750350"/>
              <a:gd name="connsiteX57" fmla="*/ 34678 w 739813"/>
              <a:gd name="connsiteY57" fmla="*/ 165706 h 750350"/>
              <a:gd name="connsiteX58" fmla="*/ 53538 w 739813"/>
              <a:gd name="connsiteY58" fmla="*/ 163611 h 750350"/>
              <a:gd name="connsiteX59" fmla="*/ 108021 w 739813"/>
              <a:gd name="connsiteY59" fmla="*/ 151038 h 750350"/>
              <a:gd name="connsiteX60" fmla="*/ 128976 w 739813"/>
              <a:gd name="connsiteY60" fmla="*/ 146847 h 750350"/>
              <a:gd name="connsiteX61" fmla="*/ 174029 w 739813"/>
              <a:gd name="connsiteY61" fmla="*/ 126939 h 750350"/>
              <a:gd name="connsiteX62" fmla="*/ 237942 w 739813"/>
              <a:gd name="connsiteY62" fmla="*/ 22164 h 750350"/>
              <a:gd name="connsiteX63" fmla="*/ 282995 w 739813"/>
              <a:gd name="connsiteY63" fmla="*/ 26355 h 750350"/>
              <a:gd name="connsiteX64" fmla="*/ 307093 w 739813"/>
              <a:gd name="connsiteY64" fmla="*/ 26355 h 750350"/>
              <a:gd name="connsiteX65" fmla="*/ 320714 w 739813"/>
              <a:gd name="connsiteY65" fmla="*/ 27403 h 750350"/>
              <a:gd name="connsiteX66" fmla="*/ 321762 w 739813"/>
              <a:gd name="connsiteY66" fmla="*/ 37881 h 750350"/>
              <a:gd name="connsiteX67" fmla="*/ 323857 w 739813"/>
              <a:gd name="connsiteY67" fmla="*/ 173040 h 750350"/>
              <a:gd name="connsiteX68" fmla="*/ 322809 w 739813"/>
              <a:gd name="connsiteY68" fmla="*/ 181422 h 750350"/>
              <a:gd name="connsiteX69" fmla="*/ 322809 w 739813"/>
              <a:gd name="connsiteY69" fmla="*/ 238001 h 750350"/>
              <a:gd name="connsiteX70" fmla="*/ 320714 w 739813"/>
              <a:gd name="connsiteY70" fmla="*/ 260004 h 750350"/>
              <a:gd name="connsiteX71" fmla="*/ 323857 w 739813"/>
              <a:gd name="connsiteY71" fmla="*/ 710536 h 750350"/>
              <a:gd name="connsiteX72" fmla="*/ 322809 w 739813"/>
              <a:gd name="connsiteY72" fmla="*/ 714727 h 750350"/>
              <a:gd name="connsiteX73" fmla="*/ 321762 w 739813"/>
              <a:gd name="connsiteY73" fmla="*/ 719966 h 750350"/>
              <a:gd name="connsiteX74" fmla="*/ 320714 w 739813"/>
              <a:gd name="connsiteY74" fmla="*/ 728348 h 750350"/>
              <a:gd name="connsiteX75" fmla="*/ 221178 w 739813"/>
              <a:gd name="connsiteY75" fmla="*/ 719966 h 750350"/>
              <a:gd name="connsiteX76" fmla="*/ 209652 w 739813"/>
              <a:gd name="connsiteY76" fmla="*/ 719966 h 750350"/>
              <a:gd name="connsiteX77" fmla="*/ 209652 w 739813"/>
              <a:gd name="connsiteY77" fmla="*/ 715775 h 750350"/>
              <a:gd name="connsiteX78" fmla="*/ 189745 w 739813"/>
              <a:gd name="connsiteY78" fmla="*/ 270481 h 750350"/>
              <a:gd name="connsiteX79" fmla="*/ 186602 w 739813"/>
              <a:gd name="connsiteY79" fmla="*/ 356397 h 750350"/>
              <a:gd name="connsiteX80" fmla="*/ 190793 w 739813"/>
              <a:gd name="connsiteY80" fmla="*/ 673865 h 750350"/>
              <a:gd name="connsiteX81" fmla="*/ 188697 w 739813"/>
              <a:gd name="connsiteY81" fmla="*/ 709488 h 750350"/>
              <a:gd name="connsiteX82" fmla="*/ 189745 w 739813"/>
              <a:gd name="connsiteY82" fmla="*/ 717870 h 750350"/>
              <a:gd name="connsiteX83" fmla="*/ 189745 w 739813"/>
              <a:gd name="connsiteY83" fmla="*/ 723109 h 750350"/>
              <a:gd name="connsiteX84" fmla="*/ 220130 w 739813"/>
              <a:gd name="connsiteY84" fmla="*/ 739873 h 750350"/>
              <a:gd name="connsiteX85" fmla="*/ 318618 w 739813"/>
              <a:gd name="connsiteY85" fmla="*/ 749303 h 750350"/>
              <a:gd name="connsiteX86" fmla="*/ 341669 w 739813"/>
              <a:gd name="connsiteY86" fmla="*/ 736730 h 750350"/>
              <a:gd name="connsiteX87" fmla="*/ 341669 w 739813"/>
              <a:gd name="connsiteY87" fmla="*/ 724157 h 750350"/>
              <a:gd name="connsiteX88" fmla="*/ 342717 w 739813"/>
              <a:gd name="connsiteY88" fmla="*/ 719966 h 750350"/>
              <a:gd name="connsiteX89" fmla="*/ 343764 w 739813"/>
              <a:gd name="connsiteY89" fmla="*/ 711584 h 750350"/>
              <a:gd name="connsiteX90" fmla="*/ 340621 w 739813"/>
              <a:gd name="connsiteY90" fmla="*/ 260004 h 750350"/>
              <a:gd name="connsiteX91" fmla="*/ 342717 w 739813"/>
              <a:gd name="connsiteY91" fmla="*/ 239049 h 750350"/>
              <a:gd name="connsiteX92" fmla="*/ 342717 w 739813"/>
              <a:gd name="connsiteY92" fmla="*/ 182470 h 750350"/>
              <a:gd name="connsiteX93" fmla="*/ 343764 w 739813"/>
              <a:gd name="connsiteY93" fmla="*/ 173040 h 750350"/>
              <a:gd name="connsiteX94" fmla="*/ 341669 w 739813"/>
              <a:gd name="connsiteY94" fmla="*/ 35785 h 750350"/>
              <a:gd name="connsiteX95" fmla="*/ 339573 w 739813"/>
              <a:gd name="connsiteY95" fmla="*/ 17973 h 750350"/>
              <a:gd name="connsiteX96" fmla="*/ 308141 w 739813"/>
              <a:gd name="connsiteY96" fmla="*/ 6448 h 750350"/>
              <a:gd name="connsiteX97" fmla="*/ 282995 w 739813"/>
              <a:gd name="connsiteY97" fmla="*/ 6448 h 750350"/>
              <a:gd name="connsiteX98" fmla="*/ 230607 w 739813"/>
              <a:gd name="connsiteY98" fmla="*/ 162 h 750350"/>
              <a:gd name="connsiteX99" fmla="*/ 219082 w 739813"/>
              <a:gd name="connsiteY99" fmla="*/ 8544 h 750350"/>
              <a:gd name="connsiteX100" fmla="*/ 160408 w 739813"/>
              <a:gd name="connsiteY100" fmla="*/ 111223 h 750350"/>
              <a:gd name="connsiteX101" fmla="*/ 124785 w 739813"/>
              <a:gd name="connsiteY101" fmla="*/ 126939 h 750350"/>
              <a:gd name="connsiteX102" fmla="*/ 103830 w 739813"/>
              <a:gd name="connsiteY102" fmla="*/ 132178 h 750350"/>
              <a:gd name="connsiteX103" fmla="*/ 50394 w 739813"/>
              <a:gd name="connsiteY103" fmla="*/ 143703 h 750350"/>
              <a:gd name="connsiteX104" fmla="*/ 32583 w 739813"/>
              <a:gd name="connsiteY104" fmla="*/ 145799 h 750350"/>
              <a:gd name="connsiteX105" fmla="*/ 13723 w 739813"/>
              <a:gd name="connsiteY105" fmla="*/ 145799 h 750350"/>
              <a:gd name="connsiteX106" fmla="*/ 8484 w 739813"/>
              <a:gd name="connsiteY106" fmla="*/ 148942 h 750350"/>
              <a:gd name="connsiteX107" fmla="*/ 3246 w 739813"/>
              <a:gd name="connsiteY107" fmla="*/ 207616 h 750350"/>
              <a:gd name="connsiteX108" fmla="*/ 1150 w 739813"/>
              <a:gd name="connsiteY108" fmla="*/ 214950 h 750350"/>
              <a:gd name="connsiteX109" fmla="*/ 102 w 739813"/>
              <a:gd name="connsiteY109" fmla="*/ 222285 h 750350"/>
              <a:gd name="connsiteX110" fmla="*/ 1150 w 739813"/>
              <a:gd name="connsiteY110" fmla="*/ 228571 h 750350"/>
              <a:gd name="connsiteX111" fmla="*/ 2198 w 739813"/>
              <a:gd name="connsiteY111" fmla="*/ 239049 h 750350"/>
              <a:gd name="connsiteX112" fmla="*/ 1150 w 739813"/>
              <a:gd name="connsiteY112" fmla="*/ 248478 h 750350"/>
              <a:gd name="connsiteX113" fmla="*/ 1150 w 739813"/>
              <a:gd name="connsiteY113" fmla="*/ 265242 h 750350"/>
              <a:gd name="connsiteX114" fmla="*/ 86018 w 739813"/>
              <a:gd name="connsiteY114" fmla="*/ 274672 h 750350"/>
              <a:gd name="connsiteX115" fmla="*/ 128976 w 739813"/>
              <a:gd name="connsiteY115" fmla="*/ 272577 h 750350"/>
              <a:gd name="connsiteX116" fmla="*/ 133167 w 739813"/>
              <a:gd name="connsiteY116" fmla="*/ 271529 h 750350"/>
              <a:gd name="connsiteX117" fmla="*/ 139453 w 739813"/>
              <a:gd name="connsiteY117" fmla="*/ 272577 h 750350"/>
              <a:gd name="connsiteX118" fmla="*/ 146787 w 739813"/>
              <a:gd name="connsiteY118" fmla="*/ 270481 h 750350"/>
              <a:gd name="connsiteX119" fmla="*/ 150978 w 739813"/>
              <a:gd name="connsiteY119" fmla="*/ 270481 h 750350"/>
              <a:gd name="connsiteX120" fmla="*/ 179268 w 739813"/>
              <a:gd name="connsiteY120" fmla="*/ 268386 h 750350"/>
              <a:gd name="connsiteX121" fmla="*/ 189745 w 739813"/>
              <a:gd name="connsiteY121" fmla="*/ 270481 h 75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739813" h="750350">
                <a:moveTo>
                  <a:pt x="592081" y="729396"/>
                </a:moveTo>
                <a:cubicBezTo>
                  <a:pt x="591033" y="725205"/>
                  <a:pt x="591033" y="721014"/>
                  <a:pt x="589986" y="716823"/>
                </a:cubicBezTo>
                <a:cubicBezTo>
                  <a:pt x="588938" y="710536"/>
                  <a:pt x="583699" y="621477"/>
                  <a:pt x="583699" y="621477"/>
                </a:cubicBezTo>
                <a:lnTo>
                  <a:pt x="583699" y="612048"/>
                </a:lnTo>
                <a:cubicBezTo>
                  <a:pt x="584747" y="607857"/>
                  <a:pt x="585795" y="602618"/>
                  <a:pt x="586842" y="598427"/>
                </a:cubicBezTo>
                <a:lnTo>
                  <a:pt x="597320" y="598427"/>
                </a:lnTo>
                <a:lnTo>
                  <a:pt x="632943" y="599475"/>
                </a:lnTo>
                <a:cubicBezTo>
                  <a:pt x="640278" y="600522"/>
                  <a:pt x="706286" y="600522"/>
                  <a:pt x="715716" y="604713"/>
                </a:cubicBezTo>
                <a:cubicBezTo>
                  <a:pt x="713620" y="643480"/>
                  <a:pt x="712572" y="689581"/>
                  <a:pt x="718859" y="725205"/>
                </a:cubicBezTo>
                <a:lnTo>
                  <a:pt x="718859" y="729396"/>
                </a:lnTo>
                <a:cubicBezTo>
                  <a:pt x="716763" y="730443"/>
                  <a:pt x="714668" y="730443"/>
                  <a:pt x="711525" y="730443"/>
                </a:cubicBezTo>
                <a:cubicBezTo>
                  <a:pt x="707334" y="730443"/>
                  <a:pt x="704190" y="730443"/>
                  <a:pt x="699999" y="729396"/>
                </a:cubicBezTo>
                <a:lnTo>
                  <a:pt x="687426" y="727300"/>
                </a:lnTo>
                <a:lnTo>
                  <a:pt x="669615" y="727300"/>
                </a:lnTo>
                <a:lnTo>
                  <a:pt x="664376" y="726252"/>
                </a:lnTo>
                <a:cubicBezTo>
                  <a:pt x="645516" y="724157"/>
                  <a:pt x="630848" y="724157"/>
                  <a:pt x="617227" y="725205"/>
                </a:cubicBezTo>
                <a:cubicBezTo>
                  <a:pt x="607797" y="727300"/>
                  <a:pt x="598368" y="728348"/>
                  <a:pt x="592081" y="729396"/>
                </a:cubicBezTo>
                <a:moveTo>
                  <a:pt x="580556" y="749303"/>
                </a:moveTo>
                <a:cubicBezTo>
                  <a:pt x="582651" y="750351"/>
                  <a:pt x="585795" y="749303"/>
                  <a:pt x="588938" y="749303"/>
                </a:cubicBezTo>
                <a:cubicBezTo>
                  <a:pt x="597320" y="749303"/>
                  <a:pt x="608845" y="747207"/>
                  <a:pt x="620370" y="745112"/>
                </a:cubicBezTo>
                <a:cubicBezTo>
                  <a:pt x="630848" y="744064"/>
                  <a:pt x="643421" y="744064"/>
                  <a:pt x="661233" y="746160"/>
                </a:cubicBezTo>
                <a:cubicBezTo>
                  <a:pt x="668567" y="747207"/>
                  <a:pt x="675901" y="746160"/>
                  <a:pt x="684283" y="747207"/>
                </a:cubicBezTo>
                <a:lnTo>
                  <a:pt x="696856" y="749303"/>
                </a:lnTo>
                <a:cubicBezTo>
                  <a:pt x="702095" y="750351"/>
                  <a:pt x="707334" y="750351"/>
                  <a:pt x="711525" y="750351"/>
                </a:cubicBezTo>
                <a:cubicBezTo>
                  <a:pt x="725145" y="750351"/>
                  <a:pt x="736671" y="748255"/>
                  <a:pt x="737718" y="733587"/>
                </a:cubicBezTo>
                <a:cubicBezTo>
                  <a:pt x="738766" y="732539"/>
                  <a:pt x="738766" y="730443"/>
                  <a:pt x="738766" y="728348"/>
                </a:cubicBezTo>
                <a:lnTo>
                  <a:pt x="739814" y="723109"/>
                </a:lnTo>
                <a:cubicBezTo>
                  <a:pt x="732480" y="688533"/>
                  <a:pt x="733527" y="641385"/>
                  <a:pt x="736671" y="600522"/>
                </a:cubicBezTo>
                <a:cubicBezTo>
                  <a:pt x="737718" y="582711"/>
                  <a:pt x="698952" y="581663"/>
                  <a:pt x="689522" y="581663"/>
                </a:cubicBezTo>
                <a:cubicBezTo>
                  <a:pt x="685331" y="581663"/>
                  <a:pt x="659137" y="580615"/>
                  <a:pt x="633991" y="579567"/>
                </a:cubicBezTo>
                <a:lnTo>
                  <a:pt x="597320" y="578520"/>
                </a:lnTo>
                <a:lnTo>
                  <a:pt x="579508" y="578520"/>
                </a:lnTo>
                <a:cubicBezTo>
                  <a:pt x="565887" y="579567"/>
                  <a:pt x="564840" y="599475"/>
                  <a:pt x="563792" y="609952"/>
                </a:cubicBezTo>
                <a:lnTo>
                  <a:pt x="563792" y="622525"/>
                </a:lnTo>
                <a:cubicBezTo>
                  <a:pt x="565887" y="659196"/>
                  <a:pt x="567983" y="695868"/>
                  <a:pt x="572174" y="732539"/>
                </a:cubicBezTo>
                <a:lnTo>
                  <a:pt x="572174" y="736730"/>
                </a:lnTo>
                <a:cubicBezTo>
                  <a:pt x="574269" y="737778"/>
                  <a:pt x="571126" y="752446"/>
                  <a:pt x="573222" y="748255"/>
                </a:cubicBezTo>
                <a:lnTo>
                  <a:pt x="580556" y="749303"/>
                </a:lnTo>
                <a:close/>
                <a:moveTo>
                  <a:pt x="209652" y="715775"/>
                </a:moveTo>
                <a:lnTo>
                  <a:pt x="208605" y="711584"/>
                </a:lnTo>
                <a:cubicBezTo>
                  <a:pt x="211748" y="700059"/>
                  <a:pt x="210700" y="687486"/>
                  <a:pt x="210700" y="674913"/>
                </a:cubicBezTo>
                <a:cubicBezTo>
                  <a:pt x="211748" y="651862"/>
                  <a:pt x="206509" y="356397"/>
                  <a:pt x="206509" y="356397"/>
                </a:cubicBezTo>
                <a:cubicBezTo>
                  <a:pt x="206509" y="328107"/>
                  <a:pt x="208605" y="300866"/>
                  <a:pt x="209652" y="270481"/>
                </a:cubicBezTo>
                <a:cubicBezTo>
                  <a:pt x="210700" y="253717"/>
                  <a:pt x="189745" y="246383"/>
                  <a:pt x="177172" y="248478"/>
                </a:cubicBezTo>
                <a:lnTo>
                  <a:pt x="149931" y="250574"/>
                </a:lnTo>
                <a:lnTo>
                  <a:pt x="144692" y="250574"/>
                </a:lnTo>
                <a:lnTo>
                  <a:pt x="137358" y="251622"/>
                </a:lnTo>
                <a:lnTo>
                  <a:pt x="131071" y="251622"/>
                </a:lnTo>
                <a:lnTo>
                  <a:pt x="125832" y="252669"/>
                </a:lnTo>
                <a:cubicBezTo>
                  <a:pt x="112212" y="254765"/>
                  <a:pt x="98591" y="253717"/>
                  <a:pt x="84970" y="254765"/>
                </a:cubicBezTo>
                <a:cubicBezTo>
                  <a:pt x="66111" y="255813"/>
                  <a:pt x="40965" y="256860"/>
                  <a:pt x="21057" y="254765"/>
                </a:cubicBezTo>
                <a:lnTo>
                  <a:pt x="21057" y="249526"/>
                </a:lnTo>
                <a:lnTo>
                  <a:pt x="22105" y="239049"/>
                </a:lnTo>
                <a:cubicBezTo>
                  <a:pt x="22105" y="234858"/>
                  <a:pt x="22105" y="230667"/>
                  <a:pt x="21057" y="225428"/>
                </a:cubicBezTo>
                <a:lnTo>
                  <a:pt x="21057" y="219141"/>
                </a:lnTo>
                <a:lnTo>
                  <a:pt x="23153" y="211807"/>
                </a:lnTo>
                <a:cubicBezTo>
                  <a:pt x="25248" y="196091"/>
                  <a:pt x="20010" y="181422"/>
                  <a:pt x="20010" y="165706"/>
                </a:cubicBezTo>
                <a:lnTo>
                  <a:pt x="34678" y="165706"/>
                </a:lnTo>
                <a:lnTo>
                  <a:pt x="53538" y="163611"/>
                </a:lnTo>
                <a:cubicBezTo>
                  <a:pt x="75540" y="160467"/>
                  <a:pt x="102782" y="153133"/>
                  <a:pt x="108021" y="151038"/>
                </a:cubicBezTo>
                <a:lnTo>
                  <a:pt x="128976" y="146847"/>
                </a:lnTo>
                <a:cubicBezTo>
                  <a:pt x="143644" y="143703"/>
                  <a:pt x="159360" y="139512"/>
                  <a:pt x="174029" y="126939"/>
                </a:cubicBezTo>
                <a:cubicBezTo>
                  <a:pt x="203366" y="100746"/>
                  <a:pt x="229560" y="68265"/>
                  <a:pt x="237942" y="22164"/>
                </a:cubicBezTo>
                <a:cubicBezTo>
                  <a:pt x="251562" y="24260"/>
                  <a:pt x="265183" y="26355"/>
                  <a:pt x="282995" y="26355"/>
                </a:cubicBezTo>
                <a:lnTo>
                  <a:pt x="307093" y="26355"/>
                </a:lnTo>
                <a:cubicBezTo>
                  <a:pt x="311284" y="26355"/>
                  <a:pt x="316523" y="27403"/>
                  <a:pt x="320714" y="27403"/>
                </a:cubicBezTo>
                <a:lnTo>
                  <a:pt x="321762" y="37881"/>
                </a:lnTo>
                <a:cubicBezTo>
                  <a:pt x="323857" y="81886"/>
                  <a:pt x="322809" y="126939"/>
                  <a:pt x="323857" y="173040"/>
                </a:cubicBezTo>
                <a:lnTo>
                  <a:pt x="322809" y="181422"/>
                </a:lnTo>
                <a:cubicBezTo>
                  <a:pt x="322809" y="198186"/>
                  <a:pt x="323857" y="220189"/>
                  <a:pt x="322809" y="238001"/>
                </a:cubicBezTo>
                <a:cubicBezTo>
                  <a:pt x="322809" y="244287"/>
                  <a:pt x="320714" y="252669"/>
                  <a:pt x="320714" y="260004"/>
                </a:cubicBezTo>
                <a:cubicBezTo>
                  <a:pt x="320714" y="260004"/>
                  <a:pt x="324905" y="684342"/>
                  <a:pt x="323857" y="710536"/>
                </a:cubicBezTo>
                <a:cubicBezTo>
                  <a:pt x="323857" y="711584"/>
                  <a:pt x="323857" y="712632"/>
                  <a:pt x="322809" y="714727"/>
                </a:cubicBezTo>
                <a:lnTo>
                  <a:pt x="321762" y="719966"/>
                </a:lnTo>
                <a:cubicBezTo>
                  <a:pt x="321762" y="722061"/>
                  <a:pt x="320714" y="725205"/>
                  <a:pt x="320714" y="728348"/>
                </a:cubicBezTo>
                <a:cubicBezTo>
                  <a:pt x="281947" y="729396"/>
                  <a:pt x="257849" y="722061"/>
                  <a:pt x="221178" y="719966"/>
                </a:cubicBezTo>
                <a:lnTo>
                  <a:pt x="209652" y="719966"/>
                </a:lnTo>
                <a:lnTo>
                  <a:pt x="209652" y="715775"/>
                </a:lnTo>
                <a:close/>
                <a:moveTo>
                  <a:pt x="189745" y="270481"/>
                </a:moveTo>
                <a:cubicBezTo>
                  <a:pt x="188697" y="300866"/>
                  <a:pt x="186602" y="328107"/>
                  <a:pt x="186602" y="356397"/>
                </a:cubicBezTo>
                <a:cubicBezTo>
                  <a:pt x="186602" y="356397"/>
                  <a:pt x="191841" y="650814"/>
                  <a:pt x="190793" y="673865"/>
                </a:cubicBezTo>
                <a:cubicBezTo>
                  <a:pt x="189745" y="685390"/>
                  <a:pt x="191841" y="697963"/>
                  <a:pt x="188697" y="709488"/>
                </a:cubicBezTo>
                <a:lnTo>
                  <a:pt x="189745" y="717870"/>
                </a:lnTo>
                <a:lnTo>
                  <a:pt x="189745" y="723109"/>
                </a:lnTo>
                <a:cubicBezTo>
                  <a:pt x="189745" y="743016"/>
                  <a:pt x="205461" y="739873"/>
                  <a:pt x="220130" y="739873"/>
                </a:cubicBezTo>
                <a:cubicBezTo>
                  <a:pt x="251562" y="741969"/>
                  <a:pt x="288234" y="752446"/>
                  <a:pt x="318618" y="749303"/>
                </a:cubicBezTo>
                <a:cubicBezTo>
                  <a:pt x="328048" y="748255"/>
                  <a:pt x="339573" y="750351"/>
                  <a:pt x="341669" y="736730"/>
                </a:cubicBezTo>
                <a:lnTo>
                  <a:pt x="341669" y="724157"/>
                </a:lnTo>
                <a:lnTo>
                  <a:pt x="342717" y="719966"/>
                </a:lnTo>
                <a:cubicBezTo>
                  <a:pt x="343764" y="717870"/>
                  <a:pt x="343764" y="714727"/>
                  <a:pt x="343764" y="711584"/>
                </a:cubicBezTo>
                <a:cubicBezTo>
                  <a:pt x="344812" y="685390"/>
                  <a:pt x="340621" y="260004"/>
                  <a:pt x="340621" y="260004"/>
                </a:cubicBezTo>
                <a:cubicBezTo>
                  <a:pt x="340621" y="252669"/>
                  <a:pt x="342717" y="245335"/>
                  <a:pt x="342717" y="239049"/>
                </a:cubicBezTo>
                <a:cubicBezTo>
                  <a:pt x="343764" y="220189"/>
                  <a:pt x="342717" y="198186"/>
                  <a:pt x="342717" y="182470"/>
                </a:cubicBezTo>
                <a:lnTo>
                  <a:pt x="343764" y="173040"/>
                </a:lnTo>
                <a:cubicBezTo>
                  <a:pt x="342717" y="126939"/>
                  <a:pt x="343764" y="80838"/>
                  <a:pt x="341669" y="35785"/>
                </a:cubicBezTo>
                <a:cubicBezTo>
                  <a:pt x="341669" y="30546"/>
                  <a:pt x="340621" y="24260"/>
                  <a:pt x="339573" y="17973"/>
                </a:cubicBezTo>
                <a:cubicBezTo>
                  <a:pt x="335382" y="3305"/>
                  <a:pt x="320714" y="6448"/>
                  <a:pt x="308141" y="6448"/>
                </a:cubicBezTo>
                <a:cubicBezTo>
                  <a:pt x="299759" y="5400"/>
                  <a:pt x="291377" y="6448"/>
                  <a:pt x="282995" y="6448"/>
                </a:cubicBezTo>
                <a:cubicBezTo>
                  <a:pt x="263088" y="5400"/>
                  <a:pt x="247371" y="3305"/>
                  <a:pt x="230607" y="162"/>
                </a:cubicBezTo>
                <a:cubicBezTo>
                  <a:pt x="224321" y="-886"/>
                  <a:pt x="219082" y="3305"/>
                  <a:pt x="219082" y="8544"/>
                </a:cubicBezTo>
                <a:cubicBezTo>
                  <a:pt x="214891" y="54645"/>
                  <a:pt x="190793" y="86077"/>
                  <a:pt x="160408" y="111223"/>
                </a:cubicBezTo>
                <a:cubicBezTo>
                  <a:pt x="150978" y="120653"/>
                  <a:pt x="138405" y="124844"/>
                  <a:pt x="124785" y="126939"/>
                </a:cubicBezTo>
                <a:lnTo>
                  <a:pt x="103830" y="132178"/>
                </a:lnTo>
                <a:cubicBezTo>
                  <a:pt x="98591" y="133226"/>
                  <a:pt x="71349" y="140560"/>
                  <a:pt x="50394" y="143703"/>
                </a:cubicBezTo>
                <a:lnTo>
                  <a:pt x="32583" y="145799"/>
                </a:lnTo>
                <a:lnTo>
                  <a:pt x="13723" y="145799"/>
                </a:lnTo>
                <a:lnTo>
                  <a:pt x="8484" y="148942"/>
                </a:lnTo>
                <a:cubicBezTo>
                  <a:pt x="-8280" y="164658"/>
                  <a:pt x="5341" y="187709"/>
                  <a:pt x="3246" y="207616"/>
                </a:cubicBezTo>
                <a:lnTo>
                  <a:pt x="1150" y="214950"/>
                </a:lnTo>
                <a:lnTo>
                  <a:pt x="102" y="222285"/>
                </a:lnTo>
                <a:lnTo>
                  <a:pt x="1150" y="228571"/>
                </a:lnTo>
                <a:cubicBezTo>
                  <a:pt x="2198" y="231714"/>
                  <a:pt x="2198" y="234858"/>
                  <a:pt x="2198" y="239049"/>
                </a:cubicBezTo>
                <a:lnTo>
                  <a:pt x="1150" y="248478"/>
                </a:lnTo>
                <a:lnTo>
                  <a:pt x="1150" y="265242"/>
                </a:lnTo>
                <a:cubicBezTo>
                  <a:pt x="3246" y="283054"/>
                  <a:pt x="74493" y="275720"/>
                  <a:pt x="86018" y="274672"/>
                </a:cubicBezTo>
                <a:cubicBezTo>
                  <a:pt x="100686" y="273624"/>
                  <a:pt x="115355" y="274672"/>
                  <a:pt x="128976" y="272577"/>
                </a:cubicBezTo>
                <a:lnTo>
                  <a:pt x="133167" y="271529"/>
                </a:lnTo>
                <a:lnTo>
                  <a:pt x="139453" y="272577"/>
                </a:lnTo>
                <a:lnTo>
                  <a:pt x="146787" y="270481"/>
                </a:lnTo>
                <a:lnTo>
                  <a:pt x="150978" y="270481"/>
                </a:lnTo>
                <a:cubicBezTo>
                  <a:pt x="153074" y="270481"/>
                  <a:pt x="179268" y="268386"/>
                  <a:pt x="179268" y="268386"/>
                </a:cubicBezTo>
                <a:cubicBezTo>
                  <a:pt x="182411" y="268386"/>
                  <a:pt x="186602" y="268386"/>
                  <a:pt x="189745" y="270481"/>
                </a:cubicBezTo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38099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EA648E-D1D9-4270-83C9-FF49B322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Programmiersprachen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D5FD3816-9163-4389-939F-9EC51FA20D1A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653532641"/>
              </p:ext>
            </p:extLst>
          </p:nvPr>
        </p:nvGraphicFramePr>
        <p:xfrm>
          <a:off x="695325" y="1186655"/>
          <a:ext cx="10117137" cy="5376570"/>
        </p:xfrm>
        <a:graphic>
          <a:graphicData uri="http://schemas.openxmlformats.org/drawingml/2006/table">
            <a:tbl>
              <a:tblPr firstRow="1" firstCol="1" bandRow="1">
                <a:tableStyleId>{8EC20E35-A176-4012-BC5E-935CFFF8708E}</a:tableStyleId>
              </a:tblPr>
              <a:tblGrid>
                <a:gridCol w="3371635">
                  <a:extLst>
                    <a:ext uri="{9D8B030D-6E8A-4147-A177-3AD203B41FA5}">
                      <a16:colId xmlns:a16="http://schemas.microsoft.com/office/drawing/2014/main" val="981596282"/>
                    </a:ext>
                  </a:extLst>
                </a:gridCol>
                <a:gridCol w="3372751">
                  <a:extLst>
                    <a:ext uri="{9D8B030D-6E8A-4147-A177-3AD203B41FA5}">
                      <a16:colId xmlns:a16="http://schemas.microsoft.com/office/drawing/2014/main" val="1094166498"/>
                    </a:ext>
                  </a:extLst>
                </a:gridCol>
                <a:gridCol w="3372751">
                  <a:extLst>
                    <a:ext uri="{9D8B030D-6E8A-4147-A177-3AD203B41FA5}">
                      <a16:colId xmlns:a16="http://schemas.microsoft.com/office/drawing/2014/main" val="3507465199"/>
                    </a:ext>
                  </a:extLst>
                </a:gridCol>
              </a:tblGrid>
              <a:tr h="2150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 dirty="0">
                          <a:effectLst/>
                        </a:rPr>
                        <a:t>Sprache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Anwendungsbereiche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Besonderheiten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81365508"/>
                  </a:ext>
                </a:extLst>
              </a:tr>
              <a:tr h="64518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 dirty="0">
                          <a:effectLst/>
                        </a:rPr>
                        <a:t>Python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 dirty="0">
                          <a:effectLst/>
                        </a:rPr>
                        <a:t>Datenanalyse, KI, Webentwicklung, Automatisierung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Einsteigerfreundlich, große Community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87965966"/>
                  </a:ext>
                </a:extLst>
              </a:tr>
              <a:tr h="4301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JavaScript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Webentwicklung (Frontend &amp; Backend mit Node.js)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Läuft direkt im Browser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93504914"/>
                  </a:ext>
                </a:extLst>
              </a:tr>
              <a:tr h="4301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Java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Enterprise-Anwendungen, Android-Apps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Plattformunabhängig, stark typisiert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9539155"/>
                  </a:ext>
                </a:extLst>
              </a:tr>
              <a:tr h="64518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C#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 dirty="0">
                          <a:effectLst/>
                        </a:rPr>
                        <a:t>Enterprise-Anwendungen, Windows-Apps, Spieleentwicklung mit Unity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Gute Integration in Microsoft-Ökosystem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11378147"/>
                  </a:ext>
                </a:extLst>
              </a:tr>
              <a:tr h="4301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SQL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Datenbankabfragen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Deklarativ, für strukturierte Daten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83046398"/>
                  </a:ext>
                </a:extLst>
              </a:tr>
              <a:tr h="64518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PowerShell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 dirty="0">
                          <a:effectLst/>
                        </a:rPr>
                        <a:t>Systemadministration, Automatisierung unter Windows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Cmdlet-basiert, stark in Windows integriert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90209790"/>
                  </a:ext>
                </a:extLst>
              </a:tr>
              <a:tr h="4301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TypeScript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Webentwicklung mit Typisierung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 dirty="0" err="1">
                          <a:effectLst/>
                        </a:rPr>
                        <a:t>Superset</a:t>
                      </a:r>
                      <a:r>
                        <a:rPr lang="de-DE" sz="1100" dirty="0">
                          <a:effectLst/>
                        </a:rPr>
                        <a:t> von JavaScript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847763"/>
                  </a:ext>
                </a:extLst>
              </a:tr>
              <a:tr h="4301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PHP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Webentwicklung (Server-seitig)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 dirty="0">
                          <a:effectLst/>
                        </a:rPr>
                        <a:t>Häufig in CMS wie WordPress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18217122"/>
                  </a:ext>
                </a:extLst>
              </a:tr>
              <a:tr h="4301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Go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Cloud-native Anwendungen, Microservices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 dirty="0">
                          <a:effectLst/>
                        </a:rPr>
                        <a:t>Schnell, kompiliert, einfach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59698571"/>
                  </a:ext>
                </a:extLst>
              </a:tr>
              <a:tr h="64518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Rust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Systemnahe Programmierung, sichere Speicherverwaltung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 dirty="0">
                          <a:effectLst/>
                        </a:rPr>
                        <a:t>Sehr performant, speichersicher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61635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2344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afik 3">
            <a:extLst>
              <a:ext uri="{FF2B5EF4-FFF2-40B4-BE49-F238E27FC236}">
                <a16:creationId xmlns:a16="http://schemas.microsoft.com/office/drawing/2014/main" id="{47AB513F-008D-4082-9B7D-731936BF458E}"/>
              </a:ext>
            </a:extLst>
          </p:cNvPr>
          <p:cNvGrpSpPr/>
          <p:nvPr/>
        </p:nvGrpSpPr>
        <p:grpSpPr>
          <a:xfrm>
            <a:off x="644664" y="1474785"/>
            <a:ext cx="1057731" cy="1007913"/>
            <a:chOff x="3892854" y="2316691"/>
            <a:chExt cx="1057731" cy="1007913"/>
          </a:xfrm>
        </p:grpSpPr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856D6AF9-6542-49D6-A000-150EF5B28CB3}"/>
                </a:ext>
              </a:extLst>
            </p:cNvPr>
            <p:cNvSpPr/>
            <p:nvPr/>
          </p:nvSpPr>
          <p:spPr>
            <a:xfrm>
              <a:off x="4742433" y="3122040"/>
              <a:ext cx="180213" cy="176022"/>
            </a:xfrm>
            <a:custGeom>
              <a:avLst/>
              <a:gdLst>
                <a:gd name="connsiteX0" fmla="*/ 176022 w 180213"/>
                <a:gd name="connsiteY0" fmla="*/ 8382 h 176022"/>
                <a:gd name="connsiteX1" fmla="*/ 65659 w 180213"/>
                <a:gd name="connsiteY1" fmla="*/ 1397 h 176022"/>
                <a:gd name="connsiteX2" fmla="*/ 18161 w 180213"/>
                <a:gd name="connsiteY2" fmla="*/ 0 h 176022"/>
                <a:gd name="connsiteX3" fmla="*/ 4191 w 180213"/>
                <a:gd name="connsiteY3" fmla="*/ 0 h 176022"/>
                <a:gd name="connsiteX4" fmla="*/ 0 w 180213"/>
                <a:gd name="connsiteY4" fmla="*/ 18161 h 176022"/>
                <a:gd name="connsiteX5" fmla="*/ 0 w 180213"/>
                <a:gd name="connsiteY5" fmla="*/ 30734 h 176022"/>
                <a:gd name="connsiteX6" fmla="*/ 8382 w 180213"/>
                <a:gd name="connsiteY6" fmla="*/ 157861 h 176022"/>
                <a:gd name="connsiteX7" fmla="*/ 11176 w 180213"/>
                <a:gd name="connsiteY7" fmla="*/ 174625 h 176022"/>
                <a:gd name="connsiteX8" fmla="*/ 44704 w 180213"/>
                <a:gd name="connsiteY8" fmla="*/ 169037 h 176022"/>
                <a:gd name="connsiteX9" fmla="*/ 107569 w 180213"/>
                <a:gd name="connsiteY9" fmla="*/ 170434 h 176022"/>
                <a:gd name="connsiteX10" fmla="*/ 114554 w 180213"/>
                <a:gd name="connsiteY10" fmla="*/ 171831 h 176022"/>
                <a:gd name="connsiteX11" fmla="*/ 138303 w 180213"/>
                <a:gd name="connsiteY11" fmla="*/ 171831 h 176022"/>
                <a:gd name="connsiteX12" fmla="*/ 155067 w 180213"/>
                <a:gd name="connsiteY12" fmla="*/ 174625 h 176022"/>
                <a:gd name="connsiteX13" fmla="*/ 170434 w 180213"/>
                <a:gd name="connsiteY13" fmla="*/ 176022 h 176022"/>
                <a:gd name="connsiteX14" fmla="*/ 180213 w 180213"/>
                <a:gd name="connsiteY14" fmla="*/ 174625 h 176022"/>
                <a:gd name="connsiteX15" fmla="*/ 180213 w 180213"/>
                <a:gd name="connsiteY15" fmla="*/ 169037 h 176022"/>
                <a:gd name="connsiteX16" fmla="*/ 176022 w 180213"/>
                <a:gd name="connsiteY16" fmla="*/ 8382 h 176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0213" h="176022">
                  <a:moveTo>
                    <a:pt x="176022" y="8382"/>
                  </a:moveTo>
                  <a:cubicBezTo>
                    <a:pt x="163449" y="2794"/>
                    <a:pt x="75438" y="2794"/>
                    <a:pt x="65659" y="1397"/>
                  </a:cubicBezTo>
                  <a:lnTo>
                    <a:pt x="18161" y="0"/>
                  </a:lnTo>
                  <a:lnTo>
                    <a:pt x="4191" y="0"/>
                  </a:lnTo>
                  <a:cubicBezTo>
                    <a:pt x="2794" y="5588"/>
                    <a:pt x="1397" y="12573"/>
                    <a:pt x="0" y="18161"/>
                  </a:cubicBezTo>
                  <a:lnTo>
                    <a:pt x="0" y="30734"/>
                  </a:lnTo>
                  <a:cubicBezTo>
                    <a:pt x="0" y="30734"/>
                    <a:pt x="6985" y="149479"/>
                    <a:pt x="8382" y="157861"/>
                  </a:cubicBezTo>
                  <a:cubicBezTo>
                    <a:pt x="9779" y="163449"/>
                    <a:pt x="9779" y="169037"/>
                    <a:pt x="11176" y="174625"/>
                  </a:cubicBezTo>
                  <a:cubicBezTo>
                    <a:pt x="19558" y="173228"/>
                    <a:pt x="32131" y="171831"/>
                    <a:pt x="44704" y="169037"/>
                  </a:cubicBezTo>
                  <a:cubicBezTo>
                    <a:pt x="62865" y="167640"/>
                    <a:pt x="82423" y="167640"/>
                    <a:pt x="107569" y="170434"/>
                  </a:cubicBezTo>
                  <a:lnTo>
                    <a:pt x="114554" y="171831"/>
                  </a:lnTo>
                  <a:lnTo>
                    <a:pt x="138303" y="171831"/>
                  </a:lnTo>
                  <a:lnTo>
                    <a:pt x="155067" y="174625"/>
                  </a:lnTo>
                  <a:cubicBezTo>
                    <a:pt x="160655" y="176022"/>
                    <a:pt x="164846" y="176022"/>
                    <a:pt x="170434" y="176022"/>
                  </a:cubicBezTo>
                  <a:cubicBezTo>
                    <a:pt x="174625" y="176022"/>
                    <a:pt x="177419" y="176022"/>
                    <a:pt x="180213" y="174625"/>
                  </a:cubicBezTo>
                  <a:lnTo>
                    <a:pt x="180213" y="169037"/>
                  </a:lnTo>
                  <a:cubicBezTo>
                    <a:pt x="171831" y="121539"/>
                    <a:pt x="173228" y="60071"/>
                    <a:pt x="176022" y="8382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6DE569AB-9FE8-4DBF-B479-0606F7B8D971}"/>
                </a:ext>
              </a:extLst>
            </p:cNvPr>
            <p:cNvSpPr/>
            <p:nvPr/>
          </p:nvSpPr>
          <p:spPr>
            <a:xfrm>
              <a:off x="3919464" y="2342514"/>
              <a:ext cx="668363" cy="952754"/>
            </a:xfrm>
            <a:custGeom>
              <a:avLst/>
              <a:gdLst>
                <a:gd name="connsiteX0" fmla="*/ 666505 w 668363"/>
                <a:gd name="connsiteY0" fmla="*/ 817245 h 952754"/>
                <a:gd name="connsiteX1" fmla="*/ 653932 w 668363"/>
                <a:gd name="connsiteY1" fmla="*/ 813054 h 952754"/>
                <a:gd name="connsiteX2" fmla="*/ 388502 w 668363"/>
                <a:gd name="connsiteY2" fmla="*/ 824230 h 952754"/>
                <a:gd name="connsiteX3" fmla="*/ 324240 w 668363"/>
                <a:gd name="connsiteY3" fmla="*/ 818642 h 952754"/>
                <a:gd name="connsiteX4" fmla="*/ 290712 w 668363"/>
                <a:gd name="connsiteY4" fmla="*/ 818642 h 952754"/>
                <a:gd name="connsiteX5" fmla="*/ 239023 w 668363"/>
                <a:gd name="connsiteY5" fmla="*/ 775335 h 952754"/>
                <a:gd name="connsiteX6" fmla="*/ 304682 w 668363"/>
                <a:gd name="connsiteY6" fmla="*/ 709676 h 952754"/>
                <a:gd name="connsiteX7" fmla="*/ 336813 w 668363"/>
                <a:gd name="connsiteY7" fmla="*/ 677545 h 952754"/>
                <a:gd name="connsiteX8" fmla="*/ 347989 w 668363"/>
                <a:gd name="connsiteY8" fmla="*/ 664972 h 952754"/>
                <a:gd name="connsiteX9" fmla="*/ 363356 w 668363"/>
                <a:gd name="connsiteY9" fmla="*/ 652399 h 952754"/>
                <a:gd name="connsiteX10" fmla="*/ 449970 w 668363"/>
                <a:gd name="connsiteY10" fmla="*/ 607695 h 952754"/>
                <a:gd name="connsiteX11" fmla="*/ 493277 w 668363"/>
                <a:gd name="connsiteY11" fmla="*/ 575564 h 952754"/>
                <a:gd name="connsiteX12" fmla="*/ 505850 w 668363"/>
                <a:gd name="connsiteY12" fmla="*/ 571373 h 952754"/>
                <a:gd name="connsiteX13" fmla="*/ 512835 w 668363"/>
                <a:gd name="connsiteY13" fmla="*/ 565785 h 952754"/>
                <a:gd name="connsiteX14" fmla="*/ 522614 w 668363"/>
                <a:gd name="connsiteY14" fmla="*/ 558800 h 952754"/>
                <a:gd name="connsiteX15" fmla="*/ 531250 w 668363"/>
                <a:gd name="connsiteY15" fmla="*/ 555752 h 952754"/>
                <a:gd name="connsiteX16" fmla="*/ 543569 w 668363"/>
                <a:gd name="connsiteY16" fmla="*/ 539242 h 952754"/>
                <a:gd name="connsiteX17" fmla="*/ 606434 w 668363"/>
                <a:gd name="connsiteY17" fmla="*/ 473583 h 952754"/>
                <a:gd name="connsiteX18" fmla="*/ 634374 w 668363"/>
                <a:gd name="connsiteY18" fmla="*/ 438658 h 952754"/>
                <a:gd name="connsiteX19" fmla="*/ 652535 w 668363"/>
                <a:gd name="connsiteY19" fmla="*/ 386969 h 952754"/>
                <a:gd name="connsiteX20" fmla="*/ 651138 w 668363"/>
                <a:gd name="connsiteY20" fmla="*/ 366014 h 952754"/>
                <a:gd name="connsiteX21" fmla="*/ 652535 w 668363"/>
                <a:gd name="connsiteY21" fmla="*/ 353441 h 952754"/>
                <a:gd name="connsiteX22" fmla="*/ 656726 w 668363"/>
                <a:gd name="connsiteY22" fmla="*/ 250063 h 952754"/>
                <a:gd name="connsiteX23" fmla="*/ 645550 w 668363"/>
                <a:gd name="connsiteY23" fmla="*/ 192786 h 952754"/>
                <a:gd name="connsiteX24" fmla="*/ 639962 w 668363"/>
                <a:gd name="connsiteY24" fmla="*/ 180213 h 952754"/>
                <a:gd name="connsiteX25" fmla="*/ 632977 w 668363"/>
                <a:gd name="connsiteY25" fmla="*/ 163449 h 952754"/>
                <a:gd name="connsiteX26" fmla="*/ 623198 w 668363"/>
                <a:gd name="connsiteY26" fmla="*/ 142494 h 952754"/>
                <a:gd name="connsiteX27" fmla="*/ 614816 w 668363"/>
                <a:gd name="connsiteY27" fmla="*/ 129921 h 952754"/>
                <a:gd name="connsiteX28" fmla="*/ 609228 w 668363"/>
                <a:gd name="connsiteY28" fmla="*/ 118745 h 952754"/>
                <a:gd name="connsiteX29" fmla="*/ 479307 w 668363"/>
                <a:gd name="connsiteY29" fmla="*/ 25146 h 952754"/>
                <a:gd name="connsiteX30" fmla="*/ 468131 w 668363"/>
                <a:gd name="connsiteY30" fmla="*/ 20955 h 952754"/>
                <a:gd name="connsiteX31" fmla="*/ 370341 w 668363"/>
                <a:gd name="connsiteY31" fmla="*/ 2794 h 952754"/>
                <a:gd name="connsiteX32" fmla="*/ 361959 w 668363"/>
                <a:gd name="connsiteY32" fmla="*/ 0 h 952754"/>
                <a:gd name="connsiteX33" fmla="*/ 308873 w 668363"/>
                <a:gd name="connsiteY33" fmla="*/ 5588 h 952754"/>
                <a:gd name="connsiteX34" fmla="*/ 299094 w 668363"/>
                <a:gd name="connsiteY34" fmla="*/ 5588 h 952754"/>
                <a:gd name="connsiteX35" fmla="*/ 266963 w 668363"/>
                <a:gd name="connsiteY35" fmla="*/ 15367 h 952754"/>
                <a:gd name="connsiteX36" fmla="*/ 247405 w 668363"/>
                <a:gd name="connsiteY36" fmla="*/ 20955 h 952754"/>
                <a:gd name="connsiteX37" fmla="*/ 233435 w 668363"/>
                <a:gd name="connsiteY37" fmla="*/ 26543 h 952754"/>
                <a:gd name="connsiteX38" fmla="*/ 225053 w 668363"/>
                <a:gd name="connsiteY38" fmla="*/ 32131 h 952754"/>
                <a:gd name="connsiteX39" fmla="*/ 209686 w 668363"/>
                <a:gd name="connsiteY39" fmla="*/ 37719 h 952754"/>
                <a:gd name="connsiteX40" fmla="*/ 202701 w 668363"/>
                <a:gd name="connsiteY40" fmla="*/ 40513 h 952754"/>
                <a:gd name="connsiteX41" fmla="*/ 145424 w 668363"/>
                <a:gd name="connsiteY41" fmla="*/ 71247 h 952754"/>
                <a:gd name="connsiteX42" fmla="*/ 137042 w 668363"/>
                <a:gd name="connsiteY42" fmla="*/ 79629 h 952754"/>
                <a:gd name="connsiteX43" fmla="*/ 123072 w 668363"/>
                <a:gd name="connsiteY43" fmla="*/ 89408 h 952754"/>
                <a:gd name="connsiteX44" fmla="*/ 111896 w 668363"/>
                <a:gd name="connsiteY44" fmla="*/ 103378 h 952754"/>
                <a:gd name="connsiteX45" fmla="*/ 97926 w 668363"/>
                <a:gd name="connsiteY45" fmla="*/ 120142 h 952754"/>
                <a:gd name="connsiteX46" fmla="*/ 79765 w 668363"/>
                <a:gd name="connsiteY46" fmla="*/ 146685 h 952754"/>
                <a:gd name="connsiteX47" fmla="*/ 69986 w 668363"/>
                <a:gd name="connsiteY47" fmla="*/ 160655 h 952754"/>
                <a:gd name="connsiteX48" fmla="*/ 61604 w 668363"/>
                <a:gd name="connsiteY48" fmla="*/ 178816 h 952754"/>
                <a:gd name="connsiteX49" fmla="*/ 54619 w 668363"/>
                <a:gd name="connsiteY49" fmla="*/ 191389 h 952754"/>
                <a:gd name="connsiteX50" fmla="*/ 51825 w 668363"/>
                <a:gd name="connsiteY50" fmla="*/ 198374 h 952754"/>
                <a:gd name="connsiteX51" fmla="*/ 46237 w 668363"/>
                <a:gd name="connsiteY51" fmla="*/ 215138 h 952754"/>
                <a:gd name="connsiteX52" fmla="*/ 43443 w 668363"/>
                <a:gd name="connsiteY52" fmla="*/ 226314 h 952754"/>
                <a:gd name="connsiteX53" fmla="*/ 42046 w 668363"/>
                <a:gd name="connsiteY53" fmla="*/ 234696 h 952754"/>
                <a:gd name="connsiteX54" fmla="*/ 39252 w 668363"/>
                <a:gd name="connsiteY54" fmla="*/ 254254 h 952754"/>
                <a:gd name="connsiteX55" fmla="*/ 35061 w 668363"/>
                <a:gd name="connsiteY55" fmla="*/ 275209 h 952754"/>
                <a:gd name="connsiteX56" fmla="*/ 35061 w 668363"/>
                <a:gd name="connsiteY56" fmla="*/ 282194 h 952754"/>
                <a:gd name="connsiteX57" fmla="*/ 25282 w 668363"/>
                <a:gd name="connsiteY57" fmla="*/ 331089 h 952754"/>
                <a:gd name="connsiteX58" fmla="*/ 26679 w 668363"/>
                <a:gd name="connsiteY58" fmla="*/ 353441 h 952754"/>
                <a:gd name="connsiteX59" fmla="*/ 57413 w 668363"/>
                <a:gd name="connsiteY59" fmla="*/ 350647 h 952754"/>
                <a:gd name="connsiteX60" fmla="*/ 184540 w 668363"/>
                <a:gd name="connsiteY60" fmla="*/ 360426 h 952754"/>
                <a:gd name="connsiteX61" fmla="*/ 204098 w 668363"/>
                <a:gd name="connsiteY61" fmla="*/ 231902 h 952754"/>
                <a:gd name="connsiteX62" fmla="*/ 287918 w 668363"/>
                <a:gd name="connsiteY62" fmla="*/ 134112 h 952754"/>
                <a:gd name="connsiteX63" fmla="*/ 437397 w 668363"/>
                <a:gd name="connsiteY63" fmla="*/ 162052 h 952754"/>
                <a:gd name="connsiteX64" fmla="*/ 445779 w 668363"/>
                <a:gd name="connsiteY64" fmla="*/ 170434 h 952754"/>
                <a:gd name="connsiteX65" fmla="*/ 452764 w 668363"/>
                <a:gd name="connsiteY65" fmla="*/ 173228 h 952754"/>
                <a:gd name="connsiteX66" fmla="*/ 504453 w 668363"/>
                <a:gd name="connsiteY66" fmla="*/ 321310 h 952754"/>
                <a:gd name="connsiteX67" fmla="*/ 503056 w 668363"/>
                <a:gd name="connsiteY67" fmla="*/ 329692 h 952754"/>
                <a:gd name="connsiteX68" fmla="*/ 500262 w 668363"/>
                <a:gd name="connsiteY68" fmla="*/ 343662 h 952754"/>
                <a:gd name="connsiteX69" fmla="*/ 497468 w 668363"/>
                <a:gd name="connsiteY69" fmla="*/ 353441 h 952754"/>
                <a:gd name="connsiteX70" fmla="*/ 489086 w 668363"/>
                <a:gd name="connsiteY70" fmla="*/ 370205 h 952754"/>
                <a:gd name="connsiteX71" fmla="*/ 483498 w 668363"/>
                <a:gd name="connsiteY71" fmla="*/ 385572 h 952754"/>
                <a:gd name="connsiteX72" fmla="*/ 370341 w 668363"/>
                <a:gd name="connsiteY72" fmla="*/ 501523 h 952754"/>
                <a:gd name="connsiteX73" fmla="*/ 197113 w 668363"/>
                <a:gd name="connsiteY73" fmla="*/ 611886 h 952754"/>
                <a:gd name="connsiteX74" fmla="*/ 163585 w 668363"/>
                <a:gd name="connsiteY74" fmla="*/ 634238 h 952754"/>
                <a:gd name="connsiteX75" fmla="*/ 103514 w 668363"/>
                <a:gd name="connsiteY75" fmla="*/ 694309 h 952754"/>
                <a:gd name="connsiteX76" fmla="*/ 76971 w 668363"/>
                <a:gd name="connsiteY76" fmla="*/ 732028 h 952754"/>
                <a:gd name="connsiteX77" fmla="*/ 29473 w 668363"/>
                <a:gd name="connsiteY77" fmla="*/ 813054 h 952754"/>
                <a:gd name="connsiteX78" fmla="*/ 22488 w 668363"/>
                <a:gd name="connsiteY78" fmla="*/ 828421 h 952754"/>
                <a:gd name="connsiteX79" fmla="*/ 19694 w 668363"/>
                <a:gd name="connsiteY79" fmla="*/ 835406 h 952754"/>
                <a:gd name="connsiteX80" fmla="*/ 15503 w 668363"/>
                <a:gd name="connsiteY80" fmla="*/ 852170 h 952754"/>
                <a:gd name="connsiteX81" fmla="*/ 9915 w 668363"/>
                <a:gd name="connsiteY81" fmla="*/ 875919 h 952754"/>
                <a:gd name="connsiteX82" fmla="*/ 136 w 668363"/>
                <a:gd name="connsiteY82" fmla="*/ 942975 h 952754"/>
                <a:gd name="connsiteX83" fmla="*/ 37855 w 668363"/>
                <a:gd name="connsiteY83" fmla="*/ 941578 h 952754"/>
                <a:gd name="connsiteX84" fmla="*/ 60207 w 668363"/>
                <a:gd name="connsiteY84" fmla="*/ 945769 h 952754"/>
                <a:gd name="connsiteX85" fmla="*/ 83956 w 668363"/>
                <a:gd name="connsiteY85" fmla="*/ 945769 h 952754"/>
                <a:gd name="connsiteX86" fmla="*/ 141233 w 668363"/>
                <a:gd name="connsiteY86" fmla="*/ 944372 h 952754"/>
                <a:gd name="connsiteX87" fmla="*/ 252993 w 668363"/>
                <a:gd name="connsiteY87" fmla="*/ 944372 h 952754"/>
                <a:gd name="connsiteX88" fmla="*/ 259978 w 668363"/>
                <a:gd name="connsiteY88" fmla="*/ 944372 h 952754"/>
                <a:gd name="connsiteX89" fmla="*/ 268360 w 668363"/>
                <a:gd name="connsiteY89" fmla="*/ 942975 h 952754"/>
                <a:gd name="connsiteX90" fmla="*/ 278139 w 668363"/>
                <a:gd name="connsiteY90" fmla="*/ 944372 h 952754"/>
                <a:gd name="connsiteX91" fmla="*/ 398281 w 668363"/>
                <a:gd name="connsiteY91" fmla="*/ 948563 h 952754"/>
                <a:gd name="connsiteX92" fmla="*/ 507247 w 668363"/>
                <a:gd name="connsiteY92" fmla="*/ 952754 h 952754"/>
                <a:gd name="connsiteX93" fmla="*/ 644153 w 668363"/>
                <a:gd name="connsiteY93" fmla="*/ 944372 h 952754"/>
                <a:gd name="connsiteX94" fmla="*/ 659520 w 668363"/>
                <a:gd name="connsiteY94" fmla="*/ 945769 h 952754"/>
                <a:gd name="connsiteX95" fmla="*/ 663076 w 668363"/>
                <a:gd name="connsiteY95" fmla="*/ 946404 h 952754"/>
                <a:gd name="connsiteX96" fmla="*/ 663711 w 668363"/>
                <a:gd name="connsiteY96" fmla="*/ 945769 h 952754"/>
                <a:gd name="connsiteX97" fmla="*/ 666505 w 668363"/>
                <a:gd name="connsiteY97" fmla="*/ 817245 h 952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668363" h="952754">
                  <a:moveTo>
                    <a:pt x="666505" y="817245"/>
                  </a:moveTo>
                  <a:lnTo>
                    <a:pt x="653932" y="813054"/>
                  </a:lnTo>
                  <a:cubicBezTo>
                    <a:pt x="625992" y="814451"/>
                    <a:pt x="408060" y="825627"/>
                    <a:pt x="388502" y="824230"/>
                  </a:cubicBezTo>
                  <a:cubicBezTo>
                    <a:pt x="367547" y="822833"/>
                    <a:pt x="346592" y="818642"/>
                    <a:pt x="324240" y="818642"/>
                  </a:cubicBezTo>
                  <a:lnTo>
                    <a:pt x="290712" y="818642"/>
                  </a:lnTo>
                  <a:cubicBezTo>
                    <a:pt x="268360" y="818642"/>
                    <a:pt x="216671" y="808863"/>
                    <a:pt x="239023" y="775335"/>
                  </a:cubicBezTo>
                  <a:cubicBezTo>
                    <a:pt x="254390" y="748792"/>
                    <a:pt x="280933" y="729234"/>
                    <a:pt x="304682" y="709676"/>
                  </a:cubicBezTo>
                  <a:cubicBezTo>
                    <a:pt x="313064" y="692912"/>
                    <a:pt x="327034" y="687324"/>
                    <a:pt x="336813" y="677545"/>
                  </a:cubicBezTo>
                  <a:lnTo>
                    <a:pt x="347989" y="664972"/>
                  </a:lnTo>
                  <a:cubicBezTo>
                    <a:pt x="352180" y="660781"/>
                    <a:pt x="357768" y="656590"/>
                    <a:pt x="363356" y="652399"/>
                  </a:cubicBezTo>
                  <a:cubicBezTo>
                    <a:pt x="389899" y="632841"/>
                    <a:pt x="420633" y="623062"/>
                    <a:pt x="449970" y="607695"/>
                  </a:cubicBezTo>
                  <a:cubicBezTo>
                    <a:pt x="465337" y="599313"/>
                    <a:pt x="477910" y="585343"/>
                    <a:pt x="493277" y="575564"/>
                  </a:cubicBezTo>
                  <a:lnTo>
                    <a:pt x="505850" y="571373"/>
                  </a:lnTo>
                  <a:lnTo>
                    <a:pt x="512835" y="565785"/>
                  </a:lnTo>
                  <a:lnTo>
                    <a:pt x="522614" y="558800"/>
                  </a:lnTo>
                  <a:cubicBezTo>
                    <a:pt x="524773" y="557784"/>
                    <a:pt x="529980" y="555879"/>
                    <a:pt x="531250" y="555752"/>
                  </a:cubicBezTo>
                  <a:lnTo>
                    <a:pt x="543569" y="539242"/>
                  </a:lnTo>
                  <a:cubicBezTo>
                    <a:pt x="571509" y="516890"/>
                    <a:pt x="585479" y="505714"/>
                    <a:pt x="606434" y="473583"/>
                  </a:cubicBezTo>
                  <a:cubicBezTo>
                    <a:pt x="614816" y="462407"/>
                    <a:pt x="625992" y="451231"/>
                    <a:pt x="634374" y="438658"/>
                  </a:cubicBezTo>
                  <a:cubicBezTo>
                    <a:pt x="642756" y="423291"/>
                    <a:pt x="649741" y="405130"/>
                    <a:pt x="652535" y="386969"/>
                  </a:cubicBezTo>
                  <a:cubicBezTo>
                    <a:pt x="651138" y="371602"/>
                    <a:pt x="652535" y="377190"/>
                    <a:pt x="651138" y="366014"/>
                  </a:cubicBezTo>
                  <a:cubicBezTo>
                    <a:pt x="651138" y="361823"/>
                    <a:pt x="651138" y="357632"/>
                    <a:pt x="652535" y="353441"/>
                  </a:cubicBezTo>
                  <a:cubicBezTo>
                    <a:pt x="658123" y="312928"/>
                    <a:pt x="659520" y="278003"/>
                    <a:pt x="656726" y="250063"/>
                  </a:cubicBezTo>
                  <a:cubicBezTo>
                    <a:pt x="653932" y="230505"/>
                    <a:pt x="652535" y="215138"/>
                    <a:pt x="645550" y="192786"/>
                  </a:cubicBezTo>
                  <a:cubicBezTo>
                    <a:pt x="644153" y="188595"/>
                    <a:pt x="642756" y="184404"/>
                    <a:pt x="639962" y="180213"/>
                  </a:cubicBezTo>
                  <a:lnTo>
                    <a:pt x="632977" y="163449"/>
                  </a:lnTo>
                  <a:cubicBezTo>
                    <a:pt x="630183" y="155067"/>
                    <a:pt x="628786" y="150876"/>
                    <a:pt x="623198" y="142494"/>
                  </a:cubicBezTo>
                  <a:lnTo>
                    <a:pt x="614816" y="129921"/>
                  </a:lnTo>
                  <a:cubicBezTo>
                    <a:pt x="613419" y="125730"/>
                    <a:pt x="610625" y="122936"/>
                    <a:pt x="609228" y="118745"/>
                  </a:cubicBezTo>
                  <a:cubicBezTo>
                    <a:pt x="570112" y="79629"/>
                    <a:pt x="532393" y="44704"/>
                    <a:pt x="479307" y="25146"/>
                  </a:cubicBezTo>
                  <a:cubicBezTo>
                    <a:pt x="472322" y="22352"/>
                    <a:pt x="470925" y="20955"/>
                    <a:pt x="468131" y="20955"/>
                  </a:cubicBezTo>
                  <a:cubicBezTo>
                    <a:pt x="438794" y="12573"/>
                    <a:pt x="406663" y="5588"/>
                    <a:pt x="370341" y="2794"/>
                  </a:cubicBezTo>
                  <a:lnTo>
                    <a:pt x="361959" y="0"/>
                  </a:lnTo>
                  <a:cubicBezTo>
                    <a:pt x="343798" y="4191"/>
                    <a:pt x="327034" y="0"/>
                    <a:pt x="308873" y="5588"/>
                  </a:cubicBezTo>
                  <a:lnTo>
                    <a:pt x="299094" y="5588"/>
                  </a:lnTo>
                  <a:cubicBezTo>
                    <a:pt x="287918" y="9779"/>
                    <a:pt x="276742" y="12573"/>
                    <a:pt x="266963" y="15367"/>
                  </a:cubicBezTo>
                  <a:lnTo>
                    <a:pt x="247405" y="20955"/>
                  </a:lnTo>
                  <a:cubicBezTo>
                    <a:pt x="241817" y="22352"/>
                    <a:pt x="237626" y="23749"/>
                    <a:pt x="233435" y="26543"/>
                  </a:cubicBezTo>
                  <a:lnTo>
                    <a:pt x="225053" y="32131"/>
                  </a:lnTo>
                  <a:lnTo>
                    <a:pt x="209686" y="37719"/>
                  </a:lnTo>
                  <a:cubicBezTo>
                    <a:pt x="206892" y="37719"/>
                    <a:pt x="204098" y="39116"/>
                    <a:pt x="202701" y="40513"/>
                  </a:cubicBezTo>
                  <a:cubicBezTo>
                    <a:pt x="183143" y="48895"/>
                    <a:pt x="163585" y="61468"/>
                    <a:pt x="145424" y="71247"/>
                  </a:cubicBezTo>
                  <a:lnTo>
                    <a:pt x="137042" y="79629"/>
                  </a:lnTo>
                  <a:cubicBezTo>
                    <a:pt x="132851" y="82423"/>
                    <a:pt x="128660" y="86614"/>
                    <a:pt x="123072" y="89408"/>
                  </a:cubicBezTo>
                  <a:cubicBezTo>
                    <a:pt x="120278" y="94996"/>
                    <a:pt x="116087" y="99187"/>
                    <a:pt x="111896" y="103378"/>
                  </a:cubicBezTo>
                  <a:lnTo>
                    <a:pt x="97926" y="120142"/>
                  </a:lnTo>
                  <a:cubicBezTo>
                    <a:pt x="88147" y="131318"/>
                    <a:pt x="82559" y="138303"/>
                    <a:pt x="79765" y="146685"/>
                  </a:cubicBezTo>
                  <a:lnTo>
                    <a:pt x="69986" y="160655"/>
                  </a:lnTo>
                  <a:cubicBezTo>
                    <a:pt x="68589" y="169037"/>
                    <a:pt x="64398" y="173228"/>
                    <a:pt x="61604" y="178816"/>
                  </a:cubicBezTo>
                  <a:lnTo>
                    <a:pt x="54619" y="191389"/>
                  </a:lnTo>
                  <a:cubicBezTo>
                    <a:pt x="54619" y="192786"/>
                    <a:pt x="53222" y="195580"/>
                    <a:pt x="51825" y="198374"/>
                  </a:cubicBezTo>
                  <a:cubicBezTo>
                    <a:pt x="47634" y="208153"/>
                    <a:pt x="47634" y="212344"/>
                    <a:pt x="46237" y="215138"/>
                  </a:cubicBezTo>
                  <a:lnTo>
                    <a:pt x="43443" y="226314"/>
                  </a:lnTo>
                  <a:cubicBezTo>
                    <a:pt x="42046" y="229108"/>
                    <a:pt x="42046" y="233299"/>
                    <a:pt x="42046" y="234696"/>
                  </a:cubicBezTo>
                  <a:cubicBezTo>
                    <a:pt x="42046" y="238887"/>
                    <a:pt x="40649" y="250063"/>
                    <a:pt x="39252" y="254254"/>
                  </a:cubicBezTo>
                  <a:lnTo>
                    <a:pt x="35061" y="275209"/>
                  </a:lnTo>
                  <a:lnTo>
                    <a:pt x="35061" y="282194"/>
                  </a:lnTo>
                  <a:cubicBezTo>
                    <a:pt x="32267" y="300355"/>
                    <a:pt x="26679" y="317119"/>
                    <a:pt x="25282" y="331089"/>
                  </a:cubicBezTo>
                  <a:cubicBezTo>
                    <a:pt x="23885" y="340868"/>
                    <a:pt x="25282" y="346456"/>
                    <a:pt x="26679" y="353441"/>
                  </a:cubicBezTo>
                  <a:cubicBezTo>
                    <a:pt x="37855" y="350647"/>
                    <a:pt x="47634" y="350647"/>
                    <a:pt x="57413" y="350647"/>
                  </a:cubicBezTo>
                  <a:cubicBezTo>
                    <a:pt x="89544" y="354838"/>
                    <a:pt x="155203" y="368808"/>
                    <a:pt x="184540" y="360426"/>
                  </a:cubicBezTo>
                  <a:cubicBezTo>
                    <a:pt x="191525" y="317119"/>
                    <a:pt x="190128" y="273812"/>
                    <a:pt x="204098" y="231902"/>
                  </a:cubicBezTo>
                  <a:cubicBezTo>
                    <a:pt x="216671" y="192786"/>
                    <a:pt x="246008" y="152273"/>
                    <a:pt x="287918" y="134112"/>
                  </a:cubicBezTo>
                  <a:cubicBezTo>
                    <a:pt x="343798" y="111760"/>
                    <a:pt x="405266" y="139700"/>
                    <a:pt x="437397" y="162052"/>
                  </a:cubicBezTo>
                  <a:lnTo>
                    <a:pt x="445779" y="170434"/>
                  </a:lnTo>
                  <a:lnTo>
                    <a:pt x="452764" y="173228"/>
                  </a:lnTo>
                  <a:cubicBezTo>
                    <a:pt x="494674" y="210947"/>
                    <a:pt x="511438" y="268224"/>
                    <a:pt x="504453" y="321310"/>
                  </a:cubicBezTo>
                  <a:cubicBezTo>
                    <a:pt x="504453" y="324104"/>
                    <a:pt x="503056" y="326898"/>
                    <a:pt x="503056" y="329692"/>
                  </a:cubicBezTo>
                  <a:lnTo>
                    <a:pt x="500262" y="343662"/>
                  </a:lnTo>
                  <a:lnTo>
                    <a:pt x="497468" y="353441"/>
                  </a:lnTo>
                  <a:cubicBezTo>
                    <a:pt x="494674" y="357632"/>
                    <a:pt x="491880" y="363220"/>
                    <a:pt x="489086" y="370205"/>
                  </a:cubicBezTo>
                  <a:lnTo>
                    <a:pt x="483498" y="385572"/>
                  </a:lnTo>
                  <a:cubicBezTo>
                    <a:pt x="456955" y="438658"/>
                    <a:pt x="415045" y="472186"/>
                    <a:pt x="370341" y="501523"/>
                  </a:cubicBezTo>
                  <a:cubicBezTo>
                    <a:pt x="313064" y="539242"/>
                    <a:pt x="254390" y="572770"/>
                    <a:pt x="197113" y="611886"/>
                  </a:cubicBezTo>
                  <a:cubicBezTo>
                    <a:pt x="185937" y="620268"/>
                    <a:pt x="173364" y="625856"/>
                    <a:pt x="163585" y="634238"/>
                  </a:cubicBezTo>
                  <a:cubicBezTo>
                    <a:pt x="141233" y="652399"/>
                    <a:pt x="125866" y="676148"/>
                    <a:pt x="103514" y="694309"/>
                  </a:cubicBezTo>
                  <a:cubicBezTo>
                    <a:pt x="95132" y="708279"/>
                    <a:pt x="88147" y="720852"/>
                    <a:pt x="76971" y="732028"/>
                  </a:cubicBezTo>
                  <a:cubicBezTo>
                    <a:pt x="61604" y="758571"/>
                    <a:pt x="43443" y="783717"/>
                    <a:pt x="29473" y="813054"/>
                  </a:cubicBezTo>
                  <a:lnTo>
                    <a:pt x="22488" y="828421"/>
                  </a:lnTo>
                  <a:lnTo>
                    <a:pt x="19694" y="835406"/>
                  </a:lnTo>
                  <a:lnTo>
                    <a:pt x="15503" y="852170"/>
                  </a:lnTo>
                  <a:lnTo>
                    <a:pt x="9915" y="875919"/>
                  </a:lnTo>
                  <a:cubicBezTo>
                    <a:pt x="8518" y="896874"/>
                    <a:pt x="-1261" y="920623"/>
                    <a:pt x="136" y="942975"/>
                  </a:cubicBezTo>
                  <a:cubicBezTo>
                    <a:pt x="12709" y="941578"/>
                    <a:pt x="25282" y="941578"/>
                    <a:pt x="37855" y="941578"/>
                  </a:cubicBezTo>
                  <a:cubicBezTo>
                    <a:pt x="47634" y="941578"/>
                    <a:pt x="53222" y="944372"/>
                    <a:pt x="60207" y="945769"/>
                  </a:cubicBezTo>
                  <a:lnTo>
                    <a:pt x="83956" y="945769"/>
                  </a:lnTo>
                  <a:lnTo>
                    <a:pt x="141233" y="944372"/>
                  </a:lnTo>
                  <a:cubicBezTo>
                    <a:pt x="183143" y="942975"/>
                    <a:pt x="230641" y="941578"/>
                    <a:pt x="252993" y="944372"/>
                  </a:cubicBezTo>
                  <a:lnTo>
                    <a:pt x="259978" y="944372"/>
                  </a:lnTo>
                  <a:lnTo>
                    <a:pt x="268360" y="942975"/>
                  </a:lnTo>
                  <a:lnTo>
                    <a:pt x="278139" y="944372"/>
                  </a:lnTo>
                  <a:lnTo>
                    <a:pt x="398281" y="948563"/>
                  </a:lnTo>
                  <a:cubicBezTo>
                    <a:pt x="454161" y="949960"/>
                    <a:pt x="505850" y="952754"/>
                    <a:pt x="507247" y="952754"/>
                  </a:cubicBezTo>
                  <a:cubicBezTo>
                    <a:pt x="553348" y="948563"/>
                    <a:pt x="602243" y="942975"/>
                    <a:pt x="644153" y="944372"/>
                  </a:cubicBezTo>
                  <a:lnTo>
                    <a:pt x="659520" y="945769"/>
                  </a:lnTo>
                  <a:cubicBezTo>
                    <a:pt x="661806" y="946277"/>
                    <a:pt x="662822" y="946404"/>
                    <a:pt x="663076" y="946404"/>
                  </a:cubicBezTo>
                  <a:cubicBezTo>
                    <a:pt x="662822" y="946023"/>
                    <a:pt x="662568" y="945769"/>
                    <a:pt x="663711" y="945769"/>
                  </a:cubicBezTo>
                  <a:cubicBezTo>
                    <a:pt x="658123" y="901065"/>
                    <a:pt x="673490" y="847979"/>
                    <a:pt x="666505" y="817245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88D540C5-98CE-4587-9432-1CF68A617126}"/>
                </a:ext>
              </a:extLst>
            </p:cNvPr>
            <p:cNvSpPr/>
            <p:nvPr/>
          </p:nvSpPr>
          <p:spPr>
            <a:xfrm>
              <a:off x="4715891" y="3095497"/>
              <a:ext cx="234695" cy="229108"/>
            </a:xfrm>
            <a:custGeom>
              <a:avLst/>
              <a:gdLst>
                <a:gd name="connsiteX0" fmla="*/ 230505 w 234695"/>
                <a:gd name="connsiteY0" fmla="*/ 29337 h 229108"/>
                <a:gd name="connsiteX1" fmla="*/ 167640 w 234695"/>
                <a:gd name="connsiteY1" fmla="*/ 4191 h 229108"/>
                <a:gd name="connsiteX2" fmla="*/ 93599 w 234695"/>
                <a:gd name="connsiteY2" fmla="*/ 1397 h 229108"/>
                <a:gd name="connsiteX3" fmla="*/ 44704 w 234695"/>
                <a:gd name="connsiteY3" fmla="*/ 0 h 229108"/>
                <a:gd name="connsiteX4" fmla="*/ 20955 w 234695"/>
                <a:gd name="connsiteY4" fmla="*/ 0 h 229108"/>
                <a:gd name="connsiteX5" fmla="*/ 0 w 234695"/>
                <a:gd name="connsiteY5" fmla="*/ 41910 h 229108"/>
                <a:gd name="connsiteX6" fmla="*/ 0 w 234695"/>
                <a:gd name="connsiteY6" fmla="*/ 58674 h 229108"/>
                <a:gd name="connsiteX7" fmla="*/ 11176 w 234695"/>
                <a:gd name="connsiteY7" fmla="*/ 205359 h 229108"/>
                <a:gd name="connsiteX8" fmla="*/ 11176 w 234695"/>
                <a:gd name="connsiteY8" fmla="*/ 210947 h 229108"/>
                <a:gd name="connsiteX9" fmla="*/ 12573 w 234695"/>
                <a:gd name="connsiteY9" fmla="*/ 226314 h 229108"/>
                <a:gd name="connsiteX10" fmla="*/ 22352 w 234695"/>
                <a:gd name="connsiteY10" fmla="*/ 227711 h 229108"/>
                <a:gd name="connsiteX11" fmla="*/ 33528 w 234695"/>
                <a:gd name="connsiteY11" fmla="*/ 227711 h 229108"/>
                <a:gd name="connsiteX12" fmla="*/ 75438 w 234695"/>
                <a:gd name="connsiteY12" fmla="*/ 222123 h 229108"/>
                <a:gd name="connsiteX13" fmla="*/ 129921 w 234695"/>
                <a:gd name="connsiteY13" fmla="*/ 223520 h 229108"/>
                <a:gd name="connsiteX14" fmla="*/ 160655 w 234695"/>
                <a:gd name="connsiteY14" fmla="*/ 224917 h 229108"/>
                <a:gd name="connsiteX15" fmla="*/ 177419 w 234695"/>
                <a:gd name="connsiteY15" fmla="*/ 227711 h 229108"/>
                <a:gd name="connsiteX16" fmla="*/ 196977 w 234695"/>
                <a:gd name="connsiteY16" fmla="*/ 229108 h 229108"/>
                <a:gd name="connsiteX17" fmla="*/ 231902 w 234695"/>
                <a:gd name="connsiteY17" fmla="*/ 206756 h 229108"/>
                <a:gd name="connsiteX18" fmla="*/ 233299 w 234695"/>
                <a:gd name="connsiteY18" fmla="*/ 199771 h 229108"/>
                <a:gd name="connsiteX19" fmla="*/ 234696 w 234695"/>
                <a:gd name="connsiteY19" fmla="*/ 192786 h 229108"/>
                <a:gd name="connsiteX20" fmla="*/ 230505 w 234695"/>
                <a:gd name="connsiteY20" fmla="*/ 29337 h 229108"/>
                <a:gd name="connsiteX21" fmla="*/ 206756 w 234695"/>
                <a:gd name="connsiteY21" fmla="*/ 201168 h 229108"/>
                <a:gd name="connsiteX22" fmla="*/ 196977 w 234695"/>
                <a:gd name="connsiteY22" fmla="*/ 202565 h 229108"/>
                <a:gd name="connsiteX23" fmla="*/ 181610 w 234695"/>
                <a:gd name="connsiteY23" fmla="*/ 201168 h 229108"/>
                <a:gd name="connsiteX24" fmla="*/ 164846 w 234695"/>
                <a:gd name="connsiteY24" fmla="*/ 198374 h 229108"/>
                <a:gd name="connsiteX25" fmla="*/ 141097 w 234695"/>
                <a:gd name="connsiteY25" fmla="*/ 198374 h 229108"/>
                <a:gd name="connsiteX26" fmla="*/ 134112 w 234695"/>
                <a:gd name="connsiteY26" fmla="*/ 196977 h 229108"/>
                <a:gd name="connsiteX27" fmla="*/ 71247 w 234695"/>
                <a:gd name="connsiteY27" fmla="*/ 195580 h 229108"/>
                <a:gd name="connsiteX28" fmla="*/ 37719 w 234695"/>
                <a:gd name="connsiteY28" fmla="*/ 201168 h 229108"/>
                <a:gd name="connsiteX29" fmla="*/ 34925 w 234695"/>
                <a:gd name="connsiteY29" fmla="*/ 184404 h 229108"/>
                <a:gd name="connsiteX30" fmla="*/ 26543 w 234695"/>
                <a:gd name="connsiteY30" fmla="*/ 57277 h 229108"/>
                <a:gd name="connsiteX31" fmla="*/ 26543 w 234695"/>
                <a:gd name="connsiteY31" fmla="*/ 44704 h 229108"/>
                <a:gd name="connsiteX32" fmla="*/ 30734 w 234695"/>
                <a:gd name="connsiteY32" fmla="*/ 26543 h 229108"/>
                <a:gd name="connsiteX33" fmla="*/ 44704 w 234695"/>
                <a:gd name="connsiteY33" fmla="*/ 26543 h 229108"/>
                <a:gd name="connsiteX34" fmla="*/ 92202 w 234695"/>
                <a:gd name="connsiteY34" fmla="*/ 27940 h 229108"/>
                <a:gd name="connsiteX35" fmla="*/ 202565 w 234695"/>
                <a:gd name="connsiteY35" fmla="*/ 34925 h 229108"/>
                <a:gd name="connsiteX36" fmla="*/ 206756 w 234695"/>
                <a:gd name="connsiteY36" fmla="*/ 195580 h 229108"/>
                <a:gd name="connsiteX37" fmla="*/ 206756 w 234695"/>
                <a:gd name="connsiteY37" fmla="*/ 201168 h 229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4695" h="229108">
                  <a:moveTo>
                    <a:pt x="230505" y="29337"/>
                  </a:moveTo>
                  <a:cubicBezTo>
                    <a:pt x="231902" y="5588"/>
                    <a:pt x="180213" y="4191"/>
                    <a:pt x="167640" y="4191"/>
                  </a:cubicBezTo>
                  <a:cubicBezTo>
                    <a:pt x="162052" y="4191"/>
                    <a:pt x="127127" y="2794"/>
                    <a:pt x="93599" y="1397"/>
                  </a:cubicBezTo>
                  <a:lnTo>
                    <a:pt x="44704" y="0"/>
                  </a:lnTo>
                  <a:lnTo>
                    <a:pt x="20955" y="0"/>
                  </a:lnTo>
                  <a:cubicBezTo>
                    <a:pt x="2794" y="1397"/>
                    <a:pt x="1397" y="27940"/>
                    <a:pt x="0" y="41910"/>
                  </a:cubicBezTo>
                  <a:lnTo>
                    <a:pt x="0" y="58674"/>
                  </a:lnTo>
                  <a:cubicBezTo>
                    <a:pt x="2794" y="107569"/>
                    <a:pt x="5588" y="156464"/>
                    <a:pt x="11176" y="205359"/>
                  </a:cubicBezTo>
                  <a:lnTo>
                    <a:pt x="11176" y="210947"/>
                  </a:lnTo>
                  <a:cubicBezTo>
                    <a:pt x="13970" y="212344"/>
                    <a:pt x="9779" y="231902"/>
                    <a:pt x="12573" y="226314"/>
                  </a:cubicBezTo>
                  <a:lnTo>
                    <a:pt x="22352" y="227711"/>
                  </a:lnTo>
                  <a:cubicBezTo>
                    <a:pt x="25146" y="229108"/>
                    <a:pt x="29337" y="227711"/>
                    <a:pt x="33528" y="227711"/>
                  </a:cubicBezTo>
                  <a:cubicBezTo>
                    <a:pt x="44704" y="227711"/>
                    <a:pt x="60071" y="224917"/>
                    <a:pt x="75438" y="222123"/>
                  </a:cubicBezTo>
                  <a:cubicBezTo>
                    <a:pt x="89408" y="220726"/>
                    <a:pt x="106172" y="220726"/>
                    <a:pt x="129921" y="223520"/>
                  </a:cubicBezTo>
                  <a:cubicBezTo>
                    <a:pt x="139700" y="224917"/>
                    <a:pt x="149479" y="223520"/>
                    <a:pt x="160655" y="224917"/>
                  </a:cubicBezTo>
                  <a:lnTo>
                    <a:pt x="177419" y="227711"/>
                  </a:lnTo>
                  <a:cubicBezTo>
                    <a:pt x="184404" y="229108"/>
                    <a:pt x="191389" y="229108"/>
                    <a:pt x="196977" y="229108"/>
                  </a:cubicBezTo>
                  <a:cubicBezTo>
                    <a:pt x="215138" y="229108"/>
                    <a:pt x="230505" y="226314"/>
                    <a:pt x="231902" y="206756"/>
                  </a:cubicBezTo>
                  <a:cubicBezTo>
                    <a:pt x="233299" y="205359"/>
                    <a:pt x="233299" y="202565"/>
                    <a:pt x="233299" y="199771"/>
                  </a:cubicBezTo>
                  <a:lnTo>
                    <a:pt x="234696" y="192786"/>
                  </a:lnTo>
                  <a:cubicBezTo>
                    <a:pt x="224917" y="146685"/>
                    <a:pt x="226314" y="83820"/>
                    <a:pt x="230505" y="29337"/>
                  </a:cubicBezTo>
                  <a:close/>
                  <a:moveTo>
                    <a:pt x="206756" y="201168"/>
                  </a:moveTo>
                  <a:cubicBezTo>
                    <a:pt x="203962" y="202565"/>
                    <a:pt x="201168" y="202565"/>
                    <a:pt x="196977" y="202565"/>
                  </a:cubicBezTo>
                  <a:cubicBezTo>
                    <a:pt x="191389" y="202565"/>
                    <a:pt x="187198" y="202565"/>
                    <a:pt x="181610" y="201168"/>
                  </a:cubicBezTo>
                  <a:lnTo>
                    <a:pt x="164846" y="198374"/>
                  </a:lnTo>
                  <a:lnTo>
                    <a:pt x="141097" y="198374"/>
                  </a:lnTo>
                  <a:lnTo>
                    <a:pt x="134112" y="196977"/>
                  </a:lnTo>
                  <a:cubicBezTo>
                    <a:pt x="108966" y="194183"/>
                    <a:pt x="89408" y="194183"/>
                    <a:pt x="71247" y="195580"/>
                  </a:cubicBezTo>
                  <a:cubicBezTo>
                    <a:pt x="58674" y="198374"/>
                    <a:pt x="46101" y="199771"/>
                    <a:pt x="37719" y="201168"/>
                  </a:cubicBezTo>
                  <a:cubicBezTo>
                    <a:pt x="36322" y="195580"/>
                    <a:pt x="36322" y="189992"/>
                    <a:pt x="34925" y="184404"/>
                  </a:cubicBezTo>
                  <a:cubicBezTo>
                    <a:pt x="33528" y="176022"/>
                    <a:pt x="26543" y="57277"/>
                    <a:pt x="26543" y="57277"/>
                  </a:cubicBezTo>
                  <a:lnTo>
                    <a:pt x="26543" y="44704"/>
                  </a:lnTo>
                  <a:cubicBezTo>
                    <a:pt x="27940" y="39116"/>
                    <a:pt x="29337" y="32131"/>
                    <a:pt x="30734" y="26543"/>
                  </a:cubicBezTo>
                  <a:lnTo>
                    <a:pt x="44704" y="26543"/>
                  </a:lnTo>
                  <a:lnTo>
                    <a:pt x="92202" y="27940"/>
                  </a:lnTo>
                  <a:cubicBezTo>
                    <a:pt x="101981" y="29337"/>
                    <a:pt x="189992" y="29337"/>
                    <a:pt x="202565" y="34925"/>
                  </a:cubicBezTo>
                  <a:cubicBezTo>
                    <a:pt x="199771" y="86614"/>
                    <a:pt x="198374" y="148082"/>
                    <a:pt x="206756" y="195580"/>
                  </a:cubicBezTo>
                  <a:lnTo>
                    <a:pt x="206756" y="201168"/>
                  </a:ln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949B7A2E-80E5-4371-9CF1-8A6699347808}"/>
                </a:ext>
              </a:extLst>
            </p:cNvPr>
            <p:cNvSpPr/>
            <p:nvPr/>
          </p:nvSpPr>
          <p:spPr>
            <a:xfrm>
              <a:off x="3892854" y="2316691"/>
              <a:ext cx="722967" cy="1005119"/>
            </a:xfrm>
            <a:custGeom>
              <a:avLst/>
              <a:gdLst>
                <a:gd name="connsiteX0" fmla="*/ 695909 w 722967"/>
                <a:gd name="connsiteY0" fmla="*/ 816524 h 1005119"/>
                <a:gd name="connsiteX1" fmla="*/ 688924 w 722967"/>
                <a:gd name="connsiteY1" fmla="*/ 813730 h 1005119"/>
                <a:gd name="connsiteX2" fmla="*/ 677748 w 722967"/>
                <a:gd name="connsiteY2" fmla="*/ 810936 h 1005119"/>
                <a:gd name="connsiteX3" fmla="*/ 417906 w 722967"/>
                <a:gd name="connsiteY3" fmla="*/ 823510 h 1005119"/>
                <a:gd name="connsiteX4" fmla="*/ 350850 w 722967"/>
                <a:gd name="connsiteY4" fmla="*/ 816524 h 1005119"/>
                <a:gd name="connsiteX5" fmla="*/ 317322 w 722967"/>
                <a:gd name="connsiteY5" fmla="*/ 817921 h 1005119"/>
                <a:gd name="connsiteX6" fmla="*/ 287985 w 722967"/>
                <a:gd name="connsiteY6" fmla="*/ 815127 h 1005119"/>
                <a:gd name="connsiteX7" fmla="*/ 357835 w 722967"/>
                <a:gd name="connsiteY7" fmla="*/ 741086 h 1005119"/>
                <a:gd name="connsiteX8" fmla="*/ 382981 w 722967"/>
                <a:gd name="connsiteY8" fmla="*/ 721528 h 1005119"/>
                <a:gd name="connsiteX9" fmla="*/ 394157 w 722967"/>
                <a:gd name="connsiteY9" fmla="*/ 710352 h 1005119"/>
                <a:gd name="connsiteX10" fmla="*/ 405333 w 722967"/>
                <a:gd name="connsiteY10" fmla="*/ 699176 h 1005119"/>
                <a:gd name="connsiteX11" fmla="*/ 487756 w 722967"/>
                <a:gd name="connsiteY11" fmla="*/ 657266 h 1005119"/>
                <a:gd name="connsiteX12" fmla="*/ 532460 w 722967"/>
                <a:gd name="connsiteY12" fmla="*/ 625135 h 1005119"/>
                <a:gd name="connsiteX13" fmla="*/ 547827 w 722967"/>
                <a:gd name="connsiteY13" fmla="*/ 619547 h 1005119"/>
                <a:gd name="connsiteX14" fmla="*/ 556209 w 722967"/>
                <a:gd name="connsiteY14" fmla="*/ 612562 h 1005119"/>
                <a:gd name="connsiteX15" fmla="*/ 563194 w 722967"/>
                <a:gd name="connsiteY15" fmla="*/ 606974 h 1005119"/>
                <a:gd name="connsiteX16" fmla="*/ 572973 w 722967"/>
                <a:gd name="connsiteY16" fmla="*/ 602783 h 1005119"/>
                <a:gd name="connsiteX17" fmla="*/ 589737 w 722967"/>
                <a:gd name="connsiteY17" fmla="*/ 583225 h 1005119"/>
                <a:gd name="connsiteX18" fmla="*/ 599516 w 722967"/>
                <a:gd name="connsiteY18" fmla="*/ 576240 h 1005119"/>
                <a:gd name="connsiteX19" fmla="*/ 653999 w 722967"/>
                <a:gd name="connsiteY19" fmla="*/ 516169 h 1005119"/>
                <a:gd name="connsiteX20" fmla="*/ 683336 w 722967"/>
                <a:gd name="connsiteY20" fmla="*/ 478450 h 1005119"/>
                <a:gd name="connsiteX21" fmla="*/ 705688 w 722967"/>
                <a:gd name="connsiteY21" fmla="*/ 407203 h 1005119"/>
                <a:gd name="connsiteX22" fmla="*/ 704291 w 722967"/>
                <a:gd name="connsiteY22" fmla="*/ 390439 h 1005119"/>
                <a:gd name="connsiteX23" fmla="*/ 705688 w 722967"/>
                <a:gd name="connsiteY23" fmla="*/ 382057 h 1005119"/>
                <a:gd name="connsiteX24" fmla="*/ 709879 w 722967"/>
                <a:gd name="connsiteY24" fmla="*/ 271694 h 1005119"/>
                <a:gd name="connsiteX25" fmla="*/ 698703 w 722967"/>
                <a:gd name="connsiteY25" fmla="*/ 210226 h 1005119"/>
                <a:gd name="connsiteX26" fmla="*/ 691718 w 722967"/>
                <a:gd name="connsiteY26" fmla="*/ 194859 h 1005119"/>
                <a:gd name="connsiteX27" fmla="*/ 683336 w 722967"/>
                <a:gd name="connsiteY27" fmla="*/ 179492 h 1005119"/>
                <a:gd name="connsiteX28" fmla="*/ 672160 w 722967"/>
                <a:gd name="connsiteY28" fmla="*/ 152949 h 1005119"/>
                <a:gd name="connsiteX29" fmla="*/ 663778 w 722967"/>
                <a:gd name="connsiteY29" fmla="*/ 141773 h 1005119"/>
                <a:gd name="connsiteX30" fmla="*/ 656793 w 722967"/>
                <a:gd name="connsiteY30" fmla="*/ 127803 h 1005119"/>
                <a:gd name="connsiteX31" fmla="*/ 512902 w 722967"/>
                <a:gd name="connsiteY31" fmla="*/ 24425 h 1005119"/>
                <a:gd name="connsiteX32" fmla="*/ 503123 w 722967"/>
                <a:gd name="connsiteY32" fmla="*/ 20234 h 1005119"/>
                <a:gd name="connsiteX33" fmla="*/ 401142 w 722967"/>
                <a:gd name="connsiteY33" fmla="*/ 2073 h 1005119"/>
                <a:gd name="connsiteX34" fmla="*/ 331292 w 722967"/>
                <a:gd name="connsiteY34" fmla="*/ 4867 h 1005119"/>
                <a:gd name="connsiteX35" fmla="*/ 320116 w 722967"/>
                <a:gd name="connsiteY35" fmla="*/ 4867 h 1005119"/>
                <a:gd name="connsiteX36" fmla="*/ 286588 w 722967"/>
                <a:gd name="connsiteY36" fmla="*/ 16043 h 1005119"/>
                <a:gd name="connsiteX37" fmla="*/ 265633 w 722967"/>
                <a:gd name="connsiteY37" fmla="*/ 21631 h 1005119"/>
                <a:gd name="connsiteX38" fmla="*/ 246075 w 722967"/>
                <a:gd name="connsiteY38" fmla="*/ 30013 h 1005119"/>
                <a:gd name="connsiteX39" fmla="*/ 237693 w 722967"/>
                <a:gd name="connsiteY39" fmla="*/ 34204 h 1005119"/>
                <a:gd name="connsiteX40" fmla="*/ 227914 w 722967"/>
                <a:gd name="connsiteY40" fmla="*/ 38395 h 1005119"/>
                <a:gd name="connsiteX41" fmla="*/ 218135 w 722967"/>
                <a:gd name="connsiteY41" fmla="*/ 42586 h 1005119"/>
                <a:gd name="connsiteX42" fmla="*/ 153873 w 722967"/>
                <a:gd name="connsiteY42" fmla="*/ 76114 h 1005119"/>
                <a:gd name="connsiteX43" fmla="*/ 130124 w 722967"/>
                <a:gd name="connsiteY43" fmla="*/ 97069 h 1005119"/>
                <a:gd name="connsiteX44" fmla="*/ 118948 w 722967"/>
                <a:gd name="connsiteY44" fmla="*/ 111039 h 1005119"/>
                <a:gd name="connsiteX45" fmla="*/ 103581 w 722967"/>
                <a:gd name="connsiteY45" fmla="*/ 127803 h 1005119"/>
                <a:gd name="connsiteX46" fmla="*/ 82626 w 722967"/>
                <a:gd name="connsiteY46" fmla="*/ 161331 h 1005119"/>
                <a:gd name="connsiteX47" fmla="*/ 72847 w 722967"/>
                <a:gd name="connsiteY47" fmla="*/ 172507 h 1005119"/>
                <a:gd name="connsiteX48" fmla="*/ 68656 w 722967"/>
                <a:gd name="connsiteY48" fmla="*/ 179492 h 1005119"/>
                <a:gd name="connsiteX49" fmla="*/ 67259 w 722967"/>
                <a:gd name="connsiteY49" fmla="*/ 186477 h 1005119"/>
                <a:gd name="connsiteX50" fmla="*/ 60274 w 722967"/>
                <a:gd name="connsiteY50" fmla="*/ 197653 h 1005119"/>
                <a:gd name="connsiteX51" fmla="*/ 57480 w 722967"/>
                <a:gd name="connsiteY51" fmla="*/ 206035 h 1005119"/>
                <a:gd name="connsiteX52" fmla="*/ 53289 w 722967"/>
                <a:gd name="connsiteY52" fmla="*/ 214417 h 1005119"/>
                <a:gd name="connsiteX53" fmla="*/ 49098 w 722967"/>
                <a:gd name="connsiteY53" fmla="*/ 225593 h 1005119"/>
                <a:gd name="connsiteX54" fmla="*/ 47701 w 722967"/>
                <a:gd name="connsiteY54" fmla="*/ 233975 h 1005119"/>
                <a:gd name="connsiteX55" fmla="*/ 43510 w 722967"/>
                <a:gd name="connsiteY55" fmla="*/ 245151 h 1005119"/>
                <a:gd name="connsiteX56" fmla="*/ 42113 w 722967"/>
                <a:gd name="connsiteY56" fmla="*/ 266106 h 1005119"/>
                <a:gd name="connsiteX57" fmla="*/ 37922 w 722967"/>
                <a:gd name="connsiteY57" fmla="*/ 278679 h 1005119"/>
                <a:gd name="connsiteX58" fmla="*/ 35128 w 722967"/>
                <a:gd name="connsiteY58" fmla="*/ 299634 h 1005119"/>
                <a:gd name="connsiteX59" fmla="*/ 35128 w 722967"/>
                <a:gd name="connsiteY59" fmla="*/ 306619 h 1005119"/>
                <a:gd name="connsiteX60" fmla="*/ 25349 w 722967"/>
                <a:gd name="connsiteY60" fmla="*/ 354117 h 1005119"/>
                <a:gd name="connsiteX61" fmla="*/ 32334 w 722967"/>
                <a:gd name="connsiteY61" fmla="*/ 398821 h 1005119"/>
                <a:gd name="connsiteX62" fmla="*/ 60274 w 722967"/>
                <a:gd name="connsiteY62" fmla="*/ 404409 h 1005119"/>
                <a:gd name="connsiteX63" fmla="*/ 81229 w 722967"/>
                <a:gd name="connsiteY63" fmla="*/ 404409 h 1005119"/>
                <a:gd name="connsiteX64" fmla="*/ 236296 w 722967"/>
                <a:gd name="connsiteY64" fmla="*/ 397424 h 1005119"/>
                <a:gd name="connsiteX65" fmla="*/ 255854 w 722967"/>
                <a:gd name="connsiteY65" fmla="*/ 266106 h 1005119"/>
                <a:gd name="connsiteX66" fmla="*/ 324307 w 722967"/>
                <a:gd name="connsiteY66" fmla="*/ 185080 h 1005119"/>
                <a:gd name="connsiteX67" fmla="*/ 447243 w 722967"/>
                <a:gd name="connsiteY67" fmla="*/ 208829 h 1005119"/>
                <a:gd name="connsiteX68" fmla="*/ 458419 w 722967"/>
                <a:gd name="connsiteY68" fmla="*/ 218608 h 1005119"/>
                <a:gd name="connsiteX69" fmla="*/ 465404 w 722967"/>
                <a:gd name="connsiteY69" fmla="*/ 221402 h 1005119"/>
                <a:gd name="connsiteX70" fmla="*/ 501726 w 722967"/>
                <a:gd name="connsiteY70" fmla="*/ 351323 h 1005119"/>
                <a:gd name="connsiteX71" fmla="*/ 500329 w 722967"/>
                <a:gd name="connsiteY71" fmla="*/ 359705 h 1005119"/>
                <a:gd name="connsiteX72" fmla="*/ 498932 w 722967"/>
                <a:gd name="connsiteY72" fmla="*/ 369484 h 1005119"/>
                <a:gd name="connsiteX73" fmla="*/ 491947 w 722967"/>
                <a:gd name="connsiteY73" fmla="*/ 386248 h 1005119"/>
                <a:gd name="connsiteX74" fmla="*/ 484962 w 722967"/>
                <a:gd name="connsiteY74" fmla="*/ 401615 h 1005119"/>
                <a:gd name="connsiteX75" fmla="*/ 382981 w 722967"/>
                <a:gd name="connsiteY75" fmla="*/ 504993 h 1005119"/>
                <a:gd name="connsiteX76" fmla="*/ 208356 w 722967"/>
                <a:gd name="connsiteY76" fmla="*/ 615356 h 1005119"/>
                <a:gd name="connsiteX77" fmla="*/ 173431 w 722967"/>
                <a:gd name="connsiteY77" fmla="*/ 639105 h 1005119"/>
                <a:gd name="connsiteX78" fmla="*/ 107772 w 722967"/>
                <a:gd name="connsiteY78" fmla="*/ 704764 h 1005119"/>
                <a:gd name="connsiteX79" fmla="*/ 79832 w 722967"/>
                <a:gd name="connsiteY79" fmla="*/ 742483 h 1005119"/>
                <a:gd name="connsiteX80" fmla="*/ 30937 w 722967"/>
                <a:gd name="connsiteY80" fmla="*/ 827700 h 1005119"/>
                <a:gd name="connsiteX81" fmla="*/ 23952 w 722967"/>
                <a:gd name="connsiteY81" fmla="*/ 843068 h 1005119"/>
                <a:gd name="connsiteX82" fmla="*/ 21158 w 722967"/>
                <a:gd name="connsiteY82" fmla="*/ 854243 h 1005119"/>
                <a:gd name="connsiteX83" fmla="*/ 16967 w 722967"/>
                <a:gd name="connsiteY83" fmla="*/ 871008 h 1005119"/>
                <a:gd name="connsiteX84" fmla="*/ 9982 w 722967"/>
                <a:gd name="connsiteY84" fmla="*/ 897550 h 1005119"/>
                <a:gd name="connsiteX85" fmla="*/ 1600 w 722967"/>
                <a:gd name="connsiteY85" fmla="*/ 947843 h 1005119"/>
                <a:gd name="connsiteX86" fmla="*/ 63068 w 722967"/>
                <a:gd name="connsiteY86" fmla="*/ 993944 h 1005119"/>
                <a:gd name="connsiteX87" fmla="*/ 71450 w 722967"/>
                <a:gd name="connsiteY87" fmla="*/ 995341 h 1005119"/>
                <a:gd name="connsiteX88" fmla="*/ 79832 w 722967"/>
                <a:gd name="connsiteY88" fmla="*/ 998135 h 1005119"/>
                <a:gd name="connsiteX89" fmla="*/ 92405 w 722967"/>
                <a:gd name="connsiteY89" fmla="*/ 999532 h 1005119"/>
                <a:gd name="connsiteX90" fmla="*/ 111963 w 722967"/>
                <a:gd name="connsiteY90" fmla="*/ 998135 h 1005119"/>
                <a:gd name="connsiteX91" fmla="*/ 167843 w 722967"/>
                <a:gd name="connsiteY91" fmla="*/ 996738 h 1005119"/>
                <a:gd name="connsiteX92" fmla="*/ 279603 w 722967"/>
                <a:gd name="connsiteY92" fmla="*/ 996738 h 1005119"/>
                <a:gd name="connsiteX93" fmla="*/ 287985 w 722967"/>
                <a:gd name="connsiteY93" fmla="*/ 996738 h 1005119"/>
                <a:gd name="connsiteX94" fmla="*/ 296367 w 722967"/>
                <a:gd name="connsiteY94" fmla="*/ 995341 h 1005119"/>
                <a:gd name="connsiteX95" fmla="*/ 303352 w 722967"/>
                <a:gd name="connsiteY95" fmla="*/ 996738 h 1005119"/>
                <a:gd name="connsiteX96" fmla="*/ 423494 w 722967"/>
                <a:gd name="connsiteY96" fmla="*/ 1000929 h 1005119"/>
                <a:gd name="connsiteX97" fmla="*/ 536651 w 722967"/>
                <a:gd name="connsiteY97" fmla="*/ 1005120 h 1005119"/>
                <a:gd name="connsiteX98" fmla="*/ 669366 w 722967"/>
                <a:gd name="connsiteY98" fmla="*/ 998135 h 1005119"/>
                <a:gd name="connsiteX99" fmla="*/ 684733 w 722967"/>
                <a:gd name="connsiteY99" fmla="*/ 998135 h 1005119"/>
                <a:gd name="connsiteX100" fmla="*/ 716864 w 722967"/>
                <a:gd name="connsiteY100" fmla="*/ 986959 h 1005119"/>
                <a:gd name="connsiteX101" fmla="*/ 718261 w 722967"/>
                <a:gd name="connsiteY101" fmla="*/ 908727 h 1005119"/>
                <a:gd name="connsiteX102" fmla="*/ 695909 w 722967"/>
                <a:gd name="connsiteY102" fmla="*/ 816524 h 1005119"/>
                <a:gd name="connsiteX103" fmla="*/ 690321 w 722967"/>
                <a:gd name="connsiteY103" fmla="*/ 971592 h 1005119"/>
                <a:gd name="connsiteX104" fmla="*/ 689686 w 722967"/>
                <a:gd name="connsiteY104" fmla="*/ 972227 h 1005119"/>
                <a:gd name="connsiteX105" fmla="*/ 686130 w 722967"/>
                <a:gd name="connsiteY105" fmla="*/ 971592 h 1005119"/>
                <a:gd name="connsiteX106" fmla="*/ 670763 w 722967"/>
                <a:gd name="connsiteY106" fmla="*/ 970195 h 1005119"/>
                <a:gd name="connsiteX107" fmla="*/ 533857 w 722967"/>
                <a:gd name="connsiteY107" fmla="*/ 978577 h 1005119"/>
                <a:gd name="connsiteX108" fmla="*/ 424891 w 722967"/>
                <a:gd name="connsiteY108" fmla="*/ 974386 h 1005119"/>
                <a:gd name="connsiteX109" fmla="*/ 304749 w 722967"/>
                <a:gd name="connsiteY109" fmla="*/ 970195 h 1005119"/>
                <a:gd name="connsiteX110" fmla="*/ 294970 w 722967"/>
                <a:gd name="connsiteY110" fmla="*/ 968797 h 1005119"/>
                <a:gd name="connsiteX111" fmla="*/ 286588 w 722967"/>
                <a:gd name="connsiteY111" fmla="*/ 970195 h 1005119"/>
                <a:gd name="connsiteX112" fmla="*/ 279603 w 722967"/>
                <a:gd name="connsiteY112" fmla="*/ 970195 h 1005119"/>
                <a:gd name="connsiteX113" fmla="*/ 167843 w 722967"/>
                <a:gd name="connsiteY113" fmla="*/ 970195 h 1005119"/>
                <a:gd name="connsiteX114" fmla="*/ 110566 w 722967"/>
                <a:gd name="connsiteY114" fmla="*/ 971592 h 1005119"/>
                <a:gd name="connsiteX115" fmla="*/ 86817 w 722967"/>
                <a:gd name="connsiteY115" fmla="*/ 971592 h 1005119"/>
                <a:gd name="connsiteX116" fmla="*/ 64465 w 722967"/>
                <a:gd name="connsiteY116" fmla="*/ 967400 h 1005119"/>
                <a:gd name="connsiteX117" fmla="*/ 26746 w 722967"/>
                <a:gd name="connsiteY117" fmla="*/ 968797 h 1005119"/>
                <a:gd name="connsiteX118" fmla="*/ 36525 w 722967"/>
                <a:gd name="connsiteY118" fmla="*/ 901741 h 1005119"/>
                <a:gd name="connsiteX119" fmla="*/ 42113 w 722967"/>
                <a:gd name="connsiteY119" fmla="*/ 877993 h 1005119"/>
                <a:gd name="connsiteX120" fmla="*/ 46304 w 722967"/>
                <a:gd name="connsiteY120" fmla="*/ 861229 h 1005119"/>
                <a:gd name="connsiteX121" fmla="*/ 49098 w 722967"/>
                <a:gd name="connsiteY121" fmla="*/ 854243 h 1005119"/>
                <a:gd name="connsiteX122" fmla="*/ 56083 w 722967"/>
                <a:gd name="connsiteY122" fmla="*/ 838877 h 1005119"/>
                <a:gd name="connsiteX123" fmla="*/ 103581 w 722967"/>
                <a:gd name="connsiteY123" fmla="*/ 757850 h 1005119"/>
                <a:gd name="connsiteX124" fmla="*/ 130124 w 722967"/>
                <a:gd name="connsiteY124" fmla="*/ 720131 h 1005119"/>
                <a:gd name="connsiteX125" fmla="*/ 190195 w 722967"/>
                <a:gd name="connsiteY125" fmla="*/ 660060 h 1005119"/>
                <a:gd name="connsiteX126" fmla="*/ 223723 w 722967"/>
                <a:gd name="connsiteY126" fmla="*/ 637708 h 1005119"/>
                <a:gd name="connsiteX127" fmla="*/ 396951 w 722967"/>
                <a:gd name="connsiteY127" fmla="*/ 527345 h 1005119"/>
                <a:gd name="connsiteX128" fmla="*/ 510108 w 722967"/>
                <a:gd name="connsiteY128" fmla="*/ 411394 h 1005119"/>
                <a:gd name="connsiteX129" fmla="*/ 515696 w 722967"/>
                <a:gd name="connsiteY129" fmla="*/ 396027 h 1005119"/>
                <a:gd name="connsiteX130" fmla="*/ 524078 w 722967"/>
                <a:gd name="connsiteY130" fmla="*/ 379263 h 1005119"/>
                <a:gd name="connsiteX131" fmla="*/ 526872 w 722967"/>
                <a:gd name="connsiteY131" fmla="*/ 369484 h 1005119"/>
                <a:gd name="connsiteX132" fmla="*/ 529666 w 722967"/>
                <a:gd name="connsiteY132" fmla="*/ 355514 h 1005119"/>
                <a:gd name="connsiteX133" fmla="*/ 531063 w 722967"/>
                <a:gd name="connsiteY133" fmla="*/ 347132 h 1005119"/>
                <a:gd name="connsiteX134" fmla="*/ 479374 w 722967"/>
                <a:gd name="connsiteY134" fmla="*/ 199050 h 1005119"/>
                <a:gd name="connsiteX135" fmla="*/ 472389 w 722967"/>
                <a:gd name="connsiteY135" fmla="*/ 196256 h 1005119"/>
                <a:gd name="connsiteX136" fmla="*/ 464007 w 722967"/>
                <a:gd name="connsiteY136" fmla="*/ 187874 h 1005119"/>
                <a:gd name="connsiteX137" fmla="*/ 314528 w 722967"/>
                <a:gd name="connsiteY137" fmla="*/ 159934 h 1005119"/>
                <a:gd name="connsiteX138" fmla="*/ 230708 w 722967"/>
                <a:gd name="connsiteY138" fmla="*/ 257724 h 1005119"/>
                <a:gd name="connsiteX139" fmla="*/ 211150 w 722967"/>
                <a:gd name="connsiteY139" fmla="*/ 386248 h 1005119"/>
                <a:gd name="connsiteX140" fmla="*/ 84023 w 722967"/>
                <a:gd name="connsiteY140" fmla="*/ 376469 h 1005119"/>
                <a:gd name="connsiteX141" fmla="*/ 53289 w 722967"/>
                <a:gd name="connsiteY141" fmla="*/ 379263 h 1005119"/>
                <a:gd name="connsiteX142" fmla="*/ 51892 w 722967"/>
                <a:gd name="connsiteY142" fmla="*/ 356911 h 1005119"/>
                <a:gd name="connsiteX143" fmla="*/ 61671 w 722967"/>
                <a:gd name="connsiteY143" fmla="*/ 308016 h 1005119"/>
                <a:gd name="connsiteX144" fmla="*/ 61671 w 722967"/>
                <a:gd name="connsiteY144" fmla="*/ 301031 h 1005119"/>
                <a:gd name="connsiteX145" fmla="*/ 65862 w 722967"/>
                <a:gd name="connsiteY145" fmla="*/ 280076 h 1005119"/>
                <a:gd name="connsiteX146" fmla="*/ 68656 w 722967"/>
                <a:gd name="connsiteY146" fmla="*/ 260518 h 1005119"/>
                <a:gd name="connsiteX147" fmla="*/ 70053 w 722967"/>
                <a:gd name="connsiteY147" fmla="*/ 252136 h 1005119"/>
                <a:gd name="connsiteX148" fmla="*/ 72847 w 722967"/>
                <a:gd name="connsiteY148" fmla="*/ 240960 h 1005119"/>
                <a:gd name="connsiteX149" fmla="*/ 78435 w 722967"/>
                <a:gd name="connsiteY149" fmla="*/ 224196 h 1005119"/>
                <a:gd name="connsiteX150" fmla="*/ 81229 w 722967"/>
                <a:gd name="connsiteY150" fmla="*/ 217211 h 1005119"/>
                <a:gd name="connsiteX151" fmla="*/ 88214 w 722967"/>
                <a:gd name="connsiteY151" fmla="*/ 204638 h 1005119"/>
                <a:gd name="connsiteX152" fmla="*/ 96596 w 722967"/>
                <a:gd name="connsiteY152" fmla="*/ 186477 h 1005119"/>
                <a:gd name="connsiteX153" fmla="*/ 106375 w 722967"/>
                <a:gd name="connsiteY153" fmla="*/ 172507 h 1005119"/>
                <a:gd name="connsiteX154" fmla="*/ 124536 w 722967"/>
                <a:gd name="connsiteY154" fmla="*/ 145964 h 1005119"/>
                <a:gd name="connsiteX155" fmla="*/ 138506 w 722967"/>
                <a:gd name="connsiteY155" fmla="*/ 129200 h 1005119"/>
                <a:gd name="connsiteX156" fmla="*/ 149682 w 722967"/>
                <a:gd name="connsiteY156" fmla="*/ 115230 h 1005119"/>
                <a:gd name="connsiteX157" fmla="*/ 163652 w 722967"/>
                <a:gd name="connsiteY157" fmla="*/ 105451 h 1005119"/>
                <a:gd name="connsiteX158" fmla="*/ 172034 w 722967"/>
                <a:gd name="connsiteY158" fmla="*/ 97069 h 1005119"/>
                <a:gd name="connsiteX159" fmla="*/ 229311 w 722967"/>
                <a:gd name="connsiteY159" fmla="*/ 66335 h 1005119"/>
                <a:gd name="connsiteX160" fmla="*/ 236296 w 722967"/>
                <a:gd name="connsiteY160" fmla="*/ 63541 h 1005119"/>
                <a:gd name="connsiteX161" fmla="*/ 251663 w 722967"/>
                <a:gd name="connsiteY161" fmla="*/ 57953 h 1005119"/>
                <a:gd name="connsiteX162" fmla="*/ 260045 w 722967"/>
                <a:gd name="connsiteY162" fmla="*/ 52365 h 1005119"/>
                <a:gd name="connsiteX163" fmla="*/ 274015 w 722967"/>
                <a:gd name="connsiteY163" fmla="*/ 46777 h 1005119"/>
                <a:gd name="connsiteX164" fmla="*/ 293573 w 722967"/>
                <a:gd name="connsiteY164" fmla="*/ 41189 h 1005119"/>
                <a:gd name="connsiteX165" fmla="*/ 325704 w 722967"/>
                <a:gd name="connsiteY165" fmla="*/ 31410 h 1005119"/>
                <a:gd name="connsiteX166" fmla="*/ 335483 w 722967"/>
                <a:gd name="connsiteY166" fmla="*/ 31410 h 1005119"/>
                <a:gd name="connsiteX167" fmla="*/ 388569 w 722967"/>
                <a:gd name="connsiteY167" fmla="*/ 25822 h 1005119"/>
                <a:gd name="connsiteX168" fmla="*/ 396951 w 722967"/>
                <a:gd name="connsiteY168" fmla="*/ 28616 h 1005119"/>
                <a:gd name="connsiteX169" fmla="*/ 494741 w 722967"/>
                <a:gd name="connsiteY169" fmla="*/ 46777 h 1005119"/>
                <a:gd name="connsiteX170" fmla="*/ 505917 w 722967"/>
                <a:gd name="connsiteY170" fmla="*/ 50968 h 1005119"/>
                <a:gd name="connsiteX171" fmla="*/ 635838 w 722967"/>
                <a:gd name="connsiteY171" fmla="*/ 144567 h 1005119"/>
                <a:gd name="connsiteX172" fmla="*/ 641426 w 722967"/>
                <a:gd name="connsiteY172" fmla="*/ 155743 h 1005119"/>
                <a:gd name="connsiteX173" fmla="*/ 649808 w 722967"/>
                <a:gd name="connsiteY173" fmla="*/ 168316 h 1005119"/>
                <a:gd name="connsiteX174" fmla="*/ 659587 w 722967"/>
                <a:gd name="connsiteY174" fmla="*/ 189271 h 1005119"/>
                <a:gd name="connsiteX175" fmla="*/ 666572 w 722967"/>
                <a:gd name="connsiteY175" fmla="*/ 206035 h 1005119"/>
                <a:gd name="connsiteX176" fmla="*/ 672160 w 722967"/>
                <a:gd name="connsiteY176" fmla="*/ 218608 h 1005119"/>
                <a:gd name="connsiteX177" fmla="*/ 683336 w 722967"/>
                <a:gd name="connsiteY177" fmla="*/ 275885 h 1005119"/>
                <a:gd name="connsiteX178" fmla="*/ 679145 w 722967"/>
                <a:gd name="connsiteY178" fmla="*/ 379263 h 1005119"/>
                <a:gd name="connsiteX179" fmla="*/ 677748 w 722967"/>
                <a:gd name="connsiteY179" fmla="*/ 391836 h 1005119"/>
                <a:gd name="connsiteX180" fmla="*/ 679145 w 722967"/>
                <a:gd name="connsiteY180" fmla="*/ 412791 h 1005119"/>
                <a:gd name="connsiteX181" fmla="*/ 660984 w 722967"/>
                <a:gd name="connsiteY181" fmla="*/ 464480 h 1005119"/>
                <a:gd name="connsiteX182" fmla="*/ 633044 w 722967"/>
                <a:gd name="connsiteY182" fmla="*/ 499405 h 1005119"/>
                <a:gd name="connsiteX183" fmla="*/ 570179 w 722967"/>
                <a:gd name="connsiteY183" fmla="*/ 565064 h 1005119"/>
                <a:gd name="connsiteX184" fmla="*/ 557860 w 722967"/>
                <a:gd name="connsiteY184" fmla="*/ 581574 h 1005119"/>
                <a:gd name="connsiteX185" fmla="*/ 549224 w 722967"/>
                <a:gd name="connsiteY185" fmla="*/ 584622 h 1005119"/>
                <a:gd name="connsiteX186" fmla="*/ 539445 w 722967"/>
                <a:gd name="connsiteY186" fmla="*/ 591607 h 1005119"/>
                <a:gd name="connsiteX187" fmla="*/ 532460 w 722967"/>
                <a:gd name="connsiteY187" fmla="*/ 597195 h 1005119"/>
                <a:gd name="connsiteX188" fmla="*/ 519887 w 722967"/>
                <a:gd name="connsiteY188" fmla="*/ 601386 h 1005119"/>
                <a:gd name="connsiteX189" fmla="*/ 476580 w 722967"/>
                <a:gd name="connsiteY189" fmla="*/ 633517 h 1005119"/>
                <a:gd name="connsiteX190" fmla="*/ 389966 w 722967"/>
                <a:gd name="connsiteY190" fmla="*/ 678221 h 1005119"/>
                <a:gd name="connsiteX191" fmla="*/ 374599 w 722967"/>
                <a:gd name="connsiteY191" fmla="*/ 690794 h 1005119"/>
                <a:gd name="connsiteX192" fmla="*/ 363423 w 722967"/>
                <a:gd name="connsiteY192" fmla="*/ 703367 h 1005119"/>
                <a:gd name="connsiteX193" fmla="*/ 331292 w 722967"/>
                <a:gd name="connsiteY193" fmla="*/ 735498 h 1005119"/>
                <a:gd name="connsiteX194" fmla="*/ 265633 w 722967"/>
                <a:gd name="connsiteY194" fmla="*/ 801157 h 1005119"/>
                <a:gd name="connsiteX195" fmla="*/ 317322 w 722967"/>
                <a:gd name="connsiteY195" fmla="*/ 844465 h 1005119"/>
                <a:gd name="connsiteX196" fmla="*/ 350850 w 722967"/>
                <a:gd name="connsiteY196" fmla="*/ 844465 h 1005119"/>
                <a:gd name="connsiteX197" fmla="*/ 415112 w 722967"/>
                <a:gd name="connsiteY197" fmla="*/ 850052 h 1005119"/>
                <a:gd name="connsiteX198" fmla="*/ 680542 w 722967"/>
                <a:gd name="connsiteY198" fmla="*/ 838877 h 1005119"/>
                <a:gd name="connsiteX199" fmla="*/ 693115 w 722967"/>
                <a:gd name="connsiteY199" fmla="*/ 843068 h 1005119"/>
                <a:gd name="connsiteX200" fmla="*/ 690321 w 722967"/>
                <a:gd name="connsiteY200" fmla="*/ 971592 h 1005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</a:cxnLst>
              <a:rect l="l" t="t" r="r" b="b"/>
              <a:pathLst>
                <a:path w="722967" h="1005119">
                  <a:moveTo>
                    <a:pt x="695909" y="816524"/>
                  </a:moveTo>
                  <a:lnTo>
                    <a:pt x="688924" y="813730"/>
                  </a:lnTo>
                  <a:lnTo>
                    <a:pt x="677748" y="810936"/>
                  </a:lnTo>
                  <a:cubicBezTo>
                    <a:pt x="677748" y="810936"/>
                    <a:pt x="437464" y="824907"/>
                    <a:pt x="417906" y="823510"/>
                  </a:cubicBezTo>
                  <a:cubicBezTo>
                    <a:pt x="395554" y="820715"/>
                    <a:pt x="373202" y="817921"/>
                    <a:pt x="350850" y="816524"/>
                  </a:cubicBezTo>
                  <a:cubicBezTo>
                    <a:pt x="339674" y="816524"/>
                    <a:pt x="328498" y="817921"/>
                    <a:pt x="317322" y="817921"/>
                  </a:cubicBezTo>
                  <a:cubicBezTo>
                    <a:pt x="306146" y="817921"/>
                    <a:pt x="296367" y="817921"/>
                    <a:pt x="287985" y="815127"/>
                  </a:cubicBezTo>
                  <a:cubicBezTo>
                    <a:pt x="306146" y="788584"/>
                    <a:pt x="334086" y="770423"/>
                    <a:pt x="357835" y="741086"/>
                  </a:cubicBezTo>
                  <a:cubicBezTo>
                    <a:pt x="367614" y="736895"/>
                    <a:pt x="375996" y="728513"/>
                    <a:pt x="382981" y="721528"/>
                  </a:cubicBezTo>
                  <a:lnTo>
                    <a:pt x="394157" y="710352"/>
                  </a:lnTo>
                  <a:cubicBezTo>
                    <a:pt x="396951" y="706161"/>
                    <a:pt x="401142" y="703367"/>
                    <a:pt x="405333" y="699176"/>
                  </a:cubicBezTo>
                  <a:cubicBezTo>
                    <a:pt x="430479" y="681015"/>
                    <a:pt x="461213" y="672633"/>
                    <a:pt x="487756" y="657266"/>
                  </a:cubicBezTo>
                  <a:cubicBezTo>
                    <a:pt x="504520" y="648884"/>
                    <a:pt x="517093" y="634914"/>
                    <a:pt x="532460" y="625135"/>
                  </a:cubicBezTo>
                  <a:lnTo>
                    <a:pt x="547827" y="619547"/>
                  </a:lnTo>
                  <a:lnTo>
                    <a:pt x="556209" y="612562"/>
                  </a:lnTo>
                  <a:lnTo>
                    <a:pt x="563194" y="606974"/>
                  </a:lnTo>
                  <a:lnTo>
                    <a:pt x="572973" y="602783"/>
                  </a:lnTo>
                  <a:cubicBezTo>
                    <a:pt x="578561" y="598592"/>
                    <a:pt x="586943" y="587416"/>
                    <a:pt x="589737" y="583225"/>
                  </a:cubicBezTo>
                  <a:lnTo>
                    <a:pt x="599516" y="576240"/>
                  </a:lnTo>
                  <a:cubicBezTo>
                    <a:pt x="620471" y="562270"/>
                    <a:pt x="641426" y="535727"/>
                    <a:pt x="653999" y="516169"/>
                  </a:cubicBezTo>
                  <a:cubicBezTo>
                    <a:pt x="663778" y="503596"/>
                    <a:pt x="674954" y="491023"/>
                    <a:pt x="683336" y="478450"/>
                  </a:cubicBezTo>
                  <a:cubicBezTo>
                    <a:pt x="694512" y="458892"/>
                    <a:pt x="705688" y="430952"/>
                    <a:pt x="705688" y="407203"/>
                  </a:cubicBezTo>
                  <a:lnTo>
                    <a:pt x="704291" y="390439"/>
                  </a:lnTo>
                  <a:cubicBezTo>
                    <a:pt x="704291" y="387645"/>
                    <a:pt x="704291" y="384851"/>
                    <a:pt x="705688" y="382057"/>
                  </a:cubicBezTo>
                  <a:cubicBezTo>
                    <a:pt x="711276" y="341544"/>
                    <a:pt x="714070" y="303825"/>
                    <a:pt x="709879" y="271694"/>
                  </a:cubicBezTo>
                  <a:cubicBezTo>
                    <a:pt x="707085" y="250739"/>
                    <a:pt x="705688" y="233975"/>
                    <a:pt x="698703" y="210226"/>
                  </a:cubicBezTo>
                  <a:cubicBezTo>
                    <a:pt x="695909" y="204638"/>
                    <a:pt x="693115" y="199050"/>
                    <a:pt x="691718" y="194859"/>
                  </a:cubicBezTo>
                  <a:lnTo>
                    <a:pt x="683336" y="179492"/>
                  </a:lnTo>
                  <a:cubicBezTo>
                    <a:pt x="681939" y="169713"/>
                    <a:pt x="677748" y="161331"/>
                    <a:pt x="672160" y="152949"/>
                  </a:cubicBezTo>
                  <a:lnTo>
                    <a:pt x="663778" y="141773"/>
                  </a:lnTo>
                  <a:cubicBezTo>
                    <a:pt x="662381" y="137582"/>
                    <a:pt x="659587" y="134788"/>
                    <a:pt x="656793" y="127803"/>
                  </a:cubicBezTo>
                  <a:cubicBezTo>
                    <a:pt x="616280" y="87290"/>
                    <a:pt x="574370" y="48174"/>
                    <a:pt x="512902" y="24425"/>
                  </a:cubicBezTo>
                  <a:cubicBezTo>
                    <a:pt x="510108" y="23028"/>
                    <a:pt x="507314" y="21631"/>
                    <a:pt x="503123" y="20234"/>
                  </a:cubicBezTo>
                  <a:cubicBezTo>
                    <a:pt x="470992" y="11852"/>
                    <a:pt x="437464" y="4867"/>
                    <a:pt x="401142" y="2073"/>
                  </a:cubicBezTo>
                  <a:cubicBezTo>
                    <a:pt x="389966" y="-2118"/>
                    <a:pt x="341071" y="676"/>
                    <a:pt x="331292" y="4867"/>
                  </a:cubicBezTo>
                  <a:lnTo>
                    <a:pt x="320116" y="4867"/>
                  </a:lnTo>
                  <a:cubicBezTo>
                    <a:pt x="308940" y="9058"/>
                    <a:pt x="297764" y="13249"/>
                    <a:pt x="286588" y="16043"/>
                  </a:cubicBezTo>
                  <a:lnTo>
                    <a:pt x="265633" y="21631"/>
                  </a:lnTo>
                  <a:cubicBezTo>
                    <a:pt x="260045" y="23028"/>
                    <a:pt x="253060" y="25822"/>
                    <a:pt x="246075" y="30013"/>
                  </a:cubicBezTo>
                  <a:lnTo>
                    <a:pt x="237693" y="34204"/>
                  </a:lnTo>
                  <a:lnTo>
                    <a:pt x="227914" y="38395"/>
                  </a:lnTo>
                  <a:cubicBezTo>
                    <a:pt x="225120" y="38395"/>
                    <a:pt x="220929" y="41189"/>
                    <a:pt x="218135" y="42586"/>
                  </a:cubicBezTo>
                  <a:cubicBezTo>
                    <a:pt x="197180" y="52365"/>
                    <a:pt x="177622" y="63541"/>
                    <a:pt x="153873" y="76114"/>
                  </a:cubicBezTo>
                  <a:cubicBezTo>
                    <a:pt x="148285" y="83099"/>
                    <a:pt x="142697" y="88687"/>
                    <a:pt x="130124" y="97069"/>
                  </a:cubicBezTo>
                  <a:cubicBezTo>
                    <a:pt x="125933" y="102657"/>
                    <a:pt x="123139" y="106848"/>
                    <a:pt x="118948" y="111039"/>
                  </a:cubicBezTo>
                  <a:lnTo>
                    <a:pt x="103581" y="127803"/>
                  </a:lnTo>
                  <a:cubicBezTo>
                    <a:pt x="95199" y="138979"/>
                    <a:pt x="86817" y="148758"/>
                    <a:pt x="82626" y="161331"/>
                  </a:cubicBezTo>
                  <a:lnTo>
                    <a:pt x="72847" y="172507"/>
                  </a:lnTo>
                  <a:lnTo>
                    <a:pt x="68656" y="179492"/>
                  </a:lnTo>
                  <a:lnTo>
                    <a:pt x="67259" y="186477"/>
                  </a:lnTo>
                  <a:cubicBezTo>
                    <a:pt x="64465" y="190668"/>
                    <a:pt x="61671" y="194859"/>
                    <a:pt x="60274" y="197653"/>
                  </a:cubicBezTo>
                  <a:lnTo>
                    <a:pt x="57480" y="206035"/>
                  </a:lnTo>
                  <a:lnTo>
                    <a:pt x="53289" y="214417"/>
                  </a:lnTo>
                  <a:cubicBezTo>
                    <a:pt x="52362" y="216280"/>
                    <a:pt x="50965" y="220005"/>
                    <a:pt x="49098" y="225593"/>
                  </a:cubicBezTo>
                  <a:cubicBezTo>
                    <a:pt x="49098" y="228387"/>
                    <a:pt x="47701" y="231181"/>
                    <a:pt x="47701" y="233975"/>
                  </a:cubicBezTo>
                  <a:lnTo>
                    <a:pt x="43510" y="245151"/>
                  </a:lnTo>
                  <a:cubicBezTo>
                    <a:pt x="42113" y="252136"/>
                    <a:pt x="40716" y="259121"/>
                    <a:pt x="42113" y="266106"/>
                  </a:cubicBezTo>
                  <a:cubicBezTo>
                    <a:pt x="39319" y="270297"/>
                    <a:pt x="39319" y="274488"/>
                    <a:pt x="37922" y="278679"/>
                  </a:cubicBezTo>
                  <a:lnTo>
                    <a:pt x="35128" y="299634"/>
                  </a:lnTo>
                  <a:lnTo>
                    <a:pt x="35128" y="306619"/>
                  </a:lnTo>
                  <a:cubicBezTo>
                    <a:pt x="32334" y="323383"/>
                    <a:pt x="26746" y="338750"/>
                    <a:pt x="25349" y="354117"/>
                  </a:cubicBezTo>
                  <a:cubicBezTo>
                    <a:pt x="22555" y="373675"/>
                    <a:pt x="26746" y="386248"/>
                    <a:pt x="32334" y="398821"/>
                  </a:cubicBezTo>
                  <a:cubicBezTo>
                    <a:pt x="37922" y="409997"/>
                    <a:pt x="51892" y="405806"/>
                    <a:pt x="60274" y="404409"/>
                  </a:cubicBezTo>
                  <a:cubicBezTo>
                    <a:pt x="67259" y="403012"/>
                    <a:pt x="75641" y="403012"/>
                    <a:pt x="81229" y="404409"/>
                  </a:cubicBezTo>
                  <a:cubicBezTo>
                    <a:pt x="104978" y="405806"/>
                    <a:pt x="230708" y="432349"/>
                    <a:pt x="236296" y="397424"/>
                  </a:cubicBezTo>
                  <a:cubicBezTo>
                    <a:pt x="244678" y="354117"/>
                    <a:pt x="241884" y="308016"/>
                    <a:pt x="255854" y="266106"/>
                  </a:cubicBezTo>
                  <a:cubicBezTo>
                    <a:pt x="267030" y="231181"/>
                    <a:pt x="292176" y="199050"/>
                    <a:pt x="324307" y="185080"/>
                  </a:cubicBezTo>
                  <a:cubicBezTo>
                    <a:pt x="367614" y="168316"/>
                    <a:pt x="416509" y="187874"/>
                    <a:pt x="447243" y="208829"/>
                  </a:cubicBezTo>
                  <a:lnTo>
                    <a:pt x="458419" y="218608"/>
                  </a:lnTo>
                  <a:lnTo>
                    <a:pt x="465404" y="221402"/>
                  </a:lnTo>
                  <a:cubicBezTo>
                    <a:pt x="496138" y="250739"/>
                    <a:pt x="510108" y="301031"/>
                    <a:pt x="501726" y="351323"/>
                  </a:cubicBezTo>
                  <a:lnTo>
                    <a:pt x="500329" y="359705"/>
                  </a:lnTo>
                  <a:lnTo>
                    <a:pt x="498932" y="369484"/>
                  </a:lnTo>
                  <a:cubicBezTo>
                    <a:pt x="496138" y="373675"/>
                    <a:pt x="493344" y="380660"/>
                    <a:pt x="491947" y="386248"/>
                  </a:cubicBezTo>
                  <a:lnTo>
                    <a:pt x="484962" y="401615"/>
                  </a:lnTo>
                  <a:cubicBezTo>
                    <a:pt x="462610" y="446319"/>
                    <a:pt x="424891" y="477053"/>
                    <a:pt x="382981" y="504993"/>
                  </a:cubicBezTo>
                  <a:cubicBezTo>
                    <a:pt x="325704" y="542712"/>
                    <a:pt x="265633" y="576240"/>
                    <a:pt x="208356" y="615356"/>
                  </a:cubicBezTo>
                  <a:cubicBezTo>
                    <a:pt x="197180" y="623738"/>
                    <a:pt x="184607" y="630723"/>
                    <a:pt x="173431" y="639105"/>
                  </a:cubicBezTo>
                  <a:cubicBezTo>
                    <a:pt x="149682" y="657266"/>
                    <a:pt x="134315" y="682412"/>
                    <a:pt x="107772" y="704764"/>
                  </a:cubicBezTo>
                  <a:cubicBezTo>
                    <a:pt x="100787" y="718734"/>
                    <a:pt x="92405" y="729910"/>
                    <a:pt x="79832" y="742483"/>
                  </a:cubicBezTo>
                  <a:cubicBezTo>
                    <a:pt x="65862" y="771820"/>
                    <a:pt x="46304" y="798363"/>
                    <a:pt x="30937" y="827700"/>
                  </a:cubicBezTo>
                  <a:lnTo>
                    <a:pt x="23952" y="843068"/>
                  </a:lnTo>
                  <a:lnTo>
                    <a:pt x="21158" y="854243"/>
                  </a:lnTo>
                  <a:lnTo>
                    <a:pt x="16967" y="871008"/>
                  </a:lnTo>
                  <a:lnTo>
                    <a:pt x="9982" y="897550"/>
                  </a:lnTo>
                  <a:cubicBezTo>
                    <a:pt x="8585" y="912918"/>
                    <a:pt x="4394" y="931079"/>
                    <a:pt x="1600" y="947843"/>
                  </a:cubicBezTo>
                  <a:cubicBezTo>
                    <a:pt x="-6782" y="1010708"/>
                    <a:pt x="18364" y="993944"/>
                    <a:pt x="63068" y="993944"/>
                  </a:cubicBezTo>
                  <a:cubicBezTo>
                    <a:pt x="65862" y="993944"/>
                    <a:pt x="68656" y="993944"/>
                    <a:pt x="71450" y="995341"/>
                  </a:cubicBezTo>
                  <a:lnTo>
                    <a:pt x="79832" y="998135"/>
                  </a:lnTo>
                  <a:cubicBezTo>
                    <a:pt x="81229" y="998135"/>
                    <a:pt x="82626" y="999532"/>
                    <a:pt x="92405" y="999532"/>
                  </a:cubicBezTo>
                  <a:lnTo>
                    <a:pt x="111963" y="998135"/>
                  </a:lnTo>
                  <a:lnTo>
                    <a:pt x="167843" y="996738"/>
                  </a:lnTo>
                  <a:cubicBezTo>
                    <a:pt x="211150" y="995341"/>
                    <a:pt x="257251" y="993944"/>
                    <a:pt x="279603" y="996738"/>
                  </a:cubicBezTo>
                  <a:lnTo>
                    <a:pt x="287985" y="996738"/>
                  </a:lnTo>
                  <a:lnTo>
                    <a:pt x="296367" y="995341"/>
                  </a:lnTo>
                  <a:lnTo>
                    <a:pt x="303352" y="996738"/>
                  </a:lnTo>
                  <a:lnTo>
                    <a:pt x="423494" y="1000929"/>
                  </a:lnTo>
                  <a:cubicBezTo>
                    <a:pt x="476580" y="1003723"/>
                    <a:pt x="532460" y="1005120"/>
                    <a:pt x="536651" y="1005120"/>
                  </a:cubicBezTo>
                  <a:cubicBezTo>
                    <a:pt x="582752" y="1000929"/>
                    <a:pt x="628853" y="995341"/>
                    <a:pt x="669366" y="998135"/>
                  </a:cubicBezTo>
                  <a:lnTo>
                    <a:pt x="684733" y="998135"/>
                  </a:lnTo>
                  <a:cubicBezTo>
                    <a:pt x="697306" y="1000929"/>
                    <a:pt x="712673" y="1012105"/>
                    <a:pt x="716864" y="986959"/>
                  </a:cubicBezTo>
                  <a:cubicBezTo>
                    <a:pt x="712673" y="959019"/>
                    <a:pt x="715467" y="933872"/>
                    <a:pt x="718261" y="908727"/>
                  </a:cubicBezTo>
                  <a:cubicBezTo>
                    <a:pt x="721055" y="884977"/>
                    <a:pt x="735025" y="822113"/>
                    <a:pt x="695909" y="816524"/>
                  </a:cubicBezTo>
                  <a:close/>
                  <a:moveTo>
                    <a:pt x="690321" y="971592"/>
                  </a:moveTo>
                  <a:cubicBezTo>
                    <a:pt x="689178" y="971592"/>
                    <a:pt x="689432" y="971846"/>
                    <a:pt x="689686" y="972227"/>
                  </a:cubicBezTo>
                  <a:cubicBezTo>
                    <a:pt x="689432" y="972227"/>
                    <a:pt x="688416" y="972227"/>
                    <a:pt x="686130" y="971592"/>
                  </a:cubicBezTo>
                  <a:lnTo>
                    <a:pt x="670763" y="970195"/>
                  </a:lnTo>
                  <a:cubicBezTo>
                    <a:pt x="628853" y="968797"/>
                    <a:pt x="579958" y="974386"/>
                    <a:pt x="533857" y="978577"/>
                  </a:cubicBezTo>
                  <a:cubicBezTo>
                    <a:pt x="532460" y="978577"/>
                    <a:pt x="480771" y="975783"/>
                    <a:pt x="424891" y="974386"/>
                  </a:cubicBezTo>
                  <a:lnTo>
                    <a:pt x="304749" y="970195"/>
                  </a:lnTo>
                  <a:lnTo>
                    <a:pt x="294970" y="968797"/>
                  </a:lnTo>
                  <a:lnTo>
                    <a:pt x="286588" y="970195"/>
                  </a:lnTo>
                  <a:lnTo>
                    <a:pt x="279603" y="970195"/>
                  </a:lnTo>
                  <a:cubicBezTo>
                    <a:pt x="257251" y="967400"/>
                    <a:pt x="209753" y="968797"/>
                    <a:pt x="167843" y="970195"/>
                  </a:cubicBezTo>
                  <a:lnTo>
                    <a:pt x="110566" y="971592"/>
                  </a:lnTo>
                  <a:lnTo>
                    <a:pt x="86817" y="971592"/>
                  </a:lnTo>
                  <a:cubicBezTo>
                    <a:pt x="79832" y="970195"/>
                    <a:pt x="74244" y="967400"/>
                    <a:pt x="64465" y="967400"/>
                  </a:cubicBezTo>
                  <a:cubicBezTo>
                    <a:pt x="51892" y="967400"/>
                    <a:pt x="39319" y="967400"/>
                    <a:pt x="26746" y="968797"/>
                  </a:cubicBezTo>
                  <a:cubicBezTo>
                    <a:pt x="25349" y="946446"/>
                    <a:pt x="35128" y="922697"/>
                    <a:pt x="36525" y="901741"/>
                  </a:cubicBezTo>
                  <a:lnTo>
                    <a:pt x="42113" y="877993"/>
                  </a:lnTo>
                  <a:lnTo>
                    <a:pt x="46304" y="861229"/>
                  </a:lnTo>
                  <a:lnTo>
                    <a:pt x="49098" y="854243"/>
                  </a:lnTo>
                  <a:lnTo>
                    <a:pt x="56083" y="838877"/>
                  </a:lnTo>
                  <a:cubicBezTo>
                    <a:pt x="70053" y="809539"/>
                    <a:pt x="88214" y="784393"/>
                    <a:pt x="103581" y="757850"/>
                  </a:cubicBezTo>
                  <a:cubicBezTo>
                    <a:pt x="114757" y="746674"/>
                    <a:pt x="121742" y="734101"/>
                    <a:pt x="130124" y="720131"/>
                  </a:cubicBezTo>
                  <a:cubicBezTo>
                    <a:pt x="152476" y="701970"/>
                    <a:pt x="167843" y="678221"/>
                    <a:pt x="190195" y="660060"/>
                  </a:cubicBezTo>
                  <a:cubicBezTo>
                    <a:pt x="199974" y="651678"/>
                    <a:pt x="212547" y="646090"/>
                    <a:pt x="223723" y="637708"/>
                  </a:cubicBezTo>
                  <a:cubicBezTo>
                    <a:pt x="281000" y="598592"/>
                    <a:pt x="339674" y="565064"/>
                    <a:pt x="396951" y="527345"/>
                  </a:cubicBezTo>
                  <a:cubicBezTo>
                    <a:pt x="441655" y="498008"/>
                    <a:pt x="483565" y="464480"/>
                    <a:pt x="510108" y="411394"/>
                  </a:cubicBezTo>
                  <a:lnTo>
                    <a:pt x="515696" y="396027"/>
                  </a:lnTo>
                  <a:cubicBezTo>
                    <a:pt x="518490" y="389042"/>
                    <a:pt x="521284" y="383454"/>
                    <a:pt x="524078" y="379263"/>
                  </a:cubicBezTo>
                  <a:lnTo>
                    <a:pt x="526872" y="369484"/>
                  </a:lnTo>
                  <a:lnTo>
                    <a:pt x="529666" y="355514"/>
                  </a:lnTo>
                  <a:cubicBezTo>
                    <a:pt x="529666" y="352720"/>
                    <a:pt x="531063" y="349926"/>
                    <a:pt x="531063" y="347132"/>
                  </a:cubicBezTo>
                  <a:cubicBezTo>
                    <a:pt x="538048" y="294046"/>
                    <a:pt x="521284" y="236769"/>
                    <a:pt x="479374" y="199050"/>
                  </a:cubicBezTo>
                  <a:lnTo>
                    <a:pt x="472389" y="196256"/>
                  </a:lnTo>
                  <a:lnTo>
                    <a:pt x="464007" y="187874"/>
                  </a:lnTo>
                  <a:cubicBezTo>
                    <a:pt x="431876" y="165522"/>
                    <a:pt x="370408" y="137582"/>
                    <a:pt x="314528" y="159934"/>
                  </a:cubicBezTo>
                  <a:cubicBezTo>
                    <a:pt x="272618" y="178095"/>
                    <a:pt x="243281" y="218608"/>
                    <a:pt x="230708" y="257724"/>
                  </a:cubicBezTo>
                  <a:cubicBezTo>
                    <a:pt x="216738" y="299634"/>
                    <a:pt x="218135" y="342941"/>
                    <a:pt x="211150" y="386248"/>
                  </a:cubicBezTo>
                  <a:cubicBezTo>
                    <a:pt x="181813" y="394630"/>
                    <a:pt x="116154" y="380660"/>
                    <a:pt x="84023" y="376469"/>
                  </a:cubicBezTo>
                  <a:cubicBezTo>
                    <a:pt x="74244" y="376469"/>
                    <a:pt x="64465" y="376469"/>
                    <a:pt x="53289" y="379263"/>
                  </a:cubicBezTo>
                  <a:cubicBezTo>
                    <a:pt x="51892" y="372278"/>
                    <a:pt x="50495" y="366690"/>
                    <a:pt x="51892" y="356911"/>
                  </a:cubicBezTo>
                  <a:cubicBezTo>
                    <a:pt x="53289" y="342941"/>
                    <a:pt x="58877" y="326177"/>
                    <a:pt x="61671" y="308016"/>
                  </a:cubicBezTo>
                  <a:lnTo>
                    <a:pt x="61671" y="301031"/>
                  </a:lnTo>
                  <a:lnTo>
                    <a:pt x="65862" y="280076"/>
                  </a:lnTo>
                  <a:cubicBezTo>
                    <a:pt x="67259" y="275885"/>
                    <a:pt x="68656" y="264709"/>
                    <a:pt x="68656" y="260518"/>
                  </a:cubicBezTo>
                  <a:cubicBezTo>
                    <a:pt x="68656" y="259121"/>
                    <a:pt x="68656" y="254930"/>
                    <a:pt x="70053" y="252136"/>
                  </a:cubicBezTo>
                  <a:lnTo>
                    <a:pt x="72847" y="240960"/>
                  </a:lnTo>
                  <a:cubicBezTo>
                    <a:pt x="74244" y="238166"/>
                    <a:pt x="74244" y="233975"/>
                    <a:pt x="78435" y="224196"/>
                  </a:cubicBezTo>
                  <a:cubicBezTo>
                    <a:pt x="79832" y="221402"/>
                    <a:pt x="81229" y="218608"/>
                    <a:pt x="81229" y="217211"/>
                  </a:cubicBezTo>
                  <a:lnTo>
                    <a:pt x="88214" y="204638"/>
                  </a:lnTo>
                  <a:cubicBezTo>
                    <a:pt x="91008" y="199050"/>
                    <a:pt x="95199" y="194859"/>
                    <a:pt x="96596" y="186477"/>
                  </a:cubicBezTo>
                  <a:lnTo>
                    <a:pt x="106375" y="172507"/>
                  </a:lnTo>
                  <a:cubicBezTo>
                    <a:pt x="109169" y="164125"/>
                    <a:pt x="114757" y="157140"/>
                    <a:pt x="124536" y="145964"/>
                  </a:cubicBezTo>
                  <a:lnTo>
                    <a:pt x="138506" y="129200"/>
                  </a:lnTo>
                  <a:cubicBezTo>
                    <a:pt x="142697" y="125009"/>
                    <a:pt x="146888" y="120818"/>
                    <a:pt x="149682" y="115230"/>
                  </a:cubicBezTo>
                  <a:cubicBezTo>
                    <a:pt x="155270" y="112436"/>
                    <a:pt x="159461" y="108245"/>
                    <a:pt x="163652" y="105451"/>
                  </a:cubicBezTo>
                  <a:lnTo>
                    <a:pt x="172034" y="97069"/>
                  </a:lnTo>
                  <a:cubicBezTo>
                    <a:pt x="190195" y="87290"/>
                    <a:pt x="209753" y="74717"/>
                    <a:pt x="229311" y="66335"/>
                  </a:cubicBezTo>
                  <a:cubicBezTo>
                    <a:pt x="230708" y="64938"/>
                    <a:pt x="233502" y="63541"/>
                    <a:pt x="236296" y="63541"/>
                  </a:cubicBezTo>
                  <a:lnTo>
                    <a:pt x="251663" y="57953"/>
                  </a:lnTo>
                  <a:lnTo>
                    <a:pt x="260045" y="52365"/>
                  </a:lnTo>
                  <a:cubicBezTo>
                    <a:pt x="264236" y="49571"/>
                    <a:pt x="268427" y="48174"/>
                    <a:pt x="274015" y="46777"/>
                  </a:cubicBezTo>
                  <a:lnTo>
                    <a:pt x="293573" y="41189"/>
                  </a:lnTo>
                  <a:cubicBezTo>
                    <a:pt x="303352" y="38395"/>
                    <a:pt x="314528" y="35601"/>
                    <a:pt x="325704" y="31410"/>
                  </a:cubicBezTo>
                  <a:lnTo>
                    <a:pt x="335483" y="31410"/>
                  </a:lnTo>
                  <a:cubicBezTo>
                    <a:pt x="353644" y="25822"/>
                    <a:pt x="370408" y="30013"/>
                    <a:pt x="388569" y="25822"/>
                  </a:cubicBezTo>
                  <a:lnTo>
                    <a:pt x="396951" y="28616"/>
                  </a:lnTo>
                  <a:cubicBezTo>
                    <a:pt x="433273" y="31410"/>
                    <a:pt x="465404" y="38395"/>
                    <a:pt x="494741" y="46777"/>
                  </a:cubicBezTo>
                  <a:cubicBezTo>
                    <a:pt x="497535" y="46777"/>
                    <a:pt x="498932" y="48174"/>
                    <a:pt x="505917" y="50968"/>
                  </a:cubicBezTo>
                  <a:cubicBezTo>
                    <a:pt x="559003" y="70526"/>
                    <a:pt x="596722" y="105451"/>
                    <a:pt x="635838" y="144567"/>
                  </a:cubicBezTo>
                  <a:cubicBezTo>
                    <a:pt x="637235" y="148758"/>
                    <a:pt x="640029" y="151552"/>
                    <a:pt x="641426" y="155743"/>
                  </a:cubicBezTo>
                  <a:lnTo>
                    <a:pt x="649808" y="168316"/>
                  </a:lnTo>
                  <a:cubicBezTo>
                    <a:pt x="655396" y="176698"/>
                    <a:pt x="656793" y="180889"/>
                    <a:pt x="659587" y="189271"/>
                  </a:cubicBezTo>
                  <a:lnTo>
                    <a:pt x="666572" y="206035"/>
                  </a:lnTo>
                  <a:cubicBezTo>
                    <a:pt x="669366" y="210226"/>
                    <a:pt x="670763" y="214417"/>
                    <a:pt x="672160" y="218608"/>
                  </a:cubicBezTo>
                  <a:cubicBezTo>
                    <a:pt x="679145" y="240960"/>
                    <a:pt x="680542" y="256327"/>
                    <a:pt x="683336" y="275885"/>
                  </a:cubicBezTo>
                  <a:cubicBezTo>
                    <a:pt x="686130" y="303825"/>
                    <a:pt x="684733" y="338750"/>
                    <a:pt x="679145" y="379263"/>
                  </a:cubicBezTo>
                  <a:cubicBezTo>
                    <a:pt x="677748" y="383454"/>
                    <a:pt x="677748" y="387645"/>
                    <a:pt x="677748" y="391836"/>
                  </a:cubicBezTo>
                  <a:cubicBezTo>
                    <a:pt x="679145" y="403012"/>
                    <a:pt x="677748" y="397424"/>
                    <a:pt x="679145" y="412791"/>
                  </a:cubicBezTo>
                  <a:cubicBezTo>
                    <a:pt x="676351" y="430952"/>
                    <a:pt x="669366" y="449113"/>
                    <a:pt x="660984" y="464480"/>
                  </a:cubicBezTo>
                  <a:cubicBezTo>
                    <a:pt x="652602" y="477053"/>
                    <a:pt x="641426" y="488229"/>
                    <a:pt x="633044" y="499405"/>
                  </a:cubicBezTo>
                  <a:cubicBezTo>
                    <a:pt x="612089" y="531536"/>
                    <a:pt x="598119" y="542712"/>
                    <a:pt x="570179" y="565064"/>
                  </a:cubicBezTo>
                  <a:lnTo>
                    <a:pt x="557860" y="581574"/>
                  </a:lnTo>
                  <a:cubicBezTo>
                    <a:pt x="556590" y="581574"/>
                    <a:pt x="551383" y="583606"/>
                    <a:pt x="549224" y="584622"/>
                  </a:cubicBezTo>
                  <a:lnTo>
                    <a:pt x="539445" y="591607"/>
                  </a:lnTo>
                  <a:lnTo>
                    <a:pt x="532460" y="597195"/>
                  </a:lnTo>
                  <a:lnTo>
                    <a:pt x="519887" y="601386"/>
                  </a:lnTo>
                  <a:cubicBezTo>
                    <a:pt x="504520" y="611165"/>
                    <a:pt x="491947" y="625135"/>
                    <a:pt x="476580" y="633517"/>
                  </a:cubicBezTo>
                  <a:cubicBezTo>
                    <a:pt x="447243" y="648884"/>
                    <a:pt x="416509" y="658663"/>
                    <a:pt x="389966" y="678221"/>
                  </a:cubicBezTo>
                  <a:cubicBezTo>
                    <a:pt x="384378" y="682412"/>
                    <a:pt x="378790" y="686603"/>
                    <a:pt x="374599" y="690794"/>
                  </a:cubicBezTo>
                  <a:lnTo>
                    <a:pt x="363423" y="703367"/>
                  </a:lnTo>
                  <a:cubicBezTo>
                    <a:pt x="353644" y="713146"/>
                    <a:pt x="339674" y="718734"/>
                    <a:pt x="331292" y="735498"/>
                  </a:cubicBezTo>
                  <a:cubicBezTo>
                    <a:pt x="307543" y="755056"/>
                    <a:pt x="281000" y="774614"/>
                    <a:pt x="265633" y="801157"/>
                  </a:cubicBezTo>
                  <a:cubicBezTo>
                    <a:pt x="243281" y="834685"/>
                    <a:pt x="294970" y="844465"/>
                    <a:pt x="317322" y="844465"/>
                  </a:cubicBezTo>
                  <a:lnTo>
                    <a:pt x="350850" y="844465"/>
                  </a:lnTo>
                  <a:cubicBezTo>
                    <a:pt x="373202" y="844465"/>
                    <a:pt x="394157" y="848655"/>
                    <a:pt x="415112" y="850052"/>
                  </a:cubicBezTo>
                  <a:cubicBezTo>
                    <a:pt x="434670" y="851449"/>
                    <a:pt x="652602" y="840274"/>
                    <a:pt x="680542" y="838877"/>
                  </a:cubicBezTo>
                  <a:lnTo>
                    <a:pt x="693115" y="843068"/>
                  </a:lnTo>
                  <a:cubicBezTo>
                    <a:pt x="700100" y="873802"/>
                    <a:pt x="684733" y="926888"/>
                    <a:pt x="690321" y="971592"/>
                  </a:cubicBez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</p:grpSp>
      <p:sp>
        <p:nvSpPr>
          <p:cNvPr id="5" name="Titel 1">
            <a:extLst>
              <a:ext uri="{FF2B5EF4-FFF2-40B4-BE49-F238E27FC236}">
                <a16:creationId xmlns:a16="http://schemas.microsoft.com/office/drawing/2014/main" id="{28705072-5EF8-4430-AA0E-050A32252D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325" y="2789934"/>
            <a:ext cx="10440985" cy="1558119"/>
          </a:xfrm>
        </p:spPr>
        <p:txBody>
          <a:bodyPr vert="horz"/>
          <a:lstStyle/>
          <a:p>
            <a:r>
              <a:rPr lang="de-DE" dirty="0"/>
              <a:t>Programmierparadigmen</a:t>
            </a:r>
            <a:br>
              <a:rPr lang="de-DE" dirty="0"/>
            </a:br>
            <a:r>
              <a:rPr lang="de-DE" dirty="0">
                <a:solidFill>
                  <a:schemeClr val="accent2"/>
                </a:solidFill>
              </a:rPr>
              <a:t>Direkt für Dich.</a:t>
            </a:r>
          </a:p>
        </p:txBody>
      </p:sp>
    </p:spTree>
    <p:extLst>
      <p:ext uri="{BB962C8B-B14F-4D97-AF65-F5344CB8AC3E}">
        <p14:creationId xmlns:p14="http://schemas.microsoft.com/office/powerpoint/2010/main" val="3175454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A09AA0-0C36-4A90-B309-650A1AF9C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Programmierparadigmen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F5EFD008-5CE2-4389-A9BE-A96485EE6409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97524690"/>
              </p:ext>
            </p:extLst>
          </p:nvPr>
        </p:nvGraphicFramePr>
        <p:xfrm>
          <a:off x="695325" y="1269832"/>
          <a:ext cx="10072939" cy="4782050"/>
        </p:xfrm>
        <a:graphic>
          <a:graphicData uri="http://schemas.openxmlformats.org/drawingml/2006/table">
            <a:tbl>
              <a:tblPr firstRow="1" firstCol="1" bandRow="1">
                <a:tableStyleId>{8EC20E35-A176-4012-BC5E-935CFFF8708E}</a:tableStyleId>
              </a:tblPr>
              <a:tblGrid>
                <a:gridCol w="2014143">
                  <a:extLst>
                    <a:ext uri="{9D8B030D-6E8A-4147-A177-3AD203B41FA5}">
                      <a16:colId xmlns:a16="http://schemas.microsoft.com/office/drawing/2014/main" val="153494809"/>
                    </a:ext>
                  </a:extLst>
                </a:gridCol>
                <a:gridCol w="2014143">
                  <a:extLst>
                    <a:ext uri="{9D8B030D-6E8A-4147-A177-3AD203B41FA5}">
                      <a16:colId xmlns:a16="http://schemas.microsoft.com/office/drawing/2014/main" val="2397494332"/>
                    </a:ext>
                  </a:extLst>
                </a:gridCol>
                <a:gridCol w="2014143">
                  <a:extLst>
                    <a:ext uri="{9D8B030D-6E8A-4147-A177-3AD203B41FA5}">
                      <a16:colId xmlns:a16="http://schemas.microsoft.com/office/drawing/2014/main" val="3851919965"/>
                    </a:ext>
                  </a:extLst>
                </a:gridCol>
                <a:gridCol w="2015255">
                  <a:extLst>
                    <a:ext uri="{9D8B030D-6E8A-4147-A177-3AD203B41FA5}">
                      <a16:colId xmlns:a16="http://schemas.microsoft.com/office/drawing/2014/main" val="2512828571"/>
                    </a:ext>
                  </a:extLst>
                </a:gridCol>
                <a:gridCol w="2015255">
                  <a:extLst>
                    <a:ext uri="{9D8B030D-6E8A-4147-A177-3AD203B41FA5}">
                      <a16:colId xmlns:a16="http://schemas.microsoft.com/office/drawing/2014/main" val="3717231112"/>
                    </a:ext>
                  </a:extLst>
                </a:gridCol>
              </a:tblGrid>
              <a:tr h="2277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 dirty="0">
                          <a:effectLst/>
                        </a:rPr>
                        <a:t>Paradigma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Beschreibung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Vorteile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Nachteile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Beispiele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49187220"/>
                  </a:ext>
                </a:extLst>
              </a:tr>
              <a:tr h="13663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Skriptsprachen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 dirty="0">
                          <a:effectLst/>
                        </a:rPr>
                        <a:t>Werden meist interpretiert, für Automatisierung und kleinere Aufgaben genutzt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Schnell einsatzbereit, einfache Syntax, ideal für kleine Aufgaben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Weniger performant, schwerer zu strukturieren bei großen Projekten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PowerShell, Python, SQL, JavaScript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96869420"/>
                  </a:ext>
                </a:extLst>
              </a:tr>
              <a:tr h="13663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Objektorientierte Sprachen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Strukturieren Code in Klassen und Objekte mit Eigenschaften und Methoden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Gute Wiederverwendbarkeit, klare Struktur, geeignet für große Projekte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Kann komplex und überladen wirken, höhere Einstiegshürde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Java, C#, Python, C++, Rust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60321347"/>
                  </a:ext>
                </a:extLst>
              </a:tr>
              <a:tr h="182173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 dirty="0">
                          <a:effectLst/>
                        </a:rPr>
                        <a:t>Funktionale Sprachen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Arbeiten mit Funktionen als zentrale Bausteine, vermeiden Zustände &amp; Nebenwirkungen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Sehr gut für parallele Verarbeitung, mathematisch elegant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Ungewohnt für Einsteiger, weniger verbreitet in klassischen Anwendungen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 dirty="0">
                          <a:effectLst/>
                        </a:rPr>
                        <a:t>F#,</a:t>
                      </a:r>
                      <a:r>
                        <a:rPr lang="de-DE" sz="1100" b="1" dirty="0"/>
                        <a:t> </a:t>
                      </a:r>
                      <a:r>
                        <a:rPr lang="de-DE" sz="1100" b="0" dirty="0"/>
                        <a:t>Racket</a:t>
                      </a:r>
                      <a:r>
                        <a:rPr lang="de-DE" sz="1100" dirty="0"/>
                        <a:t> , Haskell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81588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6484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afik 3">
            <a:extLst>
              <a:ext uri="{FF2B5EF4-FFF2-40B4-BE49-F238E27FC236}">
                <a16:creationId xmlns:a16="http://schemas.microsoft.com/office/drawing/2014/main" id="{63B40D07-96E9-4B62-970C-557709BC8E4E}"/>
              </a:ext>
            </a:extLst>
          </p:cNvPr>
          <p:cNvGrpSpPr/>
          <p:nvPr/>
        </p:nvGrpSpPr>
        <p:grpSpPr>
          <a:xfrm>
            <a:off x="626707" y="1460912"/>
            <a:ext cx="1075689" cy="1018992"/>
            <a:chOff x="5411597" y="2315392"/>
            <a:chExt cx="1075689" cy="1018992"/>
          </a:xfrm>
        </p:grpSpPr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47084BD1-333D-4565-932C-35F01854CE20}"/>
                </a:ext>
              </a:extLst>
            </p:cNvPr>
            <p:cNvSpPr/>
            <p:nvPr/>
          </p:nvSpPr>
          <p:spPr>
            <a:xfrm>
              <a:off x="5438139" y="2341935"/>
              <a:ext cx="668248" cy="965905"/>
            </a:xfrm>
            <a:custGeom>
              <a:avLst/>
              <a:gdLst>
                <a:gd name="connsiteX0" fmla="*/ 659384 w 668248"/>
                <a:gd name="connsiteY0" fmla="*/ 619450 h 965905"/>
                <a:gd name="connsiteX1" fmla="*/ 656590 w 668248"/>
                <a:gd name="connsiteY1" fmla="*/ 594304 h 965905"/>
                <a:gd name="connsiteX2" fmla="*/ 653796 w 668248"/>
                <a:gd name="connsiteY2" fmla="*/ 581731 h 965905"/>
                <a:gd name="connsiteX3" fmla="*/ 649605 w 668248"/>
                <a:gd name="connsiteY3" fmla="*/ 570555 h 965905"/>
                <a:gd name="connsiteX4" fmla="*/ 646811 w 668248"/>
                <a:gd name="connsiteY4" fmla="*/ 563570 h 965905"/>
                <a:gd name="connsiteX5" fmla="*/ 641223 w 668248"/>
                <a:gd name="connsiteY5" fmla="*/ 556585 h 965905"/>
                <a:gd name="connsiteX6" fmla="*/ 638429 w 668248"/>
                <a:gd name="connsiteY6" fmla="*/ 549600 h 965905"/>
                <a:gd name="connsiteX7" fmla="*/ 631444 w 668248"/>
                <a:gd name="connsiteY7" fmla="*/ 539821 h 965905"/>
                <a:gd name="connsiteX8" fmla="*/ 621665 w 668248"/>
                <a:gd name="connsiteY8" fmla="*/ 527248 h 965905"/>
                <a:gd name="connsiteX9" fmla="*/ 614680 w 668248"/>
                <a:gd name="connsiteY9" fmla="*/ 514675 h 965905"/>
                <a:gd name="connsiteX10" fmla="*/ 578358 w 668248"/>
                <a:gd name="connsiteY10" fmla="*/ 482544 h 965905"/>
                <a:gd name="connsiteX11" fmla="*/ 569976 w 668248"/>
                <a:gd name="connsiteY11" fmla="*/ 476956 h 965905"/>
                <a:gd name="connsiteX12" fmla="*/ 554609 w 668248"/>
                <a:gd name="connsiteY12" fmla="*/ 464383 h 965905"/>
                <a:gd name="connsiteX13" fmla="*/ 547624 w 668248"/>
                <a:gd name="connsiteY13" fmla="*/ 446222 h 965905"/>
                <a:gd name="connsiteX14" fmla="*/ 558800 w 668248"/>
                <a:gd name="connsiteY14" fmla="*/ 423870 h 965905"/>
                <a:gd name="connsiteX15" fmla="*/ 567182 w 668248"/>
                <a:gd name="connsiteY15" fmla="*/ 416885 h 965905"/>
                <a:gd name="connsiteX16" fmla="*/ 575564 w 668248"/>
                <a:gd name="connsiteY16" fmla="*/ 407106 h 965905"/>
                <a:gd name="connsiteX17" fmla="*/ 582549 w 668248"/>
                <a:gd name="connsiteY17" fmla="*/ 398724 h 965905"/>
                <a:gd name="connsiteX18" fmla="*/ 627253 w 668248"/>
                <a:gd name="connsiteY18" fmla="*/ 249245 h 965905"/>
                <a:gd name="connsiteX19" fmla="*/ 628650 w 668248"/>
                <a:gd name="connsiteY19" fmla="*/ 225496 h 965905"/>
                <a:gd name="connsiteX20" fmla="*/ 600710 w 668248"/>
                <a:gd name="connsiteY20" fmla="*/ 150058 h 965905"/>
                <a:gd name="connsiteX21" fmla="*/ 549021 w 668248"/>
                <a:gd name="connsiteY21" fmla="*/ 87193 h 965905"/>
                <a:gd name="connsiteX22" fmla="*/ 504317 w 668248"/>
                <a:gd name="connsiteY22" fmla="*/ 57856 h 965905"/>
                <a:gd name="connsiteX23" fmla="*/ 495935 w 668248"/>
                <a:gd name="connsiteY23" fmla="*/ 53665 h 965905"/>
                <a:gd name="connsiteX24" fmla="*/ 486156 w 668248"/>
                <a:gd name="connsiteY24" fmla="*/ 49474 h 965905"/>
                <a:gd name="connsiteX25" fmla="*/ 458216 w 668248"/>
                <a:gd name="connsiteY25" fmla="*/ 36901 h 965905"/>
                <a:gd name="connsiteX26" fmla="*/ 440055 w 668248"/>
                <a:gd name="connsiteY26" fmla="*/ 29916 h 965905"/>
                <a:gd name="connsiteX27" fmla="*/ 424688 w 668248"/>
                <a:gd name="connsiteY27" fmla="*/ 24328 h 965905"/>
                <a:gd name="connsiteX28" fmla="*/ 405130 w 668248"/>
                <a:gd name="connsiteY28" fmla="*/ 18740 h 965905"/>
                <a:gd name="connsiteX29" fmla="*/ 379984 w 668248"/>
                <a:gd name="connsiteY29" fmla="*/ 10358 h 965905"/>
                <a:gd name="connsiteX30" fmla="*/ 372999 w 668248"/>
                <a:gd name="connsiteY30" fmla="*/ 8961 h 965905"/>
                <a:gd name="connsiteX31" fmla="*/ 357632 w 668248"/>
                <a:gd name="connsiteY31" fmla="*/ 7564 h 965905"/>
                <a:gd name="connsiteX32" fmla="*/ 346456 w 668248"/>
                <a:gd name="connsiteY32" fmla="*/ 4770 h 965905"/>
                <a:gd name="connsiteX33" fmla="*/ 328295 w 668248"/>
                <a:gd name="connsiteY33" fmla="*/ 1976 h 965905"/>
                <a:gd name="connsiteX34" fmla="*/ 257048 w 668248"/>
                <a:gd name="connsiteY34" fmla="*/ 579 h 965905"/>
                <a:gd name="connsiteX35" fmla="*/ 244475 w 668248"/>
                <a:gd name="connsiteY35" fmla="*/ 1976 h 965905"/>
                <a:gd name="connsiteX36" fmla="*/ 234696 w 668248"/>
                <a:gd name="connsiteY36" fmla="*/ 4770 h 965905"/>
                <a:gd name="connsiteX37" fmla="*/ 199771 w 668248"/>
                <a:gd name="connsiteY37" fmla="*/ 18740 h 965905"/>
                <a:gd name="connsiteX38" fmla="*/ 177419 w 668248"/>
                <a:gd name="connsiteY38" fmla="*/ 32710 h 965905"/>
                <a:gd name="connsiteX39" fmla="*/ 148082 w 668248"/>
                <a:gd name="connsiteY39" fmla="*/ 60650 h 965905"/>
                <a:gd name="connsiteX40" fmla="*/ 138303 w 668248"/>
                <a:gd name="connsiteY40" fmla="*/ 70429 h 965905"/>
                <a:gd name="connsiteX41" fmla="*/ 120142 w 668248"/>
                <a:gd name="connsiteY41" fmla="*/ 98369 h 965905"/>
                <a:gd name="connsiteX42" fmla="*/ 111760 w 668248"/>
                <a:gd name="connsiteY42" fmla="*/ 110942 h 965905"/>
                <a:gd name="connsiteX43" fmla="*/ 81026 w 668248"/>
                <a:gd name="connsiteY43" fmla="*/ 152852 h 965905"/>
                <a:gd name="connsiteX44" fmla="*/ 47498 w 668248"/>
                <a:gd name="connsiteY44" fmla="*/ 211526 h 965905"/>
                <a:gd name="connsiteX45" fmla="*/ 36322 w 668248"/>
                <a:gd name="connsiteY45" fmla="*/ 231084 h 965905"/>
                <a:gd name="connsiteX46" fmla="*/ 30734 w 668248"/>
                <a:gd name="connsiteY46" fmla="*/ 239466 h 965905"/>
                <a:gd name="connsiteX47" fmla="*/ 19558 w 668248"/>
                <a:gd name="connsiteY47" fmla="*/ 286964 h 965905"/>
                <a:gd name="connsiteX48" fmla="*/ 18161 w 668248"/>
                <a:gd name="connsiteY48" fmla="*/ 298140 h 965905"/>
                <a:gd name="connsiteX49" fmla="*/ 19558 w 668248"/>
                <a:gd name="connsiteY49" fmla="*/ 298267 h 965905"/>
                <a:gd name="connsiteX50" fmla="*/ 29337 w 668248"/>
                <a:gd name="connsiteY50" fmla="*/ 298140 h 965905"/>
                <a:gd name="connsiteX51" fmla="*/ 93599 w 668248"/>
                <a:gd name="connsiteY51" fmla="*/ 300934 h 965905"/>
                <a:gd name="connsiteX52" fmla="*/ 156464 w 668248"/>
                <a:gd name="connsiteY52" fmla="*/ 303728 h 965905"/>
                <a:gd name="connsiteX53" fmla="*/ 174625 w 668248"/>
                <a:gd name="connsiteY53" fmla="*/ 305125 h 965905"/>
                <a:gd name="connsiteX54" fmla="*/ 184404 w 668248"/>
                <a:gd name="connsiteY54" fmla="*/ 266009 h 965905"/>
                <a:gd name="connsiteX55" fmla="*/ 194183 w 668248"/>
                <a:gd name="connsiteY55" fmla="*/ 247848 h 965905"/>
                <a:gd name="connsiteX56" fmla="*/ 201168 w 668248"/>
                <a:gd name="connsiteY56" fmla="*/ 231084 h 965905"/>
                <a:gd name="connsiteX57" fmla="*/ 202565 w 668248"/>
                <a:gd name="connsiteY57" fmla="*/ 224099 h 965905"/>
                <a:gd name="connsiteX58" fmla="*/ 219329 w 668248"/>
                <a:gd name="connsiteY58" fmla="*/ 190571 h 965905"/>
                <a:gd name="connsiteX59" fmla="*/ 238887 w 668248"/>
                <a:gd name="connsiteY59" fmla="*/ 165425 h 965905"/>
                <a:gd name="connsiteX60" fmla="*/ 247269 w 668248"/>
                <a:gd name="connsiteY60" fmla="*/ 158440 h 965905"/>
                <a:gd name="connsiteX61" fmla="*/ 372999 w 668248"/>
                <a:gd name="connsiteY61" fmla="*/ 136088 h 965905"/>
                <a:gd name="connsiteX62" fmla="*/ 379984 w 668248"/>
                <a:gd name="connsiteY62" fmla="*/ 136088 h 965905"/>
                <a:gd name="connsiteX63" fmla="*/ 467995 w 668248"/>
                <a:gd name="connsiteY63" fmla="*/ 201747 h 965905"/>
                <a:gd name="connsiteX64" fmla="*/ 474980 w 668248"/>
                <a:gd name="connsiteY64" fmla="*/ 214320 h 965905"/>
                <a:gd name="connsiteX65" fmla="*/ 494538 w 668248"/>
                <a:gd name="connsiteY65" fmla="*/ 282773 h 965905"/>
                <a:gd name="connsiteX66" fmla="*/ 490347 w 668248"/>
                <a:gd name="connsiteY66" fmla="*/ 293949 h 965905"/>
                <a:gd name="connsiteX67" fmla="*/ 458216 w 668248"/>
                <a:gd name="connsiteY67" fmla="*/ 354020 h 965905"/>
                <a:gd name="connsiteX68" fmla="*/ 449834 w 668248"/>
                <a:gd name="connsiteY68" fmla="*/ 363799 h 965905"/>
                <a:gd name="connsiteX69" fmla="*/ 444246 w 668248"/>
                <a:gd name="connsiteY69" fmla="*/ 370784 h 965905"/>
                <a:gd name="connsiteX70" fmla="*/ 360426 w 668248"/>
                <a:gd name="connsiteY70" fmla="*/ 418282 h 965905"/>
                <a:gd name="connsiteX71" fmla="*/ 303149 w 668248"/>
                <a:gd name="connsiteY71" fmla="*/ 416885 h 965905"/>
                <a:gd name="connsiteX72" fmla="*/ 284988 w 668248"/>
                <a:gd name="connsiteY72" fmla="*/ 414091 h 965905"/>
                <a:gd name="connsiteX73" fmla="*/ 286385 w 668248"/>
                <a:gd name="connsiteY73" fmla="*/ 454604 h 965905"/>
                <a:gd name="connsiteX74" fmla="*/ 284988 w 668248"/>
                <a:gd name="connsiteY74" fmla="*/ 504896 h 965905"/>
                <a:gd name="connsiteX75" fmla="*/ 346456 w 668248"/>
                <a:gd name="connsiteY75" fmla="*/ 503499 h 965905"/>
                <a:gd name="connsiteX76" fmla="*/ 426085 w 668248"/>
                <a:gd name="connsiteY76" fmla="*/ 525851 h 965905"/>
                <a:gd name="connsiteX77" fmla="*/ 505714 w 668248"/>
                <a:gd name="connsiteY77" fmla="*/ 665551 h 965905"/>
                <a:gd name="connsiteX78" fmla="*/ 505714 w 668248"/>
                <a:gd name="connsiteY78" fmla="*/ 701873 h 965905"/>
                <a:gd name="connsiteX79" fmla="*/ 505714 w 668248"/>
                <a:gd name="connsiteY79" fmla="*/ 717240 h 965905"/>
                <a:gd name="connsiteX80" fmla="*/ 480568 w 668248"/>
                <a:gd name="connsiteY80" fmla="*/ 774517 h 965905"/>
                <a:gd name="connsiteX81" fmla="*/ 470789 w 668248"/>
                <a:gd name="connsiteY81" fmla="*/ 784296 h 965905"/>
                <a:gd name="connsiteX82" fmla="*/ 463804 w 668248"/>
                <a:gd name="connsiteY82" fmla="*/ 795472 h 965905"/>
                <a:gd name="connsiteX83" fmla="*/ 417703 w 668248"/>
                <a:gd name="connsiteY83" fmla="*/ 826206 h 965905"/>
                <a:gd name="connsiteX84" fmla="*/ 266827 w 668248"/>
                <a:gd name="connsiteY84" fmla="*/ 833191 h 965905"/>
                <a:gd name="connsiteX85" fmla="*/ 255651 w 668248"/>
                <a:gd name="connsiteY85" fmla="*/ 826206 h 965905"/>
                <a:gd name="connsiteX86" fmla="*/ 176022 w 668248"/>
                <a:gd name="connsiteY86" fmla="*/ 752165 h 965905"/>
                <a:gd name="connsiteX87" fmla="*/ 170434 w 668248"/>
                <a:gd name="connsiteY87" fmla="*/ 745180 h 965905"/>
                <a:gd name="connsiteX88" fmla="*/ 152273 w 668248"/>
                <a:gd name="connsiteY88" fmla="*/ 661360 h 965905"/>
                <a:gd name="connsiteX89" fmla="*/ 25146 w 668248"/>
                <a:gd name="connsiteY89" fmla="*/ 664154 h 965905"/>
                <a:gd name="connsiteX90" fmla="*/ 1397 w 668248"/>
                <a:gd name="connsiteY90" fmla="*/ 661360 h 965905"/>
                <a:gd name="connsiteX91" fmla="*/ 0 w 668248"/>
                <a:gd name="connsiteY91" fmla="*/ 685109 h 965905"/>
                <a:gd name="connsiteX92" fmla="*/ 5588 w 668248"/>
                <a:gd name="connsiteY92" fmla="*/ 703270 h 965905"/>
                <a:gd name="connsiteX93" fmla="*/ 8382 w 668248"/>
                <a:gd name="connsiteY93" fmla="*/ 713049 h 965905"/>
                <a:gd name="connsiteX94" fmla="*/ 12573 w 668248"/>
                <a:gd name="connsiteY94" fmla="*/ 732607 h 965905"/>
                <a:gd name="connsiteX95" fmla="*/ 15367 w 668248"/>
                <a:gd name="connsiteY95" fmla="*/ 743783 h 965905"/>
                <a:gd name="connsiteX96" fmla="*/ 23749 w 668248"/>
                <a:gd name="connsiteY96" fmla="*/ 771723 h 965905"/>
                <a:gd name="connsiteX97" fmla="*/ 30734 w 668248"/>
                <a:gd name="connsiteY97" fmla="*/ 788487 h 965905"/>
                <a:gd name="connsiteX98" fmla="*/ 37719 w 668248"/>
                <a:gd name="connsiteY98" fmla="*/ 798266 h 965905"/>
                <a:gd name="connsiteX99" fmla="*/ 103378 w 668248"/>
                <a:gd name="connsiteY99" fmla="*/ 890468 h 965905"/>
                <a:gd name="connsiteX100" fmla="*/ 162052 w 668248"/>
                <a:gd name="connsiteY100" fmla="*/ 928187 h 965905"/>
                <a:gd name="connsiteX101" fmla="*/ 176022 w 668248"/>
                <a:gd name="connsiteY101" fmla="*/ 933775 h 965905"/>
                <a:gd name="connsiteX102" fmla="*/ 183007 w 668248"/>
                <a:gd name="connsiteY102" fmla="*/ 936569 h 965905"/>
                <a:gd name="connsiteX103" fmla="*/ 196977 w 668248"/>
                <a:gd name="connsiteY103" fmla="*/ 940760 h 965905"/>
                <a:gd name="connsiteX104" fmla="*/ 254254 w 668248"/>
                <a:gd name="connsiteY104" fmla="*/ 957524 h 965905"/>
                <a:gd name="connsiteX105" fmla="*/ 311531 w 668248"/>
                <a:gd name="connsiteY105" fmla="*/ 965906 h 965905"/>
                <a:gd name="connsiteX106" fmla="*/ 318516 w 668248"/>
                <a:gd name="connsiteY106" fmla="*/ 965906 h 965905"/>
                <a:gd name="connsiteX107" fmla="*/ 498729 w 668248"/>
                <a:gd name="connsiteY107" fmla="*/ 940760 h 965905"/>
                <a:gd name="connsiteX108" fmla="*/ 516890 w 668248"/>
                <a:gd name="connsiteY108" fmla="*/ 932378 h 965905"/>
                <a:gd name="connsiteX109" fmla="*/ 536448 w 668248"/>
                <a:gd name="connsiteY109" fmla="*/ 923996 h 965905"/>
                <a:gd name="connsiteX110" fmla="*/ 567182 w 668248"/>
                <a:gd name="connsiteY110" fmla="*/ 905835 h 965905"/>
                <a:gd name="connsiteX111" fmla="*/ 603504 w 668248"/>
                <a:gd name="connsiteY111" fmla="*/ 873704 h 965905"/>
                <a:gd name="connsiteX112" fmla="*/ 624459 w 668248"/>
                <a:gd name="connsiteY112" fmla="*/ 849955 h 965905"/>
                <a:gd name="connsiteX113" fmla="*/ 641223 w 668248"/>
                <a:gd name="connsiteY113" fmla="*/ 826206 h 965905"/>
                <a:gd name="connsiteX114" fmla="*/ 652399 w 668248"/>
                <a:gd name="connsiteY114" fmla="*/ 796869 h 965905"/>
                <a:gd name="connsiteX115" fmla="*/ 659384 w 668248"/>
                <a:gd name="connsiteY115" fmla="*/ 775914 h 965905"/>
                <a:gd name="connsiteX116" fmla="*/ 660781 w 668248"/>
                <a:gd name="connsiteY116" fmla="*/ 760547 h 965905"/>
                <a:gd name="connsiteX117" fmla="*/ 666369 w 668248"/>
                <a:gd name="connsiteY117" fmla="*/ 675330 h 965905"/>
                <a:gd name="connsiteX118" fmla="*/ 659384 w 668248"/>
                <a:gd name="connsiteY118" fmla="*/ 619450 h 965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</a:cxnLst>
              <a:rect l="l" t="t" r="r" b="b"/>
              <a:pathLst>
                <a:path w="668248" h="965905">
                  <a:moveTo>
                    <a:pt x="659384" y="619450"/>
                  </a:moveTo>
                  <a:lnTo>
                    <a:pt x="656590" y="594304"/>
                  </a:lnTo>
                  <a:lnTo>
                    <a:pt x="653796" y="581731"/>
                  </a:lnTo>
                  <a:lnTo>
                    <a:pt x="649605" y="570555"/>
                  </a:lnTo>
                  <a:lnTo>
                    <a:pt x="646811" y="563570"/>
                  </a:lnTo>
                  <a:lnTo>
                    <a:pt x="641223" y="556585"/>
                  </a:lnTo>
                  <a:lnTo>
                    <a:pt x="638429" y="549600"/>
                  </a:lnTo>
                  <a:cubicBezTo>
                    <a:pt x="638429" y="548203"/>
                    <a:pt x="638429" y="546806"/>
                    <a:pt x="631444" y="539821"/>
                  </a:cubicBezTo>
                  <a:lnTo>
                    <a:pt x="621665" y="527248"/>
                  </a:lnTo>
                  <a:cubicBezTo>
                    <a:pt x="620268" y="524454"/>
                    <a:pt x="617474" y="518866"/>
                    <a:pt x="614680" y="514675"/>
                  </a:cubicBezTo>
                  <a:cubicBezTo>
                    <a:pt x="603504" y="503499"/>
                    <a:pt x="592328" y="492323"/>
                    <a:pt x="578358" y="482544"/>
                  </a:cubicBezTo>
                  <a:lnTo>
                    <a:pt x="569976" y="476956"/>
                  </a:lnTo>
                  <a:cubicBezTo>
                    <a:pt x="564388" y="474162"/>
                    <a:pt x="560197" y="469971"/>
                    <a:pt x="554609" y="464383"/>
                  </a:cubicBezTo>
                  <a:cubicBezTo>
                    <a:pt x="551815" y="460192"/>
                    <a:pt x="547624" y="454604"/>
                    <a:pt x="547624" y="446222"/>
                  </a:cubicBezTo>
                  <a:cubicBezTo>
                    <a:pt x="547624" y="437840"/>
                    <a:pt x="553212" y="429458"/>
                    <a:pt x="558800" y="423870"/>
                  </a:cubicBezTo>
                  <a:lnTo>
                    <a:pt x="567182" y="416885"/>
                  </a:lnTo>
                  <a:lnTo>
                    <a:pt x="575564" y="407106"/>
                  </a:lnTo>
                  <a:cubicBezTo>
                    <a:pt x="576961" y="404312"/>
                    <a:pt x="579755" y="401518"/>
                    <a:pt x="582549" y="398724"/>
                  </a:cubicBezTo>
                  <a:cubicBezTo>
                    <a:pt x="618871" y="348432"/>
                    <a:pt x="628650" y="306522"/>
                    <a:pt x="627253" y="249245"/>
                  </a:cubicBezTo>
                  <a:cubicBezTo>
                    <a:pt x="624459" y="242260"/>
                    <a:pt x="624459" y="232481"/>
                    <a:pt x="628650" y="225496"/>
                  </a:cubicBezTo>
                  <a:cubicBezTo>
                    <a:pt x="630047" y="222702"/>
                    <a:pt x="613283" y="162631"/>
                    <a:pt x="600710" y="150058"/>
                  </a:cubicBezTo>
                  <a:cubicBezTo>
                    <a:pt x="589534" y="124912"/>
                    <a:pt x="567182" y="102560"/>
                    <a:pt x="549021" y="87193"/>
                  </a:cubicBezTo>
                  <a:cubicBezTo>
                    <a:pt x="536448" y="81605"/>
                    <a:pt x="512699" y="59253"/>
                    <a:pt x="504317" y="57856"/>
                  </a:cubicBezTo>
                  <a:cubicBezTo>
                    <a:pt x="502920" y="57856"/>
                    <a:pt x="498729" y="56459"/>
                    <a:pt x="495935" y="53665"/>
                  </a:cubicBezTo>
                  <a:lnTo>
                    <a:pt x="486156" y="49474"/>
                  </a:lnTo>
                  <a:cubicBezTo>
                    <a:pt x="477774" y="43886"/>
                    <a:pt x="469392" y="41092"/>
                    <a:pt x="458216" y="36901"/>
                  </a:cubicBezTo>
                  <a:lnTo>
                    <a:pt x="440055" y="29916"/>
                  </a:lnTo>
                  <a:cubicBezTo>
                    <a:pt x="434467" y="28519"/>
                    <a:pt x="430276" y="25725"/>
                    <a:pt x="424688" y="24328"/>
                  </a:cubicBezTo>
                  <a:cubicBezTo>
                    <a:pt x="417703" y="22931"/>
                    <a:pt x="410718" y="20137"/>
                    <a:pt x="405130" y="18740"/>
                  </a:cubicBezTo>
                  <a:lnTo>
                    <a:pt x="379984" y="10358"/>
                  </a:lnTo>
                  <a:lnTo>
                    <a:pt x="372999" y="8961"/>
                  </a:lnTo>
                  <a:cubicBezTo>
                    <a:pt x="367411" y="8961"/>
                    <a:pt x="361823" y="8961"/>
                    <a:pt x="357632" y="7564"/>
                  </a:cubicBezTo>
                  <a:lnTo>
                    <a:pt x="346456" y="4770"/>
                  </a:lnTo>
                  <a:cubicBezTo>
                    <a:pt x="338074" y="3373"/>
                    <a:pt x="332486" y="1976"/>
                    <a:pt x="328295" y="1976"/>
                  </a:cubicBezTo>
                  <a:cubicBezTo>
                    <a:pt x="305943" y="579"/>
                    <a:pt x="282194" y="-818"/>
                    <a:pt x="257048" y="579"/>
                  </a:cubicBezTo>
                  <a:lnTo>
                    <a:pt x="244475" y="1976"/>
                  </a:lnTo>
                  <a:lnTo>
                    <a:pt x="234696" y="4770"/>
                  </a:lnTo>
                  <a:cubicBezTo>
                    <a:pt x="220726" y="11755"/>
                    <a:pt x="210947" y="15946"/>
                    <a:pt x="199771" y="18740"/>
                  </a:cubicBezTo>
                  <a:cubicBezTo>
                    <a:pt x="192786" y="24328"/>
                    <a:pt x="185801" y="28519"/>
                    <a:pt x="177419" y="32710"/>
                  </a:cubicBezTo>
                  <a:cubicBezTo>
                    <a:pt x="169037" y="39695"/>
                    <a:pt x="152273" y="50871"/>
                    <a:pt x="148082" y="60650"/>
                  </a:cubicBezTo>
                  <a:lnTo>
                    <a:pt x="138303" y="70429"/>
                  </a:lnTo>
                  <a:cubicBezTo>
                    <a:pt x="132715" y="80208"/>
                    <a:pt x="125730" y="88590"/>
                    <a:pt x="120142" y="98369"/>
                  </a:cubicBezTo>
                  <a:cubicBezTo>
                    <a:pt x="117348" y="101163"/>
                    <a:pt x="114554" y="105354"/>
                    <a:pt x="111760" y="110942"/>
                  </a:cubicBezTo>
                  <a:cubicBezTo>
                    <a:pt x="110363" y="112339"/>
                    <a:pt x="96393" y="130500"/>
                    <a:pt x="81026" y="152852"/>
                  </a:cubicBezTo>
                  <a:cubicBezTo>
                    <a:pt x="65659" y="175204"/>
                    <a:pt x="50292" y="200350"/>
                    <a:pt x="47498" y="211526"/>
                  </a:cubicBezTo>
                  <a:cubicBezTo>
                    <a:pt x="46101" y="217114"/>
                    <a:pt x="39116" y="226893"/>
                    <a:pt x="36322" y="231084"/>
                  </a:cubicBezTo>
                  <a:lnTo>
                    <a:pt x="30734" y="239466"/>
                  </a:lnTo>
                  <a:cubicBezTo>
                    <a:pt x="27940" y="257627"/>
                    <a:pt x="26543" y="274391"/>
                    <a:pt x="19558" y="286964"/>
                  </a:cubicBezTo>
                  <a:cubicBezTo>
                    <a:pt x="19558" y="295346"/>
                    <a:pt x="20955" y="289758"/>
                    <a:pt x="18161" y="298140"/>
                  </a:cubicBezTo>
                  <a:cubicBezTo>
                    <a:pt x="18669" y="298267"/>
                    <a:pt x="19177" y="298267"/>
                    <a:pt x="19558" y="298267"/>
                  </a:cubicBezTo>
                  <a:cubicBezTo>
                    <a:pt x="21463" y="298140"/>
                    <a:pt x="24511" y="298140"/>
                    <a:pt x="29337" y="298140"/>
                  </a:cubicBezTo>
                  <a:cubicBezTo>
                    <a:pt x="51689" y="298140"/>
                    <a:pt x="72644" y="299537"/>
                    <a:pt x="93599" y="300934"/>
                  </a:cubicBezTo>
                  <a:lnTo>
                    <a:pt x="156464" y="303728"/>
                  </a:lnTo>
                  <a:lnTo>
                    <a:pt x="174625" y="305125"/>
                  </a:lnTo>
                  <a:cubicBezTo>
                    <a:pt x="177419" y="291155"/>
                    <a:pt x="178816" y="279979"/>
                    <a:pt x="184404" y="266009"/>
                  </a:cubicBezTo>
                  <a:lnTo>
                    <a:pt x="194183" y="247848"/>
                  </a:lnTo>
                  <a:cubicBezTo>
                    <a:pt x="196977" y="240863"/>
                    <a:pt x="199771" y="235275"/>
                    <a:pt x="201168" y="231084"/>
                  </a:cubicBezTo>
                  <a:lnTo>
                    <a:pt x="202565" y="224099"/>
                  </a:lnTo>
                  <a:cubicBezTo>
                    <a:pt x="203962" y="208732"/>
                    <a:pt x="210947" y="198953"/>
                    <a:pt x="219329" y="190571"/>
                  </a:cubicBezTo>
                  <a:cubicBezTo>
                    <a:pt x="223520" y="180792"/>
                    <a:pt x="230505" y="172410"/>
                    <a:pt x="238887" y="165425"/>
                  </a:cubicBezTo>
                  <a:lnTo>
                    <a:pt x="247269" y="158440"/>
                  </a:lnTo>
                  <a:cubicBezTo>
                    <a:pt x="279400" y="137485"/>
                    <a:pt x="322707" y="129103"/>
                    <a:pt x="372999" y="136088"/>
                  </a:cubicBezTo>
                  <a:lnTo>
                    <a:pt x="379984" y="136088"/>
                  </a:lnTo>
                  <a:cubicBezTo>
                    <a:pt x="420497" y="145867"/>
                    <a:pt x="451231" y="164028"/>
                    <a:pt x="467995" y="201747"/>
                  </a:cubicBezTo>
                  <a:lnTo>
                    <a:pt x="474980" y="214320"/>
                  </a:lnTo>
                  <a:cubicBezTo>
                    <a:pt x="483362" y="228290"/>
                    <a:pt x="495935" y="252039"/>
                    <a:pt x="494538" y="282773"/>
                  </a:cubicBezTo>
                  <a:lnTo>
                    <a:pt x="490347" y="293949"/>
                  </a:lnTo>
                  <a:cubicBezTo>
                    <a:pt x="480568" y="317698"/>
                    <a:pt x="473583" y="333065"/>
                    <a:pt x="458216" y="354020"/>
                  </a:cubicBezTo>
                  <a:lnTo>
                    <a:pt x="449834" y="363799"/>
                  </a:lnTo>
                  <a:cubicBezTo>
                    <a:pt x="447040" y="366593"/>
                    <a:pt x="445643" y="369387"/>
                    <a:pt x="444246" y="370784"/>
                  </a:cubicBezTo>
                  <a:cubicBezTo>
                    <a:pt x="412115" y="393136"/>
                    <a:pt x="396748" y="411297"/>
                    <a:pt x="360426" y="418282"/>
                  </a:cubicBezTo>
                  <a:cubicBezTo>
                    <a:pt x="342265" y="422473"/>
                    <a:pt x="322707" y="419679"/>
                    <a:pt x="303149" y="416885"/>
                  </a:cubicBezTo>
                  <a:lnTo>
                    <a:pt x="284988" y="414091"/>
                  </a:lnTo>
                  <a:lnTo>
                    <a:pt x="286385" y="454604"/>
                  </a:lnTo>
                  <a:cubicBezTo>
                    <a:pt x="287782" y="471368"/>
                    <a:pt x="286385" y="488132"/>
                    <a:pt x="284988" y="504896"/>
                  </a:cubicBezTo>
                  <a:cubicBezTo>
                    <a:pt x="305943" y="502102"/>
                    <a:pt x="326898" y="499308"/>
                    <a:pt x="346456" y="503499"/>
                  </a:cubicBezTo>
                  <a:cubicBezTo>
                    <a:pt x="375793" y="500705"/>
                    <a:pt x="400939" y="513278"/>
                    <a:pt x="426085" y="525851"/>
                  </a:cubicBezTo>
                  <a:cubicBezTo>
                    <a:pt x="467995" y="569158"/>
                    <a:pt x="507111" y="602686"/>
                    <a:pt x="505714" y="665551"/>
                  </a:cubicBezTo>
                  <a:cubicBezTo>
                    <a:pt x="512699" y="678124"/>
                    <a:pt x="509905" y="692094"/>
                    <a:pt x="505714" y="701873"/>
                  </a:cubicBezTo>
                  <a:cubicBezTo>
                    <a:pt x="507111" y="707461"/>
                    <a:pt x="507111" y="711652"/>
                    <a:pt x="505714" y="717240"/>
                  </a:cubicBezTo>
                  <a:cubicBezTo>
                    <a:pt x="497332" y="739592"/>
                    <a:pt x="493141" y="757753"/>
                    <a:pt x="480568" y="774517"/>
                  </a:cubicBezTo>
                  <a:lnTo>
                    <a:pt x="470789" y="784296"/>
                  </a:lnTo>
                  <a:lnTo>
                    <a:pt x="463804" y="795472"/>
                  </a:lnTo>
                  <a:cubicBezTo>
                    <a:pt x="452628" y="812236"/>
                    <a:pt x="438658" y="824809"/>
                    <a:pt x="417703" y="826206"/>
                  </a:cubicBezTo>
                  <a:cubicBezTo>
                    <a:pt x="388366" y="837382"/>
                    <a:pt x="296164" y="859734"/>
                    <a:pt x="266827" y="833191"/>
                  </a:cubicBezTo>
                  <a:cubicBezTo>
                    <a:pt x="262636" y="831794"/>
                    <a:pt x="258445" y="829000"/>
                    <a:pt x="255651" y="826206"/>
                  </a:cubicBezTo>
                  <a:cubicBezTo>
                    <a:pt x="226314" y="813633"/>
                    <a:pt x="191389" y="794075"/>
                    <a:pt x="176022" y="752165"/>
                  </a:cubicBezTo>
                  <a:lnTo>
                    <a:pt x="170434" y="745180"/>
                  </a:lnTo>
                  <a:cubicBezTo>
                    <a:pt x="163449" y="715843"/>
                    <a:pt x="156464" y="689300"/>
                    <a:pt x="152273" y="661360"/>
                  </a:cubicBezTo>
                  <a:cubicBezTo>
                    <a:pt x="108966" y="657169"/>
                    <a:pt x="67056" y="664154"/>
                    <a:pt x="25146" y="664154"/>
                  </a:cubicBezTo>
                  <a:cubicBezTo>
                    <a:pt x="18161" y="664154"/>
                    <a:pt x="9779" y="662757"/>
                    <a:pt x="1397" y="661360"/>
                  </a:cubicBezTo>
                  <a:cubicBezTo>
                    <a:pt x="0" y="671139"/>
                    <a:pt x="0" y="678124"/>
                    <a:pt x="0" y="685109"/>
                  </a:cubicBezTo>
                  <a:lnTo>
                    <a:pt x="5588" y="703270"/>
                  </a:lnTo>
                  <a:lnTo>
                    <a:pt x="8382" y="713049"/>
                  </a:lnTo>
                  <a:lnTo>
                    <a:pt x="12573" y="732607"/>
                  </a:lnTo>
                  <a:lnTo>
                    <a:pt x="15367" y="743783"/>
                  </a:lnTo>
                  <a:cubicBezTo>
                    <a:pt x="16764" y="753562"/>
                    <a:pt x="19558" y="761944"/>
                    <a:pt x="23749" y="771723"/>
                  </a:cubicBezTo>
                  <a:lnTo>
                    <a:pt x="30734" y="788487"/>
                  </a:lnTo>
                  <a:lnTo>
                    <a:pt x="37719" y="798266"/>
                  </a:lnTo>
                  <a:cubicBezTo>
                    <a:pt x="57277" y="835985"/>
                    <a:pt x="75438" y="863925"/>
                    <a:pt x="103378" y="890468"/>
                  </a:cubicBezTo>
                  <a:cubicBezTo>
                    <a:pt x="128524" y="905835"/>
                    <a:pt x="145288" y="917011"/>
                    <a:pt x="162052" y="928187"/>
                  </a:cubicBezTo>
                  <a:cubicBezTo>
                    <a:pt x="169037" y="929584"/>
                    <a:pt x="173228" y="932378"/>
                    <a:pt x="176022" y="933775"/>
                  </a:cubicBezTo>
                  <a:lnTo>
                    <a:pt x="183007" y="936569"/>
                  </a:lnTo>
                  <a:cubicBezTo>
                    <a:pt x="187198" y="937966"/>
                    <a:pt x="191389" y="937966"/>
                    <a:pt x="196977" y="940760"/>
                  </a:cubicBezTo>
                  <a:cubicBezTo>
                    <a:pt x="215138" y="946348"/>
                    <a:pt x="234696" y="956127"/>
                    <a:pt x="254254" y="957524"/>
                  </a:cubicBezTo>
                  <a:cubicBezTo>
                    <a:pt x="273812" y="957524"/>
                    <a:pt x="291973" y="965906"/>
                    <a:pt x="311531" y="965906"/>
                  </a:cubicBezTo>
                  <a:lnTo>
                    <a:pt x="318516" y="965906"/>
                  </a:lnTo>
                  <a:cubicBezTo>
                    <a:pt x="384175" y="965906"/>
                    <a:pt x="448437" y="954730"/>
                    <a:pt x="498729" y="940760"/>
                  </a:cubicBezTo>
                  <a:cubicBezTo>
                    <a:pt x="504317" y="937966"/>
                    <a:pt x="511302" y="935172"/>
                    <a:pt x="516890" y="932378"/>
                  </a:cubicBezTo>
                  <a:lnTo>
                    <a:pt x="536448" y="923996"/>
                  </a:lnTo>
                  <a:cubicBezTo>
                    <a:pt x="549021" y="918408"/>
                    <a:pt x="558800" y="914217"/>
                    <a:pt x="567182" y="905835"/>
                  </a:cubicBezTo>
                  <a:cubicBezTo>
                    <a:pt x="586740" y="897453"/>
                    <a:pt x="595122" y="889071"/>
                    <a:pt x="603504" y="873704"/>
                  </a:cubicBezTo>
                  <a:cubicBezTo>
                    <a:pt x="613283" y="863925"/>
                    <a:pt x="618871" y="858337"/>
                    <a:pt x="624459" y="849955"/>
                  </a:cubicBezTo>
                  <a:cubicBezTo>
                    <a:pt x="635635" y="834588"/>
                    <a:pt x="631444" y="840176"/>
                    <a:pt x="641223" y="826206"/>
                  </a:cubicBezTo>
                  <a:cubicBezTo>
                    <a:pt x="642620" y="815030"/>
                    <a:pt x="649605" y="808045"/>
                    <a:pt x="652399" y="796869"/>
                  </a:cubicBezTo>
                  <a:lnTo>
                    <a:pt x="659384" y="775914"/>
                  </a:lnTo>
                  <a:cubicBezTo>
                    <a:pt x="659384" y="767532"/>
                    <a:pt x="659384" y="764738"/>
                    <a:pt x="660781" y="760547"/>
                  </a:cubicBezTo>
                  <a:cubicBezTo>
                    <a:pt x="663575" y="731210"/>
                    <a:pt x="671957" y="706064"/>
                    <a:pt x="666369" y="675330"/>
                  </a:cubicBezTo>
                  <a:cubicBezTo>
                    <a:pt x="669163" y="658566"/>
                    <a:pt x="662178" y="632023"/>
                    <a:pt x="659384" y="619450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CA027363-DB0E-4F51-8D59-768D674D26C5}"/>
                </a:ext>
              </a:extLst>
            </p:cNvPr>
            <p:cNvSpPr/>
            <p:nvPr/>
          </p:nvSpPr>
          <p:spPr>
            <a:xfrm>
              <a:off x="6279134" y="3122040"/>
              <a:ext cx="180212" cy="176022"/>
            </a:xfrm>
            <a:custGeom>
              <a:avLst/>
              <a:gdLst>
                <a:gd name="connsiteX0" fmla="*/ 176022 w 180212"/>
                <a:gd name="connsiteY0" fmla="*/ 8382 h 176022"/>
                <a:gd name="connsiteX1" fmla="*/ 65659 w 180212"/>
                <a:gd name="connsiteY1" fmla="*/ 1397 h 176022"/>
                <a:gd name="connsiteX2" fmla="*/ 18161 w 180212"/>
                <a:gd name="connsiteY2" fmla="*/ 0 h 176022"/>
                <a:gd name="connsiteX3" fmla="*/ 4191 w 180212"/>
                <a:gd name="connsiteY3" fmla="*/ 0 h 176022"/>
                <a:gd name="connsiteX4" fmla="*/ 0 w 180212"/>
                <a:gd name="connsiteY4" fmla="*/ 18161 h 176022"/>
                <a:gd name="connsiteX5" fmla="*/ 0 w 180212"/>
                <a:gd name="connsiteY5" fmla="*/ 30734 h 176022"/>
                <a:gd name="connsiteX6" fmla="*/ 8382 w 180212"/>
                <a:gd name="connsiteY6" fmla="*/ 157861 h 176022"/>
                <a:gd name="connsiteX7" fmla="*/ 11176 w 180212"/>
                <a:gd name="connsiteY7" fmla="*/ 174625 h 176022"/>
                <a:gd name="connsiteX8" fmla="*/ 44704 w 180212"/>
                <a:gd name="connsiteY8" fmla="*/ 169037 h 176022"/>
                <a:gd name="connsiteX9" fmla="*/ 107569 w 180212"/>
                <a:gd name="connsiteY9" fmla="*/ 170434 h 176022"/>
                <a:gd name="connsiteX10" fmla="*/ 114554 w 180212"/>
                <a:gd name="connsiteY10" fmla="*/ 171831 h 176022"/>
                <a:gd name="connsiteX11" fmla="*/ 138303 w 180212"/>
                <a:gd name="connsiteY11" fmla="*/ 171831 h 176022"/>
                <a:gd name="connsiteX12" fmla="*/ 155067 w 180212"/>
                <a:gd name="connsiteY12" fmla="*/ 174625 h 176022"/>
                <a:gd name="connsiteX13" fmla="*/ 170434 w 180212"/>
                <a:gd name="connsiteY13" fmla="*/ 176022 h 176022"/>
                <a:gd name="connsiteX14" fmla="*/ 180213 w 180212"/>
                <a:gd name="connsiteY14" fmla="*/ 174625 h 176022"/>
                <a:gd name="connsiteX15" fmla="*/ 180213 w 180212"/>
                <a:gd name="connsiteY15" fmla="*/ 169037 h 176022"/>
                <a:gd name="connsiteX16" fmla="*/ 176022 w 180212"/>
                <a:gd name="connsiteY16" fmla="*/ 8382 h 176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0212" h="176022">
                  <a:moveTo>
                    <a:pt x="176022" y="8382"/>
                  </a:moveTo>
                  <a:cubicBezTo>
                    <a:pt x="163449" y="2794"/>
                    <a:pt x="75438" y="2794"/>
                    <a:pt x="65659" y="1397"/>
                  </a:cubicBezTo>
                  <a:lnTo>
                    <a:pt x="18161" y="0"/>
                  </a:lnTo>
                  <a:lnTo>
                    <a:pt x="4191" y="0"/>
                  </a:lnTo>
                  <a:cubicBezTo>
                    <a:pt x="2794" y="5588"/>
                    <a:pt x="1397" y="12573"/>
                    <a:pt x="0" y="18161"/>
                  </a:cubicBezTo>
                  <a:lnTo>
                    <a:pt x="0" y="30734"/>
                  </a:lnTo>
                  <a:cubicBezTo>
                    <a:pt x="0" y="30734"/>
                    <a:pt x="6985" y="149479"/>
                    <a:pt x="8382" y="157861"/>
                  </a:cubicBezTo>
                  <a:cubicBezTo>
                    <a:pt x="9779" y="163449"/>
                    <a:pt x="9779" y="169037"/>
                    <a:pt x="11176" y="174625"/>
                  </a:cubicBezTo>
                  <a:cubicBezTo>
                    <a:pt x="19558" y="173228"/>
                    <a:pt x="32131" y="171831"/>
                    <a:pt x="44704" y="169037"/>
                  </a:cubicBezTo>
                  <a:cubicBezTo>
                    <a:pt x="62865" y="167640"/>
                    <a:pt x="82423" y="167640"/>
                    <a:pt x="107569" y="170434"/>
                  </a:cubicBezTo>
                  <a:lnTo>
                    <a:pt x="114554" y="171831"/>
                  </a:lnTo>
                  <a:lnTo>
                    <a:pt x="138303" y="171831"/>
                  </a:lnTo>
                  <a:lnTo>
                    <a:pt x="155067" y="174625"/>
                  </a:lnTo>
                  <a:cubicBezTo>
                    <a:pt x="160655" y="176022"/>
                    <a:pt x="164846" y="176022"/>
                    <a:pt x="170434" y="176022"/>
                  </a:cubicBezTo>
                  <a:cubicBezTo>
                    <a:pt x="174625" y="176022"/>
                    <a:pt x="177419" y="176022"/>
                    <a:pt x="180213" y="174625"/>
                  </a:cubicBezTo>
                  <a:lnTo>
                    <a:pt x="180213" y="169037"/>
                  </a:lnTo>
                  <a:cubicBezTo>
                    <a:pt x="171831" y="121539"/>
                    <a:pt x="173228" y="60071"/>
                    <a:pt x="176022" y="8382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CB82253F-AAAF-4CD8-9EE7-6A438060D139}"/>
                </a:ext>
              </a:extLst>
            </p:cNvPr>
            <p:cNvSpPr/>
            <p:nvPr/>
          </p:nvSpPr>
          <p:spPr>
            <a:xfrm>
              <a:off x="6252590" y="3095497"/>
              <a:ext cx="234696" cy="229108"/>
            </a:xfrm>
            <a:custGeom>
              <a:avLst/>
              <a:gdLst>
                <a:gd name="connsiteX0" fmla="*/ 230505 w 234696"/>
                <a:gd name="connsiteY0" fmla="*/ 29337 h 229108"/>
                <a:gd name="connsiteX1" fmla="*/ 167640 w 234696"/>
                <a:gd name="connsiteY1" fmla="*/ 4191 h 229108"/>
                <a:gd name="connsiteX2" fmla="*/ 93599 w 234696"/>
                <a:gd name="connsiteY2" fmla="*/ 1397 h 229108"/>
                <a:gd name="connsiteX3" fmla="*/ 44704 w 234696"/>
                <a:gd name="connsiteY3" fmla="*/ 0 h 229108"/>
                <a:gd name="connsiteX4" fmla="*/ 20955 w 234696"/>
                <a:gd name="connsiteY4" fmla="*/ 0 h 229108"/>
                <a:gd name="connsiteX5" fmla="*/ 0 w 234696"/>
                <a:gd name="connsiteY5" fmla="*/ 41910 h 229108"/>
                <a:gd name="connsiteX6" fmla="*/ 0 w 234696"/>
                <a:gd name="connsiteY6" fmla="*/ 58674 h 229108"/>
                <a:gd name="connsiteX7" fmla="*/ 11176 w 234696"/>
                <a:gd name="connsiteY7" fmla="*/ 205359 h 229108"/>
                <a:gd name="connsiteX8" fmla="*/ 11176 w 234696"/>
                <a:gd name="connsiteY8" fmla="*/ 210947 h 229108"/>
                <a:gd name="connsiteX9" fmla="*/ 12573 w 234696"/>
                <a:gd name="connsiteY9" fmla="*/ 226314 h 229108"/>
                <a:gd name="connsiteX10" fmla="*/ 22352 w 234696"/>
                <a:gd name="connsiteY10" fmla="*/ 227711 h 229108"/>
                <a:gd name="connsiteX11" fmla="*/ 33528 w 234696"/>
                <a:gd name="connsiteY11" fmla="*/ 227711 h 229108"/>
                <a:gd name="connsiteX12" fmla="*/ 75438 w 234696"/>
                <a:gd name="connsiteY12" fmla="*/ 222123 h 229108"/>
                <a:gd name="connsiteX13" fmla="*/ 129921 w 234696"/>
                <a:gd name="connsiteY13" fmla="*/ 223520 h 229108"/>
                <a:gd name="connsiteX14" fmla="*/ 160655 w 234696"/>
                <a:gd name="connsiteY14" fmla="*/ 224917 h 229108"/>
                <a:gd name="connsiteX15" fmla="*/ 177419 w 234696"/>
                <a:gd name="connsiteY15" fmla="*/ 227711 h 229108"/>
                <a:gd name="connsiteX16" fmla="*/ 196977 w 234696"/>
                <a:gd name="connsiteY16" fmla="*/ 229108 h 229108"/>
                <a:gd name="connsiteX17" fmla="*/ 231902 w 234696"/>
                <a:gd name="connsiteY17" fmla="*/ 206756 h 229108"/>
                <a:gd name="connsiteX18" fmla="*/ 233299 w 234696"/>
                <a:gd name="connsiteY18" fmla="*/ 199771 h 229108"/>
                <a:gd name="connsiteX19" fmla="*/ 234696 w 234696"/>
                <a:gd name="connsiteY19" fmla="*/ 192786 h 229108"/>
                <a:gd name="connsiteX20" fmla="*/ 230505 w 234696"/>
                <a:gd name="connsiteY20" fmla="*/ 29337 h 229108"/>
                <a:gd name="connsiteX21" fmla="*/ 206756 w 234696"/>
                <a:gd name="connsiteY21" fmla="*/ 201168 h 229108"/>
                <a:gd name="connsiteX22" fmla="*/ 196977 w 234696"/>
                <a:gd name="connsiteY22" fmla="*/ 202565 h 229108"/>
                <a:gd name="connsiteX23" fmla="*/ 181610 w 234696"/>
                <a:gd name="connsiteY23" fmla="*/ 201168 h 229108"/>
                <a:gd name="connsiteX24" fmla="*/ 164846 w 234696"/>
                <a:gd name="connsiteY24" fmla="*/ 198374 h 229108"/>
                <a:gd name="connsiteX25" fmla="*/ 141097 w 234696"/>
                <a:gd name="connsiteY25" fmla="*/ 198374 h 229108"/>
                <a:gd name="connsiteX26" fmla="*/ 134112 w 234696"/>
                <a:gd name="connsiteY26" fmla="*/ 196977 h 229108"/>
                <a:gd name="connsiteX27" fmla="*/ 71247 w 234696"/>
                <a:gd name="connsiteY27" fmla="*/ 195580 h 229108"/>
                <a:gd name="connsiteX28" fmla="*/ 37719 w 234696"/>
                <a:gd name="connsiteY28" fmla="*/ 201168 h 229108"/>
                <a:gd name="connsiteX29" fmla="*/ 34925 w 234696"/>
                <a:gd name="connsiteY29" fmla="*/ 184404 h 229108"/>
                <a:gd name="connsiteX30" fmla="*/ 26543 w 234696"/>
                <a:gd name="connsiteY30" fmla="*/ 57277 h 229108"/>
                <a:gd name="connsiteX31" fmla="*/ 26543 w 234696"/>
                <a:gd name="connsiteY31" fmla="*/ 44704 h 229108"/>
                <a:gd name="connsiteX32" fmla="*/ 30734 w 234696"/>
                <a:gd name="connsiteY32" fmla="*/ 26543 h 229108"/>
                <a:gd name="connsiteX33" fmla="*/ 44704 w 234696"/>
                <a:gd name="connsiteY33" fmla="*/ 26543 h 229108"/>
                <a:gd name="connsiteX34" fmla="*/ 92202 w 234696"/>
                <a:gd name="connsiteY34" fmla="*/ 27940 h 229108"/>
                <a:gd name="connsiteX35" fmla="*/ 202565 w 234696"/>
                <a:gd name="connsiteY35" fmla="*/ 34925 h 229108"/>
                <a:gd name="connsiteX36" fmla="*/ 206756 w 234696"/>
                <a:gd name="connsiteY36" fmla="*/ 195580 h 229108"/>
                <a:gd name="connsiteX37" fmla="*/ 206756 w 234696"/>
                <a:gd name="connsiteY37" fmla="*/ 201168 h 229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4696" h="229108">
                  <a:moveTo>
                    <a:pt x="230505" y="29337"/>
                  </a:moveTo>
                  <a:cubicBezTo>
                    <a:pt x="231902" y="5588"/>
                    <a:pt x="180213" y="4191"/>
                    <a:pt x="167640" y="4191"/>
                  </a:cubicBezTo>
                  <a:cubicBezTo>
                    <a:pt x="162052" y="4191"/>
                    <a:pt x="127127" y="2794"/>
                    <a:pt x="93599" y="1397"/>
                  </a:cubicBezTo>
                  <a:lnTo>
                    <a:pt x="44704" y="0"/>
                  </a:lnTo>
                  <a:lnTo>
                    <a:pt x="20955" y="0"/>
                  </a:lnTo>
                  <a:cubicBezTo>
                    <a:pt x="2794" y="1397"/>
                    <a:pt x="1397" y="27940"/>
                    <a:pt x="0" y="41910"/>
                  </a:cubicBezTo>
                  <a:lnTo>
                    <a:pt x="0" y="58674"/>
                  </a:lnTo>
                  <a:cubicBezTo>
                    <a:pt x="2794" y="107569"/>
                    <a:pt x="5588" y="156464"/>
                    <a:pt x="11176" y="205359"/>
                  </a:cubicBezTo>
                  <a:lnTo>
                    <a:pt x="11176" y="210947"/>
                  </a:lnTo>
                  <a:cubicBezTo>
                    <a:pt x="13970" y="212344"/>
                    <a:pt x="9779" y="231902"/>
                    <a:pt x="12573" y="226314"/>
                  </a:cubicBezTo>
                  <a:lnTo>
                    <a:pt x="22352" y="227711"/>
                  </a:lnTo>
                  <a:cubicBezTo>
                    <a:pt x="25146" y="229108"/>
                    <a:pt x="29337" y="227711"/>
                    <a:pt x="33528" y="227711"/>
                  </a:cubicBezTo>
                  <a:cubicBezTo>
                    <a:pt x="44704" y="227711"/>
                    <a:pt x="60071" y="224917"/>
                    <a:pt x="75438" y="222123"/>
                  </a:cubicBezTo>
                  <a:cubicBezTo>
                    <a:pt x="89408" y="220726"/>
                    <a:pt x="106172" y="220726"/>
                    <a:pt x="129921" y="223520"/>
                  </a:cubicBezTo>
                  <a:cubicBezTo>
                    <a:pt x="139700" y="224917"/>
                    <a:pt x="149479" y="223520"/>
                    <a:pt x="160655" y="224917"/>
                  </a:cubicBezTo>
                  <a:lnTo>
                    <a:pt x="177419" y="227711"/>
                  </a:lnTo>
                  <a:cubicBezTo>
                    <a:pt x="184404" y="229108"/>
                    <a:pt x="191389" y="229108"/>
                    <a:pt x="196977" y="229108"/>
                  </a:cubicBezTo>
                  <a:cubicBezTo>
                    <a:pt x="215138" y="229108"/>
                    <a:pt x="230505" y="226314"/>
                    <a:pt x="231902" y="206756"/>
                  </a:cubicBezTo>
                  <a:cubicBezTo>
                    <a:pt x="233299" y="205359"/>
                    <a:pt x="233299" y="202565"/>
                    <a:pt x="233299" y="199771"/>
                  </a:cubicBezTo>
                  <a:lnTo>
                    <a:pt x="234696" y="192786"/>
                  </a:lnTo>
                  <a:cubicBezTo>
                    <a:pt x="224917" y="146685"/>
                    <a:pt x="226314" y="83820"/>
                    <a:pt x="230505" y="29337"/>
                  </a:cubicBezTo>
                  <a:close/>
                  <a:moveTo>
                    <a:pt x="206756" y="201168"/>
                  </a:moveTo>
                  <a:cubicBezTo>
                    <a:pt x="203962" y="202565"/>
                    <a:pt x="201168" y="202565"/>
                    <a:pt x="196977" y="202565"/>
                  </a:cubicBezTo>
                  <a:cubicBezTo>
                    <a:pt x="191389" y="202565"/>
                    <a:pt x="187198" y="202565"/>
                    <a:pt x="181610" y="201168"/>
                  </a:cubicBezTo>
                  <a:lnTo>
                    <a:pt x="164846" y="198374"/>
                  </a:lnTo>
                  <a:lnTo>
                    <a:pt x="141097" y="198374"/>
                  </a:lnTo>
                  <a:lnTo>
                    <a:pt x="134112" y="196977"/>
                  </a:lnTo>
                  <a:cubicBezTo>
                    <a:pt x="108966" y="194183"/>
                    <a:pt x="89408" y="194183"/>
                    <a:pt x="71247" y="195580"/>
                  </a:cubicBezTo>
                  <a:cubicBezTo>
                    <a:pt x="58674" y="198374"/>
                    <a:pt x="46101" y="199771"/>
                    <a:pt x="37719" y="201168"/>
                  </a:cubicBezTo>
                  <a:cubicBezTo>
                    <a:pt x="36322" y="195580"/>
                    <a:pt x="36322" y="189992"/>
                    <a:pt x="34925" y="184404"/>
                  </a:cubicBezTo>
                  <a:cubicBezTo>
                    <a:pt x="33528" y="176022"/>
                    <a:pt x="26543" y="57277"/>
                    <a:pt x="26543" y="57277"/>
                  </a:cubicBezTo>
                  <a:lnTo>
                    <a:pt x="26543" y="44704"/>
                  </a:lnTo>
                  <a:cubicBezTo>
                    <a:pt x="27940" y="39116"/>
                    <a:pt x="29337" y="32131"/>
                    <a:pt x="30734" y="26543"/>
                  </a:cubicBezTo>
                  <a:lnTo>
                    <a:pt x="44704" y="26543"/>
                  </a:lnTo>
                  <a:lnTo>
                    <a:pt x="92202" y="27940"/>
                  </a:lnTo>
                  <a:cubicBezTo>
                    <a:pt x="101981" y="29337"/>
                    <a:pt x="189992" y="29337"/>
                    <a:pt x="202565" y="34925"/>
                  </a:cubicBezTo>
                  <a:cubicBezTo>
                    <a:pt x="199771" y="86614"/>
                    <a:pt x="198374" y="148082"/>
                    <a:pt x="206756" y="195580"/>
                  </a:cubicBezTo>
                  <a:lnTo>
                    <a:pt x="206756" y="201168"/>
                  </a:ln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CAEDAC3A-ADC3-4022-9BE4-0DB7517DE959}"/>
                </a:ext>
              </a:extLst>
            </p:cNvPr>
            <p:cNvSpPr/>
            <p:nvPr/>
          </p:nvSpPr>
          <p:spPr>
            <a:xfrm>
              <a:off x="5411597" y="2315392"/>
              <a:ext cx="722004" cy="1018992"/>
            </a:xfrm>
            <a:custGeom>
              <a:avLst/>
              <a:gdLst>
                <a:gd name="connsiteX0" fmla="*/ 712470 w 722004"/>
                <a:gd name="connsiteY0" fmla="*/ 641802 h 1018992"/>
                <a:gd name="connsiteX1" fmla="*/ 709676 w 722004"/>
                <a:gd name="connsiteY1" fmla="*/ 616656 h 1018992"/>
                <a:gd name="connsiteX2" fmla="*/ 705485 w 722004"/>
                <a:gd name="connsiteY2" fmla="*/ 598495 h 1018992"/>
                <a:gd name="connsiteX3" fmla="*/ 699897 w 722004"/>
                <a:gd name="connsiteY3" fmla="*/ 587319 h 1018992"/>
                <a:gd name="connsiteX4" fmla="*/ 697103 w 722004"/>
                <a:gd name="connsiteY4" fmla="*/ 574746 h 1018992"/>
                <a:gd name="connsiteX5" fmla="*/ 691515 w 722004"/>
                <a:gd name="connsiteY5" fmla="*/ 569158 h 1018992"/>
                <a:gd name="connsiteX6" fmla="*/ 678942 w 722004"/>
                <a:gd name="connsiteY6" fmla="*/ 549600 h 1018992"/>
                <a:gd name="connsiteX7" fmla="*/ 670560 w 722004"/>
                <a:gd name="connsiteY7" fmla="*/ 538424 h 1018992"/>
                <a:gd name="connsiteX8" fmla="*/ 662178 w 722004"/>
                <a:gd name="connsiteY8" fmla="*/ 523057 h 1018992"/>
                <a:gd name="connsiteX9" fmla="*/ 620268 w 722004"/>
                <a:gd name="connsiteY9" fmla="*/ 486735 h 1018992"/>
                <a:gd name="connsiteX10" fmla="*/ 607695 w 722004"/>
                <a:gd name="connsiteY10" fmla="*/ 478353 h 1018992"/>
                <a:gd name="connsiteX11" fmla="*/ 603504 w 722004"/>
                <a:gd name="connsiteY11" fmla="*/ 469971 h 1018992"/>
                <a:gd name="connsiteX12" fmla="*/ 611886 w 722004"/>
                <a:gd name="connsiteY12" fmla="*/ 464383 h 1018992"/>
                <a:gd name="connsiteX13" fmla="*/ 627253 w 722004"/>
                <a:gd name="connsiteY13" fmla="*/ 444825 h 1018992"/>
                <a:gd name="connsiteX14" fmla="*/ 635635 w 722004"/>
                <a:gd name="connsiteY14" fmla="*/ 437840 h 1018992"/>
                <a:gd name="connsiteX15" fmla="*/ 678942 w 722004"/>
                <a:gd name="connsiteY15" fmla="*/ 263215 h 1018992"/>
                <a:gd name="connsiteX16" fmla="*/ 648208 w 722004"/>
                <a:gd name="connsiteY16" fmla="*/ 159837 h 1018992"/>
                <a:gd name="connsiteX17" fmla="*/ 589534 w 722004"/>
                <a:gd name="connsiteY17" fmla="*/ 91384 h 1018992"/>
                <a:gd name="connsiteX18" fmla="*/ 576961 w 722004"/>
                <a:gd name="connsiteY18" fmla="*/ 83002 h 1018992"/>
                <a:gd name="connsiteX19" fmla="*/ 564388 w 722004"/>
                <a:gd name="connsiteY19" fmla="*/ 73223 h 1018992"/>
                <a:gd name="connsiteX20" fmla="*/ 530860 w 722004"/>
                <a:gd name="connsiteY20" fmla="*/ 55062 h 1018992"/>
                <a:gd name="connsiteX21" fmla="*/ 523875 w 722004"/>
                <a:gd name="connsiteY21" fmla="*/ 52268 h 1018992"/>
                <a:gd name="connsiteX22" fmla="*/ 493141 w 722004"/>
                <a:gd name="connsiteY22" fmla="*/ 38298 h 1018992"/>
                <a:gd name="connsiteX23" fmla="*/ 476377 w 722004"/>
                <a:gd name="connsiteY23" fmla="*/ 31313 h 1018992"/>
                <a:gd name="connsiteX24" fmla="*/ 458216 w 722004"/>
                <a:gd name="connsiteY24" fmla="*/ 24328 h 1018992"/>
                <a:gd name="connsiteX25" fmla="*/ 440055 w 722004"/>
                <a:gd name="connsiteY25" fmla="*/ 18740 h 1018992"/>
                <a:gd name="connsiteX26" fmla="*/ 410718 w 722004"/>
                <a:gd name="connsiteY26" fmla="*/ 10358 h 1018992"/>
                <a:gd name="connsiteX27" fmla="*/ 399542 w 722004"/>
                <a:gd name="connsiteY27" fmla="*/ 8961 h 1018992"/>
                <a:gd name="connsiteX28" fmla="*/ 389763 w 722004"/>
                <a:gd name="connsiteY28" fmla="*/ 7564 h 1018992"/>
                <a:gd name="connsiteX29" fmla="*/ 378587 w 722004"/>
                <a:gd name="connsiteY29" fmla="*/ 6167 h 1018992"/>
                <a:gd name="connsiteX30" fmla="*/ 356235 w 722004"/>
                <a:gd name="connsiteY30" fmla="*/ 1976 h 1018992"/>
                <a:gd name="connsiteX31" fmla="*/ 280797 w 722004"/>
                <a:gd name="connsiteY31" fmla="*/ 579 h 1018992"/>
                <a:gd name="connsiteX32" fmla="*/ 266827 w 722004"/>
                <a:gd name="connsiteY32" fmla="*/ 3373 h 1018992"/>
                <a:gd name="connsiteX33" fmla="*/ 254254 w 722004"/>
                <a:gd name="connsiteY33" fmla="*/ 4770 h 1018992"/>
                <a:gd name="connsiteX34" fmla="*/ 216535 w 722004"/>
                <a:gd name="connsiteY34" fmla="*/ 20137 h 1018992"/>
                <a:gd name="connsiteX35" fmla="*/ 210947 w 722004"/>
                <a:gd name="connsiteY35" fmla="*/ 22931 h 1018992"/>
                <a:gd name="connsiteX36" fmla="*/ 188595 w 722004"/>
                <a:gd name="connsiteY36" fmla="*/ 36901 h 1018992"/>
                <a:gd name="connsiteX37" fmla="*/ 150876 w 722004"/>
                <a:gd name="connsiteY37" fmla="*/ 73223 h 1018992"/>
                <a:gd name="connsiteX38" fmla="*/ 142494 w 722004"/>
                <a:gd name="connsiteY38" fmla="*/ 81605 h 1018992"/>
                <a:gd name="connsiteX39" fmla="*/ 135509 w 722004"/>
                <a:gd name="connsiteY39" fmla="*/ 94178 h 1018992"/>
                <a:gd name="connsiteX40" fmla="*/ 125730 w 722004"/>
                <a:gd name="connsiteY40" fmla="*/ 108148 h 1018992"/>
                <a:gd name="connsiteX41" fmla="*/ 115951 w 722004"/>
                <a:gd name="connsiteY41" fmla="*/ 122118 h 1018992"/>
                <a:gd name="connsiteX42" fmla="*/ 47498 w 722004"/>
                <a:gd name="connsiteY42" fmla="*/ 232481 h 1018992"/>
                <a:gd name="connsiteX43" fmla="*/ 40513 w 722004"/>
                <a:gd name="connsiteY43" fmla="*/ 242260 h 1018992"/>
                <a:gd name="connsiteX44" fmla="*/ 33528 w 722004"/>
                <a:gd name="connsiteY44" fmla="*/ 253436 h 1018992"/>
                <a:gd name="connsiteX45" fmla="*/ 16764 w 722004"/>
                <a:gd name="connsiteY45" fmla="*/ 327477 h 1018992"/>
                <a:gd name="connsiteX46" fmla="*/ 26543 w 722004"/>
                <a:gd name="connsiteY46" fmla="*/ 351226 h 1018992"/>
                <a:gd name="connsiteX47" fmla="*/ 33528 w 722004"/>
                <a:gd name="connsiteY47" fmla="*/ 352623 h 1018992"/>
                <a:gd name="connsiteX48" fmla="*/ 55880 w 722004"/>
                <a:gd name="connsiteY48" fmla="*/ 351226 h 1018992"/>
                <a:gd name="connsiteX49" fmla="*/ 118745 w 722004"/>
                <a:gd name="connsiteY49" fmla="*/ 354020 h 1018992"/>
                <a:gd name="connsiteX50" fmla="*/ 181610 w 722004"/>
                <a:gd name="connsiteY50" fmla="*/ 356814 h 1018992"/>
                <a:gd name="connsiteX51" fmla="*/ 210947 w 722004"/>
                <a:gd name="connsiteY51" fmla="*/ 358211 h 1018992"/>
                <a:gd name="connsiteX52" fmla="*/ 236093 w 722004"/>
                <a:gd name="connsiteY52" fmla="*/ 303728 h 1018992"/>
                <a:gd name="connsiteX53" fmla="*/ 244475 w 722004"/>
                <a:gd name="connsiteY53" fmla="*/ 285567 h 1018992"/>
                <a:gd name="connsiteX54" fmla="*/ 255651 w 722004"/>
                <a:gd name="connsiteY54" fmla="*/ 250642 h 1018992"/>
                <a:gd name="connsiteX55" fmla="*/ 269621 w 722004"/>
                <a:gd name="connsiteY55" fmla="*/ 229687 h 1018992"/>
                <a:gd name="connsiteX56" fmla="*/ 289179 w 722004"/>
                <a:gd name="connsiteY56" fmla="*/ 205938 h 1018992"/>
                <a:gd name="connsiteX57" fmla="*/ 396748 w 722004"/>
                <a:gd name="connsiteY57" fmla="*/ 189174 h 1018992"/>
                <a:gd name="connsiteX58" fmla="*/ 405130 w 722004"/>
                <a:gd name="connsiteY58" fmla="*/ 190571 h 1018992"/>
                <a:gd name="connsiteX59" fmla="*/ 470789 w 722004"/>
                <a:gd name="connsiteY59" fmla="*/ 240863 h 1018992"/>
                <a:gd name="connsiteX60" fmla="*/ 477774 w 722004"/>
                <a:gd name="connsiteY60" fmla="*/ 253436 h 1018992"/>
                <a:gd name="connsiteX61" fmla="*/ 493141 w 722004"/>
                <a:gd name="connsiteY61" fmla="*/ 310713 h 1018992"/>
                <a:gd name="connsiteX62" fmla="*/ 463804 w 722004"/>
                <a:gd name="connsiteY62" fmla="*/ 363799 h 1018992"/>
                <a:gd name="connsiteX63" fmla="*/ 455422 w 722004"/>
                <a:gd name="connsiteY63" fmla="*/ 373578 h 1018992"/>
                <a:gd name="connsiteX64" fmla="*/ 449834 w 722004"/>
                <a:gd name="connsiteY64" fmla="*/ 380563 h 1018992"/>
                <a:gd name="connsiteX65" fmla="*/ 382778 w 722004"/>
                <a:gd name="connsiteY65" fmla="*/ 418282 h 1018992"/>
                <a:gd name="connsiteX66" fmla="*/ 357632 w 722004"/>
                <a:gd name="connsiteY66" fmla="*/ 419679 h 1018992"/>
                <a:gd name="connsiteX67" fmla="*/ 286385 w 722004"/>
                <a:gd name="connsiteY67" fmla="*/ 482544 h 1018992"/>
                <a:gd name="connsiteX68" fmla="*/ 286385 w 722004"/>
                <a:gd name="connsiteY68" fmla="*/ 548203 h 1018992"/>
                <a:gd name="connsiteX69" fmla="*/ 310134 w 722004"/>
                <a:gd name="connsiteY69" fmla="*/ 557982 h 1018992"/>
                <a:gd name="connsiteX70" fmla="*/ 368808 w 722004"/>
                <a:gd name="connsiteY70" fmla="*/ 556585 h 1018992"/>
                <a:gd name="connsiteX71" fmla="*/ 374396 w 722004"/>
                <a:gd name="connsiteY71" fmla="*/ 557982 h 1018992"/>
                <a:gd name="connsiteX72" fmla="*/ 438658 w 722004"/>
                <a:gd name="connsiteY72" fmla="*/ 574746 h 1018992"/>
                <a:gd name="connsiteX73" fmla="*/ 461010 w 722004"/>
                <a:gd name="connsiteY73" fmla="*/ 598495 h 1018992"/>
                <a:gd name="connsiteX74" fmla="*/ 505714 w 722004"/>
                <a:gd name="connsiteY74" fmla="*/ 694888 h 1018992"/>
                <a:gd name="connsiteX75" fmla="*/ 505714 w 722004"/>
                <a:gd name="connsiteY75" fmla="*/ 722828 h 1018992"/>
                <a:gd name="connsiteX76" fmla="*/ 507111 w 722004"/>
                <a:gd name="connsiteY76" fmla="*/ 738195 h 1018992"/>
                <a:gd name="connsiteX77" fmla="*/ 486156 w 722004"/>
                <a:gd name="connsiteY77" fmla="*/ 785693 h 1018992"/>
                <a:gd name="connsiteX78" fmla="*/ 474980 w 722004"/>
                <a:gd name="connsiteY78" fmla="*/ 795472 h 1018992"/>
                <a:gd name="connsiteX79" fmla="*/ 467995 w 722004"/>
                <a:gd name="connsiteY79" fmla="*/ 806648 h 1018992"/>
                <a:gd name="connsiteX80" fmla="*/ 435864 w 722004"/>
                <a:gd name="connsiteY80" fmla="*/ 827603 h 1018992"/>
                <a:gd name="connsiteX81" fmla="*/ 311531 w 722004"/>
                <a:gd name="connsiteY81" fmla="*/ 838779 h 1018992"/>
                <a:gd name="connsiteX82" fmla="*/ 296164 w 722004"/>
                <a:gd name="connsiteY82" fmla="*/ 830397 h 1018992"/>
                <a:gd name="connsiteX83" fmla="*/ 226314 w 722004"/>
                <a:gd name="connsiteY83" fmla="*/ 768929 h 1018992"/>
                <a:gd name="connsiteX84" fmla="*/ 220726 w 722004"/>
                <a:gd name="connsiteY84" fmla="*/ 759150 h 1018992"/>
                <a:gd name="connsiteX85" fmla="*/ 202565 w 722004"/>
                <a:gd name="connsiteY85" fmla="*/ 673933 h 1018992"/>
                <a:gd name="connsiteX86" fmla="*/ 191389 w 722004"/>
                <a:gd name="connsiteY86" fmla="*/ 661360 h 1018992"/>
                <a:gd name="connsiteX87" fmla="*/ 51689 w 722004"/>
                <a:gd name="connsiteY87" fmla="*/ 664154 h 1018992"/>
                <a:gd name="connsiteX88" fmla="*/ 0 w 722004"/>
                <a:gd name="connsiteY88" fmla="*/ 718637 h 1018992"/>
                <a:gd name="connsiteX89" fmla="*/ 2794 w 722004"/>
                <a:gd name="connsiteY89" fmla="*/ 725622 h 1018992"/>
                <a:gd name="connsiteX90" fmla="*/ 5588 w 722004"/>
                <a:gd name="connsiteY90" fmla="*/ 736798 h 1018992"/>
                <a:gd name="connsiteX91" fmla="*/ 8382 w 722004"/>
                <a:gd name="connsiteY91" fmla="*/ 746577 h 1018992"/>
                <a:gd name="connsiteX92" fmla="*/ 13970 w 722004"/>
                <a:gd name="connsiteY92" fmla="*/ 764738 h 1018992"/>
                <a:gd name="connsiteX93" fmla="*/ 16764 w 722004"/>
                <a:gd name="connsiteY93" fmla="*/ 775914 h 1018992"/>
                <a:gd name="connsiteX94" fmla="*/ 25146 w 722004"/>
                <a:gd name="connsiteY94" fmla="*/ 808045 h 1018992"/>
                <a:gd name="connsiteX95" fmla="*/ 33528 w 722004"/>
                <a:gd name="connsiteY95" fmla="*/ 829000 h 1018992"/>
                <a:gd name="connsiteX96" fmla="*/ 41910 w 722004"/>
                <a:gd name="connsiteY96" fmla="*/ 840176 h 1018992"/>
                <a:gd name="connsiteX97" fmla="*/ 114554 w 722004"/>
                <a:gd name="connsiteY97" fmla="*/ 939363 h 1018992"/>
                <a:gd name="connsiteX98" fmla="*/ 122936 w 722004"/>
                <a:gd name="connsiteY98" fmla="*/ 944951 h 1018992"/>
                <a:gd name="connsiteX99" fmla="*/ 180213 w 722004"/>
                <a:gd name="connsiteY99" fmla="*/ 979876 h 1018992"/>
                <a:gd name="connsiteX100" fmla="*/ 203962 w 722004"/>
                <a:gd name="connsiteY100" fmla="*/ 989655 h 1018992"/>
                <a:gd name="connsiteX101" fmla="*/ 215138 w 722004"/>
                <a:gd name="connsiteY101" fmla="*/ 992449 h 1018992"/>
                <a:gd name="connsiteX102" fmla="*/ 279400 w 722004"/>
                <a:gd name="connsiteY102" fmla="*/ 1010610 h 1018992"/>
                <a:gd name="connsiteX103" fmla="*/ 338074 w 722004"/>
                <a:gd name="connsiteY103" fmla="*/ 1018992 h 1018992"/>
                <a:gd name="connsiteX104" fmla="*/ 345059 w 722004"/>
                <a:gd name="connsiteY104" fmla="*/ 1018992 h 1018992"/>
                <a:gd name="connsiteX105" fmla="*/ 537845 w 722004"/>
                <a:gd name="connsiteY105" fmla="*/ 991052 h 1018992"/>
                <a:gd name="connsiteX106" fmla="*/ 553212 w 722004"/>
                <a:gd name="connsiteY106" fmla="*/ 984067 h 1018992"/>
                <a:gd name="connsiteX107" fmla="*/ 572770 w 722004"/>
                <a:gd name="connsiteY107" fmla="*/ 975685 h 1018992"/>
                <a:gd name="connsiteX108" fmla="*/ 610489 w 722004"/>
                <a:gd name="connsiteY108" fmla="*/ 953333 h 1018992"/>
                <a:gd name="connsiteX109" fmla="*/ 652399 w 722004"/>
                <a:gd name="connsiteY109" fmla="*/ 914217 h 1018992"/>
                <a:gd name="connsiteX110" fmla="*/ 673354 w 722004"/>
                <a:gd name="connsiteY110" fmla="*/ 891865 h 1018992"/>
                <a:gd name="connsiteX111" fmla="*/ 691515 w 722004"/>
                <a:gd name="connsiteY111" fmla="*/ 866719 h 1018992"/>
                <a:gd name="connsiteX112" fmla="*/ 694309 w 722004"/>
                <a:gd name="connsiteY112" fmla="*/ 854146 h 1018992"/>
                <a:gd name="connsiteX113" fmla="*/ 712470 w 722004"/>
                <a:gd name="connsiteY113" fmla="*/ 799663 h 1018992"/>
                <a:gd name="connsiteX114" fmla="*/ 713867 w 722004"/>
                <a:gd name="connsiteY114" fmla="*/ 791281 h 1018992"/>
                <a:gd name="connsiteX115" fmla="*/ 720852 w 722004"/>
                <a:gd name="connsiteY115" fmla="*/ 700476 h 1018992"/>
                <a:gd name="connsiteX116" fmla="*/ 712470 w 722004"/>
                <a:gd name="connsiteY116" fmla="*/ 641802 h 1018992"/>
                <a:gd name="connsiteX117" fmla="*/ 687324 w 722004"/>
                <a:gd name="connsiteY117" fmla="*/ 787090 h 1018992"/>
                <a:gd name="connsiteX118" fmla="*/ 685927 w 722004"/>
                <a:gd name="connsiteY118" fmla="*/ 802457 h 1018992"/>
                <a:gd name="connsiteX119" fmla="*/ 678942 w 722004"/>
                <a:gd name="connsiteY119" fmla="*/ 823412 h 1018992"/>
                <a:gd name="connsiteX120" fmla="*/ 667766 w 722004"/>
                <a:gd name="connsiteY120" fmla="*/ 852749 h 1018992"/>
                <a:gd name="connsiteX121" fmla="*/ 651002 w 722004"/>
                <a:gd name="connsiteY121" fmla="*/ 876498 h 1018992"/>
                <a:gd name="connsiteX122" fmla="*/ 630047 w 722004"/>
                <a:gd name="connsiteY122" fmla="*/ 900247 h 1018992"/>
                <a:gd name="connsiteX123" fmla="*/ 593725 w 722004"/>
                <a:gd name="connsiteY123" fmla="*/ 932378 h 1018992"/>
                <a:gd name="connsiteX124" fmla="*/ 562991 w 722004"/>
                <a:gd name="connsiteY124" fmla="*/ 950539 h 1018992"/>
                <a:gd name="connsiteX125" fmla="*/ 543433 w 722004"/>
                <a:gd name="connsiteY125" fmla="*/ 958921 h 1018992"/>
                <a:gd name="connsiteX126" fmla="*/ 525272 w 722004"/>
                <a:gd name="connsiteY126" fmla="*/ 967303 h 1018992"/>
                <a:gd name="connsiteX127" fmla="*/ 345059 w 722004"/>
                <a:gd name="connsiteY127" fmla="*/ 992449 h 1018992"/>
                <a:gd name="connsiteX128" fmla="*/ 338074 w 722004"/>
                <a:gd name="connsiteY128" fmla="*/ 992449 h 1018992"/>
                <a:gd name="connsiteX129" fmla="*/ 280797 w 722004"/>
                <a:gd name="connsiteY129" fmla="*/ 984067 h 1018992"/>
                <a:gd name="connsiteX130" fmla="*/ 223520 w 722004"/>
                <a:gd name="connsiteY130" fmla="*/ 967303 h 1018992"/>
                <a:gd name="connsiteX131" fmla="*/ 209550 w 722004"/>
                <a:gd name="connsiteY131" fmla="*/ 963112 h 1018992"/>
                <a:gd name="connsiteX132" fmla="*/ 202565 w 722004"/>
                <a:gd name="connsiteY132" fmla="*/ 960318 h 1018992"/>
                <a:gd name="connsiteX133" fmla="*/ 188595 w 722004"/>
                <a:gd name="connsiteY133" fmla="*/ 954730 h 1018992"/>
                <a:gd name="connsiteX134" fmla="*/ 129921 w 722004"/>
                <a:gd name="connsiteY134" fmla="*/ 917011 h 1018992"/>
                <a:gd name="connsiteX135" fmla="*/ 64262 w 722004"/>
                <a:gd name="connsiteY135" fmla="*/ 824809 h 1018992"/>
                <a:gd name="connsiteX136" fmla="*/ 57277 w 722004"/>
                <a:gd name="connsiteY136" fmla="*/ 815030 h 1018992"/>
                <a:gd name="connsiteX137" fmla="*/ 50292 w 722004"/>
                <a:gd name="connsiteY137" fmla="*/ 798266 h 1018992"/>
                <a:gd name="connsiteX138" fmla="*/ 41910 w 722004"/>
                <a:gd name="connsiteY138" fmla="*/ 770326 h 1018992"/>
                <a:gd name="connsiteX139" fmla="*/ 39116 w 722004"/>
                <a:gd name="connsiteY139" fmla="*/ 759150 h 1018992"/>
                <a:gd name="connsiteX140" fmla="*/ 34925 w 722004"/>
                <a:gd name="connsiteY140" fmla="*/ 739592 h 1018992"/>
                <a:gd name="connsiteX141" fmla="*/ 32131 w 722004"/>
                <a:gd name="connsiteY141" fmla="*/ 729813 h 1018992"/>
                <a:gd name="connsiteX142" fmla="*/ 26543 w 722004"/>
                <a:gd name="connsiteY142" fmla="*/ 711652 h 1018992"/>
                <a:gd name="connsiteX143" fmla="*/ 27940 w 722004"/>
                <a:gd name="connsiteY143" fmla="*/ 687903 h 1018992"/>
                <a:gd name="connsiteX144" fmla="*/ 51689 w 722004"/>
                <a:gd name="connsiteY144" fmla="*/ 690697 h 1018992"/>
                <a:gd name="connsiteX145" fmla="*/ 178816 w 722004"/>
                <a:gd name="connsiteY145" fmla="*/ 687903 h 1018992"/>
                <a:gd name="connsiteX146" fmla="*/ 196977 w 722004"/>
                <a:gd name="connsiteY146" fmla="*/ 771723 h 1018992"/>
                <a:gd name="connsiteX147" fmla="*/ 202565 w 722004"/>
                <a:gd name="connsiteY147" fmla="*/ 778708 h 1018992"/>
                <a:gd name="connsiteX148" fmla="*/ 282194 w 722004"/>
                <a:gd name="connsiteY148" fmla="*/ 852749 h 1018992"/>
                <a:gd name="connsiteX149" fmla="*/ 293370 w 722004"/>
                <a:gd name="connsiteY149" fmla="*/ 859734 h 1018992"/>
                <a:gd name="connsiteX150" fmla="*/ 444246 w 722004"/>
                <a:gd name="connsiteY150" fmla="*/ 852749 h 1018992"/>
                <a:gd name="connsiteX151" fmla="*/ 490347 w 722004"/>
                <a:gd name="connsiteY151" fmla="*/ 822015 h 1018992"/>
                <a:gd name="connsiteX152" fmla="*/ 497332 w 722004"/>
                <a:gd name="connsiteY152" fmla="*/ 810839 h 1018992"/>
                <a:gd name="connsiteX153" fmla="*/ 507111 w 722004"/>
                <a:gd name="connsiteY153" fmla="*/ 801060 h 1018992"/>
                <a:gd name="connsiteX154" fmla="*/ 532257 w 722004"/>
                <a:gd name="connsiteY154" fmla="*/ 743783 h 1018992"/>
                <a:gd name="connsiteX155" fmla="*/ 532257 w 722004"/>
                <a:gd name="connsiteY155" fmla="*/ 728416 h 1018992"/>
                <a:gd name="connsiteX156" fmla="*/ 532257 w 722004"/>
                <a:gd name="connsiteY156" fmla="*/ 692094 h 1018992"/>
                <a:gd name="connsiteX157" fmla="*/ 452628 w 722004"/>
                <a:gd name="connsiteY157" fmla="*/ 552394 h 1018992"/>
                <a:gd name="connsiteX158" fmla="*/ 372999 w 722004"/>
                <a:gd name="connsiteY158" fmla="*/ 530042 h 1018992"/>
                <a:gd name="connsiteX159" fmla="*/ 311531 w 722004"/>
                <a:gd name="connsiteY159" fmla="*/ 531439 h 1018992"/>
                <a:gd name="connsiteX160" fmla="*/ 312928 w 722004"/>
                <a:gd name="connsiteY160" fmla="*/ 481147 h 1018992"/>
                <a:gd name="connsiteX161" fmla="*/ 311531 w 722004"/>
                <a:gd name="connsiteY161" fmla="*/ 440634 h 1018992"/>
                <a:gd name="connsiteX162" fmla="*/ 329692 w 722004"/>
                <a:gd name="connsiteY162" fmla="*/ 443428 h 1018992"/>
                <a:gd name="connsiteX163" fmla="*/ 386969 w 722004"/>
                <a:gd name="connsiteY163" fmla="*/ 444825 h 1018992"/>
                <a:gd name="connsiteX164" fmla="*/ 470789 w 722004"/>
                <a:gd name="connsiteY164" fmla="*/ 397327 h 1018992"/>
                <a:gd name="connsiteX165" fmla="*/ 476377 w 722004"/>
                <a:gd name="connsiteY165" fmla="*/ 390342 h 1018992"/>
                <a:gd name="connsiteX166" fmla="*/ 484759 w 722004"/>
                <a:gd name="connsiteY166" fmla="*/ 380563 h 1018992"/>
                <a:gd name="connsiteX167" fmla="*/ 516890 w 722004"/>
                <a:gd name="connsiteY167" fmla="*/ 320492 h 1018992"/>
                <a:gd name="connsiteX168" fmla="*/ 521081 w 722004"/>
                <a:gd name="connsiteY168" fmla="*/ 309316 h 1018992"/>
                <a:gd name="connsiteX169" fmla="*/ 501523 w 722004"/>
                <a:gd name="connsiteY169" fmla="*/ 240863 h 1018992"/>
                <a:gd name="connsiteX170" fmla="*/ 494538 w 722004"/>
                <a:gd name="connsiteY170" fmla="*/ 228290 h 1018992"/>
                <a:gd name="connsiteX171" fmla="*/ 406527 w 722004"/>
                <a:gd name="connsiteY171" fmla="*/ 162631 h 1018992"/>
                <a:gd name="connsiteX172" fmla="*/ 399542 w 722004"/>
                <a:gd name="connsiteY172" fmla="*/ 162631 h 1018992"/>
                <a:gd name="connsiteX173" fmla="*/ 273812 w 722004"/>
                <a:gd name="connsiteY173" fmla="*/ 184983 h 1018992"/>
                <a:gd name="connsiteX174" fmla="*/ 265430 w 722004"/>
                <a:gd name="connsiteY174" fmla="*/ 191968 h 1018992"/>
                <a:gd name="connsiteX175" fmla="*/ 245872 w 722004"/>
                <a:gd name="connsiteY175" fmla="*/ 217114 h 1018992"/>
                <a:gd name="connsiteX176" fmla="*/ 229108 w 722004"/>
                <a:gd name="connsiteY176" fmla="*/ 250642 h 1018992"/>
                <a:gd name="connsiteX177" fmla="*/ 227711 w 722004"/>
                <a:gd name="connsiteY177" fmla="*/ 257627 h 1018992"/>
                <a:gd name="connsiteX178" fmla="*/ 220726 w 722004"/>
                <a:gd name="connsiteY178" fmla="*/ 274391 h 1018992"/>
                <a:gd name="connsiteX179" fmla="*/ 210947 w 722004"/>
                <a:gd name="connsiteY179" fmla="*/ 292552 h 1018992"/>
                <a:gd name="connsiteX180" fmla="*/ 201168 w 722004"/>
                <a:gd name="connsiteY180" fmla="*/ 331668 h 1018992"/>
                <a:gd name="connsiteX181" fmla="*/ 183007 w 722004"/>
                <a:gd name="connsiteY181" fmla="*/ 330271 h 1018992"/>
                <a:gd name="connsiteX182" fmla="*/ 120142 w 722004"/>
                <a:gd name="connsiteY182" fmla="*/ 327477 h 1018992"/>
                <a:gd name="connsiteX183" fmla="*/ 55880 w 722004"/>
                <a:gd name="connsiteY183" fmla="*/ 324683 h 1018992"/>
                <a:gd name="connsiteX184" fmla="*/ 46101 w 722004"/>
                <a:gd name="connsiteY184" fmla="*/ 324810 h 1018992"/>
                <a:gd name="connsiteX185" fmla="*/ 44704 w 722004"/>
                <a:gd name="connsiteY185" fmla="*/ 324683 h 1018992"/>
                <a:gd name="connsiteX186" fmla="*/ 46101 w 722004"/>
                <a:gd name="connsiteY186" fmla="*/ 313507 h 1018992"/>
                <a:gd name="connsiteX187" fmla="*/ 57277 w 722004"/>
                <a:gd name="connsiteY187" fmla="*/ 266009 h 1018992"/>
                <a:gd name="connsiteX188" fmla="*/ 62865 w 722004"/>
                <a:gd name="connsiteY188" fmla="*/ 257627 h 1018992"/>
                <a:gd name="connsiteX189" fmla="*/ 74041 w 722004"/>
                <a:gd name="connsiteY189" fmla="*/ 238069 h 1018992"/>
                <a:gd name="connsiteX190" fmla="*/ 107569 w 722004"/>
                <a:gd name="connsiteY190" fmla="*/ 179395 h 1018992"/>
                <a:gd name="connsiteX191" fmla="*/ 138303 w 722004"/>
                <a:gd name="connsiteY191" fmla="*/ 137485 h 1018992"/>
                <a:gd name="connsiteX192" fmla="*/ 146685 w 722004"/>
                <a:gd name="connsiteY192" fmla="*/ 124912 h 1018992"/>
                <a:gd name="connsiteX193" fmla="*/ 164846 w 722004"/>
                <a:gd name="connsiteY193" fmla="*/ 96972 h 1018992"/>
                <a:gd name="connsiteX194" fmla="*/ 174625 w 722004"/>
                <a:gd name="connsiteY194" fmla="*/ 87193 h 1018992"/>
                <a:gd name="connsiteX195" fmla="*/ 203962 w 722004"/>
                <a:gd name="connsiteY195" fmla="*/ 59253 h 1018992"/>
                <a:gd name="connsiteX196" fmla="*/ 226314 w 722004"/>
                <a:gd name="connsiteY196" fmla="*/ 45283 h 1018992"/>
                <a:gd name="connsiteX197" fmla="*/ 261239 w 722004"/>
                <a:gd name="connsiteY197" fmla="*/ 31313 h 1018992"/>
                <a:gd name="connsiteX198" fmla="*/ 271018 w 722004"/>
                <a:gd name="connsiteY198" fmla="*/ 28519 h 1018992"/>
                <a:gd name="connsiteX199" fmla="*/ 283591 w 722004"/>
                <a:gd name="connsiteY199" fmla="*/ 27122 h 1018992"/>
                <a:gd name="connsiteX200" fmla="*/ 354838 w 722004"/>
                <a:gd name="connsiteY200" fmla="*/ 28519 h 1018992"/>
                <a:gd name="connsiteX201" fmla="*/ 372999 w 722004"/>
                <a:gd name="connsiteY201" fmla="*/ 31313 h 1018992"/>
                <a:gd name="connsiteX202" fmla="*/ 384175 w 722004"/>
                <a:gd name="connsiteY202" fmla="*/ 34107 h 1018992"/>
                <a:gd name="connsiteX203" fmla="*/ 399542 w 722004"/>
                <a:gd name="connsiteY203" fmla="*/ 35504 h 1018992"/>
                <a:gd name="connsiteX204" fmla="*/ 406527 w 722004"/>
                <a:gd name="connsiteY204" fmla="*/ 36901 h 1018992"/>
                <a:gd name="connsiteX205" fmla="*/ 431673 w 722004"/>
                <a:gd name="connsiteY205" fmla="*/ 45283 h 1018992"/>
                <a:gd name="connsiteX206" fmla="*/ 451231 w 722004"/>
                <a:gd name="connsiteY206" fmla="*/ 50871 h 1018992"/>
                <a:gd name="connsiteX207" fmla="*/ 466598 w 722004"/>
                <a:gd name="connsiteY207" fmla="*/ 56459 h 1018992"/>
                <a:gd name="connsiteX208" fmla="*/ 484759 w 722004"/>
                <a:gd name="connsiteY208" fmla="*/ 63444 h 1018992"/>
                <a:gd name="connsiteX209" fmla="*/ 512699 w 722004"/>
                <a:gd name="connsiteY209" fmla="*/ 76017 h 1018992"/>
                <a:gd name="connsiteX210" fmla="*/ 522478 w 722004"/>
                <a:gd name="connsiteY210" fmla="*/ 80208 h 1018992"/>
                <a:gd name="connsiteX211" fmla="*/ 530860 w 722004"/>
                <a:gd name="connsiteY211" fmla="*/ 84399 h 1018992"/>
                <a:gd name="connsiteX212" fmla="*/ 575564 w 722004"/>
                <a:gd name="connsiteY212" fmla="*/ 113736 h 1018992"/>
                <a:gd name="connsiteX213" fmla="*/ 627253 w 722004"/>
                <a:gd name="connsiteY213" fmla="*/ 176601 h 1018992"/>
                <a:gd name="connsiteX214" fmla="*/ 655193 w 722004"/>
                <a:gd name="connsiteY214" fmla="*/ 252039 h 1018992"/>
                <a:gd name="connsiteX215" fmla="*/ 653796 w 722004"/>
                <a:gd name="connsiteY215" fmla="*/ 275788 h 1018992"/>
                <a:gd name="connsiteX216" fmla="*/ 609092 w 722004"/>
                <a:gd name="connsiteY216" fmla="*/ 425267 h 1018992"/>
                <a:gd name="connsiteX217" fmla="*/ 602107 w 722004"/>
                <a:gd name="connsiteY217" fmla="*/ 433649 h 1018992"/>
                <a:gd name="connsiteX218" fmla="*/ 593725 w 722004"/>
                <a:gd name="connsiteY218" fmla="*/ 443428 h 1018992"/>
                <a:gd name="connsiteX219" fmla="*/ 585343 w 722004"/>
                <a:gd name="connsiteY219" fmla="*/ 450413 h 1018992"/>
                <a:gd name="connsiteX220" fmla="*/ 574167 w 722004"/>
                <a:gd name="connsiteY220" fmla="*/ 472765 h 1018992"/>
                <a:gd name="connsiteX221" fmla="*/ 581152 w 722004"/>
                <a:gd name="connsiteY221" fmla="*/ 490926 h 1018992"/>
                <a:gd name="connsiteX222" fmla="*/ 596519 w 722004"/>
                <a:gd name="connsiteY222" fmla="*/ 503499 h 1018992"/>
                <a:gd name="connsiteX223" fmla="*/ 604901 w 722004"/>
                <a:gd name="connsiteY223" fmla="*/ 509087 h 1018992"/>
                <a:gd name="connsiteX224" fmla="*/ 641223 w 722004"/>
                <a:gd name="connsiteY224" fmla="*/ 541218 h 1018992"/>
                <a:gd name="connsiteX225" fmla="*/ 648208 w 722004"/>
                <a:gd name="connsiteY225" fmla="*/ 553791 h 1018992"/>
                <a:gd name="connsiteX226" fmla="*/ 657987 w 722004"/>
                <a:gd name="connsiteY226" fmla="*/ 566364 h 1018992"/>
                <a:gd name="connsiteX227" fmla="*/ 664972 w 722004"/>
                <a:gd name="connsiteY227" fmla="*/ 576143 h 1018992"/>
                <a:gd name="connsiteX228" fmla="*/ 667766 w 722004"/>
                <a:gd name="connsiteY228" fmla="*/ 583128 h 1018992"/>
                <a:gd name="connsiteX229" fmla="*/ 673354 w 722004"/>
                <a:gd name="connsiteY229" fmla="*/ 590113 h 1018992"/>
                <a:gd name="connsiteX230" fmla="*/ 676148 w 722004"/>
                <a:gd name="connsiteY230" fmla="*/ 597098 h 1018992"/>
                <a:gd name="connsiteX231" fmla="*/ 680339 w 722004"/>
                <a:gd name="connsiteY231" fmla="*/ 608274 h 1018992"/>
                <a:gd name="connsiteX232" fmla="*/ 683133 w 722004"/>
                <a:gd name="connsiteY232" fmla="*/ 620847 h 1018992"/>
                <a:gd name="connsiteX233" fmla="*/ 685927 w 722004"/>
                <a:gd name="connsiteY233" fmla="*/ 645993 h 1018992"/>
                <a:gd name="connsiteX234" fmla="*/ 692912 w 722004"/>
                <a:gd name="connsiteY234" fmla="*/ 701873 h 1018992"/>
                <a:gd name="connsiteX235" fmla="*/ 687324 w 722004"/>
                <a:gd name="connsiteY235" fmla="*/ 787090 h 1018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</a:cxnLst>
              <a:rect l="l" t="t" r="r" b="b"/>
              <a:pathLst>
                <a:path w="722004" h="1018992">
                  <a:moveTo>
                    <a:pt x="712470" y="641802"/>
                  </a:moveTo>
                  <a:lnTo>
                    <a:pt x="709676" y="616656"/>
                  </a:lnTo>
                  <a:lnTo>
                    <a:pt x="705485" y="598495"/>
                  </a:lnTo>
                  <a:lnTo>
                    <a:pt x="699897" y="587319"/>
                  </a:lnTo>
                  <a:lnTo>
                    <a:pt x="697103" y="574746"/>
                  </a:lnTo>
                  <a:lnTo>
                    <a:pt x="691515" y="569158"/>
                  </a:lnTo>
                  <a:cubicBezTo>
                    <a:pt x="688721" y="560776"/>
                    <a:pt x="683133" y="555188"/>
                    <a:pt x="678942" y="549600"/>
                  </a:cubicBezTo>
                  <a:lnTo>
                    <a:pt x="670560" y="538424"/>
                  </a:lnTo>
                  <a:cubicBezTo>
                    <a:pt x="669163" y="535630"/>
                    <a:pt x="667766" y="532836"/>
                    <a:pt x="662178" y="523057"/>
                  </a:cubicBezTo>
                  <a:cubicBezTo>
                    <a:pt x="648208" y="510484"/>
                    <a:pt x="635635" y="497911"/>
                    <a:pt x="620268" y="486735"/>
                  </a:cubicBezTo>
                  <a:lnTo>
                    <a:pt x="607695" y="478353"/>
                  </a:lnTo>
                  <a:lnTo>
                    <a:pt x="603504" y="469971"/>
                  </a:lnTo>
                  <a:lnTo>
                    <a:pt x="611886" y="464383"/>
                  </a:lnTo>
                  <a:cubicBezTo>
                    <a:pt x="614680" y="461589"/>
                    <a:pt x="623062" y="456001"/>
                    <a:pt x="627253" y="444825"/>
                  </a:cubicBezTo>
                  <a:lnTo>
                    <a:pt x="635635" y="437840"/>
                  </a:lnTo>
                  <a:cubicBezTo>
                    <a:pt x="673354" y="380563"/>
                    <a:pt x="683133" y="335859"/>
                    <a:pt x="678942" y="263215"/>
                  </a:cubicBezTo>
                  <a:cubicBezTo>
                    <a:pt x="687324" y="246451"/>
                    <a:pt x="662178" y="179395"/>
                    <a:pt x="648208" y="159837"/>
                  </a:cubicBezTo>
                  <a:cubicBezTo>
                    <a:pt x="635635" y="133294"/>
                    <a:pt x="610489" y="108148"/>
                    <a:pt x="589534" y="91384"/>
                  </a:cubicBezTo>
                  <a:cubicBezTo>
                    <a:pt x="585343" y="88590"/>
                    <a:pt x="581152" y="85796"/>
                    <a:pt x="576961" y="83002"/>
                  </a:cubicBezTo>
                  <a:lnTo>
                    <a:pt x="564388" y="73223"/>
                  </a:lnTo>
                  <a:cubicBezTo>
                    <a:pt x="554609" y="66238"/>
                    <a:pt x="547624" y="60650"/>
                    <a:pt x="530860" y="55062"/>
                  </a:cubicBezTo>
                  <a:lnTo>
                    <a:pt x="523875" y="52268"/>
                  </a:lnTo>
                  <a:cubicBezTo>
                    <a:pt x="515493" y="45283"/>
                    <a:pt x="504317" y="41092"/>
                    <a:pt x="493141" y="38298"/>
                  </a:cubicBezTo>
                  <a:lnTo>
                    <a:pt x="476377" y="31313"/>
                  </a:lnTo>
                  <a:cubicBezTo>
                    <a:pt x="470789" y="29916"/>
                    <a:pt x="466598" y="28519"/>
                    <a:pt x="458216" y="24328"/>
                  </a:cubicBezTo>
                  <a:cubicBezTo>
                    <a:pt x="452628" y="22931"/>
                    <a:pt x="445643" y="21534"/>
                    <a:pt x="440055" y="18740"/>
                  </a:cubicBezTo>
                  <a:lnTo>
                    <a:pt x="410718" y="10358"/>
                  </a:lnTo>
                  <a:lnTo>
                    <a:pt x="399542" y="8961"/>
                  </a:lnTo>
                  <a:cubicBezTo>
                    <a:pt x="396748" y="8961"/>
                    <a:pt x="392557" y="8961"/>
                    <a:pt x="389763" y="7564"/>
                  </a:cubicBezTo>
                  <a:lnTo>
                    <a:pt x="378587" y="6167"/>
                  </a:lnTo>
                  <a:cubicBezTo>
                    <a:pt x="371602" y="3373"/>
                    <a:pt x="364617" y="1976"/>
                    <a:pt x="356235" y="1976"/>
                  </a:cubicBezTo>
                  <a:cubicBezTo>
                    <a:pt x="332486" y="579"/>
                    <a:pt x="307340" y="-818"/>
                    <a:pt x="280797" y="579"/>
                  </a:cubicBezTo>
                  <a:cubicBezTo>
                    <a:pt x="280797" y="579"/>
                    <a:pt x="273812" y="1976"/>
                    <a:pt x="266827" y="3373"/>
                  </a:cubicBezTo>
                  <a:lnTo>
                    <a:pt x="254254" y="4770"/>
                  </a:lnTo>
                  <a:cubicBezTo>
                    <a:pt x="241681" y="7564"/>
                    <a:pt x="230505" y="17343"/>
                    <a:pt x="216535" y="20137"/>
                  </a:cubicBezTo>
                  <a:lnTo>
                    <a:pt x="210947" y="22931"/>
                  </a:lnTo>
                  <a:cubicBezTo>
                    <a:pt x="205359" y="28519"/>
                    <a:pt x="199771" y="31313"/>
                    <a:pt x="188595" y="36901"/>
                  </a:cubicBezTo>
                  <a:cubicBezTo>
                    <a:pt x="174625" y="48077"/>
                    <a:pt x="160655" y="57856"/>
                    <a:pt x="150876" y="73223"/>
                  </a:cubicBezTo>
                  <a:lnTo>
                    <a:pt x="142494" y="81605"/>
                  </a:lnTo>
                  <a:cubicBezTo>
                    <a:pt x="139700" y="85796"/>
                    <a:pt x="138303" y="89987"/>
                    <a:pt x="135509" y="94178"/>
                  </a:cubicBezTo>
                  <a:lnTo>
                    <a:pt x="125730" y="108148"/>
                  </a:lnTo>
                  <a:cubicBezTo>
                    <a:pt x="121539" y="112339"/>
                    <a:pt x="118745" y="116530"/>
                    <a:pt x="115951" y="122118"/>
                  </a:cubicBezTo>
                  <a:cubicBezTo>
                    <a:pt x="97790" y="145867"/>
                    <a:pt x="54483" y="205938"/>
                    <a:pt x="47498" y="232481"/>
                  </a:cubicBezTo>
                  <a:lnTo>
                    <a:pt x="40513" y="242260"/>
                  </a:lnTo>
                  <a:cubicBezTo>
                    <a:pt x="37719" y="246451"/>
                    <a:pt x="36322" y="249245"/>
                    <a:pt x="33528" y="253436"/>
                  </a:cubicBezTo>
                  <a:cubicBezTo>
                    <a:pt x="26543" y="266009"/>
                    <a:pt x="23749" y="309316"/>
                    <a:pt x="16764" y="327477"/>
                  </a:cubicBezTo>
                  <a:cubicBezTo>
                    <a:pt x="15367" y="331668"/>
                    <a:pt x="11176" y="344241"/>
                    <a:pt x="26543" y="351226"/>
                  </a:cubicBezTo>
                  <a:lnTo>
                    <a:pt x="33528" y="352623"/>
                  </a:lnTo>
                  <a:cubicBezTo>
                    <a:pt x="39116" y="352623"/>
                    <a:pt x="47498" y="351226"/>
                    <a:pt x="55880" y="351226"/>
                  </a:cubicBezTo>
                  <a:cubicBezTo>
                    <a:pt x="74041" y="351226"/>
                    <a:pt x="96393" y="352623"/>
                    <a:pt x="118745" y="354020"/>
                  </a:cubicBezTo>
                  <a:lnTo>
                    <a:pt x="181610" y="356814"/>
                  </a:lnTo>
                  <a:cubicBezTo>
                    <a:pt x="195580" y="358211"/>
                    <a:pt x="205359" y="358211"/>
                    <a:pt x="210947" y="358211"/>
                  </a:cubicBezTo>
                  <a:cubicBezTo>
                    <a:pt x="229108" y="358211"/>
                    <a:pt x="230505" y="316301"/>
                    <a:pt x="236093" y="303728"/>
                  </a:cubicBezTo>
                  <a:lnTo>
                    <a:pt x="244475" y="285567"/>
                  </a:lnTo>
                  <a:cubicBezTo>
                    <a:pt x="248666" y="277185"/>
                    <a:pt x="257048" y="261818"/>
                    <a:pt x="255651" y="250642"/>
                  </a:cubicBezTo>
                  <a:cubicBezTo>
                    <a:pt x="257048" y="239466"/>
                    <a:pt x="266827" y="238069"/>
                    <a:pt x="269621" y="229687"/>
                  </a:cubicBezTo>
                  <a:cubicBezTo>
                    <a:pt x="272415" y="219908"/>
                    <a:pt x="282194" y="212923"/>
                    <a:pt x="289179" y="205938"/>
                  </a:cubicBezTo>
                  <a:cubicBezTo>
                    <a:pt x="314325" y="190571"/>
                    <a:pt x="350647" y="182189"/>
                    <a:pt x="396748" y="189174"/>
                  </a:cubicBezTo>
                  <a:lnTo>
                    <a:pt x="405130" y="190571"/>
                  </a:lnTo>
                  <a:cubicBezTo>
                    <a:pt x="435864" y="197556"/>
                    <a:pt x="458216" y="212923"/>
                    <a:pt x="470789" y="240863"/>
                  </a:cubicBezTo>
                  <a:lnTo>
                    <a:pt x="477774" y="253436"/>
                  </a:lnTo>
                  <a:cubicBezTo>
                    <a:pt x="486156" y="267406"/>
                    <a:pt x="494538" y="284170"/>
                    <a:pt x="493141" y="310713"/>
                  </a:cubicBezTo>
                  <a:cubicBezTo>
                    <a:pt x="484759" y="331668"/>
                    <a:pt x="477774" y="345638"/>
                    <a:pt x="463804" y="363799"/>
                  </a:cubicBezTo>
                  <a:lnTo>
                    <a:pt x="455422" y="373578"/>
                  </a:lnTo>
                  <a:lnTo>
                    <a:pt x="449834" y="380563"/>
                  </a:lnTo>
                  <a:cubicBezTo>
                    <a:pt x="427482" y="395930"/>
                    <a:pt x="410718" y="412694"/>
                    <a:pt x="382778" y="418282"/>
                  </a:cubicBezTo>
                  <a:cubicBezTo>
                    <a:pt x="374396" y="419679"/>
                    <a:pt x="366014" y="419679"/>
                    <a:pt x="357632" y="419679"/>
                  </a:cubicBezTo>
                  <a:cubicBezTo>
                    <a:pt x="279400" y="415488"/>
                    <a:pt x="283591" y="390342"/>
                    <a:pt x="286385" y="482544"/>
                  </a:cubicBezTo>
                  <a:cubicBezTo>
                    <a:pt x="286385" y="492323"/>
                    <a:pt x="282194" y="538424"/>
                    <a:pt x="286385" y="548203"/>
                  </a:cubicBezTo>
                  <a:cubicBezTo>
                    <a:pt x="287782" y="559379"/>
                    <a:pt x="301752" y="559379"/>
                    <a:pt x="310134" y="557982"/>
                  </a:cubicBezTo>
                  <a:cubicBezTo>
                    <a:pt x="328295" y="556585"/>
                    <a:pt x="350647" y="550997"/>
                    <a:pt x="368808" y="556585"/>
                  </a:cubicBezTo>
                  <a:lnTo>
                    <a:pt x="374396" y="557982"/>
                  </a:lnTo>
                  <a:cubicBezTo>
                    <a:pt x="396748" y="553791"/>
                    <a:pt x="419100" y="564967"/>
                    <a:pt x="438658" y="574746"/>
                  </a:cubicBezTo>
                  <a:lnTo>
                    <a:pt x="461010" y="598495"/>
                  </a:lnTo>
                  <a:cubicBezTo>
                    <a:pt x="486156" y="626435"/>
                    <a:pt x="507111" y="655772"/>
                    <a:pt x="505714" y="694888"/>
                  </a:cubicBezTo>
                  <a:cubicBezTo>
                    <a:pt x="505714" y="706064"/>
                    <a:pt x="514096" y="706064"/>
                    <a:pt x="505714" y="722828"/>
                  </a:cubicBezTo>
                  <a:lnTo>
                    <a:pt x="507111" y="738195"/>
                  </a:lnTo>
                  <a:cubicBezTo>
                    <a:pt x="500126" y="753562"/>
                    <a:pt x="495935" y="770326"/>
                    <a:pt x="486156" y="785693"/>
                  </a:cubicBezTo>
                  <a:lnTo>
                    <a:pt x="474980" y="795472"/>
                  </a:lnTo>
                  <a:lnTo>
                    <a:pt x="467995" y="806648"/>
                  </a:lnTo>
                  <a:cubicBezTo>
                    <a:pt x="461010" y="817824"/>
                    <a:pt x="454025" y="826206"/>
                    <a:pt x="435864" y="827603"/>
                  </a:cubicBezTo>
                  <a:cubicBezTo>
                    <a:pt x="420497" y="833191"/>
                    <a:pt x="326898" y="856940"/>
                    <a:pt x="311531" y="838779"/>
                  </a:cubicBezTo>
                  <a:cubicBezTo>
                    <a:pt x="308737" y="835985"/>
                    <a:pt x="300355" y="834588"/>
                    <a:pt x="296164" y="830397"/>
                  </a:cubicBezTo>
                  <a:cubicBezTo>
                    <a:pt x="266827" y="816427"/>
                    <a:pt x="238887" y="801060"/>
                    <a:pt x="226314" y="768929"/>
                  </a:cubicBezTo>
                  <a:lnTo>
                    <a:pt x="220726" y="759150"/>
                  </a:lnTo>
                  <a:cubicBezTo>
                    <a:pt x="215138" y="732607"/>
                    <a:pt x="206756" y="703270"/>
                    <a:pt x="202565" y="673933"/>
                  </a:cubicBezTo>
                  <a:cubicBezTo>
                    <a:pt x="202565" y="668345"/>
                    <a:pt x="196977" y="662757"/>
                    <a:pt x="191389" y="661360"/>
                  </a:cubicBezTo>
                  <a:cubicBezTo>
                    <a:pt x="145288" y="654375"/>
                    <a:pt x="99187" y="664154"/>
                    <a:pt x="51689" y="664154"/>
                  </a:cubicBezTo>
                  <a:cubicBezTo>
                    <a:pt x="0" y="657169"/>
                    <a:pt x="2794" y="661360"/>
                    <a:pt x="0" y="718637"/>
                  </a:cubicBezTo>
                  <a:lnTo>
                    <a:pt x="2794" y="725622"/>
                  </a:lnTo>
                  <a:lnTo>
                    <a:pt x="5588" y="736798"/>
                  </a:lnTo>
                  <a:lnTo>
                    <a:pt x="8382" y="746577"/>
                  </a:lnTo>
                  <a:lnTo>
                    <a:pt x="13970" y="764738"/>
                  </a:lnTo>
                  <a:lnTo>
                    <a:pt x="16764" y="775914"/>
                  </a:lnTo>
                  <a:cubicBezTo>
                    <a:pt x="16764" y="787090"/>
                    <a:pt x="20955" y="798266"/>
                    <a:pt x="25146" y="808045"/>
                  </a:cubicBezTo>
                  <a:lnTo>
                    <a:pt x="33528" y="829000"/>
                  </a:lnTo>
                  <a:lnTo>
                    <a:pt x="41910" y="840176"/>
                  </a:lnTo>
                  <a:cubicBezTo>
                    <a:pt x="61468" y="876498"/>
                    <a:pt x="81026" y="908629"/>
                    <a:pt x="114554" y="939363"/>
                  </a:cubicBezTo>
                  <a:lnTo>
                    <a:pt x="122936" y="944951"/>
                  </a:lnTo>
                  <a:cubicBezTo>
                    <a:pt x="141097" y="954730"/>
                    <a:pt x="159258" y="967303"/>
                    <a:pt x="180213" y="979876"/>
                  </a:cubicBezTo>
                  <a:cubicBezTo>
                    <a:pt x="187198" y="981273"/>
                    <a:pt x="194183" y="986861"/>
                    <a:pt x="203962" y="989655"/>
                  </a:cubicBezTo>
                  <a:cubicBezTo>
                    <a:pt x="206756" y="989655"/>
                    <a:pt x="210947" y="991052"/>
                    <a:pt x="215138" y="992449"/>
                  </a:cubicBezTo>
                  <a:cubicBezTo>
                    <a:pt x="236093" y="998037"/>
                    <a:pt x="257048" y="1009213"/>
                    <a:pt x="279400" y="1010610"/>
                  </a:cubicBezTo>
                  <a:cubicBezTo>
                    <a:pt x="298958" y="1012007"/>
                    <a:pt x="318516" y="1018992"/>
                    <a:pt x="338074" y="1018992"/>
                  </a:cubicBezTo>
                  <a:lnTo>
                    <a:pt x="345059" y="1018992"/>
                  </a:lnTo>
                  <a:cubicBezTo>
                    <a:pt x="413512" y="1018992"/>
                    <a:pt x="481965" y="1007816"/>
                    <a:pt x="537845" y="991052"/>
                  </a:cubicBezTo>
                  <a:cubicBezTo>
                    <a:pt x="542036" y="988258"/>
                    <a:pt x="547624" y="985464"/>
                    <a:pt x="553212" y="984067"/>
                  </a:cubicBezTo>
                  <a:lnTo>
                    <a:pt x="572770" y="975685"/>
                  </a:lnTo>
                  <a:cubicBezTo>
                    <a:pt x="586740" y="970097"/>
                    <a:pt x="599313" y="964509"/>
                    <a:pt x="610489" y="953333"/>
                  </a:cubicBezTo>
                  <a:cubicBezTo>
                    <a:pt x="628650" y="944951"/>
                    <a:pt x="642620" y="933775"/>
                    <a:pt x="652399" y="914217"/>
                  </a:cubicBezTo>
                  <a:cubicBezTo>
                    <a:pt x="660781" y="908629"/>
                    <a:pt x="666369" y="900247"/>
                    <a:pt x="673354" y="891865"/>
                  </a:cubicBezTo>
                  <a:cubicBezTo>
                    <a:pt x="685927" y="875101"/>
                    <a:pt x="678942" y="883483"/>
                    <a:pt x="691515" y="866719"/>
                  </a:cubicBezTo>
                  <a:lnTo>
                    <a:pt x="694309" y="854146"/>
                  </a:lnTo>
                  <a:cubicBezTo>
                    <a:pt x="705485" y="840176"/>
                    <a:pt x="709676" y="816427"/>
                    <a:pt x="712470" y="799663"/>
                  </a:cubicBezTo>
                  <a:cubicBezTo>
                    <a:pt x="712470" y="799663"/>
                    <a:pt x="712470" y="796869"/>
                    <a:pt x="713867" y="791281"/>
                  </a:cubicBezTo>
                  <a:cubicBezTo>
                    <a:pt x="716661" y="759150"/>
                    <a:pt x="725043" y="731210"/>
                    <a:pt x="720852" y="700476"/>
                  </a:cubicBezTo>
                  <a:cubicBezTo>
                    <a:pt x="723646" y="680918"/>
                    <a:pt x="715264" y="659963"/>
                    <a:pt x="712470" y="641802"/>
                  </a:cubicBezTo>
                  <a:close/>
                  <a:moveTo>
                    <a:pt x="687324" y="787090"/>
                  </a:moveTo>
                  <a:cubicBezTo>
                    <a:pt x="685927" y="791281"/>
                    <a:pt x="685927" y="794075"/>
                    <a:pt x="685927" y="802457"/>
                  </a:cubicBezTo>
                  <a:lnTo>
                    <a:pt x="678942" y="823412"/>
                  </a:lnTo>
                  <a:cubicBezTo>
                    <a:pt x="676148" y="834588"/>
                    <a:pt x="669163" y="841573"/>
                    <a:pt x="667766" y="852749"/>
                  </a:cubicBezTo>
                  <a:cubicBezTo>
                    <a:pt x="657987" y="866719"/>
                    <a:pt x="662178" y="861131"/>
                    <a:pt x="651002" y="876498"/>
                  </a:cubicBezTo>
                  <a:cubicBezTo>
                    <a:pt x="645414" y="884880"/>
                    <a:pt x="639826" y="890468"/>
                    <a:pt x="630047" y="900247"/>
                  </a:cubicBezTo>
                  <a:cubicBezTo>
                    <a:pt x="621665" y="915614"/>
                    <a:pt x="613283" y="923996"/>
                    <a:pt x="593725" y="932378"/>
                  </a:cubicBezTo>
                  <a:cubicBezTo>
                    <a:pt x="585343" y="940760"/>
                    <a:pt x="575564" y="944951"/>
                    <a:pt x="562991" y="950539"/>
                  </a:cubicBezTo>
                  <a:lnTo>
                    <a:pt x="543433" y="958921"/>
                  </a:lnTo>
                  <a:cubicBezTo>
                    <a:pt x="537845" y="961715"/>
                    <a:pt x="530860" y="964509"/>
                    <a:pt x="525272" y="967303"/>
                  </a:cubicBezTo>
                  <a:cubicBezTo>
                    <a:pt x="474980" y="981273"/>
                    <a:pt x="410718" y="992449"/>
                    <a:pt x="345059" y="992449"/>
                  </a:cubicBezTo>
                  <a:lnTo>
                    <a:pt x="338074" y="992449"/>
                  </a:lnTo>
                  <a:cubicBezTo>
                    <a:pt x="318516" y="992449"/>
                    <a:pt x="300355" y="984067"/>
                    <a:pt x="280797" y="984067"/>
                  </a:cubicBezTo>
                  <a:cubicBezTo>
                    <a:pt x="261239" y="982670"/>
                    <a:pt x="241681" y="972891"/>
                    <a:pt x="223520" y="967303"/>
                  </a:cubicBezTo>
                  <a:cubicBezTo>
                    <a:pt x="217932" y="964509"/>
                    <a:pt x="213741" y="964509"/>
                    <a:pt x="209550" y="963112"/>
                  </a:cubicBezTo>
                  <a:lnTo>
                    <a:pt x="202565" y="960318"/>
                  </a:lnTo>
                  <a:cubicBezTo>
                    <a:pt x="199771" y="958921"/>
                    <a:pt x="195580" y="956127"/>
                    <a:pt x="188595" y="954730"/>
                  </a:cubicBezTo>
                  <a:cubicBezTo>
                    <a:pt x="171831" y="943554"/>
                    <a:pt x="155067" y="932378"/>
                    <a:pt x="129921" y="917011"/>
                  </a:cubicBezTo>
                  <a:cubicBezTo>
                    <a:pt x="101981" y="890468"/>
                    <a:pt x="83820" y="862528"/>
                    <a:pt x="64262" y="824809"/>
                  </a:cubicBezTo>
                  <a:lnTo>
                    <a:pt x="57277" y="815030"/>
                  </a:lnTo>
                  <a:lnTo>
                    <a:pt x="50292" y="798266"/>
                  </a:lnTo>
                  <a:cubicBezTo>
                    <a:pt x="46101" y="788487"/>
                    <a:pt x="43307" y="780105"/>
                    <a:pt x="41910" y="770326"/>
                  </a:cubicBezTo>
                  <a:lnTo>
                    <a:pt x="39116" y="759150"/>
                  </a:lnTo>
                  <a:lnTo>
                    <a:pt x="34925" y="739592"/>
                  </a:lnTo>
                  <a:lnTo>
                    <a:pt x="32131" y="729813"/>
                  </a:lnTo>
                  <a:lnTo>
                    <a:pt x="26543" y="711652"/>
                  </a:lnTo>
                  <a:cubicBezTo>
                    <a:pt x="26543" y="704667"/>
                    <a:pt x="26543" y="697682"/>
                    <a:pt x="27940" y="687903"/>
                  </a:cubicBezTo>
                  <a:cubicBezTo>
                    <a:pt x="36322" y="689300"/>
                    <a:pt x="44704" y="690697"/>
                    <a:pt x="51689" y="690697"/>
                  </a:cubicBezTo>
                  <a:cubicBezTo>
                    <a:pt x="93599" y="690697"/>
                    <a:pt x="135509" y="683712"/>
                    <a:pt x="178816" y="687903"/>
                  </a:cubicBezTo>
                  <a:cubicBezTo>
                    <a:pt x="183007" y="715843"/>
                    <a:pt x="189992" y="742386"/>
                    <a:pt x="196977" y="771723"/>
                  </a:cubicBezTo>
                  <a:lnTo>
                    <a:pt x="202565" y="778708"/>
                  </a:lnTo>
                  <a:cubicBezTo>
                    <a:pt x="217932" y="820618"/>
                    <a:pt x="252857" y="840176"/>
                    <a:pt x="282194" y="852749"/>
                  </a:cubicBezTo>
                  <a:cubicBezTo>
                    <a:pt x="284988" y="855543"/>
                    <a:pt x="289179" y="858337"/>
                    <a:pt x="293370" y="859734"/>
                  </a:cubicBezTo>
                  <a:cubicBezTo>
                    <a:pt x="322707" y="886277"/>
                    <a:pt x="414909" y="863925"/>
                    <a:pt x="444246" y="852749"/>
                  </a:cubicBezTo>
                  <a:cubicBezTo>
                    <a:pt x="465201" y="851352"/>
                    <a:pt x="479171" y="838779"/>
                    <a:pt x="490347" y="822015"/>
                  </a:cubicBezTo>
                  <a:lnTo>
                    <a:pt x="497332" y="810839"/>
                  </a:lnTo>
                  <a:lnTo>
                    <a:pt x="507111" y="801060"/>
                  </a:lnTo>
                  <a:cubicBezTo>
                    <a:pt x="519684" y="784296"/>
                    <a:pt x="523875" y="766135"/>
                    <a:pt x="532257" y="743783"/>
                  </a:cubicBezTo>
                  <a:cubicBezTo>
                    <a:pt x="533654" y="738195"/>
                    <a:pt x="533654" y="734004"/>
                    <a:pt x="532257" y="728416"/>
                  </a:cubicBezTo>
                  <a:cubicBezTo>
                    <a:pt x="536448" y="718637"/>
                    <a:pt x="539242" y="704667"/>
                    <a:pt x="532257" y="692094"/>
                  </a:cubicBezTo>
                  <a:cubicBezTo>
                    <a:pt x="533654" y="629229"/>
                    <a:pt x="494538" y="595701"/>
                    <a:pt x="452628" y="552394"/>
                  </a:cubicBezTo>
                  <a:cubicBezTo>
                    <a:pt x="427482" y="539821"/>
                    <a:pt x="402336" y="527248"/>
                    <a:pt x="372999" y="530042"/>
                  </a:cubicBezTo>
                  <a:cubicBezTo>
                    <a:pt x="353441" y="525851"/>
                    <a:pt x="332486" y="528645"/>
                    <a:pt x="311531" y="531439"/>
                  </a:cubicBezTo>
                  <a:cubicBezTo>
                    <a:pt x="312928" y="514675"/>
                    <a:pt x="314325" y="497911"/>
                    <a:pt x="312928" y="481147"/>
                  </a:cubicBezTo>
                  <a:lnTo>
                    <a:pt x="311531" y="440634"/>
                  </a:lnTo>
                  <a:lnTo>
                    <a:pt x="329692" y="443428"/>
                  </a:lnTo>
                  <a:cubicBezTo>
                    <a:pt x="349250" y="446222"/>
                    <a:pt x="368808" y="449016"/>
                    <a:pt x="386969" y="444825"/>
                  </a:cubicBezTo>
                  <a:cubicBezTo>
                    <a:pt x="423291" y="437840"/>
                    <a:pt x="438658" y="419679"/>
                    <a:pt x="470789" y="397327"/>
                  </a:cubicBezTo>
                  <a:cubicBezTo>
                    <a:pt x="472186" y="395930"/>
                    <a:pt x="473583" y="393136"/>
                    <a:pt x="476377" y="390342"/>
                  </a:cubicBezTo>
                  <a:lnTo>
                    <a:pt x="484759" y="380563"/>
                  </a:lnTo>
                  <a:cubicBezTo>
                    <a:pt x="500126" y="359608"/>
                    <a:pt x="507111" y="344241"/>
                    <a:pt x="516890" y="320492"/>
                  </a:cubicBezTo>
                  <a:lnTo>
                    <a:pt x="521081" y="309316"/>
                  </a:lnTo>
                  <a:cubicBezTo>
                    <a:pt x="522478" y="278582"/>
                    <a:pt x="509905" y="254833"/>
                    <a:pt x="501523" y="240863"/>
                  </a:cubicBezTo>
                  <a:lnTo>
                    <a:pt x="494538" y="228290"/>
                  </a:lnTo>
                  <a:cubicBezTo>
                    <a:pt x="477774" y="190571"/>
                    <a:pt x="447040" y="172410"/>
                    <a:pt x="406527" y="162631"/>
                  </a:cubicBezTo>
                  <a:lnTo>
                    <a:pt x="399542" y="162631"/>
                  </a:lnTo>
                  <a:cubicBezTo>
                    <a:pt x="349250" y="155646"/>
                    <a:pt x="305943" y="164028"/>
                    <a:pt x="273812" y="184983"/>
                  </a:cubicBezTo>
                  <a:lnTo>
                    <a:pt x="265430" y="191968"/>
                  </a:lnTo>
                  <a:cubicBezTo>
                    <a:pt x="257048" y="198953"/>
                    <a:pt x="250063" y="207335"/>
                    <a:pt x="245872" y="217114"/>
                  </a:cubicBezTo>
                  <a:cubicBezTo>
                    <a:pt x="237490" y="225496"/>
                    <a:pt x="230505" y="235275"/>
                    <a:pt x="229108" y="250642"/>
                  </a:cubicBezTo>
                  <a:lnTo>
                    <a:pt x="227711" y="257627"/>
                  </a:lnTo>
                  <a:cubicBezTo>
                    <a:pt x="226314" y="261818"/>
                    <a:pt x="223520" y="267406"/>
                    <a:pt x="220726" y="274391"/>
                  </a:cubicBezTo>
                  <a:lnTo>
                    <a:pt x="210947" y="292552"/>
                  </a:lnTo>
                  <a:cubicBezTo>
                    <a:pt x="205359" y="306522"/>
                    <a:pt x="203962" y="317698"/>
                    <a:pt x="201168" y="331668"/>
                  </a:cubicBezTo>
                  <a:lnTo>
                    <a:pt x="183007" y="330271"/>
                  </a:lnTo>
                  <a:lnTo>
                    <a:pt x="120142" y="327477"/>
                  </a:lnTo>
                  <a:cubicBezTo>
                    <a:pt x="99187" y="326080"/>
                    <a:pt x="78232" y="324683"/>
                    <a:pt x="55880" y="324683"/>
                  </a:cubicBezTo>
                  <a:cubicBezTo>
                    <a:pt x="51054" y="324683"/>
                    <a:pt x="48006" y="324683"/>
                    <a:pt x="46101" y="324810"/>
                  </a:cubicBezTo>
                  <a:cubicBezTo>
                    <a:pt x="45720" y="324810"/>
                    <a:pt x="45212" y="324810"/>
                    <a:pt x="44704" y="324683"/>
                  </a:cubicBezTo>
                  <a:cubicBezTo>
                    <a:pt x="47498" y="316301"/>
                    <a:pt x="46101" y="321889"/>
                    <a:pt x="46101" y="313507"/>
                  </a:cubicBezTo>
                  <a:cubicBezTo>
                    <a:pt x="53086" y="300934"/>
                    <a:pt x="54483" y="284170"/>
                    <a:pt x="57277" y="266009"/>
                  </a:cubicBezTo>
                  <a:lnTo>
                    <a:pt x="62865" y="257627"/>
                  </a:lnTo>
                  <a:cubicBezTo>
                    <a:pt x="65659" y="253436"/>
                    <a:pt x="72644" y="243657"/>
                    <a:pt x="74041" y="238069"/>
                  </a:cubicBezTo>
                  <a:cubicBezTo>
                    <a:pt x="76835" y="226893"/>
                    <a:pt x="92202" y="201747"/>
                    <a:pt x="107569" y="179395"/>
                  </a:cubicBezTo>
                  <a:cubicBezTo>
                    <a:pt x="122936" y="157043"/>
                    <a:pt x="136906" y="138882"/>
                    <a:pt x="138303" y="137485"/>
                  </a:cubicBezTo>
                  <a:cubicBezTo>
                    <a:pt x="141097" y="131897"/>
                    <a:pt x="143891" y="127706"/>
                    <a:pt x="146685" y="124912"/>
                  </a:cubicBezTo>
                  <a:cubicBezTo>
                    <a:pt x="152273" y="115133"/>
                    <a:pt x="159258" y="106751"/>
                    <a:pt x="164846" y="96972"/>
                  </a:cubicBezTo>
                  <a:lnTo>
                    <a:pt x="174625" y="87193"/>
                  </a:lnTo>
                  <a:cubicBezTo>
                    <a:pt x="178816" y="77414"/>
                    <a:pt x="195580" y="66238"/>
                    <a:pt x="203962" y="59253"/>
                  </a:cubicBezTo>
                  <a:cubicBezTo>
                    <a:pt x="212344" y="55062"/>
                    <a:pt x="219329" y="50871"/>
                    <a:pt x="226314" y="45283"/>
                  </a:cubicBezTo>
                  <a:cubicBezTo>
                    <a:pt x="237490" y="42489"/>
                    <a:pt x="247269" y="38298"/>
                    <a:pt x="261239" y="31313"/>
                  </a:cubicBezTo>
                  <a:lnTo>
                    <a:pt x="271018" y="28519"/>
                  </a:lnTo>
                  <a:lnTo>
                    <a:pt x="283591" y="27122"/>
                  </a:lnTo>
                  <a:cubicBezTo>
                    <a:pt x="308737" y="25725"/>
                    <a:pt x="332486" y="27122"/>
                    <a:pt x="354838" y="28519"/>
                  </a:cubicBezTo>
                  <a:cubicBezTo>
                    <a:pt x="359029" y="28519"/>
                    <a:pt x="364617" y="29916"/>
                    <a:pt x="372999" y="31313"/>
                  </a:cubicBezTo>
                  <a:lnTo>
                    <a:pt x="384175" y="34107"/>
                  </a:lnTo>
                  <a:cubicBezTo>
                    <a:pt x="388366" y="35504"/>
                    <a:pt x="393954" y="35504"/>
                    <a:pt x="399542" y="35504"/>
                  </a:cubicBezTo>
                  <a:lnTo>
                    <a:pt x="406527" y="36901"/>
                  </a:lnTo>
                  <a:lnTo>
                    <a:pt x="431673" y="45283"/>
                  </a:lnTo>
                  <a:cubicBezTo>
                    <a:pt x="437261" y="46680"/>
                    <a:pt x="444246" y="49474"/>
                    <a:pt x="451231" y="50871"/>
                  </a:cubicBezTo>
                  <a:cubicBezTo>
                    <a:pt x="456819" y="52268"/>
                    <a:pt x="461010" y="55062"/>
                    <a:pt x="466598" y="56459"/>
                  </a:cubicBezTo>
                  <a:lnTo>
                    <a:pt x="484759" y="63444"/>
                  </a:lnTo>
                  <a:cubicBezTo>
                    <a:pt x="495935" y="67635"/>
                    <a:pt x="504317" y="70429"/>
                    <a:pt x="512699" y="76017"/>
                  </a:cubicBezTo>
                  <a:lnTo>
                    <a:pt x="522478" y="80208"/>
                  </a:lnTo>
                  <a:cubicBezTo>
                    <a:pt x="525272" y="83002"/>
                    <a:pt x="529463" y="84399"/>
                    <a:pt x="530860" y="84399"/>
                  </a:cubicBezTo>
                  <a:cubicBezTo>
                    <a:pt x="539242" y="85796"/>
                    <a:pt x="562991" y="108148"/>
                    <a:pt x="575564" y="113736"/>
                  </a:cubicBezTo>
                  <a:cubicBezTo>
                    <a:pt x="593725" y="129103"/>
                    <a:pt x="616077" y="151455"/>
                    <a:pt x="627253" y="176601"/>
                  </a:cubicBezTo>
                  <a:cubicBezTo>
                    <a:pt x="639826" y="189174"/>
                    <a:pt x="656590" y="249245"/>
                    <a:pt x="655193" y="252039"/>
                  </a:cubicBezTo>
                  <a:cubicBezTo>
                    <a:pt x="651002" y="259024"/>
                    <a:pt x="651002" y="268803"/>
                    <a:pt x="653796" y="275788"/>
                  </a:cubicBezTo>
                  <a:cubicBezTo>
                    <a:pt x="655193" y="333065"/>
                    <a:pt x="645414" y="374975"/>
                    <a:pt x="609092" y="425267"/>
                  </a:cubicBezTo>
                  <a:cubicBezTo>
                    <a:pt x="606298" y="428061"/>
                    <a:pt x="603504" y="430855"/>
                    <a:pt x="602107" y="433649"/>
                  </a:cubicBezTo>
                  <a:lnTo>
                    <a:pt x="593725" y="443428"/>
                  </a:lnTo>
                  <a:lnTo>
                    <a:pt x="585343" y="450413"/>
                  </a:lnTo>
                  <a:cubicBezTo>
                    <a:pt x="579755" y="456001"/>
                    <a:pt x="574167" y="464383"/>
                    <a:pt x="574167" y="472765"/>
                  </a:cubicBezTo>
                  <a:cubicBezTo>
                    <a:pt x="574167" y="481147"/>
                    <a:pt x="578358" y="486735"/>
                    <a:pt x="581152" y="490926"/>
                  </a:cubicBezTo>
                  <a:cubicBezTo>
                    <a:pt x="586740" y="496514"/>
                    <a:pt x="590931" y="500705"/>
                    <a:pt x="596519" y="503499"/>
                  </a:cubicBezTo>
                  <a:lnTo>
                    <a:pt x="604901" y="509087"/>
                  </a:lnTo>
                  <a:cubicBezTo>
                    <a:pt x="618871" y="518866"/>
                    <a:pt x="630047" y="530042"/>
                    <a:pt x="641223" y="541218"/>
                  </a:cubicBezTo>
                  <a:cubicBezTo>
                    <a:pt x="644017" y="545409"/>
                    <a:pt x="646811" y="550997"/>
                    <a:pt x="648208" y="553791"/>
                  </a:cubicBezTo>
                  <a:lnTo>
                    <a:pt x="657987" y="566364"/>
                  </a:lnTo>
                  <a:cubicBezTo>
                    <a:pt x="664972" y="573349"/>
                    <a:pt x="664972" y="574746"/>
                    <a:pt x="664972" y="576143"/>
                  </a:cubicBezTo>
                  <a:lnTo>
                    <a:pt x="667766" y="583128"/>
                  </a:lnTo>
                  <a:lnTo>
                    <a:pt x="673354" y="590113"/>
                  </a:lnTo>
                  <a:lnTo>
                    <a:pt x="676148" y="597098"/>
                  </a:lnTo>
                  <a:lnTo>
                    <a:pt x="680339" y="608274"/>
                  </a:lnTo>
                  <a:lnTo>
                    <a:pt x="683133" y="620847"/>
                  </a:lnTo>
                  <a:lnTo>
                    <a:pt x="685927" y="645993"/>
                  </a:lnTo>
                  <a:cubicBezTo>
                    <a:pt x="688721" y="658566"/>
                    <a:pt x="695706" y="685109"/>
                    <a:pt x="692912" y="701873"/>
                  </a:cubicBezTo>
                  <a:cubicBezTo>
                    <a:pt x="698500" y="732607"/>
                    <a:pt x="690118" y="757753"/>
                    <a:pt x="687324" y="787090"/>
                  </a:cubicBez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4" name="Titel 1">
            <a:extLst>
              <a:ext uri="{FF2B5EF4-FFF2-40B4-BE49-F238E27FC236}">
                <a16:creationId xmlns:a16="http://schemas.microsoft.com/office/drawing/2014/main" id="{A079393C-5C90-47E6-A1FE-76A77999A0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325" y="2789934"/>
            <a:ext cx="10440985" cy="1558119"/>
          </a:xfrm>
        </p:spPr>
        <p:txBody>
          <a:bodyPr vert="horz"/>
          <a:lstStyle/>
          <a:p>
            <a:r>
              <a:rPr lang="de-DE" dirty="0"/>
              <a:t>IDEs &amp; Entwicklungsumgebungen</a:t>
            </a:r>
            <a:br>
              <a:rPr lang="de-DE" dirty="0"/>
            </a:br>
            <a:r>
              <a:rPr lang="de-DE" dirty="0">
                <a:solidFill>
                  <a:schemeClr val="accent2"/>
                </a:solidFill>
              </a:rPr>
              <a:t>Direkt für Dich.</a:t>
            </a:r>
          </a:p>
        </p:txBody>
      </p:sp>
    </p:spTree>
    <p:extLst>
      <p:ext uri="{BB962C8B-B14F-4D97-AF65-F5344CB8AC3E}">
        <p14:creationId xmlns:p14="http://schemas.microsoft.com/office/powerpoint/2010/main" val="991206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33C882-0673-4D90-AF98-2DBEEFAEA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IDEs &amp; Entwicklungsumgebungen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6F451740-FEC8-4461-88EB-DDA734AD521F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312609123"/>
              </p:ext>
            </p:extLst>
          </p:nvPr>
        </p:nvGraphicFramePr>
        <p:xfrm>
          <a:off x="695325" y="1159903"/>
          <a:ext cx="10253412" cy="5290594"/>
        </p:xfrm>
        <a:graphic>
          <a:graphicData uri="http://schemas.openxmlformats.org/drawingml/2006/table">
            <a:tbl>
              <a:tblPr firstRow="1" firstCol="1" bandRow="1">
                <a:tableStyleId>{8EC20E35-A176-4012-BC5E-935CFFF8708E}</a:tableStyleId>
              </a:tblPr>
              <a:tblGrid>
                <a:gridCol w="2562787">
                  <a:extLst>
                    <a:ext uri="{9D8B030D-6E8A-4147-A177-3AD203B41FA5}">
                      <a16:colId xmlns:a16="http://schemas.microsoft.com/office/drawing/2014/main" val="3711825589"/>
                    </a:ext>
                  </a:extLst>
                </a:gridCol>
                <a:gridCol w="2562787">
                  <a:extLst>
                    <a:ext uri="{9D8B030D-6E8A-4147-A177-3AD203B41FA5}">
                      <a16:colId xmlns:a16="http://schemas.microsoft.com/office/drawing/2014/main" val="2963261348"/>
                    </a:ext>
                  </a:extLst>
                </a:gridCol>
                <a:gridCol w="2563919">
                  <a:extLst>
                    <a:ext uri="{9D8B030D-6E8A-4147-A177-3AD203B41FA5}">
                      <a16:colId xmlns:a16="http://schemas.microsoft.com/office/drawing/2014/main" val="2951556671"/>
                    </a:ext>
                  </a:extLst>
                </a:gridCol>
                <a:gridCol w="2563919">
                  <a:extLst>
                    <a:ext uri="{9D8B030D-6E8A-4147-A177-3AD203B41FA5}">
                      <a16:colId xmlns:a16="http://schemas.microsoft.com/office/drawing/2014/main" val="478723381"/>
                    </a:ext>
                  </a:extLst>
                </a:gridCol>
              </a:tblGrid>
              <a:tr h="3513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 dirty="0">
                          <a:effectLst/>
                        </a:rPr>
                        <a:t>IDE / Editor</a:t>
                      </a:r>
                      <a:endParaRPr lang="de-DE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Geeignet für Sprachen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Vorteile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Nachteile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extLst>
                  <a:ext uri="{0D108BD9-81ED-4DB2-BD59-A6C34878D82A}">
                    <a16:rowId xmlns:a16="http://schemas.microsoft.com/office/drawing/2014/main" val="3542201233"/>
                  </a:ext>
                </a:extLst>
              </a:tr>
              <a:tr h="54880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Visual Studio Code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JS, TS, Python, PowerShell, Go, etc.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Kostenlos, leichtgewichtig, viele Erweiterungen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Nicht alle Features wie große IDEs (z. B. Debugging in Java)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extLst>
                  <a:ext uri="{0D108BD9-81ED-4DB2-BD59-A6C34878D82A}">
                    <a16:rowId xmlns:a16="http://schemas.microsoft.com/office/drawing/2014/main" val="3473119405"/>
                  </a:ext>
                </a:extLst>
              </a:tr>
              <a:tr h="54880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Visual Studio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C#, .NET, PowerShell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Vollwertige IDE, gute Integration in Windows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Ressourcenintensiv, nur Windows/macOS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extLst>
                  <a:ext uri="{0D108BD9-81ED-4DB2-BD59-A6C34878D82A}">
                    <a16:rowId xmlns:a16="http://schemas.microsoft.com/office/drawing/2014/main" val="4110288253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 dirty="0" err="1">
                          <a:effectLst/>
                        </a:rPr>
                        <a:t>IntelliJ</a:t>
                      </a:r>
                      <a:r>
                        <a:rPr lang="de-DE" sz="800" dirty="0">
                          <a:effectLst/>
                        </a:rPr>
                        <a:t> IDEA</a:t>
                      </a:r>
                      <a:endParaRPr lang="de-DE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Java, Kotlin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Sehr leistungsfähig, gute Codeanalyse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 dirty="0">
                          <a:effectLst/>
                        </a:rPr>
                        <a:t>Lizenzkosten für volle Version</a:t>
                      </a:r>
                      <a:endParaRPr lang="de-DE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extLst>
                  <a:ext uri="{0D108BD9-81ED-4DB2-BD59-A6C34878D82A}">
                    <a16:rowId xmlns:a16="http://schemas.microsoft.com/office/drawing/2014/main" val="2667392481"/>
                  </a:ext>
                </a:extLst>
              </a:tr>
              <a:tr h="54880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Eclipse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Java, C/C++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Open Source, viele Plugins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Etwas altbackene UI, langsamer als moderne IDEs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extLst>
                  <a:ext uri="{0D108BD9-81ED-4DB2-BD59-A6C34878D82A}">
                    <a16:rowId xmlns:a16="http://schemas.microsoft.com/office/drawing/2014/main" val="378148538"/>
                  </a:ext>
                </a:extLst>
              </a:tr>
              <a:tr h="73447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PowerShell ISE / VS Code mit PowerShell Extension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PowerShell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Speziell für PowerShell-Skripte, gute Autovervollständigung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 dirty="0">
                          <a:effectLst/>
                        </a:rPr>
                        <a:t>ISE ist veraltet, VS Code braucht Einrichtung</a:t>
                      </a:r>
                      <a:endParaRPr lang="de-DE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extLst>
                  <a:ext uri="{0D108BD9-81ED-4DB2-BD59-A6C34878D82A}">
                    <a16:rowId xmlns:a16="http://schemas.microsoft.com/office/drawing/2014/main" val="2856955910"/>
                  </a:ext>
                </a:extLst>
              </a:tr>
              <a:tr h="73447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WebStorm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JavaScript, TypeScript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Beste JS/TS-Unterstützung, Debugging &amp; Testing integriert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Kostenpflichtig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extLst>
                  <a:ext uri="{0D108BD9-81ED-4DB2-BD59-A6C34878D82A}">
                    <a16:rowId xmlns:a16="http://schemas.microsoft.com/office/drawing/2014/main" val="3266245796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Rider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C#, .NET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Cross-Plattform, moderne UI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Kostenpflichtig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extLst>
                  <a:ext uri="{0D108BD9-81ED-4DB2-BD59-A6C34878D82A}">
                    <a16:rowId xmlns:a16="http://schemas.microsoft.com/office/drawing/2014/main" val="2698280041"/>
                  </a:ext>
                </a:extLst>
              </a:tr>
              <a:tr h="54880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Sublime Text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Viele Sprachen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Schnell, minimalistisch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Eingeschränkte Funktionen ohne Plugins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extLst>
                  <a:ext uri="{0D108BD9-81ED-4DB2-BD59-A6C34878D82A}">
                    <a16:rowId xmlns:a16="http://schemas.microsoft.com/office/drawing/2014/main" val="1461299056"/>
                  </a:ext>
                </a:extLst>
              </a:tr>
              <a:tr h="54880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Notepad ++ 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Viele Sprachen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Kostenlos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 dirty="0">
                          <a:effectLst/>
                        </a:rPr>
                        <a:t>Eingeschränkte Funktionen ohne Plugins</a:t>
                      </a:r>
                      <a:endParaRPr lang="de-DE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extLst>
                  <a:ext uri="{0D108BD9-81ED-4DB2-BD59-A6C34878D82A}">
                    <a16:rowId xmlns:a16="http://schemas.microsoft.com/office/drawing/2014/main" val="3305598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2043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fik 3">
            <a:extLst>
              <a:ext uri="{FF2B5EF4-FFF2-40B4-BE49-F238E27FC236}">
                <a16:creationId xmlns:a16="http://schemas.microsoft.com/office/drawing/2014/main" id="{6AC7F369-EC70-4FF5-91F6-F3BABF3A8CDB}"/>
              </a:ext>
            </a:extLst>
          </p:cNvPr>
          <p:cNvGrpSpPr/>
          <p:nvPr/>
        </p:nvGrpSpPr>
        <p:grpSpPr>
          <a:xfrm>
            <a:off x="626707" y="1460094"/>
            <a:ext cx="1057528" cy="1010031"/>
            <a:chOff x="6969252" y="2314574"/>
            <a:chExt cx="1057528" cy="1010031"/>
          </a:xfrm>
        </p:grpSpPr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5668023C-255D-4F76-B450-70DA71547876}"/>
                </a:ext>
              </a:extLst>
            </p:cNvPr>
            <p:cNvSpPr/>
            <p:nvPr/>
          </p:nvSpPr>
          <p:spPr>
            <a:xfrm>
              <a:off x="6995795" y="2342514"/>
              <a:ext cx="697102" cy="954151"/>
            </a:xfrm>
            <a:custGeom>
              <a:avLst/>
              <a:gdLst>
                <a:gd name="connsiteX0" fmla="*/ 646811 w 697102"/>
                <a:gd name="connsiteY0" fmla="*/ 583946 h 954151"/>
                <a:gd name="connsiteX1" fmla="*/ 572770 w 697102"/>
                <a:gd name="connsiteY1" fmla="*/ 554609 h 954151"/>
                <a:gd name="connsiteX2" fmla="*/ 569976 w 697102"/>
                <a:gd name="connsiteY2" fmla="*/ 488950 h 954151"/>
                <a:gd name="connsiteX3" fmla="*/ 572770 w 697102"/>
                <a:gd name="connsiteY3" fmla="*/ 178816 h 954151"/>
                <a:gd name="connsiteX4" fmla="*/ 576961 w 697102"/>
                <a:gd name="connsiteY4" fmla="*/ 82423 h 954151"/>
                <a:gd name="connsiteX5" fmla="*/ 578358 w 697102"/>
                <a:gd name="connsiteY5" fmla="*/ 16764 h 954151"/>
                <a:gd name="connsiteX6" fmla="*/ 578358 w 697102"/>
                <a:gd name="connsiteY6" fmla="*/ 2794 h 954151"/>
                <a:gd name="connsiteX7" fmla="*/ 557403 w 697102"/>
                <a:gd name="connsiteY7" fmla="*/ 0 h 954151"/>
                <a:gd name="connsiteX8" fmla="*/ 420497 w 697102"/>
                <a:gd name="connsiteY8" fmla="*/ 2794 h 954151"/>
                <a:gd name="connsiteX9" fmla="*/ 12573 w 697102"/>
                <a:gd name="connsiteY9" fmla="*/ 565785 h 954151"/>
                <a:gd name="connsiteX10" fmla="*/ 4191 w 697102"/>
                <a:gd name="connsiteY10" fmla="*/ 575564 h 954151"/>
                <a:gd name="connsiteX11" fmla="*/ 5588 w 697102"/>
                <a:gd name="connsiteY11" fmla="*/ 606298 h 954151"/>
                <a:gd name="connsiteX12" fmla="*/ 0 w 697102"/>
                <a:gd name="connsiteY12" fmla="*/ 712470 h 954151"/>
                <a:gd name="connsiteX13" fmla="*/ 0 w 697102"/>
                <a:gd name="connsiteY13" fmla="*/ 720852 h 954151"/>
                <a:gd name="connsiteX14" fmla="*/ 23749 w 697102"/>
                <a:gd name="connsiteY14" fmla="*/ 722249 h 954151"/>
                <a:gd name="connsiteX15" fmla="*/ 121539 w 697102"/>
                <a:gd name="connsiteY15" fmla="*/ 723646 h 954151"/>
                <a:gd name="connsiteX16" fmla="*/ 273812 w 697102"/>
                <a:gd name="connsiteY16" fmla="*/ 725043 h 954151"/>
                <a:gd name="connsiteX17" fmla="*/ 402336 w 697102"/>
                <a:gd name="connsiteY17" fmla="*/ 732028 h 954151"/>
                <a:gd name="connsiteX18" fmla="*/ 421894 w 697102"/>
                <a:gd name="connsiteY18" fmla="*/ 852170 h 954151"/>
                <a:gd name="connsiteX19" fmla="*/ 414909 w 697102"/>
                <a:gd name="connsiteY19" fmla="*/ 926211 h 954151"/>
                <a:gd name="connsiteX20" fmla="*/ 416306 w 697102"/>
                <a:gd name="connsiteY20" fmla="*/ 945769 h 954151"/>
                <a:gd name="connsiteX21" fmla="*/ 416306 w 697102"/>
                <a:gd name="connsiteY21" fmla="*/ 952754 h 954151"/>
                <a:gd name="connsiteX22" fmla="*/ 449834 w 697102"/>
                <a:gd name="connsiteY22" fmla="*/ 954151 h 954151"/>
                <a:gd name="connsiteX23" fmla="*/ 467995 w 697102"/>
                <a:gd name="connsiteY23" fmla="*/ 952754 h 954151"/>
                <a:gd name="connsiteX24" fmla="*/ 508508 w 697102"/>
                <a:gd name="connsiteY24" fmla="*/ 951357 h 954151"/>
                <a:gd name="connsiteX25" fmla="*/ 572770 w 697102"/>
                <a:gd name="connsiteY25" fmla="*/ 949960 h 954151"/>
                <a:gd name="connsiteX26" fmla="*/ 574167 w 697102"/>
                <a:gd name="connsiteY26" fmla="*/ 815848 h 954151"/>
                <a:gd name="connsiteX27" fmla="*/ 578358 w 697102"/>
                <a:gd name="connsiteY27" fmla="*/ 734822 h 954151"/>
                <a:gd name="connsiteX28" fmla="*/ 687324 w 697102"/>
                <a:gd name="connsiteY28" fmla="*/ 730631 h 954151"/>
                <a:gd name="connsiteX29" fmla="*/ 685927 w 697102"/>
                <a:gd name="connsiteY29" fmla="*/ 715264 h 954151"/>
                <a:gd name="connsiteX30" fmla="*/ 685927 w 697102"/>
                <a:gd name="connsiteY30" fmla="*/ 705485 h 954151"/>
                <a:gd name="connsiteX31" fmla="*/ 687324 w 697102"/>
                <a:gd name="connsiteY31" fmla="*/ 691515 h 954151"/>
                <a:gd name="connsiteX32" fmla="*/ 692912 w 697102"/>
                <a:gd name="connsiteY32" fmla="*/ 648208 h 954151"/>
                <a:gd name="connsiteX33" fmla="*/ 697103 w 697102"/>
                <a:gd name="connsiteY33" fmla="*/ 604901 h 954151"/>
                <a:gd name="connsiteX34" fmla="*/ 697103 w 697102"/>
                <a:gd name="connsiteY34" fmla="*/ 588137 h 954151"/>
                <a:gd name="connsiteX35" fmla="*/ 695706 w 697102"/>
                <a:gd name="connsiteY35" fmla="*/ 581152 h 954151"/>
                <a:gd name="connsiteX36" fmla="*/ 646811 w 697102"/>
                <a:gd name="connsiteY36" fmla="*/ 583946 h 954151"/>
                <a:gd name="connsiteX37" fmla="*/ 407924 w 697102"/>
                <a:gd name="connsiteY37" fmla="*/ 481965 h 954151"/>
                <a:gd name="connsiteX38" fmla="*/ 406527 w 697102"/>
                <a:gd name="connsiteY38" fmla="*/ 501523 h 954151"/>
                <a:gd name="connsiteX39" fmla="*/ 405130 w 697102"/>
                <a:gd name="connsiteY39" fmla="*/ 508508 h 954151"/>
                <a:gd name="connsiteX40" fmla="*/ 374396 w 697102"/>
                <a:gd name="connsiteY40" fmla="*/ 590931 h 954151"/>
                <a:gd name="connsiteX41" fmla="*/ 340868 w 697102"/>
                <a:gd name="connsiteY41" fmla="*/ 592328 h 954151"/>
                <a:gd name="connsiteX42" fmla="*/ 324104 w 697102"/>
                <a:gd name="connsiteY42" fmla="*/ 593725 h 954151"/>
                <a:gd name="connsiteX43" fmla="*/ 275209 w 697102"/>
                <a:gd name="connsiteY43" fmla="*/ 593725 h 954151"/>
                <a:gd name="connsiteX44" fmla="*/ 170434 w 697102"/>
                <a:gd name="connsiteY44" fmla="*/ 595122 h 954151"/>
                <a:gd name="connsiteX45" fmla="*/ 146685 w 697102"/>
                <a:gd name="connsiteY45" fmla="*/ 560197 h 954151"/>
                <a:gd name="connsiteX46" fmla="*/ 213741 w 697102"/>
                <a:gd name="connsiteY46" fmla="*/ 463804 h 954151"/>
                <a:gd name="connsiteX47" fmla="*/ 217932 w 697102"/>
                <a:gd name="connsiteY47" fmla="*/ 455422 h 954151"/>
                <a:gd name="connsiteX48" fmla="*/ 229108 w 697102"/>
                <a:gd name="connsiteY48" fmla="*/ 444246 h 954151"/>
                <a:gd name="connsiteX49" fmla="*/ 238887 w 697102"/>
                <a:gd name="connsiteY49" fmla="*/ 433070 h 954151"/>
                <a:gd name="connsiteX50" fmla="*/ 264033 w 697102"/>
                <a:gd name="connsiteY50" fmla="*/ 393954 h 954151"/>
                <a:gd name="connsiteX51" fmla="*/ 273812 w 697102"/>
                <a:gd name="connsiteY51" fmla="*/ 381381 h 954151"/>
                <a:gd name="connsiteX52" fmla="*/ 278003 w 697102"/>
                <a:gd name="connsiteY52" fmla="*/ 371602 h 954151"/>
                <a:gd name="connsiteX53" fmla="*/ 289179 w 697102"/>
                <a:gd name="connsiteY53" fmla="*/ 356235 h 954151"/>
                <a:gd name="connsiteX54" fmla="*/ 307340 w 697102"/>
                <a:gd name="connsiteY54" fmla="*/ 333883 h 954151"/>
                <a:gd name="connsiteX55" fmla="*/ 367411 w 697102"/>
                <a:gd name="connsiteY55" fmla="*/ 259842 h 954151"/>
                <a:gd name="connsiteX56" fmla="*/ 407924 w 697102"/>
                <a:gd name="connsiteY56" fmla="*/ 279400 h 954151"/>
                <a:gd name="connsiteX57" fmla="*/ 407924 w 697102"/>
                <a:gd name="connsiteY57" fmla="*/ 481965 h 954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97102" h="954151">
                  <a:moveTo>
                    <a:pt x="646811" y="583946"/>
                  </a:moveTo>
                  <a:cubicBezTo>
                    <a:pt x="628650" y="583946"/>
                    <a:pt x="562991" y="596519"/>
                    <a:pt x="572770" y="554609"/>
                  </a:cubicBezTo>
                  <a:cubicBezTo>
                    <a:pt x="576961" y="536448"/>
                    <a:pt x="569976" y="508508"/>
                    <a:pt x="569976" y="488950"/>
                  </a:cubicBezTo>
                  <a:cubicBezTo>
                    <a:pt x="569976" y="462407"/>
                    <a:pt x="572770" y="178816"/>
                    <a:pt x="572770" y="178816"/>
                  </a:cubicBezTo>
                  <a:cubicBezTo>
                    <a:pt x="572770" y="178816"/>
                    <a:pt x="574167" y="129921"/>
                    <a:pt x="576961" y="82423"/>
                  </a:cubicBezTo>
                  <a:cubicBezTo>
                    <a:pt x="576961" y="58674"/>
                    <a:pt x="578358" y="34925"/>
                    <a:pt x="578358" y="16764"/>
                  </a:cubicBezTo>
                  <a:lnTo>
                    <a:pt x="578358" y="2794"/>
                  </a:lnTo>
                  <a:cubicBezTo>
                    <a:pt x="572770" y="1397"/>
                    <a:pt x="565785" y="1397"/>
                    <a:pt x="557403" y="0"/>
                  </a:cubicBezTo>
                  <a:cubicBezTo>
                    <a:pt x="543433" y="0"/>
                    <a:pt x="449834" y="1397"/>
                    <a:pt x="420497" y="2794"/>
                  </a:cubicBezTo>
                  <a:cubicBezTo>
                    <a:pt x="283591" y="188595"/>
                    <a:pt x="152273" y="381381"/>
                    <a:pt x="12573" y="565785"/>
                  </a:cubicBezTo>
                  <a:cubicBezTo>
                    <a:pt x="9779" y="568579"/>
                    <a:pt x="8382" y="572770"/>
                    <a:pt x="4191" y="575564"/>
                  </a:cubicBezTo>
                  <a:cubicBezTo>
                    <a:pt x="5588" y="589534"/>
                    <a:pt x="5588" y="597916"/>
                    <a:pt x="5588" y="606298"/>
                  </a:cubicBezTo>
                  <a:cubicBezTo>
                    <a:pt x="5588" y="641223"/>
                    <a:pt x="1397" y="677545"/>
                    <a:pt x="0" y="712470"/>
                  </a:cubicBezTo>
                  <a:lnTo>
                    <a:pt x="0" y="720852"/>
                  </a:lnTo>
                  <a:lnTo>
                    <a:pt x="23749" y="722249"/>
                  </a:lnTo>
                  <a:lnTo>
                    <a:pt x="121539" y="723646"/>
                  </a:lnTo>
                  <a:cubicBezTo>
                    <a:pt x="198374" y="723646"/>
                    <a:pt x="271018" y="725043"/>
                    <a:pt x="273812" y="725043"/>
                  </a:cubicBezTo>
                  <a:cubicBezTo>
                    <a:pt x="301752" y="725043"/>
                    <a:pt x="385572" y="720852"/>
                    <a:pt x="402336" y="732028"/>
                  </a:cubicBezTo>
                  <a:cubicBezTo>
                    <a:pt x="427482" y="748792"/>
                    <a:pt x="423291" y="825627"/>
                    <a:pt x="421894" y="852170"/>
                  </a:cubicBezTo>
                  <a:cubicBezTo>
                    <a:pt x="421894" y="877316"/>
                    <a:pt x="423291" y="902462"/>
                    <a:pt x="414909" y="926211"/>
                  </a:cubicBezTo>
                  <a:cubicBezTo>
                    <a:pt x="417703" y="934593"/>
                    <a:pt x="417703" y="940181"/>
                    <a:pt x="416306" y="945769"/>
                  </a:cubicBezTo>
                  <a:lnTo>
                    <a:pt x="416306" y="952754"/>
                  </a:lnTo>
                  <a:cubicBezTo>
                    <a:pt x="428879" y="952754"/>
                    <a:pt x="441452" y="954151"/>
                    <a:pt x="449834" y="954151"/>
                  </a:cubicBezTo>
                  <a:lnTo>
                    <a:pt x="467995" y="952754"/>
                  </a:lnTo>
                  <a:lnTo>
                    <a:pt x="508508" y="951357"/>
                  </a:lnTo>
                  <a:lnTo>
                    <a:pt x="572770" y="949960"/>
                  </a:lnTo>
                  <a:cubicBezTo>
                    <a:pt x="572770" y="915035"/>
                    <a:pt x="575564" y="834009"/>
                    <a:pt x="574167" y="815848"/>
                  </a:cubicBezTo>
                  <a:cubicBezTo>
                    <a:pt x="572770" y="796290"/>
                    <a:pt x="564388" y="751586"/>
                    <a:pt x="578358" y="734822"/>
                  </a:cubicBezTo>
                  <a:cubicBezTo>
                    <a:pt x="597916" y="712470"/>
                    <a:pt x="660781" y="726440"/>
                    <a:pt x="687324" y="730631"/>
                  </a:cubicBezTo>
                  <a:lnTo>
                    <a:pt x="685927" y="715264"/>
                  </a:lnTo>
                  <a:lnTo>
                    <a:pt x="685927" y="705485"/>
                  </a:lnTo>
                  <a:lnTo>
                    <a:pt x="687324" y="691515"/>
                  </a:lnTo>
                  <a:lnTo>
                    <a:pt x="692912" y="648208"/>
                  </a:lnTo>
                  <a:cubicBezTo>
                    <a:pt x="694309" y="632841"/>
                    <a:pt x="695706" y="617474"/>
                    <a:pt x="697103" y="604901"/>
                  </a:cubicBezTo>
                  <a:lnTo>
                    <a:pt x="697103" y="588137"/>
                  </a:lnTo>
                  <a:lnTo>
                    <a:pt x="695706" y="581152"/>
                  </a:lnTo>
                  <a:lnTo>
                    <a:pt x="646811" y="583946"/>
                  </a:lnTo>
                  <a:close/>
                  <a:moveTo>
                    <a:pt x="407924" y="481965"/>
                  </a:moveTo>
                  <a:cubicBezTo>
                    <a:pt x="407924" y="490347"/>
                    <a:pt x="407924" y="495935"/>
                    <a:pt x="406527" y="501523"/>
                  </a:cubicBezTo>
                  <a:lnTo>
                    <a:pt x="405130" y="508508"/>
                  </a:lnTo>
                  <a:cubicBezTo>
                    <a:pt x="407924" y="536448"/>
                    <a:pt x="414909" y="590931"/>
                    <a:pt x="374396" y="590931"/>
                  </a:cubicBezTo>
                  <a:cubicBezTo>
                    <a:pt x="364617" y="595122"/>
                    <a:pt x="352044" y="595122"/>
                    <a:pt x="340868" y="592328"/>
                  </a:cubicBezTo>
                  <a:lnTo>
                    <a:pt x="324104" y="593725"/>
                  </a:lnTo>
                  <a:cubicBezTo>
                    <a:pt x="310134" y="595122"/>
                    <a:pt x="291973" y="596519"/>
                    <a:pt x="275209" y="593725"/>
                  </a:cubicBezTo>
                  <a:cubicBezTo>
                    <a:pt x="240284" y="599313"/>
                    <a:pt x="205359" y="595122"/>
                    <a:pt x="170434" y="595122"/>
                  </a:cubicBezTo>
                  <a:cubicBezTo>
                    <a:pt x="150876" y="595122"/>
                    <a:pt x="139700" y="576961"/>
                    <a:pt x="146685" y="560197"/>
                  </a:cubicBezTo>
                  <a:cubicBezTo>
                    <a:pt x="163449" y="523875"/>
                    <a:pt x="205359" y="497332"/>
                    <a:pt x="213741" y="463804"/>
                  </a:cubicBezTo>
                  <a:cubicBezTo>
                    <a:pt x="213741" y="462407"/>
                    <a:pt x="216535" y="458216"/>
                    <a:pt x="217932" y="455422"/>
                  </a:cubicBezTo>
                  <a:lnTo>
                    <a:pt x="229108" y="444246"/>
                  </a:lnTo>
                  <a:cubicBezTo>
                    <a:pt x="230505" y="441452"/>
                    <a:pt x="234696" y="437261"/>
                    <a:pt x="238887" y="433070"/>
                  </a:cubicBezTo>
                  <a:cubicBezTo>
                    <a:pt x="245872" y="419100"/>
                    <a:pt x="255651" y="406527"/>
                    <a:pt x="264033" y="393954"/>
                  </a:cubicBezTo>
                  <a:lnTo>
                    <a:pt x="273812" y="381381"/>
                  </a:lnTo>
                  <a:lnTo>
                    <a:pt x="278003" y="371602"/>
                  </a:lnTo>
                  <a:cubicBezTo>
                    <a:pt x="283591" y="363220"/>
                    <a:pt x="286385" y="359029"/>
                    <a:pt x="289179" y="356235"/>
                  </a:cubicBezTo>
                  <a:cubicBezTo>
                    <a:pt x="297561" y="347853"/>
                    <a:pt x="301752" y="343662"/>
                    <a:pt x="307340" y="333883"/>
                  </a:cubicBezTo>
                  <a:cubicBezTo>
                    <a:pt x="333883" y="310134"/>
                    <a:pt x="343662" y="279400"/>
                    <a:pt x="367411" y="259842"/>
                  </a:cubicBezTo>
                  <a:cubicBezTo>
                    <a:pt x="385572" y="244475"/>
                    <a:pt x="407924" y="255651"/>
                    <a:pt x="407924" y="279400"/>
                  </a:cubicBezTo>
                  <a:cubicBezTo>
                    <a:pt x="407924" y="346456"/>
                    <a:pt x="409321" y="414909"/>
                    <a:pt x="407924" y="481965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B722C3E8-117C-4AA8-B62D-3E456F68268F}"/>
                </a:ext>
              </a:extLst>
            </p:cNvPr>
            <p:cNvSpPr/>
            <p:nvPr/>
          </p:nvSpPr>
          <p:spPr>
            <a:xfrm>
              <a:off x="7169022" y="2626105"/>
              <a:ext cx="210216" cy="285804"/>
            </a:xfrm>
            <a:custGeom>
              <a:avLst/>
              <a:gdLst>
                <a:gd name="connsiteX0" fmla="*/ 206756 w 210216"/>
                <a:gd name="connsiteY0" fmla="*/ 50292 h 285804"/>
                <a:gd name="connsiteX1" fmla="*/ 208153 w 210216"/>
                <a:gd name="connsiteY1" fmla="*/ 0 h 285804"/>
                <a:gd name="connsiteX2" fmla="*/ 156464 w 210216"/>
                <a:gd name="connsiteY2" fmla="*/ 64262 h 285804"/>
                <a:gd name="connsiteX3" fmla="*/ 135509 w 210216"/>
                <a:gd name="connsiteY3" fmla="*/ 90805 h 285804"/>
                <a:gd name="connsiteX4" fmla="*/ 129921 w 210216"/>
                <a:gd name="connsiteY4" fmla="*/ 97790 h 285804"/>
                <a:gd name="connsiteX5" fmla="*/ 122936 w 210216"/>
                <a:gd name="connsiteY5" fmla="*/ 111760 h 285804"/>
                <a:gd name="connsiteX6" fmla="*/ 118745 w 210216"/>
                <a:gd name="connsiteY6" fmla="*/ 120142 h 285804"/>
                <a:gd name="connsiteX7" fmla="*/ 113157 w 210216"/>
                <a:gd name="connsiteY7" fmla="*/ 127127 h 285804"/>
                <a:gd name="connsiteX8" fmla="*/ 89408 w 210216"/>
                <a:gd name="connsiteY8" fmla="*/ 163449 h 285804"/>
                <a:gd name="connsiteX9" fmla="*/ 75438 w 210216"/>
                <a:gd name="connsiteY9" fmla="*/ 177419 h 285804"/>
                <a:gd name="connsiteX10" fmla="*/ 68453 w 210216"/>
                <a:gd name="connsiteY10" fmla="*/ 185801 h 285804"/>
                <a:gd name="connsiteX11" fmla="*/ 0 w 210216"/>
                <a:gd name="connsiteY11" fmla="*/ 283591 h 285804"/>
                <a:gd name="connsiteX12" fmla="*/ 100584 w 210216"/>
                <a:gd name="connsiteY12" fmla="*/ 283591 h 285804"/>
                <a:gd name="connsiteX13" fmla="*/ 148082 w 210216"/>
                <a:gd name="connsiteY13" fmla="*/ 283591 h 285804"/>
                <a:gd name="connsiteX14" fmla="*/ 167640 w 210216"/>
                <a:gd name="connsiteY14" fmla="*/ 282194 h 285804"/>
                <a:gd name="connsiteX15" fmla="*/ 205359 w 210216"/>
                <a:gd name="connsiteY15" fmla="*/ 279400 h 285804"/>
                <a:gd name="connsiteX16" fmla="*/ 205359 w 210216"/>
                <a:gd name="connsiteY16" fmla="*/ 226314 h 285804"/>
                <a:gd name="connsiteX17" fmla="*/ 209550 w 210216"/>
                <a:gd name="connsiteY17" fmla="*/ 216535 h 285804"/>
                <a:gd name="connsiteX18" fmla="*/ 206756 w 210216"/>
                <a:gd name="connsiteY18" fmla="*/ 50292 h 285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10216" h="285804">
                  <a:moveTo>
                    <a:pt x="206756" y="50292"/>
                  </a:moveTo>
                  <a:cubicBezTo>
                    <a:pt x="208153" y="32131"/>
                    <a:pt x="208153" y="13970"/>
                    <a:pt x="208153" y="0"/>
                  </a:cubicBezTo>
                  <a:cubicBezTo>
                    <a:pt x="187198" y="18161"/>
                    <a:pt x="177419" y="46101"/>
                    <a:pt x="156464" y="64262"/>
                  </a:cubicBezTo>
                  <a:cubicBezTo>
                    <a:pt x="150876" y="75438"/>
                    <a:pt x="143891" y="82423"/>
                    <a:pt x="135509" y="90805"/>
                  </a:cubicBezTo>
                  <a:cubicBezTo>
                    <a:pt x="134112" y="93599"/>
                    <a:pt x="131318" y="94996"/>
                    <a:pt x="129921" y="97790"/>
                  </a:cubicBezTo>
                  <a:cubicBezTo>
                    <a:pt x="128524" y="104775"/>
                    <a:pt x="127127" y="107569"/>
                    <a:pt x="122936" y="111760"/>
                  </a:cubicBezTo>
                  <a:lnTo>
                    <a:pt x="118745" y="120142"/>
                  </a:lnTo>
                  <a:lnTo>
                    <a:pt x="113157" y="127127"/>
                  </a:lnTo>
                  <a:cubicBezTo>
                    <a:pt x="104775" y="138303"/>
                    <a:pt x="94996" y="150876"/>
                    <a:pt x="89408" y="163449"/>
                  </a:cubicBezTo>
                  <a:lnTo>
                    <a:pt x="75438" y="177419"/>
                  </a:lnTo>
                  <a:lnTo>
                    <a:pt x="68453" y="185801"/>
                  </a:lnTo>
                  <a:cubicBezTo>
                    <a:pt x="55880" y="231902"/>
                    <a:pt x="18161" y="245872"/>
                    <a:pt x="0" y="283591"/>
                  </a:cubicBezTo>
                  <a:cubicBezTo>
                    <a:pt x="33528" y="284988"/>
                    <a:pt x="67056" y="287782"/>
                    <a:pt x="100584" y="283591"/>
                  </a:cubicBezTo>
                  <a:cubicBezTo>
                    <a:pt x="118745" y="284988"/>
                    <a:pt x="135509" y="284988"/>
                    <a:pt x="148082" y="283591"/>
                  </a:cubicBezTo>
                  <a:lnTo>
                    <a:pt x="167640" y="282194"/>
                  </a:lnTo>
                  <a:cubicBezTo>
                    <a:pt x="180213" y="283591"/>
                    <a:pt x="195580" y="283591"/>
                    <a:pt x="205359" y="279400"/>
                  </a:cubicBezTo>
                  <a:cubicBezTo>
                    <a:pt x="209550" y="266827"/>
                    <a:pt x="206756" y="240284"/>
                    <a:pt x="205359" y="226314"/>
                  </a:cubicBezTo>
                  <a:lnTo>
                    <a:pt x="209550" y="216535"/>
                  </a:lnTo>
                  <a:cubicBezTo>
                    <a:pt x="212344" y="160655"/>
                    <a:pt x="205359" y="104775"/>
                    <a:pt x="206756" y="50292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A4EE5BC3-57F2-4B1D-94C4-7D72DFE91B33}"/>
                </a:ext>
              </a:extLst>
            </p:cNvPr>
            <p:cNvSpPr/>
            <p:nvPr/>
          </p:nvSpPr>
          <p:spPr>
            <a:xfrm>
              <a:off x="7818628" y="3122040"/>
              <a:ext cx="180212" cy="176022"/>
            </a:xfrm>
            <a:custGeom>
              <a:avLst/>
              <a:gdLst>
                <a:gd name="connsiteX0" fmla="*/ 176022 w 180212"/>
                <a:gd name="connsiteY0" fmla="*/ 8382 h 176022"/>
                <a:gd name="connsiteX1" fmla="*/ 65659 w 180212"/>
                <a:gd name="connsiteY1" fmla="*/ 1397 h 176022"/>
                <a:gd name="connsiteX2" fmla="*/ 18161 w 180212"/>
                <a:gd name="connsiteY2" fmla="*/ 0 h 176022"/>
                <a:gd name="connsiteX3" fmla="*/ 4191 w 180212"/>
                <a:gd name="connsiteY3" fmla="*/ 0 h 176022"/>
                <a:gd name="connsiteX4" fmla="*/ 0 w 180212"/>
                <a:gd name="connsiteY4" fmla="*/ 18161 h 176022"/>
                <a:gd name="connsiteX5" fmla="*/ 0 w 180212"/>
                <a:gd name="connsiteY5" fmla="*/ 30734 h 176022"/>
                <a:gd name="connsiteX6" fmla="*/ 8382 w 180212"/>
                <a:gd name="connsiteY6" fmla="*/ 157861 h 176022"/>
                <a:gd name="connsiteX7" fmla="*/ 11176 w 180212"/>
                <a:gd name="connsiteY7" fmla="*/ 174625 h 176022"/>
                <a:gd name="connsiteX8" fmla="*/ 44704 w 180212"/>
                <a:gd name="connsiteY8" fmla="*/ 169037 h 176022"/>
                <a:gd name="connsiteX9" fmla="*/ 107569 w 180212"/>
                <a:gd name="connsiteY9" fmla="*/ 170434 h 176022"/>
                <a:gd name="connsiteX10" fmla="*/ 114554 w 180212"/>
                <a:gd name="connsiteY10" fmla="*/ 171831 h 176022"/>
                <a:gd name="connsiteX11" fmla="*/ 138303 w 180212"/>
                <a:gd name="connsiteY11" fmla="*/ 171831 h 176022"/>
                <a:gd name="connsiteX12" fmla="*/ 155067 w 180212"/>
                <a:gd name="connsiteY12" fmla="*/ 174625 h 176022"/>
                <a:gd name="connsiteX13" fmla="*/ 170434 w 180212"/>
                <a:gd name="connsiteY13" fmla="*/ 176022 h 176022"/>
                <a:gd name="connsiteX14" fmla="*/ 180213 w 180212"/>
                <a:gd name="connsiteY14" fmla="*/ 174625 h 176022"/>
                <a:gd name="connsiteX15" fmla="*/ 180213 w 180212"/>
                <a:gd name="connsiteY15" fmla="*/ 169037 h 176022"/>
                <a:gd name="connsiteX16" fmla="*/ 176022 w 180212"/>
                <a:gd name="connsiteY16" fmla="*/ 8382 h 176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0212" h="176022">
                  <a:moveTo>
                    <a:pt x="176022" y="8382"/>
                  </a:moveTo>
                  <a:cubicBezTo>
                    <a:pt x="163449" y="2794"/>
                    <a:pt x="75438" y="2794"/>
                    <a:pt x="65659" y="1397"/>
                  </a:cubicBezTo>
                  <a:lnTo>
                    <a:pt x="18161" y="0"/>
                  </a:lnTo>
                  <a:lnTo>
                    <a:pt x="4191" y="0"/>
                  </a:lnTo>
                  <a:cubicBezTo>
                    <a:pt x="2794" y="5588"/>
                    <a:pt x="1397" y="12573"/>
                    <a:pt x="0" y="18161"/>
                  </a:cubicBezTo>
                  <a:lnTo>
                    <a:pt x="0" y="30734"/>
                  </a:lnTo>
                  <a:cubicBezTo>
                    <a:pt x="0" y="30734"/>
                    <a:pt x="6985" y="149479"/>
                    <a:pt x="8382" y="157861"/>
                  </a:cubicBezTo>
                  <a:cubicBezTo>
                    <a:pt x="9779" y="163449"/>
                    <a:pt x="9779" y="169037"/>
                    <a:pt x="11176" y="174625"/>
                  </a:cubicBezTo>
                  <a:cubicBezTo>
                    <a:pt x="19558" y="173228"/>
                    <a:pt x="32131" y="171831"/>
                    <a:pt x="44704" y="169037"/>
                  </a:cubicBezTo>
                  <a:cubicBezTo>
                    <a:pt x="62865" y="167640"/>
                    <a:pt x="82423" y="167640"/>
                    <a:pt x="107569" y="170434"/>
                  </a:cubicBezTo>
                  <a:lnTo>
                    <a:pt x="114554" y="171831"/>
                  </a:lnTo>
                  <a:lnTo>
                    <a:pt x="138303" y="171831"/>
                  </a:lnTo>
                  <a:lnTo>
                    <a:pt x="155067" y="174625"/>
                  </a:lnTo>
                  <a:cubicBezTo>
                    <a:pt x="160655" y="176022"/>
                    <a:pt x="164846" y="176022"/>
                    <a:pt x="170434" y="176022"/>
                  </a:cubicBezTo>
                  <a:cubicBezTo>
                    <a:pt x="174625" y="176022"/>
                    <a:pt x="177419" y="176022"/>
                    <a:pt x="180213" y="174625"/>
                  </a:cubicBezTo>
                  <a:lnTo>
                    <a:pt x="180213" y="169037"/>
                  </a:lnTo>
                  <a:cubicBezTo>
                    <a:pt x="171831" y="121539"/>
                    <a:pt x="173228" y="60071"/>
                    <a:pt x="176022" y="8382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D82EDAEC-A511-45E1-ACAE-28345F56EF4D}"/>
                </a:ext>
              </a:extLst>
            </p:cNvPr>
            <p:cNvSpPr/>
            <p:nvPr/>
          </p:nvSpPr>
          <p:spPr>
            <a:xfrm>
              <a:off x="7792084" y="3095497"/>
              <a:ext cx="234696" cy="229108"/>
            </a:xfrm>
            <a:custGeom>
              <a:avLst/>
              <a:gdLst>
                <a:gd name="connsiteX0" fmla="*/ 230505 w 234696"/>
                <a:gd name="connsiteY0" fmla="*/ 29337 h 229108"/>
                <a:gd name="connsiteX1" fmla="*/ 167640 w 234696"/>
                <a:gd name="connsiteY1" fmla="*/ 4191 h 229108"/>
                <a:gd name="connsiteX2" fmla="*/ 93599 w 234696"/>
                <a:gd name="connsiteY2" fmla="*/ 1397 h 229108"/>
                <a:gd name="connsiteX3" fmla="*/ 44704 w 234696"/>
                <a:gd name="connsiteY3" fmla="*/ 0 h 229108"/>
                <a:gd name="connsiteX4" fmla="*/ 20955 w 234696"/>
                <a:gd name="connsiteY4" fmla="*/ 0 h 229108"/>
                <a:gd name="connsiteX5" fmla="*/ 0 w 234696"/>
                <a:gd name="connsiteY5" fmla="*/ 41910 h 229108"/>
                <a:gd name="connsiteX6" fmla="*/ 0 w 234696"/>
                <a:gd name="connsiteY6" fmla="*/ 58674 h 229108"/>
                <a:gd name="connsiteX7" fmla="*/ 11176 w 234696"/>
                <a:gd name="connsiteY7" fmla="*/ 205359 h 229108"/>
                <a:gd name="connsiteX8" fmla="*/ 11176 w 234696"/>
                <a:gd name="connsiteY8" fmla="*/ 210947 h 229108"/>
                <a:gd name="connsiteX9" fmla="*/ 12573 w 234696"/>
                <a:gd name="connsiteY9" fmla="*/ 226314 h 229108"/>
                <a:gd name="connsiteX10" fmla="*/ 22352 w 234696"/>
                <a:gd name="connsiteY10" fmla="*/ 227711 h 229108"/>
                <a:gd name="connsiteX11" fmla="*/ 33528 w 234696"/>
                <a:gd name="connsiteY11" fmla="*/ 227711 h 229108"/>
                <a:gd name="connsiteX12" fmla="*/ 75438 w 234696"/>
                <a:gd name="connsiteY12" fmla="*/ 222123 h 229108"/>
                <a:gd name="connsiteX13" fmla="*/ 129921 w 234696"/>
                <a:gd name="connsiteY13" fmla="*/ 223520 h 229108"/>
                <a:gd name="connsiteX14" fmla="*/ 160655 w 234696"/>
                <a:gd name="connsiteY14" fmla="*/ 224917 h 229108"/>
                <a:gd name="connsiteX15" fmla="*/ 177419 w 234696"/>
                <a:gd name="connsiteY15" fmla="*/ 227711 h 229108"/>
                <a:gd name="connsiteX16" fmla="*/ 196977 w 234696"/>
                <a:gd name="connsiteY16" fmla="*/ 229108 h 229108"/>
                <a:gd name="connsiteX17" fmla="*/ 231902 w 234696"/>
                <a:gd name="connsiteY17" fmla="*/ 206756 h 229108"/>
                <a:gd name="connsiteX18" fmla="*/ 233299 w 234696"/>
                <a:gd name="connsiteY18" fmla="*/ 199771 h 229108"/>
                <a:gd name="connsiteX19" fmla="*/ 234696 w 234696"/>
                <a:gd name="connsiteY19" fmla="*/ 192786 h 229108"/>
                <a:gd name="connsiteX20" fmla="*/ 230505 w 234696"/>
                <a:gd name="connsiteY20" fmla="*/ 29337 h 229108"/>
                <a:gd name="connsiteX21" fmla="*/ 206756 w 234696"/>
                <a:gd name="connsiteY21" fmla="*/ 201168 h 229108"/>
                <a:gd name="connsiteX22" fmla="*/ 196977 w 234696"/>
                <a:gd name="connsiteY22" fmla="*/ 202565 h 229108"/>
                <a:gd name="connsiteX23" fmla="*/ 181610 w 234696"/>
                <a:gd name="connsiteY23" fmla="*/ 201168 h 229108"/>
                <a:gd name="connsiteX24" fmla="*/ 164846 w 234696"/>
                <a:gd name="connsiteY24" fmla="*/ 198374 h 229108"/>
                <a:gd name="connsiteX25" fmla="*/ 141097 w 234696"/>
                <a:gd name="connsiteY25" fmla="*/ 198374 h 229108"/>
                <a:gd name="connsiteX26" fmla="*/ 134112 w 234696"/>
                <a:gd name="connsiteY26" fmla="*/ 196977 h 229108"/>
                <a:gd name="connsiteX27" fmla="*/ 71247 w 234696"/>
                <a:gd name="connsiteY27" fmla="*/ 195580 h 229108"/>
                <a:gd name="connsiteX28" fmla="*/ 37719 w 234696"/>
                <a:gd name="connsiteY28" fmla="*/ 201168 h 229108"/>
                <a:gd name="connsiteX29" fmla="*/ 34925 w 234696"/>
                <a:gd name="connsiteY29" fmla="*/ 184404 h 229108"/>
                <a:gd name="connsiteX30" fmla="*/ 26543 w 234696"/>
                <a:gd name="connsiteY30" fmla="*/ 57277 h 229108"/>
                <a:gd name="connsiteX31" fmla="*/ 26543 w 234696"/>
                <a:gd name="connsiteY31" fmla="*/ 44704 h 229108"/>
                <a:gd name="connsiteX32" fmla="*/ 30734 w 234696"/>
                <a:gd name="connsiteY32" fmla="*/ 26543 h 229108"/>
                <a:gd name="connsiteX33" fmla="*/ 44704 w 234696"/>
                <a:gd name="connsiteY33" fmla="*/ 26543 h 229108"/>
                <a:gd name="connsiteX34" fmla="*/ 92202 w 234696"/>
                <a:gd name="connsiteY34" fmla="*/ 27940 h 229108"/>
                <a:gd name="connsiteX35" fmla="*/ 202565 w 234696"/>
                <a:gd name="connsiteY35" fmla="*/ 34925 h 229108"/>
                <a:gd name="connsiteX36" fmla="*/ 206756 w 234696"/>
                <a:gd name="connsiteY36" fmla="*/ 195580 h 229108"/>
                <a:gd name="connsiteX37" fmla="*/ 206756 w 234696"/>
                <a:gd name="connsiteY37" fmla="*/ 201168 h 229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4696" h="229108">
                  <a:moveTo>
                    <a:pt x="230505" y="29337"/>
                  </a:moveTo>
                  <a:cubicBezTo>
                    <a:pt x="231902" y="5588"/>
                    <a:pt x="180213" y="4191"/>
                    <a:pt x="167640" y="4191"/>
                  </a:cubicBezTo>
                  <a:cubicBezTo>
                    <a:pt x="162052" y="4191"/>
                    <a:pt x="127127" y="2794"/>
                    <a:pt x="93599" y="1397"/>
                  </a:cubicBezTo>
                  <a:lnTo>
                    <a:pt x="44704" y="0"/>
                  </a:lnTo>
                  <a:lnTo>
                    <a:pt x="20955" y="0"/>
                  </a:lnTo>
                  <a:cubicBezTo>
                    <a:pt x="2794" y="1397"/>
                    <a:pt x="1397" y="27940"/>
                    <a:pt x="0" y="41910"/>
                  </a:cubicBezTo>
                  <a:lnTo>
                    <a:pt x="0" y="58674"/>
                  </a:lnTo>
                  <a:cubicBezTo>
                    <a:pt x="2794" y="107569"/>
                    <a:pt x="5588" y="156464"/>
                    <a:pt x="11176" y="205359"/>
                  </a:cubicBezTo>
                  <a:lnTo>
                    <a:pt x="11176" y="210947"/>
                  </a:lnTo>
                  <a:cubicBezTo>
                    <a:pt x="13970" y="212344"/>
                    <a:pt x="9779" y="231902"/>
                    <a:pt x="12573" y="226314"/>
                  </a:cubicBezTo>
                  <a:lnTo>
                    <a:pt x="22352" y="227711"/>
                  </a:lnTo>
                  <a:cubicBezTo>
                    <a:pt x="25146" y="229108"/>
                    <a:pt x="29337" y="227711"/>
                    <a:pt x="33528" y="227711"/>
                  </a:cubicBezTo>
                  <a:cubicBezTo>
                    <a:pt x="44704" y="227711"/>
                    <a:pt x="60071" y="224917"/>
                    <a:pt x="75438" y="222123"/>
                  </a:cubicBezTo>
                  <a:cubicBezTo>
                    <a:pt x="89408" y="220726"/>
                    <a:pt x="106172" y="220726"/>
                    <a:pt x="129921" y="223520"/>
                  </a:cubicBezTo>
                  <a:cubicBezTo>
                    <a:pt x="139700" y="224917"/>
                    <a:pt x="149479" y="223520"/>
                    <a:pt x="160655" y="224917"/>
                  </a:cubicBezTo>
                  <a:lnTo>
                    <a:pt x="177419" y="227711"/>
                  </a:lnTo>
                  <a:cubicBezTo>
                    <a:pt x="184404" y="229108"/>
                    <a:pt x="191389" y="229108"/>
                    <a:pt x="196977" y="229108"/>
                  </a:cubicBezTo>
                  <a:cubicBezTo>
                    <a:pt x="215138" y="229108"/>
                    <a:pt x="230505" y="226314"/>
                    <a:pt x="231902" y="206756"/>
                  </a:cubicBezTo>
                  <a:cubicBezTo>
                    <a:pt x="233299" y="205359"/>
                    <a:pt x="233299" y="202565"/>
                    <a:pt x="233299" y="199771"/>
                  </a:cubicBezTo>
                  <a:lnTo>
                    <a:pt x="234696" y="192786"/>
                  </a:lnTo>
                  <a:cubicBezTo>
                    <a:pt x="224917" y="146685"/>
                    <a:pt x="226314" y="83820"/>
                    <a:pt x="230505" y="29337"/>
                  </a:cubicBezTo>
                  <a:close/>
                  <a:moveTo>
                    <a:pt x="206756" y="201168"/>
                  </a:moveTo>
                  <a:cubicBezTo>
                    <a:pt x="203962" y="202565"/>
                    <a:pt x="201168" y="202565"/>
                    <a:pt x="196977" y="202565"/>
                  </a:cubicBezTo>
                  <a:cubicBezTo>
                    <a:pt x="191389" y="202565"/>
                    <a:pt x="187198" y="202565"/>
                    <a:pt x="181610" y="201168"/>
                  </a:cubicBezTo>
                  <a:lnTo>
                    <a:pt x="164846" y="198374"/>
                  </a:lnTo>
                  <a:lnTo>
                    <a:pt x="141097" y="198374"/>
                  </a:lnTo>
                  <a:lnTo>
                    <a:pt x="134112" y="196977"/>
                  </a:lnTo>
                  <a:cubicBezTo>
                    <a:pt x="108966" y="194183"/>
                    <a:pt x="89408" y="194183"/>
                    <a:pt x="71247" y="195580"/>
                  </a:cubicBezTo>
                  <a:cubicBezTo>
                    <a:pt x="58674" y="198374"/>
                    <a:pt x="46101" y="199771"/>
                    <a:pt x="37719" y="201168"/>
                  </a:cubicBezTo>
                  <a:cubicBezTo>
                    <a:pt x="36322" y="195580"/>
                    <a:pt x="36322" y="189992"/>
                    <a:pt x="34925" y="184404"/>
                  </a:cubicBezTo>
                  <a:cubicBezTo>
                    <a:pt x="33528" y="176022"/>
                    <a:pt x="26543" y="57277"/>
                    <a:pt x="26543" y="57277"/>
                  </a:cubicBezTo>
                  <a:lnTo>
                    <a:pt x="26543" y="44704"/>
                  </a:lnTo>
                  <a:cubicBezTo>
                    <a:pt x="27940" y="39116"/>
                    <a:pt x="29337" y="32131"/>
                    <a:pt x="30734" y="26543"/>
                  </a:cubicBezTo>
                  <a:lnTo>
                    <a:pt x="44704" y="26543"/>
                  </a:lnTo>
                  <a:lnTo>
                    <a:pt x="92202" y="27940"/>
                  </a:lnTo>
                  <a:cubicBezTo>
                    <a:pt x="101981" y="29337"/>
                    <a:pt x="189992" y="29337"/>
                    <a:pt x="202565" y="34925"/>
                  </a:cubicBezTo>
                  <a:cubicBezTo>
                    <a:pt x="199771" y="86614"/>
                    <a:pt x="198374" y="148082"/>
                    <a:pt x="206756" y="195580"/>
                  </a:cubicBezTo>
                  <a:lnTo>
                    <a:pt x="206756" y="201168"/>
                  </a:ln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C86F7DBE-B55D-4D9E-8CF9-59D58E9DEAAD}"/>
                </a:ext>
              </a:extLst>
            </p:cNvPr>
            <p:cNvSpPr/>
            <p:nvPr/>
          </p:nvSpPr>
          <p:spPr>
            <a:xfrm>
              <a:off x="6969252" y="2314574"/>
              <a:ext cx="750188" cy="1008923"/>
            </a:xfrm>
            <a:custGeom>
              <a:avLst/>
              <a:gdLst>
                <a:gd name="connsiteX0" fmla="*/ 734822 w 750188"/>
                <a:gd name="connsiteY0" fmla="*/ 583946 h 1008923"/>
                <a:gd name="connsiteX1" fmla="*/ 722249 w 750188"/>
                <a:gd name="connsiteY1" fmla="*/ 582549 h 1008923"/>
                <a:gd name="connsiteX2" fmla="*/ 671957 w 750188"/>
                <a:gd name="connsiteY2" fmla="*/ 585343 h 1008923"/>
                <a:gd name="connsiteX3" fmla="*/ 625856 w 750188"/>
                <a:gd name="connsiteY3" fmla="*/ 586740 h 1008923"/>
                <a:gd name="connsiteX4" fmla="*/ 623062 w 750188"/>
                <a:gd name="connsiteY4" fmla="*/ 516890 h 1008923"/>
                <a:gd name="connsiteX5" fmla="*/ 625856 w 750188"/>
                <a:gd name="connsiteY5" fmla="*/ 208153 h 1008923"/>
                <a:gd name="connsiteX6" fmla="*/ 631444 w 750188"/>
                <a:gd name="connsiteY6" fmla="*/ 46101 h 1008923"/>
                <a:gd name="connsiteX7" fmla="*/ 631444 w 750188"/>
                <a:gd name="connsiteY7" fmla="*/ 23749 h 1008923"/>
                <a:gd name="connsiteX8" fmla="*/ 611886 w 750188"/>
                <a:gd name="connsiteY8" fmla="*/ 6985 h 1008923"/>
                <a:gd name="connsiteX9" fmla="*/ 618871 w 750188"/>
                <a:gd name="connsiteY9" fmla="*/ 5588 h 1008923"/>
                <a:gd name="connsiteX10" fmla="*/ 585343 w 750188"/>
                <a:gd name="connsiteY10" fmla="*/ 0 h 1008923"/>
                <a:gd name="connsiteX11" fmla="*/ 441452 w 750188"/>
                <a:gd name="connsiteY11" fmla="*/ 2794 h 1008923"/>
                <a:gd name="connsiteX12" fmla="*/ 412115 w 750188"/>
                <a:gd name="connsiteY12" fmla="*/ 34925 h 1008923"/>
                <a:gd name="connsiteX13" fmla="*/ 11176 w 750188"/>
                <a:gd name="connsiteY13" fmla="*/ 583946 h 1008923"/>
                <a:gd name="connsiteX14" fmla="*/ 5588 w 750188"/>
                <a:gd name="connsiteY14" fmla="*/ 634238 h 1008923"/>
                <a:gd name="connsiteX15" fmla="*/ 0 w 750188"/>
                <a:gd name="connsiteY15" fmla="*/ 739013 h 1008923"/>
                <a:gd name="connsiteX16" fmla="*/ 0 w 750188"/>
                <a:gd name="connsiteY16" fmla="*/ 759968 h 1008923"/>
                <a:gd name="connsiteX17" fmla="*/ 18161 w 750188"/>
                <a:gd name="connsiteY17" fmla="*/ 773938 h 1008923"/>
                <a:gd name="connsiteX18" fmla="*/ 25146 w 750188"/>
                <a:gd name="connsiteY18" fmla="*/ 776732 h 1008923"/>
                <a:gd name="connsiteX19" fmla="*/ 50292 w 750188"/>
                <a:gd name="connsiteY19" fmla="*/ 776732 h 1008923"/>
                <a:gd name="connsiteX20" fmla="*/ 146685 w 750188"/>
                <a:gd name="connsiteY20" fmla="*/ 778129 h 1008923"/>
                <a:gd name="connsiteX21" fmla="*/ 301752 w 750188"/>
                <a:gd name="connsiteY21" fmla="*/ 779526 h 1008923"/>
                <a:gd name="connsiteX22" fmla="*/ 413512 w 750188"/>
                <a:gd name="connsiteY22" fmla="*/ 782320 h 1008923"/>
                <a:gd name="connsiteX23" fmla="*/ 421894 w 750188"/>
                <a:gd name="connsiteY23" fmla="*/ 880110 h 1008923"/>
                <a:gd name="connsiteX24" fmla="*/ 414909 w 750188"/>
                <a:gd name="connsiteY24" fmla="*/ 951357 h 1008923"/>
                <a:gd name="connsiteX25" fmla="*/ 417703 w 750188"/>
                <a:gd name="connsiteY25" fmla="*/ 965327 h 1008923"/>
                <a:gd name="connsiteX26" fmla="*/ 416306 w 750188"/>
                <a:gd name="connsiteY26" fmla="*/ 972312 h 1008923"/>
                <a:gd name="connsiteX27" fmla="*/ 416306 w 750188"/>
                <a:gd name="connsiteY27" fmla="*/ 982091 h 1008923"/>
                <a:gd name="connsiteX28" fmla="*/ 420497 w 750188"/>
                <a:gd name="connsiteY28" fmla="*/ 998855 h 1008923"/>
                <a:gd name="connsiteX29" fmla="*/ 483362 w 750188"/>
                <a:gd name="connsiteY29" fmla="*/ 1007237 h 1008923"/>
                <a:gd name="connsiteX30" fmla="*/ 495935 w 750188"/>
                <a:gd name="connsiteY30" fmla="*/ 1007237 h 1008923"/>
                <a:gd name="connsiteX31" fmla="*/ 536448 w 750188"/>
                <a:gd name="connsiteY31" fmla="*/ 1005840 h 1008923"/>
                <a:gd name="connsiteX32" fmla="*/ 613283 w 750188"/>
                <a:gd name="connsiteY32" fmla="*/ 1004443 h 1008923"/>
                <a:gd name="connsiteX33" fmla="*/ 625856 w 750188"/>
                <a:gd name="connsiteY33" fmla="*/ 990473 h 1008923"/>
                <a:gd name="connsiteX34" fmla="*/ 627253 w 750188"/>
                <a:gd name="connsiteY34" fmla="*/ 842391 h 1008923"/>
                <a:gd name="connsiteX35" fmla="*/ 625856 w 750188"/>
                <a:gd name="connsiteY35" fmla="*/ 779526 h 1008923"/>
                <a:gd name="connsiteX36" fmla="*/ 678942 w 750188"/>
                <a:gd name="connsiteY36" fmla="*/ 779526 h 1008923"/>
                <a:gd name="connsiteX37" fmla="*/ 740410 w 750188"/>
                <a:gd name="connsiteY37" fmla="*/ 757174 h 1008923"/>
                <a:gd name="connsiteX38" fmla="*/ 739013 w 750188"/>
                <a:gd name="connsiteY38" fmla="*/ 736219 h 1008923"/>
                <a:gd name="connsiteX39" fmla="*/ 740410 w 750188"/>
                <a:gd name="connsiteY39" fmla="*/ 722249 h 1008923"/>
                <a:gd name="connsiteX40" fmla="*/ 745998 w 750188"/>
                <a:gd name="connsiteY40" fmla="*/ 678942 h 1008923"/>
                <a:gd name="connsiteX41" fmla="*/ 750189 w 750188"/>
                <a:gd name="connsiteY41" fmla="*/ 634238 h 1008923"/>
                <a:gd name="connsiteX42" fmla="*/ 750189 w 750188"/>
                <a:gd name="connsiteY42" fmla="*/ 616077 h 1008923"/>
                <a:gd name="connsiteX43" fmla="*/ 748792 w 750188"/>
                <a:gd name="connsiteY43" fmla="*/ 600710 h 1008923"/>
                <a:gd name="connsiteX44" fmla="*/ 734822 w 750188"/>
                <a:gd name="connsiteY44" fmla="*/ 583946 h 1008923"/>
                <a:gd name="connsiteX45" fmla="*/ 723646 w 750188"/>
                <a:gd name="connsiteY45" fmla="*/ 632841 h 1008923"/>
                <a:gd name="connsiteX46" fmla="*/ 719455 w 750188"/>
                <a:gd name="connsiteY46" fmla="*/ 676148 h 1008923"/>
                <a:gd name="connsiteX47" fmla="*/ 713867 w 750188"/>
                <a:gd name="connsiteY47" fmla="*/ 719455 h 1008923"/>
                <a:gd name="connsiteX48" fmla="*/ 712470 w 750188"/>
                <a:gd name="connsiteY48" fmla="*/ 733425 h 1008923"/>
                <a:gd name="connsiteX49" fmla="*/ 712470 w 750188"/>
                <a:gd name="connsiteY49" fmla="*/ 743204 h 1008923"/>
                <a:gd name="connsiteX50" fmla="*/ 713867 w 750188"/>
                <a:gd name="connsiteY50" fmla="*/ 758571 h 1008923"/>
                <a:gd name="connsiteX51" fmla="*/ 604901 w 750188"/>
                <a:gd name="connsiteY51" fmla="*/ 762762 h 1008923"/>
                <a:gd name="connsiteX52" fmla="*/ 600710 w 750188"/>
                <a:gd name="connsiteY52" fmla="*/ 843788 h 1008923"/>
                <a:gd name="connsiteX53" fmla="*/ 599313 w 750188"/>
                <a:gd name="connsiteY53" fmla="*/ 977900 h 1008923"/>
                <a:gd name="connsiteX54" fmla="*/ 535051 w 750188"/>
                <a:gd name="connsiteY54" fmla="*/ 979297 h 1008923"/>
                <a:gd name="connsiteX55" fmla="*/ 494538 w 750188"/>
                <a:gd name="connsiteY55" fmla="*/ 980694 h 1008923"/>
                <a:gd name="connsiteX56" fmla="*/ 476377 w 750188"/>
                <a:gd name="connsiteY56" fmla="*/ 982091 h 1008923"/>
                <a:gd name="connsiteX57" fmla="*/ 442849 w 750188"/>
                <a:gd name="connsiteY57" fmla="*/ 980694 h 1008923"/>
                <a:gd name="connsiteX58" fmla="*/ 442849 w 750188"/>
                <a:gd name="connsiteY58" fmla="*/ 973709 h 1008923"/>
                <a:gd name="connsiteX59" fmla="*/ 441452 w 750188"/>
                <a:gd name="connsiteY59" fmla="*/ 954151 h 1008923"/>
                <a:gd name="connsiteX60" fmla="*/ 448437 w 750188"/>
                <a:gd name="connsiteY60" fmla="*/ 880110 h 1008923"/>
                <a:gd name="connsiteX61" fmla="*/ 428879 w 750188"/>
                <a:gd name="connsiteY61" fmla="*/ 759968 h 1008923"/>
                <a:gd name="connsiteX62" fmla="*/ 300355 w 750188"/>
                <a:gd name="connsiteY62" fmla="*/ 752983 h 1008923"/>
                <a:gd name="connsiteX63" fmla="*/ 148082 w 750188"/>
                <a:gd name="connsiteY63" fmla="*/ 751586 h 1008923"/>
                <a:gd name="connsiteX64" fmla="*/ 50292 w 750188"/>
                <a:gd name="connsiteY64" fmla="*/ 750189 h 1008923"/>
                <a:gd name="connsiteX65" fmla="*/ 26543 w 750188"/>
                <a:gd name="connsiteY65" fmla="*/ 748792 h 1008923"/>
                <a:gd name="connsiteX66" fmla="*/ 26543 w 750188"/>
                <a:gd name="connsiteY66" fmla="*/ 740410 h 1008923"/>
                <a:gd name="connsiteX67" fmla="*/ 32131 w 750188"/>
                <a:gd name="connsiteY67" fmla="*/ 634238 h 1008923"/>
                <a:gd name="connsiteX68" fmla="*/ 30734 w 750188"/>
                <a:gd name="connsiteY68" fmla="*/ 603504 h 1008923"/>
                <a:gd name="connsiteX69" fmla="*/ 39116 w 750188"/>
                <a:gd name="connsiteY69" fmla="*/ 593725 h 1008923"/>
                <a:gd name="connsiteX70" fmla="*/ 447040 w 750188"/>
                <a:gd name="connsiteY70" fmla="*/ 30734 h 1008923"/>
                <a:gd name="connsiteX71" fmla="*/ 583946 w 750188"/>
                <a:gd name="connsiteY71" fmla="*/ 27940 h 1008923"/>
                <a:gd name="connsiteX72" fmla="*/ 604901 w 750188"/>
                <a:gd name="connsiteY72" fmla="*/ 30734 h 1008923"/>
                <a:gd name="connsiteX73" fmla="*/ 604901 w 750188"/>
                <a:gd name="connsiteY73" fmla="*/ 44704 h 1008923"/>
                <a:gd name="connsiteX74" fmla="*/ 603504 w 750188"/>
                <a:gd name="connsiteY74" fmla="*/ 110363 h 1008923"/>
                <a:gd name="connsiteX75" fmla="*/ 599313 w 750188"/>
                <a:gd name="connsiteY75" fmla="*/ 206756 h 1008923"/>
                <a:gd name="connsiteX76" fmla="*/ 596519 w 750188"/>
                <a:gd name="connsiteY76" fmla="*/ 516890 h 1008923"/>
                <a:gd name="connsiteX77" fmla="*/ 599313 w 750188"/>
                <a:gd name="connsiteY77" fmla="*/ 582549 h 1008923"/>
                <a:gd name="connsiteX78" fmla="*/ 673354 w 750188"/>
                <a:gd name="connsiteY78" fmla="*/ 611886 h 1008923"/>
                <a:gd name="connsiteX79" fmla="*/ 722249 w 750188"/>
                <a:gd name="connsiteY79" fmla="*/ 609092 h 1008923"/>
                <a:gd name="connsiteX80" fmla="*/ 723646 w 750188"/>
                <a:gd name="connsiteY80" fmla="*/ 616077 h 1008923"/>
                <a:gd name="connsiteX81" fmla="*/ 723646 w 750188"/>
                <a:gd name="connsiteY81" fmla="*/ 632841 h 1008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750188" h="1008923">
                  <a:moveTo>
                    <a:pt x="734822" y="583946"/>
                  </a:moveTo>
                  <a:cubicBezTo>
                    <a:pt x="730631" y="582549"/>
                    <a:pt x="726440" y="582549"/>
                    <a:pt x="722249" y="582549"/>
                  </a:cubicBezTo>
                  <a:lnTo>
                    <a:pt x="671957" y="585343"/>
                  </a:lnTo>
                  <a:cubicBezTo>
                    <a:pt x="649605" y="585343"/>
                    <a:pt x="630047" y="586740"/>
                    <a:pt x="625856" y="586740"/>
                  </a:cubicBezTo>
                  <a:cubicBezTo>
                    <a:pt x="630047" y="562991"/>
                    <a:pt x="623062" y="540639"/>
                    <a:pt x="623062" y="516890"/>
                  </a:cubicBezTo>
                  <a:cubicBezTo>
                    <a:pt x="623062" y="490347"/>
                    <a:pt x="625856" y="208153"/>
                    <a:pt x="625856" y="208153"/>
                  </a:cubicBezTo>
                  <a:cubicBezTo>
                    <a:pt x="628650" y="153670"/>
                    <a:pt x="631444" y="99187"/>
                    <a:pt x="631444" y="46101"/>
                  </a:cubicBezTo>
                  <a:lnTo>
                    <a:pt x="631444" y="23749"/>
                  </a:lnTo>
                  <a:cubicBezTo>
                    <a:pt x="631444" y="8382"/>
                    <a:pt x="618871" y="6985"/>
                    <a:pt x="611886" y="6985"/>
                  </a:cubicBezTo>
                  <a:lnTo>
                    <a:pt x="618871" y="5588"/>
                  </a:lnTo>
                  <a:cubicBezTo>
                    <a:pt x="611886" y="4191"/>
                    <a:pt x="602107" y="4191"/>
                    <a:pt x="585343" y="0"/>
                  </a:cubicBezTo>
                  <a:cubicBezTo>
                    <a:pt x="585343" y="0"/>
                    <a:pt x="454025" y="4191"/>
                    <a:pt x="441452" y="2794"/>
                  </a:cubicBezTo>
                  <a:cubicBezTo>
                    <a:pt x="430276" y="2794"/>
                    <a:pt x="417703" y="26543"/>
                    <a:pt x="412115" y="34925"/>
                  </a:cubicBezTo>
                  <a:cubicBezTo>
                    <a:pt x="405130" y="46101"/>
                    <a:pt x="61468" y="519684"/>
                    <a:pt x="11176" y="583946"/>
                  </a:cubicBezTo>
                  <a:cubicBezTo>
                    <a:pt x="-1397" y="590931"/>
                    <a:pt x="5588" y="621665"/>
                    <a:pt x="5588" y="634238"/>
                  </a:cubicBezTo>
                  <a:cubicBezTo>
                    <a:pt x="5588" y="669163"/>
                    <a:pt x="0" y="704088"/>
                    <a:pt x="0" y="739013"/>
                  </a:cubicBezTo>
                  <a:lnTo>
                    <a:pt x="0" y="759968"/>
                  </a:lnTo>
                  <a:cubicBezTo>
                    <a:pt x="0" y="761365"/>
                    <a:pt x="0" y="764159"/>
                    <a:pt x="18161" y="773938"/>
                  </a:cubicBezTo>
                  <a:lnTo>
                    <a:pt x="25146" y="776732"/>
                  </a:lnTo>
                  <a:lnTo>
                    <a:pt x="50292" y="776732"/>
                  </a:lnTo>
                  <a:lnTo>
                    <a:pt x="146685" y="778129"/>
                  </a:lnTo>
                  <a:cubicBezTo>
                    <a:pt x="216535" y="779526"/>
                    <a:pt x="287782" y="779526"/>
                    <a:pt x="301752" y="779526"/>
                  </a:cubicBezTo>
                  <a:cubicBezTo>
                    <a:pt x="340868" y="780923"/>
                    <a:pt x="366014" y="779526"/>
                    <a:pt x="413512" y="782320"/>
                  </a:cubicBezTo>
                  <a:cubicBezTo>
                    <a:pt x="424688" y="810260"/>
                    <a:pt x="421894" y="850773"/>
                    <a:pt x="421894" y="880110"/>
                  </a:cubicBezTo>
                  <a:cubicBezTo>
                    <a:pt x="421894" y="901065"/>
                    <a:pt x="423291" y="926211"/>
                    <a:pt x="414909" y="951357"/>
                  </a:cubicBezTo>
                  <a:cubicBezTo>
                    <a:pt x="414909" y="951357"/>
                    <a:pt x="414909" y="958342"/>
                    <a:pt x="417703" y="965327"/>
                  </a:cubicBezTo>
                  <a:lnTo>
                    <a:pt x="416306" y="972312"/>
                  </a:lnTo>
                  <a:lnTo>
                    <a:pt x="416306" y="982091"/>
                  </a:lnTo>
                  <a:cubicBezTo>
                    <a:pt x="416306" y="986282"/>
                    <a:pt x="417703" y="990473"/>
                    <a:pt x="420497" y="998855"/>
                  </a:cubicBezTo>
                  <a:cubicBezTo>
                    <a:pt x="427482" y="1012825"/>
                    <a:pt x="472186" y="1008634"/>
                    <a:pt x="483362" y="1007237"/>
                  </a:cubicBezTo>
                  <a:lnTo>
                    <a:pt x="495935" y="1007237"/>
                  </a:lnTo>
                  <a:lnTo>
                    <a:pt x="536448" y="1005840"/>
                  </a:lnTo>
                  <a:lnTo>
                    <a:pt x="613283" y="1004443"/>
                  </a:lnTo>
                  <a:cubicBezTo>
                    <a:pt x="621665" y="1004443"/>
                    <a:pt x="627253" y="997458"/>
                    <a:pt x="625856" y="990473"/>
                  </a:cubicBezTo>
                  <a:cubicBezTo>
                    <a:pt x="624459" y="975106"/>
                    <a:pt x="628650" y="864743"/>
                    <a:pt x="627253" y="842391"/>
                  </a:cubicBezTo>
                  <a:cubicBezTo>
                    <a:pt x="625856" y="820039"/>
                    <a:pt x="624459" y="797687"/>
                    <a:pt x="625856" y="779526"/>
                  </a:cubicBezTo>
                  <a:cubicBezTo>
                    <a:pt x="642620" y="775335"/>
                    <a:pt x="660781" y="776732"/>
                    <a:pt x="678942" y="779526"/>
                  </a:cubicBezTo>
                  <a:cubicBezTo>
                    <a:pt x="712470" y="785114"/>
                    <a:pt x="744601" y="806069"/>
                    <a:pt x="740410" y="757174"/>
                  </a:cubicBezTo>
                  <a:lnTo>
                    <a:pt x="739013" y="736219"/>
                  </a:lnTo>
                  <a:lnTo>
                    <a:pt x="740410" y="722249"/>
                  </a:lnTo>
                  <a:lnTo>
                    <a:pt x="745998" y="678942"/>
                  </a:lnTo>
                  <a:cubicBezTo>
                    <a:pt x="747395" y="663575"/>
                    <a:pt x="748792" y="648208"/>
                    <a:pt x="750189" y="634238"/>
                  </a:cubicBezTo>
                  <a:lnTo>
                    <a:pt x="750189" y="616077"/>
                  </a:lnTo>
                  <a:cubicBezTo>
                    <a:pt x="750189" y="611886"/>
                    <a:pt x="750189" y="607695"/>
                    <a:pt x="748792" y="600710"/>
                  </a:cubicBezTo>
                  <a:cubicBezTo>
                    <a:pt x="747395" y="596519"/>
                    <a:pt x="744601" y="592328"/>
                    <a:pt x="734822" y="583946"/>
                  </a:cubicBezTo>
                  <a:close/>
                  <a:moveTo>
                    <a:pt x="723646" y="632841"/>
                  </a:moveTo>
                  <a:cubicBezTo>
                    <a:pt x="722249" y="645414"/>
                    <a:pt x="720852" y="660781"/>
                    <a:pt x="719455" y="676148"/>
                  </a:cubicBezTo>
                  <a:lnTo>
                    <a:pt x="713867" y="719455"/>
                  </a:lnTo>
                  <a:lnTo>
                    <a:pt x="712470" y="733425"/>
                  </a:lnTo>
                  <a:lnTo>
                    <a:pt x="712470" y="743204"/>
                  </a:lnTo>
                  <a:lnTo>
                    <a:pt x="713867" y="758571"/>
                  </a:lnTo>
                  <a:cubicBezTo>
                    <a:pt x="687324" y="754380"/>
                    <a:pt x="624459" y="740410"/>
                    <a:pt x="604901" y="762762"/>
                  </a:cubicBezTo>
                  <a:cubicBezTo>
                    <a:pt x="590931" y="779526"/>
                    <a:pt x="599313" y="824230"/>
                    <a:pt x="600710" y="843788"/>
                  </a:cubicBezTo>
                  <a:cubicBezTo>
                    <a:pt x="602107" y="861949"/>
                    <a:pt x="599313" y="942975"/>
                    <a:pt x="599313" y="977900"/>
                  </a:cubicBezTo>
                  <a:lnTo>
                    <a:pt x="535051" y="979297"/>
                  </a:lnTo>
                  <a:lnTo>
                    <a:pt x="494538" y="980694"/>
                  </a:lnTo>
                  <a:lnTo>
                    <a:pt x="476377" y="982091"/>
                  </a:lnTo>
                  <a:cubicBezTo>
                    <a:pt x="467995" y="982091"/>
                    <a:pt x="455422" y="980694"/>
                    <a:pt x="442849" y="980694"/>
                  </a:cubicBezTo>
                  <a:lnTo>
                    <a:pt x="442849" y="973709"/>
                  </a:lnTo>
                  <a:cubicBezTo>
                    <a:pt x="444246" y="968121"/>
                    <a:pt x="444246" y="962533"/>
                    <a:pt x="441452" y="954151"/>
                  </a:cubicBezTo>
                  <a:cubicBezTo>
                    <a:pt x="449834" y="930402"/>
                    <a:pt x="448437" y="905256"/>
                    <a:pt x="448437" y="880110"/>
                  </a:cubicBezTo>
                  <a:cubicBezTo>
                    <a:pt x="449834" y="853567"/>
                    <a:pt x="454025" y="776732"/>
                    <a:pt x="428879" y="759968"/>
                  </a:cubicBezTo>
                  <a:cubicBezTo>
                    <a:pt x="412115" y="748792"/>
                    <a:pt x="328295" y="752983"/>
                    <a:pt x="300355" y="752983"/>
                  </a:cubicBezTo>
                  <a:cubicBezTo>
                    <a:pt x="297561" y="752983"/>
                    <a:pt x="224917" y="751586"/>
                    <a:pt x="148082" y="751586"/>
                  </a:cubicBezTo>
                  <a:lnTo>
                    <a:pt x="50292" y="750189"/>
                  </a:lnTo>
                  <a:lnTo>
                    <a:pt x="26543" y="748792"/>
                  </a:lnTo>
                  <a:lnTo>
                    <a:pt x="26543" y="740410"/>
                  </a:lnTo>
                  <a:cubicBezTo>
                    <a:pt x="27940" y="705485"/>
                    <a:pt x="32131" y="669163"/>
                    <a:pt x="32131" y="634238"/>
                  </a:cubicBezTo>
                  <a:cubicBezTo>
                    <a:pt x="32131" y="625856"/>
                    <a:pt x="32131" y="617474"/>
                    <a:pt x="30734" y="603504"/>
                  </a:cubicBezTo>
                  <a:cubicBezTo>
                    <a:pt x="34925" y="600710"/>
                    <a:pt x="36322" y="596519"/>
                    <a:pt x="39116" y="593725"/>
                  </a:cubicBezTo>
                  <a:cubicBezTo>
                    <a:pt x="178816" y="409321"/>
                    <a:pt x="310134" y="216535"/>
                    <a:pt x="447040" y="30734"/>
                  </a:cubicBezTo>
                  <a:cubicBezTo>
                    <a:pt x="476377" y="29337"/>
                    <a:pt x="569976" y="27940"/>
                    <a:pt x="583946" y="27940"/>
                  </a:cubicBezTo>
                  <a:cubicBezTo>
                    <a:pt x="592328" y="29337"/>
                    <a:pt x="599313" y="29337"/>
                    <a:pt x="604901" y="30734"/>
                  </a:cubicBezTo>
                  <a:lnTo>
                    <a:pt x="604901" y="44704"/>
                  </a:lnTo>
                  <a:cubicBezTo>
                    <a:pt x="604901" y="62865"/>
                    <a:pt x="603504" y="86614"/>
                    <a:pt x="603504" y="110363"/>
                  </a:cubicBezTo>
                  <a:cubicBezTo>
                    <a:pt x="600710" y="157861"/>
                    <a:pt x="599313" y="206756"/>
                    <a:pt x="599313" y="206756"/>
                  </a:cubicBezTo>
                  <a:cubicBezTo>
                    <a:pt x="599313" y="206756"/>
                    <a:pt x="596519" y="490347"/>
                    <a:pt x="596519" y="516890"/>
                  </a:cubicBezTo>
                  <a:cubicBezTo>
                    <a:pt x="596519" y="536448"/>
                    <a:pt x="603504" y="564388"/>
                    <a:pt x="599313" y="582549"/>
                  </a:cubicBezTo>
                  <a:cubicBezTo>
                    <a:pt x="589534" y="624459"/>
                    <a:pt x="655193" y="611886"/>
                    <a:pt x="673354" y="611886"/>
                  </a:cubicBezTo>
                  <a:lnTo>
                    <a:pt x="722249" y="609092"/>
                  </a:lnTo>
                  <a:lnTo>
                    <a:pt x="723646" y="616077"/>
                  </a:lnTo>
                  <a:lnTo>
                    <a:pt x="723646" y="632841"/>
                  </a:ln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17D79FF4-D3BB-4630-8A70-C0682331B38C}"/>
                </a:ext>
              </a:extLst>
            </p:cNvPr>
            <p:cNvSpPr/>
            <p:nvPr/>
          </p:nvSpPr>
          <p:spPr>
            <a:xfrm>
              <a:off x="7140389" y="2595298"/>
              <a:ext cx="263950" cy="343846"/>
            </a:xfrm>
            <a:custGeom>
              <a:avLst/>
              <a:gdLst>
                <a:gd name="connsiteX0" fmla="*/ 222816 w 263950"/>
                <a:gd name="connsiteY0" fmla="*/ 7057 h 343846"/>
                <a:gd name="connsiteX1" fmla="*/ 162745 w 263950"/>
                <a:gd name="connsiteY1" fmla="*/ 81098 h 343846"/>
                <a:gd name="connsiteX2" fmla="*/ 144584 w 263950"/>
                <a:gd name="connsiteY2" fmla="*/ 103450 h 343846"/>
                <a:gd name="connsiteX3" fmla="*/ 133408 w 263950"/>
                <a:gd name="connsiteY3" fmla="*/ 118817 h 343846"/>
                <a:gd name="connsiteX4" fmla="*/ 129218 w 263950"/>
                <a:gd name="connsiteY4" fmla="*/ 128596 h 343846"/>
                <a:gd name="connsiteX5" fmla="*/ 119439 w 263950"/>
                <a:gd name="connsiteY5" fmla="*/ 141169 h 343846"/>
                <a:gd name="connsiteX6" fmla="*/ 94293 w 263950"/>
                <a:gd name="connsiteY6" fmla="*/ 180285 h 343846"/>
                <a:gd name="connsiteX7" fmla="*/ 84514 w 263950"/>
                <a:gd name="connsiteY7" fmla="*/ 191461 h 343846"/>
                <a:gd name="connsiteX8" fmla="*/ 73338 w 263950"/>
                <a:gd name="connsiteY8" fmla="*/ 202637 h 343846"/>
                <a:gd name="connsiteX9" fmla="*/ 69146 w 263950"/>
                <a:gd name="connsiteY9" fmla="*/ 211019 h 343846"/>
                <a:gd name="connsiteX10" fmla="*/ 2090 w 263950"/>
                <a:gd name="connsiteY10" fmla="*/ 307412 h 343846"/>
                <a:gd name="connsiteX11" fmla="*/ 25839 w 263950"/>
                <a:gd name="connsiteY11" fmla="*/ 342337 h 343846"/>
                <a:gd name="connsiteX12" fmla="*/ 130614 w 263950"/>
                <a:gd name="connsiteY12" fmla="*/ 340940 h 343846"/>
                <a:gd name="connsiteX13" fmla="*/ 179509 w 263950"/>
                <a:gd name="connsiteY13" fmla="*/ 340940 h 343846"/>
                <a:gd name="connsiteX14" fmla="*/ 196274 w 263950"/>
                <a:gd name="connsiteY14" fmla="*/ 339543 h 343846"/>
                <a:gd name="connsiteX15" fmla="*/ 229801 w 263950"/>
                <a:gd name="connsiteY15" fmla="*/ 338146 h 343846"/>
                <a:gd name="connsiteX16" fmla="*/ 260535 w 263950"/>
                <a:gd name="connsiteY16" fmla="*/ 255723 h 343846"/>
                <a:gd name="connsiteX17" fmla="*/ 261932 w 263950"/>
                <a:gd name="connsiteY17" fmla="*/ 248738 h 343846"/>
                <a:gd name="connsiteX18" fmla="*/ 263330 w 263950"/>
                <a:gd name="connsiteY18" fmla="*/ 229180 h 343846"/>
                <a:gd name="connsiteX19" fmla="*/ 263330 w 263950"/>
                <a:gd name="connsiteY19" fmla="*/ 26615 h 343846"/>
                <a:gd name="connsiteX20" fmla="*/ 222816 w 263950"/>
                <a:gd name="connsiteY20" fmla="*/ 7057 h 343846"/>
                <a:gd name="connsiteX21" fmla="*/ 238183 w 263950"/>
                <a:gd name="connsiteY21" fmla="*/ 247341 h 343846"/>
                <a:gd name="connsiteX22" fmla="*/ 233993 w 263950"/>
                <a:gd name="connsiteY22" fmla="*/ 257120 h 343846"/>
                <a:gd name="connsiteX23" fmla="*/ 233993 w 263950"/>
                <a:gd name="connsiteY23" fmla="*/ 310206 h 343846"/>
                <a:gd name="connsiteX24" fmla="*/ 196274 w 263950"/>
                <a:gd name="connsiteY24" fmla="*/ 313000 h 343846"/>
                <a:gd name="connsiteX25" fmla="*/ 176715 w 263950"/>
                <a:gd name="connsiteY25" fmla="*/ 314397 h 343846"/>
                <a:gd name="connsiteX26" fmla="*/ 129218 w 263950"/>
                <a:gd name="connsiteY26" fmla="*/ 314397 h 343846"/>
                <a:gd name="connsiteX27" fmla="*/ 28633 w 263950"/>
                <a:gd name="connsiteY27" fmla="*/ 314397 h 343846"/>
                <a:gd name="connsiteX28" fmla="*/ 97087 w 263950"/>
                <a:gd name="connsiteY28" fmla="*/ 216607 h 343846"/>
                <a:gd name="connsiteX29" fmla="*/ 104071 w 263950"/>
                <a:gd name="connsiteY29" fmla="*/ 208225 h 343846"/>
                <a:gd name="connsiteX30" fmla="*/ 118041 w 263950"/>
                <a:gd name="connsiteY30" fmla="*/ 194255 h 343846"/>
                <a:gd name="connsiteX31" fmla="*/ 141790 w 263950"/>
                <a:gd name="connsiteY31" fmla="*/ 157933 h 343846"/>
                <a:gd name="connsiteX32" fmla="*/ 147378 w 263950"/>
                <a:gd name="connsiteY32" fmla="*/ 150948 h 343846"/>
                <a:gd name="connsiteX33" fmla="*/ 151570 w 263950"/>
                <a:gd name="connsiteY33" fmla="*/ 142566 h 343846"/>
                <a:gd name="connsiteX34" fmla="*/ 158555 w 263950"/>
                <a:gd name="connsiteY34" fmla="*/ 128596 h 343846"/>
                <a:gd name="connsiteX35" fmla="*/ 164143 w 263950"/>
                <a:gd name="connsiteY35" fmla="*/ 121611 h 343846"/>
                <a:gd name="connsiteX36" fmla="*/ 185097 w 263950"/>
                <a:gd name="connsiteY36" fmla="*/ 95068 h 343846"/>
                <a:gd name="connsiteX37" fmla="*/ 236787 w 263950"/>
                <a:gd name="connsiteY37" fmla="*/ 30806 h 343846"/>
                <a:gd name="connsiteX38" fmla="*/ 235389 w 263950"/>
                <a:gd name="connsiteY38" fmla="*/ 81098 h 343846"/>
                <a:gd name="connsiteX39" fmla="*/ 238183 w 263950"/>
                <a:gd name="connsiteY39" fmla="*/ 247341 h 343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63950" h="343846">
                  <a:moveTo>
                    <a:pt x="222816" y="7057"/>
                  </a:moveTo>
                  <a:cubicBezTo>
                    <a:pt x="199068" y="26615"/>
                    <a:pt x="189289" y="57349"/>
                    <a:pt x="162745" y="81098"/>
                  </a:cubicBezTo>
                  <a:cubicBezTo>
                    <a:pt x="157157" y="90877"/>
                    <a:pt x="152966" y="95068"/>
                    <a:pt x="144584" y="103450"/>
                  </a:cubicBezTo>
                  <a:cubicBezTo>
                    <a:pt x="141790" y="106244"/>
                    <a:pt x="138996" y="110435"/>
                    <a:pt x="133408" y="118817"/>
                  </a:cubicBezTo>
                  <a:lnTo>
                    <a:pt x="129218" y="128596"/>
                  </a:lnTo>
                  <a:lnTo>
                    <a:pt x="119439" y="141169"/>
                  </a:lnTo>
                  <a:cubicBezTo>
                    <a:pt x="111057" y="153742"/>
                    <a:pt x="101277" y="166315"/>
                    <a:pt x="94293" y="180285"/>
                  </a:cubicBezTo>
                  <a:cubicBezTo>
                    <a:pt x="90101" y="184476"/>
                    <a:pt x="85910" y="188667"/>
                    <a:pt x="84514" y="191461"/>
                  </a:cubicBezTo>
                  <a:lnTo>
                    <a:pt x="73338" y="202637"/>
                  </a:lnTo>
                  <a:cubicBezTo>
                    <a:pt x="71940" y="205431"/>
                    <a:pt x="69146" y="209622"/>
                    <a:pt x="69146" y="211019"/>
                  </a:cubicBezTo>
                  <a:cubicBezTo>
                    <a:pt x="60764" y="244547"/>
                    <a:pt x="18855" y="271090"/>
                    <a:pt x="2090" y="307412"/>
                  </a:cubicBezTo>
                  <a:cubicBezTo>
                    <a:pt x="-4894" y="324176"/>
                    <a:pt x="6282" y="342337"/>
                    <a:pt x="25839" y="342337"/>
                  </a:cubicBezTo>
                  <a:cubicBezTo>
                    <a:pt x="60764" y="342337"/>
                    <a:pt x="95689" y="346528"/>
                    <a:pt x="130614" y="340940"/>
                  </a:cubicBezTo>
                  <a:cubicBezTo>
                    <a:pt x="147378" y="343734"/>
                    <a:pt x="165539" y="342337"/>
                    <a:pt x="179509" y="340940"/>
                  </a:cubicBezTo>
                  <a:lnTo>
                    <a:pt x="196274" y="339543"/>
                  </a:lnTo>
                  <a:cubicBezTo>
                    <a:pt x="207450" y="342337"/>
                    <a:pt x="220022" y="342337"/>
                    <a:pt x="229801" y="338146"/>
                  </a:cubicBezTo>
                  <a:cubicBezTo>
                    <a:pt x="270314" y="338146"/>
                    <a:pt x="263330" y="283663"/>
                    <a:pt x="260535" y="255723"/>
                  </a:cubicBezTo>
                  <a:lnTo>
                    <a:pt x="261932" y="248738"/>
                  </a:lnTo>
                  <a:cubicBezTo>
                    <a:pt x="263330" y="243150"/>
                    <a:pt x="263330" y="237562"/>
                    <a:pt x="263330" y="229180"/>
                  </a:cubicBezTo>
                  <a:cubicBezTo>
                    <a:pt x="264726" y="162124"/>
                    <a:pt x="263330" y="93671"/>
                    <a:pt x="263330" y="26615"/>
                  </a:cubicBezTo>
                  <a:cubicBezTo>
                    <a:pt x="263330" y="2866"/>
                    <a:pt x="240977" y="-8310"/>
                    <a:pt x="222816" y="7057"/>
                  </a:cubicBezTo>
                  <a:close/>
                  <a:moveTo>
                    <a:pt x="238183" y="247341"/>
                  </a:moveTo>
                  <a:lnTo>
                    <a:pt x="233993" y="257120"/>
                  </a:lnTo>
                  <a:cubicBezTo>
                    <a:pt x="235389" y="271090"/>
                    <a:pt x="238183" y="297633"/>
                    <a:pt x="233993" y="310206"/>
                  </a:cubicBezTo>
                  <a:cubicBezTo>
                    <a:pt x="224214" y="314397"/>
                    <a:pt x="208846" y="314397"/>
                    <a:pt x="196274" y="313000"/>
                  </a:cubicBezTo>
                  <a:lnTo>
                    <a:pt x="176715" y="314397"/>
                  </a:lnTo>
                  <a:cubicBezTo>
                    <a:pt x="164143" y="315794"/>
                    <a:pt x="147378" y="315794"/>
                    <a:pt x="129218" y="314397"/>
                  </a:cubicBezTo>
                  <a:cubicBezTo>
                    <a:pt x="95689" y="318588"/>
                    <a:pt x="62162" y="315794"/>
                    <a:pt x="28633" y="314397"/>
                  </a:cubicBezTo>
                  <a:cubicBezTo>
                    <a:pt x="46795" y="276678"/>
                    <a:pt x="84514" y="262708"/>
                    <a:pt x="97087" y="216607"/>
                  </a:cubicBezTo>
                  <a:lnTo>
                    <a:pt x="104071" y="208225"/>
                  </a:lnTo>
                  <a:lnTo>
                    <a:pt x="118041" y="194255"/>
                  </a:lnTo>
                  <a:cubicBezTo>
                    <a:pt x="123630" y="181682"/>
                    <a:pt x="133408" y="169109"/>
                    <a:pt x="141790" y="157933"/>
                  </a:cubicBezTo>
                  <a:lnTo>
                    <a:pt x="147378" y="150948"/>
                  </a:lnTo>
                  <a:lnTo>
                    <a:pt x="151570" y="142566"/>
                  </a:lnTo>
                  <a:cubicBezTo>
                    <a:pt x="155760" y="138375"/>
                    <a:pt x="157157" y="135581"/>
                    <a:pt x="158555" y="128596"/>
                  </a:cubicBezTo>
                  <a:cubicBezTo>
                    <a:pt x="159951" y="125802"/>
                    <a:pt x="162745" y="124405"/>
                    <a:pt x="164143" y="121611"/>
                  </a:cubicBezTo>
                  <a:cubicBezTo>
                    <a:pt x="172525" y="113229"/>
                    <a:pt x="179509" y="106244"/>
                    <a:pt x="185097" y="95068"/>
                  </a:cubicBezTo>
                  <a:cubicBezTo>
                    <a:pt x="206052" y="76907"/>
                    <a:pt x="215832" y="48967"/>
                    <a:pt x="236787" y="30806"/>
                  </a:cubicBezTo>
                  <a:cubicBezTo>
                    <a:pt x="236787" y="44776"/>
                    <a:pt x="236787" y="62937"/>
                    <a:pt x="235389" y="81098"/>
                  </a:cubicBezTo>
                  <a:cubicBezTo>
                    <a:pt x="233993" y="135581"/>
                    <a:pt x="240977" y="191461"/>
                    <a:pt x="238183" y="247341"/>
                  </a:cubicBez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8" name="Titel 1">
            <a:extLst>
              <a:ext uri="{FF2B5EF4-FFF2-40B4-BE49-F238E27FC236}">
                <a16:creationId xmlns:a16="http://schemas.microsoft.com/office/drawing/2014/main" id="{EF9AE0FD-A8D8-4E34-A2F0-28920D54CE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325" y="2789934"/>
            <a:ext cx="10440985" cy="1558119"/>
          </a:xfrm>
        </p:spPr>
        <p:txBody>
          <a:bodyPr vert="horz"/>
          <a:lstStyle/>
          <a:p>
            <a:r>
              <a:rPr lang="de-DE" dirty="0"/>
              <a:t>Hello World in verschiedenen Programmiersprachen</a:t>
            </a:r>
            <a:br>
              <a:rPr lang="de-DE" dirty="0"/>
            </a:br>
            <a:r>
              <a:rPr lang="de-DE" dirty="0">
                <a:solidFill>
                  <a:schemeClr val="accent2"/>
                </a:solidFill>
              </a:rPr>
              <a:t>Direkt für Dich.</a:t>
            </a:r>
          </a:p>
        </p:txBody>
      </p:sp>
    </p:spTree>
    <p:extLst>
      <p:ext uri="{BB962C8B-B14F-4D97-AF65-F5344CB8AC3E}">
        <p14:creationId xmlns:p14="http://schemas.microsoft.com/office/powerpoint/2010/main" val="1577106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4575EE-7EF3-412F-BE2B-4BEC369C5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PowerShell 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EBB51BEB-5E40-6CA6-4F57-09404AD06CD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ts val="1875"/>
              </a:lnSpc>
              <a:buNone/>
            </a:pPr>
            <a:r>
              <a:rPr lang="en-US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  <a:ea typeface="Noto Sans Mono" panose="020B0509040504020204" pitchFamily="50" charset="0"/>
                <a:cs typeface="Noto Sans Mono" panose="020B0509040504020204" pitchFamily="50" charset="0"/>
              </a:rPr>
              <a:t># -------------------------------------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  <a:ea typeface="Noto Sans Mono" panose="020B0509040504020204" pitchFamily="50" charset="0"/>
              <a:cs typeface="Noto Sans Mono" panose="020B0509040504020204" pitchFamily="50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  <a:ea typeface="Noto Sans Mono" panose="020B0509040504020204" pitchFamily="50" charset="0"/>
                <a:cs typeface="Noto Sans Mono" panose="020B0509040504020204" pitchFamily="50" charset="0"/>
              </a:rPr>
              <a:t># 2. Hello World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  <a:ea typeface="Noto Sans Mono" panose="020B0509040504020204" pitchFamily="50" charset="0"/>
              <a:cs typeface="Noto Sans Mono" panose="020B0509040504020204" pitchFamily="50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  <a:ea typeface="Noto Sans Mono" panose="020B0509040504020204" pitchFamily="50" charset="0"/>
                <a:cs typeface="Noto Sans Mono" panose="020B0509040504020204" pitchFamily="50" charset="0"/>
              </a:rPr>
              <a:t># -------------------------------------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  <a:ea typeface="Noto Sans Mono" panose="020B0509040504020204" pitchFamily="50" charset="0"/>
              <a:cs typeface="Noto Sans Mono" panose="020B0509040504020204" pitchFamily="50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Noto Sans Mono" panose="020B0509040504020204" pitchFamily="50" charset="0"/>
                <a:cs typeface="Noto Sans Mono" panose="020B0509040504020204" pitchFamily="50" charset="0"/>
              </a:rPr>
              <a:t>Write-Host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Noto Sans Mono" panose="020B0509040504020204" pitchFamily="50" charset="0"/>
                <a:cs typeface="Noto Sans Mono" panose="020B0509040504020204" pitchFamily="50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Noto Sans Mono" panose="020B0509040504020204" pitchFamily="50" charset="0"/>
                <a:cs typeface="Noto Sans Mono" panose="020B0509040504020204" pitchFamily="50" charset="0"/>
              </a:rPr>
              <a:t>"</a:t>
            </a:r>
            <a:r>
              <a:rPr lang="en-US" b="0" dirty="0">
                <a:solidFill>
                  <a:srgbClr val="8B0000"/>
                </a:solidFill>
                <a:effectLst/>
                <a:latin typeface="Consolas" panose="020B0609020204030204" pitchFamily="49" charset="0"/>
                <a:ea typeface="Noto Sans Mono" panose="020B0509040504020204" pitchFamily="50" charset="0"/>
                <a:cs typeface="Noto Sans Mono" panose="020B0509040504020204" pitchFamily="50" charset="0"/>
              </a:rPr>
              <a:t>Hello World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Noto Sans Mono" panose="020B0509040504020204" pitchFamily="50" charset="0"/>
                <a:cs typeface="Noto Sans Mono" panose="020B0509040504020204" pitchFamily="50" charset="0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1845832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570FC7-D5E0-4EE9-B452-30462BC6E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GO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B3A9EE3-4EB7-41DC-AF2A-820ADCF43B0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ts val="1875"/>
              </a:lnSpc>
              <a:buNone/>
            </a:pPr>
            <a:r>
              <a:rPr lang="en-US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// -------------------------------------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// 2. Hello World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// -------------------------------------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Hello World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")</a:t>
            </a:r>
            <a:endParaRPr lang="de-DE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623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FC2787-5417-4F6A-BA23-CE40E48AB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Shell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0331225-4E6E-2AB5-C89D-5027AD0AF50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ts val="1875"/>
              </a:lnSpc>
              <a:buNone/>
            </a:pPr>
            <a:r>
              <a:rPr lang="en-US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-------------------------------------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2. Hello World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-------------------------------------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Hello World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endParaRPr lang="de-DE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0969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afik 3">
            <a:extLst>
              <a:ext uri="{FF2B5EF4-FFF2-40B4-BE49-F238E27FC236}">
                <a16:creationId xmlns:a16="http://schemas.microsoft.com/office/drawing/2014/main" id="{BACEC2C3-D967-462B-8F77-9E1268564533}"/>
              </a:ext>
            </a:extLst>
          </p:cNvPr>
          <p:cNvGrpSpPr/>
          <p:nvPr/>
        </p:nvGrpSpPr>
        <p:grpSpPr>
          <a:xfrm>
            <a:off x="610558" y="1478546"/>
            <a:ext cx="1073677" cy="1007434"/>
            <a:chOff x="8493993" y="2332024"/>
            <a:chExt cx="1073677" cy="1007434"/>
          </a:xfrm>
        </p:grpSpPr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7286353C-F0AE-4E73-9A42-C72F5CF1D165}"/>
                </a:ext>
              </a:extLst>
            </p:cNvPr>
            <p:cNvSpPr/>
            <p:nvPr/>
          </p:nvSpPr>
          <p:spPr>
            <a:xfrm>
              <a:off x="9359518" y="3122040"/>
              <a:ext cx="180213" cy="176022"/>
            </a:xfrm>
            <a:custGeom>
              <a:avLst/>
              <a:gdLst>
                <a:gd name="connsiteX0" fmla="*/ 176023 w 180213"/>
                <a:gd name="connsiteY0" fmla="*/ 8382 h 176022"/>
                <a:gd name="connsiteX1" fmla="*/ 65660 w 180213"/>
                <a:gd name="connsiteY1" fmla="*/ 1397 h 176022"/>
                <a:gd name="connsiteX2" fmla="*/ 18162 w 180213"/>
                <a:gd name="connsiteY2" fmla="*/ 0 h 176022"/>
                <a:gd name="connsiteX3" fmla="*/ 4191 w 180213"/>
                <a:gd name="connsiteY3" fmla="*/ 0 h 176022"/>
                <a:gd name="connsiteX4" fmla="*/ 0 w 180213"/>
                <a:gd name="connsiteY4" fmla="*/ 18161 h 176022"/>
                <a:gd name="connsiteX5" fmla="*/ 0 w 180213"/>
                <a:gd name="connsiteY5" fmla="*/ 30734 h 176022"/>
                <a:gd name="connsiteX6" fmla="*/ 8382 w 180213"/>
                <a:gd name="connsiteY6" fmla="*/ 157861 h 176022"/>
                <a:gd name="connsiteX7" fmla="*/ 11176 w 180213"/>
                <a:gd name="connsiteY7" fmla="*/ 174625 h 176022"/>
                <a:gd name="connsiteX8" fmla="*/ 44704 w 180213"/>
                <a:gd name="connsiteY8" fmla="*/ 169037 h 176022"/>
                <a:gd name="connsiteX9" fmla="*/ 107569 w 180213"/>
                <a:gd name="connsiteY9" fmla="*/ 170434 h 176022"/>
                <a:gd name="connsiteX10" fmla="*/ 114554 w 180213"/>
                <a:gd name="connsiteY10" fmla="*/ 171831 h 176022"/>
                <a:gd name="connsiteX11" fmla="*/ 138303 w 180213"/>
                <a:gd name="connsiteY11" fmla="*/ 171831 h 176022"/>
                <a:gd name="connsiteX12" fmla="*/ 155067 w 180213"/>
                <a:gd name="connsiteY12" fmla="*/ 174625 h 176022"/>
                <a:gd name="connsiteX13" fmla="*/ 170435 w 180213"/>
                <a:gd name="connsiteY13" fmla="*/ 176022 h 176022"/>
                <a:gd name="connsiteX14" fmla="*/ 180213 w 180213"/>
                <a:gd name="connsiteY14" fmla="*/ 174625 h 176022"/>
                <a:gd name="connsiteX15" fmla="*/ 180213 w 180213"/>
                <a:gd name="connsiteY15" fmla="*/ 169037 h 176022"/>
                <a:gd name="connsiteX16" fmla="*/ 176023 w 180213"/>
                <a:gd name="connsiteY16" fmla="*/ 8382 h 176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0213" h="176022">
                  <a:moveTo>
                    <a:pt x="176023" y="8382"/>
                  </a:moveTo>
                  <a:cubicBezTo>
                    <a:pt x="163450" y="2794"/>
                    <a:pt x="75438" y="2794"/>
                    <a:pt x="65660" y="1397"/>
                  </a:cubicBezTo>
                  <a:lnTo>
                    <a:pt x="18162" y="0"/>
                  </a:lnTo>
                  <a:lnTo>
                    <a:pt x="4191" y="0"/>
                  </a:lnTo>
                  <a:cubicBezTo>
                    <a:pt x="2794" y="5588"/>
                    <a:pt x="1398" y="12573"/>
                    <a:pt x="0" y="18161"/>
                  </a:cubicBezTo>
                  <a:lnTo>
                    <a:pt x="0" y="30734"/>
                  </a:lnTo>
                  <a:cubicBezTo>
                    <a:pt x="0" y="30734"/>
                    <a:pt x="6986" y="149479"/>
                    <a:pt x="8382" y="157861"/>
                  </a:cubicBezTo>
                  <a:cubicBezTo>
                    <a:pt x="9779" y="163449"/>
                    <a:pt x="9779" y="169037"/>
                    <a:pt x="11176" y="174625"/>
                  </a:cubicBezTo>
                  <a:cubicBezTo>
                    <a:pt x="19558" y="173228"/>
                    <a:pt x="32131" y="171831"/>
                    <a:pt x="44704" y="169037"/>
                  </a:cubicBezTo>
                  <a:cubicBezTo>
                    <a:pt x="62865" y="167640"/>
                    <a:pt x="82424" y="167640"/>
                    <a:pt x="107569" y="170434"/>
                  </a:cubicBezTo>
                  <a:lnTo>
                    <a:pt x="114554" y="171831"/>
                  </a:lnTo>
                  <a:lnTo>
                    <a:pt x="138303" y="171831"/>
                  </a:lnTo>
                  <a:lnTo>
                    <a:pt x="155067" y="174625"/>
                  </a:lnTo>
                  <a:cubicBezTo>
                    <a:pt x="160655" y="176022"/>
                    <a:pt x="164847" y="176022"/>
                    <a:pt x="170435" y="176022"/>
                  </a:cubicBezTo>
                  <a:cubicBezTo>
                    <a:pt x="174625" y="176022"/>
                    <a:pt x="177419" y="176022"/>
                    <a:pt x="180213" y="174625"/>
                  </a:cubicBezTo>
                  <a:lnTo>
                    <a:pt x="180213" y="169037"/>
                  </a:lnTo>
                  <a:cubicBezTo>
                    <a:pt x="171831" y="121539"/>
                    <a:pt x="173228" y="60071"/>
                    <a:pt x="176023" y="8382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A5332049-B8D1-4B9F-B934-618A17136C77}"/>
                </a:ext>
              </a:extLst>
            </p:cNvPr>
            <p:cNvSpPr/>
            <p:nvPr/>
          </p:nvSpPr>
          <p:spPr>
            <a:xfrm>
              <a:off x="8524113" y="2359278"/>
              <a:ext cx="685927" cy="954579"/>
            </a:xfrm>
            <a:custGeom>
              <a:avLst/>
              <a:gdLst>
                <a:gd name="connsiteX0" fmla="*/ 680339 w 685927"/>
                <a:gd name="connsiteY0" fmla="*/ 585343 h 954579"/>
                <a:gd name="connsiteX1" fmla="*/ 674751 w 685927"/>
                <a:gd name="connsiteY1" fmla="*/ 565785 h 954579"/>
                <a:gd name="connsiteX2" fmla="*/ 632841 w 685927"/>
                <a:gd name="connsiteY2" fmla="*/ 424688 h 954579"/>
                <a:gd name="connsiteX3" fmla="*/ 628650 w 685927"/>
                <a:gd name="connsiteY3" fmla="*/ 417703 h 954579"/>
                <a:gd name="connsiteX4" fmla="*/ 621665 w 685927"/>
                <a:gd name="connsiteY4" fmla="*/ 409321 h 954579"/>
                <a:gd name="connsiteX5" fmla="*/ 613283 w 685927"/>
                <a:gd name="connsiteY5" fmla="*/ 400939 h 954579"/>
                <a:gd name="connsiteX6" fmla="*/ 604901 w 685927"/>
                <a:gd name="connsiteY6" fmla="*/ 395351 h 954579"/>
                <a:gd name="connsiteX7" fmla="*/ 595122 w 685927"/>
                <a:gd name="connsiteY7" fmla="*/ 385572 h 954579"/>
                <a:gd name="connsiteX8" fmla="*/ 583946 w 685927"/>
                <a:gd name="connsiteY8" fmla="*/ 377190 h 954579"/>
                <a:gd name="connsiteX9" fmla="*/ 574167 w 685927"/>
                <a:gd name="connsiteY9" fmla="*/ 368808 h 954579"/>
                <a:gd name="connsiteX10" fmla="*/ 568579 w 685927"/>
                <a:gd name="connsiteY10" fmla="*/ 364617 h 954579"/>
                <a:gd name="connsiteX11" fmla="*/ 557403 w 685927"/>
                <a:gd name="connsiteY11" fmla="*/ 354838 h 954579"/>
                <a:gd name="connsiteX12" fmla="*/ 389763 w 685927"/>
                <a:gd name="connsiteY12" fmla="*/ 307340 h 954579"/>
                <a:gd name="connsiteX13" fmla="*/ 359029 w 685927"/>
                <a:gd name="connsiteY13" fmla="*/ 308737 h 954579"/>
                <a:gd name="connsiteX14" fmla="*/ 346456 w 685927"/>
                <a:gd name="connsiteY14" fmla="*/ 312928 h 954579"/>
                <a:gd name="connsiteX15" fmla="*/ 324104 w 685927"/>
                <a:gd name="connsiteY15" fmla="*/ 319913 h 954579"/>
                <a:gd name="connsiteX16" fmla="*/ 312928 w 685927"/>
                <a:gd name="connsiteY16" fmla="*/ 322707 h 954579"/>
                <a:gd name="connsiteX17" fmla="*/ 241681 w 685927"/>
                <a:gd name="connsiteY17" fmla="*/ 354838 h 954579"/>
                <a:gd name="connsiteX18" fmla="*/ 206756 w 685927"/>
                <a:gd name="connsiteY18" fmla="*/ 325501 h 954579"/>
                <a:gd name="connsiteX19" fmla="*/ 238887 w 685927"/>
                <a:gd name="connsiteY19" fmla="*/ 170434 h 954579"/>
                <a:gd name="connsiteX20" fmla="*/ 240284 w 685927"/>
                <a:gd name="connsiteY20" fmla="*/ 152273 h 954579"/>
                <a:gd name="connsiteX21" fmla="*/ 271018 w 685927"/>
                <a:gd name="connsiteY21" fmla="*/ 129921 h 954579"/>
                <a:gd name="connsiteX22" fmla="*/ 284988 w 685927"/>
                <a:gd name="connsiteY22" fmla="*/ 128524 h 954579"/>
                <a:gd name="connsiteX23" fmla="*/ 294767 w 685927"/>
                <a:gd name="connsiteY23" fmla="*/ 127127 h 954579"/>
                <a:gd name="connsiteX24" fmla="*/ 305943 w 685927"/>
                <a:gd name="connsiteY24" fmla="*/ 125730 h 954579"/>
                <a:gd name="connsiteX25" fmla="*/ 463804 w 685927"/>
                <a:gd name="connsiteY25" fmla="*/ 124333 h 954579"/>
                <a:gd name="connsiteX26" fmla="*/ 606298 w 685927"/>
                <a:gd name="connsiteY26" fmla="*/ 128524 h 954579"/>
                <a:gd name="connsiteX27" fmla="*/ 634238 w 685927"/>
                <a:gd name="connsiteY27" fmla="*/ 128524 h 954579"/>
                <a:gd name="connsiteX28" fmla="*/ 632841 w 685927"/>
                <a:gd name="connsiteY28" fmla="*/ 110363 h 954579"/>
                <a:gd name="connsiteX29" fmla="*/ 628650 w 685927"/>
                <a:gd name="connsiteY29" fmla="*/ 92202 h 954579"/>
                <a:gd name="connsiteX30" fmla="*/ 625856 w 685927"/>
                <a:gd name="connsiteY30" fmla="*/ 69850 h 954579"/>
                <a:gd name="connsiteX31" fmla="*/ 623062 w 685927"/>
                <a:gd name="connsiteY31" fmla="*/ 64262 h 954579"/>
                <a:gd name="connsiteX32" fmla="*/ 624459 w 685927"/>
                <a:gd name="connsiteY32" fmla="*/ 33528 h 954579"/>
                <a:gd name="connsiteX33" fmla="*/ 624459 w 685927"/>
                <a:gd name="connsiteY33" fmla="*/ 23749 h 954579"/>
                <a:gd name="connsiteX34" fmla="*/ 623062 w 685927"/>
                <a:gd name="connsiteY34" fmla="*/ 12573 h 954579"/>
                <a:gd name="connsiteX35" fmla="*/ 624459 w 685927"/>
                <a:gd name="connsiteY35" fmla="*/ 2794 h 954579"/>
                <a:gd name="connsiteX36" fmla="*/ 606298 w 685927"/>
                <a:gd name="connsiteY36" fmla="*/ 0 h 954579"/>
                <a:gd name="connsiteX37" fmla="*/ 597916 w 685927"/>
                <a:gd name="connsiteY37" fmla="*/ 0 h 954579"/>
                <a:gd name="connsiteX38" fmla="*/ 410718 w 685927"/>
                <a:gd name="connsiteY38" fmla="*/ 5588 h 954579"/>
                <a:gd name="connsiteX39" fmla="*/ 378587 w 685927"/>
                <a:gd name="connsiteY39" fmla="*/ 2794 h 954579"/>
                <a:gd name="connsiteX40" fmla="*/ 131318 w 685927"/>
                <a:gd name="connsiteY40" fmla="*/ 0 h 954579"/>
                <a:gd name="connsiteX41" fmla="*/ 113157 w 685927"/>
                <a:gd name="connsiteY41" fmla="*/ 132715 h 954579"/>
                <a:gd name="connsiteX42" fmla="*/ 100584 w 685927"/>
                <a:gd name="connsiteY42" fmla="*/ 201168 h 954579"/>
                <a:gd name="connsiteX43" fmla="*/ 100584 w 685927"/>
                <a:gd name="connsiteY43" fmla="*/ 210947 h 954579"/>
                <a:gd name="connsiteX44" fmla="*/ 99187 w 685927"/>
                <a:gd name="connsiteY44" fmla="*/ 219329 h 954579"/>
                <a:gd name="connsiteX45" fmla="*/ 46101 w 685927"/>
                <a:gd name="connsiteY45" fmla="*/ 441452 h 954579"/>
                <a:gd name="connsiteX46" fmla="*/ 32131 w 685927"/>
                <a:gd name="connsiteY46" fmla="*/ 484759 h 954579"/>
                <a:gd name="connsiteX47" fmla="*/ 29337 w 685927"/>
                <a:gd name="connsiteY47" fmla="*/ 495935 h 954579"/>
                <a:gd name="connsiteX48" fmla="*/ 183007 w 685927"/>
                <a:gd name="connsiteY48" fmla="*/ 500126 h 954579"/>
                <a:gd name="connsiteX49" fmla="*/ 205359 w 685927"/>
                <a:gd name="connsiteY49" fmla="*/ 477774 h 954579"/>
                <a:gd name="connsiteX50" fmla="*/ 213741 w 685927"/>
                <a:gd name="connsiteY50" fmla="*/ 470789 h 954579"/>
                <a:gd name="connsiteX51" fmla="*/ 243078 w 685927"/>
                <a:gd name="connsiteY51" fmla="*/ 454025 h 954579"/>
                <a:gd name="connsiteX52" fmla="*/ 319913 w 685927"/>
                <a:gd name="connsiteY52" fmla="*/ 423291 h 954579"/>
                <a:gd name="connsiteX53" fmla="*/ 331089 w 685927"/>
                <a:gd name="connsiteY53" fmla="*/ 420497 h 954579"/>
                <a:gd name="connsiteX54" fmla="*/ 382778 w 685927"/>
                <a:gd name="connsiteY54" fmla="*/ 423291 h 954579"/>
                <a:gd name="connsiteX55" fmla="*/ 481965 w 685927"/>
                <a:gd name="connsiteY55" fmla="*/ 488950 h 954579"/>
                <a:gd name="connsiteX56" fmla="*/ 508508 w 685927"/>
                <a:gd name="connsiteY56" fmla="*/ 550418 h 954579"/>
                <a:gd name="connsiteX57" fmla="*/ 512699 w 685927"/>
                <a:gd name="connsiteY57" fmla="*/ 574167 h 954579"/>
                <a:gd name="connsiteX58" fmla="*/ 518287 w 685927"/>
                <a:gd name="connsiteY58" fmla="*/ 606298 h 954579"/>
                <a:gd name="connsiteX59" fmla="*/ 518287 w 685927"/>
                <a:gd name="connsiteY59" fmla="*/ 634238 h 954579"/>
                <a:gd name="connsiteX60" fmla="*/ 396748 w 685927"/>
                <a:gd name="connsiteY60" fmla="*/ 806069 h 954579"/>
                <a:gd name="connsiteX61" fmla="*/ 378587 w 685927"/>
                <a:gd name="connsiteY61" fmla="*/ 808863 h 954579"/>
                <a:gd name="connsiteX62" fmla="*/ 338074 w 685927"/>
                <a:gd name="connsiteY62" fmla="*/ 818642 h 954579"/>
                <a:gd name="connsiteX63" fmla="*/ 262636 w 685927"/>
                <a:gd name="connsiteY63" fmla="*/ 806069 h 954579"/>
                <a:gd name="connsiteX64" fmla="*/ 254254 w 685927"/>
                <a:gd name="connsiteY64" fmla="*/ 800481 h 954579"/>
                <a:gd name="connsiteX65" fmla="*/ 244475 w 685927"/>
                <a:gd name="connsiteY65" fmla="*/ 799084 h 954579"/>
                <a:gd name="connsiteX66" fmla="*/ 217932 w 685927"/>
                <a:gd name="connsiteY66" fmla="*/ 775335 h 954579"/>
                <a:gd name="connsiteX67" fmla="*/ 208153 w 685927"/>
                <a:gd name="connsiteY67" fmla="*/ 761365 h 954579"/>
                <a:gd name="connsiteX68" fmla="*/ 202565 w 685927"/>
                <a:gd name="connsiteY68" fmla="*/ 752983 h 954579"/>
                <a:gd name="connsiteX69" fmla="*/ 196977 w 685927"/>
                <a:gd name="connsiteY69" fmla="*/ 744601 h 954579"/>
                <a:gd name="connsiteX70" fmla="*/ 192786 w 685927"/>
                <a:gd name="connsiteY70" fmla="*/ 734822 h 954579"/>
                <a:gd name="connsiteX71" fmla="*/ 188595 w 685927"/>
                <a:gd name="connsiteY71" fmla="*/ 727837 h 954579"/>
                <a:gd name="connsiteX72" fmla="*/ 181610 w 685927"/>
                <a:gd name="connsiteY72" fmla="*/ 715264 h 954579"/>
                <a:gd name="connsiteX73" fmla="*/ 180213 w 685927"/>
                <a:gd name="connsiteY73" fmla="*/ 706882 h 954579"/>
                <a:gd name="connsiteX74" fmla="*/ 170434 w 685927"/>
                <a:gd name="connsiteY74" fmla="*/ 683133 h 954579"/>
                <a:gd name="connsiteX75" fmla="*/ 157861 w 685927"/>
                <a:gd name="connsiteY75" fmla="*/ 681736 h 954579"/>
                <a:gd name="connsiteX76" fmla="*/ 27940 w 685927"/>
                <a:gd name="connsiteY76" fmla="*/ 688721 h 954579"/>
                <a:gd name="connsiteX77" fmla="*/ 0 w 685927"/>
                <a:gd name="connsiteY77" fmla="*/ 687324 h 954579"/>
                <a:gd name="connsiteX78" fmla="*/ 18161 w 685927"/>
                <a:gd name="connsiteY78" fmla="*/ 737616 h 954579"/>
                <a:gd name="connsiteX79" fmla="*/ 22352 w 685927"/>
                <a:gd name="connsiteY79" fmla="*/ 744601 h 954579"/>
                <a:gd name="connsiteX80" fmla="*/ 27940 w 685927"/>
                <a:gd name="connsiteY80" fmla="*/ 766953 h 954579"/>
                <a:gd name="connsiteX81" fmla="*/ 33528 w 685927"/>
                <a:gd name="connsiteY81" fmla="*/ 775335 h 954579"/>
                <a:gd name="connsiteX82" fmla="*/ 177419 w 685927"/>
                <a:gd name="connsiteY82" fmla="*/ 916432 h 954579"/>
                <a:gd name="connsiteX83" fmla="*/ 199771 w 685927"/>
                <a:gd name="connsiteY83" fmla="*/ 929005 h 954579"/>
                <a:gd name="connsiteX84" fmla="*/ 345059 w 685927"/>
                <a:gd name="connsiteY84" fmla="*/ 954151 h 954579"/>
                <a:gd name="connsiteX85" fmla="*/ 354838 w 685927"/>
                <a:gd name="connsiteY85" fmla="*/ 951357 h 954579"/>
                <a:gd name="connsiteX86" fmla="*/ 377190 w 685927"/>
                <a:gd name="connsiteY86" fmla="*/ 948563 h 954579"/>
                <a:gd name="connsiteX87" fmla="*/ 413512 w 685927"/>
                <a:gd name="connsiteY87" fmla="*/ 944372 h 954579"/>
                <a:gd name="connsiteX88" fmla="*/ 481965 w 685927"/>
                <a:gd name="connsiteY88" fmla="*/ 923417 h 954579"/>
                <a:gd name="connsiteX89" fmla="*/ 490347 w 685927"/>
                <a:gd name="connsiteY89" fmla="*/ 922020 h 954579"/>
                <a:gd name="connsiteX90" fmla="*/ 498729 w 685927"/>
                <a:gd name="connsiteY90" fmla="*/ 915035 h 954579"/>
                <a:gd name="connsiteX91" fmla="*/ 526669 w 685927"/>
                <a:gd name="connsiteY91" fmla="*/ 902462 h 954579"/>
                <a:gd name="connsiteX92" fmla="*/ 543433 w 685927"/>
                <a:gd name="connsiteY92" fmla="*/ 892683 h 954579"/>
                <a:gd name="connsiteX93" fmla="*/ 561594 w 685927"/>
                <a:gd name="connsiteY93" fmla="*/ 884301 h 954579"/>
                <a:gd name="connsiteX94" fmla="*/ 572770 w 685927"/>
                <a:gd name="connsiteY94" fmla="*/ 878713 h 954579"/>
                <a:gd name="connsiteX95" fmla="*/ 582549 w 685927"/>
                <a:gd name="connsiteY95" fmla="*/ 868934 h 954579"/>
                <a:gd name="connsiteX96" fmla="*/ 597916 w 685927"/>
                <a:gd name="connsiteY96" fmla="*/ 853567 h 954579"/>
                <a:gd name="connsiteX97" fmla="*/ 604901 w 685927"/>
                <a:gd name="connsiteY97" fmla="*/ 843788 h 954579"/>
                <a:gd name="connsiteX98" fmla="*/ 610489 w 685927"/>
                <a:gd name="connsiteY98" fmla="*/ 838200 h 954579"/>
                <a:gd name="connsiteX99" fmla="*/ 639826 w 685927"/>
                <a:gd name="connsiteY99" fmla="*/ 794893 h 954579"/>
                <a:gd name="connsiteX100" fmla="*/ 645414 w 685927"/>
                <a:gd name="connsiteY100" fmla="*/ 783717 h 954579"/>
                <a:gd name="connsiteX101" fmla="*/ 664972 w 685927"/>
                <a:gd name="connsiteY101" fmla="*/ 737616 h 954579"/>
                <a:gd name="connsiteX102" fmla="*/ 677545 w 685927"/>
                <a:gd name="connsiteY102" fmla="*/ 699897 h 954579"/>
                <a:gd name="connsiteX103" fmla="*/ 681736 w 685927"/>
                <a:gd name="connsiteY103" fmla="*/ 685927 h 954579"/>
                <a:gd name="connsiteX104" fmla="*/ 685927 w 685927"/>
                <a:gd name="connsiteY104" fmla="*/ 652399 h 954579"/>
                <a:gd name="connsiteX105" fmla="*/ 685927 w 685927"/>
                <a:gd name="connsiteY105" fmla="*/ 644017 h 954579"/>
                <a:gd name="connsiteX106" fmla="*/ 684530 w 685927"/>
                <a:gd name="connsiteY106" fmla="*/ 637032 h 954579"/>
                <a:gd name="connsiteX107" fmla="*/ 685927 w 685927"/>
                <a:gd name="connsiteY107" fmla="*/ 627253 h 954579"/>
                <a:gd name="connsiteX108" fmla="*/ 685927 w 685927"/>
                <a:gd name="connsiteY108" fmla="*/ 616077 h 954579"/>
                <a:gd name="connsiteX109" fmla="*/ 681736 w 685927"/>
                <a:gd name="connsiteY109" fmla="*/ 592328 h 954579"/>
                <a:gd name="connsiteX110" fmla="*/ 680339 w 685927"/>
                <a:gd name="connsiteY110" fmla="*/ 585343 h 954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685927" h="954579">
                  <a:moveTo>
                    <a:pt x="680339" y="585343"/>
                  </a:moveTo>
                  <a:cubicBezTo>
                    <a:pt x="678942" y="578358"/>
                    <a:pt x="677545" y="572770"/>
                    <a:pt x="674751" y="565785"/>
                  </a:cubicBezTo>
                  <a:cubicBezTo>
                    <a:pt x="664972" y="515493"/>
                    <a:pt x="652399" y="467995"/>
                    <a:pt x="632841" y="424688"/>
                  </a:cubicBezTo>
                  <a:lnTo>
                    <a:pt x="628650" y="417703"/>
                  </a:lnTo>
                  <a:lnTo>
                    <a:pt x="621665" y="409321"/>
                  </a:lnTo>
                  <a:cubicBezTo>
                    <a:pt x="618871" y="407924"/>
                    <a:pt x="616077" y="403733"/>
                    <a:pt x="613283" y="400939"/>
                  </a:cubicBezTo>
                  <a:lnTo>
                    <a:pt x="604901" y="395351"/>
                  </a:lnTo>
                  <a:cubicBezTo>
                    <a:pt x="602107" y="392557"/>
                    <a:pt x="597916" y="388366"/>
                    <a:pt x="595122" y="385572"/>
                  </a:cubicBezTo>
                  <a:lnTo>
                    <a:pt x="583946" y="377190"/>
                  </a:lnTo>
                  <a:lnTo>
                    <a:pt x="574167" y="368808"/>
                  </a:lnTo>
                  <a:lnTo>
                    <a:pt x="568579" y="364617"/>
                  </a:lnTo>
                  <a:lnTo>
                    <a:pt x="557403" y="354838"/>
                  </a:lnTo>
                  <a:cubicBezTo>
                    <a:pt x="494538" y="324104"/>
                    <a:pt x="461010" y="304546"/>
                    <a:pt x="389763" y="307340"/>
                  </a:cubicBezTo>
                  <a:cubicBezTo>
                    <a:pt x="374396" y="307340"/>
                    <a:pt x="361823" y="308737"/>
                    <a:pt x="359029" y="308737"/>
                  </a:cubicBezTo>
                  <a:lnTo>
                    <a:pt x="346456" y="312928"/>
                  </a:lnTo>
                  <a:cubicBezTo>
                    <a:pt x="338074" y="315722"/>
                    <a:pt x="328295" y="318516"/>
                    <a:pt x="324104" y="319913"/>
                  </a:cubicBezTo>
                  <a:lnTo>
                    <a:pt x="312928" y="322707"/>
                  </a:lnTo>
                  <a:cubicBezTo>
                    <a:pt x="289179" y="329692"/>
                    <a:pt x="264033" y="343662"/>
                    <a:pt x="241681" y="354838"/>
                  </a:cubicBezTo>
                  <a:cubicBezTo>
                    <a:pt x="219329" y="366014"/>
                    <a:pt x="198374" y="347853"/>
                    <a:pt x="206756" y="325501"/>
                  </a:cubicBezTo>
                  <a:cubicBezTo>
                    <a:pt x="223520" y="275209"/>
                    <a:pt x="226314" y="220726"/>
                    <a:pt x="238887" y="170434"/>
                  </a:cubicBezTo>
                  <a:cubicBezTo>
                    <a:pt x="238887" y="166243"/>
                    <a:pt x="238887" y="162052"/>
                    <a:pt x="240284" y="152273"/>
                  </a:cubicBezTo>
                  <a:cubicBezTo>
                    <a:pt x="243078" y="138303"/>
                    <a:pt x="257048" y="127127"/>
                    <a:pt x="271018" y="129921"/>
                  </a:cubicBezTo>
                  <a:cubicBezTo>
                    <a:pt x="275209" y="129921"/>
                    <a:pt x="279400" y="129921"/>
                    <a:pt x="284988" y="128524"/>
                  </a:cubicBezTo>
                  <a:lnTo>
                    <a:pt x="294767" y="127127"/>
                  </a:lnTo>
                  <a:cubicBezTo>
                    <a:pt x="298958" y="125730"/>
                    <a:pt x="301752" y="125730"/>
                    <a:pt x="305943" y="125730"/>
                  </a:cubicBezTo>
                  <a:cubicBezTo>
                    <a:pt x="324104" y="122936"/>
                    <a:pt x="398145" y="122936"/>
                    <a:pt x="463804" y="124333"/>
                  </a:cubicBezTo>
                  <a:cubicBezTo>
                    <a:pt x="536448" y="125730"/>
                    <a:pt x="606298" y="128524"/>
                    <a:pt x="606298" y="128524"/>
                  </a:cubicBezTo>
                  <a:lnTo>
                    <a:pt x="634238" y="128524"/>
                  </a:lnTo>
                  <a:cubicBezTo>
                    <a:pt x="634238" y="121539"/>
                    <a:pt x="632841" y="115951"/>
                    <a:pt x="632841" y="110363"/>
                  </a:cubicBezTo>
                  <a:lnTo>
                    <a:pt x="628650" y="92202"/>
                  </a:lnTo>
                  <a:cubicBezTo>
                    <a:pt x="627253" y="85217"/>
                    <a:pt x="627253" y="78232"/>
                    <a:pt x="625856" y="69850"/>
                  </a:cubicBezTo>
                  <a:lnTo>
                    <a:pt x="623062" y="64262"/>
                  </a:lnTo>
                  <a:cubicBezTo>
                    <a:pt x="623062" y="51689"/>
                    <a:pt x="624459" y="41910"/>
                    <a:pt x="624459" y="33528"/>
                  </a:cubicBezTo>
                  <a:lnTo>
                    <a:pt x="624459" y="23749"/>
                  </a:lnTo>
                  <a:cubicBezTo>
                    <a:pt x="623062" y="18161"/>
                    <a:pt x="623062" y="15367"/>
                    <a:pt x="623062" y="12573"/>
                  </a:cubicBezTo>
                  <a:cubicBezTo>
                    <a:pt x="623062" y="9779"/>
                    <a:pt x="623062" y="6985"/>
                    <a:pt x="624459" y="2794"/>
                  </a:cubicBezTo>
                  <a:cubicBezTo>
                    <a:pt x="618871" y="1397"/>
                    <a:pt x="613283" y="0"/>
                    <a:pt x="606298" y="0"/>
                  </a:cubicBezTo>
                  <a:lnTo>
                    <a:pt x="597916" y="0"/>
                  </a:lnTo>
                  <a:lnTo>
                    <a:pt x="410718" y="5588"/>
                  </a:lnTo>
                  <a:cubicBezTo>
                    <a:pt x="400939" y="5588"/>
                    <a:pt x="389763" y="5588"/>
                    <a:pt x="378587" y="2794"/>
                  </a:cubicBezTo>
                  <a:cubicBezTo>
                    <a:pt x="296164" y="2794"/>
                    <a:pt x="212344" y="4191"/>
                    <a:pt x="131318" y="0"/>
                  </a:cubicBezTo>
                  <a:cubicBezTo>
                    <a:pt x="118745" y="43307"/>
                    <a:pt x="120142" y="89408"/>
                    <a:pt x="113157" y="132715"/>
                  </a:cubicBezTo>
                  <a:cubicBezTo>
                    <a:pt x="110363" y="155067"/>
                    <a:pt x="103378" y="176022"/>
                    <a:pt x="100584" y="201168"/>
                  </a:cubicBezTo>
                  <a:lnTo>
                    <a:pt x="100584" y="210947"/>
                  </a:lnTo>
                  <a:lnTo>
                    <a:pt x="99187" y="219329"/>
                  </a:lnTo>
                  <a:cubicBezTo>
                    <a:pt x="86614" y="287782"/>
                    <a:pt x="67056" y="372999"/>
                    <a:pt x="46101" y="441452"/>
                  </a:cubicBezTo>
                  <a:cubicBezTo>
                    <a:pt x="41910" y="452628"/>
                    <a:pt x="37719" y="469392"/>
                    <a:pt x="32131" y="484759"/>
                  </a:cubicBezTo>
                  <a:lnTo>
                    <a:pt x="29337" y="495935"/>
                  </a:lnTo>
                  <a:cubicBezTo>
                    <a:pt x="64262" y="505714"/>
                    <a:pt x="149479" y="501523"/>
                    <a:pt x="183007" y="500126"/>
                  </a:cubicBezTo>
                  <a:lnTo>
                    <a:pt x="205359" y="477774"/>
                  </a:lnTo>
                  <a:cubicBezTo>
                    <a:pt x="206756" y="474980"/>
                    <a:pt x="209550" y="473583"/>
                    <a:pt x="213741" y="470789"/>
                  </a:cubicBezTo>
                  <a:cubicBezTo>
                    <a:pt x="222123" y="462407"/>
                    <a:pt x="233299" y="459613"/>
                    <a:pt x="243078" y="454025"/>
                  </a:cubicBezTo>
                  <a:cubicBezTo>
                    <a:pt x="261239" y="441452"/>
                    <a:pt x="289179" y="427482"/>
                    <a:pt x="319913" y="423291"/>
                  </a:cubicBezTo>
                  <a:lnTo>
                    <a:pt x="331089" y="420497"/>
                  </a:lnTo>
                  <a:cubicBezTo>
                    <a:pt x="346456" y="419100"/>
                    <a:pt x="367411" y="419100"/>
                    <a:pt x="382778" y="423291"/>
                  </a:cubicBezTo>
                  <a:cubicBezTo>
                    <a:pt x="417703" y="431673"/>
                    <a:pt x="463804" y="463804"/>
                    <a:pt x="481965" y="488950"/>
                  </a:cubicBezTo>
                  <a:cubicBezTo>
                    <a:pt x="495935" y="505714"/>
                    <a:pt x="502920" y="528066"/>
                    <a:pt x="508508" y="550418"/>
                  </a:cubicBezTo>
                  <a:cubicBezTo>
                    <a:pt x="511302" y="557403"/>
                    <a:pt x="511302" y="565785"/>
                    <a:pt x="512699" y="574167"/>
                  </a:cubicBezTo>
                  <a:cubicBezTo>
                    <a:pt x="518287" y="585343"/>
                    <a:pt x="515493" y="595122"/>
                    <a:pt x="518287" y="606298"/>
                  </a:cubicBezTo>
                  <a:lnTo>
                    <a:pt x="518287" y="634238"/>
                  </a:lnTo>
                  <a:cubicBezTo>
                    <a:pt x="504317" y="706882"/>
                    <a:pt x="477774" y="780923"/>
                    <a:pt x="396748" y="806069"/>
                  </a:cubicBezTo>
                  <a:cubicBezTo>
                    <a:pt x="393954" y="807466"/>
                    <a:pt x="386969" y="810260"/>
                    <a:pt x="378587" y="808863"/>
                  </a:cubicBezTo>
                  <a:cubicBezTo>
                    <a:pt x="366014" y="814451"/>
                    <a:pt x="350647" y="817245"/>
                    <a:pt x="338074" y="818642"/>
                  </a:cubicBezTo>
                  <a:cubicBezTo>
                    <a:pt x="305943" y="824230"/>
                    <a:pt x="280797" y="815848"/>
                    <a:pt x="262636" y="806069"/>
                  </a:cubicBezTo>
                  <a:lnTo>
                    <a:pt x="254254" y="800481"/>
                  </a:lnTo>
                  <a:lnTo>
                    <a:pt x="244475" y="799084"/>
                  </a:lnTo>
                  <a:cubicBezTo>
                    <a:pt x="231902" y="792099"/>
                    <a:pt x="223520" y="782320"/>
                    <a:pt x="217932" y="775335"/>
                  </a:cubicBezTo>
                  <a:lnTo>
                    <a:pt x="208153" y="761365"/>
                  </a:lnTo>
                  <a:cubicBezTo>
                    <a:pt x="206756" y="758571"/>
                    <a:pt x="203962" y="755777"/>
                    <a:pt x="202565" y="752983"/>
                  </a:cubicBezTo>
                  <a:lnTo>
                    <a:pt x="196977" y="744601"/>
                  </a:lnTo>
                  <a:cubicBezTo>
                    <a:pt x="195580" y="741807"/>
                    <a:pt x="194183" y="737616"/>
                    <a:pt x="192786" y="734822"/>
                  </a:cubicBezTo>
                  <a:lnTo>
                    <a:pt x="188595" y="727837"/>
                  </a:lnTo>
                  <a:lnTo>
                    <a:pt x="181610" y="715264"/>
                  </a:lnTo>
                  <a:cubicBezTo>
                    <a:pt x="181610" y="713867"/>
                    <a:pt x="180213" y="709676"/>
                    <a:pt x="180213" y="706882"/>
                  </a:cubicBezTo>
                  <a:cubicBezTo>
                    <a:pt x="174625" y="699897"/>
                    <a:pt x="171831" y="691515"/>
                    <a:pt x="170434" y="683133"/>
                  </a:cubicBezTo>
                  <a:cubicBezTo>
                    <a:pt x="163449" y="683133"/>
                    <a:pt x="159258" y="683133"/>
                    <a:pt x="157861" y="681736"/>
                  </a:cubicBezTo>
                  <a:lnTo>
                    <a:pt x="27940" y="688721"/>
                  </a:lnTo>
                  <a:cubicBezTo>
                    <a:pt x="15367" y="690118"/>
                    <a:pt x="6985" y="688721"/>
                    <a:pt x="0" y="687324"/>
                  </a:cubicBezTo>
                  <a:cubicBezTo>
                    <a:pt x="5588" y="704088"/>
                    <a:pt x="12573" y="720852"/>
                    <a:pt x="18161" y="737616"/>
                  </a:cubicBezTo>
                  <a:lnTo>
                    <a:pt x="22352" y="744601"/>
                  </a:lnTo>
                  <a:cubicBezTo>
                    <a:pt x="26543" y="751586"/>
                    <a:pt x="27940" y="758571"/>
                    <a:pt x="27940" y="766953"/>
                  </a:cubicBezTo>
                  <a:lnTo>
                    <a:pt x="33528" y="775335"/>
                  </a:lnTo>
                  <a:cubicBezTo>
                    <a:pt x="68453" y="834009"/>
                    <a:pt x="115951" y="887095"/>
                    <a:pt x="177419" y="916432"/>
                  </a:cubicBezTo>
                  <a:cubicBezTo>
                    <a:pt x="184404" y="920623"/>
                    <a:pt x="191389" y="926211"/>
                    <a:pt x="199771" y="929005"/>
                  </a:cubicBezTo>
                  <a:cubicBezTo>
                    <a:pt x="255651" y="945769"/>
                    <a:pt x="284988" y="956945"/>
                    <a:pt x="345059" y="954151"/>
                  </a:cubicBezTo>
                  <a:lnTo>
                    <a:pt x="354838" y="951357"/>
                  </a:lnTo>
                  <a:lnTo>
                    <a:pt x="377190" y="948563"/>
                  </a:lnTo>
                  <a:cubicBezTo>
                    <a:pt x="392557" y="947166"/>
                    <a:pt x="407924" y="945769"/>
                    <a:pt x="413512" y="944372"/>
                  </a:cubicBezTo>
                  <a:cubicBezTo>
                    <a:pt x="437261" y="942975"/>
                    <a:pt x="458216" y="929005"/>
                    <a:pt x="481965" y="923417"/>
                  </a:cubicBezTo>
                  <a:lnTo>
                    <a:pt x="490347" y="922020"/>
                  </a:lnTo>
                  <a:lnTo>
                    <a:pt x="498729" y="915035"/>
                  </a:lnTo>
                  <a:cubicBezTo>
                    <a:pt x="502920" y="913638"/>
                    <a:pt x="519684" y="905256"/>
                    <a:pt x="526669" y="902462"/>
                  </a:cubicBezTo>
                  <a:cubicBezTo>
                    <a:pt x="530860" y="899668"/>
                    <a:pt x="535051" y="895477"/>
                    <a:pt x="543433" y="892683"/>
                  </a:cubicBezTo>
                  <a:cubicBezTo>
                    <a:pt x="551815" y="889889"/>
                    <a:pt x="556006" y="887095"/>
                    <a:pt x="561594" y="884301"/>
                  </a:cubicBezTo>
                  <a:lnTo>
                    <a:pt x="572770" y="878713"/>
                  </a:lnTo>
                  <a:cubicBezTo>
                    <a:pt x="575564" y="874522"/>
                    <a:pt x="579755" y="870331"/>
                    <a:pt x="582549" y="868934"/>
                  </a:cubicBezTo>
                  <a:lnTo>
                    <a:pt x="597916" y="853567"/>
                  </a:lnTo>
                  <a:cubicBezTo>
                    <a:pt x="599313" y="850773"/>
                    <a:pt x="602107" y="846582"/>
                    <a:pt x="604901" y="843788"/>
                  </a:cubicBezTo>
                  <a:lnTo>
                    <a:pt x="610489" y="838200"/>
                  </a:lnTo>
                  <a:cubicBezTo>
                    <a:pt x="620268" y="824230"/>
                    <a:pt x="630047" y="808863"/>
                    <a:pt x="639826" y="794893"/>
                  </a:cubicBezTo>
                  <a:lnTo>
                    <a:pt x="645414" y="783717"/>
                  </a:lnTo>
                  <a:cubicBezTo>
                    <a:pt x="655193" y="765556"/>
                    <a:pt x="662178" y="751586"/>
                    <a:pt x="664972" y="737616"/>
                  </a:cubicBezTo>
                  <a:lnTo>
                    <a:pt x="677545" y="699897"/>
                  </a:lnTo>
                  <a:lnTo>
                    <a:pt x="681736" y="685927"/>
                  </a:lnTo>
                  <a:cubicBezTo>
                    <a:pt x="681736" y="674751"/>
                    <a:pt x="684530" y="663575"/>
                    <a:pt x="685927" y="652399"/>
                  </a:cubicBezTo>
                  <a:lnTo>
                    <a:pt x="685927" y="644017"/>
                  </a:lnTo>
                  <a:lnTo>
                    <a:pt x="684530" y="637032"/>
                  </a:lnTo>
                  <a:cubicBezTo>
                    <a:pt x="684530" y="634238"/>
                    <a:pt x="684530" y="630047"/>
                    <a:pt x="685927" y="627253"/>
                  </a:cubicBezTo>
                  <a:lnTo>
                    <a:pt x="685927" y="616077"/>
                  </a:lnTo>
                  <a:cubicBezTo>
                    <a:pt x="681736" y="606298"/>
                    <a:pt x="681736" y="599313"/>
                    <a:pt x="681736" y="592328"/>
                  </a:cubicBezTo>
                  <a:lnTo>
                    <a:pt x="680339" y="585343"/>
                  </a:ln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175EECF7-1B28-4092-B49A-A2B61DEDBB09}"/>
                </a:ext>
              </a:extLst>
            </p:cNvPr>
            <p:cNvSpPr/>
            <p:nvPr/>
          </p:nvSpPr>
          <p:spPr>
            <a:xfrm>
              <a:off x="9332976" y="3095497"/>
              <a:ext cx="234695" cy="229108"/>
            </a:xfrm>
            <a:custGeom>
              <a:avLst/>
              <a:gdLst>
                <a:gd name="connsiteX0" fmla="*/ 230505 w 234695"/>
                <a:gd name="connsiteY0" fmla="*/ 29337 h 229108"/>
                <a:gd name="connsiteX1" fmla="*/ 167640 w 234695"/>
                <a:gd name="connsiteY1" fmla="*/ 4191 h 229108"/>
                <a:gd name="connsiteX2" fmla="*/ 93599 w 234695"/>
                <a:gd name="connsiteY2" fmla="*/ 1397 h 229108"/>
                <a:gd name="connsiteX3" fmla="*/ 44704 w 234695"/>
                <a:gd name="connsiteY3" fmla="*/ 0 h 229108"/>
                <a:gd name="connsiteX4" fmla="*/ 20955 w 234695"/>
                <a:gd name="connsiteY4" fmla="*/ 0 h 229108"/>
                <a:gd name="connsiteX5" fmla="*/ 0 w 234695"/>
                <a:gd name="connsiteY5" fmla="*/ 41910 h 229108"/>
                <a:gd name="connsiteX6" fmla="*/ 0 w 234695"/>
                <a:gd name="connsiteY6" fmla="*/ 58674 h 229108"/>
                <a:gd name="connsiteX7" fmla="*/ 11176 w 234695"/>
                <a:gd name="connsiteY7" fmla="*/ 205359 h 229108"/>
                <a:gd name="connsiteX8" fmla="*/ 11176 w 234695"/>
                <a:gd name="connsiteY8" fmla="*/ 210947 h 229108"/>
                <a:gd name="connsiteX9" fmla="*/ 12573 w 234695"/>
                <a:gd name="connsiteY9" fmla="*/ 226314 h 229108"/>
                <a:gd name="connsiteX10" fmla="*/ 22352 w 234695"/>
                <a:gd name="connsiteY10" fmla="*/ 227711 h 229108"/>
                <a:gd name="connsiteX11" fmla="*/ 33528 w 234695"/>
                <a:gd name="connsiteY11" fmla="*/ 227711 h 229108"/>
                <a:gd name="connsiteX12" fmla="*/ 75438 w 234695"/>
                <a:gd name="connsiteY12" fmla="*/ 222123 h 229108"/>
                <a:gd name="connsiteX13" fmla="*/ 129921 w 234695"/>
                <a:gd name="connsiteY13" fmla="*/ 223520 h 229108"/>
                <a:gd name="connsiteX14" fmla="*/ 160655 w 234695"/>
                <a:gd name="connsiteY14" fmla="*/ 224917 h 229108"/>
                <a:gd name="connsiteX15" fmla="*/ 177419 w 234695"/>
                <a:gd name="connsiteY15" fmla="*/ 227711 h 229108"/>
                <a:gd name="connsiteX16" fmla="*/ 196977 w 234695"/>
                <a:gd name="connsiteY16" fmla="*/ 229108 h 229108"/>
                <a:gd name="connsiteX17" fmla="*/ 231902 w 234695"/>
                <a:gd name="connsiteY17" fmla="*/ 206756 h 229108"/>
                <a:gd name="connsiteX18" fmla="*/ 233299 w 234695"/>
                <a:gd name="connsiteY18" fmla="*/ 199771 h 229108"/>
                <a:gd name="connsiteX19" fmla="*/ 234696 w 234695"/>
                <a:gd name="connsiteY19" fmla="*/ 192786 h 229108"/>
                <a:gd name="connsiteX20" fmla="*/ 230505 w 234695"/>
                <a:gd name="connsiteY20" fmla="*/ 29337 h 229108"/>
                <a:gd name="connsiteX21" fmla="*/ 206756 w 234695"/>
                <a:gd name="connsiteY21" fmla="*/ 201168 h 229108"/>
                <a:gd name="connsiteX22" fmla="*/ 196977 w 234695"/>
                <a:gd name="connsiteY22" fmla="*/ 202565 h 229108"/>
                <a:gd name="connsiteX23" fmla="*/ 181610 w 234695"/>
                <a:gd name="connsiteY23" fmla="*/ 201168 h 229108"/>
                <a:gd name="connsiteX24" fmla="*/ 164846 w 234695"/>
                <a:gd name="connsiteY24" fmla="*/ 198374 h 229108"/>
                <a:gd name="connsiteX25" fmla="*/ 141097 w 234695"/>
                <a:gd name="connsiteY25" fmla="*/ 198374 h 229108"/>
                <a:gd name="connsiteX26" fmla="*/ 134112 w 234695"/>
                <a:gd name="connsiteY26" fmla="*/ 196977 h 229108"/>
                <a:gd name="connsiteX27" fmla="*/ 71247 w 234695"/>
                <a:gd name="connsiteY27" fmla="*/ 195580 h 229108"/>
                <a:gd name="connsiteX28" fmla="*/ 37719 w 234695"/>
                <a:gd name="connsiteY28" fmla="*/ 201168 h 229108"/>
                <a:gd name="connsiteX29" fmla="*/ 34925 w 234695"/>
                <a:gd name="connsiteY29" fmla="*/ 184404 h 229108"/>
                <a:gd name="connsiteX30" fmla="*/ 26543 w 234695"/>
                <a:gd name="connsiteY30" fmla="*/ 57277 h 229108"/>
                <a:gd name="connsiteX31" fmla="*/ 26543 w 234695"/>
                <a:gd name="connsiteY31" fmla="*/ 44704 h 229108"/>
                <a:gd name="connsiteX32" fmla="*/ 30734 w 234695"/>
                <a:gd name="connsiteY32" fmla="*/ 26543 h 229108"/>
                <a:gd name="connsiteX33" fmla="*/ 44704 w 234695"/>
                <a:gd name="connsiteY33" fmla="*/ 26543 h 229108"/>
                <a:gd name="connsiteX34" fmla="*/ 92202 w 234695"/>
                <a:gd name="connsiteY34" fmla="*/ 27940 h 229108"/>
                <a:gd name="connsiteX35" fmla="*/ 202565 w 234695"/>
                <a:gd name="connsiteY35" fmla="*/ 34925 h 229108"/>
                <a:gd name="connsiteX36" fmla="*/ 206756 w 234695"/>
                <a:gd name="connsiteY36" fmla="*/ 195580 h 229108"/>
                <a:gd name="connsiteX37" fmla="*/ 206756 w 234695"/>
                <a:gd name="connsiteY37" fmla="*/ 201168 h 229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4695" h="229108">
                  <a:moveTo>
                    <a:pt x="230505" y="29337"/>
                  </a:moveTo>
                  <a:cubicBezTo>
                    <a:pt x="231902" y="5588"/>
                    <a:pt x="180213" y="4191"/>
                    <a:pt x="167640" y="4191"/>
                  </a:cubicBezTo>
                  <a:cubicBezTo>
                    <a:pt x="162052" y="4191"/>
                    <a:pt x="127127" y="2794"/>
                    <a:pt x="93599" y="1397"/>
                  </a:cubicBezTo>
                  <a:lnTo>
                    <a:pt x="44704" y="0"/>
                  </a:lnTo>
                  <a:lnTo>
                    <a:pt x="20955" y="0"/>
                  </a:lnTo>
                  <a:cubicBezTo>
                    <a:pt x="2794" y="1397"/>
                    <a:pt x="1397" y="27940"/>
                    <a:pt x="0" y="41910"/>
                  </a:cubicBezTo>
                  <a:lnTo>
                    <a:pt x="0" y="58674"/>
                  </a:lnTo>
                  <a:cubicBezTo>
                    <a:pt x="2794" y="107569"/>
                    <a:pt x="5588" y="156464"/>
                    <a:pt x="11176" y="205359"/>
                  </a:cubicBezTo>
                  <a:lnTo>
                    <a:pt x="11176" y="210947"/>
                  </a:lnTo>
                  <a:cubicBezTo>
                    <a:pt x="13970" y="212344"/>
                    <a:pt x="9779" y="231902"/>
                    <a:pt x="12573" y="226314"/>
                  </a:cubicBezTo>
                  <a:lnTo>
                    <a:pt x="22352" y="227711"/>
                  </a:lnTo>
                  <a:cubicBezTo>
                    <a:pt x="25146" y="229108"/>
                    <a:pt x="29337" y="227711"/>
                    <a:pt x="33528" y="227711"/>
                  </a:cubicBezTo>
                  <a:cubicBezTo>
                    <a:pt x="44704" y="227711"/>
                    <a:pt x="60071" y="224917"/>
                    <a:pt x="75438" y="222123"/>
                  </a:cubicBezTo>
                  <a:cubicBezTo>
                    <a:pt x="89408" y="220726"/>
                    <a:pt x="106172" y="220726"/>
                    <a:pt x="129921" y="223520"/>
                  </a:cubicBezTo>
                  <a:cubicBezTo>
                    <a:pt x="139700" y="224917"/>
                    <a:pt x="149479" y="223520"/>
                    <a:pt x="160655" y="224917"/>
                  </a:cubicBezTo>
                  <a:lnTo>
                    <a:pt x="177419" y="227711"/>
                  </a:lnTo>
                  <a:cubicBezTo>
                    <a:pt x="184404" y="229108"/>
                    <a:pt x="191389" y="229108"/>
                    <a:pt x="196977" y="229108"/>
                  </a:cubicBezTo>
                  <a:cubicBezTo>
                    <a:pt x="215138" y="229108"/>
                    <a:pt x="230505" y="226314"/>
                    <a:pt x="231902" y="206756"/>
                  </a:cubicBezTo>
                  <a:cubicBezTo>
                    <a:pt x="233299" y="205359"/>
                    <a:pt x="233299" y="202565"/>
                    <a:pt x="233299" y="199771"/>
                  </a:cubicBezTo>
                  <a:lnTo>
                    <a:pt x="234696" y="192786"/>
                  </a:lnTo>
                  <a:cubicBezTo>
                    <a:pt x="224917" y="146685"/>
                    <a:pt x="226314" y="83820"/>
                    <a:pt x="230505" y="29337"/>
                  </a:cubicBezTo>
                  <a:close/>
                  <a:moveTo>
                    <a:pt x="206756" y="201168"/>
                  </a:moveTo>
                  <a:cubicBezTo>
                    <a:pt x="203962" y="202565"/>
                    <a:pt x="201168" y="202565"/>
                    <a:pt x="196977" y="202565"/>
                  </a:cubicBezTo>
                  <a:cubicBezTo>
                    <a:pt x="191389" y="202565"/>
                    <a:pt x="187198" y="202565"/>
                    <a:pt x="181610" y="201168"/>
                  </a:cubicBezTo>
                  <a:lnTo>
                    <a:pt x="164846" y="198374"/>
                  </a:lnTo>
                  <a:lnTo>
                    <a:pt x="141097" y="198374"/>
                  </a:lnTo>
                  <a:lnTo>
                    <a:pt x="134112" y="196977"/>
                  </a:lnTo>
                  <a:cubicBezTo>
                    <a:pt x="108966" y="194183"/>
                    <a:pt x="89408" y="194183"/>
                    <a:pt x="71247" y="195580"/>
                  </a:cubicBezTo>
                  <a:cubicBezTo>
                    <a:pt x="58674" y="198374"/>
                    <a:pt x="46101" y="199771"/>
                    <a:pt x="37719" y="201168"/>
                  </a:cubicBezTo>
                  <a:cubicBezTo>
                    <a:pt x="36322" y="195580"/>
                    <a:pt x="36322" y="189992"/>
                    <a:pt x="34925" y="184404"/>
                  </a:cubicBezTo>
                  <a:cubicBezTo>
                    <a:pt x="33528" y="176022"/>
                    <a:pt x="26543" y="57277"/>
                    <a:pt x="26543" y="57277"/>
                  </a:cubicBezTo>
                  <a:lnTo>
                    <a:pt x="26543" y="44704"/>
                  </a:lnTo>
                  <a:cubicBezTo>
                    <a:pt x="27940" y="39116"/>
                    <a:pt x="29337" y="32131"/>
                    <a:pt x="30734" y="26543"/>
                  </a:cubicBezTo>
                  <a:lnTo>
                    <a:pt x="44704" y="26543"/>
                  </a:lnTo>
                  <a:lnTo>
                    <a:pt x="92202" y="27940"/>
                  </a:lnTo>
                  <a:cubicBezTo>
                    <a:pt x="101981" y="29337"/>
                    <a:pt x="189992" y="29337"/>
                    <a:pt x="202565" y="34925"/>
                  </a:cubicBezTo>
                  <a:cubicBezTo>
                    <a:pt x="199771" y="86614"/>
                    <a:pt x="198374" y="148082"/>
                    <a:pt x="206756" y="195580"/>
                  </a:cubicBezTo>
                  <a:lnTo>
                    <a:pt x="206756" y="201168"/>
                  </a:ln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72C602AC-62C2-4C63-8B1D-420A40A24BC0}"/>
                </a:ext>
              </a:extLst>
            </p:cNvPr>
            <p:cNvSpPr/>
            <p:nvPr/>
          </p:nvSpPr>
          <p:spPr>
            <a:xfrm>
              <a:off x="8493993" y="2332024"/>
              <a:ext cx="742588" cy="1007434"/>
            </a:xfrm>
            <a:custGeom>
              <a:avLst/>
              <a:gdLst>
                <a:gd name="connsiteX0" fmla="*/ 738398 w 742588"/>
                <a:gd name="connsiteY0" fmla="*/ 618185 h 1007434"/>
                <a:gd name="connsiteX1" fmla="*/ 730016 w 742588"/>
                <a:gd name="connsiteY1" fmla="*/ 583260 h 1007434"/>
                <a:gd name="connsiteX2" fmla="*/ 686709 w 742588"/>
                <a:gd name="connsiteY2" fmla="*/ 439369 h 1007434"/>
                <a:gd name="connsiteX3" fmla="*/ 679724 w 742588"/>
                <a:gd name="connsiteY3" fmla="*/ 428193 h 1007434"/>
                <a:gd name="connsiteX4" fmla="*/ 671342 w 742588"/>
                <a:gd name="connsiteY4" fmla="*/ 418414 h 1007434"/>
                <a:gd name="connsiteX5" fmla="*/ 658769 w 742588"/>
                <a:gd name="connsiteY5" fmla="*/ 405841 h 1007434"/>
                <a:gd name="connsiteX6" fmla="*/ 630829 w 742588"/>
                <a:gd name="connsiteY6" fmla="*/ 383489 h 1007434"/>
                <a:gd name="connsiteX7" fmla="*/ 619653 w 742588"/>
                <a:gd name="connsiteY7" fmla="*/ 373710 h 1007434"/>
                <a:gd name="connsiteX8" fmla="*/ 612668 w 742588"/>
                <a:gd name="connsiteY8" fmla="*/ 369519 h 1007434"/>
                <a:gd name="connsiteX9" fmla="*/ 600095 w 742588"/>
                <a:gd name="connsiteY9" fmla="*/ 359740 h 1007434"/>
                <a:gd name="connsiteX10" fmla="*/ 465983 w 742588"/>
                <a:gd name="connsiteY10" fmla="*/ 309448 h 1007434"/>
                <a:gd name="connsiteX11" fmla="*/ 379369 w 742588"/>
                <a:gd name="connsiteY11" fmla="*/ 310845 h 1007434"/>
                <a:gd name="connsiteX12" fmla="*/ 368193 w 742588"/>
                <a:gd name="connsiteY12" fmla="*/ 315036 h 1007434"/>
                <a:gd name="connsiteX13" fmla="*/ 348635 w 742588"/>
                <a:gd name="connsiteY13" fmla="*/ 320624 h 1007434"/>
                <a:gd name="connsiteX14" fmla="*/ 263418 w 742588"/>
                <a:gd name="connsiteY14" fmla="*/ 356946 h 1007434"/>
                <a:gd name="connsiteX15" fmla="*/ 296946 w 742588"/>
                <a:gd name="connsiteY15" fmla="*/ 199084 h 1007434"/>
                <a:gd name="connsiteX16" fmla="*/ 299740 w 742588"/>
                <a:gd name="connsiteY16" fmla="*/ 183717 h 1007434"/>
                <a:gd name="connsiteX17" fmla="*/ 319298 w 742588"/>
                <a:gd name="connsiteY17" fmla="*/ 182320 h 1007434"/>
                <a:gd name="connsiteX18" fmla="*/ 329077 w 742588"/>
                <a:gd name="connsiteY18" fmla="*/ 180923 h 1007434"/>
                <a:gd name="connsiteX19" fmla="*/ 341650 w 742588"/>
                <a:gd name="connsiteY19" fmla="*/ 179526 h 1007434"/>
                <a:gd name="connsiteX20" fmla="*/ 635020 w 742588"/>
                <a:gd name="connsiteY20" fmla="*/ 182320 h 1007434"/>
                <a:gd name="connsiteX21" fmla="*/ 672739 w 742588"/>
                <a:gd name="connsiteY21" fmla="*/ 180923 h 1007434"/>
                <a:gd name="connsiteX22" fmla="*/ 689503 w 742588"/>
                <a:gd name="connsiteY22" fmla="*/ 133425 h 1007434"/>
                <a:gd name="connsiteX23" fmla="*/ 685312 w 742588"/>
                <a:gd name="connsiteY23" fmla="*/ 113867 h 1007434"/>
                <a:gd name="connsiteX24" fmla="*/ 682518 w 742588"/>
                <a:gd name="connsiteY24" fmla="*/ 90118 h 1007434"/>
                <a:gd name="connsiteX25" fmla="*/ 679724 w 742588"/>
                <a:gd name="connsiteY25" fmla="*/ 83133 h 1007434"/>
                <a:gd name="connsiteX26" fmla="*/ 681121 w 742588"/>
                <a:gd name="connsiteY26" fmla="*/ 34238 h 1007434"/>
                <a:gd name="connsiteX27" fmla="*/ 639211 w 742588"/>
                <a:gd name="connsiteY27" fmla="*/ 710 h 1007434"/>
                <a:gd name="connsiteX28" fmla="*/ 626638 w 742588"/>
                <a:gd name="connsiteY28" fmla="*/ 710 h 1007434"/>
                <a:gd name="connsiteX29" fmla="*/ 440837 w 742588"/>
                <a:gd name="connsiteY29" fmla="*/ 4901 h 1007434"/>
                <a:gd name="connsiteX30" fmla="*/ 410103 w 742588"/>
                <a:gd name="connsiteY30" fmla="*/ 3504 h 1007434"/>
                <a:gd name="connsiteX31" fmla="*/ 157246 w 742588"/>
                <a:gd name="connsiteY31" fmla="*/ 710 h 1007434"/>
                <a:gd name="connsiteX32" fmla="*/ 134894 w 742588"/>
                <a:gd name="connsiteY32" fmla="*/ 20268 h 1007434"/>
                <a:gd name="connsiteX33" fmla="*/ 116733 w 742588"/>
                <a:gd name="connsiteY33" fmla="*/ 157174 h 1007434"/>
                <a:gd name="connsiteX34" fmla="*/ 104160 w 742588"/>
                <a:gd name="connsiteY34" fmla="*/ 227024 h 1007434"/>
                <a:gd name="connsiteX35" fmla="*/ 102763 w 742588"/>
                <a:gd name="connsiteY35" fmla="*/ 240994 h 1007434"/>
                <a:gd name="connsiteX36" fmla="*/ 49677 w 742588"/>
                <a:gd name="connsiteY36" fmla="*/ 460324 h 1007434"/>
                <a:gd name="connsiteX37" fmla="*/ 37104 w 742588"/>
                <a:gd name="connsiteY37" fmla="*/ 505028 h 1007434"/>
                <a:gd name="connsiteX38" fmla="*/ 53868 w 742588"/>
                <a:gd name="connsiteY38" fmla="*/ 549732 h 1007434"/>
                <a:gd name="connsiteX39" fmla="*/ 220111 w 742588"/>
                <a:gd name="connsiteY39" fmla="*/ 555320 h 1007434"/>
                <a:gd name="connsiteX40" fmla="*/ 235478 w 742588"/>
                <a:gd name="connsiteY40" fmla="*/ 542747 h 1007434"/>
                <a:gd name="connsiteX41" fmla="*/ 259227 w 742588"/>
                <a:gd name="connsiteY41" fmla="*/ 518998 h 1007434"/>
                <a:gd name="connsiteX42" fmla="*/ 287167 w 742588"/>
                <a:gd name="connsiteY42" fmla="*/ 503631 h 1007434"/>
                <a:gd name="connsiteX43" fmla="*/ 355620 w 742588"/>
                <a:gd name="connsiteY43" fmla="*/ 477088 h 1007434"/>
                <a:gd name="connsiteX44" fmla="*/ 365399 w 742588"/>
                <a:gd name="connsiteY44" fmla="*/ 474294 h 1007434"/>
                <a:gd name="connsiteX45" fmla="*/ 405912 w 742588"/>
                <a:gd name="connsiteY45" fmla="*/ 475691 h 1007434"/>
                <a:gd name="connsiteX46" fmla="*/ 491129 w 742588"/>
                <a:gd name="connsiteY46" fmla="*/ 532968 h 1007434"/>
                <a:gd name="connsiteX47" fmla="*/ 513481 w 742588"/>
                <a:gd name="connsiteY47" fmla="*/ 584657 h 1007434"/>
                <a:gd name="connsiteX48" fmla="*/ 520466 w 742588"/>
                <a:gd name="connsiteY48" fmla="*/ 615391 h 1007434"/>
                <a:gd name="connsiteX49" fmla="*/ 521863 w 742588"/>
                <a:gd name="connsiteY49" fmla="*/ 637743 h 1007434"/>
                <a:gd name="connsiteX50" fmla="*/ 521863 w 742588"/>
                <a:gd name="connsiteY50" fmla="*/ 660095 h 1007434"/>
                <a:gd name="connsiteX51" fmla="*/ 414294 w 742588"/>
                <a:gd name="connsiteY51" fmla="*/ 809574 h 1007434"/>
                <a:gd name="connsiteX52" fmla="*/ 394736 w 742588"/>
                <a:gd name="connsiteY52" fmla="*/ 813765 h 1007434"/>
                <a:gd name="connsiteX53" fmla="*/ 364002 w 742588"/>
                <a:gd name="connsiteY53" fmla="*/ 819353 h 1007434"/>
                <a:gd name="connsiteX54" fmla="*/ 299740 w 742588"/>
                <a:gd name="connsiteY54" fmla="*/ 806780 h 1007434"/>
                <a:gd name="connsiteX55" fmla="*/ 284373 w 742588"/>
                <a:gd name="connsiteY55" fmla="*/ 801192 h 1007434"/>
                <a:gd name="connsiteX56" fmla="*/ 270403 w 742588"/>
                <a:gd name="connsiteY56" fmla="*/ 785825 h 1007434"/>
                <a:gd name="connsiteX57" fmla="*/ 256433 w 742588"/>
                <a:gd name="connsiteY57" fmla="*/ 769061 h 1007434"/>
                <a:gd name="connsiteX58" fmla="*/ 250845 w 742588"/>
                <a:gd name="connsiteY58" fmla="*/ 757885 h 1007434"/>
                <a:gd name="connsiteX59" fmla="*/ 241066 w 742588"/>
                <a:gd name="connsiteY59" fmla="*/ 741121 h 1007434"/>
                <a:gd name="connsiteX60" fmla="*/ 236875 w 742588"/>
                <a:gd name="connsiteY60" fmla="*/ 728548 h 1007434"/>
                <a:gd name="connsiteX61" fmla="*/ 228493 w 742588"/>
                <a:gd name="connsiteY61" fmla="*/ 707593 h 1007434"/>
                <a:gd name="connsiteX62" fmla="*/ 196362 w 742588"/>
                <a:gd name="connsiteY62" fmla="*/ 683844 h 1007434"/>
                <a:gd name="connsiteX63" fmla="*/ 189377 w 742588"/>
                <a:gd name="connsiteY63" fmla="*/ 682447 h 1007434"/>
                <a:gd name="connsiteX64" fmla="*/ 56662 w 742588"/>
                <a:gd name="connsiteY64" fmla="*/ 689432 h 1007434"/>
                <a:gd name="connsiteX65" fmla="*/ 34310 w 742588"/>
                <a:gd name="connsiteY65" fmla="*/ 688035 h 1007434"/>
                <a:gd name="connsiteX66" fmla="*/ 24531 w 742588"/>
                <a:gd name="connsiteY66" fmla="*/ 686638 h 1007434"/>
                <a:gd name="connsiteX67" fmla="*/ 11958 w 742588"/>
                <a:gd name="connsiteY67" fmla="*/ 685241 h 1007434"/>
                <a:gd name="connsiteX68" fmla="*/ 23134 w 742588"/>
                <a:gd name="connsiteY68" fmla="*/ 776046 h 1007434"/>
                <a:gd name="connsiteX69" fmla="*/ 30119 w 742588"/>
                <a:gd name="connsiteY69" fmla="*/ 787222 h 1007434"/>
                <a:gd name="connsiteX70" fmla="*/ 41295 w 742588"/>
                <a:gd name="connsiteY70" fmla="*/ 817956 h 1007434"/>
                <a:gd name="connsiteX71" fmla="*/ 194965 w 742588"/>
                <a:gd name="connsiteY71" fmla="*/ 968832 h 1007434"/>
                <a:gd name="connsiteX72" fmla="*/ 221508 w 742588"/>
                <a:gd name="connsiteY72" fmla="*/ 982802 h 1007434"/>
                <a:gd name="connsiteX73" fmla="*/ 383560 w 742588"/>
                <a:gd name="connsiteY73" fmla="*/ 1006551 h 1007434"/>
                <a:gd name="connsiteX74" fmla="*/ 389148 w 742588"/>
                <a:gd name="connsiteY74" fmla="*/ 1005154 h 1007434"/>
                <a:gd name="connsiteX75" fmla="*/ 410103 w 742588"/>
                <a:gd name="connsiteY75" fmla="*/ 1002360 h 1007434"/>
                <a:gd name="connsiteX76" fmla="*/ 445028 w 742588"/>
                <a:gd name="connsiteY76" fmla="*/ 999566 h 1007434"/>
                <a:gd name="connsiteX77" fmla="*/ 519069 w 742588"/>
                <a:gd name="connsiteY77" fmla="*/ 977214 h 1007434"/>
                <a:gd name="connsiteX78" fmla="*/ 533039 w 742588"/>
                <a:gd name="connsiteY78" fmla="*/ 971626 h 1007434"/>
                <a:gd name="connsiteX79" fmla="*/ 542818 w 742588"/>
                <a:gd name="connsiteY79" fmla="*/ 966038 h 1007434"/>
                <a:gd name="connsiteX80" fmla="*/ 573552 w 742588"/>
                <a:gd name="connsiteY80" fmla="*/ 950671 h 1007434"/>
                <a:gd name="connsiteX81" fmla="*/ 583331 w 742588"/>
                <a:gd name="connsiteY81" fmla="*/ 943686 h 1007434"/>
                <a:gd name="connsiteX82" fmla="*/ 604286 w 742588"/>
                <a:gd name="connsiteY82" fmla="*/ 935304 h 1007434"/>
                <a:gd name="connsiteX83" fmla="*/ 628035 w 742588"/>
                <a:gd name="connsiteY83" fmla="*/ 917143 h 1007434"/>
                <a:gd name="connsiteX84" fmla="*/ 637814 w 742588"/>
                <a:gd name="connsiteY84" fmla="*/ 908761 h 1007434"/>
                <a:gd name="connsiteX85" fmla="*/ 648990 w 742588"/>
                <a:gd name="connsiteY85" fmla="*/ 897585 h 1007434"/>
                <a:gd name="connsiteX86" fmla="*/ 655975 w 742588"/>
                <a:gd name="connsiteY86" fmla="*/ 889203 h 1007434"/>
                <a:gd name="connsiteX87" fmla="*/ 661563 w 742588"/>
                <a:gd name="connsiteY87" fmla="*/ 882218 h 1007434"/>
                <a:gd name="connsiteX88" fmla="*/ 689503 w 742588"/>
                <a:gd name="connsiteY88" fmla="*/ 837514 h 1007434"/>
                <a:gd name="connsiteX89" fmla="*/ 713252 w 742588"/>
                <a:gd name="connsiteY89" fmla="*/ 794207 h 1007434"/>
                <a:gd name="connsiteX90" fmla="*/ 721634 w 742588"/>
                <a:gd name="connsiteY90" fmla="*/ 771855 h 1007434"/>
                <a:gd name="connsiteX91" fmla="*/ 734207 w 742588"/>
                <a:gd name="connsiteY91" fmla="*/ 734136 h 1007434"/>
                <a:gd name="connsiteX92" fmla="*/ 738398 w 742588"/>
                <a:gd name="connsiteY92" fmla="*/ 714578 h 1007434"/>
                <a:gd name="connsiteX93" fmla="*/ 742589 w 742588"/>
                <a:gd name="connsiteY93" fmla="*/ 681050 h 1007434"/>
                <a:gd name="connsiteX94" fmla="*/ 742589 w 742588"/>
                <a:gd name="connsiteY94" fmla="*/ 640537 h 1007434"/>
                <a:gd name="connsiteX95" fmla="*/ 738398 w 742588"/>
                <a:gd name="connsiteY95" fmla="*/ 627964 h 1007434"/>
                <a:gd name="connsiteX96" fmla="*/ 738398 w 742588"/>
                <a:gd name="connsiteY96" fmla="*/ 618185 h 1007434"/>
                <a:gd name="connsiteX97" fmla="*/ 716046 w 742588"/>
                <a:gd name="connsiteY97" fmla="*/ 654507 h 1007434"/>
                <a:gd name="connsiteX98" fmla="*/ 714649 w 742588"/>
                <a:gd name="connsiteY98" fmla="*/ 664286 h 1007434"/>
                <a:gd name="connsiteX99" fmla="*/ 716046 w 742588"/>
                <a:gd name="connsiteY99" fmla="*/ 671271 h 1007434"/>
                <a:gd name="connsiteX100" fmla="*/ 716046 w 742588"/>
                <a:gd name="connsiteY100" fmla="*/ 679653 h 1007434"/>
                <a:gd name="connsiteX101" fmla="*/ 711855 w 742588"/>
                <a:gd name="connsiteY101" fmla="*/ 713181 h 1007434"/>
                <a:gd name="connsiteX102" fmla="*/ 707664 w 742588"/>
                <a:gd name="connsiteY102" fmla="*/ 727151 h 1007434"/>
                <a:gd name="connsiteX103" fmla="*/ 695091 w 742588"/>
                <a:gd name="connsiteY103" fmla="*/ 764870 h 1007434"/>
                <a:gd name="connsiteX104" fmla="*/ 675533 w 742588"/>
                <a:gd name="connsiteY104" fmla="*/ 810971 h 1007434"/>
                <a:gd name="connsiteX105" fmla="*/ 669945 w 742588"/>
                <a:gd name="connsiteY105" fmla="*/ 822147 h 1007434"/>
                <a:gd name="connsiteX106" fmla="*/ 640608 w 742588"/>
                <a:gd name="connsiteY106" fmla="*/ 865454 h 1007434"/>
                <a:gd name="connsiteX107" fmla="*/ 635020 w 742588"/>
                <a:gd name="connsiteY107" fmla="*/ 871042 h 1007434"/>
                <a:gd name="connsiteX108" fmla="*/ 628035 w 742588"/>
                <a:gd name="connsiteY108" fmla="*/ 880821 h 1007434"/>
                <a:gd name="connsiteX109" fmla="*/ 612668 w 742588"/>
                <a:gd name="connsiteY109" fmla="*/ 896188 h 1007434"/>
                <a:gd name="connsiteX110" fmla="*/ 602889 w 742588"/>
                <a:gd name="connsiteY110" fmla="*/ 905967 h 1007434"/>
                <a:gd name="connsiteX111" fmla="*/ 591713 w 742588"/>
                <a:gd name="connsiteY111" fmla="*/ 911555 h 1007434"/>
                <a:gd name="connsiteX112" fmla="*/ 573552 w 742588"/>
                <a:gd name="connsiteY112" fmla="*/ 919937 h 1007434"/>
                <a:gd name="connsiteX113" fmla="*/ 556788 w 742588"/>
                <a:gd name="connsiteY113" fmla="*/ 929716 h 1007434"/>
                <a:gd name="connsiteX114" fmla="*/ 528848 w 742588"/>
                <a:gd name="connsiteY114" fmla="*/ 942289 h 1007434"/>
                <a:gd name="connsiteX115" fmla="*/ 520466 w 742588"/>
                <a:gd name="connsiteY115" fmla="*/ 949274 h 1007434"/>
                <a:gd name="connsiteX116" fmla="*/ 512084 w 742588"/>
                <a:gd name="connsiteY116" fmla="*/ 950671 h 1007434"/>
                <a:gd name="connsiteX117" fmla="*/ 443631 w 742588"/>
                <a:gd name="connsiteY117" fmla="*/ 971626 h 1007434"/>
                <a:gd name="connsiteX118" fmla="*/ 407309 w 742588"/>
                <a:gd name="connsiteY118" fmla="*/ 975817 h 1007434"/>
                <a:gd name="connsiteX119" fmla="*/ 384957 w 742588"/>
                <a:gd name="connsiteY119" fmla="*/ 978611 h 1007434"/>
                <a:gd name="connsiteX120" fmla="*/ 375178 w 742588"/>
                <a:gd name="connsiteY120" fmla="*/ 981405 h 1007434"/>
                <a:gd name="connsiteX121" fmla="*/ 229890 w 742588"/>
                <a:gd name="connsiteY121" fmla="*/ 956259 h 1007434"/>
                <a:gd name="connsiteX122" fmla="*/ 207538 w 742588"/>
                <a:gd name="connsiteY122" fmla="*/ 943686 h 1007434"/>
                <a:gd name="connsiteX123" fmla="*/ 63647 w 742588"/>
                <a:gd name="connsiteY123" fmla="*/ 802589 h 1007434"/>
                <a:gd name="connsiteX124" fmla="*/ 58059 w 742588"/>
                <a:gd name="connsiteY124" fmla="*/ 794207 h 1007434"/>
                <a:gd name="connsiteX125" fmla="*/ 52471 w 742588"/>
                <a:gd name="connsiteY125" fmla="*/ 771855 h 1007434"/>
                <a:gd name="connsiteX126" fmla="*/ 48280 w 742588"/>
                <a:gd name="connsiteY126" fmla="*/ 764870 h 1007434"/>
                <a:gd name="connsiteX127" fmla="*/ 30119 w 742588"/>
                <a:gd name="connsiteY127" fmla="*/ 714578 h 1007434"/>
                <a:gd name="connsiteX128" fmla="*/ 58059 w 742588"/>
                <a:gd name="connsiteY128" fmla="*/ 715975 h 1007434"/>
                <a:gd name="connsiteX129" fmla="*/ 187980 w 742588"/>
                <a:gd name="connsiteY129" fmla="*/ 708990 h 1007434"/>
                <a:gd name="connsiteX130" fmla="*/ 200553 w 742588"/>
                <a:gd name="connsiteY130" fmla="*/ 710387 h 1007434"/>
                <a:gd name="connsiteX131" fmla="*/ 210332 w 742588"/>
                <a:gd name="connsiteY131" fmla="*/ 734136 h 1007434"/>
                <a:gd name="connsiteX132" fmla="*/ 211729 w 742588"/>
                <a:gd name="connsiteY132" fmla="*/ 742518 h 1007434"/>
                <a:gd name="connsiteX133" fmla="*/ 218714 w 742588"/>
                <a:gd name="connsiteY133" fmla="*/ 755091 h 1007434"/>
                <a:gd name="connsiteX134" fmla="*/ 222905 w 742588"/>
                <a:gd name="connsiteY134" fmla="*/ 762076 h 1007434"/>
                <a:gd name="connsiteX135" fmla="*/ 227096 w 742588"/>
                <a:gd name="connsiteY135" fmla="*/ 771855 h 1007434"/>
                <a:gd name="connsiteX136" fmla="*/ 232684 w 742588"/>
                <a:gd name="connsiteY136" fmla="*/ 780237 h 1007434"/>
                <a:gd name="connsiteX137" fmla="*/ 238272 w 742588"/>
                <a:gd name="connsiteY137" fmla="*/ 788619 h 1007434"/>
                <a:gd name="connsiteX138" fmla="*/ 248051 w 742588"/>
                <a:gd name="connsiteY138" fmla="*/ 802589 h 1007434"/>
                <a:gd name="connsiteX139" fmla="*/ 274594 w 742588"/>
                <a:gd name="connsiteY139" fmla="*/ 826338 h 1007434"/>
                <a:gd name="connsiteX140" fmla="*/ 284373 w 742588"/>
                <a:gd name="connsiteY140" fmla="*/ 827735 h 1007434"/>
                <a:gd name="connsiteX141" fmla="*/ 292755 w 742588"/>
                <a:gd name="connsiteY141" fmla="*/ 833323 h 1007434"/>
                <a:gd name="connsiteX142" fmla="*/ 368193 w 742588"/>
                <a:gd name="connsiteY142" fmla="*/ 845896 h 1007434"/>
                <a:gd name="connsiteX143" fmla="*/ 408706 w 742588"/>
                <a:gd name="connsiteY143" fmla="*/ 836117 h 1007434"/>
                <a:gd name="connsiteX144" fmla="*/ 426867 w 742588"/>
                <a:gd name="connsiteY144" fmla="*/ 833323 h 1007434"/>
                <a:gd name="connsiteX145" fmla="*/ 548406 w 742588"/>
                <a:gd name="connsiteY145" fmla="*/ 661492 h 1007434"/>
                <a:gd name="connsiteX146" fmla="*/ 548406 w 742588"/>
                <a:gd name="connsiteY146" fmla="*/ 633552 h 1007434"/>
                <a:gd name="connsiteX147" fmla="*/ 542818 w 742588"/>
                <a:gd name="connsiteY147" fmla="*/ 601421 h 1007434"/>
                <a:gd name="connsiteX148" fmla="*/ 538627 w 742588"/>
                <a:gd name="connsiteY148" fmla="*/ 577672 h 1007434"/>
                <a:gd name="connsiteX149" fmla="*/ 512084 w 742588"/>
                <a:gd name="connsiteY149" fmla="*/ 516204 h 1007434"/>
                <a:gd name="connsiteX150" fmla="*/ 412897 w 742588"/>
                <a:gd name="connsiteY150" fmla="*/ 450545 h 1007434"/>
                <a:gd name="connsiteX151" fmla="*/ 361208 w 742588"/>
                <a:gd name="connsiteY151" fmla="*/ 447751 h 1007434"/>
                <a:gd name="connsiteX152" fmla="*/ 350032 w 742588"/>
                <a:gd name="connsiteY152" fmla="*/ 450545 h 1007434"/>
                <a:gd name="connsiteX153" fmla="*/ 273197 w 742588"/>
                <a:gd name="connsiteY153" fmla="*/ 481279 h 1007434"/>
                <a:gd name="connsiteX154" fmla="*/ 243860 w 742588"/>
                <a:gd name="connsiteY154" fmla="*/ 498043 h 1007434"/>
                <a:gd name="connsiteX155" fmla="*/ 235478 w 742588"/>
                <a:gd name="connsiteY155" fmla="*/ 505028 h 1007434"/>
                <a:gd name="connsiteX156" fmla="*/ 213126 w 742588"/>
                <a:gd name="connsiteY156" fmla="*/ 527380 h 1007434"/>
                <a:gd name="connsiteX157" fmla="*/ 59456 w 742588"/>
                <a:gd name="connsiteY157" fmla="*/ 523189 h 1007434"/>
                <a:gd name="connsiteX158" fmla="*/ 62250 w 742588"/>
                <a:gd name="connsiteY158" fmla="*/ 512013 h 1007434"/>
                <a:gd name="connsiteX159" fmla="*/ 76220 w 742588"/>
                <a:gd name="connsiteY159" fmla="*/ 468706 h 1007434"/>
                <a:gd name="connsiteX160" fmla="*/ 129306 w 742588"/>
                <a:gd name="connsiteY160" fmla="*/ 246582 h 1007434"/>
                <a:gd name="connsiteX161" fmla="*/ 130703 w 742588"/>
                <a:gd name="connsiteY161" fmla="*/ 238200 h 1007434"/>
                <a:gd name="connsiteX162" fmla="*/ 130703 w 742588"/>
                <a:gd name="connsiteY162" fmla="*/ 228421 h 1007434"/>
                <a:gd name="connsiteX163" fmla="*/ 143276 w 742588"/>
                <a:gd name="connsiteY163" fmla="*/ 159968 h 1007434"/>
                <a:gd name="connsiteX164" fmla="*/ 161437 w 742588"/>
                <a:gd name="connsiteY164" fmla="*/ 27253 h 1007434"/>
                <a:gd name="connsiteX165" fmla="*/ 408706 w 742588"/>
                <a:gd name="connsiteY165" fmla="*/ 30047 h 1007434"/>
                <a:gd name="connsiteX166" fmla="*/ 440837 w 742588"/>
                <a:gd name="connsiteY166" fmla="*/ 32841 h 1007434"/>
                <a:gd name="connsiteX167" fmla="*/ 628035 w 742588"/>
                <a:gd name="connsiteY167" fmla="*/ 27253 h 1007434"/>
                <a:gd name="connsiteX168" fmla="*/ 636417 w 742588"/>
                <a:gd name="connsiteY168" fmla="*/ 27253 h 1007434"/>
                <a:gd name="connsiteX169" fmla="*/ 654578 w 742588"/>
                <a:gd name="connsiteY169" fmla="*/ 30047 h 1007434"/>
                <a:gd name="connsiteX170" fmla="*/ 653181 w 742588"/>
                <a:gd name="connsiteY170" fmla="*/ 39826 h 1007434"/>
                <a:gd name="connsiteX171" fmla="*/ 654578 w 742588"/>
                <a:gd name="connsiteY171" fmla="*/ 51002 h 1007434"/>
                <a:gd name="connsiteX172" fmla="*/ 654578 w 742588"/>
                <a:gd name="connsiteY172" fmla="*/ 60781 h 1007434"/>
                <a:gd name="connsiteX173" fmla="*/ 653181 w 742588"/>
                <a:gd name="connsiteY173" fmla="*/ 91515 h 1007434"/>
                <a:gd name="connsiteX174" fmla="*/ 655975 w 742588"/>
                <a:gd name="connsiteY174" fmla="*/ 97103 h 1007434"/>
                <a:gd name="connsiteX175" fmla="*/ 658769 w 742588"/>
                <a:gd name="connsiteY175" fmla="*/ 119455 h 1007434"/>
                <a:gd name="connsiteX176" fmla="*/ 662960 w 742588"/>
                <a:gd name="connsiteY176" fmla="*/ 137616 h 1007434"/>
                <a:gd name="connsiteX177" fmla="*/ 664357 w 742588"/>
                <a:gd name="connsiteY177" fmla="*/ 155777 h 1007434"/>
                <a:gd name="connsiteX178" fmla="*/ 636417 w 742588"/>
                <a:gd name="connsiteY178" fmla="*/ 155777 h 1007434"/>
                <a:gd name="connsiteX179" fmla="*/ 493923 w 742588"/>
                <a:gd name="connsiteY179" fmla="*/ 151586 h 1007434"/>
                <a:gd name="connsiteX180" fmla="*/ 336062 w 742588"/>
                <a:gd name="connsiteY180" fmla="*/ 152983 h 1007434"/>
                <a:gd name="connsiteX181" fmla="*/ 324886 w 742588"/>
                <a:gd name="connsiteY181" fmla="*/ 154380 h 1007434"/>
                <a:gd name="connsiteX182" fmla="*/ 315107 w 742588"/>
                <a:gd name="connsiteY182" fmla="*/ 155777 h 1007434"/>
                <a:gd name="connsiteX183" fmla="*/ 301137 w 742588"/>
                <a:gd name="connsiteY183" fmla="*/ 157174 h 1007434"/>
                <a:gd name="connsiteX184" fmla="*/ 270403 w 742588"/>
                <a:gd name="connsiteY184" fmla="*/ 179526 h 1007434"/>
                <a:gd name="connsiteX185" fmla="*/ 269006 w 742588"/>
                <a:gd name="connsiteY185" fmla="*/ 197687 h 1007434"/>
                <a:gd name="connsiteX186" fmla="*/ 236875 w 742588"/>
                <a:gd name="connsiteY186" fmla="*/ 352755 h 1007434"/>
                <a:gd name="connsiteX187" fmla="*/ 271800 w 742588"/>
                <a:gd name="connsiteY187" fmla="*/ 382092 h 1007434"/>
                <a:gd name="connsiteX188" fmla="*/ 343047 w 742588"/>
                <a:gd name="connsiteY188" fmla="*/ 349961 h 1007434"/>
                <a:gd name="connsiteX189" fmla="*/ 354223 w 742588"/>
                <a:gd name="connsiteY189" fmla="*/ 347167 h 1007434"/>
                <a:gd name="connsiteX190" fmla="*/ 376575 w 742588"/>
                <a:gd name="connsiteY190" fmla="*/ 340182 h 1007434"/>
                <a:gd name="connsiteX191" fmla="*/ 389148 w 742588"/>
                <a:gd name="connsiteY191" fmla="*/ 335991 h 1007434"/>
                <a:gd name="connsiteX192" fmla="*/ 419882 w 742588"/>
                <a:gd name="connsiteY192" fmla="*/ 334594 h 1007434"/>
                <a:gd name="connsiteX193" fmla="*/ 587522 w 742588"/>
                <a:gd name="connsiteY193" fmla="*/ 382092 h 1007434"/>
                <a:gd name="connsiteX194" fmla="*/ 598698 w 742588"/>
                <a:gd name="connsiteY194" fmla="*/ 391871 h 1007434"/>
                <a:gd name="connsiteX195" fmla="*/ 604286 w 742588"/>
                <a:gd name="connsiteY195" fmla="*/ 396062 h 1007434"/>
                <a:gd name="connsiteX196" fmla="*/ 614065 w 742588"/>
                <a:gd name="connsiteY196" fmla="*/ 404444 h 1007434"/>
                <a:gd name="connsiteX197" fmla="*/ 625241 w 742588"/>
                <a:gd name="connsiteY197" fmla="*/ 412826 h 1007434"/>
                <a:gd name="connsiteX198" fmla="*/ 635020 w 742588"/>
                <a:gd name="connsiteY198" fmla="*/ 422605 h 1007434"/>
                <a:gd name="connsiteX199" fmla="*/ 643402 w 742588"/>
                <a:gd name="connsiteY199" fmla="*/ 428193 h 1007434"/>
                <a:gd name="connsiteX200" fmla="*/ 651784 w 742588"/>
                <a:gd name="connsiteY200" fmla="*/ 436575 h 1007434"/>
                <a:gd name="connsiteX201" fmla="*/ 658769 w 742588"/>
                <a:gd name="connsiteY201" fmla="*/ 444957 h 1007434"/>
                <a:gd name="connsiteX202" fmla="*/ 662960 w 742588"/>
                <a:gd name="connsiteY202" fmla="*/ 451942 h 1007434"/>
                <a:gd name="connsiteX203" fmla="*/ 704870 w 742588"/>
                <a:gd name="connsiteY203" fmla="*/ 593039 h 1007434"/>
                <a:gd name="connsiteX204" fmla="*/ 710458 w 742588"/>
                <a:gd name="connsiteY204" fmla="*/ 612597 h 1007434"/>
                <a:gd name="connsiteX205" fmla="*/ 711855 w 742588"/>
                <a:gd name="connsiteY205" fmla="*/ 619582 h 1007434"/>
                <a:gd name="connsiteX206" fmla="*/ 716046 w 742588"/>
                <a:gd name="connsiteY206" fmla="*/ 643331 h 1007434"/>
                <a:gd name="connsiteX207" fmla="*/ 716046 w 742588"/>
                <a:gd name="connsiteY207" fmla="*/ 654507 h 1007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</a:cxnLst>
              <a:rect l="l" t="t" r="r" b="b"/>
              <a:pathLst>
                <a:path w="742588" h="1007434">
                  <a:moveTo>
                    <a:pt x="738398" y="618185"/>
                  </a:moveTo>
                  <a:cubicBezTo>
                    <a:pt x="738398" y="607009"/>
                    <a:pt x="734207" y="594436"/>
                    <a:pt x="730016" y="583260"/>
                  </a:cubicBezTo>
                  <a:cubicBezTo>
                    <a:pt x="721634" y="535762"/>
                    <a:pt x="709061" y="486867"/>
                    <a:pt x="686709" y="439369"/>
                  </a:cubicBezTo>
                  <a:lnTo>
                    <a:pt x="679724" y="428193"/>
                  </a:lnTo>
                  <a:lnTo>
                    <a:pt x="671342" y="418414"/>
                  </a:lnTo>
                  <a:cubicBezTo>
                    <a:pt x="668548" y="415620"/>
                    <a:pt x="665754" y="412826"/>
                    <a:pt x="658769" y="405841"/>
                  </a:cubicBezTo>
                  <a:cubicBezTo>
                    <a:pt x="650387" y="400253"/>
                    <a:pt x="643402" y="391871"/>
                    <a:pt x="630829" y="383489"/>
                  </a:cubicBezTo>
                  <a:lnTo>
                    <a:pt x="619653" y="373710"/>
                  </a:lnTo>
                  <a:lnTo>
                    <a:pt x="612668" y="369519"/>
                  </a:lnTo>
                  <a:lnTo>
                    <a:pt x="600095" y="359740"/>
                  </a:lnTo>
                  <a:cubicBezTo>
                    <a:pt x="553994" y="335991"/>
                    <a:pt x="519069" y="315036"/>
                    <a:pt x="465983" y="309448"/>
                  </a:cubicBezTo>
                  <a:cubicBezTo>
                    <a:pt x="449219" y="306654"/>
                    <a:pt x="397530" y="306654"/>
                    <a:pt x="379369" y="310845"/>
                  </a:cubicBezTo>
                  <a:lnTo>
                    <a:pt x="368193" y="315036"/>
                  </a:lnTo>
                  <a:cubicBezTo>
                    <a:pt x="361208" y="316433"/>
                    <a:pt x="352826" y="319227"/>
                    <a:pt x="348635" y="320624"/>
                  </a:cubicBezTo>
                  <a:cubicBezTo>
                    <a:pt x="319298" y="327609"/>
                    <a:pt x="291358" y="342976"/>
                    <a:pt x="263418" y="356946"/>
                  </a:cubicBezTo>
                  <a:cubicBezTo>
                    <a:pt x="280182" y="306654"/>
                    <a:pt x="282976" y="253567"/>
                    <a:pt x="296946" y="199084"/>
                  </a:cubicBezTo>
                  <a:cubicBezTo>
                    <a:pt x="296946" y="196290"/>
                    <a:pt x="295549" y="192099"/>
                    <a:pt x="299740" y="183717"/>
                  </a:cubicBezTo>
                  <a:cubicBezTo>
                    <a:pt x="306725" y="185114"/>
                    <a:pt x="313710" y="183717"/>
                    <a:pt x="319298" y="182320"/>
                  </a:cubicBezTo>
                  <a:lnTo>
                    <a:pt x="329077" y="180923"/>
                  </a:lnTo>
                  <a:lnTo>
                    <a:pt x="341650" y="179526"/>
                  </a:lnTo>
                  <a:cubicBezTo>
                    <a:pt x="357017" y="173938"/>
                    <a:pt x="632226" y="182320"/>
                    <a:pt x="635020" y="182320"/>
                  </a:cubicBezTo>
                  <a:cubicBezTo>
                    <a:pt x="647593" y="182320"/>
                    <a:pt x="660166" y="182320"/>
                    <a:pt x="672739" y="180923"/>
                  </a:cubicBezTo>
                  <a:cubicBezTo>
                    <a:pt x="697885" y="173938"/>
                    <a:pt x="693694" y="155777"/>
                    <a:pt x="689503" y="133425"/>
                  </a:cubicBezTo>
                  <a:lnTo>
                    <a:pt x="685312" y="113867"/>
                  </a:lnTo>
                  <a:cubicBezTo>
                    <a:pt x="683915" y="108279"/>
                    <a:pt x="683915" y="102691"/>
                    <a:pt x="682518" y="90118"/>
                  </a:cubicBezTo>
                  <a:lnTo>
                    <a:pt x="679724" y="83133"/>
                  </a:lnTo>
                  <a:cubicBezTo>
                    <a:pt x="679724" y="67766"/>
                    <a:pt x="682518" y="55193"/>
                    <a:pt x="681121" y="34238"/>
                  </a:cubicBezTo>
                  <a:cubicBezTo>
                    <a:pt x="685312" y="3504"/>
                    <a:pt x="665754" y="3504"/>
                    <a:pt x="639211" y="710"/>
                  </a:cubicBezTo>
                  <a:lnTo>
                    <a:pt x="626638" y="710"/>
                  </a:lnTo>
                  <a:lnTo>
                    <a:pt x="440837" y="4901"/>
                  </a:lnTo>
                  <a:cubicBezTo>
                    <a:pt x="432455" y="6298"/>
                    <a:pt x="422676" y="6298"/>
                    <a:pt x="410103" y="3504"/>
                  </a:cubicBezTo>
                  <a:cubicBezTo>
                    <a:pt x="382163" y="3504"/>
                    <a:pt x="165628" y="3504"/>
                    <a:pt x="157246" y="710"/>
                  </a:cubicBezTo>
                  <a:cubicBezTo>
                    <a:pt x="144673" y="-3481"/>
                    <a:pt x="136291" y="11886"/>
                    <a:pt x="134894" y="20268"/>
                  </a:cubicBezTo>
                  <a:cubicBezTo>
                    <a:pt x="122321" y="64972"/>
                    <a:pt x="123718" y="111073"/>
                    <a:pt x="116733" y="157174"/>
                  </a:cubicBezTo>
                  <a:cubicBezTo>
                    <a:pt x="113939" y="179526"/>
                    <a:pt x="106954" y="200481"/>
                    <a:pt x="104160" y="227024"/>
                  </a:cubicBezTo>
                  <a:lnTo>
                    <a:pt x="102763" y="240994"/>
                  </a:lnTo>
                  <a:cubicBezTo>
                    <a:pt x="90190" y="309448"/>
                    <a:pt x="70632" y="393268"/>
                    <a:pt x="49677" y="460324"/>
                  </a:cubicBezTo>
                  <a:cubicBezTo>
                    <a:pt x="46883" y="472897"/>
                    <a:pt x="42692" y="488264"/>
                    <a:pt x="37104" y="505028"/>
                  </a:cubicBezTo>
                  <a:cubicBezTo>
                    <a:pt x="27325" y="535762"/>
                    <a:pt x="17546" y="538556"/>
                    <a:pt x="53868" y="549732"/>
                  </a:cubicBezTo>
                  <a:cubicBezTo>
                    <a:pt x="90190" y="559511"/>
                    <a:pt x="183789" y="556717"/>
                    <a:pt x="220111" y="555320"/>
                  </a:cubicBezTo>
                  <a:cubicBezTo>
                    <a:pt x="225699" y="553923"/>
                    <a:pt x="232684" y="546938"/>
                    <a:pt x="235478" y="542747"/>
                  </a:cubicBezTo>
                  <a:lnTo>
                    <a:pt x="259227" y="518998"/>
                  </a:lnTo>
                  <a:cubicBezTo>
                    <a:pt x="267609" y="512013"/>
                    <a:pt x="278785" y="509219"/>
                    <a:pt x="287167" y="503631"/>
                  </a:cubicBezTo>
                  <a:cubicBezTo>
                    <a:pt x="302534" y="492455"/>
                    <a:pt x="327680" y="479882"/>
                    <a:pt x="355620" y="477088"/>
                  </a:cubicBezTo>
                  <a:lnTo>
                    <a:pt x="365399" y="474294"/>
                  </a:lnTo>
                  <a:cubicBezTo>
                    <a:pt x="379369" y="472897"/>
                    <a:pt x="394736" y="472897"/>
                    <a:pt x="405912" y="475691"/>
                  </a:cubicBezTo>
                  <a:cubicBezTo>
                    <a:pt x="435249" y="482676"/>
                    <a:pt x="475762" y="512013"/>
                    <a:pt x="491129" y="532968"/>
                  </a:cubicBezTo>
                  <a:cubicBezTo>
                    <a:pt x="503702" y="546938"/>
                    <a:pt x="507893" y="566496"/>
                    <a:pt x="513481" y="584657"/>
                  </a:cubicBezTo>
                  <a:cubicBezTo>
                    <a:pt x="516275" y="593039"/>
                    <a:pt x="514878" y="601421"/>
                    <a:pt x="520466" y="615391"/>
                  </a:cubicBezTo>
                  <a:cubicBezTo>
                    <a:pt x="519069" y="620979"/>
                    <a:pt x="520466" y="630758"/>
                    <a:pt x="521863" y="637743"/>
                  </a:cubicBezTo>
                  <a:lnTo>
                    <a:pt x="521863" y="660095"/>
                  </a:lnTo>
                  <a:cubicBezTo>
                    <a:pt x="507893" y="728548"/>
                    <a:pt x="484144" y="788619"/>
                    <a:pt x="414294" y="809574"/>
                  </a:cubicBezTo>
                  <a:cubicBezTo>
                    <a:pt x="411500" y="810971"/>
                    <a:pt x="404515" y="808177"/>
                    <a:pt x="394736" y="813765"/>
                  </a:cubicBezTo>
                  <a:cubicBezTo>
                    <a:pt x="387751" y="816559"/>
                    <a:pt x="372384" y="819353"/>
                    <a:pt x="364002" y="819353"/>
                  </a:cubicBezTo>
                  <a:cubicBezTo>
                    <a:pt x="340253" y="823544"/>
                    <a:pt x="320695" y="816559"/>
                    <a:pt x="299740" y="806780"/>
                  </a:cubicBezTo>
                  <a:cubicBezTo>
                    <a:pt x="296946" y="802589"/>
                    <a:pt x="288564" y="801192"/>
                    <a:pt x="284373" y="801192"/>
                  </a:cubicBezTo>
                  <a:cubicBezTo>
                    <a:pt x="278785" y="798398"/>
                    <a:pt x="274594" y="792810"/>
                    <a:pt x="270403" y="785825"/>
                  </a:cubicBezTo>
                  <a:lnTo>
                    <a:pt x="256433" y="769061"/>
                  </a:lnTo>
                  <a:lnTo>
                    <a:pt x="250845" y="757885"/>
                  </a:lnTo>
                  <a:lnTo>
                    <a:pt x="241066" y="741121"/>
                  </a:lnTo>
                  <a:lnTo>
                    <a:pt x="236875" y="728548"/>
                  </a:lnTo>
                  <a:cubicBezTo>
                    <a:pt x="236875" y="722960"/>
                    <a:pt x="228493" y="714578"/>
                    <a:pt x="228493" y="707593"/>
                  </a:cubicBezTo>
                  <a:cubicBezTo>
                    <a:pt x="224302" y="686638"/>
                    <a:pt x="224302" y="682447"/>
                    <a:pt x="196362" y="683844"/>
                  </a:cubicBezTo>
                  <a:lnTo>
                    <a:pt x="189377" y="682447"/>
                  </a:lnTo>
                  <a:lnTo>
                    <a:pt x="56662" y="689432"/>
                  </a:lnTo>
                  <a:cubicBezTo>
                    <a:pt x="46883" y="689432"/>
                    <a:pt x="39898" y="689432"/>
                    <a:pt x="34310" y="688035"/>
                  </a:cubicBezTo>
                  <a:lnTo>
                    <a:pt x="24531" y="686638"/>
                  </a:lnTo>
                  <a:cubicBezTo>
                    <a:pt x="20340" y="685241"/>
                    <a:pt x="16149" y="685241"/>
                    <a:pt x="11958" y="685241"/>
                  </a:cubicBezTo>
                  <a:cubicBezTo>
                    <a:pt x="-18776" y="686638"/>
                    <a:pt x="18943" y="762076"/>
                    <a:pt x="23134" y="776046"/>
                  </a:cubicBezTo>
                  <a:lnTo>
                    <a:pt x="30119" y="787222"/>
                  </a:lnTo>
                  <a:cubicBezTo>
                    <a:pt x="34310" y="792810"/>
                    <a:pt x="27325" y="803986"/>
                    <a:pt x="41295" y="817956"/>
                  </a:cubicBezTo>
                  <a:cubicBezTo>
                    <a:pt x="77617" y="878027"/>
                    <a:pt x="127909" y="936701"/>
                    <a:pt x="194965" y="968832"/>
                  </a:cubicBezTo>
                  <a:cubicBezTo>
                    <a:pt x="203347" y="971626"/>
                    <a:pt x="210332" y="977214"/>
                    <a:pt x="221508" y="982802"/>
                  </a:cubicBezTo>
                  <a:cubicBezTo>
                    <a:pt x="281579" y="999566"/>
                    <a:pt x="312313" y="1010742"/>
                    <a:pt x="383560" y="1006551"/>
                  </a:cubicBezTo>
                  <a:lnTo>
                    <a:pt x="389148" y="1005154"/>
                  </a:lnTo>
                  <a:lnTo>
                    <a:pt x="410103" y="1002360"/>
                  </a:lnTo>
                  <a:lnTo>
                    <a:pt x="445028" y="999566"/>
                  </a:lnTo>
                  <a:cubicBezTo>
                    <a:pt x="471571" y="996772"/>
                    <a:pt x="493923" y="982802"/>
                    <a:pt x="519069" y="977214"/>
                  </a:cubicBezTo>
                  <a:lnTo>
                    <a:pt x="533039" y="971626"/>
                  </a:lnTo>
                  <a:lnTo>
                    <a:pt x="542818" y="966038"/>
                  </a:lnTo>
                  <a:cubicBezTo>
                    <a:pt x="547009" y="963244"/>
                    <a:pt x="569361" y="953465"/>
                    <a:pt x="573552" y="950671"/>
                  </a:cubicBezTo>
                  <a:cubicBezTo>
                    <a:pt x="576346" y="949274"/>
                    <a:pt x="577743" y="946480"/>
                    <a:pt x="583331" y="943686"/>
                  </a:cubicBezTo>
                  <a:cubicBezTo>
                    <a:pt x="593110" y="940892"/>
                    <a:pt x="598698" y="938098"/>
                    <a:pt x="604286" y="935304"/>
                  </a:cubicBezTo>
                  <a:cubicBezTo>
                    <a:pt x="623844" y="925525"/>
                    <a:pt x="615462" y="926922"/>
                    <a:pt x="628035" y="917143"/>
                  </a:cubicBezTo>
                  <a:lnTo>
                    <a:pt x="637814" y="908761"/>
                  </a:lnTo>
                  <a:cubicBezTo>
                    <a:pt x="639211" y="907364"/>
                    <a:pt x="642005" y="904570"/>
                    <a:pt x="648990" y="897585"/>
                  </a:cubicBezTo>
                  <a:lnTo>
                    <a:pt x="655975" y="889203"/>
                  </a:lnTo>
                  <a:lnTo>
                    <a:pt x="661563" y="882218"/>
                  </a:lnTo>
                  <a:cubicBezTo>
                    <a:pt x="671342" y="868248"/>
                    <a:pt x="681121" y="852881"/>
                    <a:pt x="689503" y="837514"/>
                  </a:cubicBezTo>
                  <a:cubicBezTo>
                    <a:pt x="703473" y="823544"/>
                    <a:pt x="716046" y="802589"/>
                    <a:pt x="713252" y="794207"/>
                  </a:cubicBezTo>
                  <a:cubicBezTo>
                    <a:pt x="717443" y="787222"/>
                    <a:pt x="720237" y="778840"/>
                    <a:pt x="721634" y="771855"/>
                  </a:cubicBezTo>
                  <a:lnTo>
                    <a:pt x="734207" y="734136"/>
                  </a:lnTo>
                  <a:lnTo>
                    <a:pt x="738398" y="714578"/>
                  </a:lnTo>
                  <a:cubicBezTo>
                    <a:pt x="738398" y="704799"/>
                    <a:pt x="741192" y="692226"/>
                    <a:pt x="742589" y="681050"/>
                  </a:cubicBezTo>
                  <a:lnTo>
                    <a:pt x="742589" y="640537"/>
                  </a:lnTo>
                  <a:lnTo>
                    <a:pt x="738398" y="627964"/>
                  </a:lnTo>
                  <a:lnTo>
                    <a:pt x="738398" y="618185"/>
                  </a:lnTo>
                  <a:close/>
                  <a:moveTo>
                    <a:pt x="716046" y="654507"/>
                  </a:moveTo>
                  <a:cubicBezTo>
                    <a:pt x="714649" y="657301"/>
                    <a:pt x="714649" y="661492"/>
                    <a:pt x="714649" y="664286"/>
                  </a:cubicBezTo>
                  <a:lnTo>
                    <a:pt x="716046" y="671271"/>
                  </a:lnTo>
                  <a:lnTo>
                    <a:pt x="716046" y="679653"/>
                  </a:lnTo>
                  <a:cubicBezTo>
                    <a:pt x="714649" y="690829"/>
                    <a:pt x="711855" y="702005"/>
                    <a:pt x="711855" y="713181"/>
                  </a:cubicBezTo>
                  <a:lnTo>
                    <a:pt x="707664" y="727151"/>
                  </a:lnTo>
                  <a:lnTo>
                    <a:pt x="695091" y="764870"/>
                  </a:lnTo>
                  <a:cubicBezTo>
                    <a:pt x="692297" y="778840"/>
                    <a:pt x="685312" y="792810"/>
                    <a:pt x="675533" y="810971"/>
                  </a:cubicBezTo>
                  <a:lnTo>
                    <a:pt x="669945" y="822147"/>
                  </a:lnTo>
                  <a:cubicBezTo>
                    <a:pt x="660166" y="836117"/>
                    <a:pt x="650387" y="851484"/>
                    <a:pt x="640608" y="865454"/>
                  </a:cubicBezTo>
                  <a:lnTo>
                    <a:pt x="635020" y="871042"/>
                  </a:lnTo>
                  <a:cubicBezTo>
                    <a:pt x="632226" y="873836"/>
                    <a:pt x="629432" y="878027"/>
                    <a:pt x="628035" y="880821"/>
                  </a:cubicBezTo>
                  <a:lnTo>
                    <a:pt x="612668" y="896188"/>
                  </a:lnTo>
                  <a:cubicBezTo>
                    <a:pt x="609874" y="897585"/>
                    <a:pt x="605683" y="901776"/>
                    <a:pt x="602889" y="905967"/>
                  </a:cubicBezTo>
                  <a:lnTo>
                    <a:pt x="591713" y="911555"/>
                  </a:lnTo>
                  <a:cubicBezTo>
                    <a:pt x="586125" y="914349"/>
                    <a:pt x="581934" y="917143"/>
                    <a:pt x="573552" y="919937"/>
                  </a:cubicBezTo>
                  <a:cubicBezTo>
                    <a:pt x="565170" y="922731"/>
                    <a:pt x="560979" y="926922"/>
                    <a:pt x="556788" y="929716"/>
                  </a:cubicBezTo>
                  <a:cubicBezTo>
                    <a:pt x="549803" y="932510"/>
                    <a:pt x="533039" y="940892"/>
                    <a:pt x="528848" y="942289"/>
                  </a:cubicBezTo>
                  <a:lnTo>
                    <a:pt x="520466" y="949274"/>
                  </a:lnTo>
                  <a:lnTo>
                    <a:pt x="512084" y="950671"/>
                  </a:lnTo>
                  <a:cubicBezTo>
                    <a:pt x="488335" y="956259"/>
                    <a:pt x="467380" y="970229"/>
                    <a:pt x="443631" y="971626"/>
                  </a:cubicBezTo>
                  <a:cubicBezTo>
                    <a:pt x="438043" y="973023"/>
                    <a:pt x="422676" y="974420"/>
                    <a:pt x="407309" y="975817"/>
                  </a:cubicBezTo>
                  <a:lnTo>
                    <a:pt x="384957" y="978611"/>
                  </a:lnTo>
                  <a:lnTo>
                    <a:pt x="375178" y="981405"/>
                  </a:lnTo>
                  <a:cubicBezTo>
                    <a:pt x="315107" y="984199"/>
                    <a:pt x="285770" y="973023"/>
                    <a:pt x="229890" y="956259"/>
                  </a:cubicBezTo>
                  <a:cubicBezTo>
                    <a:pt x="221508" y="953465"/>
                    <a:pt x="214523" y="947877"/>
                    <a:pt x="207538" y="943686"/>
                  </a:cubicBezTo>
                  <a:cubicBezTo>
                    <a:pt x="146070" y="914349"/>
                    <a:pt x="98572" y="861263"/>
                    <a:pt x="63647" y="802589"/>
                  </a:cubicBezTo>
                  <a:lnTo>
                    <a:pt x="58059" y="794207"/>
                  </a:lnTo>
                  <a:cubicBezTo>
                    <a:pt x="58059" y="785825"/>
                    <a:pt x="56662" y="778840"/>
                    <a:pt x="52471" y="771855"/>
                  </a:cubicBezTo>
                  <a:lnTo>
                    <a:pt x="48280" y="764870"/>
                  </a:lnTo>
                  <a:cubicBezTo>
                    <a:pt x="42692" y="748106"/>
                    <a:pt x="35707" y="731342"/>
                    <a:pt x="30119" y="714578"/>
                  </a:cubicBezTo>
                  <a:cubicBezTo>
                    <a:pt x="37104" y="715975"/>
                    <a:pt x="45486" y="717372"/>
                    <a:pt x="58059" y="715975"/>
                  </a:cubicBezTo>
                  <a:lnTo>
                    <a:pt x="187980" y="708990"/>
                  </a:lnTo>
                  <a:cubicBezTo>
                    <a:pt x="189377" y="710387"/>
                    <a:pt x="193568" y="710387"/>
                    <a:pt x="200553" y="710387"/>
                  </a:cubicBezTo>
                  <a:cubicBezTo>
                    <a:pt x="201950" y="718769"/>
                    <a:pt x="204744" y="727151"/>
                    <a:pt x="210332" y="734136"/>
                  </a:cubicBezTo>
                  <a:cubicBezTo>
                    <a:pt x="210332" y="736930"/>
                    <a:pt x="211729" y="741121"/>
                    <a:pt x="211729" y="742518"/>
                  </a:cubicBezTo>
                  <a:lnTo>
                    <a:pt x="218714" y="755091"/>
                  </a:lnTo>
                  <a:lnTo>
                    <a:pt x="222905" y="762076"/>
                  </a:lnTo>
                  <a:cubicBezTo>
                    <a:pt x="224302" y="764870"/>
                    <a:pt x="225699" y="769061"/>
                    <a:pt x="227096" y="771855"/>
                  </a:cubicBezTo>
                  <a:lnTo>
                    <a:pt x="232684" y="780237"/>
                  </a:lnTo>
                  <a:cubicBezTo>
                    <a:pt x="234081" y="783031"/>
                    <a:pt x="236875" y="785825"/>
                    <a:pt x="238272" y="788619"/>
                  </a:cubicBezTo>
                  <a:lnTo>
                    <a:pt x="248051" y="802589"/>
                  </a:lnTo>
                  <a:cubicBezTo>
                    <a:pt x="253639" y="809574"/>
                    <a:pt x="262021" y="819353"/>
                    <a:pt x="274594" y="826338"/>
                  </a:cubicBezTo>
                  <a:lnTo>
                    <a:pt x="284373" y="827735"/>
                  </a:lnTo>
                  <a:lnTo>
                    <a:pt x="292755" y="833323"/>
                  </a:lnTo>
                  <a:cubicBezTo>
                    <a:pt x="310916" y="843102"/>
                    <a:pt x="336062" y="851484"/>
                    <a:pt x="368193" y="845896"/>
                  </a:cubicBezTo>
                  <a:cubicBezTo>
                    <a:pt x="380766" y="844499"/>
                    <a:pt x="396133" y="841705"/>
                    <a:pt x="408706" y="836117"/>
                  </a:cubicBezTo>
                  <a:cubicBezTo>
                    <a:pt x="417088" y="837514"/>
                    <a:pt x="424073" y="834720"/>
                    <a:pt x="426867" y="833323"/>
                  </a:cubicBezTo>
                  <a:cubicBezTo>
                    <a:pt x="507893" y="808177"/>
                    <a:pt x="534436" y="734136"/>
                    <a:pt x="548406" y="661492"/>
                  </a:cubicBezTo>
                  <a:lnTo>
                    <a:pt x="548406" y="633552"/>
                  </a:lnTo>
                  <a:cubicBezTo>
                    <a:pt x="545612" y="622376"/>
                    <a:pt x="548406" y="612597"/>
                    <a:pt x="542818" y="601421"/>
                  </a:cubicBezTo>
                  <a:cubicBezTo>
                    <a:pt x="541421" y="593039"/>
                    <a:pt x="541421" y="584657"/>
                    <a:pt x="538627" y="577672"/>
                  </a:cubicBezTo>
                  <a:cubicBezTo>
                    <a:pt x="533039" y="555320"/>
                    <a:pt x="526054" y="532968"/>
                    <a:pt x="512084" y="516204"/>
                  </a:cubicBezTo>
                  <a:cubicBezTo>
                    <a:pt x="493923" y="491058"/>
                    <a:pt x="447822" y="458927"/>
                    <a:pt x="412897" y="450545"/>
                  </a:cubicBezTo>
                  <a:cubicBezTo>
                    <a:pt x="397530" y="446354"/>
                    <a:pt x="376575" y="446354"/>
                    <a:pt x="361208" y="447751"/>
                  </a:cubicBezTo>
                  <a:lnTo>
                    <a:pt x="350032" y="450545"/>
                  </a:lnTo>
                  <a:cubicBezTo>
                    <a:pt x="319298" y="454736"/>
                    <a:pt x="291358" y="468706"/>
                    <a:pt x="273197" y="481279"/>
                  </a:cubicBezTo>
                  <a:cubicBezTo>
                    <a:pt x="263418" y="486867"/>
                    <a:pt x="252242" y="489661"/>
                    <a:pt x="243860" y="498043"/>
                  </a:cubicBezTo>
                  <a:cubicBezTo>
                    <a:pt x="239669" y="500837"/>
                    <a:pt x="236875" y="502234"/>
                    <a:pt x="235478" y="505028"/>
                  </a:cubicBezTo>
                  <a:lnTo>
                    <a:pt x="213126" y="527380"/>
                  </a:lnTo>
                  <a:cubicBezTo>
                    <a:pt x="179598" y="528777"/>
                    <a:pt x="94381" y="532968"/>
                    <a:pt x="59456" y="523189"/>
                  </a:cubicBezTo>
                  <a:lnTo>
                    <a:pt x="62250" y="512013"/>
                  </a:lnTo>
                  <a:cubicBezTo>
                    <a:pt x="67838" y="496646"/>
                    <a:pt x="72029" y="479882"/>
                    <a:pt x="76220" y="468706"/>
                  </a:cubicBezTo>
                  <a:cubicBezTo>
                    <a:pt x="97175" y="400253"/>
                    <a:pt x="116733" y="315036"/>
                    <a:pt x="129306" y="246582"/>
                  </a:cubicBezTo>
                  <a:lnTo>
                    <a:pt x="130703" y="238200"/>
                  </a:lnTo>
                  <a:lnTo>
                    <a:pt x="130703" y="228421"/>
                  </a:lnTo>
                  <a:cubicBezTo>
                    <a:pt x="133497" y="203275"/>
                    <a:pt x="140482" y="182320"/>
                    <a:pt x="143276" y="159968"/>
                  </a:cubicBezTo>
                  <a:cubicBezTo>
                    <a:pt x="150261" y="116661"/>
                    <a:pt x="148864" y="70560"/>
                    <a:pt x="161437" y="27253"/>
                  </a:cubicBezTo>
                  <a:cubicBezTo>
                    <a:pt x="242463" y="31444"/>
                    <a:pt x="326283" y="30047"/>
                    <a:pt x="408706" y="30047"/>
                  </a:cubicBezTo>
                  <a:cubicBezTo>
                    <a:pt x="419882" y="32841"/>
                    <a:pt x="431058" y="32841"/>
                    <a:pt x="440837" y="32841"/>
                  </a:cubicBezTo>
                  <a:lnTo>
                    <a:pt x="628035" y="27253"/>
                  </a:lnTo>
                  <a:lnTo>
                    <a:pt x="636417" y="27253"/>
                  </a:lnTo>
                  <a:cubicBezTo>
                    <a:pt x="643402" y="27253"/>
                    <a:pt x="648990" y="28650"/>
                    <a:pt x="654578" y="30047"/>
                  </a:cubicBezTo>
                  <a:cubicBezTo>
                    <a:pt x="653181" y="34238"/>
                    <a:pt x="653181" y="37032"/>
                    <a:pt x="653181" y="39826"/>
                  </a:cubicBezTo>
                  <a:cubicBezTo>
                    <a:pt x="653181" y="42620"/>
                    <a:pt x="653181" y="45414"/>
                    <a:pt x="654578" y="51002"/>
                  </a:cubicBezTo>
                  <a:lnTo>
                    <a:pt x="654578" y="60781"/>
                  </a:lnTo>
                  <a:cubicBezTo>
                    <a:pt x="654578" y="69163"/>
                    <a:pt x="653181" y="78942"/>
                    <a:pt x="653181" y="91515"/>
                  </a:cubicBezTo>
                  <a:lnTo>
                    <a:pt x="655975" y="97103"/>
                  </a:lnTo>
                  <a:cubicBezTo>
                    <a:pt x="657372" y="105485"/>
                    <a:pt x="657372" y="112470"/>
                    <a:pt x="658769" y="119455"/>
                  </a:cubicBezTo>
                  <a:lnTo>
                    <a:pt x="662960" y="137616"/>
                  </a:lnTo>
                  <a:cubicBezTo>
                    <a:pt x="662960" y="143204"/>
                    <a:pt x="664357" y="148792"/>
                    <a:pt x="664357" y="155777"/>
                  </a:cubicBezTo>
                  <a:lnTo>
                    <a:pt x="636417" y="155777"/>
                  </a:lnTo>
                  <a:cubicBezTo>
                    <a:pt x="636417" y="155777"/>
                    <a:pt x="566567" y="152983"/>
                    <a:pt x="493923" y="151586"/>
                  </a:cubicBezTo>
                  <a:cubicBezTo>
                    <a:pt x="428264" y="150189"/>
                    <a:pt x="354223" y="150189"/>
                    <a:pt x="336062" y="152983"/>
                  </a:cubicBezTo>
                  <a:cubicBezTo>
                    <a:pt x="331871" y="152983"/>
                    <a:pt x="329077" y="152983"/>
                    <a:pt x="324886" y="154380"/>
                  </a:cubicBezTo>
                  <a:lnTo>
                    <a:pt x="315107" y="155777"/>
                  </a:lnTo>
                  <a:cubicBezTo>
                    <a:pt x="309519" y="157174"/>
                    <a:pt x="305328" y="157174"/>
                    <a:pt x="301137" y="157174"/>
                  </a:cubicBezTo>
                  <a:cubicBezTo>
                    <a:pt x="287167" y="154380"/>
                    <a:pt x="273197" y="165556"/>
                    <a:pt x="270403" y="179526"/>
                  </a:cubicBezTo>
                  <a:cubicBezTo>
                    <a:pt x="269006" y="189305"/>
                    <a:pt x="269006" y="193496"/>
                    <a:pt x="269006" y="197687"/>
                  </a:cubicBezTo>
                  <a:cubicBezTo>
                    <a:pt x="256433" y="247979"/>
                    <a:pt x="253639" y="302463"/>
                    <a:pt x="236875" y="352755"/>
                  </a:cubicBezTo>
                  <a:cubicBezTo>
                    <a:pt x="228493" y="375107"/>
                    <a:pt x="249448" y="393268"/>
                    <a:pt x="271800" y="382092"/>
                  </a:cubicBezTo>
                  <a:cubicBezTo>
                    <a:pt x="294152" y="370916"/>
                    <a:pt x="319298" y="356946"/>
                    <a:pt x="343047" y="349961"/>
                  </a:cubicBezTo>
                  <a:lnTo>
                    <a:pt x="354223" y="347167"/>
                  </a:lnTo>
                  <a:cubicBezTo>
                    <a:pt x="358414" y="345770"/>
                    <a:pt x="368193" y="342976"/>
                    <a:pt x="376575" y="340182"/>
                  </a:cubicBezTo>
                  <a:lnTo>
                    <a:pt x="389148" y="335991"/>
                  </a:lnTo>
                  <a:cubicBezTo>
                    <a:pt x="391942" y="335991"/>
                    <a:pt x="404515" y="334594"/>
                    <a:pt x="419882" y="334594"/>
                  </a:cubicBezTo>
                  <a:cubicBezTo>
                    <a:pt x="491129" y="331800"/>
                    <a:pt x="524657" y="351358"/>
                    <a:pt x="587522" y="382092"/>
                  </a:cubicBezTo>
                  <a:lnTo>
                    <a:pt x="598698" y="391871"/>
                  </a:lnTo>
                  <a:lnTo>
                    <a:pt x="604286" y="396062"/>
                  </a:lnTo>
                  <a:lnTo>
                    <a:pt x="614065" y="404444"/>
                  </a:lnTo>
                  <a:lnTo>
                    <a:pt x="625241" y="412826"/>
                  </a:lnTo>
                  <a:cubicBezTo>
                    <a:pt x="628035" y="415620"/>
                    <a:pt x="632226" y="419811"/>
                    <a:pt x="635020" y="422605"/>
                  </a:cubicBezTo>
                  <a:lnTo>
                    <a:pt x="643402" y="428193"/>
                  </a:lnTo>
                  <a:cubicBezTo>
                    <a:pt x="646196" y="430987"/>
                    <a:pt x="648990" y="435178"/>
                    <a:pt x="651784" y="436575"/>
                  </a:cubicBezTo>
                  <a:lnTo>
                    <a:pt x="658769" y="444957"/>
                  </a:lnTo>
                  <a:lnTo>
                    <a:pt x="662960" y="451942"/>
                  </a:lnTo>
                  <a:cubicBezTo>
                    <a:pt x="682518" y="495249"/>
                    <a:pt x="695091" y="542747"/>
                    <a:pt x="704870" y="593039"/>
                  </a:cubicBezTo>
                  <a:cubicBezTo>
                    <a:pt x="707664" y="600024"/>
                    <a:pt x="709061" y="605612"/>
                    <a:pt x="710458" y="612597"/>
                  </a:cubicBezTo>
                  <a:lnTo>
                    <a:pt x="711855" y="619582"/>
                  </a:lnTo>
                  <a:cubicBezTo>
                    <a:pt x="711855" y="626567"/>
                    <a:pt x="711855" y="633552"/>
                    <a:pt x="716046" y="643331"/>
                  </a:cubicBezTo>
                  <a:lnTo>
                    <a:pt x="716046" y="654507"/>
                  </a:ln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29" name="Titel 1">
            <a:extLst>
              <a:ext uri="{FF2B5EF4-FFF2-40B4-BE49-F238E27FC236}">
                <a16:creationId xmlns:a16="http://schemas.microsoft.com/office/drawing/2014/main" id="{A27273DE-08DC-43EF-9BC7-2427F8EB82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325" y="2789934"/>
            <a:ext cx="10440985" cy="1558119"/>
          </a:xfrm>
        </p:spPr>
        <p:txBody>
          <a:bodyPr vert="horz"/>
          <a:lstStyle/>
          <a:p>
            <a:r>
              <a:rPr lang="de-DE" dirty="0"/>
              <a:t>Variablen &amp; Datentypen</a:t>
            </a:r>
            <a:br>
              <a:rPr lang="de-DE" dirty="0"/>
            </a:br>
            <a:r>
              <a:rPr lang="de-DE" dirty="0">
                <a:solidFill>
                  <a:schemeClr val="accent2"/>
                </a:solidFill>
              </a:rPr>
              <a:t>Direkt für Dich.</a:t>
            </a:r>
          </a:p>
        </p:txBody>
      </p:sp>
    </p:spTree>
    <p:extLst>
      <p:ext uri="{BB962C8B-B14F-4D97-AF65-F5344CB8AC3E}">
        <p14:creationId xmlns:p14="http://schemas.microsoft.com/office/powerpoint/2010/main" val="260729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407A78-B6C4-418F-9AEE-57080687C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Variablen &amp; Datentypen</a:t>
            </a: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8532754-599A-4B80-AE98-2C5960D7AA4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Variablen speichern Daten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Datentypen geben an, welche Art</a:t>
            </a:r>
            <a:br>
              <a:rPr lang="de-DE" dirty="0"/>
            </a:br>
            <a:r>
              <a:rPr lang="de-DE" dirty="0"/>
              <a:t>von Daten gespeichert werden</a:t>
            </a:r>
          </a:p>
          <a:p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3BF59D1-739C-11F0-5A22-1CAD5CAD0E9D}"/>
              </a:ext>
            </a:extLst>
          </p:cNvPr>
          <p:cNvSpPr txBox="1"/>
          <p:nvPr/>
        </p:nvSpPr>
        <p:spPr>
          <a:xfrm>
            <a:off x="926663" y="2918865"/>
            <a:ext cx="4827231" cy="277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String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b="0" dirty="0" err="1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Sascha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b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Integer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b="0" dirty="0" err="1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35</a:t>
            </a:r>
            <a:b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Boolean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b="0" dirty="0" err="1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isAdmin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b="0" dirty="0" err="1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true</a:t>
            </a:r>
            <a:b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Array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b="0" dirty="0" err="1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colors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Rot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Grün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Blau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")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C239F61-FE31-CADE-35F5-FE67BB015DDC}"/>
              </a:ext>
            </a:extLst>
          </p:cNvPr>
          <p:cNvSpPr txBox="1"/>
          <p:nvPr/>
        </p:nvSpPr>
        <p:spPr>
          <a:xfrm>
            <a:off x="6501728" y="2918865"/>
            <a:ext cx="4763609" cy="2285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de-DE" b="0" i="1" dirty="0" err="1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Hashtable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b="0" dirty="0" err="1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Sascha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Role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Admin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Explizite Typdeklaration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e-DE" b="0" dirty="0" err="1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b="0" dirty="0" err="1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42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e-DE" b="0" dirty="0" err="1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b="0" dirty="0" err="1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Hallo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404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fik 3">
            <a:extLst>
              <a:ext uri="{FF2B5EF4-FFF2-40B4-BE49-F238E27FC236}">
                <a16:creationId xmlns:a16="http://schemas.microsoft.com/office/drawing/2014/main" id="{2CBE70DC-D29C-4EE5-B2E8-34FE61F3EE9F}"/>
              </a:ext>
            </a:extLst>
          </p:cNvPr>
          <p:cNvGrpSpPr/>
          <p:nvPr/>
        </p:nvGrpSpPr>
        <p:grpSpPr>
          <a:xfrm>
            <a:off x="776417" y="1621015"/>
            <a:ext cx="1060219" cy="1017365"/>
            <a:chOff x="2349476" y="4261484"/>
            <a:chExt cx="1060219" cy="1017365"/>
          </a:xfrm>
        </p:grpSpPr>
        <p:sp>
          <p:nvSpPr>
            <p:cNvPr id="4" name="Freihandform: Form 3">
              <a:extLst>
                <a:ext uri="{FF2B5EF4-FFF2-40B4-BE49-F238E27FC236}">
                  <a16:creationId xmlns:a16="http://schemas.microsoft.com/office/drawing/2014/main" id="{7488FE38-419F-459F-9ABC-267CEF747F31}"/>
                </a:ext>
              </a:extLst>
            </p:cNvPr>
            <p:cNvSpPr/>
            <p:nvPr/>
          </p:nvSpPr>
          <p:spPr>
            <a:xfrm>
              <a:off x="2376019" y="4288027"/>
              <a:ext cx="671980" cy="963775"/>
            </a:xfrm>
            <a:custGeom>
              <a:avLst/>
              <a:gdLst>
                <a:gd name="connsiteX0" fmla="*/ 631468 w 671980"/>
                <a:gd name="connsiteY0" fmla="*/ 461010 h 963775"/>
                <a:gd name="connsiteX1" fmla="*/ 625880 w 671980"/>
                <a:gd name="connsiteY1" fmla="*/ 452628 h 963775"/>
                <a:gd name="connsiteX2" fmla="*/ 607719 w 671980"/>
                <a:gd name="connsiteY2" fmla="*/ 428879 h 963775"/>
                <a:gd name="connsiteX3" fmla="*/ 563015 w 671980"/>
                <a:gd name="connsiteY3" fmla="*/ 385572 h 963775"/>
                <a:gd name="connsiteX4" fmla="*/ 537869 w 671980"/>
                <a:gd name="connsiteY4" fmla="*/ 370205 h 963775"/>
                <a:gd name="connsiteX5" fmla="*/ 477798 w 671980"/>
                <a:gd name="connsiteY5" fmla="*/ 349250 h 963775"/>
                <a:gd name="connsiteX6" fmla="*/ 430300 w 671980"/>
                <a:gd name="connsiteY6" fmla="*/ 335280 h 963775"/>
                <a:gd name="connsiteX7" fmla="*/ 419124 w 671980"/>
                <a:gd name="connsiteY7" fmla="*/ 333883 h 963775"/>
                <a:gd name="connsiteX8" fmla="*/ 407948 w 671980"/>
                <a:gd name="connsiteY8" fmla="*/ 329692 h 963775"/>
                <a:gd name="connsiteX9" fmla="*/ 307364 w 671980"/>
                <a:gd name="connsiteY9" fmla="*/ 340868 h 963775"/>
                <a:gd name="connsiteX10" fmla="*/ 285012 w 671980"/>
                <a:gd name="connsiteY10" fmla="*/ 346456 h 963775"/>
                <a:gd name="connsiteX11" fmla="*/ 275233 w 671980"/>
                <a:gd name="connsiteY11" fmla="*/ 350647 h 963775"/>
                <a:gd name="connsiteX12" fmla="*/ 266851 w 671980"/>
                <a:gd name="connsiteY12" fmla="*/ 359029 h 963775"/>
                <a:gd name="connsiteX13" fmla="*/ 226338 w 671980"/>
                <a:gd name="connsiteY13" fmla="*/ 389763 h 963775"/>
                <a:gd name="connsiteX14" fmla="*/ 219353 w 671980"/>
                <a:gd name="connsiteY14" fmla="*/ 395351 h 963775"/>
                <a:gd name="connsiteX15" fmla="*/ 166267 w 671980"/>
                <a:gd name="connsiteY15" fmla="*/ 360426 h 963775"/>
                <a:gd name="connsiteX16" fmla="*/ 169061 w 671980"/>
                <a:gd name="connsiteY16" fmla="*/ 350647 h 963775"/>
                <a:gd name="connsiteX17" fmla="*/ 170458 w 671980"/>
                <a:gd name="connsiteY17" fmla="*/ 343662 h 963775"/>
                <a:gd name="connsiteX18" fmla="*/ 174649 w 671980"/>
                <a:gd name="connsiteY18" fmla="*/ 319913 h 963775"/>
                <a:gd name="connsiteX19" fmla="*/ 192810 w 671980"/>
                <a:gd name="connsiteY19" fmla="*/ 248666 h 963775"/>
                <a:gd name="connsiteX20" fmla="*/ 198398 w 671980"/>
                <a:gd name="connsiteY20" fmla="*/ 237490 h 963775"/>
                <a:gd name="connsiteX21" fmla="*/ 209574 w 671980"/>
                <a:gd name="connsiteY21" fmla="*/ 219329 h 963775"/>
                <a:gd name="connsiteX22" fmla="*/ 216559 w 671980"/>
                <a:gd name="connsiteY22" fmla="*/ 210947 h 963775"/>
                <a:gd name="connsiteX23" fmla="*/ 222147 w 671980"/>
                <a:gd name="connsiteY23" fmla="*/ 201168 h 963775"/>
                <a:gd name="connsiteX24" fmla="*/ 226338 w 671980"/>
                <a:gd name="connsiteY24" fmla="*/ 191389 h 963775"/>
                <a:gd name="connsiteX25" fmla="*/ 247293 w 671980"/>
                <a:gd name="connsiteY25" fmla="*/ 163449 h 963775"/>
                <a:gd name="connsiteX26" fmla="*/ 259866 w 671980"/>
                <a:gd name="connsiteY26" fmla="*/ 155067 h 963775"/>
                <a:gd name="connsiteX27" fmla="*/ 265454 w 671980"/>
                <a:gd name="connsiteY27" fmla="*/ 149479 h 963775"/>
                <a:gd name="connsiteX28" fmla="*/ 300379 w 671980"/>
                <a:gd name="connsiteY28" fmla="*/ 129921 h 963775"/>
                <a:gd name="connsiteX29" fmla="*/ 315746 w 671980"/>
                <a:gd name="connsiteY29" fmla="*/ 121539 h 963775"/>
                <a:gd name="connsiteX30" fmla="*/ 324128 w 671980"/>
                <a:gd name="connsiteY30" fmla="*/ 118745 h 963775"/>
                <a:gd name="connsiteX31" fmla="*/ 343686 w 671980"/>
                <a:gd name="connsiteY31" fmla="*/ 117348 h 963775"/>
                <a:gd name="connsiteX32" fmla="*/ 417727 w 671980"/>
                <a:gd name="connsiteY32" fmla="*/ 111760 h 963775"/>
                <a:gd name="connsiteX33" fmla="*/ 468019 w 671980"/>
                <a:gd name="connsiteY33" fmla="*/ 149479 h 963775"/>
                <a:gd name="connsiteX34" fmla="*/ 508532 w 671980"/>
                <a:gd name="connsiteY34" fmla="*/ 217932 h 963775"/>
                <a:gd name="connsiteX35" fmla="*/ 521105 w 671980"/>
                <a:gd name="connsiteY35" fmla="*/ 219329 h 963775"/>
                <a:gd name="connsiteX36" fmla="*/ 528090 w 671980"/>
                <a:gd name="connsiteY36" fmla="*/ 220726 h 963775"/>
                <a:gd name="connsiteX37" fmla="*/ 547648 w 671980"/>
                <a:gd name="connsiteY37" fmla="*/ 220726 h 963775"/>
                <a:gd name="connsiteX38" fmla="*/ 572794 w 671980"/>
                <a:gd name="connsiteY38" fmla="*/ 219329 h 963775"/>
                <a:gd name="connsiteX39" fmla="*/ 624483 w 671980"/>
                <a:gd name="connsiteY39" fmla="*/ 219329 h 963775"/>
                <a:gd name="connsiteX40" fmla="*/ 655217 w 671980"/>
                <a:gd name="connsiteY40" fmla="*/ 220726 h 963775"/>
                <a:gd name="connsiteX41" fmla="*/ 618895 w 671980"/>
                <a:gd name="connsiteY41" fmla="*/ 121539 h 963775"/>
                <a:gd name="connsiteX42" fmla="*/ 586764 w 671980"/>
                <a:gd name="connsiteY42" fmla="*/ 88011 h 963775"/>
                <a:gd name="connsiteX43" fmla="*/ 564412 w 671980"/>
                <a:gd name="connsiteY43" fmla="*/ 64262 h 963775"/>
                <a:gd name="connsiteX44" fmla="*/ 546251 w 671980"/>
                <a:gd name="connsiteY44" fmla="*/ 50292 h 963775"/>
                <a:gd name="connsiteX45" fmla="*/ 528090 w 671980"/>
                <a:gd name="connsiteY45" fmla="*/ 41910 h 963775"/>
                <a:gd name="connsiteX46" fmla="*/ 507135 w 671980"/>
                <a:gd name="connsiteY46" fmla="*/ 30734 h 963775"/>
                <a:gd name="connsiteX47" fmla="*/ 490371 w 671980"/>
                <a:gd name="connsiteY47" fmla="*/ 23749 h 963775"/>
                <a:gd name="connsiteX48" fmla="*/ 462431 w 671980"/>
                <a:gd name="connsiteY48" fmla="*/ 16764 h 963775"/>
                <a:gd name="connsiteX49" fmla="*/ 454049 w 671980"/>
                <a:gd name="connsiteY49" fmla="*/ 15367 h 963775"/>
                <a:gd name="connsiteX50" fmla="*/ 444270 w 671980"/>
                <a:gd name="connsiteY50" fmla="*/ 13970 h 963775"/>
                <a:gd name="connsiteX51" fmla="*/ 431697 w 671980"/>
                <a:gd name="connsiteY51" fmla="*/ 11176 h 963775"/>
                <a:gd name="connsiteX52" fmla="*/ 417727 w 671980"/>
                <a:gd name="connsiteY52" fmla="*/ 8382 h 963775"/>
                <a:gd name="connsiteX53" fmla="*/ 279424 w 671980"/>
                <a:gd name="connsiteY53" fmla="*/ 0 h 963775"/>
                <a:gd name="connsiteX54" fmla="*/ 234720 w 671980"/>
                <a:gd name="connsiteY54" fmla="*/ 9779 h 963775"/>
                <a:gd name="connsiteX55" fmla="*/ 183031 w 671980"/>
                <a:gd name="connsiteY55" fmla="*/ 36322 h 963775"/>
                <a:gd name="connsiteX56" fmla="*/ 173252 w 671980"/>
                <a:gd name="connsiteY56" fmla="*/ 41910 h 963775"/>
                <a:gd name="connsiteX57" fmla="*/ 157885 w 671980"/>
                <a:gd name="connsiteY57" fmla="*/ 51689 h 963775"/>
                <a:gd name="connsiteX58" fmla="*/ 121563 w 671980"/>
                <a:gd name="connsiteY58" fmla="*/ 85217 h 963775"/>
                <a:gd name="connsiteX59" fmla="*/ 75462 w 671980"/>
                <a:gd name="connsiteY59" fmla="*/ 160655 h 963775"/>
                <a:gd name="connsiteX60" fmla="*/ 26567 w 671980"/>
                <a:gd name="connsiteY60" fmla="*/ 287782 h 963775"/>
                <a:gd name="connsiteX61" fmla="*/ 23773 w 671980"/>
                <a:gd name="connsiteY61" fmla="*/ 300355 h 963775"/>
                <a:gd name="connsiteX62" fmla="*/ 22376 w 671980"/>
                <a:gd name="connsiteY62" fmla="*/ 305943 h 963775"/>
                <a:gd name="connsiteX63" fmla="*/ 15391 w 671980"/>
                <a:gd name="connsiteY63" fmla="*/ 356235 h 963775"/>
                <a:gd name="connsiteX64" fmla="*/ 13994 w 671980"/>
                <a:gd name="connsiteY64" fmla="*/ 366014 h 963775"/>
                <a:gd name="connsiteX65" fmla="*/ 1421 w 671980"/>
                <a:gd name="connsiteY65" fmla="*/ 557403 h 963775"/>
                <a:gd name="connsiteX66" fmla="*/ 1421 w 671980"/>
                <a:gd name="connsiteY66" fmla="*/ 565785 h 963775"/>
                <a:gd name="connsiteX67" fmla="*/ 4215 w 671980"/>
                <a:gd name="connsiteY67" fmla="*/ 576961 h 963775"/>
                <a:gd name="connsiteX68" fmla="*/ 18185 w 671980"/>
                <a:gd name="connsiteY68" fmla="*/ 666369 h 963775"/>
                <a:gd name="connsiteX69" fmla="*/ 22376 w 671980"/>
                <a:gd name="connsiteY69" fmla="*/ 676148 h 963775"/>
                <a:gd name="connsiteX70" fmla="*/ 43331 w 671980"/>
                <a:gd name="connsiteY70" fmla="*/ 739013 h 963775"/>
                <a:gd name="connsiteX71" fmla="*/ 46125 w 671980"/>
                <a:gd name="connsiteY71" fmla="*/ 747395 h 963775"/>
                <a:gd name="connsiteX72" fmla="*/ 97814 w 671980"/>
                <a:gd name="connsiteY72" fmla="*/ 842391 h 963775"/>
                <a:gd name="connsiteX73" fmla="*/ 106196 w 671980"/>
                <a:gd name="connsiteY73" fmla="*/ 850773 h 963775"/>
                <a:gd name="connsiteX74" fmla="*/ 115975 w 671980"/>
                <a:gd name="connsiteY74" fmla="*/ 859155 h 963775"/>
                <a:gd name="connsiteX75" fmla="*/ 136930 w 671980"/>
                <a:gd name="connsiteY75" fmla="*/ 880110 h 963775"/>
                <a:gd name="connsiteX76" fmla="*/ 212368 w 671980"/>
                <a:gd name="connsiteY76" fmla="*/ 931799 h 963775"/>
                <a:gd name="connsiteX77" fmla="*/ 252881 w 671980"/>
                <a:gd name="connsiteY77" fmla="*/ 949960 h 963775"/>
                <a:gd name="connsiteX78" fmla="*/ 271042 w 671980"/>
                <a:gd name="connsiteY78" fmla="*/ 955548 h 963775"/>
                <a:gd name="connsiteX79" fmla="*/ 283615 w 671980"/>
                <a:gd name="connsiteY79" fmla="*/ 959739 h 963775"/>
                <a:gd name="connsiteX80" fmla="*/ 322731 w 671980"/>
                <a:gd name="connsiteY80" fmla="*/ 962533 h 963775"/>
                <a:gd name="connsiteX81" fmla="*/ 384199 w 671980"/>
                <a:gd name="connsiteY81" fmla="*/ 962533 h 963775"/>
                <a:gd name="connsiteX82" fmla="*/ 475004 w 671980"/>
                <a:gd name="connsiteY82" fmla="*/ 942975 h 963775"/>
                <a:gd name="connsiteX83" fmla="*/ 487577 w 671980"/>
                <a:gd name="connsiteY83" fmla="*/ 941578 h 963775"/>
                <a:gd name="connsiteX84" fmla="*/ 516914 w 671980"/>
                <a:gd name="connsiteY84" fmla="*/ 920623 h 963775"/>
                <a:gd name="connsiteX85" fmla="*/ 523899 w 671980"/>
                <a:gd name="connsiteY85" fmla="*/ 917829 h 963775"/>
                <a:gd name="connsiteX86" fmla="*/ 533678 w 671980"/>
                <a:gd name="connsiteY86" fmla="*/ 910844 h 963775"/>
                <a:gd name="connsiteX87" fmla="*/ 542060 w 671980"/>
                <a:gd name="connsiteY87" fmla="*/ 905256 h 963775"/>
                <a:gd name="connsiteX88" fmla="*/ 549045 w 671980"/>
                <a:gd name="connsiteY88" fmla="*/ 902462 h 963775"/>
                <a:gd name="connsiteX89" fmla="*/ 557427 w 671980"/>
                <a:gd name="connsiteY89" fmla="*/ 892683 h 963775"/>
                <a:gd name="connsiteX90" fmla="*/ 586764 w 671980"/>
                <a:gd name="connsiteY90" fmla="*/ 854964 h 963775"/>
                <a:gd name="connsiteX91" fmla="*/ 623086 w 671980"/>
                <a:gd name="connsiteY91" fmla="*/ 807466 h 963775"/>
                <a:gd name="connsiteX92" fmla="*/ 666393 w 671980"/>
                <a:gd name="connsiteY92" fmla="*/ 659384 h 963775"/>
                <a:gd name="connsiteX93" fmla="*/ 667790 w 671980"/>
                <a:gd name="connsiteY93" fmla="*/ 656590 h 963775"/>
                <a:gd name="connsiteX94" fmla="*/ 669187 w 671980"/>
                <a:gd name="connsiteY94" fmla="*/ 639826 h 963775"/>
                <a:gd name="connsiteX95" fmla="*/ 671981 w 671980"/>
                <a:gd name="connsiteY95" fmla="*/ 617474 h 963775"/>
                <a:gd name="connsiteX96" fmla="*/ 670584 w 671980"/>
                <a:gd name="connsiteY96" fmla="*/ 599313 h 963775"/>
                <a:gd name="connsiteX97" fmla="*/ 631468 w 671980"/>
                <a:gd name="connsiteY97" fmla="*/ 461010 h 963775"/>
                <a:gd name="connsiteX98" fmla="*/ 466622 w 671980"/>
                <a:gd name="connsiteY98" fmla="*/ 772541 h 963775"/>
                <a:gd name="connsiteX99" fmla="*/ 458240 w 671980"/>
                <a:gd name="connsiteY99" fmla="*/ 783717 h 963775"/>
                <a:gd name="connsiteX100" fmla="*/ 419124 w 671980"/>
                <a:gd name="connsiteY100" fmla="*/ 815848 h 963775"/>
                <a:gd name="connsiteX101" fmla="*/ 400963 w 671980"/>
                <a:gd name="connsiteY101" fmla="*/ 822833 h 963775"/>
                <a:gd name="connsiteX102" fmla="*/ 391184 w 671980"/>
                <a:gd name="connsiteY102" fmla="*/ 828421 h 963775"/>
                <a:gd name="connsiteX103" fmla="*/ 354862 w 671980"/>
                <a:gd name="connsiteY103" fmla="*/ 835406 h 963775"/>
                <a:gd name="connsiteX104" fmla="*/ 262660 w 671980"/>
                <a:gd name="connsiteY104" fmla="*/ 817245 h 963775"/>
                <a:gd name="connsiteX105" fmla="*/ 190016 w 671980"/>
                <a:gd name="connsiteY105" fmla="*/ 709676 h 963775"/>
                <a:gd name="connsiteX106" fmla="*/ 183031 w 671980"/>
                <a:gd name="connsiteY106" fmla="*/ 692912 h 963775"/>
                <a:gd name="connsiteX107" fmla="*/ 184428 w 671980"/>
                <a:gd name="connsiteY107" fmla="*/ 681736 h 963775"/>
                <a:gd name="connsiteX108" fmla="*/ 202589 w 671980"/>
                <a:gd name="connsiteY108" fmla="*/ 521081 h 963775"/>
                <a:gd name="connsiteX109" fmla="*/ 215162 w 671980"/>
                <a:gd name="connsiteY109" fmla="*/ 504317 h 963775"/>
                <a:gd name="connsiteX110" fmla="*/ 223544 w 671980"/>
                <a:gd name="connsiteY110" fmla="*/ 498729 h 963775"/>
                <a:gd name="connsiteX111" fmla="*/ 230529 w 671980"/>
                <a:gd name="connsiteY111" fmla="*/ 493141 h 963775"/>
                <a:gd name="connsiteX112" fmla="*/ 240308 w 671980"/>
                <a:gd name="connsiteY112" fmla="*/ 486156 h 963775"/>
                <a:gd name="connsiteX113" fmla="*/ 251484 w 671980"/>
                <a:gd name="connsiteY113" fmla="*/ 480568 h 963775"/>
                <a:gd name="connsiteX114" fmla="*/ 258469 w 671980"/>
                <a:gd name="connsiteY114" fmla="*/ 476377 h 963775"/>
                <a:gd name="connsiteX115" fmla="*/ 265454 w 671980"/>
                <a:gd name="connsiteY115" fmla="*/ 473583 h 963775"/>
                <a:gd name="connsiteX116" fmla="*/ 317143 w 671980"/>
                <a:gd name="connsiteY116" fmla="*/ 455422 h 963775"/>
                <a:gd name="connsiteX117" fmla="*/ 388390 w 671980"/>
                <a:gd name="connsiteY117" fmla="*/ 456819 h 963775"/>
                <a:gd name="connsiteX118" fmla="*/ 501547 w 671980"/>
                <a:gd name="connsiteY118" fmla="*/ 583946 h 963775"/>
                <a:gd name="connsiteX119" fmla="*/ 502944 w 671980"/>
                <a:gd name="connsiteY119" fmla="*/ 616077 h 963775"/>
                <a:gd name="connsiteX120" fmla="*/ 504341 w 671980"/>
                <a:gd name="connsiteY120" fmla="*/ 628650 h 963775"/>
                <a:gd name="connsiteX121" fmla="*/ 507135 w 671980"/>
                <a:gd name="connsiteY121" fmla="*/ 648208 h 963775"/>
                <a:gd name="connsiteX122" fmla="*/ 466622 w 671980"/>
                <a:gd name="connsiteY122" fmla="*/ 772541 h 963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671980" h="963775">
                  <a:moveTo>
                    <a:pt x="631468" y="461010"/>
                  </a:moveTo>
                  <a:cubicBezTo>
                    <a:pt x="628674" y="458216"/>
                    <a:pt x="627277" y="455422"/>
                    <a:pt x="625880" y="452628"/>
                  </a:cubicBezTo>
                  <a:cubicBezTo>
                    <a:pt x="618895" y="445643"/>
                    <a:pt x="613307" y="437261"/>
                    <a:pt x="607719" y="428879"/>
                  </a:cubicBezTo>
                  <a:lnTo>
                    <a:pt x="563015" y="385572"/>
                  </a:lnTo>
                  <a:cubicBezTo>
                    <a:pt x="554633" y="381381"/>
                    <a:pt x="546251" y="375793"/>
                    <a:pt x="537869" y="370205"/>
                  </a:cubicBezTo>
                  <a:cubicBezTo>
                    <a:pt x="516914" y="366014"/>
                    <a:pt x="497356" y="356235"/>
                    <a:pt x="477798" y="349250"/>
                  </a:cubicBezTo>
                  <a:cubicBezTo>
                    <a:pt x="463828" y="342265"/>
                    <a:pt x="448461" y="338074"/>
                    <a:pt x="430300" y="335280"/>
                  </a:cubicBezTo>
                  <a:lnTo>
                    <a:pt x="419124" y="333883"/>
                  </a:lnTo>
                  <a:lnTo>
                    <a:pt x="407948" y="329692"/>
                  </a:lnTo>
                  <a:cubicBezTo>
                    <a:pt x="380008" y="324104"/>
                    <a:pt x="335304" y="332486"/>
                    <a:pt x="307364" y="340868"/>
                  </a:cubicBezTo>
                  <a:cubicBezTo>
                    <a:pt x="300379" y="343662"/>
                    <a:pt x="294791" y="345059"/>
                    <a:pt x="285012" y="346456"/>
                  </a:cubicBezTo>
                  <a:cubicBezTo>
                    <a:pt x="280821" y="347853"/>
                    <a:pt x="278027" y="349250"/>
                    <a:pt x="275233" y="350647"/>
                  </a:cubicBezTo>
                  <a:lnTo>
                    <a:pt x="266851" y="359029"/>
                  </a:lnTo>
                  <a:cubicBezTo>
                    <a:pt x="254278" y="370205"/>
                    <a:pt x="238911" y="378587"/>
                    <a:pt x="226338" y="389763"/>
                  </a:cubicBezTo>
                  <a:lnTo>
                    <a:pt x="219353" y="395351"/>
                  </a:lnTo>
                  <a:cubicBezTo>
                    <a:pt x="187222" y="424688"/>
                    <a:pt x="153694" y="398145"/>
                    <a:pt x="166267" y="360426"/>
                  </a:cubicBezTo>
                  <a:lnTo>
                    <a:pt x="169061" y="350647"/>
                  </a:lnTo>
                  <a:lnTo>
                    <a:pt x="170458" y="343662"/>
                  </a:lnTo>
                  <a:cubicBezTo>
                    <a:pt x="170458" y="333883"/>
                    <a:pt x="171855" y="328295"/>
                    <a:pt x="174649" y="319913"/>
                  </a:cubicBezTo>
                  <a:cubicBezTo>
                    <a:pt x="178840" y="297561"/>
                    <a:pt x="185825" y="275209"/>
                    <a:pt x="192810" y="248666"/>
                  </a:cubicBezTo>
                  <a:cubicBezTo>
                    <a:pt x="192810" y="245872"/>
                    <a:pt x="195604" y="241681"/>
                    <a:pt x="198398" y="237490"/>
                  </a:cubicBezTo>
                  <a:cubicBezTo>
                    <a:pt x="201192" y="229108"/>
                    <a:pt x="205383" y="223520"/>
                    <a:pt x="209574" y="219329"/>
                  </a:cubicBezTo>
                  <a:lnTo>
                    <a:pt x="216559" y="210947"/>
                  </a:lnTo>
                  <a:lnTo>
                    <a:pt x="222147" y="201168"/>
                  </a:lnTo>
                  <a:lnTo>
                    <a:pt x="226338" y="191389"/>
                  </a:lnTo>
                  <a:cubicBezTo>
                    <a:pt x="229132" y="184404"/>
                    <a:pt x="233323" y="174625"/>
                    <a:pt x="247293" y="163449"/>
                  </a:cubicBezTo>
                  <a:lnTo>
                    <a:pt x="259866" y="155067"/>
                  </a:lnTo>
                  <a:lnTo>
                    <a:pt x="265454" y="149479"/>
                  </a:lnTo>
                  <a:cubicBezTo>
                    <a:pt x="272439" y="142494"/>
                    <a:pt x="280821" y="136906"/>
                    <a:pt x="300379" y="129921"/>
                  </a:cubicBezTo>
                  <a:cubicBezTo>
                    <a:pt x="308761" y="124333"/>
                    <a:pt x="311555" y="122936"/>
                    <a:pt x="315746" y="121539"/>
                  </a:cubicBezTo>
                  <a:lnTo>
                    <a:pt x="324128" y="118745"/>
                  </a:lnTo>
                  <a:cubicBezTo>
                    <a:pt x="329716" y="118745"/>
                    <a:pt x="336701" y="117348"/>
                    <a:pt x="343686" y="117348"/>
                  </a:cubicBezTo>
                  <a:cubicBezTo>
                    <a:pt x="366038" y="114554"/>
                    <a:pt x="393978" y="101981"/>
                    <a:pt x="417727" y="111760"/>
                  </a:cubicBezTo>
                  <a:cubicBezTo>
                    <a:pt x="437285" y="118745"/>
                    <a:pt x="456843" y="136906"/>
                    <a:pt x="468019" y="149479"/>
                  </a:cubicBezTo>
                  <a:cubicBezTo>
                    <a:pt x="486180" y="170434"/>
                    <a:pt x="493165" y="196977"/>
                    <a:pt x="508532" y="217932"/>
                  </a:cubicBezTo>
                  <a:lnTo>
                    <a:pt x="521105" y="219329"/>
                  </a:lnTo>
                  <a:lnTo>
                    <a:pt x="528090" y="220726"/>
                  </a:lnTo>
                  <a:lnTo>
                    <a:pt x="547648" y="220726"/>
                  </a:lnTo>
                  <a:lnTo>
                    <a:pt x="572794" y="219329"/>
                  </a:lnTo>
                  <a:cubicBezTo>
                    <a:pt x="589558" y="213741"/>
                    <a:pt x="614704" y="219329"/>
                    <a:pt x="624483" y="219329"/>
                  </a:cubicBezTo>
                  <a:lnTo>
                    <a:pt x="655217" y="220726"/>
                  </a:lnTo>
                  <a:cubicBezTo>
                    <a:pt x="656614" y="180213"/>
                    <a:pt x="641247" y="152273"/>
                    <a:pt x="618895" y="121539"/>
                  </a:cubicBezTo>
                  <a:cubicBezTo>
                    <a:pt x="614704" y="115951"/>
                    <a:pt x="602131" y="101981"/>
                    <a:pt x="586764" y="88011"/>
                  </a:cubicBezTo>
                  <a:lnTo>
                    <a:pt x="564412" y="64262"/>
                  </a:lnTo>
                  <a:cubicBezTo>
                    <a:pt x="554633" y="60071"/>
                    <a:pt x="550442" y="54483"/>
                    <a:pt x="546251" y="50292"/>
                  </a:cubicBezTo>
                  <a:cubicBezTo>
                    <a:pt x="539266" y="44704"/>
                    <a:pt x="535075" y="43307"/>
                    <a:pt x="528090" y="41910"/>
                  </a:cubicBezTo>
                  <a:lnTo>
                    <a:pt x="507135" y="30734"/>
                  </a:lnTo>
                  <a:cubicBezTo>
                    <a:pt x="501547" y="27940"/>
                    <a:pt x="495959" y="26543"/>
                    <a:pt x="490371" y="23749"/>
                  </a:cubicBezTo>
                  <a:cubicBezTo>
                    <a:pt x="480592" y="20955"/>
                    <a:pt x="470813" y="18161"/>
                    <a:pt x="462431" y="16764"/>
                  </a:cubicBezTo>
                  <a:cubicBezTo>
                    <a:pt x="459637" y="15367"/>
                    <a:pt x="458240" y="15367"/>
                    <a:pt x="454049" y="15367"/>
                  </a:cubicBezTo>
                  <a:lnTo>
                    <a:pt x="444270" y="13970"/>
                  </a:lnTo>
                  <a:lnTo>
                    <a:pt x="431697" y="11176"/>
                  </a:lnTo>
                  <a:lnTo>
                    <a:pt x="417727" y="8382"/>
                  </a:lnTo>
                  <a:cubicBezTo>
                    <a:pt x="371626" y="0"/>
                    <a:pt x="318540" y="0"/>
                    <a:pt x="279424" y="0"/>
                  </a:cubicBezTo>
                  <a:cubicBezTo>
                    <a:pt x="265454" y="0"/>
                    <a:pt x="250087" y="4191"/>
                    <a:pt x="234720" y="9779"/>
                  </a:cubicBezTo>
                  <a:cubicBezTo>
                    <a:pt x="202589" y="20955"/>
                    <a:pt x="205383" y="27940"/>
                    <a:pt x="183031" y="36322"/>
                  </a:cubicBezTo>
                  <a:lnTo>
                    <a:pt x="173252" y="41910"/>
                  </a:lnTo>
                  <a:cubicBezTo>
                    <a:pt x="169061" y="46101"/>
                    <a:pt x="163473" y="48895"/>
                    <a:pt x="157885" y="51689"/>
                  </a:cubicBezTo>
                  <a:cubicBezTo>
                    <a:pt x="148106" y="64262"/>
                    <a:pt x="134136" y="75438"/>
                    <a:pt x="121563" y="85217"/>
                  </a:cubicBezTo>
                  <a:cubicBezTo>
                    <a:pt x="106196" y="110363"/>
                    <a:pt x="88035" y="134112"/>
                    <a:pt x="75462" y="160655"/>
                  </a:cubicBezTo>
                  <a:cubicBezTo>
                    <a:pt x="57301" y="199771"/>
                    <a:pt x="43331" y="245872"/>
                    <a:pt x="26567" y="287782"/>
                  </a:cubicBezTo>
                  <a:lnTo>
                    <a:pt x="23773" y="300355"/>
                  </a:lnTo>
                  <a:lnTo>
                    <a:pt x="22376" y="305943"/>
                  </a:lnTo>
                  <a:cubicBezTo>
                    <a:pt x="18185" y="325501"/>
                    <a:pt x="16788" y="340868"/>
                    <a:pt x="15391" y="356235"/>
                  </a:cubicBezTo>
                  <a:lnTo>
                    <a:pt x="13994" y="366014"/>
                  </a:lnTo>
                  <a:cubicBezTo>
                    <a:pt x="-1373" y="424688"/>
                    <a:pt x="-1373" y="494538"/>
                    <a:pt x="1421" y="557403"/>
                  </a:cubicBezTo>
                  <a:lnTo>
                    <a:pt x="1421" y="565785"/>
                  </a:lnTo>
                  <a:lnTo>
                    <a:pt x="4215" y="576961"/>
                  </a:lnTo>
                  <a:cubicBezTo>
                    <a:pt x="7009" y="607695"/>
                    <a:pt x="16788" y="637032"/>
                    <a:pt x="18185" y="666369"/>
                  </a:cubicBezTo>
                  <a:cubicBezTo>
                    <a:pt x="20979" y="670560"/>
                    <a:pt x="22376" y="673354"/>
                    <a:pt x="22376" y="676148"/>
                  </a:cubicBezTo>
                  <a:cubicBezTo>
                    <a:pt x="29361" y="697103"/>
                    <a:pt x="37743" y="716661"/>
                    <a:pt x="43331" y="739013"/>
                  </a:cubicBezTo>
                  <a:lnTo>
                    <a:pt x="46125" y="747395"/>
                  </a:lnTo>
                  <a:cubicBezTo>
                    <a:pt x="58698" y="773938"/>
                    <a:pt x="78256" y="818642"/>
                    <a:pt x="97814" y="842391"/>
                  </a:cubicBezTo>
                  <a:lnTo>
                    <a:pt x="106196" y="850773"/>
                  </a:lnTo>
                  <a:lnTo>
                    <a:pt x="115975" y="859155"/>
                  </a:lnTo>
                  <a:cubicBezTo>
                    <a:pt x="122960" y="864743"/>
                    <a:pt x="129945" y="871728"/>
                    <a:pt x="136930" y="880110"/>
                  </a:cubicBezTo>
                  <a:cubicBezTo>
                    <a:pt x="162076" y="898271"/>
                    <a:pt x="187222" y="916432"/>
                    <a:pt x="212368" y="931799"/>
                  </a:cubicBezTo>
                  <a:cubicBezTo>
                    <a:pt x="231926" y="940181"/>
                    <a:pt x="238911" y="945769"/>
                    <a:pt x="252881" y="949960"/>
                  </a:cubicBezTo>
                  <a:lnTo>
                    <a:pt x="271042" y="955548"/>
                  </a:lnTo>
                  <a:lnTo>
                    <a:pt x="283615" y="959739"/>
                  </a:lnTo>
                  <a:cubicBezTo>
                    <a:pt x="294791" y="958342"/>
                    <a:pt x="307364" y="958342"/>
                    <a:pt x="322731" y="962533"/>
                  </a:cubicBezTo>
                  <a:cubicBezTo>
                    <a:pt x="342289" y="965327"/>
                    <a:pt x="363244" y="962533"/>
                    <a:pt x="384199" y="962533"/>
                  </a:cubicBezTo>
                  <a:cubicBezTo>
                    <a:pt x="414933" y="962533"/>
                    <a:pt x="444270" y="952754"/>
                    <a:pt x="475004" y="942975"/>
                  </a:cubicBezTo>
                  <a:cubicBezTo>
                    <a:pt x="477798" y="942975"/>
                    <a:pt x="483386" y="941578"/>
                    <a:pt x="487577" y="941578"/>
                  </a:cubicBezTo>
                  <a:cubicBezTo>
                    <a:pt x="501547" y="931799"/>
                    <a:pt x="507135" y="924814"/>
                    <a:pt x="516914" y="920623"/>
                  </a:cubicBezTo>
                  <a:lnTo>
                    <a:pt x="523899" y="917829"/>
                  </a:lnTo>
                  <a:lnTo>
                    <a:pt x="533678" y="910844"/>
                  </a:lnTo>
                  <a:lnTo>
                    <a:pt x="542060" y="905256"/>
                  </a:lnTo>
                  <a:lnTo>
                    <a:pt x="549045" y="902462"/>
                  </a:lnTo>
                  <a:lnTo>
                    <a:pt x="557427" y="892683"/>
                  </a:lnTo>
                  <a:cubicBezTo>
                    <a:pt x="572794" y="877316"/>
                    <a:pt x="579779" y="867537"/>
                    <a:pt x="586764" y="854964"/>
                  </a:cubicBezTo>
                  <a:cubicBezTo>
                    <a:pt x="613307" y="832612"/>
                    <a:pt x="609116" y="824230"/>
                    <a:pt x="623086" y="807466"/>
                  </a:cubicBezTo>
                  <a:cubicBezTo>
                    <a:pt x="644041" y="757174"/>
                    <a:pt x="658011" y="709676"/>
                    <a:pt x="666393" y="659384"/>
                  </a:cubicBezTo>
                  <a:lnTo>
                    <a:pt x="667790" y="656590"/>
                  </a:lnTo>
                  <a:lnTo>
                    <a:pt x="669187" y="639826"/>
                  </a:lnTo>
                  <a:lnTo>
                    <a:pt x="671981" y="617474"/>
                  </a:lnTo>
                  <a:cubicBezTo>
                    <a:pt x="670584" y="611886"/>
                    <a:pt x="670584" y="606298"/>
                    <a:pt x="670584" y="599313"/>
                  </a:cubicBezTo>
                  <a:cubicBezTo>
                    <a:pt x="670584" y="536448"/>
                    <a:pt x="655217" y="495935"/>
                    <a:pt x="631468" y="461010"/>
                  </a:cubicBezTo>
                  <a:close/>
                  <a:moveTo>
                    <a:pt x="466622" y="772541"/>
                  </a:moveTo>
                  <a:lnTo>
                    <a:pt x="458240" y="783717"/>
                  </a:lnTo>
                  <a:cubicBezTo>
                    <a:pt x="447064" y="797687"/>
                    <a:pt x="434491" y="808863"/>
                    <a:pt x="419124" y="815848"/>
                  </a:cubicBezTo>
                  <a:cubicBezTo>
                    <a:pt x="414933" y="820039"/>
                    <a:pt x="409345" y="822833"/>
                    <a:pt x="400963" y="822833"/>
                  </a:cubicBezTo>
                  <a:cubicBezTo>
                    <a:pt x="398169" y="825627"/>
                    <a:pt x="395375" y="827024"/>
                    <a:pt x="391184" y="828421"/>
                  </a:cubicBezTo>
                  <a:cubicBezTo>
                    <a:pt x="375817" y="829818"/>
                    <a:pt x="366038" y="832612"/>
                    <a:pt x="354862" y="835406"/>
                  </a:cubicBezTo>
                  <a:cubicBezTo>
                    <a:pt x="319937" y="836803"/>
                    <a:pt x="293394" y="832612"/>
                    <a:pt x="262660" y="817245"/>
                  </a:cubicBezTo>
                  <a:cubicBezTo>
                    <a:pt x="227735" y="785114"/>
                    <a:pt x="206780" y="750189"/>
                    <a:pt x="190016" y="709676"/>
                  </a:cubicBezTo>
                  <a:lnTo>
                    <a:pt x="183031" y="692912"/>
                  </a:lnTo>
                  <a:cubicBezTo>
                    <a:pt x="180237" y="684530"/>
                    <a:pt x="181634" y="681736"/>
                    <a:pt x="184428" y="681736"/>
                  </a:cubicBezTo>
                  <a:cubicBezTo>
                    <a:pt x="171855" y="616077"/>
                    <a:pt x="174649" y="582549"/>
                    <a:pt x="202589" y="521081"/>
                  </a:cubicBezTo>
                  <a:cubicBezTo>
                    <a:pt x="205383" y="515493"/>
                    <a:pt x="209574" y="508508"/>
                    <a:pt x="215162" y="504317"/>
                  </a:cubicBezTo>
                  <a:lnTo>
                    <a:pt x="223544" y="498729"/>
                  </a:lnTo>
                  <a:lnTo>
                    <a:pt x="230529" y="493141"/>
                  </a:lnTo>
                  <a:lnTo>
                    <a:pt x="240308" y="486156"/>
                  </a:lnTo>
                  <a:cubicBezTo>
                    <a:pt x="243102" y="483362"/>
                    <a:pt x="247293" y="481965"/>
                    <a:pt x="251484" y="480568"/>
                  </a:cubicBezTo>
                  <a:lnTo>
                    <a:pt x="258469" y="476377"/>
                  </a:lnTo>
                  <a:lnTo>
                    <a:pt x="265454" y="473583"/>
                  </a:lnTo>
                  <a:cubicBezTo>
                    <a:pt x="287806" y="466598"/>
                    <a:pt x="286409" y="458216"/>
                    <a:pt x="317143" y="455422"/>
                  </a:cubicBezTo>
                  <a:cubicBezTo>
                    <a:pt x="340892" y="455422"/>
                    <a:pt x="363244" y="448437"/>
                    <a:pt x="388390" y="456819"/>
                  </a:cubicBezTo>
                  <a:cubicBezTo>
                    <a:pt x="454049" y="472186"/>
                    <a:pt x="487577" y="512699"/>
                    <a:pt x="501547" y="583946"/>
                  </a:cubicBezTo>
                  <a:cubicBezTo>
                    <a:pt x="502944" y="596519"/>
                    <a:pt x="502944" y="604901"/>
                    <a:pt x="502944" y="616077"/>
                  </a:cubicBezTo>
                  <a:lnTo>
                    <a:pt x="504341" y="628650"/>
                  </a:lnTo>
                  <a:cubicBezTo>
                    <a:pt x="505738" y="634238"/>
                    <a:pt x="507135" y="641223"/>
                    <a:pt x="507135" y="648208"/>
                  </a:cubicBezTo>
                  <a:cubicBezTo>
                    <a:pt x="504341" y="687324"/>
                    <a:pt x="493165" y="739013"/>
                    <a:pt x="466622" y="772541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" name="Freihandform: Form 4">
              <a:extLst>
                <a:ext uri="{FF2B5EF4-FFF2-40B4-BE49-F238E27FC236}">
                  <a16:creationId xmlns:a16="http://schemas.microsoft.com/office/drawing/2014/main" id="{0DDD6ACC-40BE-4D3E-B805-E39E07C7B75D}"/>
                </a:ext>
              </a:extLst>
            </p:cNvPr>
            <p:cNvSpPr/>
            <p:nvPr/>
          </p:nvSpPr>
          <p:spPr>
            <a:xfrm>
              <a:off x="2579260" y="4766888"/>
              <a:ext cx="275953" cy="330002"/>
            </a:xfrm>
            <a:custGeom>
              <a:avLst/>
              <a:gdLst>
                <a:gd name="connsiteX0" fmla="*/ 273160 w 275953"/>
                <a:gd name="connsiteY0" fmla="*/ 140011 h 330002"/>
                <a:gd name="connsiteX1" fmla="*/ 271763 w 275953"/>
                <a:gd name="connsiteY1" fmla="*/ 107880 h 330002"/>
                <a:gd name="connsiteX2" fmla="*/ 178164 w 275953"/>
                <a:gd name="connsiteY2" fmla="*/ 3104 h 330002"/>
                <a:gd name="connsiteX3" fmla="*/ 113902 w 275953"/>
                <a:gd name="connsiteY3" fmla="*/ 3104 h 330002"/>
                <a:gd name="connsiteX4" fmla="*/ 71992 w 275953"/>
                <a:gd name="connsiteY4" fmla="*/ 19869 h 330002"/>
                <a:gd name="connsiteX5" fmla="*/ 65007 w 275953"/>
                <a:gd name="connsiteY5" fmla="*/ 22663 h 330002"/>
                <a:gd name="connsiteX6" fmla="*/ 44052 w 275953"/>
                <a:gd name="connsiteY6" fmla="*/ 35235 h 330002"/>
                <a:gd name="connsiteX7" fmla="*/ 35670 w 275953"/>
                <a:gd name="connsiteY7" fmla="*/ 40823 h 330002"/>
                <a:gd name="connsiteX8" fmla="*/ 25891 w 275953"/>
                <a:gd name="connsiteY8" fmla="*/ 50603 h 330002"/>
                <a:gd name="connsiteX9" fmla="*/ 3539 w 275953"/>
                <a:gd name="connsiteY9" fmla="*/ 198685 h 330002"/>
                <a:gd name="connsiteX10" fmla="*/ 11921 w 275953"/>
                <a:gd name="connsiteY10" fmla="*/ 221037 h 330002"/>
                <a:gd name="connsiteX11" fmla="*/ 73389 w 275953"/>
                <a:gd name="connsiteY11" fmla="*/ 316033 h 330002"/>
                <a:gd name="connsiteX12" fmla="*/ 146033 w 275953"/>
                <a:gd name="connsiteY12" fmla="*/ 330003 h 330002"/>
                <a:gd name="connsiteX13" fmla="*/ 179561 w 275953"/>
                <a:gd name="connsiteY13" fmla="*/ 324415 h 330002"/>
                <a:gd name="connsiteX14" fmla="*/ 199119 w 275953"/>
                <a:gd name="connsiteY14" fmla="*/ 316033 h 330002"/>
                <a:gd name="connsiteX15" fmla="*/ 224265 w 275953"/>
                <a:gd name="connsiteY15" fmla="*/ 297872 h 330002"/>
                <a:gd name="connsiteX16" fmla="*/ 232647 w 275953"/>
                <a:gd name="connsiteY16" fmla="*/ 288093 h 330002"/>
                <a:gd name="connsiteX17" fmla="*/ 242426 w 275953"/>
                <a:gd name="connsiteY17" fmla="*/ 276917 h 330002"/>
                <a:gd name="connsiteX18" fmla="*/ 275954 w 275953"/>
                <a:gd name="connsiteY18" fmla="*/ 167951 h 330002"/>
                <a:gd name="connsiteX19" fmla="*/ 274557 w 275953"/>
                <a:gd name="connsiteY19" fmla="*/ 153981 h 330002"/>
                <a:gd name="connsiteX20" fmla="*/ 273160 w 275953"/>
                <a:gd name="connsiteY20" fmla="*/ 140011 h 33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5953" h="330002">
                  <a:moveTo>
                    <a:pt x="273160" y="140011"/>
                  </a:moveTo>
                  <a:cubicBezTo>
                    <a:pt x="271763" y="127438"/>
                    <a:pt x="273160" y="120453"/>
                    <a:pt x="271763" y="107880"/>
                  </a:cubicBezTo>
                  <a:cubicBezTo>
                    <a:pt x="259190" y="46412"/>
                    <a:pt x="232647" y="17075"/>
                    <a:pt x="178164" y="3104"/>
                  </a:cubicBezTo>
                  <a:cubicBezTo>
                    <a:pt x="154415" y="-3881"/>
                    <a:pt x="136254" y="3104"/>
                    <a:pt x="113902" y="3104"/>
                  </a:cubicBezTo>
                  <a:cubicBezTo>
                    <a:pt x="92947" y="5898"/>
                    <a:pt x="88756" y="14281"/>
                    <a:pt x="71992" y="19869"/>
                  </a:cubicBezTo>
                  <a:lnTo>
                    <a:pt x="65007" y="22663"/>
                  </a:lnTo>
                  <a:cubicBezTo>
                    <a:pt x="53831" y="28251"/>
                    <a:pt x="48243" y="31044"/>
                    <a:pt x="44052" y="35235"/>
                  </a:cubicBezTo>
                  <a:lnTo>
                    <a:pt x="35670" y="40823"/>
                  </a:lnTo>
                  <a:lnTo>
                    <a:pt x="25891" y="50603"/>
                  </a:lnTo>
                  <a:cubicBezTo>
                    <a:pt x="-2049" y="105085"/>
                    <a:pt x="-3446" y="140011"/>
                    <a:pt x="3539" y="198685"/>
                  </a:cubicBezTo>
                  <a:lnTo>
                    <a:pt x="11921" y="221037"/>
                  </a:lnTo>
                  <a:cubicBezTo>
                    <a:pt x="27288" y="258756"/>
                    <a:pt x="45449" y="288093"/>
                    <a:pt x="73389" y="316033"/>
                  </a:cubicBezTo>
                  <a:cubicBezTo>
                    <a:pt x="97138" y="327209"/>
                    <a:pt x="118093" y="330003"/>
                    <a:pt x="146033" y="330003"/>
                  </a:cubicBezTo>
                  <a:cubicBezTo>
                    <a:pt x="157209" y="327209"/>
                    <a:pt x="166988" y="325812"/>
                    <a:pt x="179561" y="324415"/>
                  </a:cubicBezTo>
                  <a:cubicBezTo>
                    <a:pt x="191667" y="319754"/>
                    <a:pt x="198188" y="316960"/>
                    <a:pt x="199119" y="316033"/>
                  </a:cubicBezTo>
                  <a:cubicBezTo>
                    <a:pt x="211692" y="309048"/>
                    <a:pt x="218677" y="304857"/>
                    <a:pt x="224265" y="297872"/>
                  </a:cubicBezTo>
                  <a:cubicBezTo>
                    <a:pt x="227059" y="295078"/>
                    <a:pt x="229853" y="292284"/>
                    <a:pt x="232647" y="288093"/>
                  </a:cubicBezTo>
                  <a:lnTo>
                    <a:pt x="242426" y="276917"/>
                  </a:lnTo>
                  <a:cubicBezTo>
                    <a:pt x="263381" y="248977"/>
                    <a:pt x="274557" y="205669"/>
                    <a:pt x="275954" y="167951"/>
                  </a:cubicBezTo>
                  <a:cubicBezTo>
                    <a:pt x="275954" y="163760"/>
                    <a:pt x="275954" y="158172"/>
                    <a:pt x="274557" y="153981"/>
                  </a:cubicBezTo>
                  <a:lnTo>
                    <a:pt x="273160" y="140011"/>
                  </a:ln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9AEE55BC-7648-481D-926C-23936F0C6AF5}"/>
                </a:ext>
              </a:extLst>
            </p:cNvPr>
            <p:cNvSpPr/>
            <p:nvPr/>
          </p:nvSpPr>
          <p:spPr>
            <a:xfrm>
              <a:off x="3201542" y="5063362"/>
              <a:ext cx="180213" cy="176022"/>
            </a:xfrm>
            <a:custGeom>
              <a:avLst/>
              <a:gdLst>
                <a:gd name="connsiteX0" fmla="*/ 176022 w 180213"/>
                <a:gd name="connsiteY0" fmla="*/ 8382 h 176022"/>
                <a:gd name="connsiteX1" fmla="*/ 65659 w 180213"/>
                <a:gd name="connsiteY1" fmla="*/ 1397 h 176022"/>
                <a:gd name="connsiteX2" fmla="*/ 18161 w 180213"/>
                <a:gd name="connsiteY2" fmla="*/ 0 h 176022"/>
                <a:gd name="connsiteX3" fmla="*/ 4191 w 180213"/>
                <a:gd name="connsiteY3" fmla="*/ 0 h 176022"/>
                <a:gd name="connsiteX4" fmla="*/ 0 w 180213"/>
                <a:gd name="connsiteY4" fmla="*/ 18161 h 176022"/>
                <a:gd name="connsiteX5" fmla="*/ 0 w 180213"/>
                <a:gd name="connsiteY5" fmla="*/ 30734 h 176022"/>
                <a:gd name="connsiteX6" fmla="*/ 8382 w 180213"/>
                <a:gd name="connsiteY6" fmla="*/ 157861 h 176022"/>
                <a:gd name="connsiteX7" fmla="*/ 11176 w 180213"/>
                <a:gd name="connsiteY7" fmla="*/ 174625 h 176022"/>
                <a:gd name="connsiteX8" fmla="*/ 44704 w 180213"/>
                <a:gd name="connsiteY8" fmla="*/ 169037 h 176022"/>
                <a:gd name="connsiteX9" fmla="*/ 107569 w 180213"/>
                <a:gd name="connsiteY9" fmla="*/ 170434 h 176022"/>
                <a:gd name="connsiteX10" fmla="*/ 114554 w 180213"/>
                <a:gd name="connsiteY10" fmla="*/ 171831 h 176022"/>
                <a:gd name="connsiteX11" fmla="*/ 138303 w 180213"/>
                <a:gd name="connsiteY11" fmla="*/ 171831 h 176022"/>
                <a:gd name="connsiteX12" fmla="*/ 155067 w 180213"/>
                <a:gd name="connsiteY12" fmla="*/ 174625 h 176022"/>
                <a:gd name="connsiteX13" fmla="*/ 170434 w 180213"/>
                <a:gd name="connsiteY13" fmla="*/ 176022 h 176022"/>
                <a:gd name="connsiteX14" fmla="*/ 180213 w 180213"/>
                <a:gd name="connsiteY14" fmla="*/ 174625 h 176022"/>
                <a:gd name="connsiteX15" fmla="*/ 180213 w 180213"/>
                <a:gd name="connsiteY15" fmla="*/ 169037 h 176022"/>
                <a:gd name="connsiteX16" fmla="*/ 176022 w 180213"/>
                <a:gd name="connsiteY16" fmla="*/ 8382 h 176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0213" h="176022">
                  <a:moveTo>
                    <a:pt x="176022" y="8382"/>
                  </a:moveTo>
                  <a:cubicBezTo>
                    <a:pt x="163449" y="2794"/>
                    <a:pt x="75438" y="2794"/>
                    <a:pt x="65659" y="1397"/>
                  </a:cubicBezTo>
                  <a:lnTo>
                    <a:pt x="18161" y="0"/>
                  </a:lnTo>
                  <a:lnTo>
                    <a:pt x="4191" y="0"/>
                  </a:lnTo>
                  <a:cubicBezTo>
                    <a:pt x="2794" y="5588"/>
                    <a:pt x="1397" y="12573"/>
                    <a:pt x="0" y="18161"/>
                  </a:cubicBezTo>
                  <a:lnTo>
                    <a:pt x="0" y="30734"/>
                  </a:lnTo>
                  <a:cubicBezTo>
                    <a:pt x="0" y="30734"/>
                    <a:pt x="6985" y="149479"/>
                    <a:pt x="8382" y="157861"/>
                  </a:cubicBezTo>
                  <a:cubicBezTo>
                    <a:pt x="9779" y="163449"/>
                    <a:pt x="9779" y="169037"/>
                    <a:pt x="11176" y="174625"/>
                  </a:cubicBezTo>
                  <a:cubicBezTo>
                    <a:pt x="19558" y="173228"/>
                    <a:pt x="32131" y="171831"/>
                    <a:pt x="44704" y="169037"/>
                  </a:cubicBezTo>
                  <a:cubicBezTo>
                    <a:pt x="62865" y="167640"/>
                    <a:pt x="82423" y="167640"/>
                    <a:pt x="107569" y="170434"/>
                  </a:cubicBezTo>
                  <a:lnTo>
                    <a:pt x="114554" y="171831"/>
                  </a:lnTo>
                  <a:lnTo>
                    <a:pt x="138303" y="171831"/>
                  </a:lnTo>
                  <a:lnTo>
                    <a:pt x="155067" y="174625"/>
                  </a:lnTo>
                  <a:cubicBezTo>
                    <a:pt x="160655" y="176022"/>
                    <a:pt x="164846" y="176022"/>
                    <a:pt x="170434" y="176022"/>
                  </a:cubicBezTo>
                  <a:cubicBezTo>
                    <a:pt x="174625" y="176022"/>
                    <a:pt x="177419" y="176022"/>
                    <a:pt x="180213" y="174625"/>
                  </a:cubicBezTo>
                  <a:lnTo>
                    <a:pt x="180213" y="169037"/>
                  </a:lnTo>
                  <a:cubicBezTo>
                    <a:pt x="171831" y="121539"/>
                    <a:pt x="173228" y="60071"/>
                    <a:pt x="176022" y="8382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DE26D887-8CB6-4A28-8450-8B23E4CC701E}"/>
                </a:ext>
              </a:extLst>
            </p:cNvPr>
            <p:cNvSpPr/>
            <p:nvPr/>
          </p:nvSpPr>
          <p:spPr>
            <a:xfrm>
              <a:off x="3175000" y="5036819"/>
              <a:ext cx="234696" cy="229107"/>
            </a:xfrm>
            <a:custGeom>
              <a:avLst/>
              <a:gdLst>
                <a:gd name="connsiteX0" fmla="*/ 230505 w 234696"/>
                <a:gd name="connsiteY0" fmla="*/ 29337 h 229107"/>
                <a:gd name="connsiteX1" fmla="*/ 167640 w 234696"/>
                <a:gd name="connsiteY1" fmla="*/ 4191 h 229107"/>
                <a:gd name="connsiteX2" fmla="*/ 93599 w 234696"/>
                <a:gd name="connsiteY2" fmla="*/ 1397 h 229107"/>
                <a:gd name="connsiteX3" fmla="*/ 44704 w 234696"/>
                <a:gd name="connsiteY3" fmla="*/ 0 h 229107"/>
                <a:gd name="connsiteX4" fmla="*/ 20955 w 234696"/>
                <a:gd name="connsiteY4" fmla="*/ 0 h 229107"/>
                <a:gd name="connsiteX5" fmla="*/ 0 w 234696"/>
                <a:gd name="connsiteY5" fmla="*/ 41910 h 229107"/>
                <a:gd name="connsiteX6" fmla="*/ 0 w 234696"/>
                <a:gd name="connsiteY6" fmla="*/ 58674 h 229107"/>
                <a:gd name="connsiteX7" fmla="*/ 11176 w 234696"/>
                <a:gd name="connsiteY7" fmla="*/ 205359 h 229107"/>
                <a:gd name="connsiteX8" fmla="*/ 11176 w 234696"/>
                <a:gd name="connsiteY8" fmla="*/ 210947 h 229107"/>
                <a:gd name="connsiteX9" fmla="*/ 12573 w 234696"/>
                <a:gd name="connsiteY9" fmla="*/ 226314 h 229107"/>
                <a:gd name="connsiteX10" fmla="*/ 22352 w 234696"/>
                <a:gd name="connsiteY10" fmla="*/ 227711 h 229107"/>
                <a:gd name="connsiteX11" fmla="*/ 33528 w 234696"/>
                <a:gd name="connsiteY11" fmla="*/ 227711 h 229107"/>
                <a:gd name="connsiteX12" fmla="*/ 75438 w 234696"/>
                <a:gd name="connsiteY12" fmla="*/ 222123 h 229107"/>
                <a:gd name="connsiteX13" fmla="*/ 129921 w 234696"/>
                <a:gd name="connsiteY13" fmla="*/ 223520 h 229107"/>
                <a:gd name="connsiteX14" fmla="*/ 160655 w 234696"/>
                <a:gd name="connsiteY14" fmla="*/ 224917 h 229107"/>
                <a:gd name="connsiteX15" fmla="*/ 177419 w 234696"/>
                <a:gd name="connsiteY15" fmla="*/ 227711 h 229107"/>
                <a:gd name="connsiteX16" fmla="*/ 196977 w 234696"/>
                <a:gd name="connsiteY16" fmla="*/ 229108 h 229107"/>
                <a:gd name="connsiteX17" fmla="*/ 231902 w 234696"/>
                <a:gd name="connsiteY17" fmla="*/ 206756 h 229107"/>
                <a:gd name="connsiteX18" fmla="*/ 233299 w 234696"/>
                <a:gd name="connsiteY18" fmla="*/ 199771 h 229107"/>
                <a:gd name="connsiteX19" fmla="*/ 234696 w 234696"/>
                <a:gd name="connsiteY19" fmla="*/ 192786 h 229107"/>
                <a:gd name="connsiteX20" fmla="*/ 230505 w 234696"/>
                <a:gd name="connsiteY20" fmla="*/ 29337 h 229107"/>
                <a:gd name="connsiteX21" fmla="*/ 206756 w 234696"/>
                <a:gd name="connsiteY21" fmla="*/ 201168 h 229107"/>
                <a:gd name="connsiteX22" fmla="*/ 196977 w 234696"/>
                <a:gd name="connsiteY22" fmla="*/ 202565 h 229107"/>
                <a:gd name="connsiteX23" fmla="*/ 181610 w 234696"/>
                <a:gd name="connsiteY23" fmla="*/ 201168 h 229107"/>
                <a:gd name="connsiteX24" fmla="*/ 164846 w 234696"/>
                <a:gd name="connsiteY24" fmla="*/ 198374 h 229107"/>
                <a:gd name="connsiteX25" fmla="*/ 141097 w 234696"/>
                <a:gd name="connsiteY25" fmla="*/ 198374 h 229107"/>
                <a:gd name="connsiteX26" fmla="*/ 134112 w 234696"/>
                <a:gd name="connsiteY26" fmla="*/ 196977 h 229107"/>
                <a:gd name="connsiteX27" fmla="*/ 71247 w 234696"/>
                <a:gd name="connsiteY27" fmla="*/ 195580 h 229107"/>
                <a:gd name="connsiteX28" fmla="*/ 37719 w 234696"/>
                <a:gd name="connsiteY28" fmla="*/ 201168 h 229107"/>
                <a:gd name="connsiteX29" fmla="*/ 34925 w 234696"/>
                <a:gd name="connsiteY29" fmla="*/ 184404 h 229107"/>
                <a:gd name="connsiteX30" fmla="*/ 26543 w 234696"/>
                <a:gd name="connsiteY30" fmla="*/ 57277 h 229107"/>
                <a:gd name="connsiteX31" fmla="*/ 26543 w 234696"/>
                <a:gd name="connsiteY31" fmla="*/ 44704 h 229107"/>
                <a:gd name="connsiteX32" fmla="*/ 30734 w 234696"/>
                <a:gd name="connsiteY32" fmla="*/ 26543 h 229107"/>
                <a:gd name="connsiteX33" fmla="*/ 44704 w 234696"/>
                <a:gd name="connsiteY33" fmla="*/ 26543 h 229107"/>
                <a:gd name="connsiteX34" fmla="*/ 92202 w 234696"/>
                <a:gd name="connsiteY34" fmla="*/ 27940 h 229107"/>
                <a:gd name="connsiteX35" fmla="*/ 202565 w 234696"/>
                <a:gd name="connsiteY35" fmla="*/ 34925 h 229107"/>
                <a:gd name="connsiteX36" fmla="*/ 206756 w 234696"/>
                <a:gd name="connsiteY36" fmla="*/ 195580 h 229107"/>
                <a:gd name="connsiteX37" fmla="*/ 206756 w 234696"/>
                <a:gd name="connsiteY37" fmla="*/ 201168 h 22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4696" h="229107">
                  <a:moveTo>
                    <a:pt x="230505" y="29337"/>
                  </a:moveTo>
                  <a:cubicBezTo>
                    <a:pt x="231902" y="5588"/>
                    <a:pt x="180213" y="4191"/>
                    <a:pt x="167640" y="4191"/>
                  </a:cubicBezTo>
                  <a:cubicBezTo>
                    <a:pt x="162052" y="4191"/>
                    <a:pt x="127127" y="2794"/>
                    <a:pt x="93599" y="1397"/>
                  </a:cubicBezTo>
                  <a:lnTo>
                    <a:pt x="44704" y="0"/>
                  </a:lnTo>
                  <a:lnTo>
                    <a:pt x="20955" y="0"/>
                  </a:lnTo>
                  <a:cubicBezTo>
                    <a:pt x="2794" y="1397"/>
                    <a:pt x="1397" y="27940"/>
                    <a:pt x="0" y="41910"/>
                  </a:cubicBezTo>
                  <a:lnTo>
                    <a:pt x="0" y="58674"/>
                  </a:lnTo>
                  <a:cubicBezTo>
                    <a:pt x="2794" y="107569"/>
                    <a:pt x="5588" y="156464"/>
                    <a:pt x="11176" y="205359"/>
                  </a:cubicBezTo>
                  <a:lnTo>
                    <a:pt x="11176" y="210947"/>
                  </a:lnTo>
                  <a:cubicBezTo>
                    <a:pt x="13970" y="212344"/>
                    <a:pt x="9779" y="231902"/>
                    <a:pt x="12573" y="226314"/>
                  </a:cubicBezTo>
                  <a:lnTo>
                    <a:pt x="22352" y="227711"/>
                  </a:lnTo>
                  <a:cubicBezTo>
                    <a:pt x="25146" y="229108"/>
                    <a:pt x="29337" y="227711"/>
                    <a:pt x="33528" y="227711"/>
                  </a:cubicBezTo>
                  <a:cubicBezTo>
                    <a:pt x="44704" y="227711"/>
                    <a:pt x="60071" y="224917"/>
                    <a:pt x="75438" y="222123"/>
                  </a:cubicBezTo>
                  <a:cubicBezTo>
                    <a:pt x="89408" y="220726"/>
                    <a:pt x="106172" y="220726"/>
                    <a:pt x="129921" y="223520"/>
                  </a:cubicBezTo>
                  <a:cubicBezTo>
                    <a:pt x="139700" y="224917"/>
                    <a:pt x="149479" y="223520"/>
                    <a:pt x="160655" y="224917"/>
                  </a:cubicBezTo>
                  <a:lnTo>
                    <a:pt x="177419" y="227711"/>
                  </a:lnTo>
                  <a:cubicBezTo>
                    <a:pt x="184404" y="229108"/>
                    <a:pt x="191389" y="229108"/>
                    <a:pt x="196977" y="229108"/>
                  </a:cubicBezTo>
                  <a:cubicBezTo>
                    <a:pt x="215138" y="229108"/>
                    <a:pt x="230505" y="226314"/>
                    <a:pt x="231902" y="206756"/>
                  </a:cubicBezTo>
                  <a:cubicBezTo>
                    <a:pt x="233299" y="205359"/>
                    <a:pt x="233299" y="202565"/>
                    <a:pt x="233299" y="199771"/>
                  </a:cubicBezTo>
                  <a:lnTo>
                    <a:pt x="234696" y="192786"/>
                  </a:lnTo>
                  <a:cubicBezTo>
                    <a:pt x="224917" y="146685"/>
                    <a:pt x="226314" y="83820"/>
                    <a:pt x="230505" y="29337"/>
                  </a:cubicBezTo>
                  <a:close/>
                  <a:moveTo>
                    <a:pt x="206756" y="201168"/>
                  </a:moveTo>
                  <a:cubicBezTo>
                    <a:pt x="203962" y="202565"/>
                    <a:pt x="201168" y="202565"/>
                    <a:pt x="196977" y="202565"/>
                  </a:cubicBezTo>
                  <a:cubicBezTo>
                    <a:pt x="191389" y="202565"/>
                    <a:pt x="187198" y="202565"/>
                    <a:pt x="181610" y="201168"/>
                  </a:cubicBezTo>
                  <a:lnTo>
                    <a:pt x="164846" y="198374"/>
                  </a:lnTo>
                  <a:lnTo>
                    <a:pt x="141097" y="198374"/>
                  </a:lnTo>
                  <a:lnTo>
                    <a:pt x="134112" y="196977"/>
                  </a:lnTo>
                  <a:cubicBezTo>
                    <a:pt x="108966" y="194183"/>
                    <a:pt x="89408" y="194183"/>
                    <a:pt x="71247" y="195580"/>
                  </a:cubicBezTo>
                  <a:cubicBezTo>
                    <a:pt x="58674" y="198374"/>
                    <a:pt x="46101" y="199771"/>
                    <a:pt x="37719" y="201168"/>
                  </a:cubicBezTo>
                  <a:cubicBezTo>
                    <a:pt x="36322" y="195580"/>
                    <a:pt x="36322" y="189992"/>
                    <a:pt x="34925" y="184404"/>
                  </a:cubicBezTo>
                  <a:cubicBezTo>
                    <a:pt x="33528" y="176022"/>
                    <a:pt x="26543" y="57277"/>
                    <a:pt x="26543" y="57277"/>
                  </a:cubicBezTo>
                  <a:lnTo>
                    <a:pt x="26543" y="44704"/>
                  </a:lnTo>
                  <a:cubicBezTo>
                    <a:pt x="27940" y="39116"/>
                    <a:pt x="29337" y="32131"/>
                    <a:pt x="30734" y="26543"/>
                  </a:cubicBezTo>
                  <a:lnTo>
                    <a:pt x="44704" y="26543"/>
                  </a:lnTo>
                  <a:lnTo>
                    <a:pt x="92202" y="27940"/>
                  </a:lnTo>
                  <a:cubicBezTo>
                    <a:pt x="101981" y="29337"/>
                    <a:pt x="189992" y="29337"/>
                    <a:pt x="202565" y="34925"/>
                  </a:cubicBezTo>
                  <a:cubicBezTo>
                    <a:pt x="199771" y="86614"/>
                    <a:pt x="198374" y="148082"/>
                    <a:pt x="206756" y="195580"/>
                  </a:cubicBezTo>
                  <a:lnTo>
                    <a:pt x="206756" y="201168"/>
                  </a:ln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E8545488-188F-4C66-8F13-B76DF88801F5}"/>
                </a:ext>
              </a:extLst>
            </p:cNvPr>
            <p:cNvSpPr/>
            <p:nvPr/>
          </p:nvSpPr>
          <p:spPr>
            <a:xfrm>
              <a:off x="2553296" y="4740721"/>
              <a:ext cx="329857" cy="382964"/>
            </a:xfrm>
            <a:custGeom>
              <a:avLst/>
              <a:gdLst>
                <a:gd name="connsiteX0" fmla="*/ 325666 w 329857"/>
                <a:gd name="connsiteY0" fmla="*/ 163384 h 382964"/>
                <a:gd name="connsiteX1" fmla="*/ 324269 w 329857"/>
                <a:gd name="connsiteY1" fmla="*/ 131253 h 382964"/>
                <a:gd name="connsiteX2" fmla="*/ 211112 w 329857"/>
                <a:gd name="connsiteY2" fmla="*/ 4126 h 382964"/>
                <a:gd name="connsiteX3" fmla="*/ 139865 w 329857"/>
                <a:gd name="connsiteY3" fmla="*/ 2729 h 382964"/>
                <a:gd name="connsiteX4" fmla="*/ 88176 w 329857"/>
                <a:gd name="connsiteY4" fmla="*/ 20889 h 382964"/>
                <a:gd name="connsiteX5" fmla="*/ 81191 w 329857"/>
                <a:gd name="connsiteY5" fmla="*/ 23683 h 382964"/>
                <a:gd name="connsiteX6" fmla="*/ 74206 w 329857"/>
                <a:gd name="connsiteY6" fmla="*/ 27874 h 382964"/>
                <a:gd name="connsiteX7" fmla="*/ 63030 w 329857"/>
                <a:gd name="connsiteY7" fmla="*/ 33463 h 382964"/>
                <a:gd name="connsiteX8" fmla="*/ 53251 w 329857"/>
                <a:gd name="connsiteY8" fmla="*/ 40448 h 382964"/>
                <a:gd name="connsiteX9" fmla="*/ 46266 w 329857"/>
                <a:gd name="connsiteY9" fmla="*/ 46036 h 382964"/>
                <a:gd name="connsiteX10" fmla="*/ 37884 w 329857"/>
                <a:gd name="connsiteY10" fmla="*/ 51624 h 382964"/>
                <a:gd name="connsiteX11" fmla="*/ 25311 w 329857"/>
                <a:gd name="connsiteY11" fmla="*/ 68388 h 382964"/>
                <a:gd name="connsiteX12" fmla="*/ 7150 w 329857"/>
                <a:gd name="connsiteY12" fmla="*/ 229043 h 382964"/>
                <a:gd name="connsiteX13" fmla="*/ 5753 w 329857"/>
                <a:gd name="connsiteY13" fmla="*/ 240219 h 382964"/>
                <a:gd name="connsiteX14" fmla="*/ 12738 w 329857"/>
                <a:gd name="connsiteY14" fmla="*/ 256983 h 382964"/>
                <a:gd name="connsiteX15" fmla="*/ 85382 w 329857"/>
                <a:gd name="connsiteY15" fmla="*/ 364552 h 382964"/>
                <a:gd name="connsiteX16" fmla="*/ 177584 w 329857"/>
                <a:gd name="connsiteY16" fmla="*/ 382713 h 382964"/>
                <a:gd name="connsiteX17" fmla="*/ 213906 w 329857"/>
                <a:gd name="connsiteY17" fmla="*/ 375728 h 382964"/>
                <a:gd name="connsiteX18" fmla="*/ 223685 w 329857"/>
                <a:gd name="connsiteY18" fmla="*/ 370140 h 382964"/>
                <a:gd name="connsiteX19" fmla="*/ 241846 w 329857"/>
                <a:gd name="connsiteY19" fmla="*/ 363155 h 382964"/>
                <a:gd name="connsiteX20" fmla="*/ 280962 w 329857"/>
                <a:gd name="connsiteY20" fmla="*/ 331024 h 382964"/>
                <a:gd name="connsiteX21" fmla="*/ 289344 w 329857"/>
                <a:gd name="connsiteY21" fmla="*/ 319848 h 382964"/>
                <a:gd name="connsiteX22" fmla="*/ 329857 w 329857"/>
                <a:gd name="connsiteY22" fmla="*/ 195515 h 382964"/>
                <a:gd name="connsiteX23" fmla="*/ 327063 w 329857"/>
                <a:gd name="connsiteY23" fmla="*/ 175957 h 382964"/>
                <a:gd name="connsiteX24" fmla="*/ 325666 w 329857"/>
                <a:gd name="connsiteY24" fmla="*/ 163384 h 382964"/>
                <a:gd name="connsiteX25" fmla="*/ 268389 w 329857"/>
                <a:gd name="connsiteY25" fmla="*/ 303084 h 382964"/>
                <a:gd name="connsiteX26" fmla="*/ 258610 w 329857"/>
                <a:gd name="connsiteY26" fmla="*/ 314260 h 382964"/>
                <a:gd name="connsiteX27" fmla="*/ 250228 w 329857"/>
                <a:gd name="connsiteY27" fmla="*/ 324039 h 382964"/>
                <a:gd name="connsiteX28" fmla="*/ 225082 w 329857"/>
                <a:gd name="connsiteY28" fmla="*/ 342200 h 382964"/>
                <a:gd name="connsiteX29" fmla="*/ 205524 w 329857"/>
                <a:gd name="connsiteY29" fmla="*/ 350582 h 382964"/>
                <a:gd name="connsiteX30" fmla="*/ 171996 w 329857"/>
                <a:gd name="connsiteY30" fmla="*/ 356170 h 382964"/>
                <a:gd name="connsiteX31" fmla="*/ 99352 w 329857"/>
                <a:gd name="connsiteY31" fmla="*/ 342200 h 382964"/>
                <a:gd name="connsiteX32" fmla="*/ 37884 w 329857"/>
                <a:gd name="connsiteY32" fmla="*/ 247204 h 382964"/>
                <a:gd name="connsiteX33" fmla="*/ 29502 w 329857"/>
                <a:gd name="connsiteY33" fmla="*/ 224852 h 382964"/>
                <a:gd name="connsiteX34" fmla="*/ 51854 w 329857"/>
                <a:gd name="connsiteY34" fmla="*/ 76770 h 382964"/>
                <a:gd name="connsiteX35" fmla="*/ 61633 w 329857"/>
                <a:gd name="connsiteY35" fmla="*/ 66991 h 382964"/>
                <a:gd name="connsiteX36" fmla="*/ 70015 w 329857"/>
                <a:gd name="connsiteY36" fmla="*/ 61402 h 382964"/>
                <a:gd name="connsiteX37" fmla="*/ 90970 w 329857"/>
                <a:gd name="connsiteY37" fmla="*/ 48830 h 382964"/>
                <a:gd name="connsiteX38" fmla="*/ 97955 w 329857"/>
                <a:gd name="connsiteY38" fmla="*/ 46036 h 382964"/>
                <a:gd name="connsiteX39" fmla="*/ 139865 w 329857"/>
                <a:gd name="connsiteY39" fmla="*/ 29271 h 382964"/>
                <a:gd name="connsiteX40" fmla="*/ 204127 w 329857"/>
                <a:gd name="connsiteY40" fmla="*/ 29271 h 382964"/>
                <a:gd name="connsiteX41" fmla="*/ 297726 w 329857"/>
                <a:gd name="connsiteY41" fmla="*/ 134047 h 382964"/>
                <a:gd name="connsiteX42" fmla="*/ 299123 w 329857"/>
                <a:gd name="connsiteY42" fmla="*/ 166178 h 382964"/>
                <a:gd name="connsiteX43" fmla="*/ 300520 w 329857"/>
                <a:gd name="connsiteY43" fmla="*/ 180148 h 382964"/>
                <a:gd name="connsiteX44" fmla="*/ 301917 w 329857"/>
                <a:gd name="connsiteY44" fmla="*/ 194118 h 382964"/>
                <a:gd name="connsiteX45" fmla="*/ 268389 w 329857"/>
                <a:gd name="connsiteY45" fmla="*/ 303084 h 38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29857" h="382964">
                  <a:moveTo>
                    <a:pt x="325666" y="163384"/>
                  </a:moveTo>
                  <a:cubicBezTo>
                    <a:pt x="325666" y="152208"/>
                    <a:pt x="325666" y="143826"/>
                    <a:pt x="324269" y="131253"/>
                  </a:cubicBezTo>
                  <a:cubicBezTo>
                    <a:pt x="310299" y="60005"/>
                    <a:pt x="276771" y="19493"/>
                    <a:pt x="211112" y="4126"/>
                  </a:cubicBezTo>
                  <a:cubicBezTo>
                    <a:pt x="185966" y="-4257"/>
                    <a:pt x="163614" y="2729"/>
                    <a:pt x="139865" y="2729"/>
                  </a:cubicBezTo>
                  <a:cubicBezTo>
                    <a:pt x="109131" y="5523"/>
                    <a:pt x="110528" y="13905"/>
                    <a:pt x="88176" y="20889"/>
                  </a:cubicBezTo>
                  <a:lnTo>
                    <a:pt x="81191" y="23683"/>
                  </a:lnTo>
                  <a:lnTo>
                    <a:pt x="74206" y="27874"/>
                  </a:lnTo>
                  <a:cubicBezTo>
                    <a:pt x="70015" y="29271"/>
                    <a:pt x="65824" y="30669"/>
                    <a:pt x="63030" y="33463"/>
                  </a:cubicBezTo>
                  <a:lnTo>
                    <a:pt x="53251" y="40448"/>
                  </a:lnTo>
                  <a:lnTo>
                    <a:pt x="46266" y="46036"/>
                  </a:lnTo>
                  <a:lnTo>
                    <a:pt x="37884" y="51624"/>
                  </a:lnTo>
                  <a:cubicBezTo>
                    <a:pt x="32296" y="55814"/>
                    <a:pt x="28105" y="62799"/>
                    <a:pt x="25311" y="68388"/>
                  </a:cubicBezTo>
                  <a:cubicBezTo>
                    <a:pt x="-2629" y="129856"/>
                    <a:pt x="-5423" y="163384"/>
                    <a:pt x="7150" y="229043"/>
                  </a:cubicBezTo>
                  <a:cubicBezTo>
                    <a:pt x="4356" y="229043"/>
                    <a:pt x="2959" y="231837"/>
                    <a:pt x="5753" y="240219"/>
                  </a:cubicBezTo>
                  <a:lnTo>
                    <a:pt x="12738" y="256983"/>
                  </a:lnTo>
                  <a:cubicBezTo>
                    <a:pt x="29502" y="297496"/>
                    <a:pt x="50457" y="332421"/>
                    <a:pt x="85382" y="364552"/>
                  </a:cubicBezTo>
                  <a:cubicBezTo>
                    <a:pt x="116116" y="379919"/>
                    <a:pt x="142659" y="384110"/>
                    <a:pt x="177584" y="382713"/>
                  </a:cubicBezTo>
                  <a:cubicBezTo>
                    <a:pt x="188760" y="379919"/>
                    <a:pt x="198539" y="377125"/>
                    <a:pt x="213906" y="375728"/>
                  </a:cubicBezTo>
                  <a:cubicBezTo>
                    <a:pt x="218097" y="374331"/>
                    <a:pt x="220891" y="372934"/>
                    <a:pt x="223685" y="370140"/>
                  </a:cubicBezTo>
                  <a:cubicBezTo>
                    <a:pt x="232067" y="370140"/>
                    <a:pt x="237655" y="367346"/>
                    <a:pt x="241846" y="363155"/>
                  </a:cubicBezTo>
                  <a:cubicBezTo>
                    <a:pt x="257213" y="356170"/>
                    <a:pt x="269786" y="344994"/>
                    <a:pt x="280962" y="331024"/>
                  </a:cubicBezTo>
                  <a:lnTo>
                    <a:pt x="289344" y="319848"/>
                  </a:lnTo>
                  <a:cubicBezTo>
                    <a:pt x="315887" y="286320"/>
                    <a:pt x="327063" y="234631"/>
                    <a:pt x="329857" y="195515"/>
                  </a:cubicBezTo>
                  <a:cubicBezTo>
                    <a:pt x="329857" y="188530"/>
                    <a:pt x="328460" y="181545"/>
                    <a:pt x="327063" y="175957"/>
                  </a:cubicBezTo>
                  <a:lnTo>
                    <a:pt x="325666" y="163384"/>
                  </a:lnTo>
                  <a:close/>
                  <a:moveTo>
                    <a:pt x="268389" y="303084"/>
                  </a:moveTo>
                  <a:lnTo>
                    <a:pt x="258610" y="314260"/>
                  </a:lnTo>
                  <a:cubicBezTo>
                    <a:pt x="255816" y="318451"/>
                    <a:pt x="253022" y="321245"/>
                    <a:pt x="250228" y="324039"/>
                  </a:cubicBezTo>
                  <a:cubicBezTo>
                    <a:pt x="244640" y="331024"/>
                    <a:pt x="237655" y="335215"/>
                    <a:pt x="225082" y="342200"/>
                  </a:cubicBezTo>
                  <a:cubicBezTo>
                    <a:pt x="224151" y="343127"/>
                    <a:pt x="217631" y="345921"/>
                    <a:pt x="205524" y="350582"/>
                  </a:cubicBezTo>
                  <a:cubicBezTo>
                    <a:pt x="192951" y="351979"/>
                    <a:pt x="183172" y="353376"/>
                    <a:pt x="171996" y="356170"/>
                  </a:cubicBezTo>
                  <a:cubicBezTo>
                    <a:pt x="144056" y="356170"/>
                    <a:pt x="123101" y="353376"/>
                    <a:pt x="99352" y="342200"/>
                  </a:cubicBezTo>
                  <a:cubicBezTo>
                    <a:pt x="71412" y="314260"/>
                    <a:pt x="53251" y="284923"/>
                    <a:pt x="37884" y="247204"/>
                  </a:cubicBezTo>
                  <a:lnTo>
                    <a:pt x="29502" y="224852"/>
                  </a:lnTo>
                  <a:cubicBezTo>
                    <a:pt x="22517" y="166178"/>
                    <a:pt x="23914" y="131253"/>
                    <a:pt x="51854" y="76770"/>
                  </a:cubicBezTo>
                  <a:lnTo>
                    <a:pt x="61633" y="66991"/>
                  </a:lnTo>
                  <a:lnTo>
                    <a:pt x="70015" y="61402"/>
                  </a:lnTo>
                  <a:cubicBezTo>
                    <a:pt x="74206" y="57211"/>
                    <a:pt x="79794" y="54418"/>
                    <a:pt x="90970" y="48830"/>
                  </a:cubicBezTo>
                  <a:lnTo>
                    <a:pt x="97955" y="46036"/>
                  </a:lnTo>
                  <a:cubicBezTo>
                    <a:pt x="114719" y="40448"/>
                    <a:pt x="118910" y="32066"/>
                    <a:pt x="139865" y="29271"/>
                  </a:cubicBezTo>
                  <a:cubicBezTo>
                    <a:pt x="162217" y="29271"/>
                    <a:pt x="180378" y="22286"/>
                    <a:pt x="204127" y="29271"/>
                  </a:cubicBezTo>
                  <a:cubicBezTo>
                    <a:pt x="258610" y="43242"/>
                    <a:pt x="285153" y="72579"/>
                    <a:pt x="297726" y="134047"/>
                  </a:cubicBezTo>
                  <a:cubicBezTo>
                    <a:pt x="299123" y="146620"/>
                    <a:pt x="297726" y="153605"/>
                    <a:pt x="299123" y="166178"/>
                  </a:cubicBezTo>
                  <a:lnTo>
                    <a:pt x="300520" y="180148"/>
                  </a:lnTo>
                  <a:cubicBezTo>
                    <a:pt x="301917" y="184339"/>
                    <a:pt x="301917" y="189927"/>
                    <a:pt x="301917" y="194118"/>
                  </a:cubicBezTo>
                  <a:cubicBezTo>
                    <a:pt x="300520" y="231837"/>
                    <a:pt x="289344" y="275144"/>
                    <a:pt x="268389" y="303084"/>
                  </a:cubicBez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157C7899-3359-4509-8830-2EA6BFB725E7}"/>
                </a:ext>
              </a:extLst>
            </p:cNvPr>
            <p:cNvSpPr/>
            <p:nvPr/>
          </p:nvSpPr>
          <p:spPr>
            <a:xfrm>
              <a:off x="2349476" y="4261484"/>
              <a:ext cx="725066" cy="1017365"/>
            </a:xfrm>
            <a:custGeom>
              <a:avLst/>
              <a:gdLst>
                <a:gd name="connsiteX0" fmla="*/ 723670 w 725066"/>
                <a:gd name="connsiteY0" fmla="*/ 627253 h 1017365"/>
                <a:gd name="connsiteX1" fmla="*/ 677569 w 725066"/>
                <a:gd name="connsiteY1" fmla="*/ 467995 h 1017365"/>
                <a:gd name="connsiteX2" fmla="*/ 653820 w 725066"/>
                <a:gd name="connsiteY2" fmla="*/ 437261 h 1017365"/>
                <a:gd name="connsiteX3" fmla="*/ 603528 w 725066"/>
                <a:gd name="connsiteY3" fmla="*/ 388366 h 1017365"/>
                <a:gd name="connsiteX4" fmla="*/ 571397 w 725066"/>
                <a:gd name="connsiteY4" fmla="*/ 371602 h 1017365"/>
                <a:gd name="connsiteX5" fmla="*/ 514120 w 725066"/>
                <a:gd name="connsiteY5" fmla="*/ 350647 h 1017365"/>
                <a:gd name="connsiteX6" fmla="*/ 459637 w 725066"/>
                <a:gd name="connsiteY6" fmla="*/ 335280 h 1017365"/>
                <a:gd name="connsiteX7" fmla="*/ 451255 w 725066"/>
                <a:gd name="connsiteY7" fmla="*/ 333883 h 1017365"/>
                <a:gd name="connsiteX8" fmla="*/ 441476 w 725066"/>
                <a:gd name="connsiteY8" fmla="*/ 329692 h 1017365"/>
                <a:gd name="connsiteX9" fmla="*/ 346480 w 725066"/>
                <a:gd name="connsiteY9" fmla="*/ 336677 h 1017365"/>
                <a:gd name="connsiteX10" fmla="*/ 310158 w 725066"/>
                <a:gd name="connsiteY10" fmla="*/ 346456 h 1017365"/>
                <a:gd name="connsiteX11" fmla="*/ 286409 w 725066"/>
                <a:gd name="connsiteY11" fmla="*/ 356235 h 1017365"/>
                <a:gd name="connsiteX12" fmla="*/ 275233 w 725066"/>
                <a:gd name="connsiteY12" fmla="*/ 366014 h 1017365"/>
                <a:gd name="connsiteX13" fmla="*/ 234720 w 725066"/>
                <a:gd name="connsiteY13" fmla="*/ 396748 h 1017365"/>
                <a:gd name="connsiteX14" fmla="*/ 227735 w 725066"/>
                <a:gd name="connsiteY14" fmla="*/ 402336 h 1017365"/>
                <a:gd name="connsiteX15" fmla="*/ 217956 w 725066"/>
                <a:gd name="connsiteY15" fmla="*/ 407924 h 1017365"/>
                <a:gd name="connsiteX16" fmla="*/ 219353 w 725066"/>
                <a:gd name="connsiteY16" fmla="*/ 392557 h 1017365"/>
                <a:gd name="connsiteX17" fmla="*/ 220750 w 725066"/>
                <a:gd name="connsiteY17" fmla="*/ 382778 h 1017365"/>
                <a:gd name="connsiteX18" fmla="*/ 222147 w 725066"/>
                <a:gd name="connsiteY18" fmla="*/ 374396 h 1017365"/>
                <a:gd name="connsiteX19" fmla="*/ 223544 w 725066"/>
                <a:gd name="connsiteY19" fmla="*/ 367411 h 1017365"/>
                <a:gd name="connsiteX20" fmla="*/ 227735 w 725066"/>
                <a:gd name="connsiteY20" fmla="*/ 353441 h 1017365"/>
                <a:gd name="connsiteX21" fmla="*/ 248690 w 725066"/>
                <a:gd name="connsiteY21" fmla="*/ 275209 h 1017365"/>
                <a:gd name="connsiteX22" fmla="*/ 257072 w 725066"/>
                <a:gd name="connsiteY22" fmla="*/ 262636 h 1017365"/>
                <a:gd name="connsiteX23" fmla="*/ 273836 w 725066"/>
                <a:gd name="connsiteY23" fmla="*/ 237490 h 1017365"/>
                <a:gd name="connsiteX24" fmla="*/ 278027 w 725066"/>
                <a:gd name="connsiteY24" fmla="*/ 227711 h 1017365"/>
                <a:gd name="connsiteX25" fmla="*/ 289203 w 725066"/>
                <a:gd name="connsiteY25" fmla="*/ 210947 h 1017365"/>
                <a:gd name="connsiteX26" fmla="*/ 303173 w 725066"/>
                <a:gd name="connsiteY26" fmla="*/ 202565 h 1017365"/>
                <a:gd name="connsiteX27" fmla="*/ 310158 w 725066"/>
                <a:gd name="connsiteY27" fmla="*/ 195580 h 1017365"/>
                <a:gd name="connsiteX28" fmla="*/ 342289 w 725066"/>
                <a:gd name="connsiteY28" fmla="*/ 178816 h 1017365"/>
                <a:gd name="connsiteX29" fmla="*/ 349274 w 725066"/>
                <a:gd name="connsiteY29" fmla="*/ 173228 h 1017365"/>
                <a:gd name="connsiteX30" fmla="*/ 356259 w 725066"/>
                <a:gd name="connsiteY30" fmla="*/ 171831 h 1017365"/>
                <a:gd name="connsiteX31" fmla="*/ 371626 w 725066"/>
                <a:gd name="connsiteY31" fmla="*/ 170434 h 1017365"/>
                <a:gd name="connsiteX32" fmla="*/ 434491 w 725066"/>
                <a:gd name="connsiteY32" fmla="*/ 163449 h 1017365"/>
                <a:gd name="connsiteX33" fmla="*/ 475004 w 725066"/>
                <a:gd name="connsiteY33" fmla="*/ 194183 h 1017365"/>
                <a:gd name="connsiteX34" fmla="*/ 522502 w 725066"/>
                <a:gd name="connsiteY34" fmla="*/ 268224 h 1017365"/>
                <a:gd name="connsiteX35" fmla="*/ 533678 w 725066"/>
                <a:gd name="connsiteY35" fmla="*/ 272415 h 1017365"/>
                <a:gd name="connsiteX36" fmla="*/ 544854 w 725066"/>
                <a:gd name="connsiteY36" fmla="*/ 273812 h 1017365"/>
                <a:gd name="connsiteX37" fmla="*/ 575588 w 725066"/>
                <a:gd name="connsiteY37" fmla="*/ 273812 h 1017365"/>
                <a:gd name="connsiteX38" fmla="*/ 607719 w 725066"/>
                <a:gd name="connsiteY38" fmla="*/ 271018 h 1017365"/>
                <a:gd name="connsiteX39" fmla="*/ 691539 w 725066"/>
                <a:gd name="connsiteY39" fmla="*/ 275209 h 1017365"/>
                <a:gd name="connsiteX40" fmla="*/ 709700 w 725066"/>
                <a:gd name="connsiteY40" fmla="*/ 264033 h 1017365"/>
                <a:gd name="connsiteX41" fmla="*/ 667790 w 725066"/>
                <a:gd name="connsiteY41" fmla="*/ 132715 h 1017365"/>
                <a:gd name="connsiteX42" fmla="*/ 597940 w 725066"/>
                <a:gd name="connsiteY42" fmla="*/ 64262 h 1017365"/>
                <a:gd name="connsiteX43" fmla="*/ 586764 w 725066"/>
                <a:gd name="connsiteY43" fmla="*/ 53086 h 1017365"/>
                <a:gd name="connsiteX44" fmla="*/ 564412 w 725066"/>
                <a:gd name="connsiteY44" fmla="*/ 43307 h 1017365"/>
                <a:gd name="connsiteX45" fmla="*/ 544854 w 725066"/>
                <a:gd name="connsiteY45" fmla="*/ 33528 h 1017365"/>
                <a:gd name="connsiteX46" fmla="*/ 523899 w 725066"/>
                <a:gd name="connsiteY46" fmla="*/ 25146 h 1017365"/>
                <a:gd name="connsiteX47" fmla="*/ 493165 w 725066"/>
                <a:gd name="connsiteY47" fmla="*/ 16764 h 1017365"/>
                <a:gd name="connsiteX48" fmla="*/ 448461 w 725066"/>
                <a:gd name="connsiteY48" fmla="*/ 8382 h 1017365"/>
                <a:gd name="connsiteX49" fmla="*/ 305967 w 725066"/>
                <a:gd name="connsiteY49" fmla="*/ 0 h 1017365"/>
                <a:gd name="connsiteX50" fmla="*/ 252881 w 725066"/>
                <a:gd name="connsiteY50" fmla="*/ 11176 h 1017365"/>
                <a:gd name="connsiteX51" fmla="*/ 194207 w 725066"/>
                <a:gd name="connsiteY51" fmla="*/ 40513 h 1017365"/>
                <a:gd name="connsiteX52" fmla="*/ 181634 w 725066"/>
                <a:gd name="connsiteY52" fmla="*/ 47498 h 1017365"/>
                <a:gd name="connsiteX53" fmla="*/ 171855 w 725066"/>
                <a:gd name="connsiteY53" fmla="*/ 53086 h 1017365"/>
                <a:gd name="connsiteX54" fmla="*/ 125754 w 725066"/>
                <a:gd name="connsiteY54" fmla="*/ 96393 h 1017365"/>
                <a:gd name="connsiteX55" fmla="*/ 78256 w 725066"/>
                <a:gd name="connsiteY55" fmla="*/ 176022 h 1017365"/>
                <a:gd name="connsiteX56" fmla="*/ 27964 w 725066"/>
                <a:gd name="connsiteY56" fmla="*/ 307340 h 1017365"/>
                <a:gd name="connsiteX57" fmla="*/ 25170 w 725066"/>
                <a:gd name="connsiteY57" fmla="*/ 318516 h 1017365"/>
                <a:gd name="connsiteX58" fmla="*/ 22376 w 725066"/>
                <a:gd name="connsiteY58" fmla="*/ 325501 h 1017365"/>
                <a:gd name="connsiteX59" fmla="*/ 20979 w 725066"/>
                <a:gd name="connsiteY59" fmla="*/ 332486 h 1017365"/>
                <a:gd name="connsiteX60" fmla="*/ 13994 w 725066"/>
                <a:gd name="connsiteY60" fmla="*/ 385572 h 1017365"/>
                <a:gd name="connsiteX61" fmla="*/ 1421 w 725066"/>
                <a:gd name="connsiteY61" fmla="*/ 583946 h 1017365"/>
                <a:gd name="connsiteX62" fmla="*/ 2818 w 725066"/>
                <a:gd name="connsiteY62" fmla="*/ 600710 h 1017365"/>
                <a:gd name="connsiteX63" fmla="*/ 4215 w 725066"/>
                <a:gd name="connsiteY63" fmla="*/ 607695 h 1017365"/>
                <a:gd name="connsiteX64" fmla="*/ 18185 w 725066"/>
                <a:gd name="connsiteY64" fmla="*/ 698500 h 1017365"/>
                <a:gd name="connsiteX65" fmla="*/ 22376 w 725066"/>
                <a:gd name="connsiteY65" fmla="*/ 708279 h 1017365"/>
                <a:gd name="connsiteX66" fmla="*/ 43331 w 725066"/>
                <a:gd name="connsiteY66" fmla="*/ 772541 h 1017365"/>
                <a:gd name="connsiteX67" fmla="*/ 47522 w 725066"/>
                <a:gd name="connsiteY67" fmla="*/ 782320 h 1017365"/>
                <a:gd name="connsiteX68" fmla="*/ 104799 w 725066"/>
                <a:gd name="connsiteY68" fmla="*/ 887095 h 1017365"/>
                <a:gd name="connsiteX69" fmla="*/ 114578 w 725066"/>
                <a:gd name="connsiteY69" fmla="*/ 896874 h 1017365"/>
                <a:gd name="connsiteX70" fmla="*/ 124357 w 725066"/>
                <a:gd name="connsiteY70" fmla="*/ 905256 h 1017365"/>
                <a:gd name="connsiteX71" fmla="*/ 146709 w 725066"/>
                <a:gd name="connsiteY71" fmla="*/ 927608 h 1017365"/>
                <a:gd name="connsiteX72" fmla="*/ 231926 w 725066"/>
                <a:gd name="connsiteY72" fmla="*/ 986282 h 1017365"/>
                <a:gd name="connsiteX73" fmla="*/ 238911 w 725066"/>
                <a:gd name="connsiteY73" fmla="*/ 987679 h 1017365"/>
                <a:gd name="connsiteX74" fmla="*/ 290600 w 725066"/>
                <a:gd name="connsiteY74" fmla="*/ 1007237 h 1017365"/>
                <a:gd name="connsiteX75" fmla="*/ 303173 w 725066"/>
                <a:gd name="connsiteY75" fmla="*/ 1011428 h 1017365"/>
                <a:gd name="connsiteX76" fmla="*/ 343686 w 725066"/>
                <a:gd name="connsiteY76" fmla="*/ 1015619 h 1017365"/>
                <a:gd name="connsiteX77" fmla="*/ 410742 w 725066"/>
                <a:gd name="connsiteY77" fmla="*/ 1017016 h 1017365"/>
                <a:gd name="connsiteX78" fmla="*/ 508532 w 725066"/>
                <a:gd name="connsiteY78" fmla="*/ 996061 h 1017365"/>
                <a:gd name="connsiteX79" fmla="*/ 528090 w 725066"/>
                <a:gd name="connsiteY79" fmla="*/ 991870 h 1017365"/>
                <a:gd name="connsiteX80" fmla="*/ 536472 w 725066"/>
                <a:gd name="connsiteY80" fmla="*/ 986282 h 1017365"/>
                <a:gd name="connsiteX81" fmla="*/ 556030 w 725066"/>
                <a:gd name="connsiteY81" fmla="*/ 970915 h 1017365"/>
                <a:gd name="connsiteX82" fmla="*/ 565809 w 725066"/>
                <a:gd name="connsiteY82" fmla="*/ 968121 h 1017365"/>
                <a:gd name="connsiteX83" fmla="*/ 581176 w 725066"/>
                <a:gd name="connsiteY83" fmla="*/ 955548 h 1017365"/>
                <a:gd name="connsiteX84" fmla="*/ 593749 w 725066"/>
                <a:gd name="connsiteY84" fmla="*/ 949960 h 1017365"/>
                <a:gd name="connsiteX85" fmla="*/ 599337 w 725066"/>
                <a:gd name="connsiteY85" fmla="*/ 942975 h 1017365"/>
                <a:gd name="connsiteX86" fmla="*/ 610513 w 725066"/>
                <a:gd name="connsiteY86" fmla="*/ 931799 h 1017365"/>
                <a:gd name="connsiteX87" fmla="*/ 635659 w 725066"/>
                <a:gd name="connsiteY87" fmla="*/ 898271 h 1017365"/>
                <a:gd name="connsiteX88" fmla="*/ 669187 w 725066"/>
                <a:gd name="connsiteY88" fmla="*/ 852170 h 1017365"/>
                <a:gd name="connsiteX89" fmla="*/ 676172 w 725066"/>
                <a:gd name="connsiteY89" fmla="*/ 845185 h 1017365"/>
                <a:gd name="connsiteX90" fmla="*/ 719479 w 725066"/>
                <a:gd name="connsiteY90" fmla="*/ 690118 h 1017365"/>
                <a:gd name="connsiteX91" fmla="*/ 720876 w 725066"/>
                <a:gd name="connsiteY91" fmla="*/ 683133 h 1017365"/>
                <a:gd name="connsiteX92" fmla="*/ 722273 w 725066"/>
                <a:gd name="connsiteY92" fmla="*/ 669163 h 1017365"/>
                <a:gd name="connsiteX93" fmla="*/ 725067 w 725066"/>
                <a:gd name="connsiteY93" fmla="*/ 648208 h 1017365"/>
                <a:gd name="connsiteX94" fmla="*/ 723670 w 725066"/>
                <a:gd name="connsiteY94" fmla="*/ 634238 h 1017365"/>
                <a:gd name="connsiteX95" fmla="*/ 723670 w 725066"/>
                <a:gd name="connsiteY95" fmla="*/ 627253 h 1017365"/>
                <a:gd name="connsiteX96" fmla="*/ 695730 w 725066"/>
                <a:gd name="connsiteY96" fmla="*/ 666369 h 1017365"/>
                <a:gd name="connsiteX97" fmla="*/ 694333 w 725066"/>
                <a:gd name="connsiteY97" fmla="*/ 683133 h 1017365"/>
                <a:gd name="connsiteX98" fmla="*/ 692936 w 725066"/>
                <a:gd name="connsiteY98" fmla="*/ 685927 h 1017365"/>
                <a:gd name="connsiteX99" fmla="*/ 649629 w 725066"/>
                <a:gd name="connsiteY99" fmla="*/ 834009 h 1017365"/>
                <a:gd name="connsiteX100" fmla="*/ 613307 w 725066"/>
                <a:gd name="connsiteY100" fmla="*/ 881507 h 1017365"/>
                <a:gd name="connsiteX101" fmla="*/ 583970 w 725066"/>
                <a:gd name="connsiteY101" fmla="*/ 919226 h 1017365"/>
                <a:gd name="connsiteX102" fmla="*/ 575588 w 725066"/>
                <a:gd name="connsiteY102" fmla="*/ 929005 h 1017365"/>
                <a:gd name="connsiteX103" fmla="*/ 568603 w 725066"/>
                <a:gd name="connsiteY103" fmla="*/ 931799 h 1017365"/>
                <a:gd name="connsiteX104" fmla="*/ 560221 w 725066"/>
                <a:gd name="connsiteY104" fmla="*/ 937387 h 1017365"/>
                <a:gd name="connsiteX105" fmla="*/ 550442 w 725066"/>
                <a:gd name="connsiteY105" fmla="*/ 944372 h 1017365"/>
                <a:gd name="connsiteX106" fmla="*/ 543457 w 725066"/>
                <a:gd name="connsiteY106" fmla="*/ 947166 h 1017365"/>
                <a:gd name="connsiteX107" fmla="*/ 514120 w 725066"/>
                <a:gd name="connsiteY107" fmla="*/ 968121 h 1017365"/>
                <a:gd name="connsiteX108" fmla="*/ 501547 w 725066"/>
                <a:gd name="connsiteY108" fmla="*/ 969518 h 1017365"/>
                <a:gd name="connsiteX109" fmla="*/ 410742 w 725066"/>
                <a:gd name="connsiteY109" fmla="*/ 989076 h 1017365"/>
                <a:gd name="connsiteX110" fmla="*/ 349274 w 725066"/>
                <a:gd name="connsiteY110" fmla="*/ 989076 h 1017365"/>
                <a:gd name="connsiteX111" fmla="*/ 310158 w 725066"/>
                <a:gd name="connsiteY111" fmla="*/ 986282 h 1017365"/>
                <a:gd name="connsiteX112" fmla="*/ 297585 w 725066"/>
                <a:gd name="connsiteY112" fmla="*/ 982091 h 1017365"/>
                <a:gd name="connsiteX113" fmla="*/ 279424 w 725066"/>
                <a:gd name="connsiteY113" fmla="*/ 976503 h 1017365"/>
                <a:gd name="connsiteX114" fmla="*/ 238911 w 725066"/>
                <a:gd name="connsiteY114" fmla="*/ 958342 h 1017365"/>
                <a:gd name="connsiteX115" fmla="*/ 163473 w 725066"/>
                <a:gd name="connsiteY115" fmla="*/ 906653 h 1017365"/>
                <a:gd name="connsiteX116" fmla="*/ 142518 w 725066"/>
                <a:gd name="connsiteY116" fmla="*/ 885698 h 1017365"/>
                <a:gd name="connsiteX117" fmla="*/ 132739 w 725066"/>
                <a:gd name="connsiteY117" fmla="*/ 877316 h 1017365"/>
                <a:gd name="connsiteX118" fmla="*/ 124357 w 725066"/>
                <a:gd name="connsiteY118" fmla="*/ 868934 h 1017365"/>
                <a:gd name="connsiteX119" fmla="*/ 72668 w 725066"/>
                <a:gd name="connsiteY119" fmla="*/ 773938 h 1017365"/>
                <a:gd name="connsiteX120" fmla="*/ 69874 w 725066"/>
                <a:gd name="connsiteY120" fmla="*/ 765556 h 1017365"/>
                <a:gd name="connsiteX121" fmla="*/ 48919 w 725066"/>
                <a:gd name="connsiteY121" fmla="*/ 702691 h 1017365"/>
                <a:gd name="connsiteX122" fmla="*/ 44728 w 725066"/>
                <a:gd name="connsiteY122" fmla="*/ 692912 h 1017365"/>
                <a:gd name="connsiteX123" fmla="*/ 30758 w 725066"/>
                <a:gd name="connsiteY123" fmla="*/ 603504 h 1017365"/>
                <a:gd name="connsiteX124" fmla="*/ 27964 w 725066"/>
                <a:gd name="connsiteY124" fmla="*/ 592328 h 1017365"/>
                <a:gd name="connsiteX125" fmla="*/ 27964 w 725066"/>
                <a:gd name="connsiteY125" fmla="*/ 583946 h 1017365"/>
                <a:gd name="connsiteX126" fmla="*/ 40537 w 725066"/>
                <a:gd name="connsiteY126" fmla="*/ 392557 h 1017365"/>
                <a:gd name="connsiteX127" fmla="*/ 41934 w 725066"/>
                <a:gd name="connsiteY127" fmla="*/ 382778 h 1017365"/>
                <a:gd name="connsiteX128" fmla="*/ 48919 w 725066"/>
                <a:gd name="connsiteY128" fmla="*/ 332486 h 1017365"/>
                <a:gd name="connsiteX129" fmla="*/ 50316 w 725066"/>
                <a:gd name="connsiteY129" fmla="*/ 326898 h 1017365"/>
                <a:gd name="connsiteX130" fmla="*/ 53110 w 725066"/>
                <a:gd name="connsiteY130" fmla="*/ 314325 h 1017365"/>
                <a:gd name="connsiteX131" fmla="*/ 102005 w 725066"/>
                <a:gd name="connsiteY131" fmla="*/ 187198 h 1017365"/>
                <a:gd name="connsiteX132" fmla="*/ 148106 w 725066"/>
                <a:gd name="connsiteY132" fmla="*/ 111760 h 1017365"/>
                <a:gd name="connsiteX133" fmla="*/ 184428 w 725066"/>
                <a:gd name="connsiteY133" fmla="*/ 78232 h 1017365"/>
                <a:gd name="connsiteX134" fmla="*/ 199795 w 725066"/>
                <a:gd name="connsiteY134" fmla="*/ 68453 h 1017365"/>
                <a:gd name="connsiteX135" fmla="*/ 209574 w 725066"/>
                <a:gd name="connsiteY135" fmla="*/ 62865 h 1017365"/>
                <a:gd name="connsiteX136" fmla="*/ 261263 w 725066"/>
                <a:gd name="connsiteY136" fmla="*/ 36322 h 1017365"/>
                <a:gd name="connsiteX137" fmla="*/ 305967 w 725066"/>
                <a:gd name="connsiteY137" fmla="*/ 26543 h 1017365"/>
                <a:gd name="connsiteX138" fmla="*/ 444270 w 725066"/>
                <a:gd name="connsiteY138" fmla="*/ 34925 h 1017365"/>
                <a:gd name="connsiteX139" fmla="*/ 458240 w 725066"/>
                <a:gd name="connsiteY139" fmla="*/ 37719 h 1017365"/>
                <a:gd name="connsiteX140" fmla="*/ 470813 w 725066"/>
                <a:gd name="connsiteY140" fmla="*/ 40513 h 1017365"/>
                <a:gd name="connsiteX141" fmla="*/ 480592 w 725066"/>
                <a:gd name="connsiteY141" fmla="*/ 41910 h 1017365"/>
                <a:gd name="connsiteX142" fmla="*/ 488974 w 725066"/>
                <a:gd name="connsiteY142" fmla="*/ 43307 h 1017365"/>
                <a:gd name="connsiteX143" fmla="*/ 516914 w 725066"/>
                <a:gd name="connsiteY143" fmla="*/ 50292 h 1017365"/>
                <a:gd name="connsiteX144" fmla="*/ 533678 w 725066"/>
                <a:gd name="connsiteY144" fmla="*/ 57277 h 1017365"/>
                <a:gd name="connsiteX145" fmla="*/ 554633 w 725066"/>
                <a:gd name="connsiteY145" fmla="*/ 68453 h 1017365"/>
                <a:gd name="connsiteX146" fmla="*/ 572794 w 725066"/>
                <a:gd name="connsiteY146" fmla="*/ 76835 h 1017365"/>
                <a:gd name="connsiteX147" fmla="*/ 590955 w 725066"/>
                <a:gd name="connsiteY147" fmla="*/ 90805 h 1017365"/>
                <a:gd name="connsiteX148" fmla="*/ 613307 w 725066"/>
                <a:gd name="connsiteY148" fmla="*/ 114554 h 1017365"/>
                <a:gd name="connsiteX149" fmla="*/ 645438 w 725066"/>
                <a:gd name="connsiteY149" fmla="*/ 148082 h 1017365"/>
                <a:gd name="connsiteX150" fmla="*/ 681760 w 725066"/>
                <a:gd name="connsiteY150" fmla="*/ 247269 h 1017365"/>
                <a:gd name="connsiteX151" fmla="*/ 651026 w 725066"/>
                <a:gd name="connsiteY151" fmla="*/ 245872 h 1017365"/>
                <a:gd name="connsiteX152" fmla="*/ 599337 w 725066"/>
                <a:gd name="connsiteY152" fmla="*/ 245872 h 1017365"/>
                <a:gd name="connsiteX153" fmla="*/ 574191 w 725066"/>
                <a:gd name="connsiteY153" fmla="*/ 247269 h 1017365"/>
                <a:gd name="connsiteX154" fmla="*/ 554633 w 725066"/>
                <a:gd name="connsiteY154" fmla="*/ 247269 h 1017365"/>
                <a:gd name="connsiteX155" fmla="*/ 547648 w 725066"/>
                <a:gd name="connsiteY155" fmla="*/ 245872 h 1017365"/>
                <a:gd name="connsiteX156" fmla="*/ 535075 w 725066"/>
                <a:gd name="connsiteY156" fmla="*/ 244475 h 1017365"/>
                <a:gd name="connsiteX157" fmla="*/ 494562 w 725066"/>
                <a:gd name="connsiteY157" fmla="*/ 176022 h 1017365"/>
                <a:gd name="connsiteX158" fmla="*/ 444270 w 725066"/>
                <a:gd name="connsiteY158" fmla="*/ 138303 h 1017365"/>
                <a:gd name="connsiteX159" fmla="*/ 370229 w 725066"/>
                <a:gd name="connsiteY159" fmla="*/ 143891 h 1017365"/>
                <a:gd name="connsiteX160" fmla="*/ 350671 w 725066"/>
                <a:gd name="connsiteY160" fmla="*/ 145288 h 1017365"/>
                <a:gd name="connsiteX161" fmla="*/ 342289 w 725066"/>
                <a:gd name="connsiteY161" fmla="*/ 148082 h 1017365"/>
                <a:gd name="connsiteX162" fmla="*/ 326922 w 725066"/>
                <a:gd name="connsiteY162" fmla="*/ 156464 h 1017365"/>
                <a:gd name="connsiteX163" fmla="*/ 291997 w 725066"/>
                <a:gd name="connsiteY163" fmla="*/ 176022 h 1017365"/>
                <a:gd name="connsiteX164" fmla="*/ 286409 w 725066"/>
                <a:gd name="connsiteY164" fmla="*/ 181610 h 1017365"/>
                <a:gd name="connsiteX165" fmla="*/ 273836 w 725066"/>
                <a:gd name="connsiteY165" fmla="*/ 189992 h 1017365"/>
                <a:gd name="connsiteX166" fmla="*/ 252881 w 725066"/>
                <a:gd name="connsiteY166" fmla="*/ 217932 h 1017365"/>
                <a:gd name="connsiteX167" fmla="*/ 248690 w 725066"/>
                <a:gd name="connsiteY167" fmla="*/ 227711 h 1017365"/>
                <a:gd name="connsiteX168" fmla="*/ 243102 w 725066"/>
                <a:gd name="connsiteY168" fmla="*/ 237490 h 1017365"/>
                <a:gd name="connsiteX169" fmla="*/ 236117 w 725066"/>
                <a:gd name="connsiteY169" fmla="*/ 245872 h 1017365"/>
                <a:gd name="connsiteX170" fmla="*/ 224941 w 725066"/>
                <a:gd name="connsiteY170" fmla="*/ 264033 h 1017365"/>
                <a:gd name="connsiteX171" fmla="*/ 219353 w 725066"/>
                <a:gd name="connsiteY171" fmla="*/ 275209 h 1017365"/>
                <a:gd name="connsiteX172" fmla="*/ 201192 w 725066"/>
                <a:gd name="connsiteY172" fmla="*/ 346456 h 1017365"/>
                <a:gd name="connsiteX173" fmla="*/ 197001 w 725066"/>
                <a:gd name="connsiteY173" fmla="*/ 370205 h 1017365"/>
                <a:gd name="connsiteX174" fmla="*/ 195604 w 725066"/>
                <a:gd name="connsiteY174" fmla="*/ 377190 h 1017365"/>
                <a:gd name="connsiteX175" fmla="*/ 192810 w 725066"/>
                <a:gd name="connsiteY175" fmla="*/ 386969 h 1017365"/>
                <a:gd name="connsiteX176" fmla="*/ 245896 w 725066"/>
                <a:gd name="connsiteY176" fmla="*/ 421894 h 1017365"/>
                <a:gd name="connsiteX177" fmla="*/ 252881 w 725066"/>
                <a:gd name="connsiteY177" fmla="*/ 416306 h 1017365"/>
                <a:gd name="connsiteX178" fmla="*/ 293394 w 725066"/>
                <a:gd name="connsiteY178" fmla="*/ 385572 h 1017365"/>
                <a:gd name="connsiteX179" fmla="*/ 301776 w 725066"/>
                <a:gd name="connsiteY179" fmla="*/ 377190 h 1017365"/>
                <a:gd name="connsiteX180" fmla="*/ 311555 w 725066"/>
                <a:gd name="connsiteY180" fmla="*/ 372999 h 1017365"/>
                <a:gd name="connsiteX181" fmla="*/ 333907 w 725066"/>
                <a:gd name="connsiteY181" fmla="*/ 367411 h 1017365"/>
                <a:gd name="connsiteX182" fmla="*/ 434491 w 725066"/>
                <a:gd name="connsiteY182" fmla="*/ 356235 h 1017365"/>
                <a:gd name="connsiteX183" fmla="*/ 445667 w 725066"/>
                <a:gd name="connsiteY183" fmla="*/ 360426 h 1017365"/>
                <a:gd name="connsiteX184" fmla="*/ 456843 w 725066"/>
                <a:gd name="connsiteY184" fmla="*/ 361823 h 1017365"/>
                <a:gd name="connsiteX185" fmla="*/ 504341 w 725066"/>
                <a:gd name="connsiteY185" fmla="*/ 375793 h 1017365"/>
                <a:gd name="connsiteX186" fmla="*/ 564412 w 725066"/>
                <a:gd name="connsiteY186" fmla="*/ 396748 h 1017365"/>
                <a:gd name="connsiteX187" fmla="*/ 589558 w 725066"/>
                <a:gd name="connsiteY187" fmla="*/ 412115 h 1017365"/>
                <a:gd name="connsiteX188" fmla="*/ 634262 w 725066"/>
                <a:gd name="connsiteY188" fmla="*/ 455422 h 1017365"/>
                <a:gd name="connsiteX189" fmla="*/ 652423 w 725066"/>
                <a:gd name="connsiteY189" fmla="*/ 479171 h 1017365"/>
                <a:gd name="connsiteX190" fmla="*/ 658011 w 725066"/>
                <a:gd name="connsiteY190" fmla="*/ 487553 h 1017365"/>
                <a:gd name="connsiteX191" fmla="*/ 697127 w 725066"/>
                <a:gd name="connsiteY191" fmla="*/ 625856 h 1017365"/>
                <a:gd name="connsiteX192" fmla="*/ 698524 w 725066"/>
                <a:gd name="connsiteY192" fmla="*/ 644017 h 1017365"/>
                <a:gd name="connsiteX193" fmla="*/ 695730 w 725066"/>
                <a:gd name="connsiteY193" fmla="*/ 666369 h 1017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725066" h="1017365">
                  <a:moveTo>
                    <a:pt x="723670" y="627253"/>
                  </a:moveTo>
                  <a:cubicBezTo>
                    <a:pt x="723670" y="557403"/>
                    <a:pt x="706906" y="511302"/>
                    <a:pt x="677569" y="467995"/>
                  </a:cubicBezTo>
                  <a:cubicBezTo>
                    <a:pt x="676172" y="463804"/>
                    <a:pt x="659408" y="447040"/>
                    <a:pt x="653820" y="437261"/>
                  </a:cubicBezTo>
                  <a:lnTo>
                    <a:pt x="603528" y="388366"/>
                  </a:lnTo>
                  <a:cubicBezTo>
                    <a:pt x="593749" y="384175"/>
                    <a:pt x="585367" y="378587"/>
                    <a:pt x="571397" y="371602"/>
                  </a:cubicBezTo>
                  <a:cubicBezTo>
                    <a:pt x="551839" y="367411"/>
                    <a:pt x="533678" y="359029"/>
                    <a:pt x="514120" y="350647"/>
                  </a:cubicBezTo>
                  <a:cubicBezTo>
                    <a:pt x="498753" y="343662"/>
                    <a:pt x="480592" y="338074"/>
                    <a:pt x="459637" y="335280"/>
                  </a:cubicBezTo>
                  <a:lnTo>
                    <a:pt x="451255" y="333883"/>
                  </a:lnTo>
                  <a:lnTo>
                    <a:pt x="441476" y="329692"/>
                  </a:lnTo>
                  <a:cubicBezTo>
                    <a:pt x="413536" y="324104"/>
                    <a:pt x="373023" y="329692"/>
                    <a:pt x="346480" y="336677"/>
                  </a:cubicBezTo>
                  <a:cubicBezTo>
                    <a:pt x="333907" y="339471"/>
                    <a:pt x="322731" y="345059"/>
                    <a:pt x="310158" y="346456"/>
                  </a:cubicBezTo>
                  <a:cubicBezTo>
                    <a:pt x="303173" y="346456"/>
                    <a:pt x="294791" y="350647"/>
                    <a:pt x="286409" y="356235"/>
                  </a:cubicBezTo>
                  <a:lnTo>
                    <a:pt x="275233" y="366014"/>
                  </a:lnTo>
                  <a:cubicBezTo>
                    <a:pt x="262660" y="377190"/>
                    <a:pt x="248690" y="384175"/>
                    <a:pt x="234720" y="396748"/>
                  </a:cubicBezTo>
                  <a:lnTo>
                    <a:pt x="227735" y="402336"/>
                  </a:lnTo>
                  <a:cubicBezTo>
                    <a:pt x="224941" y="405130"/>
                    <a:pt x="222147" y="407924"/>
                    <a:pt x="217956" y="407924"/>
                  </a:cubicBezTo>
                  <a:cubicBezTo>
                    <a:pt x="216559" y="403733"/>
                    <a:pt x="216559" y="398145"/>
                    <a:pt x="219353" y="392557"/>
                  </a:cubicBezTo>
                  <a:lnTo>
                    <a:pt x="220750" y="382778"/>
                  </a:lnTo>
                  <a:lnTo>
                    <a:pt x="222147" y="374396"/>
                  </a:lnTo>
                  <a:lnTo>
                    <a:pt x="223544" y="367411"/>
                  </a:lnTo>
                  <a:cubicBezTo>
                    <a:pt x="223544" y="366014"/>
                    <a:pt x="223544" y="364617"/>
                    <a:pt x="227735" y="353441"/>
                  </a:cubicBezTo>
                  <a:cubicBezTo>
                    <a:pt x="231926" y="331089"/>
                    <a:pt x="238911" y="307340"/>
                    <a:pt x="248690" y="275209"/>
                  </a:cubicBezTo>
                  <a:cubicBezTo>
                    <a:pt x="250087" y="271018"/>
                    <a:pt x="252881" y="266827"/>
                    <a:pt x="257072" y="262636"/>
                  </a:cubicBezTo>
                  <a:cubicBezTo>
                    <a:pt x="264057" y="252857"/>
                    <a:pt x="269645" y="247269"/>
                    <a:pt x="273836" y="237490"/>
                  </a:cubicBezTo>
                  <a:lnTo>
                    <a:pt x="278027" y="227711"/>
                  </a:lnTo>
                  <a:cubicBezTo>
                    <a:pt x="279424" y="223520"/>
                    <a:pt x="282218" y="217932"/>
                    <a:pt x="289203" y="210947"/>
                  </a:cubicBezTo>
                  <a:lnTo>
                    <a:pt x="303173" y="202565"/>
                  </a:lnTo>
                  <a:lnTo>
                    <a:pt x="310158" y="195580"/>
                  </a:lnTo>
                  <a:cubicBezTo>
                    <a:pt x="314349" y="191389"/>
                    <a:pt x="319937" y="187198"/>
                    <a:pt x="342289" y="178816"/>
                  </a:cubicBezTo>
                  <a:lnTo>
                    <a:pt x="349274" y="173228"/>
                  </a:lnTo>
                  <a:lnTo>
                    <a:pt x="356259" y="171831"/>
                  </a:lnTo>
                  <a:cubicBezTo>
                    <a:pt x="361847" y="170434"/>
                    <a:pt x="366038" y="170434"/>
                    <a:pt x="371626" y="170434"/>
                  </a:cubicBezTo>
                  <a:cubicBezTo>
                    <a:pt x="384199" y="169037"/>
                    <a:pt x="420521" y="157861"/>
                    <a:pt x="434491" y="163449"/>
                  </a:cubicBezTo>
                  <a:cubicBezTo>
                    <a:pt x="448461" y="167640"/>
                    <a:pt x="463828" y="181610"/>
                    <a:pt x="475004" y="194183"/>
                  </a:cubicBezTo>
                  <a:cubicBezTo>
                    <a:pt x="493165" y="215138"/>
                    <a:pt x="498753" y="243078"/>
                    <a:pt x="522502" y="268224"/>
                  </a:cubicBezTo>
                  <a:lnTo>
                    <a:pt x="533678" y="272415"/>
                  </a:lnTo>
                  <a:lnTo>
                    <a:pt x="544854" y="273812"/>
                  </a:lnTo>
                  <a:lnTo>
                    <a:pt x="575588" y="273812"/>
                  </a:lnTo>
                  <a:lnTo>
                    <a:pt x="607719" y="271018"/>
                  </a:lnTo>
                  <a:cubicBezTo>
                    <a:pt x="610513" y="271018"/>
                    <a:pt x="688745" y="275209"/>
                    <a:pt x="691539" y="275209"/>
                  </a:cubicBezTo>
                  <a:cubicBezTo>
                    <a:pt x="701318" y="278003"/>
                    <a:pt x="708303" y="272415"/>
                    <a:pt x="709700" y="264033"/>
                  </a:cubicBezTo>
                  <a:cubicBezTo>
                    <a:pt x="712494" y="206756"/>
                    <a:pt x="694333" y="170434"/>
                    <a:pt x="667790" y="132715"/>
                  </a:cubicBezTo>
                  <a:cubicBezTo>
                    <a:pt x="659408" y="120142"/>
                    <a:pt x="611910" y="72644"/>
                    <a:pt x="597940" y="64262"/>
                  </a:cubicBezTo>
                  <a:lnTo>
                    <a:pt x="586764" y="53086"/>
                  </a:lnTo>
                  <a:cubicBezTo>
                    <a:pt x="579779" y="47498"/>
                    <a:pt x="572794" y="46101"/>
                    <a:pt x="564412" y="43307"/>
                  </a:cubicBezTo>
                  <a:lnTo>
                    <a:pt x="544854" y="33528"/>
                  </a:lnTo>
                  <a:cubicBezTo>
                    <a:pt x="539266" y="30734"/>
                    <a:pt x="532281" y="27940"/>
                    <a:pt x="523899" y="25146"/>
                  </a:cubicBezTo>
                  <a:cubicBezTo>
                    <a:pt x="514120" y="22352"/>
                    <a:pt x="504341" y="18161"/>
                    <a:pt x="493165" y="16764"/>
                  </a:cubicBezTo>
                  <a:cubicBezTo>
                    <a:pt x="479195" y="12573"/>
                    <a:pt x="463828" y="11176"/>
                    <a:pt x="448461" y="8382"/>
                  </a:cubicBezTo>
                  <a:cubicBezTo>
                    <a:pt x="400963" y="0"/>
                    <a:pt x="346480" y="0"/>
                    <a:pt x="305967" y="0"/>
                  </a:cubicBezTo>
                  <a:cubicBezTo>
                    <a:pt x="286409" y="0"/>
                    <a:pt x="268248" y="5588"/>
                    <a:pt x="252881" y="11176"/>
                  </a:cubicBezTo>
                  <a:cubicBezTo>
                    <a:pt x="231926" y="18161"/>
                    <a:pt x="213765" y="25146"/>
                    <a:pt x="194207" y="40513"/>
                  </a:cubicBezTo>
                  <a:lnTo>
                    <a:pt x="181634" y="47498"/>
                  </a:lnTo>
                  <a:cubicBezTo>
                    <a:pt x="178840" y="50292"/>
                    <a:pt x="176046" y="53086"/>
                    <a:pt x="171855" y="53086"/>
                  </a:cubicBezTo>
                  <a:cubicBezTo>
                    <a:pt x="171855" y="53086"/>
                    <a:pt x="136930" y="86614"/>
                    <a:pt x="125754" y="96393"/>
                  </a:cubicBezTo>
                  <a:cubicBezTo>
                    <a:pt x="110387" y="122936"/>
                    <a:pt x="90829" y="148082"/>
                    <a:pt x="78256" y="176022"/>
                  </a:cubicBezTo>
                  <a:cubicBezTo>
                    <a:pt x="60095" y="216535"/>
                    <a:pt x="44728" y="264033"/>
                    <a:pt x="27964" y="307340"/>
                  </a:cubicBezTo>
                  <a:lnTo>
                    <a:pt x="25170" y="318516"/>
                  </a:lnTo>
                  <a:lnTo>
                    <a:pt x="22376" y="325501"/>
                  </a:lnTo>
                  <a:cubicBezTo>
                    <a:pt x="22376" y="326898"/>
                    <a:pt x="22376" y="329692"/>
                    <a:pt x="20979" y="332486"/>
                  </a:cubicBezTo>
                  <a:cubicBezTo>
                    <a:pt x="18185" y="347853"/>
                    <a:pt x="16788" y="363220"/>
                    <a:pt x="13994" y="385572"/>
                  </a:cubicBezTo>
                  <a:cubicBezTo>
                    <a:pt x="-1373" y="448437"/>
                    <a:pt x="-1373" y="521081"/>
                    <a:pt x="1421" y="583946"/>
                  </a:cubicBezTo>
                  <a:lnTo>
                    <a:pt x="2818" y="600710"/>
                  </a:lnTo>
                  <a:lnTo>
                    <a:pt x="4215" y="607695"/>
                  </a:lnTo>
                  <a:cubicBezTo>
                    <a:pt x="7009" y="638429"/>
                    <a:pt x="18185" y="667766"/>
                    <a:pt x="18185" y="698500"/>
                  </a:cubicBezTo>
                  <a:cubicBezTo>
                    <a:pt x="18185" y="699897"/>
                    <a:pt x="20979" y="706882"/>
                    <a:pt x="22376" y="708279"/>
                  </a:cubicBezTo>
                  <a:cubicBezTo>
                    <a:pt x="26567" y="712470"/>
                    <a:pt x="41934" y="765556"/>
                    <a:pt x="43331" y="772541"/>
                  </a:cubicBezTo>
                  <a:cubicBezTo>
                    <a:pt x="46125" y="778129"/>
                    <a:pt x="44728" y="775335"/>
                    <a:pt x="47522" y="782320"/>
                  </a:cubicBezTo>
                  <a:cubicBezTo>
                    <a:pt x="61492" y="814451"/>
                    <a:pt x="82447" y="860552"/>
                    <a:pt x="104799" y="887095"/>
                  </a:cubicBezTo>
                  <a:cubicBezTo>
                    <a:pt x="107593" y="889889"/>
                    <a:pt x="111784" y="892683"/>
                    <a:pt x="114578" y="896874"/>
                  </a:cubicBezTo>
                  <a:lnTo>
                    <a:pt x="124357" y="905256"/>
                  </a:lnTo>
                  <a:cubicBezTo>
                    <a:pt x="131342" y="910844"/>
                    <a:pt x="136930" y="917829"/>
                    <a:pt x="146709" y="927608"/>
                  </a:cubicBezTo>
                  <a:cubicBezTo>
                    <a:pt x="174649" y="947166"/>
                    <a:pt x="202589" y="968121"/>
                    <a:pt x="231926" y="986282"/>
                  </a:cubicBezTo>
                  <a:lnTo>
                    <a:pt x="238911" y="987679"/>
                  </a:lnTo>
                  <a:cubicBezTo>
                    <a:pt x="252881" y="997458"/>
                    <a:pt x="273836" y="1003046"/>
                    <a:pt x="290600" y="1007237"/>
                  </a:cubicBezTo>
                  <a:lnTo>
                    <a:pt x="303173" y="1011428"/>
                  </a:lnTo>
                  <a:cubicBezTo>
                    <a:pt x="311555" y="1015619"/>
                    <a:pt x="326922" y="1010031"/>
                    <a:pt x="343686" y="1015619"/>
                  </a:cubicBezTo>
                  <a:cubicBezTo>
                    <a:pt x="366038" y="1018413"/>
                    <a:pt x="388390" y="1017016"/>
                    <a:pt x="410742" y="1017016"/>
                  </a:cubicBezTo>
                  <a:cubicBezTo>
                    <a:pt x="445667" y="1015619"/>
                    <a:pt x="477798" y="1005840"/>
                    <a:pt x="508532" y="996061"/>
                  </a:cubicBezTo>
                  <a:cubicBezTo>
                    <a:pt x="515517" y="993267"/>
                    <a:pt x="522502" y="994664"/>
                    <a:pt x="528090" y="991870"/>
                  </a:cubicBezTo>
                  <a:cubicBezTo>
                    <a:pt x="530884" y="990473"/>
                    <a:pt x="533678" y="987679"/>
                    <a:pt x="536472" y="986282"/>
                  </a:cubicBezTo>
                  <a:cubicBezTo>
                    <a:pt x="546251" y="977900"/>
                    <a:pt x="547648" y="976503"/>
                    <a:pt x="556030" y="970915"/>
                  </a:cubicBezTo>
                  <a:lnTo>
                    <a:pt x="565809" y="968121"/>
                  </a:lnTo>
                  <a:lnTo>
                    <a:pt x="581176" y="955548"/>
                  </a:lnTo>
                  <a:lnTo>
                    <a:pt x="593749" y="949960"/>
                  </a:lnTo>
                  <a:lnTo>
                    <a:pt x="599337" y="942975"/>
                  </a:lnTo>
                  <a:cubicBezTo>
                    <a:pt x="602131" y="940181"/>
                    <a:pt x="606322" y="935990"/>
                    <a:pt x="610513" y="931799"/>
                  </a:cubicBezTo>
                  <a:cubicBezTo>
                    <a:pt x="620292" y="920623"/>
                    <a:pt x="627277" y="909447"/>
                    <a:pt x="635659" y="898271"/>
                  </a:cubicBezTo>
                  <a:cubicBezTo>
                    <a:pt x="649629" y="885698"/>
                    <a:pt x="662202" y="871728"/>
                    <a:pt x="669187" y="852170"/>
                  </a:cubicBezTo>
                  <a:lnTo>
                    <a:pt x="676172" y="845185"/>
                  </a:lnTo>
                  <a:cubicBezTo>
                    <a:pt x="695730" y="793496"/>
                    <a:pt x="711097" y="744601"/>
                    <a:pt x="719479" y="690118"/>
                  </a:cubicBezTo>
                  <a:lnTo>
                    <a:pt x="720876" y="683133"/>
                  </a:lnTo>
                  <a:lnTo>
                    <a:pt x="722273" y="669163"/>
                  </a:lnTo>
                  <a:lnTo>
                    <a:pt x="725067" y="648208"/>
                  </a:lnTo>
                  <a:cubicBezTo>
                    <a:pt x="725067" y="644017"/>
                    <a:pt x="725067" y="639826"/>
                    <a:pt x="723670" y="634238"/>
                  </a:cubicBezTo>
                  <a:lnTo>
                    <a:pt x="723670" y="627253"/>
                  </a:lnTo>
                  <a:close/>
                  <a:moveTo>
                    <a:pt x="695730" y="666369"/>
                  </a:moveTo>
                  <a:lnTo>
                    <a:pt x="694333" y="683133"/>
                  </a:lnTo>
                  <a:lnTo>
                    <a:pt x="692936" y="685927"/>
                  </a:lnTo>
                  <a:cubicBezTo>
                    <a:pt x="684554" y="736219"/>
                    <a:pt x="670584" y="783717"/>
                    <a:pt x="649629" y="834009"/>
                  </a:cubicBezTo>
                  <a:cubicBezTo>
                    <a:pt x="635659" y="850773"/>
                    <a:pt x="639850" y="859155"/>
                    <a:pt x="613307" y="881507"/>
                  </a:cubicBezTo>
                  <a:cubicBezTo>
                    <a:pt x="606322" y="894080"/>
                    <a:pt x="599337" y="903859"/>
                    <a:pt x="583970" y="919226"/>
                  </a:cubicBezTo>
                  <a:lnTo>
                    <a:pt x="575588" y="929005"/>
                  </a:lnTo>
                  <a:lnTo>
                    <a:pt x="568603" y="931799"/>
                  </a:lnTo>
                  <a:lnTo>
                    <a:pt x="560221" y="937387"/>
                  </a:lnTo>
                  <a:lnTo>
                    <a:pt x="550442" y="944372"/>
                  </a:lnTo>
                  <a:lnTo>
                    <a:pt x="543457" y="947166"/>
                  </a:lnTo>
                  <a:cubicBezTo>
                    <a:pt x="533678" y="951357"/>
                    <a:pt x="528090" y="958342"/>
                    <a:pt x="514120" y="968121"/>
                  </a:cubicBezTo>
                  <a:cubicBezTo>
                    <a:pt x="509929" y="968121"/>
                    <a:pt x="504341" y="969518"/>
                    <a:pt x="501547" y="969518"/>
                  </a:cubicBezTo>
                  <a:cubicBezTo>
                    <a:pt x="470813" y="979297"/>
                    <a:pt x="441476" y="989076"/>
                    <a:pt x="410742" y="989076"/>
                  </a:cubicBezTo>
                  <a:cubicBezTo>
                    <a:pt x="389787" y="989076"/>
                    <a:pt x="368832" y="991870"/>
                    <a:pt x="349274" y="989076"/>
                  </a:cubicBezTo>
                  <a:cubicBezTo>
                    <a:pt x="333907" y="984885"/>
                    <a:pt x="321334" y="984885"/>
                    <a:pt x="310158" y="986282"/>
                  </a:cubicBezTo>
                  <a:lnTo>
                    <a:pt x="297585" y="982091"/>
                  </a:lnTo>
                  <a:lnTo>
                    <a:pt x="279424" y="976503"/>
                  </a:lnTo>
                  <a:cubicBezTo>
                    <a:pt x="265454" y="972312"/>
                    <a:pt x="258469" y="966724"/>
                    <a:pt x="238911" y="958342"/>
                  </a:cubicBezTo>
                  <a:cubicBezTo>
                    <a:pt x="213765" y="942975"/>
                    <a:pt x="188619" y="924814"/>
                    <a:pt x="163473" y="906653"/>
                  </a:cubicBezTo>
                  <a:cubicBezTo>
                    <a:pt x="156488" y="898271"/>
                    <a:pt x="149503" y="891286"/>
                    <a:pt x="142518" y="885698"/>
                  </a:cubicBezTo>
                  <a:lnTo>
                    <a:pt x="132739" y="877316"/>
                  </a:lnTo>
                  <a:lnTo>
                    <a:pt x="124357" y="868934"/>
                  </a:lnTo>
                  <a:cubicBezTo>
                    <a:pt x="104799" y="845185"/>
                    <a:pt x="85241" y="800481"/>
                    <a:pt x="72668" y="773938"/>
                  </a:cubicBezTo>
                  <a:lnTo>
                    <a:pt x="69874" y="765556"/>
                  </a:lnTo>
                  <a:cubicBezTo>
                    <a:pt x="64286" y="743204"/>
                    <a:pt x="55904" y="723646"/>
                    <a:pt x="48919" y="702691"/>
                  </a:cubicBezTo>
                  <a:cubicBezTo>
                    <a:pt x="48919" y="699897"/>
                    <a:pt x="47522" y="697103"/>
                    <a:pt x="44728" y="692912"/>
                  </a:cubicBezTo>
                  <a:cubicBezTo>
                    <a:pt x="43331" y="663575"/>
                    <a:pt x="33552" y="634238"/>
                    <a:pt x="30758" y="603504"/>
                  </a:cubicBezTo>
                  <a:lnTo>
                    <a:pt x="27964" y="592328"/>
                  </a:lnTo>
                  <a:lnTo>
                    <a:pt x="27964" y="583946"/>
                  </a:lnTo>
                  <a:cubicBezTo>
                    <a:pt x="25170" y="521081"/>
                    <a:pt x="25170" y="451231"/>
                    <a:pt x="40537" y="392557"/>
                  </a:cubicBezTo>
                  <a:lnTo>
                    <a:pt x="41934" y="382778"/>
                  </a:lnTo>
                  <a:cubicBezTo>
                    <a:pt x="43331" y="367411"/>
                    <a:pt x="44728" y="352044"/>
                    <a:pt x="48919" y="332486"/>
                  </a:cubicBezTo>
                  <a:lnTo>
                    <a:pt x="50316" y="326898"/>
                  </a:lnTo>
                  <a:lnTo>
                    <a:pt x="53110" y="314325"/>
                  </a:lnTo>
                  <a:cubicBezTo>
                    <a:pt x="69874" y="272415"/>
                    <a:pt x="83844" y="226314"/>
                    <a:pt x="102005" y="187198"/>
                  </a:cubicBezTo>
                  <a:cubicBezTo>
                    <a:pt x="114578" y="160655"/>
                    <a:pt x="132739" y="136906"/>
                    <a:pt x="148106" y="111760"/>
                  </a:cubicBezTo>
                  <a:cubicBezTo>
                    <a:pt x="160679" y="101981"/>
                    <a:pt x="174649" y="90805"/>
                    <a:pt x="184428" y="78232"/>
                  </a:cubicBezTo>
                  <a:cubicBezTo>
                    <a:pt x="190016" y="75438"/>
                    <a:pt x="195604" y="72644"/>
                    <a:pt x="199795" y="68453"/>
                  </a:cubicBezTo>
                  <a:lnTo>
                    <a:pt x="209574" y="62865"/>
                  </a:lnTo>
                  <a:cubicBezTo>
                    <a:pt x="231926" y="54483"/>
                    <a:pt x="229132" y="47498"/>
                    <a:pt x="261263" y="36322"/>
                  </a:cubicBezTo>
                  <a:cubicBezTo>
                    <a:pt x="276630" y="30734"/>
                    <a:pt x="291997" y="26543"/>
                    <a:pt x="305967" y="26543"/>
                  </a:cubicBezTo>
                  <a:cubicBezTo>
                    <a:pt x="345083" y="26543"/>
                    <a:pt x="398169" y="26543"/>
                    <a:pt x="444270" y="34925"/>
                  </a:cubicBezTo>
                  <a:lnTo>
                    <a:pt x="458240" y="37719"/>
                  </a:lnTo>
                  <a:lnTo>
                    <a:pt x="470813" y="40513"/>
                  </a:lnTo>
                  <a:lnTo>
                    <a:pt x="480592" y="41910"/>
                  </a:lnTo>
                  <a:cubicBezTo>
                    <a:pt x="484783" y="41910"/>
                    <a:pt x="486180" y="41910"/>
                    <a:pt x="488974" y="43307"/>
                  </a:cubicBezTo>
                  <a:cubicBezTo>
                    <a:pt x="497356" y="44704"/>
                    <a:pt x="507135" y="47498"/>
                    <a:pt x="516914" y="50292"/>
                  </a:cubicBezTo>
                  <a:cubicBezTo>
                    <a:pt x="522502" y="53086"/>
                    <a:pt x="528090" y="54483"/>
                    <a:pt x="533678" y="57277"/>
                  </a:cubicBezTo>
                  <a:lnTo>
                    <a:pt x="554633" y="68453"/>
                  </a:lnTo>
                  <a:cubicBezTo>
                    <a:pt x="561618" y="69850"/>
                    <a:pt x="565809" y="71247"/>
                    <a:pt x="572794" y="76835"/>
                  </a:cubicBezTo>
                  <a:cubicBezTo>
                    <a:pt x="576985" y="81026"/>
                    <a:pt x="581176" y="86614"/>
                    <a:pt x="590955" y="90805"/>
                  </a:cubicBezTo>
                  <a:lnTo>
                    <a:pt x="613307" y="114554"/>
                  </a:lnTo>
                  <a:cubicBezTo>
                    <a:pt x="628674" y="128524"/>
                    <a:pt x="641247" y="142494"/>
                    <a:pt x="645438" y="148082"/>
                  </a:cubicBezTo>
                  <a:cubicBezTo>
                    <a:pt x="667790" y="178816"/>
                    <a:pt x="683157" y="206756"/>
                    <a:pt x="681760" y="247269"/>
                  </a:cubicBezTo>
                  <a:lnTo>
                    <a:pt x="651026" y="245872"/>
                  </a:lnTo>
                  <a:cubicBezTo>
                    <a:pt x="641247" y="245872"/>
                    <a:pt x="616101" y="240284"/>
                    <a:pt x="599337" y="245872"/>
                  </a:cubicBezTo>
                  <a:lnTo>
                    <a:pt x="574191" y="247269"/>
                  </a:lnTo>
                  <a:lnTo>
                    <a:pt x="554633" y="247269"/>
                  </a:lnTo>
                  <a:lnTo>
                    <a:pt x="547648" y="245872"/>
                  </a:lnTo>
                  <a:lnTo>
                    <a:pt x="535075" y="244475"/>
                  </a:lnTo>
                  <a:cubicBezTo>
                    <a:pt x="519708" y="223520"/>
                    <a:pt x="512723" y="196977"/>
                    <a:pt x="494562" y="176022"/>
                  </a:cubicBezTo>
                  <a:cubicBezTo>
                    <a:pt x="483386" y="163449"/>
                    <a:pt x="463828" y="145288"/>
                    <a:pt x="444270" y="138303"/>
                  </a:cubicBezTo>
                  <a:cubicBezTo>
                    <a:pt x="420521" y="128524"/>
                    <a:pt x="392581" y="141097"/>
                    <a:pt x="370229" y="143891"/>
                  </a:cubicBezTo>
                  <a:cubicBezTo>
                    <a:pt x="363244" y="143891"/>
                    <a:pt x="356259" y="145288"/>
                    <a:pt x="350671" y="145288"/>
                  </a:cubicBezTo>
                  <a:lnTo>
                    <a:pt x="342289" y="148082"/>
                  </a:lnTo>
                  <a:cubicBezTo>
                    <a:pt x="338098" y="149479"/>
                    <a:pt x="335304" y="150876"/>
                    <a:pt x="326922" y="156464"/>
                  </a:cubicBezTo>
                  <a:cubicBezTo>
                    <a:pt x="307364" y="163449"/>
                    <a:pt x="298982" y="169037"/>
                    <a:pt x="291997" y="176022"/>
                  </a:cubicBezTo>
                  <a:lnTo>
                    <a:pt x="286409" y="181610"/>
                  </a:lnTo>
                  <a:lnTo>
                    <a:pt x="273836" y="189992"/>
                  </a:lnTo>
                  <a:cubicBezTo>
                    <a:pt x="259866" y="201168"/>
                    <a:pt x="255675" y="210947"/>
                    <a:pt x="252881" y="217932"/>
                  </a:cubicBezTo>
                  <a:lnTo>
                    <a:pt x="248690" y="227711"/>
                  </a:lnTo>
                  <a:lnTo>
                    <a:pt x="243102" y="237490"/>
                  </a:lnTo>
                  <a:lnTo>
                    <a:pt x="236117" y="245872"/>
                  </a:lnTo>
                  <a:cubicBezTo>
                    <a:pt x="231926" y="250063"/>
                    <a:pt x="227735" y="255651"/>
                    <a:pt x="224941" y="264033"/>
                  </a:cubicBezTo>
                  <a:cubicBezTo>
                    <a:pt x="222147" y="268224"/>
                    <a:pt x="219353" y="272415"/>
                    <a:pt x="219353" y="275209"/>
                  </a:cubicBezTo>
                  <a:cubicBezTo>
                    <a:pt x="212368" y="301752"/>
                    <a:pt x="205383" y="324104"/>
                    <a:pt x="201192" y="346456"/>
                  </a:cubicBezTo>
                  <a:cubicBezTo>
                    <a:pt x="198398" y="354838"/>
                    <a:pt x="197001" y="360426"/>
                    <a:pt x="197001" y="370205"/>
                  </a:cubicBezTo>
                  <a:lnTo>
                    <a:pt x="195604" y="377190"/>
                  </a:lnTo>
                  <a:lnTo>
                    <a:pt x="192810" y="386969"/>
                  </a:lnTo>
                  <a:cubicBezTo>
                    <a:pt x="180237" y="424688"/>
                    <a:pt x="213765" y="451231"/>
                    <a:pt x="245896" y="421894"/>
                  </a:cubicBezTo>
                  <a:lnTo>
                    <a:pt x="252881" y="416306"/>
                  </a:lnTo>
                  <a:cubicBezTo>
                    <a:pt x="265454" y="405130"/>
                    <a:pt x="280821" y="396748"/>
                    <a:pt x="293394" y="385572"/>
                  </a:cubicBezTo>
                  <a:lnTo>
                    <a:pt x="301776" y="377190"/>
                  </a:lnTo>
                  <a:cubicBezTo>
                    <a:pt x="304570" y="375793"/>
                    <a:pt x="307364" y="374396"/>
                    <a:pt x="311555" y="372999"/>
                  </a:cubicBezTo>
                  <a:cubicBezTo>
                    <a:pt x="321334" y="371602"/>
                    <a:pt x="326922" y="370205"/>
                    <a:pt x="333907" y="367411"/>
                  </a:cubicBezTo>
                  <a:cubicBezTo>
                    <a:pt x="361847" y="359029"/>
                    <a:pt x="406551" y="350647"/>
                    <a:pt x="434491" y="356235"/>
                  </a:cubicBezTo>
                  <a:lnTo>
                    <a:pt x="445667" y="360426"/>
                  </a:lnTo>
                  <a:lnTo>
                    <a:pt x="456843" y="361823"/>
                  </a:lnTo>
                  <a:cubicBezTo>
                    <a:pt x="475004" y="364617"/>
                    <a:pt x="490371" y="368808"/>
                    <a:pt x="504341" y="375793"/>
                  </a:cubicBezTo>
                  <a:cubicBezTo>
                    <a:pt x="523899" y="382778"/>
                    <a:pt x="543457" y="392557"/>
                    <a:pt x="564412" y="396748"/>
                  </a:cubicBezTo>
                  <a:cubicBezTo>
                    <a:pt x="572794" y="402336"/>
                    <a:pt x="581176" y="407924"/>
                    <a:pt x="589558" y="412115"/>
                  </a:cubicBezTo>
                  <a:lnTo>
                    <a:pt x="634262" y="455422"/>
                  </a:lnTo>
                  <a:cubicBezTo>
                    <a:pt x="639850" y="463804"/>
                    <a:pt x="645438" y="472186"/>
                    <a:pt x="652423" y="479171"/>
                  </a:cubicBezTo>
                  <a:cubicBezTo>
                    <a:pt x="653820" y="481965"/>
                    <a:pt x="655217" y="484759"/>
                    <a:pt x="658011" y="487553"/>
                  </a:cubicBezTo>
                  <a:cubicBezTo>
                    <a:pt x="681760" y="522478"/>
                    <a:pt x="697127" y="562991"/>
                    <a:pt x="697127" y="625856"/>
                  </a:cubicBezTo>
                  <a:cubicBezTo>
                    <a:pt x="697127" y="632841"/>
                    <a:pt x="697127" y="638429"/>
                    <a:pt x="698524" y="644017"/>
                  </a:cubicBezTo>
                  <a:lnTo>
                    <a:pt x="695730" y="666369"/>
                  </a:ln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0" name="Titel 1">
            <a:extLst>
              <a:ext uri="{FF2B5EF4-FFF2-40B4-BE49-F238E27FC236}">
                <a16:creationId xmlns:a16="http://schemas.microsoft.com/office/drawing/2014/main" id="{37689DDD-5221-4389-A766-4DC125100529}"/>
              </a:ext>
            </a:extLst>
          </p:cNvPr>
          <p:cNvSpPr txBox="1">
            <a:spLocks/>
          </p:cNvSpPr>
          <p:nvPr/>
        </p:nvSpPr>
        <p:spPr bwMode="gray">
          <a:xfrm>
            <a:off x="847725" y="2942334"/>
            <a:ext cx="10440985" cy="155811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6000"/>
              </a:lnSpc>
              <a:spcBef>
                <a:spcPct val="0"/>
              </a:spcBef>
              <a:buNone/>
              <a:defRPr sz="55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Operatoren</a:t>
            </a:r>
            <a:br>
              <a:rPr lang="de-DE" dirty="0"/>
            </a:br>
            <a:r>
              <a:rPr lang="de-DE" dirty="0">
                <a:solidFill>
                  <a:schemeClr val="accent2"/>
                </a:solidFill>
              </a:rPr>
              <a:t>Direkt für Dich.</a:t>
            </a:r>
          </a:p>
        </p:txBody>
      </p:sp>
    </p:spTree>
    <p:extLst>
      <p:ext uri="{BB962C8B-B14F-4D97-AF65-F5344CB8AC3E}">
        <p14:creationId xmlns:p14="http://schemas.microsoft.com/office/powerpoint/2010/main" val="445375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43C44B-B56F-400C-9DDE-4E00CEEAD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Operatoren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0B44FE9-AF70-50D3-E98E-CF45C53FDF70}"/>
              </a:ext>
            </a:extLst>
          </p:cNvPr>
          <p:cNvSpPr txBox="1"/>
          <p:nvPr/>
        </p:nvSpPr>
        <p:spPr>
          <a:xfrm>
            <a:off x="695324" y="1562300"/>
            <a:ext cx="6094520" cy="4721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Arithmetische Operatoren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$a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Addition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a =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$a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b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$b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Subtraktion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b =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$b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b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$c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Multiplikation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c =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$c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b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$d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Division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d =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$d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b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$e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Modulo (Rest der Division)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e =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$e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977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27B02B-4F54-46CD-BFA4-28B3953AC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Vergleichsoperatoren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ABE7C6F-E305-9DCE-285D-EDBDE125F0CE}"/>
              </a:ext>
            </a:extLst>
          </p:cNvPr>
          <p:cNvSpPr txBox="1"/>
          <p:nvPr/>
        </p:nvSpPr>
        <p:spPr>
          <a:xfrm>
            <a:off x="695325" y="1533039"/>
            <a:ext cx="7215326" cy="1310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Vergleichsoperatoren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Gleich:     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$(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$a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 err="1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eq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$b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==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Ungleich:   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$(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$a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-ne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$b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!= oder &lt;&gt;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Größer als: 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$(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$a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 err="1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gt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$b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&gt;=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Kleiner als: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$(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$a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 err="1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lt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$b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&lt;=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214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F44D3A-37EC-482C-8C53-8BF3919F6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Logische Operatoren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16FC817-8DE2-2E53-8EAE-0D9BA5FBBD2E}"/>
              </a:ext>
            </a:extLst>
          </p:cNvPr>
          <p:cNvSpPr txBox="1"/>
          <p:nvPr/>
        </p:nvSpPr>
        <p:spPr>
          <a:xfrm>
            <a:off x="695324" y="1539454"/>
            <a:ext cx="7416709" cy="1797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en-US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i="1" dirty="0" err="1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Logische</a:t>
            </a:r>
            <a:r>
              <a:rPr lang="en-US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Operatoren</a:t>
            </a:r>
            <a:endParaRPr lang="en-US" b="0" i="1" dirty="0">
              <a:solidFill>
                <a:srgbClr val="0064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dirty="0">
                <a:solidFill>
                  <a:srgbClr val="FF4500"/>
                </a:solidFill>
                <a:latin typeface="Consolas" panose="020B0609020204030204" pitchFamily="49" charset="0"/>
              </a:rPr>
              <a:t>$a </a:t>
            </a:r>
            <a:r>
              <a:rPr lang="de-DE" dirty="0">
                <a:solidFill>
                  <a:srgbClr val="A9A9A9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800080"/>
                </a:solidFill>
                <a:latin typeface="Consolas" panose="020B0609020204030204" pitchFamily="49" charset="0"/>
              </a:rPr>
              <a:t>5</a:t>
            </a:r>
          </a:p>
          <a:p>
            <a:pPr>
              <a:lnSpc>
                <a:spcPts val="1875"/>
              </a:lnSpc>
            </a:pPr>
            <a:r>
              <a:rPr lang="en-US" dirty="0">
                <a:solidFill>
                  <a:srgbClr val="FF4500"/>
                </a:solidFill>
                <a:latin typeface="Consolas" panose="020B0609020204030204" pitchFamily="49" charset="0"/>
              </a:rPr>
              <a:t>$b </a:t>
            </a:r>
            <a:r>
              <a:rPr lang="de-DE" dirty="0">
                <a:solidFill>
                  <a:srgbClr val="A9A9A9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800080"/>
                </a:solidFill>
                <a:latin typeface="Consolas" panose="020B0609020204030204" pitchFamily="49" charset="0"/>
              </a:rPr>
              <a:t>8</a:t>
            </a:r>
          </a:p>
          <a:p>
            <a:pPr>
              <a:lnSpc>
                <a:spcPts val="1875"/>
              </a:lnSpc>
            </a:pP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$a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 err="1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gt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-and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$b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 err="1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lt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0080"/>
                </a:solidFill>
                <a:latin typeface="Consolas" panose="020B0609020204030204" pitchFamily="49" charset="0"/>
              </a:rPr>
              <a:t>7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</a:t>
            </a:r>
            <a:r>
              <a:rPr lang="de-DE" i="1" dirty="0">
                <a:solidFill>
                  <a:srgbClr val="006400"/>
                </a:solidFill>
                <a:latin typeface="Consolas" panose="020B0609020204030204" pitchFamily="49" charset="0"/>
              </a:rPr>
              <a:t># </a:t>
            </a:r>
            <a:r>
              <a:rPr lang="de-DE" i="1" dirty="0" err="1">
                <a:solidFill>
                  <a:srgbClr val="006400"/>
                </a:solidFill>
                <a:latin typeface="Consolas" panose="020B0609020204030204" pitchFamily="49" charset="0"/>
              </a:rPr>
              <a:t>false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$a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-eq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0080"/>
                </a:solidFill>
                <a:latin typeface="Consolas" panose="020B0609020204030204" pitchFamily="49" charset="0"/>
              </a:rPr>
              <a:t>7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-or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$b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-eq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</a:t>
            </a:r>
            <a:r>
              <a:rPr lang="de-DE" i="1" dirty="0">
                <a:solidFill>
                  <a:srgbClr val="006400"/>
                </a:solidFill>
                <a:latin typeface="Consolas" panose="020B0609020204030204" pitchFamily="49" charset="0"/>
              </a:rPr>
              <a:t># </a:t>
            </a:r>
            <a:r>
              <a:rPr lang="de-DE" i="1" dirty="0" err="1">
                <a:solidFill>
                  <a:srgbClr val="006400"/>
                </a:solidFill>
                <a:latin typeface="Consolas" panose="020B0609020204030204" pitchFamily="49" charset="0"/>
              </a:rPr>
              <a:t>true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-not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$a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-eq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de-DE" i="1" dirty="0">
                <a:solidFill>
                  <a:srgbClr val="006400"/>
                </a:solidFill>
                <a:latin typeface="Consolas" panose="020B0609020204030204" pitchFamily="49" charset="0"/>
              </a:rPr>
              <a:t># !=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423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F398AE-4146-4A79-A678-92FA3474F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Zuweisungsoperatoren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29EAF65-FC3A-9AA1-C079-0A4791EF11CE}"/>
              </a:ext>
            </a:extLst>
          </p:cNvPr>
          <p:cNvSpPr txBox="1"/>
          <p:nvPr/>
        </p:nvSpPr>
        <p:spPr>
          <a:xfrm>
            <a:off x="695325" y="1540415"/>
            <a:ext cx="609452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Zuweisungsoperatoren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$x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10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$x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x = x + 5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$x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x = x - 3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$x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*=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x = x * 2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$x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/=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x = x / 4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$x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x = x % 3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x =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$x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Rest ist 0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6004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37689DDD-5221-4389-A766-4DC125100529}"/>
              </a:ext>
            </a:extLst>
          </p:cNvPr>
          <p:cNvSpPr txBox="1">
            <a:spLocks/>
          </p:cNvSpPr>
          <p:nvPr/>
        </p:nvSpPr>
        <p:spPr bwMode="gray">
          <a:xfrm>
            <a:off x="847725" y="2942334"/>
            <a:ext cx="10440985" cy="155811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6000"/>
              </a:lnSpc>
              <a:spcBef>
                <a:spcPct val="0"/>
              </a:spcBef>
              <a:buNone/>
              <a:defRPr sz="55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Bedingungen</a:t>
            </a:r>
            <a:br>
              <a:rPr lang="de-DE" dirty="0"/>
            </a:br>
            <a:r>
              <a:rPr lang="de-DE" dirty="0">
                <a:solidFill>
                  <a:schemeClr val="accent2"/>
                </a:solidFill>
              </a:rPr>
              <a:t>Direkt für Dich.</a:t>
            </a:r>
          </a:p>
        </p:txBody>
      </p:sp>
      <p:grpSp>
        <p:nvGrpSpPr>
          <p:cNvPr id="11" name="Grafik 3">
            <a:extLst>
              <a:ext uri="{FF2B5EF4-FFF2-40B4-BE49-F238E27FC236}">
                <a16:creationId xmlns:a16="http://schemas.microsoft.com/office/drawing/2014/main" id="{1EC55BDA-007D-4D7A-BDFF-456C3C8B2143}"/>
              </a:ext>
            </a:extLst>
          </p:cNvPr>
          <p:cNvGrpSpPr/>
          <p:nvPr/>
        </p:nvGrpSpPr>
        <p:grpSpPr>
          <a:xfrm>
            <a:off x="814851" y="1616320"/>
            <a:ext cx="1021786" cy="995013"/>
            <a:chOff x="3924609" y="4270914"/>
            <a:chExt cx="1021786" cy="995013"/>
          </a:xfrm>
        </p:grpSpPr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63A48173-776D-4CD2-90ED-54ABDF814598}"/>
                </a:ext>
              </a:extLst>
            </p:cNvPr>
            <p:cNvSpPr/>
            <p:nvPr/>
          </p:nvSpPr>
          <p:spPr>
            <a:xfrm>
              <a:off x="3951732" y="4297806"/>
              <a:ext cx="627252" cy="932815"/>
            </a:xfrm>
            <a:custGeom>
              <a:avLst/>
              <a:gdLst>
                <a:gd name="connsiteX0" fmla="*/ 617474 w 627252"/>
                <a:gd name="connsiteY0" fmla="*/ 57277 h 932815"/>
                <a:gd name="connsiteX1" fmla="*/ 613283 w 627252"/>
                <a:gd name="connsiteY1" fmla="*/ 5588 h 932815"/>
                <a:gd name="connsiteX2" fmla="*/ 596519 w 627252"/>
                <a:gd name="connsiteY2" fmla="*/ 0 h 932815"/>
                <a:gd name="connsiteX3" fmla="*/ 1397 w 627252"/>
                <a:gd name="connsiteY3" fmla="*/ 1397 h 932815"/>
                <a:gd name="connsiteX4" fmla="*/ 2794 w 627252"/>
                <a:gd name="connsiteY4" fmla="*/ 13970 h 932815"/>
                <a:gd name="connsiteX5" fmla="*/ 0 w 627252"/>
                <a:gd name="connsiteY5" fmla="*/ 146685 h 932815"/>
                <a:gd name="connsiteX6" fmla="*/ 319913 w 627252"/>
                <a:gd name="connsiteY6" fmla="*/ 143891 h 932815"/>
                <a:gd name="connsiteX7" fmla="*/ 398145 w 627252"/>
                <a:gd name="connsiteY7" fmla="*/ 148082 h 932815"/>
                <a:gd name="connsiteX8" fmla="*/ 406527 w 627252"/>
                <a:gd name="connsiteY8" fmla="*/ 146685 h 932815"/>
                <a:gd name="connsiteX9" fmla="*/ 437261 w 627252"/>
                <a:gd name="connsiteY9" fmla="*/ 191389 h 932815"/>
                <a:gd name="connsiteX10" fmla="*/ 317119 w 627252"/>
                <a:gd name="connsiteY10" fmla="*/ 386969 h 932815"/>
                <a:gd name="connsiteX11" fmla="*/ 202565 w 627252"/>
                <a:gd name="connsiteY11" fmla="*/ 597916 h 932815"/>
                <a:gd name="connsiteX12" fmla="*/ 196977 w 627252"/>
                <a:gd name="connsiteY12" fmla="*/ 616077 h 932815"/>
                <a:gd name="connsiteX13" fmla="*/ 191389 w 627252"/>
                <a:gd name="connsiteY13" fmla="*/ 634238 h 932815"/>
                <a:gd name="connsiteX14" fmla="*/ 152273 w 627252"/>
                <a:gd name="connsiteY14" fmla="*/ 780923 h 932815"/>
                <a:gd name="connsiteX15" fmla="*/ 128524 w 627252"/>
                <a:gd name="connsiteY15" fmla="*/ 915035 h 932815"/>
                <a:gd name="connsiteX16" fmla="*/ 129921 w 627252"/>
                <a:gd name="connsiteY16" fmla="*/ 924814 h 932815"/>
                <a:gd name="connsiteX17" fmla="*/ 184404 w 627252"/>
                <a:gd name="connsiteY17" fmla="*/ 931799 h 932815"/>
                <a:gd name="connsiteX18" fmla="*/ 195580 w 627252"/>
                <a:gd name="connsiteY18" fmla="*/ 930402 h 932815"/>
                <a:gd name="connsiteX19" fmla="*/ 202565 w 627252"/>
                <a:gd name="connsiteY19" fmla="*/ 931799 h 932815"/>
                <a:gd name="connsiteX20" fmla="*/ 241681 w 627252"/>
                <a:gd name="connsiteY20" fmla="*/ 929005 h 932815"/>
                <a:gd name="connsiteX21" fmla="*/ 280797 w 627252"/>
                <a:gd name="connsiteY21" fmla="*/ 929005 h 932815"/>
                <a:gd name="connsiteX22" fmla="*/ 287782 w 627252"/>
                <a:gd name="connsiteY22" fmla="*/ 931799 h 932815"/>
                <a:gd name="connsiteX23" fmla="*/ 296164 w 627252"/>
                <a:gd name="connsiteY23" fmla="*/ 930402 h 932815"/>
                <a:gd name="connsiteX24" fmla="*/ 308737 w 627252"/>
                <a:gd name="connsiteY24" fmla="*/ 931799 h 932815"/>
                <a:gd name="connsiteX25" fmla="*/ 315595 w 627252"/>
                <a:gd name="connsiteY25" fmla="*/ 932815 h 932815"/>
                <a:gd name="connsiteX26" fmla="*/ 312928 w 627252"/>
                <a:gd name="connsiteY26" fmla="*/ 922020 h 932815"/>
                <a:gd name="connsiteX27" fmla="*/ 321310 w 627252"/>
                <a:gd name="connsiteY27" fmla="*/ 808863 h 932815"/>
                <a:gd name="connsiteX28" fmla="*/ 324104 w 627252"/>
                <a:gd name="connsiteY28" fmla="*/ 783717 h 932815"/>
                <a:gd name="connsiteX29" fmla="*/ 326898 w 627252"/>
                <a:gd name="connsiteY29" fmla="*/ 744601 h 932815"/>
                <a:gd name="connsiteX30" fmla="*/ 331089 w 627252"/>
                <a:gd name="connsiteY30" fmla="*/ 722249 h 932815"/>
                <a:gd name="connsiteX31" fmla="*/ 332486 w 627252"/>
                <a:gd name="connsiteY31" fmla="*/ 708279 h 932815"/>
                <a:gd name="connsiteX32" fmla="*/ 333883 w 627252"/>
                <a:gd name="connsiteY32" fmla="*/ 701294 h 932815"/>
                <a:gd name="connsiteX33" fmla="*/ 357632 w 627252"/>
                <a:gd name="connsiteY33" fmla="*/ 592328 h 932815"/>
                <a:gd name="connsiteX34" fmla="*/ 360426 w 627252"/>
                <a:gd name="connsiteY34" fmla="*/ 585343 h 932815"/>
                <a:gd name="connsiteX35" fmla="*/ 368808 w 627252"/>
                <a:gd name="connsiteY35" fmla="*/ 558800 h 932815"/>
                <a:gd name="connsiteX36" fmla="*/ 386969 w 627252"/>
                <a:gd name="connsiteY36" fmla="*/ 507111 h 932815"/>
                <a:gd name="connsiteX37" fmla="*/ 409321 w 627252"/>
                <a:gd name="connsiteY37" fmla="*/ 463804 h 932815"/>
                <a:gd name="connsiteX38" fmla="*/ 428879 w 627252"/>
                <a:gd name="connsiteY38" fmla="*/ 426085 h 932815"/>
                <a:gd name="connsiteX39" fmla="*/ 466598 w 627252"/>
                <a:gd name="connsiteY39" fmla="*/ 356235 h 932815"/>
                <a:gd name="connsiteX40" fmla="*/ 473583 w 627252"/>
                <a:gd name="connsiteY40" fmla="*/ 340868 h 932815"/>
                <a:gd name="connsiteX41" fmla="*/ 479171 w 627252"/>
                <a:gd name="connsiteY41" fmla="*/ 332486 h 932815"/>
                <a:gd name="connsiteX42" fmla="*/ 493141 w 627252"/>
                <a:gd name="connsiteY42" fmla="*/ 317119 h 932815"/>
                <a:gd name="connsiteX43" fmla="*/ 504317 w 627252"/>
                <a:gd name="connsiteY43" fmla="*/ 297561 h 932815"/>
                <a:gd name="connsiteX44" fmla="*/ 526669 w 627252"/>
                <a:gd name="connsiteY44" fmla="*/ 266827 h 932815"/>
                <a:gd name="connsiteX45" fmla="*/ 539242 w 627252"/>
                <a:gd name="connsiteY45" fmla="*/ 252857 h 932815"/>
                <a:gd name="connsiteX46" fmla="*/ 546227 w 627252"/>
                <a:gd name="connsiteY46" fmla="*/ 241681 h 932815"/>
                <a:gd name="connsiteX47" fmla="*/ 556006 w 627252"/>
                <a:gd name="connsiteY47" fmla="*/ 229108 h 932815"/>
                <a:gd name="connsiteX48" fmla="*/ 595122 w 627252"/>
                <a:gd name="connsiteY48" fmla="*/ 183007 h 932815"/>
                <a:gd name="connsiteX49" fmla="*/ 597916 w 627252"/>
                <a:gd name="connsiteY49" fmla="*/ 180213 h 932815"/>
                <a:gd name="connsiteX50" fmla="*/ 609092 w 627252"/>
                <a:gd name="connsiteY50" fmla="*/ 163449 h 932815"/>
                <a:gd name="connsiteX51" fmla="*/ 617474 w 627252"/>
                <a:gd name="connsiteY51" fmla="*/ 156464 h 932815"/>
                <a:gd name="connsiteX52" fmla="*/ 621665 w 627252"/>
                <a:gd name="connsiteY52" fmla="*/ 145288 h 932815"/>
                <a:gd name="connsiteX53" fmla="*/ 624459 w 627252"/>
                <a:gd name="connsiteY53" fmla="*/ 132715 h 932815"/>
                <a:gd name="connsiteX54" fmla="*/ 627253 w 627252"/>
                <a:gd name="connsiteY54" fmla="*/ 124333 h 932815"/>
                <a:gd name="connsiteX55" fmla="*/ 624459 w 627252"/>
                <a:gd name="connsiteY55" fmla="*/ 106172 h 932815"/>
                <a:gd name="connsiteX56" fmla="*/ 617474 w 627252"/>
                <a:gd name="connsiteY56" fmla="*/ 57277 h 932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627252" h="932815">
                  <a:moveTo>
                    <a:pt x="617474" y="57277"/>
                  </a:moveTo>
                  <a:cubicBezTo>
                    <a:pt x="616077" y="39116"/>
                    <a:pt x="613283" y="20955"/>
                    <a:pt x="613283" y="5588"/>
                  </a:cubicBezTo>
                  <a:cubicBezTo>
                    <a:pt x="606298" y="0"/>
                    <a:pt x="599313" y="0"/>
                    <a:pt x="596519" y="0"/>
                  </a:cubicBezTo>
                  <a:cubicBezTo>
                    <a:pt x="593725" y="0"/>
                    <a:pt x="78232" y="0"/>
                    <a:pt x="1397" y="1397"/>
                  </a:cubicBezTo>
                  <a:lnTo>
                    <a:pt x="2794" y="13970"/>
                  </a:lnTo>
                  <a:cubicBezTo>
                    <a:pt x="2794" y="23749"/>
                    <a:pt x="1397" y="145288"/>
                    <a:pt x="0" y="146685"/>
                  </a:cubicBezTo>
                  <a:cubicBezTo>
                    <a:pt x="106172" y="150876"/>
                    <a:pt x="213741" y="142494"/>
                    <a:pt x="319913" y="143891"/>
                  </a:cubicBezTo>
                  <a:cubicBezTo>
                    <a:pt x="353441" y="143891"/>
                    <a:pt x="382778" y="145288"/>
                    <a:pt x="398145" y="148082"/>
                  </a:cubicBezTo>
                  <a:lnTo>
                    <a:pt x="406527" y="146685"/>
                  </a:lnTo>
                  <a:cubicBezTo>
                    <a:pt x="430276" y="146685"/>
                    <a:pt x="452628" y="170434"/>
                    <a:pt x="437261" y="191389"/>
                  </a:cubicBezTo>
                  <a:cubicBezTo>
                    <a:pt x="391160" y="252857"/>
                    <a:pt x="356235" y="321310"/>
                    <a:pt x="317119" y="386969"/>
                  </a:cubicBezTo>
                  <a:cubicBezTo>
                    <a:pt x="276606" y="452628"/>
                    <a:pt x="243078" y="523875"/>
                    <a:pt x="202565" y="597916"/>
                  </a:cubicBezTo>
                  <a:lnTo>
                    <a:pt x="196977" y="616077"/>
                  </a:lnTo>
                  <a:cubicBezTo>
                    <a:pt x="194183" y="625856"/>
                    <a:pt x="191389" y="634238"/>
                    <a:pt x="191389" y="634238"/>
                  </a:cubicBezTo>
                  <a:cubicBezTo>
                    <a:pt x="173228" y="681736"/>
                    <a:pt x="164846" y="733425"/>
                    <a:pt x="152273" y="780923"/>
                  </a:cubicBezTo>
                  <a:cubicBezTo>
                    <a:pt x="136906" y="822833"/>
                    <a:pt x="142494" y="871728"/>
                    <a:pt x="128524" y="915035"/>
                  </a:cubicBezTo>
                  <a:lnTo>
                    <a:pt x="129921" y="924814"/>
                  </a:lnTo>
                  <a:cubicBezTo>
                    <a:pt x="148082" y="933196"/>
                    <a:pt x="167640" y="931799"/>
                    <a:pt x="184404" y="931799"/>
                  </a:cubicBezTo>
                  <a:lnTo>
                    <a:pt x="195580" y="930402"/>
                  </a:lnTo>
                  <a:lnTo>
                    <a:pt x="202565" y="931799"/>
                  </a:lnTo>
                  <a:cubicBezTo>
                    <a:pt x="215138" y="931799"/>
                    <a:pt x="231902" y="929005"/>
                    <a:pt x="241681" y="929005"/>
                  </a:cubicBezTo>
                  <a:lnTo>
                    <a:pt x="280797" y="929005"/>
                  </a:lnTo>
                  <a:lnTo>
                    <a:pt x="287782" y="931799"/>
                  </a:lnTo>
                  <a:cubicBezTo>
                    <a:pt x="290576" y="930402"/>
                    <a:pt x="293370" y="930402"/>
                    <a:pt x="296164" y="930402"/>
                  </a:cubicBezTo>
                  <a:cubicBezTo>
                    <a:pt x="300355" y="930402"/>
                    <a:pt x="304546" y="930402"/>
                    <a:pt x="308737" y="931799"/>
                  </a:cubicBezTo>
                  <a:lnTo>
                    <a:pt x="315595" y="932815"/>
                  </a:lnTo>
                  <a:lnTo>
                    <a:pt x="312928" y="922020"/>
                  </a:lnTo>
                  <a:cubicBezTo>
                    <a:pt x="318516" y="881507"/>
                    <a:pt x="312928" y="845185"/>
                    <a:pt x="321310" y="808863"/>
                  </a:cubicBezTo>
                  <a:cubicBezTo>
                    <a:pt x="319913" y="799084"/>
                    <a:pt x="321310" y="790702"/>
                    <a:pt x="324104" y="783717"/>
                  </a:cubicBezTo>
                  <a:cubicBezTo>
                    <a:pt x="324104" y="778129"/>
                    <a:pt x="326898" y="751586"/>
                    <a:pt x="326898" y="744601"/>
                  </a:cubicBezTo>
                  <a:lnTo>
                    <a:pt x="331089" y="722249"/>
                  </a:lnTo>
                  <a:lnTo>
                    <a:pt x="332486" y="708279"/>
                  </a:lnTo>
                  <a:lnTo>
                    <a:pt x="333883" y="701294"/>
                  </a:lnTo>
                  <a:cubicBezTo>
                    <a:pt x="338074" y="663575"/>
                    <a:pt x="352044" y="628650"/>
                    <a:pt x="357632" y="592328"/>
                  </a:cubicBezTo>
                  <a:lnTo>
                    <a:pt x="360426" y="585343"/>
                  </a:lnTo>
                  <a:cubicBezTo>
                    <a:pt x="363220" y="571373"/>
                    <a:pt x="366014" y="565785"/>
                    <a:pt x="368808" y="558800"/>
                  </a:cubicBezTo>
                  <a:cubicBezTo>
                    <a:pt x="372999" y="540639"/>
                    <a:pt x="382778" y="525272"/>
                    <a:pt x="386969" y="507111"/>
                  </a:cubicBezTo>
                  <a:cubicBezTo>
                    <a:pt x="392557" y="491744"/>
                    <a:pt x="400939" y="477774"/>
                    <a:pt x="409321" y="463804"/>
                  </a:cubicBezTo>
                  <a:cubicBezTo>
                    <a:pt x="416306" y="449834"/>
                    <a:pt x="421894" y="437261"/>
                    <a:pt x="428879" y="426085"/>
                  </a:cubicBezTo>
                  <a:lnTo>
                    <a:pt x="466598" y="356235"/>
                  </a:lnTo>
                  <a:lnTo>
                    <a:pt x="473583" y="340868"/>
                  </a:lnTo>
                  <a:lnTo>
                    <a:pt x="479171" y="332486"/>
                  </a:lnTo>
                  <a:cubicBezTo>
                    <a:pt x="481965" y="325501"/>
                    <a:pt x="486156" y="319913"/>
                    <a:pt x="493141" y="317119"/>
                  </a:cubicBezTo>
                  <a:lnTo>
                    <a:pt x="504317" y="297561"/>
                  </a:lnTo>
                  <a:cubicBezTo>
                    <a:pt x="509905" y="286385"/>
                    <a:pt x="516890" y="275209"/>
                    <a:pt x="526669" y="266827"/>
                  </a:cubicBezTo>
                  <a:cubicBezTo>
                    <a:pt x="530860" y="264033"/>
                    <a:pt x="535051" y="259842"/>
                    <a:pt x="539242" y="252857"/>
                  </a:cubicBezTo>
                  <a:lnTo>
                    <a:pt x="546227" y="241681"/>
                  </a:lnTo>
                  <a:cubicBezTo>
                    <a:pt x="550418" y="237490"/>
                    <a:pt x="553212" y="233299"/>
                    <a:pt x="556006" y="229108"/>
                  </a:cubicBezTo>
                  <a:cubicBezTo>
                    <a:pt x="568579" y="212344"/>
                    <a:pt x="582549" y="199771"/>
                    <a:pt x="595122" y="183007"/>
                  </a:cubicBezTo>
                  <a:lnTo>
                    <a:pt x="597916" y="180213"/>
                  </a:lnTo>
                  <a:cubicBezTo>
                    <a:pt x="602107" y="171831"/>
                    <a:pt x="606298" y="167640"/>
                    <a:pt x="609092" y="163449"/>
                  </a:cubicBezTo>
                  <a:cubicBezTo>
                    <a:pt x="610489" y="160655"/>
                    <a:pt x="614680" y="159258"/>
                    <a:pt x="617474" y="156464"/>
                  </a:cubicBezTo>
                  <a:lnTo>
                    <a:pt x="621665" y="145288"/>
                  </a:lnTo>
                  <a:cubicBezTo>
                    <a:pt x="621665" y="142494"/>
                    <a:pt x="623062" y="138303"/>
                    <a:pt x="624459" y="132715"/>
                  </a:cubicBezTo>
                  <a:lnTo>
                    <a:pt x="627253" y="124333"/>
                  </a:lnTo>
                  <a:lnTo>
                    <a:pt x="624459" y="106172"/>
                  </a:lnTo>
                  <a:lnTo>
                    <a:pt x="617474" y="57277"/>
                  </a:ln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550C89F-9532-4B32-A4F7-455B37E58BE9}"/>
                </a:ext>
              </a:extLst>
            </p:cNvPr>
            <p:cNvSpPr/>
            <p:nvPr/>
          </p:nvSpPr>
          <p:spPr>
            <a:xfrm>
              <a:off x="4738242" y="5063362"/>
              <a:ext cx="180213" cy="176022"/>
            </a:xfrm>
            <a:custGeom>
              <a:avLst/>
              <a:gdLst>
                <a:gd name="connsiteX0" fmla="*/ 176022 w 180213"/>
                <a:gd name="connsiteY0" fmla="*/ 8382 h 176022"/>
                <a:gd name="connsiteX1" fmla="*/ 65659 w 180213"/>
                <a:gd name="connsiteY1" fmla="*/ 1397 h 176022"/>
                <a:gd name="connsiteX2" fmla="*/ 18161 w 180213"/>
                <a:gd name="connsiteY2" fmla="*/ 0 h 176022"/>
                <a:gd name="connsiteX3" fmla="*/ 4191 w 180213"/>
                <a:gd name="connsiteY3" fmla="*/ 0 h 176022"/>
                <a:gd name="connsiteX4" fmla="*/ 0 w 180213"/>
                <a:gd name="connsiteY4" fmla="*/ 18161 h 176022"/>
                <a:gd name="connsiteX5" fmla="*/ 0 w 180213"/>
                <a:gd name="connsiteY5" fmla="*/ 30734 h 176022"/>
                <a:gd name="connsiteX6" fmla="*/ 8382 w 180213"/>
                <a:gd name="connsiteY6" fmla="*/ 157861 h 176022"/>
                <a:gd name="connsiteX7" fmla="*/ 11176 w 180213"/>
                <a:gd name="connsiteY7" fmla="*/ 174625 h 176022"/>
                <a:gd name="connsiteX8" fmla="*/ 44704 w 180213"/>
                <a:gd name="connsiteY8" fmla="*/ 169037 h 176022"/>
                <a:gd name="connsiteX9" fmla="*/ 107569 w 180213"/>
                <a:gd name="connsiteY9" fmla="*/ 170434 h 176022"/>
                <a:gd name="connsiteX10" fmla="*/ 114554 w 180213"/>
                <a:gd name="connsiteY10" fmla="*/ 171831 h 176022"/>
                <a:gd name="connsiteX11" fmla="*/ 138303 w 180213"/>
                <a:gd name="connsiteY11" fmla="*/ 171831 h 176022"/>
                <a:gd name="connsiteX12" fmla="*/ 155067 w 180213"/>
                <a:gd name="connsiteY12" fmla="*/ 174625 h 176022"/>
                <a:gd name="connsiteX13" fmla="*/ 170434 w 180213"/>
                <a:gd name="connsiteY13" fmla="*/ 176022 h 176022"/>
                <a:gd name="connsiteX14" fmla="*/ 180213 w 180213"/>
                <a:gd name="connsiteY14" fmla="*/ 174625 h 176022"/>
                <a:gd name="connsiteX15" fmla="*/ 180213 w 180213"/>
                <a:gd name="connsiteY15" fmla="*/ 169037 h 176022"/>
                <a:gd name="connsiteX16" fmla="*/ 176022 w 180213"/>
                <a:gd name="connsiteY16" fmla="*/ 8382 h 176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0213" h="176022">
                  <a:moveTo>
                    <a:pt x="176022" y="8382"/>
                  </a:moveTo>
                  <a:cubicBezTo>
                    <a:pt x="163449" y="2794"/>
                    <a:pt x="75438" y="2794"/>
                    <a:pt x="65659" y="1397"/>
                  </a:cubicBezTo>
                  <a:lnTo>
                    <a:pt x="18161" y="0"/>
                  </a:lnTo>
                  <a:lnTo>
                    <a:pt x="4191" y="0"/>
                  </a:lnTo>
                  <a:cubicBezTo>
                    <a:pt x="2794" y="5588"/>
                    <a:pt x="1397" y="12573"/>
                    <a:pt x="0" y="18161"/>
                  </a:cubicBezTo>
                  <a:lnTo>
                    <a:pt x="0" y="30734"/>
                  </a:lnTo>
                  <a:cubicBezTo>
                    <a:pt x="0" y="30734"/>
                    <a:pt x="6985" y="149479"/>
                    <a:pt x="8382" y="157861"/>
                  </a:cubicBezTo>
                  <a:cubicBezTo>
                    <a:pt x="9779" y="163449"/>
                    <a:pt x="9779" y="169037"/>
                    <a:pt x="11176" y="174625"/>
                  </a:cubicBezTo>
                  <a:cubicBezTo>
                    <a:pt x="19558" y="173228"/>
                    <a:pt x="32131" y="171831"/>
                    <a:pt x="44704" y="169037"/>
                  </a:cubicBezTo>
                  <a:cubicBezTo>
                    <a:pt x="62865" y="167640"/>
                    <a:pt x="82423" y="167640"/>
                    <a:pt x="107569" y="170434"/>
                  </a:cubicBezTo>
                  <a:lnTo>
                    <a:pt x="114554" y="171831"/>
                  </a:lnTo>
                  <a:lnTo>
                    <a:pt x="138303" y="171831"/>
                  </a:lnTo>
                  <a:lnTo>
                    <a:pt x="155067" y="174625"/>
                  </a:lnTo>
                  <a:cubicBezTo>
                    <a:pt x="160655" y="176022"/>
                    <a:pt x="164846" y="176022"/>
                    <a:pt x="170434" y="176022"/>
                  </a:cubicBezTo>
                  <a:cubicBezTo>
                    <a:pt x="174625" y="176022"/>
                    <a:pt x="177419" y="176022"/>
                    <a:pt x="180213" y="174625"/>
                  </a:cubicBezTo>
                  <a:lnTo>
                    <a:pt x="180213" y="169037"/>
                  </a:lnTo>
                  <a:cubicBezTo>
                    <a:pt x="171831" y="121539"/>
                    <a:pt x="173228" y="60071"/>
                    <a:pt x="176022" y="8382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9A3159D8-CF97-416D-B34C-8F76F5B83677}"/>
                </a:ext>
              </a:extLst>
            </p:cNvPr>
            <p:cNvSpPr/>
            <p:nvPr/>
          </p:nvSpPr>
          <p:spPr>
            <a:xfrm>
              <a:off x="4711700" y="5036819"/>
              <a:ext cx="234695" cy="229107"/>
            </a:xfrm>
            <a:custGeom>
              <a:avLst/>
              <a:gdLst>
                <a:gd name="connsiteX0" fmla="*/ 230505 w 234695"/>
                <a:gd name="connsiteY0" fmla="*/ 29337 h 229107"/>
                <a:gd name="connsiteX1" fmla="*/ 167640 w 234695"/>
                <a:gd name="connsiteY1" fmla="*/ 4191 h 229107"/>
                <a:gd name="connsiteX2" fmla="*/ 93599 w 234695"/>
                <a:gd name="connsiteY2" fmla="*/ 1397 h 229107"/>
                <a:gd name="connsiteX3" fmla="*/ 44704 w 234695"/>
                <a:gd name="connsiteY3" fmla="*/ 0 h 229107"/>
                <a:gd name="connsiteX4" fmla="*/ 20955 w 234695"/>
                <a:gd name="connsiteY4" fmla="*/ 0 h 229107"/>
                <a:gd name="connsiteX5" fmla="*/ 0 w 234695"/>
                <a:gd name="connsiteY5" fmla="*/ 41910 h 229107"/>
                <a:gd name="connsiteX6" fmla="*/ 0 w 234695"/>
                <a:gd name="connsiteY6" fmla="*/ 58674 h 229107"/>
                <a:gd name="connsiteX7" fmla="*/ 11176 w 234695"/>
                <a:gd name="connsiteY7" fmla="*/ 205359 h 229107"/>
                <a:gd name="connsiteX8" fmla="*/ 11176 w 234695"/>
                <a:gd name="connsiteY8" fmla="*/ 210947 h 229107"/>
                <a:gd name="connsiteX9" fmla="*/ 12573 w 234695"/>
                <a:gd name="connsiteY9" fmla="*/ 226314 h 229107"/>
                <a:gd name="connsiteX10" fmla="*/ 22352 w 234695"/>
                <a:gd name="connsiteY10" fmla="*/ 227711 h 229107"/>
                <a:gd name="connsiteX11" fmla="*/ 33528 w 234695"/>
                <a:gd name="connsiteY11" fmla="*/ 227711 h 229107"/>
                <a:gd name="connsiteX12" fmla="*/ 75438 w 234695"/>
                <a:gd name="connsiteY12" fmla="*/ 222123 h 229107"/>
                <a:gd name="connsiteX13" fmla="*/ 129921 w 234695"/>
                <a:gd name="connsiteY13" fmla="*/ 223520 h 229107"/>
                <a:gd name="connsiteX14" fmla="*/ 160655 w 234695"/>
                <a:gd name="connsiteY14" fmla="*/ 224917 h 229107"/>
                <a:gd name="connsiteX15" fmla="*/ 177419 w 234695"/>
                <a:gd name="connsiteY15" fmla="*/ 227711 h 229107"/>
                <a:gd name="connsiteX16" fmla="*/ 196977 w 234695"/>
                <a:gd name="connsiteY16" fmla="*/ 229108 h 229107"/>
                <a:gd name="connsiteX17" fmla="*/ 231902 w 234695"/>
                <a:gd name="connsiteY17" fmla="*/ 206756 h 229107"/>
                <a:gd name="connsiteX18" fmla="*/ 233299 w 234695"/>
                <a:gd name="connsiteY18" fmla="*/ 199771 h 229107"/>
                <a:gd name="connsiteX19" fmla="*/ 234696 w 234695"/>
                <a:gd name="connsiteY19" fmla="*/ 192786 h 229107"/>
                <a:gd name="connsiteX20" fmla="*/ 230505 w 234695"/>
                <a:gd name="connsiteY20" fmla="*/ 29337 h 229107"/>
                <a:gd name="connsiteX21" fmla="*/ 206756 w 234695"/>
                <a:gd name="connsiteY21" fmla="*/ 201168 h 229107"/>
                <a:gd name="connsiteX22" fmla="*/ 196977 w 234695"/>
                <a:gd name="connsiteY22" fmla="*/ 202565 h 229107"/>
                <a:gd name="connsiteX23" fmla="*/ 181610 w 234695"/>
                <a:gd name="connsiteY23" fmla="*/ 201168 h 229107"/>
                <a:gd name="connsiteX24" fmla="*/ 164846 w 234695"/>
                <a:gd name="connsiteY24" fmla="*/ 198374 h 229107"/>
                <a:gd name="connsiteX25" fmla="*/ 141097 w 234695"/>
                <a:gd name="connsiteY25" fmla="*/ 198374 h 229107"/>
                <a:gd name="connsiteX26" fmla="*/ 134112 w 234695"/>
                <a:gd name="connsiteY26" fmla="*/ 196977 h 229107"/>
                <a:gd name="connsiteX27" fmla="*/ 71247 w 234695"/>
                <a:gd name="connsiteY27" fmla="*/ 195580 h 229107"/>
                <a:gd name="connsiteX28" fmla="*/ 37719 w 234695"/>
                <a:gd name="connsiteY28" fmla="*/ 201168 h 229107"/>
                <a:gd name="connsiteX29" fmla="*/ 34925 w 234695"/>
                <a:gd name="connsiteY29" fmla="*/ 184404 h 229107"/>
                <a:gd name="connsiteX30" fmla="*/ 26543 w 234695"/>
                <a:gd name="connsiteY30" fmla="*/ 57277 h 229107"/>
                <a:gd name="connsiteX31" fmla="*/ 26543 w 234695"/>
                <a:gd name="connsiteY31" fmla="*/ 44704 h 229107"/>
                <a:gd name="connsiteX32" fmla="*/ 30734 w 234695"/>
                <a:gd name="connsiteY32" fmla="*/ 26543 h 229107"/>
                <a:gd name="connsiteX33" fmla="*/ 44704 w 234695"/>
                <a:gd name="connsiteY33" fmla="*/ 26543 h 229107"/>
                <a:gd name="connsiteX34" fmla="*/ 92202 w 234695"/>
                <a:gd name="connsiteY34" fmla="*/ 27940 h 229107"/>
                <a:gd name="connsiteX35" fmla="*/ 202565 w 234695"/>
                <a:gd name="connsiteY35" fmla="*/ 34925 h 229107"/>
                <a:gd name="connsiteX36" fmla="*/ 206756 w 234695"/>
                <a:gd name="connsiteY36" fmla="*/ 195580 h 229107"/>
                <a:gd name="connsiteX37" fmla="*/ 206756 w 234695"/>
                <a:gd name="connsiteY37" fmla="*/ 201168 h 22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4695" h="229107">
                  <a:moveTo>
                    <a:pt x="230505" y="29337"/>
                  </a:moveTo>
                  <a:cubicBezTo>
                    <a:pt x="231902" y="5588"/>
                    <a:pt x="180213" y="4191"/>
                    <a:pt x="167640" y="4191"/>
                  </a:cubicBezTo>
                  <a:cubicBezTo>
                    <a:pt x="162052" y="4191"/>
                    <a:pt x="127127" y="2794"/>
                    <a:pt x="93599" y="1397"/>
                  </a:cubicBezTo>
                  <a:lnTo>
                    <a:pt x="44704" y="0"/>
                  </a:lnTo>
                  <a:lnTo>
                    <a:pt x="20955" y="0"/>
                  </a:lnTo>
                  <a:cubicBezTo>
                    <a:pt x="2794" y="1397"/>
                    <a:pt x="1397" y="27940"/>
                    <a:pt x="0" y="41910"/>
                  </a:cubicBezTo>
                  <a:lnTo>
                    <a:pt x="0" y="58674"/>
                  </a:lnTo>
                  <a:cubicBezTo>
                    <a:pt x="2794" y="107569"/>
                    <a:pt x="5588" y="156464"/>
                    <a:pt x="11176" y="205359"/>
                  </a:cubicBezTo>
                  <a:lnTo>
                    <a:pt x="11176" y="210947"/>
                  </a:lnTo>
                  <a:cubicBezTo>
                    <a:pt x="13970" y="212344"/>
                    <a:pt x="9779" y="231902"/>
                    <a:pt x="12573" y="226314"/>
                  </a:cubicBezTo>
                  <a:lnTo>
                    <a:pt x="22352" y="227711"/>
                  </a:lnTo>
                  <a:cubicBezTo>
                    <a:pt x="25146" y="229108"/>
                    <a:pt x="29337" y="227711"/>
                    <a:pt x="33528" y="227711"/>
                  </a:cubicBezTo>
                  <a:cubicBezTo>
                    <a:pt x="44704" y="227711"/>
                    <a:pt x="60071" y="224917"/>
                    <a:pt x="75438" y="222123"/>
                  </a:cubicBezTo>
                  <a:cubicBezTo>
                    <a:pt x="89408" y="220726"/>
                    <a:pt x="106172" y="220726"/>
                    <a:pt x="129921" y="223520"/>
                  </a:cubicBezTo>
                  <a:cubicBezTo>
                    <a:pt x="139700" y="224917"/>
                    <a:pt x="149479" y="223520"/>
                    <a:pt x="160655" y="224917"/>
                  </a:cubicBezTo>
                  <a:lnTo>
                    <a:pt x="177419" y="227711"/>
                  </a:lnTo>
                  <a:cubicBezTo>
                    <a:pt x="184404" y="229108"/>
                    <a:pt x="191389" y="229108"/>
                    <a:pt x="196977" y="229108"/>
                  </a:cubicBezTo>
                  <a:cubicBezTo>
                    <a:pt x="215138" y="229108"/>
                    <a:pt x="230505" y="226314"/>
                    <a:pt x="231902" y="206756"/>
                  </a:cubicBezTo>
                  <a:cubicBezTo>
                    <a:pt x="233299" y="205359"/>
                    <a:pt x="233299" y="202565"/>
                    <a:pt x="233299" y="199771"/>
                  </a:cubicBezTo>
                  <a:lnTo>
                    <a:pt x="234696" y="192786"/>
                  </a:lnTo>
                  <a:cubicBezTo>
                    <a:pt x="224917" y="146685"/>
                    <a:pt x="226314" y="83820"/>
                    <a:pt x="230505" y="29337"/>
                  </a:cubicBezTo>
                  <a:close/>
                  <a:moveTo>
                    <a:pt x="206756" y="201168"/>
                  </a:moveTo>
                  <a:cubicBezTo>
                    <a:pt x="203962" y="202565"/>
                    <a:pt x="201168" y="202565"/>
                    <a:pt x="196977" y="202565"/>
                  </a:cubicBezTo>
                  <a:cubicBezTo>
                    <a:pt x="191389" y="202565"/>
                    <a:pt x="187198" y="202565"/>
                    <a:pt x="181610" y="201168"/>
                  </a:cubicBezTo>
                  <a:lnTo>
                    <a:pt x="164846" y="198374"/>
                  </a:lnTo>
                  <a:lnTo>
                    <a:pt x="141097" y="198374"/>
                  </a:lnTo>
                  <a:lnTo>
                    <a:pt x="134112" y="196977"/>
                  </a:lnTo>
                  <a:cubicBezTo>
                    <a:pt x="108966" y="194183"/>
                    <a:pt x="89408" y="194183"/>
                    <a:pt x="71247" y="195580"/>
                  </a:cubicBezTo>
                  <a:cubicBezTo>
                    <a:pt x="58674" y="198374"/>
                    <a:pt x="46101" y="199771"/>
                    <a:pt x="37719" y="201168"/>
                  </a:cubicBezTo>
                  <a:cubicBezTo>
                    <a:pt x="36322" y="195580"/>
                    <a:pt x="36322" y="189992"/>
                    <a:pt x="34925" y="184404"/>
                  </a:cubicBezTo>
                  <a:cubicBezTo>
                    <a:pt x="33528" y="176022"/>
                    <a:pt x="26543" y="57277"/>
                    <a:pt x="26543" y="57277"/>
                  </a:cubicBezTo>
                  <a:lnTo>
                    <a:pt x="26543" y="44704"/>
                  </a:lnTo>
                  <a:cubicBezTo>
                    <a:pt x="27940" y="39116"/>
                    <a:pt x="29337" y="32131"/>
                    <a:pt x="30734" y="26543"/>
                  </a:cubicBezTo>
                  <a:lnTo>
                    <a:pt x="44704" y="26543"/>
                  </a:lnTo>
                  <a:lnTo>
                    <a:pt x="92202" y="27940"/>
                  </a:lnTo>
                  <a:cubicBezTo>
                    <a:pt x="101981" y="29337"/>
                    <a:pt x="189992" y="29337"/>
                    <a:pt x="202565" y="34925"/>
                  </a:cubicBezTo>
                  <a:cubicBezTo>
                    <a:pt x="199771" y="86614"/>
                    <a:pt x="198374" y="148082"/>
                    <a:pt x="206756" y="195580"/>
                  </a:cubicBezTo>
                  <a:lnTo>
                    <a:pt x="206756" y="201168"/>
                  </a:ln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58516930-98C8-4FE0-B5AA-E0BB155F1187}"/>
                </a:ext>
              </a:extLst>
            </p:cNvPr>
            <p:cNvSpPr/>
            <p:nvPr/>
          </p:nvSpPr>
          <p:spPr>
            <a:xfrm>
              <a:off x="3924609" y="4270914"/>
              <a:ext cx="680918" cy="987097"/>
            </a:xfrm>
            <a:custGeom>
              <a:avLst/>
              <a:gdLst>
                <a:gd name="connsiteX0" fmla="*/ 671139 w 680918"/>
                <a:gd name="connsiteY0" fmla="*/ 81375 h 987097"/>
                <a:gd name="connsiteX1" fmla="*/ 666948 w 680918"/>
                <a:gd name="connsiteY1" fmla="*/ 31083 h 987097"/>
                <a:gd name="connsiteX2" fmla="*/ 625038 w 680918"/>
                <a:gd name="connsiteY2" fmla="*/ 349 h 987097"/>
                <a:gd name="connsiteX3" fmla="*/ 20137 w 680918"/>
                <a:gd name="connsiteY3" fmla="*/ 1746 h 987097"/>
                <a:gd name="connsiteX4" fmla="*/ 3373 w 680918"/>
                <a:gd name="connsiteY4" fmla="*/ 43656 h 987097"/>
                <a:gd name="connsiteX5" fmla="*/ 1976 w 680918"/>
                <a:gd name="connsiteY5" fmla="*/ 179165 h 987097"/>
                <a:gd name="connsiteX6" fmla="*/ 4770 w 680918"/>
                <a:gd name="connsiteY6" fmla="*/ 188944 h 987097"/>
                <a:gd name="connsiteX7" fmla="*/ 88590 w 680918"/>
                <a:gd name="connsiteY7" fmla="*/ 200120 h 987097"/>
                <a:gd name="connsiteX8" fmla="*/ 423870 w 680918"/>
                <a:gd name="connsiteY8" fmla="*/ 201517 h 987097"/>
                <a:gd name="connsiteX9" fmla="*/ 442031 w 680918"/>
                <a:gd name="connsiteY9" fmla="*/ 202914 h 987097"/>
                <a:gd name="connsiteX10" fmla="*/ 379166 w 680918"/>
                <a:gd name="connsiteY10" fmla="*/ 299307 h 987097"/>
                <a:gd name="connsiteX11" fmla="*/ 205938 w 680918"/>
                <a:gd name="connsiteY11" fmla="*/ 613632 h 987097"/>
                <a:gd name="connsiteX12" fmla="*/ 203144 w 680918"/>
                <a:gd name="connsiteY12" fmla="*/ 620617 h 987097"/>
                <a:gd name="connsiteX13" fmla="*/ 193365 w 680918"/>
                <a:gd name="connsiteY13" fmla="*/ 652748 h 987097"/>
                <a:gd name="connsiteX14" fmla="*/ 154249 w 680918"/>
                <a:gd name="connsiteY14" fmla="*/ 799434 h 987097"/>
                <a:gd name="connsiteX15" fmla="*/ 129103 w 680918"/>
                <a:gd name="connsiteY15" fmla="*/ 936340 h 987097"/>
                <a:gd name="connsiteX16" fmla="*/ 130500 w 680918"/>
                <a:gd name="connsiteY16" fmla="*/ 947515 h 987097"/>
                <a:gd name="connsiteX17" fmla="*/ 129103 w 680918"/>
                <a:gd name="connsiteY17" fmla="*/ 953103 h 987097"/>
                <a:gd name="connsiteX18" fmla="*/ 134691 w 680918"/>
                <a:gd name="connsiteY18" fmla="*/ 967074 h 987097"/>
                <a:gd name="connsiteX19" fmla="*/ 137485 w 680918"/>
                <a:gd name="connsiteY19" fmla="*/ 974059 h 987097"/>
                <a:gd name="connsiteX20" fmla="*/ 212923 w 680918"/>
                <a:gd name="connsiteY20" fmla="*/ 985234 h 987097"/>
                <a:gd name="connsiteX21" fmla="*/ 229687 w 680918"/>
                <a:gd name="connsiteY21" fmla="*/ 985234 h 987097"/>
                <a:gd name="connsiteX22" fmla="*/ 267406 w 680918"/>
                <a:gd name="connsiteY22" fmla="*/ 982440 h 987097"/>
                <a:gd name="connsiteX23" fmla="*/ 286964 w 680918"/>
                <a:gd name="connsiteY23" fmla="*/ 982440 h 987097"/>
                <a:gd name="connsiteX24" fmla="*/ 302331 w 680918"/>
                <a:gd name="connsiteY24" fmla="*/ 982440 h 987097"/>
                <a:gd name="connsiteX25" fmla="*/ 323286 w 680918"/>
                <a:gd name="connsiteY25" fmla="*/ 983837 h 987097"/>
                <a:gd name="connsiteX26" fmla="*/ 331668 w 680918"/>
                <a:gd name="connsiteY26" fmla="*/ 985234 h 987097"/>
                <a:gd name="connsiteX27" fmla="*/ 367990 w 680918"/>
                <a:gd name="connsiteY27" fmla="*/ 968471 h 987097"/>
                <a:gd name="connsiteX28" fmla="*/ 369387 w 680918"/>
                <a:gd name="connsiteY28" fmla="*/ 957295 h 987097"/>
                <a:gd name="connsiteX29" fmla="*/ 366593 w 680918"/>
                <a:gd name="connsiteY29" fmla="*/ 946118 h 987097"/>
                <a:gd name="connsiteX30" fmla="*/ 374975 w 680918"/>
                <a:gd name="connsiteY30" fmla="*/ 835756 h 987097"/>
                <a:gd name="connsiteX31" fmla="*/ 377769 w 680918"/>
                <a:gd name="connsiteY31" fmla="*/ 814800 h 987097"/>
                <a:gd name="connsiteX32" fmla="*/ 380563 w 680918"/>
                <a:gd name="connsiteY32" fmla="*/ 772890 h 987097"/>
                <a:gd name="connsiteX33" fmla="*/ 384754 w 680918"/>
                <a:gd name="connsiteY33" fmla="*/ 753332 h 987097"/>
                <a:gd name="connsiteX34" fmla="*/ 386151 w 680918"/>
                <a:gd name="connsiteY34" fmla="*/ 739362 h 987097"/>
                <a:gd name="connsiteX35" fmla="*/ 412694 w 680918"/>
                <a:gd name="connsiteY35" fmla="*/ 620617 h 987097"/>
                <a:gd name="connsiteX36" fmla="*/ 415488 w 680918"/>
                <a:gd name="connsiteY36" fmla="*/ 612235 h 987097"/>
                <a:gd name="connsiteX37" fmla="*/ 422473 w 680918"/>
                <a:gd name="connsiteY37" fmla="*/ 592677 h 987097"/>
                <a:gd name="connsiteX38" fmla="*/ 440634 w 680918"/>
                <a:gd name="connsiteY38" fmla="*/ 540988 h 987097"/>
                <a:gd name="connsiteX39" fmla="*/ 449016 w 680918"/>
                <a:gd name="connsiteY39" fmla="*/ 521430 h 987097"/>
                <a:gd name="connsiteX40" fmla="*/ 460192 w 680918"/>
                <a:gd name="connsiteY40" fmla="*/ 503269 h 987097"/>
                <a:gd name="connsiteX41" fmla="*/ 479750 w 680918"/>
                <a:gd name="connsiteY41" fmla="*/ 465550 h 987097"/>
                <a:gd name="connsiteX42" fmla="*/ 516072 w 680918"/>
                <a:gd name="connsiteY42" fmla="*/ 395700 h 987097"/>
                <a:gd name="connsiteX43" fmla="*/ 524454 w 680918"/>
                <a:gd name="connsiteY43" fmla="*/ 380333 h 987097"/>
                <a:gd name="connsiteX44" fmla="*/ 531439 w 680918"/>
                <a:gd name="connsiteY44" fmla="*/ 367760 h 987097"/>
                <a:gd name="connsiteX45" fmla="*/ 538424 w 680918"/>
                <a:gd name="connsiteY45" fmla="*/ 362172 h 987097"/>
                <a:gd name="connsiteX46" fmla="*/ 546806 w 680918"/>
                <a:gd name="connsiteY46" fmla="*/ 350996 h 987097"/>
                <a:gd name="connsiteX47" fmla="*/ 555188 w 680918"/>
                <a:gd name="connsiteY47" fmla="*/ 337026 h 987097"/>
                <a:gd name="connsiteX48" fmla="*/ 570555 w 680918"/>
                <a:gd name="connsiteY48" fmla="*/ 316071 h 987097"/>
                <a:gd name="connsiteX49" fmla="*/ 588716 w 680918"/>
                <a:gd name="connsiteY49" fmla="*/ 295116 h 987097"/>
                <a:gd name="connsiteX50" fmla="*/ 604083 w 680918"/>
                <a:gd name="connsiteY50" fmla="*/ 272764 h 987097"/>
                <a:gd name="connsiteX51" fmla="*/ 641802 w 680918"/>
                <a:gd name="connsiteY51" fmla="*/ 228060 h 987097"/>
                <a:gd name="connsiteX52" fmla="*/ 657169 w 680918"/>
                <a:gd name="connsiteY52" fmla="*/ 207105 h 987097"/>
                <a:gd name="connsiteX53" fmla="*/ 669742 w 680918"/>
                <a:gd name="connsiteY53" fmla="*/ 193135 h 987097"/>
                <a:gd name="connsiteX54" fmla="*/ 676727 w 680918"/>
                <a:gd name="connsiteY54" fmla="*/ 174974 h 987097"/>
                <a:gd name="connsiteX55" fmla="*/ 679521 w 680918"/>
                <a:gd name="connsiteY55" fmla="*/ 159607 h 987097"/>
                <a:gd name="connsiteX56" fmla="*/ 680918 w 680918"/>
                <a:gd name="connsiteY56" fmla="*/ 152622 h 987097"/>
                <a:gd name="connsiteX57" fmla="*/ 680918 w 680918"/>
                <a:gd name="connsiteY57" fmla="*/ 147034 h 987097"/>
                <a:gd name="connsiteX58" fmla="*/ 678124 w 680918"/>
                <a:gd name="connsiteY58" fmla="*/ 128873 h 987097"/>
                <a:gd name="connsiteX59" fmla="*/ 671139 w 680918"/>
                <a:gd name="connsiteY59" fmla="*/ 81375 h 987097"/>
                <a:gd name="connsiteX60" fmla="*/ 651581 w 680918"/>
                <a:gd name="connsiteY60" fmla="*/ 159607 h 987097"/>
                <a:gd name="connsiteX61" fmla="*/ 648787 w 680918"/>
                <a:gd name="connsiteY61" fmla="*/ 172180 h 987097"/>
                <a:gd name="connsiteX62" fmla="*/ 644596 w 680918"/>
                <a:gd name="connsiteY62" fmla="*/ 183356 h 987097"/>
                <a:gd name="connsiteX63" fmla="*/ 636214 w 680918"/>
                <a:gd name="connsiteY63" fmla="*/ 190341 h 987097"/>
                <a:gd name="connsiteX64" fmla="*/ 625038 w 680918"/>
                <a:gd name="connsiteY64" fmla="*/ 207105 h 987097"/>
                <a:gd name="connsiteX65" fmla="*/ 622244 w 680918"/>
                <a:gd name="connsiteY65" fmla="*/ 209899 h 987097"/>
                <a:gd name="connsiteX66" fmla="*/ 583128 w 680918"/>
                <a:gd name="connsiteY66" fmla="*/ 256000 h 987097"/>
                <a:gd name="connsiteX67" fmla="*/ 573349 w 680918"/>
                <a:gd name="connsiteY67" fmla="*/ 268573 h 987097"/>
                <a:gd name="connsiteX68" fmla="*/ 566364 w 680918"/>
                <a:gd name="connsiteY68" fmla="*/ 279749 h 987097"/>
                <a:gd name="connsiteX69" fmla="*/ 553791 w 680918"/>
                <a:gd name="connsiteY69" fmla="*/ 293719 h 987097"/>
                <a:gd name="connsiteX70" fmla="*/ 531439 w 680918"/>
                <a:gd name="connsiteY70" fmla="*/ 324453 h 987097"/>
                <a:gd name="connsiteX71" fmla="*/ 520263 w 680918"/>
                <a:gd name="connsiteY71" fmla="*/ 344011 h 987097"/>
                <a:gd name="connsiteX72" fmla="*/ 506293 w 680918"/>
                <a:gd name="connsiteY72" fmla="*/ 359378 h 987097"/>
                <a:gd name="connsiteX73" fmla="*/ 500705 w 680918"/>
                <a:gd name="connsiteY73" fmla="*/ 367760 h 987097"/>
                <a:gd name="connsiteX74" fmla="*/ 493720 w 680918"/>
                <a:gd name="connsiteY74" fmla="*/ 383127 h 987097"/>
                <a:gd name="connsiteX75" fmla="*/ 456001 w 680918"/>
                <a:gd name="connsiteY75" fmla="*/ 452977 h 987097"/>
                <a:gd name="connsiteX76" fmla="*/ 436443 w 680918"/>
                <a:gd name="connsiteY76" fmla="*/ 490696 h 987097"/>
                <a:gd name="connsiteX77" fmla="*/ 414091 w 680918"/>
                <a:gd name="connsiteY77" fmla="*/ 534003 h 987097"/>
                <a:gd name="connsiteX78" fmla="*/ 395930 w 680918"/>
                <a:gd name="connsiteY78" fmla="*/ 585692 h 987097"/>
                <a:gd name="connsiteX79" fmla="*/ 387548 w 680918"/>
                <a:gd name="connsiteY79" fmla="*/ 612235 h 987097"/>
                <a:gd name="connsiteX80" fmla="*/ 384754 w 680918"/>
                <a:gd name="connsiteY80" fmla="*/ 619220 h 987097"/>
                <a:gd name="connsiteX81" fmla="*/ 361005 w 680918"/>
                <a:gd name="connsiteY81" fmla="*/ 728187 h 987097"/>
                <a:gd name="connsiteX82" fmla="*/ 359608 w 680918"/>
                <a:gd name="connsiteY82" fmla="*/ 735171 h 987097"/>
                <a:gd name="connsiteX83" fmla="*/ 358211 w 680918"/>
                <a:gd name="connsiteY83" fmla="*/ 749141 h 987097"/>
                <a:gd name="connsiteX84" fmla="*/ 354020 w 680918"/>
                <a:gd name="connsiteY84" fmla="*/ 771493 h 987097"/>
                <a:gd name="connsiteX85" fmla="*/ 351226 w 680918"/>
                <a:gd name="connsiteY85" fmla="*/ 810609 h 987097"/>
                <a:gd name="connsiteX86" fmla="*/ 348432 w 680918"/>
                <a:gd name="connsiteY86" fmla="*/ 835756 h 987097"/>
                <a:gd name="connsiteX87" fmla="*/ 340050 w 680918"/>
                <a:gd name="connsiteY87" fmla="*/ 948912 h 987097"/>
                <a:gd name="connsiteX88" fmla="*/ 342717 w 680918"/>
                <a:gd name="connsiteY88" fmla="*/ 959708 h 987097"/>
                <a:gd name="connsiteX89" fmla="*/ 335859 w 680918"/>
                <a:gd name="connsiteY89" fmla="*/ 958692 h 987097"/>
                <a:gd name="connsiteX90" fmla="*/ 323286 w 680918"/>
                <a:gd name="connsiteY90" fmla="*/ 957295 h 987097"/>
                <a:gd name="connsiteX91" fmla="*/ 314904 w 680918"/>
                <a:gd name="connsiteY91" fmla="*/ 958692 h 987097"/>
                <a:gd name="connsiteX92" fmla="*/ 307919 w 680918"/>
                <a:gd name="connsiteY92" fmla="*/ 955898 h 987097"/>
                <a:gd name="connsiteX93" fmla="*/ 268803 w 680918"/>
                <a:gd name="connsiteY93" fmla="*/ 955898 h 987097"/>
                <a:gd name="connsiteX94" fmla="*/ 229687 w 680918"/>
                <a:gd name="connsiteY94" fmla="*/ 958692 h 987097"/>
                <a:gd name="connsiteX95" fmla="*/ 222702 w 680918"/>
                <a:gd name="connsiteY95" fmla="*/ 957295 h 987097"/>
                <a:gd name="connsiteX96" fmla="*/ 211526 w 680918"/>
                <a:gd name="connsiteY96" fmla="*/ 958692 h 987097"/>
                <a:gd name="connsiteX97" fmla="*/ 157043 w 680918"/>
                <a:gd name="connsiteY97" fmla="*/ 951706 h 987097"/>
                <a:gd name="connsiteX98" fmla="*/ 155646 w 680918"/>
                <a:gd name="connsiteY98" fmla="*/ 941928 h 987097"/>
                <a:gd name="connsiteX99" fmla="*/ 179395 w 680918"/>
                <a:gd name="connsiteY99" fmla="*/ 807815 h 987097"/>
                <a:gd name="connsiteX100" fmla="*/ 218511 w 680918"/>
                <a:gd name="connsiteY100" fmla="*/ 661131 h 987097"/>
                <a:gd name="connsiteX101" fmla="*/ 224099 w 680918"/>
                <a:gd name="connsiteY101" fmla="*/ 642969 h 987097"/>
                <a:gd name="connsiteX102" fmla="*/ 229687 w 680918"/>
                <a:gd name="connsiteY102" fmla="*/ 624808 h 987097"/>
                <a:gd name="connsiteX103" fmla="*/ 344241 w 680918"/>
                <a:gd name="connsiteY103" fmla="*/ 413861 h 987097"/>
                <a:gd name="connsiteX104" fmla="*/ 464383 w 680918"/>
                <a:gd name="connsiteY104" fmla="*/ 218281 h 987097"/>
                <a:gd name="connsiteX105" fmla="*/ 433649 w 680918"/>
                <a:gd name="connsiteY105" fmla="*/ 173577 h 987097"/>
                <a:gd name="connsiteX106" fmla="*/ 425267 w 680918"/>
                <a:gd name="connsiteY106" fmla="*/ 174974 h 987097"/>
                <a:gd name="connsiteX107" fmla="*/ 347035 w 680918"/>
                <a:gd name="connsiteY107" fmla="*/ 170783 h 987097"/>
                <a:gd name="connsiteX108" fmla="*/ 27122 w 680918"/>
                <a:gd name="connsiteY108" fmla="*/ 173577 h 987097"/>
                <a:gd name="connsiteX109" fmla="*/ 29916 w 680918"/>
                <a:gd name="connsiteY109" fmla="*/ 40862 h 987097"/>
                <a:gd name="connsiteX110" fmla="*/ 28519 w 680918"/>
                <a:gd name="connsiteY110" fmla="*/ 28289 h 987097"/>
                <a:gd name="connsiteX111" fmla="*/ 623641 w 680918"/>
                <a:gd name="connsiteY111" fmla="*/ 26892 h 987097"/>
                <a:gd name="connsiteX112" fmla="*/ 640405 w 680918"/>
                <a:gd name="connsiteY112" fmla="*/ 32480 h 987097"/>
                <a:gd name="connsiteX113" fmla="*/ 644596 w 680918"/>
                <a:gd name="connsiteY113" fmla="*/ 84169 h 987097"/>
                <a:gd name="connsiteX114" fmla="*/ 651581 w 680918"/>
                <a:gd name="connsiteY114" fmla="*/ 133064 h 987097"/>
                <a:gd name="connsiteX115" fmla="*/ 654375 w 680918"/>
                <a:gd name="connsiteY115" fmla="*/ 151225 h 987097"/>
                <a:gd name="connsiteX116" fmla="*/ 651581 w 680918"/>
                <a:gd name="connsiteY116" fmla="*/ 159607 h 987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680918" h="987097">
                  <a:moveTo>
                    <a:pt x="671139" y="81375"/>
                  </a:moveTo>
                  <a:cubicBezTo>
                    <a:pt x="669742" y="63214"/>
                    <a:pt x="666948" y="46450"/>
                    <a:pt x="666948" y="31083"/>
                  </a:cubicBezTo>
                  <a:cubicBezTo>
                    <a:pt x="664154" y="-6636"/>
                    <a:pt x="654375" y="1746"/>
                    <a:pt x="625038" y="349"/>
                  </a:cubicBezTo>
                  <a:cubicBezTo>
                    <a:pt x="622244" y="349"/>
                    <a:pt x="66238" y="-1048"/>
                    <a:pt x="20137" y="1746"/>
                  </a:cubicBezTo>
                  <a:cubicBezTo>
                    <a:pt x="-7803" y="4540"/>
                    <a:pt x="579" y="22701"/>
                    <a:pt x="3373" y="43656"/>
                  </a:cubicBezTo>
                  <a:cubicBezTo>
                    <a:pt x="3373" y="53435"/>
                    <a:pt x="1976" y="170783"/>
                    <a:pt x="1976" y="179165"/>
                  </a:cubicBezTo>
                  <a:lnTo>
                    <a:pt x="4770" y="188944"/>
                  </a:lnTo>
                  <a:cubicBezTo>
                    <a:pt x="10358" y="207105"/>
                    <a:pt x="78811" y="200120"/>
                    <a:pt x="88590" y="200120"/>
                  </a:cubicBezTo>
                  <a:cubicBezTo>
                    <a:pt x="155646" y="200120"/>
                    <a:pt x="380563" y="190341"/>
                    <a:pt x="423870" y="201517"/>
                  </a:cubicBezTo>
                  <a:cubicBezTo>
                    <a:pt x="428061" y="201517"/>
                    <a:pt x="437840" y="198723"/>
                    <a:pt x="442031" y="202914"/>
                  </a:cubicBezTo>
                  <a:cubicBezTo>
                    <a:pt x="419679" y="233648"/>
                    <a:pt x="398724" y="265779"/>
                    <a:pt x="379166" y="299307"/>
                  </a:cubicBezTo>
                  <a:cubicBezTo>
                    <a:pt x="320492" y="401288"/>
                    <a:pt x="264612" y="503269"/>
                    <a:pt x="205938" y="613632"/>
                  </a:cubicBezTo>
                  <a:lnTo>
                    <a:pt x="203144" y="620617"/>
                  </a:lnTo>
                  <a:cubicBezTo>
                    <a:pt x="198953" y="630396"/>
                    <a:pt x="196159" y="641572"/>
                    <a:pt x="193365" y="652748"/>
                  </a:cubicBezTo>
                  <a:cubicBezTo>
                    <a:pt x="175204" y="700246"/>
                    <a:pt x="166822" y="750538"/>
                    <a:pt x="154249" y="799434"/>
                  </a:cubicBezTo>
                  <a:cubicBezTo>
                    <a:pt x="138882" y="842740"/>
                    <a:pt x="145867" y="891636"/>
                    <a:pt x="129103" y="936340"/>
                  </a:cubicBezTo>
                  <a:cubicBezTo>
                    <a:pt x="129103" y="937737"/>
                    <a:pt x="129103" y="944721"/>
                    <a:pt x="130500" y="947515"/>
                  </a:cubicBezTo>
                  <a:lnTo>
                    <a:pt x="129103" y="953103"/>
                  </a:lnTo>
                  <a:cubicBezTo>
                    <a:pt x="129103" y="954500"/>
                    <a:pt x="130500" y="961486"/>
                    <a:pt x="134691" y="967074"/>
                  </a:cubicBezTo>
                  <a:lnTo>
                    <a:pt x="137485" y="974059"/>
                  </a:lnTo>
                  <a:cubicBezTo>
                    <a:pt x="144470" y="990823"/>
                    <a:pt x="198953" y="985234"/>
                    <a:pt x="212923" y="985234"/>
                  </a:cubicBezTo>
                  <a:lnTo>
                    <a:pt x="229687" y="985234"/>
                  </a:lnTo>
                  <a:cubicBezTo>
                    <a:pt x="240863" y="985234"/>
                    <a:pt x="257627" y="982440"/>
                    <a:pt x="267406" y="982440"/>
                  </a:cubicBezTo>
                  <a:cubicBezTo>
                    <a:pt x="272994" y="983837"/>
                    <a:pt x="279979" y="982440"/>
                    <a:pt x="286964" y="982440"/>
                  </a:cubicBezTo>
                  <a:lnTo>
                    <a:pt x="302331" y="982440"/>
                  </a:lnTo>
                  <a:cubicBezTo>
                    <a:pt x="306522" y="983837"/>
                    <a:pt x="313507" y="986631"/>
                    <a:pt x="323286" y="983837"/>
                  </a:cubicBezTo>
                  <a:cubicBezTo>
                    <a:pt x="326080" y="983837"/>
                    <a:pt x="328874" y="983837"/>
                    <a:pt x="331668" y="985234"/>
                  </a:cubicBezTo>
                  <a:cubicBezTo>
                    <a:pt x="351226" y="988029"/>
                    <a:pt x="354020" y="990823"/>
                    <a:pt x="367990" y="968471"/>
                  </a:cubicBezTo>
                  <a:cubicBezTo>
                    <a:pt x="369387" y="964280"/>
                    <a:pt x="369387" y="960089"/>
                    <a:pt x="369387" y="957295"/>
                  </a:cubicBezTo>
                  <a:lnTo>
                    <a:pt x="366593" y="946118"/>
                  </a:lnTo>
                  <a:cubicBezTo>
                    <a:pt x="372181" y="911193"/>
                    <a:pt x="366593" y="873475"/>
                    <a:pt x="374975" y="835756"/>
                  </a:cubicBezTo>
                  <a:cubicBezTo>
                    <a:pt x="373578" y="828771"/>
                    <a:pt x="374975" y="823182"/>
                    <a:pt x="377769" y="814800"/>
                  </a:cubicBezTo>
                  <a:cubicBezTo>
                    <a:pt x="377769" y="814800"/>
                    <a:pt x="380563" y="782669"/>
                    <a:pt x="380563" y="772890"/>
                  </a:cubicBezTo>
                  <a:lnTo>
                    <a:pt x="384754" y="753332"/>
                  </a:lnTo>
                  <a:lnTo>
                    <a:pt x="386151" y="739362"/>
                  </a:lnTo>
                  <a:cubicBezTo>
                    <a:pt x="391739" y="701643"/>
                    <a:pt x="404312" y="665321"/>
                    <a:pt x="412694" y="620617"/>
                  </a:cubicBezTo>
                  <a:lnTo>
                    <a:pt x="415488" y="612235"/>
                  </a:lnTo>
                  <a:cubicBezTo>
                    <a:pt x="416885" y="606647"/>
                    <a:pt x="418282" y="602456"/>
                    <a:pt x="422473" y="592677"/>
                  </a:cubicBezTo>
                  <a:cubicBezTo>
                    <a:pt x="425267" y="574516"/>
                    <a:pt x="435046" y="559149"/>
                    <a:pt x="440634" y="540988"/>
                  </a:cubicBezTo>
                  <a:cubicBezTo>
                    <a:pt x="442031" y="535400"/>
                    <a:pt x="446222" y="528415"/>
                    <a:pt x="449016" y="521430"/>
                  </a:cubicBezTo>
                  <a:lnTo>
                    <a:pt x="460192" y="503269"/>
                  </a:lnTo>
                  <a:cubicBezTo>
                    <a:pt x="467177" y="489299"/>
                    <a:pt x="472765" y="476726"/>
                    <a:pt x="479750" y="465550"/>
                  </a:cubicBezTo>
                  <a:lnTo>
                    <a:pt x="516072" y="395700"/>
                  </a:lnTo>
                  <a:lnTo>
                    <a:pt x="524454" y="380333"/>
                  </a:lnTo>
                  <a:cubicBezTo>
                    <a:pt x="525851" y="377539"/>
                    <a:pt x="527248" y="374745"/>
                    <a:pt x="531439" y="367760"/>
                  </a:cubicBezTo>
                  <a:cubicBezTo>
                    <a:pt x="532836" y="367760"/>
                    <a:pt x="534233" y="366363"/>
                    <a:pt x="538424" y="362172"/>
                  </a:cubicBezTo>
                  <a:cubicBezTo>
                    <a:pt x="541218" y="359378"/>
                    <a:pt x="544012" y="355187"/>
                    <a:pt x="546806" y="350996"/>
                  </a:cubicBezTo>
                  <a:lnTo>
                    <a:pt x="555188" y="337026"/>
                  </a:lnTo>
                  <a:cubicBezTo>
                    <a:pt x="557982" y="331438"/>
                    <a:pt x="563570" y="320262"/>
                    <a:pt x="570555" y="316071"/>
                  </a:cubicBezTo>
                  <a:cubicBezTo>
                    <a:pt x="578937" y="310483"/>
                    <a:pt x="584525" y="302101"/>
                    <a:pt x="588716" y="295116"/>
                  </a:cubicBezTo>
                  <a:cubicBezTo>
                    <a:pt x="594304" y="286734"/>
                    <a:pt x="598495" y="279749"/>
                    <a:pt x="604083" y="272764"/>
                  </a:cubicBezTo>
                  <a:cubicBezTo>
                    <a:pt x="616656" y="257397"/>
                    <a:pt x="630626" y="243427"/>
                    <a:pt x="641802" y="228060"/>
                  </a:cubicBezTo>
                  <a:cubicBezTo>
                    <a:pt x="648787" y="222472"/>
                    <a:pt x="650184" y="215487"/>
                    <a:pt x="657169" y="207105"/>
                  </a:cubicBezTo>
                  <a:cubicBezTo>
                    <a:pt x="665551" y="201517"/>
                    <a:pt x="664154" y="202914"/>
                    <a:pt x="669742" y="193135"/>
                  </a:cubicBezTo>
                  <a:lnTo>
                    <a:pt x="676727" y="174974"/>
                  </a:lnTo>
                  <a:cubicBezTo>
                    <a:pt x="676727" y="172180"/>
                    <a:pt x="676727" y="169386"/>
                    <a:pt x="679521" y="159607"/>
                  </a:cubicBezTo>
                  <a:lnTo>
                    <a:pt x="680918" y="152622"/>
                  </a:lnTo>
                  <a:lnTo>
                    <a:pt x="680918" y="147034"/>
                  </a:lnTo>
                  <a:lnTo>
                    <a:pt x="678124" y="128873"/>
                  </a:lnTo>
                  <a:lnTo>
                    <a:pt x="671139" y="81375"/>
                  </a:lnTo>
                  <a:close/>
                  <a:moveTo>
                    <a:pt x="651581" y="159607"/>
                  </a:moveTo>
                  <a:cubicBezTo>
                    <a:pt x="650184" y="165195"/>
                    <a:pt x="648787" y="169386"/>
                    <a:pt x="648787" y="172180"/>
                  </a:cubicBezTo>
                  <a:lnTo>
                    <a:pt x="644596" y="183356"/>
                  </a:lnTo>
                  <a:cubicBezTo>
                    <a:pt x="641802" y="186150"/>
                    <a:pt x="637611" y="187547"/>
                    <a:pt x="636214" y="190341"/>
                  </a:cubicBezTo>
                  <a:cubicBezTo>
                    <a:pt x="633420" y="194532"/>
                    <a:pt x="629229" y="198723"/>
                    <a:pt x="625038" y="207105"/>
                  </a:cubicBezTo>
                  <a:lnTo>
                    <a:pt x="622244" y="209899"/>
                  </a:lnTo>
                  <a:cubicBezTo>
                    <a:pt x="609671" y="226663"/>
                    <a:pt x="595701" y="239236"/>
                    <a:pt x="583128" y="256000"/>
                  </a:cubicBezTo>
                  <a:cubicBezTo>
                    <a:pt x="580334" y="260191"/>
                    <a:pt x="577540" y="264382"/>
                    <a:pt x="573349" y="268573"/>
                  </a:cubicBezTo>
                  <a:lnTo>
                    <a:pt x="566364" y="279749"/>
                  </a:lnTo>
                  <a:cubicBezTo>
                    <a:pt x="562173" y="286734"/>
                    <a:pt x="557982" y="290925"/>
                    <a:pt x="553791" y="293719"/>
                  </a:cubicBezTo>
                  <a:cubicBezTo>
                    <a:pt x="544012" y="302101"/>
                    <a:pt x="537027" y="313277"/>
                    <a:pt x="531439" y="324453"/>
                  </a:cubicBezTo>
                  <a:lnTo>
                    <a:pt x="520263" y="344011"/>
                  </a:lnTo>
                  <a:cubicBezTo>
                    <a:pt x="513278" y="346805"/>
                    <a:pt x="509087" y="352393"/>
                    <a:pt x="506293" y="359378"/>
                  </a:cubicBezTo>
                  <a:lnTo>
                    <a:pt x="500705" y="367760"/>
                  </a:lnTo>
                  <a:lnTo>
                    <a:pt x="493720" y="383127"/>
                  </a:lnTo>
                  <a:lnTo>
                    <a:pt x="456001" y="452977"/>
                  </a:lnTo>
                  <a:cubicBezTo>
                    <a:pt x="449016" y="464153"/>
                    <a:pt x="443428" y="476726"/>
                    <a:pt x="436443" y="490696"/>
                  </a:cubicBezTo>
                  <a:cubicBezTo>
                    <a:pt x="428061" y="504666"/>
                    <a:pt x="419679" y="518636"/>
                    <a:pt x="414091" y="534003"/>
                  </a:cubicBezTo>
                  <a:cubicBezTo>
                    <a:pt x="409900" y="552164"/>
                    <a:pt x="400121" y="567531"/>
                    <a:pt x="395930" y="585692"/>
                  </a:cubicBezTo>
                  <a:cubicBezTo>
                    <a:pt x="393136" y="592677"/>
                    <a:pt x="390342" y="598265"/>
                    <a:pt x="387548" y="612235"/>
                  </a:cubicBezTo>
                  <a:lnTo>
                    <a:pt x="384754" y="619220"/>
                  </a:lnTo>
                  <a:cubicBezTo>
                    <a:pt x="379166" y="655542"/>
                    <a:pt x="365196" y="690467"/>
                    <a:pt x="361005" y="728187"/>
                  </a:cubicBezTo>
                  <a:lnTo>
                    <a:pt x="359608" y="735171"/>
                  </a:lnTo>
                  <a:lnTo>
                    <a:pt x="358211" y="749141"/>
                  </a:lnTo>
                  <a:lnTo>
                    <a:pt x="354020" y="771493"/>
                  </a:lnTo>
                  <a:cubicBezTo>
                    <a:pt x="354020" y="778478"/>
                    <a:pt x="351226" y="805021"/>
                    <a:pt x="351226" y="810609"/>
                  </a:cubicBezTo>
                  <a:cubicBezTo>
                    <a:pt x="348432" y="817594"/>
                    <a:pt x="347035" y="825977"/>
                    <a:pt x="348432" y="835756"/>
                  </a:cubicBezTo>
                  <a:cubicBezTo>
                    <a:pt x="340050" y="872078"/>
                    <a:pt x="345638" y="908400"/>
                    <a:pt x="340050" y="948912"/>
                  </a:cubicBezTo>
                  <a:lnTo>
                    <a:pt x="342717" y="959708"/>
                  </a:lnTo>
                  <a:lnTo>
                    <a:pt x="335859" y="958692"/>
                  </a:lnTo>
                  <a:cubicBezTo>
                    <a:pt x="331668" y="957295"/>
                    <a:pt x="327477" y="957295"/>
                    <a:pt x="323286" y="957295"/>
                  </a:cubicBezTo>
                  <a:cubicBezTo>
                    <a:pt x="320492" y="957295"/>
                    <a:pt x="317698" y="957295"/>
                    <a:pt x="314904" y="958692"/>
                  </a:cubicBezTo>
                  <a:lnTo>
                    <a:pt x="307919" y="955898"/>
                  </a:lnTo>
                  <a:lnTo>
                    <a:pt x="268803" y="955898"/>
                  </a:lnTo>
                  <a:cubicBezTo>
                    <a:pt x="259024" y="955898"/>
                    <a:pt x="242260" y="958692"/>
                    <a:pt x="229687" y="958692"/>
                  </a:cubicBezTo>
                  <a:lnTo>
                    <a:pt x="222702" y="957295"/>
                  </a:lnTo>
                  <a:lnTo>
                    <a:pt x="211526" y="958692"/>
                  </a:lnTo>
                  <a:cubicBezTo>
                    <a:pt x="194762" y="958692"/>
                    <a:pt x="175204" y="960089"/>
                    <a:pt x="157043" y="951706"/>
                  </a:cubicBezTo>
                  <a:lnTo>
                    <a:pt x="155646" y="941928"/>
                  </a:lnTo>
                  <a:cubicBezTo>
                    <a:pt x="169616" y="898621"/>
                    <a:pt x="164028" y="849725"/>
                    <a:pt x="179395" y="807815"/>
                  </a:cubicBezTo>
                  <a:cubicBezTo>
                    <a:pt x="191968" y="760318"/>
                    <a:pt x="200350" y="708628"/>
                    <a:pt x="218511" y="661131"/>
                  </a:cubicBezTo>
                  <a:cubicBezTo>
                    <a:pt x="218511" y="661131"/>
                    <a:pt x="221305" y="652748"/>
                    <a:pt x="224099" y="642969"/>
                  </a:cubicBezTo>
                  <a:lnTo>
                    <a:pt x="229687" y="624808"/>
                  </a:lnTo>
                  <a:cubicBezTo>
                    <a:pt x="270200" y="550767"/>
                    <a:pt x="303728" y="479520"/>
                    <a:pt x="344241" y="413861"/>
                  </a:cubicBezTo>
                  <a:cubicBezTo>
                    <a:pt x="383357" y="348202"/>
                    <a:pt x="418282" y="279749"/>
                    <a:pt x="464383" y="218281"/>
                  </a:cubicBezTo>
                  <a:cubicBezTo>
                    <a:pt x="479750" y="197326"/>
                    <a:pt x="457398" y="173577"/>
                    <a:pt x="433649" y="173577"/>
                  </a:cubicBezTo>
                  <a:lnTo>
                    <a:pt x="425267" y="174974"/>
                  </a:lnTo>
                  <a:cubicBezTo>
                    <a:pt x="409900" y="172180"/>
                    <a:pt x="380563" y="170783"/>
                    <a:pt x="347035" y="170783"/>
                  </a:cubicBezTo>
                  <a:cubicBezTo>
                    <a:pt x="240863" y="169386"/>
                    <a:pt x="133294" y="177768"/>
                    <a:pt x="27122" y="173577"/>
                  </a:cubicBezTo>
                  <a:cubicBezTo>
                    <a:pt x="28519" y="172180"/>
                    <a:pt x="29916" y="50641"/>
                    <a:pt x="29916" y="40862"/>
                  </a:cubicBezTo>
                  <a:lnTo>
                    <a:pt x="28519" y="28289"/>
                  </a:lnTo>
                  <a:cubicBezTo>
                    <a:pt x="105354" y="26892"/>
                    <a:pt x="620847" y="26892"/>
                    <a:pt x="623641" y="26892"/>
                  </a:cubicBezTo>
                  <a:cubicBezTo>
                    <a:pt x="626435" y="26892"/>
                    <a:pt x="633420" y="26892"/>
                    <a:pt x="640405" y="32480"/>
                  </a:cubicBezTo>
                  <a:cubicBezTo>
                    <a:pt x="640405" y="47847"/>
                    <a:pt x="643199" y="66008"/>
                    <a:pt x="644596" y="84169"/>
                  </a:cubicBezTo>
                  <a:lnTo>
                    <a:pt x="651581" y="133064"/>
                  </a:lnTo>
                  <a:lnTo>
                    <a:pt x="654375" y="151225"/>
                  </a:lnTo>
                  <a:lnTo>
                    <a:pt x="651581" y="159607"/>
                  </a:ln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267179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449327-C8C1-4B7A-96E3-32814212F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If</a:t>
            </a:r>
            <a:r>
              <a:rPr lang="de-DE" dirty="0"/>
              <a:t>/Else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10FD60F-CBAE-B306-EFD7-5DF27BCD7097}"/>
              </a:ext>
            </a:extLst>
          </p:cNvPr>
          <p:cNvSpPr txBox="1"/>
          <p:nvPr/>
        </p:nvSpPr>
        <p:spPr>
          <a:xfrm>
            <a:off x="695325" y="1545335"/>
            <a:ext cx="6094520" cy="2528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en-US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If/Else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$age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18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b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$age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 err="1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ge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Volljährig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Minderjährig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89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70F725-795F-40C7-9FC8-EB90546C1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If</a:t>
            </a:r>
            <a:r>
              <a:rPr lang="de-DE" dirty="0"/>
              <a:t>/</a:t>
            </a:r>
            <a:r>
              <a:rPr lang="de-DE" dirty="0" err="1"/>
              <a:t>ElseIf</a:t>
            </a:r>
            <a:r>
              <a:rPr lang="de-DE" dirty="0"/>
              <a:t>/Else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A350C26-01C2-2B1E-7440-2EC2ED315FF6}"/>
              </a:ext>
            </a:extLst>
          </p:cNvPr>
          <p:cNvSpPr txBox="1"/>
          <p:nvPr/>
        </p:nvSpPr>
        <p:spPr>
          <a:xfrm>
            <a:off x="695325" y="1758137"/>
            <a:ext cx="6094520" cy="447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$score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85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b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 err="1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$score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 err="1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ge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de-DE" i="1" dirty="0">
                <a:solidFill>
                  <a:srgbClr val="006400"/>
                </a:solidFill>
                <a:latin typeface="Consolas" panose="020B0609020204030204" pitchFamily="49" charset="0"/>
              </a:rPr>
              <a:t># &gt;=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Ausgezeichnet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 err="1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elseif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$score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 err="1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ge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Gut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 err="1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elseif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$score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 err="1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ge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Befriedigend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 err="1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elseif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$score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 err="1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ge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Ausreichend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 err="1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Ungenügend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5467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1FB368-D28E-4324-875B-E2D659B89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Switch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4D6372E-23FD-AD0D-58F2-3EE3C622C7CD}"/>
              </a:ext>
            </a:extLst>
          </p:cNvPr>
          <p:cNvSpPr txBox="1"/>
          <p:nvPr/>
        </p:nvSpPr>
        <p:spPr>
          <a:xfrm>
            <a:off x="695325" y="1753080"/>
            <a:ext cx="6094520" cy="2528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b="0" dirty="0" err="1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2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b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b="0" dirty="0" err="1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Eins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Zwei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Drei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$_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 err="1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gt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Große Zahl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Andere Zahl: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$_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8360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fik 3">
            <a:extLst>
              <a:ext uri="{FF2B5EF4-FFF2-40B4-BE49-F238E27FC236}">
                <a16:creationId xmlns:a16="http://schemas.microsoft.com/office/drawing/2014/main" id="{05F09BB1-6780-4490-BE05-53A498A3331B}"/>
              </a:ext>
            </a:extLst>
          </p:cNvPr>
          <p:cNvGrpSpPr/>
          <p:nvPr/>
        </p:nvGrpSpPr>
        <p:grpSpPr>
          <a:xfrm>
            <a:off x="776417" y="1600993"/>
            <a:ext cx="1073384" cy="1037387"/>
            <a:chOff x="5411108" y="4242363"/>
            <a:chExt cx="1073384" cy="1037387"/>
          </a:xfrm>
        </p:grpSpPr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40A4C8B3-1EA4-407A-BFE3-AA96E7229F8E}"/>
                </a:ext>
              </a:extLst>
            </p:cNvPr>
            <p:cNvSpPr/>
            <p:nvPr/>
          </p:nvSpPr>
          <p:spPr>
            <a:xfrm>
              <a:off x="5627498" y="4819437"/>
              <a:ext cx="311254" cy="287066"/>
            </a:xfrm>
            <a:custGeom>
              <a:avLst/>
              <a:gdLst>
                <a:gd name="connsiteX0" fmla="*/ 289813 w 311254"/>
                <a:gd name="connsiteY0" fmla="*/ 60919 h 287066"/>
                <a:gd name="connsiteX1" fmla="*/ 115188 w 311254"/>
                <a:gd name="connsiteY1" fmla="*/ 5039 h 287066"/>
                <a:gd name="connsiteX2" fmla="*/ 55117 w 311254"/>
                <a:gd name="connsiteY2" fmla="*/ 35773 h 287066"/>
                <a:gd name="connsiteX3" fmla="*/ 32765 w 311254"/>
                <a:gd name="connsiteY3" fmla="*/ 55331 h 287066"/>
                <a:gd name="connsiteX4" fmla="*/ 20192 w 311254"/>
                <a:gd name="connsiteY4" fmla="*/ 63713 h 287066"/>
                <a:gd name="connsiteX5" fmla="*/ 14604 w 311254"/>
                <a:gd name="connsiteY5" fmla="*/ 70698 h 287066"/>
                <a:gd name="connsiteX6" fmla="*/ 10413 w 311254"/>
                <a:gd name="connsiteY6" fmla="*/ 80477 h 287066"/>
                <a:gd name="connsiteX7" fmla="*/ 4825 w 311254"/>
                <a:gd name="connsiteY7" fmla="*/ 87462 h 287066"/>
                <a:gd name="connsiteX8" fmla="*/ 9016 w 311254"/>
                <a:gd name="connsiteY8" fmla="*/ 182458 h 287066"/>
                <a:gd name="connsiteX9" fmla="*/ 16001 w 311254"/>
                <a:gd name="connsiteY9" fmla="*/ 196428 h 287066"/>
                <a:gd name="connsiteX10" fmla="*/ 186435 w 311254"/>
                <a:gd name="connsiteY10" fmla="*/ 285836 h 287066"/>
                <a:gd name="connsiteX11" fmla="*/ 309371 w 311254"/>
                <a:gd name="connsiteY11" fmla="*/ 179664 h 287066"/>
                <a:gd name="connsiteX12" fmla="*/ 309371 w 311254"/>
                <a:gd name="connsiteY12" fmla="*/ 172679 h 287066"/>
                <a:gd name="connsiteX13" fmla="*/ 310768 w 311254"/>
                <a:gd name="connsiteY13" fmla="*/ 160106 h 287066"/>
                <a:gd name="connsiteX14" fmla="*/ 303783 w 311254"/>
                <a:gd name="connsiteY14" fmla="*/ 100035 h 287066"/>
                <a:gd name="connsiteX15" fmla="*/ 289813 w 311254"/>
                <a:gd name="connsiteY15" fmla="*/ 60919 h 287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11254" h="287066">
                  <a:moveTo>
                    <a:pt x="289813" y="60919"/>
                  </a:moveTo>
                  <a:cubicBezTo>
                    <a:pt x="257682" y="5039"/>
                    <a:pt x="173862" y="-8931"/>
                    <a:pt x="115188" y="5039"/>
                  </a:cubicBezTo>
                  <a:cubicBezTo>
                    <a:pt x="91439" y="10627"/>
                    <a:pt x="71881" y="23200"/>
                    <a:pt x="55117" y="35773"/>
                  </a:cubicBezTo>
                  <a:cubicBezTo>
                    <a:pt x="49529" y="44155"/>
                    <a:pt x="39750" y="49743"/>
                    <a:pt x="32765" y="55331"/>
                  </a:cubicBezTo>
                  <a:lnTo>
                    <a:pt x="20192" y="63713"/>
                  </a:lnTo>
                  <a:lnTo>
                    <a:pt x="14604" y="70698"/>
                  </a:lnTo>
                  <a:lnTo>
                    <a:pt x="10413" y="80477"/>
                  </a:lnTo>
                  <a:lnTo>
                    <a:pt x="4825" y="87462"/>
                  </a:lnTo>
                  <a:cubicBezTo>
                    <a:pt x="-6351" y="115402"/>
                    <a:pt x="4825" y="153121"/>
                    <a:pt x="9016" y="182458"/>
                  </a:cubicBezTo>
                  <a:lnTo>
                    <a:pt x="16001" y="196428"/>
                  </a:lnTo>
                  <a:cubicBezTo>
                    <a:pt x="46735" y="259293"/>
                    <a:pt x="110997" y="294218"/>
                    <a:pt x="186435" y="285836"/>
                  </a:cubicBezTo>
                  <a:cubicBezTo>
                    <a:pt x="225551" y="290027"/>
                    <a:pt x="313562" y="229956"/>
                    <a:pt x="309371" y="179664"/>
                  </a:cubicBezTo>
                  <a:lnTo>
                    <a:pt x="309371" y="172679"/>
                  </a:lnTo>
                  <a:lnTo>
                    <a:pt x="310768" y="160106"/>
                  </a:lnTo>
                  <a:cubicBezTo>
                    <a:pt x="312165" y="137754"/>
                    <a:pt x="310768" y="122387"/>
                    <a:pt x="303783" y="100035"/>
                  </a:cubicBezTo>
                  <a:cubicBezTo>
                    <a:pt x="303783" y="84668"/>
                    <a:pt x="295401" y="67904"/>
                    <a:pt x="289813" y="60919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B12EC45D-3707-4263-86DB-460D42DD734F}"/>
                </a:ext>
              </a:extLst>
            </p:cNvPr>
            <p:cNvSpPr/>
            <p:nvPr/>
          </p:nvSpPr>
          <p:spPr>
            <a:xfrm>
              <a:off x="5650350" y="4423536"/>
              <a:ext cx="269754" cy="240431"/>
            </a:xfrm>
            <a:custGeom>
              <a:avLst/>
              <a:gdLst>
                <a:gd name="connsiteX0" fmla="*/ 26677 w 269754"/>
                <a:gd name="connsiteY0" fmla="*/ 196977 h 240431"/>
                <a:gd name="connsiteX1" fmla="*/ 37853 w 269754"/>
                <a:gd name="connsiteY1" fmla="*/ 209550 h 240431"/>
                <a:gd name="connsiteX2" fmla="*/ 146818 w 269754"/>
                <a:gd name="connsiteY2" fmla="*/ 240284 h 240431"/>
                <a:gd name="connsiteX3" fmla="*/ 204096 w 269754"/>
                <a:gd name="connsiteY3" fmla="*/ 237490 h 240431"/>
                <a:gd name="connsiteX4" fmla="*/ 212478 w 269754"/>
                <a:gd name="connsiteY4" fmla="*/ 234696 h 240431"/>
                <a:gd name="connsiteX5" fmla="*/ 264166 w 269754"/>
                <a:gd name="connsiteY5" fmla="*/ 150876 h 240431"/>
                <a:gd name="connsiteX6" fmla="*/ 266960 w 269754"/>
                <a:gd name="connsiteY6" fmla="*/ 143891 h 240431"/>
                <a:gd name="connsiteX7" fmla="*/ 268358 w 269754"/>
                <a:gd name="connsiteY7" fmla="*/ 129921 h 240431"/>
                <a:gd name="connsiteX8" fmla="*/ 269754 w 269754"/>
                <a:gd name="connsiteY8" fmla="*/ 131318 h 240431"/>
                <a:gd name="connsiteX9" fmla="*/ 265564 w 269754"/>
                <a:gd name="connsiteY9" fmla="*/ 124333 h 240431"/>
                <a:gd name="connsiteX10" fmla="*/ 265564 w 269754"/>
                <a:gd name="connsiteY10" fmla="*/ 107569 h 240431"/>
                <a:gd name="connsiteX11" fmla="*/ 268358 w 269754"/>
                <a:gd name="connsiteY11" fmla="*/ 94996 h 240431"/>
                <a:gd name="connsiteX12" fmla="*/ 259976 w 269754"/>
                <a:gd name="connsiteY12" fmla="*/ 68453 h 240431"/>
                <a:gd name="connsiteX13" fmla="*/ 227845 w 269754"/>
                <a:gd name="connsiteY13" fmla="*/ 25146 h 240431"/>
                <a:gd name="connsiteX14" fmla="*/ 219462 w 269754"/>
                <a:gd name="connsiteY14" fmla="*/ 18161 h 240431"/>
                <a:gd name="connsiteX15" fmla="*/ 212478 w 269754"/>
                <a:gd name="connsiteY15" fmla="*/ 15367 h 240431"/>
                <a:gd name="connsiteX16" fmla="*/ 197110 w 269754"/>
                <a:gd name="connsiteY16" fmla="*/ 9779 h 240431"/>
                <a:gd name="connsiteX17" fmla="*/ 128658 w 269754"/>
                <a:gd name="connsiteY17" fmla="*/ 0 h 240431"/>
                <a:gd name="connsiteX18" fmla="*/ 40646 w 269754"/>
                <a:gd name="connsiteY18" fmla="*/ 26543 h 240431"/>
                <a:gd name="connsiteX19" fmla="*/ 12706 w 269754"/>
                <a:gd name="connsiteY19" fmla="*/ 64262 h 240431"/>
                <a:gd name="connsiteX20" fmla="*/ 7118 w 269754"/>
                <a:gd name="connsiteY20" fmla="*/ 79629 h 240431"/>
                <a:gd name="connsiteX21" fmla="*/ 1530 w 269754"/>
                <a:gd name="connsiteY21" fmla="*/ 96393 h 240431"/>
                <a:gd name="connsiteX22" fmla="*/ 16897 w 269754"/>
                <a:gd name="connsiteY22" fmla="*/ 187198 h 240431"/>
                <a:gd name="connsiteX23" fmla="*/ 26677 w 269754"/>
                <a:gd name="connsiteY23" fmla="*/ 196977 h 240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9754" h="240431">
                  <a:moveTo>
                    <a:pt x="26677" y="196977"/>
                  </a:moveTo>
                  <a:lnTo>
                    <a:pt x="37853" y="209550"/>
                  </a:lnTo>
                  <a:cubicBezTo>
                    <a:pt x="71380" y="233299"/>
                    <a:pt x="103511" y="241681"/>
                    <a:pt x="146818" y="240284"/>
                  </a:cubicBezTo>
                  <a:cubicBezTo>
                    <a:pt x="166377" y="238887"/>
                    <a:pt x="183140" y="237490"/>
                    <a:pt x="204096" y="237490"/>
                  </a:cubicBezTo>
                  <a:lnTo>
                    <a:pt x="212478" y="234696"/>
                  </a:lnTo>
                  <a:cubicBezTo>
                    <a:pt x="243211" y="213741"/>
                    <a:pt x="258578" y="185801"/>
                    <a:pt x="264166" y="150876"/>
                  </a:cubicBezTo>
                  <a:lnTo>
                    <a:pt x="266960" y="143891"/>
                  </a:lnTo>
                  <a:cubicBezTo>
                    <a:pt x="268358" y="139700"/>
                    <a:pt x="268358" y="134112"/>
                    <a:pt x="268358" y="129921"/>
                  </a:cubicBezTo>
                  <a:lnTo>
                    <a:pt x="269754" y="131318"/>
                  </a:lnTo>
                  <a:lnTo>
                    <a:pt x="265564" y="124333"/>
                  </a:lnTo>
                  <a:lnTo>
                    <a:pt x="265564" y="107569"/>
                  </a:lnTo>
                  <a:lnTo>
                    <a:pt x="268358" y="94996"/>
                  </a:lnTo>
                  <a:cubicBezTo>
                    <a:pt x="268358" y="83820"/>
                    <a:pt x="264166" y="75438"/>
                    <a:pt x="259976" y="68453"/>
                  </a:cubicBezTo>
                  <a:cubicBezTo>
                    <a:pt x="250196" y="53086"/>
                    <a:pt x="241815" y="34925"/>
                    <a:pt x="227845" y="25146"/>
                  </a:cubicBezTo>
                  <a:lnTo>
                    <a:pt x="219462" y="18161"/>
                  </a:lnTo>
                  <a:lnTo>
                    <a:pt x="212478" y="15367"/>
                  </a:lnTo>
                  <a:cubicBezTo>
                    <a:pt x="205492" y="11176"/>
                    <a:pt x="204096" y="9779"/>
                    <a:pt x="197110" y="9779"/>
                  </a:cubicBezTo>
                  <a:cubicBezTo>
                    <a:pt x="166377" y="0"/>
                    <a:pt x="155201" y="2794"/>
                    <a:pt x="128658" y="0"/>
                  </a:cubicBezTo>
                  <a:cubicBezTo>
                    <a:pt x="95129" y="0"/>
                    <a:pt x="71380" y="15367"/>
                    <a:pt x="40646" y="26543"/>
                  </a:cubicBezTo>
                  <a:cubicBezTo>
                    <a:pt x="28073" y="40513"/>
                    <a:pt x="18295" y="53086"/>
                    <a:pt x="12706" y="64262"/>
                  </a:cubicBezTo>
                  <a:lnTo>
                    <a:pt x="7118" y="79629"/>
                  </a:lnTo>
                  <a:cubicBezTo>
                    <a:pt x="4324" y="86614"/>
                    <a:pt x="2928" y="92202"/>
                    <a:pt x="1530" y="96393"/>
                  </a:cubicBezTo>
                  <a:cubicBezTo>
                    <a:pt x="-2660" y="128524"/>
                    <a:pt x="1530" y="164846"/>
                    <a:pt x="16897" y="187198"/>
                  </a:cubicBezTo>
                  <a:cubicBezTo>
                    <a:pt x="21089" y="188595"/>
                    <a:pt x="26677" y="195580"/>
                    <a:pt x="26677" y="196977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5ABDB06B-07D0-4391-A391-6B542CFDF877}"/>
                </a:ext>
              </a:extLst>
            </p:cNvPr>
            <p:cNvSpPr/>
            <p:nvPr/>
          </p:nvSpPr>
          <p:spPr>
            <a:xfrm>
              <a:off x="5438026" y="4269866"/>
              <a:ext cx="693211" cy="983488"/>
            </a:xfrm>
            <a:custGeom>
              <a:avLst/>
              <a:gdLst>
                <a:gd name="connsiteX0" fmla="*/ 693025 w 693211"/>
                <a:gd name="connsiteY0" fmla="*/ 677545 h 983488"/>
                <a:gd name="connsiteX1" fmla="*/ 690231 w 693211"/>
                <a:gd name="connsiteY1" fmla="*/ 659384 h 983488"/>
                <a:gd name="connsiteX2" fmla="*/ 688834 w 693211"/>
                <a:gd name="connsiteY2" fmla="*/ 651002 h 983488"/>
                <a:gd name="connsiteX3" fmla="*/ 687437 w 693211"/>
                <a:gd name="connsiteY3" fmla="*/ 639826 h 983488"/>
                <a:gd name="connsiteX4" fmla="*/ 684643 w 693211"/>
                <a:gd name="connsiteY4" fmla="*/ 634238 h 983488"/>
                <a:gd name="connsiteX5" fmla="*/ 681849 w 693211"/>
                <a:gd name="connsiteY5" fmla="*/ 624459 h 983488"/>
                <a:gd name="connsiteX6" fmla="*/ 674864 w 693211"/>
                <a:gd name="connsiteY6" fmla="*/ 611886 h 983488"/>
                <a:gd name="connsiteX7" fmla="*/ 667879 w 693211"/>
                <a:gd name="connsiteY7" fmla="*/ 603504 h 983488"/>
                <a:gd name="connsiteX8" fmla="*/ 628763 w 693211"/>
                <a:gd name="connsiteY8" fmla="*/ 546227 h 983488"/>
                <a:gd name="connsiteX9" fmla="*/ 561707 w 693211"/>
                <a:gd name="connsiteY9" fmla="*/ 500126 h 983488"/>
                <a:gd name="connsiteX10" fmla="*/ 546340 w 693211"/>
                <a:gd name="connsiteY10" fmla="*/ 490347 h 983488"/>
                <a:gd name="connsiteX11" fmla="*/ 557516 w 693211"/>
                <a:gd name="connsiteY11" fmla="*/ 431673 h 983488"/>
                <a:gd name="connsiteX12" fmla="*/ 572883 w 693211"/>
                <a:gd name="connsiteY12" fmla="*/ 419100 h 983488"/>
                <a:gd name="connsiteX13" fmla="*/ 579868 w 693211"/>
                <a:gd name="connsiteY13" fmla="*/ 413512 h 983488"/>
                <a:gd name="connsiteX14" fmla="*/ 592441 w 693211"/>
                <a:gd name="connsiteY14" fmla="*/ 402336 h 983488"/>
                <a:gd name="connsiteX15" fmla="*/ 600823 w 693211"/>
                <a:gd name="connsiteY15" fmla="*/ 395351 h 983488"/>
                <a:gd name="connsiteX16" fmla="*/ 646924 w 693211"/>
                <a:gd name="connsiteY16" fmla="*/ 324104 h 983488"/>
                <a:gd name="connsiteX17" fmla="*/ 652512 w 693211"/>
                <a:gd name="connsiteY17" fmla="*/ 300355 h 983488"/>
                <a:gd name="connsiteX18" fmla="*/ 651115 w 693211"/>
                <a:gd name="connsiteY18" fmla="*/ 290576 h 983488"/>
                <a:gd name="connsiteX19" fmla="*/ 652512 w 693211"/>
                <a:gd name="connsiteY19" fmla="*/ 276606 h 983488"/>
                <a:gd name="connsiteX20" fmla="*/ 653909 w 693211"/>
                <a:gd name="connsiteY20" fmla="*/ 250063 h 983488"/>
                <a:gd name="connsiteX21" fmla="*/ 652512 w 693211"/>
                <a:gd name="connsiteY21" fmla="*/ 237490 h 983488"/>
                <a:gd name="connsiteX22" fmla="*/ 624572 w 693211"/>
                <a:gd name="connsiteY22" fmla="*/ 171831 h 983488"/>
                <a:gd name="connsiteX23" fmla="*/ 618984 w 693211"/>
                <a:gd name="connsiteY23" fmla="*/ 159258 h 983488"/>
                <a:gd name="connsiteX24" fmla="*/ 512812 w 693211"/>
                <a:gd name="connsiteY24" fmla="*/ 39116 h 983488"/>
                <a:gd name="connsiteX25" fmla="*/ 482078 w 693211"/>
                <a:gd name="connsiteY25" fmla="*/ 20955 h 983488"/>
                <a:gd name="connsiteX26" fmla="*/ 465314 w 693211"/>
                <a:gd name="connsiteY26" fmla="*/ 18161 h 983488"/>
                <a:gd name="connsiteX27" fmla="*/ 455535 w 693211"/>
                <a:gd name="connsiteY27" fmla="*/ 16764 h 983488"/>
                <a:gd name="connsiteX28" fmla="*/ 427595 w 693211"/>
                <a:gd name="connsiteY28" fmla="*/ 6985 h 983488"/>
                <a:gd name="connsiteX29" fmla="*/ 378700 w 693211"/>
                <a:gd name="connsiteY29" fmla="*/ 0 h 983488"/>
                <a:gd name="connsiteX30" fmla="*/ 354951 w 693211"/>
                <a:gd name="connsiteY30" fmla="*/ 1397 h 983488"/>
                <a:gd name="connsiteX31" fmla="*/ 320026 w 693211"/>
                <a:gd name="connsiteY31" fmla="*/ 1397 h 983488"/>
                <a:gd name="connsiteX32" fmla="*/ 311644 w 693211"/>
                <a:gd name="connsiteY32" fmla="*/ 4191 h 983488"/>
                <a:gd name="connsiteX33" fmla="*/ 294880 w 693211"/>
                <a:gd name="connsiteY33" fmla="*/ 6985 h 983488"/>
                <a:gd name="connsiteX34" fmla="*/ 285101 w 693211"/>
                <a:gd name="connsiteY34" fmla="*/ 6985 h 983488"/>
                <a:gd name="connsiteX35" fmla="*/ 183120 w 693211"/>
                <a:gd name="connsiteY35" fmla="*/ 43307 h 983488"/>
                <a:gd name="connsiteX36" fmla="*/ 176135 w 693211"/>
                <a:gd name="connsiteY36" fmla="*/ 50292 h 983488"/>
                <a:gd name="connsiteX37" fmla="*/ 162165 w 693211"/>
                <a:gd name="connsiteY37" fmla="*/ 62865 h 983488"/>
                <a:gd name="connsiteX38" fmla="*/ 148195 w 693211"/>
                <a:gd name="connsiteY38" fmla="*/ 71247 h 983488"/>
                <a:gd name="connsiteX39" fmla="*/ 72757 w 693211"/>
                <a:gd name="connsiteY39" fmla="*/ 142494 h 983488"/>
                <a:gd name="connsiteX40" fmla="*/ 36435 w 693211"/>
                <a:gd name="connsiteY40" fmla="*/ 243078 h 983488"/>
                <a:gd name="connsiteX41" fmla="*/ 35038 w 693211"/>
                <a:gd name="connsiteY41" fmla="*/ 301752 h 983488"/>
                <a:gd name="connsiteX42" fmla="*/ 43420 w 693211"/>
                <a:gd name="connsiteY42" fmla="*/ 325501 h 983488"/>
                <a:gd name="connsiteX43" fmla="*/ 54596 w 693211"/>
                <a:gd name="connsiteY43" fmla="*/ 349250 h 983488"/>
                <a:gd name="connsiteX44" fmla="*/ 72757 w 693211"/>
                <a:gd name="connsiteY44" fmla="*/ 377190 h 983488"/>
                <a:gd name="connsiteX45" fmla="*/ 144004 w 693211"/>
                <a:gd name="connsiteY45" fmla="*/ 419100 h 983488"/>
                <a:gd name="connsiteX46" fmla="*/ 157974 w 693211"/>
                <a:gd name="connsiteY46" fmla="*/ 423291 h 983488"/>
                <a:gd name="connsiteX47" fmla="*/ 166356 w 693211"/>
                <a:gd name="connsiteY47" fmla="*/ 431673 h 983488"/>
                <a:gd name="connsiteX48" fmla="*/ 173341 w 693211"/>
                <a:gd name="connsiteY48" fmla="*/ 451231 h 983488"/>
                <a:gd name="connsiteX49" fmla="*/ 114667 w 693211"/>
                <a:gd name="connsiteY49" fmla="*/ 497332 h 983488"/>
                <a:gd name="connsiteX50" fmla="*/ 76948 w 693211"/>
                <a:gd name="connsiteY50" fmla="*/ 528066 h 983488"/>
                <a:gd name="connsiteX51" fmla="*/ 44817 w 693211"/>
                <a:gd name="connsiteY51" fmla="*/ 567182 h 983488"/>
                <a:gd name="connsiteX52" fmla="*/ 35038 w 693211"/>
                <a:gd name="connsiteY52" fmla="*/ 589534 h 983488"/>
                <a:gd name="connsiteX53" fmla="*/ 25259 w 693211"/>
                <a:gd name="connsiteY53" fmla="*/ 606298 h 983488"/>
                <a:gd name="connsiteX54" fmla="*/ 21068 w 693211"/>
                <a:gd name="connsiteY54" fmla="*/ 614680 h 983488"/>
                <a:gd name="connsiteX55" fmla="*/ 8495 w 693211"/>
                <a:gd name="connsiteY55" fmla="*/ 645414 h 983488"/>
                <a:gd name="connsiteX56" fmla="*/ 2907 w 693211"/>
                <a:gd name="connsiteY56" fmla="*/ 727837 h 983488"/>
                <a:gd name="connsiteX57" fmla="*/ 2907 w 693211"/>
                <a:gd name="connsiteY57" fmla="*/ 739013 h 983488"/>
                <a:gd name="connsiteX58" fmla="*/ 113 w 693211"/>
                <a:gd name="connsiteY58" fmla="*/ 745998 h 983488"/>
                <a:gd name="connsiteX59" fmla="*/ 1510 w 693211"/>
                <a:gd name="connsiteY59" fmla="*/ 752983 h 983488"/>
                <a:gd name="connsiteX60" fmla="*/ 2907 w 693211"/>
                <a:gd name="connsiteY60" fmla="*/ 761365 h 983488"/>
                <a:gd name="connsiteX61" fmla="*/ 7098 w 693211"/>
                <a:gd name="connsiteY61" fmla="*/ 768350 h 983488"/>
                <a:gd name="connsiteX62" fmla="*/ 11289 w 693211"/>
                <a:gd name="connsiteY62" fmla="*/ 778129 h 983488"/>
                <a:gd name="connsiteX63" fmla="*/ 55993 w 693211"/>
                <a:gd name="connsiteY63" fmla="*/ 859155 h 983488"/>
                <a:gd name="connsiteX64" fmla="*/ 69963 w 693211"/>
                <a:gd name="connsiteY64" fmla="*/ 877316 h 983488"/>
                <a:gd name="connsiteX65" fmla="*/ 78345 w 693211"/>
                <a:gd name="connsiteY65" fmla="*/ 891286 h 983488"/>
                <a:gd name="connsiteX66" fmla="*/ 92315 w 693211"/>
                <a:gd name="connsiteY66" fmla="*/ 896874 h 983488"/>
                <a:gd name="connsiteX67" fmla="*/ 174738 w 693211"/>
                <a:gd name="connsiteY67" fmla="*/ 952754 h 983488"/>
                <a:gd name="connsiteX68" fmla="*/ 255764 w 693211"/>
                <a:gd name="connsiteY68" fmla="*/ 976503 h 983488"/>
                <a:gd name="connsiteX69" fmla="*/ 301865 w 693211"/>
                <a:gd name="connsiteY69" fmla="*/ 980694 h 983488"/>
                <a:gd name="connsiteX70" fmla="*/ 313041 w 693211"/>
                <a:gd name="connsiteY70" fmla="*/ 982091 h 983488"/>
                <a:gd name="connsiteX71" fmla="*/ 391273 w 693211"/>
                <a:gd name="connsiteY71" fmla="*/ 980694 h 983488"/>
                <a:gd name="connsiteX72" fmla="*/ 401052 w 693211"/>
                <a:gd name="connsiteY72" fmla="*/ 977900 h 983488"/>
                <a:gd name="connsiteX73" fmla="*/ 413625 w 693211"/>
                <a:gd name="connsiteY73" fmla="*/ 977900 h 983488"/>
                <a:gd name="connsiteX74" fmla="*/ 424801 w 693211"/>
                <a:gd name="connsiteY74" fmla="*/ 975106 h 983488"/>
                <a:gd name="connsiteX75" fmla="*/ 442962 w 693211"/>
                <a:gd name="connsiteY75" fmla="*/ 969518 h 983488"/>
                <a:gd name="connsiteX76" fmla="*/ 505827 w 693211"/>
                <a:gd name="connsiteY76" fmla="*/ 941578 h 983488"/>
                <a:gd name="connsiteX77" fmla="*/ 558913 w 693211"/>
                <a:gd name="connsiteY77" fmla="*/ 920623 h 983488"/>
                <a:gd name="connsiteX78" fmla="*/ 568692 w 693211"/>
                <a:gd name="connsiteY78" fmla="*/ 916432 h 983488"/>
                <a:gd name="connsiteX79" fmla="*/ 652512 w 693211"/>
                <a:gd name="connsiteY79" fmla="*/ 829818 h 983488"/>
                <a:gd name="connsiteX80" fmla="*/ 656703 w 693211"/>
                <a:gd name="connsiteY80" fmla="*/ 822833 h 983488"/>
                <a:gd name="connsiteX81" fmla="*/ 663688 w 693211"/>
                <a:gd name="connsiteY81" fmla="*/ 811657 h 983488"/>
                <a:gd name="connsiteX82" fmla="*/ 667879 w 693211"/>
                <a:gd name="connsiteY82" fmla="*/ 801878 h 983488"/>
                <a:gd name="connsiteX83" fmla="*/ 674864 w 693211"/>
                <a:gd name="connsiteY83" fmla="*/ 780923 h 983488"/>
                <a:gd name="connsiteX84" fmla="*/ 679055 w 693211"/>
                <a:gd name="connsiteY84" fmla="*/ 761365 h 983488"/>
                <a:gd name="connsiteX85" fmla="*/ 684643 w 693211"/>
                <a:gd name="connsiteY85" fmla="*/ 748792 h 983488"/>
                <a:gd name="connsiteX86" fmla="*/ 687437 w 693211"/>
                <a:gd name="connsiteY86" fmla="*/ 734822 h 983488"/>
                <a:gd name="connsiteX87" fmla="*/ 688834 w 693211"/>
                <a:gd name="connsiteY87" fmla="*/ 725043 h 983488"/>
                <a:gd name="connsiteX88" fmla="*/ 693025 w 693211"/>
                <a:gd name="connsiteY88" fmla="*/ 677545 h 983488"/>
                <a:gd name="connsiteX89" fmla="*/ 188708 w 693211"/>
                <a:gd name="connsiteY89" fmla="*/ 244475 h 983488"/>
                <a:gd name="connsiteX90" fmla="*/ 201281 w 693211"/>
                <a:gd name="connsiteY90" fmla="*/ 208153 h 983488"/>
                <a:gd name="connsiteX91" fmla="*/ 236206 w 693211"/>
                <a:gd name="connsiteY91" fmla="*/ 159258 h 983488"/>
                <a:gd name="connsiteX92" fmla="*/ 342378 w 693211"/>
                <a:gd name="connsiteY92" fmla="*/ 127127 h 983488"/>
                <a:gd name="connsiteX93" fmla="*/ 412228 w 693211"/>
                <a:gd name="connsiteY93" fmla="*/ 136906 h 983488"/>
                <a:gd name="connsiteX94" fmla="*/ 424801 w 693211"/>
                <a:gd name="connsiteY94" fmla="*/ 138303 h 983488"/>
                <a:gd name="connsiteX95" fmla="*/ 437374 w 693211"/>
                <a:gd name="connsiteY95" fmla="*/ 145288 h 983488"/>
                <a:gd name="connsiteX96" fmla="*/ 455535 w 693211"/>
                <a:gd name="connsiteY96" fmla="*/ 156464 h 983488"/>
                <a:gd name="connsiteX97" fmla="*/ 496048 w 693211"/>
                <a:gd name="connsiteY97" fmla="*/ 209550 h 983488"/>
                <a:gd name="connsiteX98" fmla="*/ 507224 w 693211"/>
                <a:gd name="connsiteY98" fmla="*/ 245872 h 983488"/>
                <a:gd name="connsiteX99" fmla="*/ 505827 w 693211"/>
                <a:gd name="connsiteY99" fmla="*/ 254254 h 983488"/>
                <a:gd name="connsiteX100" fmla="*/ 504430 w 693211"/>
                <a:gd name="connsiteY100" fmla="*/ 261239 h 983488"/>
                <a:gd name="connsiteX101" fmla="*/ 504430 w 693211"/>
                <a:gd name="connsiteY101" fmla="*/ 273812 h 983488"/>
                <a:gd name="connsiteX102" fmla="*/ 505827 w 693211"/>
                <a:gd name="connsiteY102" fmla="*/ 303149 h 983488"/>
                <a:gd name="connsiteX103" fmla="*/ 501636 w 693211"/>
                <a:gd name="connsiteY103" fmla="*/ 311531 h 983488"/>
                <a:gd name="connsiteX104" fmla="*/ 445756 w 693211"/>
                <a:gd name="connsiteY104" fmla="*/ 406527 h 983488"/>
                <a:gd name="connsiteX105" fmla="*/ 430389 w 693211"/>
                <a:gd name="connsiteY105" fmla="*/ 414909 h 983488"/>
                <a:gd name="connsiteX106" fmla="*/ 423404 w 693211"/>
                <a:gd name="connsiteY106" fmla="*/ 417703 h 983488"/>
                <a:gd name="connsiteX107" fmla="*/ 360539 w 693211"/>
                <a:gd name="connsiteY107" fmla="*/ 420497 h 983488"/>
                <a:gd name="connsiteX108" fmla="*/ 241794 w 693211"/>
                <a:gd name="connsiteY108" fmla="*/ 391160 h 983488"/>
                <a:gd name="connsiteX109" fmla="*/ 230618 w 693211"/>
                <a:gd name="connsiteY109" fmla="*/ 381381 h 983488"/>
                <a:gd name="connsiteX110" fmla="*/ 223633 w 693211"/>
                <a:gd name="connsiteY110" fmla="*/ 372999 h 983488"/>
                <a:gd name="connsiteX111" fmla="*/ 215251 w 693211"/>
                <a:gd name="connsiteY111" fmla="*/ 364617 h 983488"/>
                <a:gd name="connsiteX112" fmla="*/ 188708 w 693211"/>
                <a:gd name="connsiteY112" fmla="*/ 244475 h 983488"/>
                <a:gd name="connsiteX113" fmla="*/ 526782 w 693211"/>
                <a:gd name="connsiteY113" fmla="*/ 712470 h 983488"/>
                <a:gd name="connsiteX114" fmla="*/ 525385 w 693211"/>
                <a:gd name="connsiteY114" fmla="*/ 723646 h 983488"/>
                <a:gd name="connsiteX115" fmla="*/ 377303 w 693211"/>
                <a:gd name="connsiteY115" fmla="*/ 861949 h 983488"/>
                <a:gd name="connsiteX116" fmla="*/ 181723 w 693211"/>
                <a:gd name="connsiteY116" fmla="*/ 758571 h 983488"/>
                <a:gd name="connsiteX117" fmla="*/ 176135 w 693211"/>
                <a:gd name="connsiteY117" fmla="*/ 748792 h 983488"/>
                <a:gd name="connsiteX118" fmla="*/ 173341 w 693211"/>
                <a:gd name="connsiteY118" fmla="*/ 739013 h 983488"/>
                <a:gd name="connsiteX119" fmla="*/ 170547 w 693211"/>
                <a:gd name="connsiteY119" fmla="*/ 625856 h 983488"/>
                <a:gd name="connsiteX120" fmla="*/ 177532 w 693211"/>
                <a:gd name="connsiteY120" fmla="*/ 616077 h 983488"/>
                <a:gd name="connsiteX121" fmla="*/ 180326 w 693211"/>
                <a:gd name="connsiteY121" fmla="*/ 607695 h 983488"/>
                <a:gd name="connsiteX122" fmla="*/ 183120 w 693211"/>
                <a:gd name="connsiteY122" fmla="*/ 600710 h 983488"/>
                <a:gd name="connsiteX123" fmla="*/ 194296 w 693211"/>
                <a:gd name="connsiteY123" fmla="*/ 590931 h 983488"/>
                <a:gd name="connsiteX124" fmla="*/ 206869 w 693211"/>
                <a:gd name="connsiteY124" fmla="*/ 582549 h 983488"/>
                <a:gd name="connsiteX125" fmla="*/ 218045 w 693211"/>
                <a:gd name="connsiteY125" fmla="*/ 574167 h 983488"/>
                <a:gd name="connsiteX126" fmla="*/ 226427 w 693211"/>
                <a:gd name="connsiteY126" fmla="*/ 567182 h 983488"/>
                <a:gd name="connsiteX127" fmla="*/ 299071 w 693211"/>
                <a:gd name="connsiteY127" fmla="*/ 528066 h 983488"/>
                <a:gd name="connsiteX128" fmla="*/ 500239 w 693211"/>
                <a:gd name="connsiteY128" fmla="*/ 593725 h 983488"/>
                <a:gd name="connsiteX129" fmla="*/ 519797 w 693211"/>
                <a:gd name="connsiteY129" fmla="*/ 644017 h 983488"/>
                <a:gd name="connsiteX130" fmla="*/ 526782 w 693211"/>
                <a:gd name="connsiteY130" fmla="*/ 712470 h 983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</a:cxnLst>
              <a:rect l="l" t="t" r="r" b="b"/>
              <a:pathLst>
                <a:path w="693211" h="983488">
                  <a:moveTo>
                    <a:pt x="693025" y="677545"/>
                  </a:moveTo>
                  <a:cubicBezTo>
                    <a:pt x="691628" y="671957"/>
                    <a:pt x="690231" y="666369"/>
                    <a:pt x="690231" y="659384"/>
                  </a:cubicBezTo>
                  <a:lnTo>
                    <a:pt x="688834" y="651002"/>
                  </a:lnTo>
                  <a:cubicBezTo>
                    <a:pt x="688834" y="646811"/>
                    <a:pt x="687437" y="645414"/>
                    <a:pt x="687437" y="639826"/>
                  </a:cubicBezTo>
                  <a:lnTo>
                    <a:pt x="684643" y="634238"/>
                  </a:lnTo>
                  <a:lnTo>
                    <a:pt x="681849" y="624459"/>
                  </a:lnTo>
                  <a:lnTo>
                    <a:pt x="674864" y="611886"/>
                  </a:lnTo>
                  <a:lnTo>
                    <a:pt x="667879" y="603504"/>
                  </a:lnTo>
                  <a:cubicBezTo>
                    <a:pt x="656703" y="581152"/>
                    <a:pt x="641336" y="564388"/>
                    <a:pt x="628763" y="546227"/>
                  </a:cubicBezTo>
                  <a:cubicBezTo>
                    <a:pt x="611999" y="523875"/>
                    <a:pt x="585456" y="511302"/>
                    <a:pt x="561707" y="500126"/>
                  </a:cubicBezTo>
                  <a:cubicBezTo>
                    <a:pt x="554722" y="495935"/>
                    <a:pt x="550531" y="494538"/>
                    <a:pt x="546340" y="490347"/>
                  </a:cubicBezTo>
                  <a:cubicBezTo>
                    <a:pt x="503033" y="461010"/>
                    <a:pt x="535164" y="451231"/>
                    <a:pt x="557516" y="431673"/>
                  </a:cubicBezTo>
                  <a:cubicBezTo>
                    <a:pt x="561707" y="427482"/>
                    <a:pt x="567295" y="423291"/>
                    <a:pt x="572883" y="419100"/>
                  </a:cubicBezTo>
                  <a:lnTo>
                    <a:pt x="579868" y="413512"/>
                  </a:lnTo>
                  <a:lnTo>
                    <a:pt x="592441" y="402336"/>
                  </a:lnTo>
                  <a:lnTo>
                    <a:pt x="600823" y="395351"/>
                  </a:lnTo>
                  <a:cubicBezTo>
                    <a:pt x="620381" y="371602"/>
                    <a:pt x="644130" y="356235"/>
                    <a:pt x="646924" y="324104"/>
                  </a:cubicBezTo>
                  <a:cubicBezTo>
                    <a:pt x="648321" y="314325"/>
                    <a:pt x="649718" y="308737"/>
                    <a:pt x="652512" y="300355"/>
                  </a:cubicBezTo>
                  <a:cubicBezTo>
                    <a:pt x="651115" y="296164"/>
                    <a:pt x="651115" y="293370"/>
                    <a:pt x="651115" y="290576"/>
                  </a:cubicBezTo>
                  <a:lnTo>
                    <a:pt x="652512" y="276606"/>
                  </a:lnTo>
                  <a:cubicBezTo>
                    <a:pt x="653909" y="268224"/>
                    <a:pt x="653909" y="258445"/>
                    <a:pt x="653909" y="250063"/>
                  </a:cubicBezTo>
                  <a:lnTo>
                    <a:pt x="652512" y="237490"/>
                  </a:lnTo>
                  <a:cubicBezTo>
                    <a:pt x="645527" y="220726"/>
                    <a:pt x="638542" y="198374"/>
                    <a:pt x="624572" y="171831"/>
                  </a:cubicBezTo>
                  <a:cubicBezTo>
                    <a:pt x="623175" y="167640"/>
                    <a:pt x="621778" y="164846"/>
                    <a:pt x="618984" y="159258"/>
                  </a:cubicBezTo>
                  <a:cubicBezTo>
                    <a:pt x="599426" y="113157"/>
                    <a:pt x="557516" y="68453"/>
                    <a:pt x="512812" y="39116"/>
                  </a:cubicBezTo>
                  <a:cubicBezTo>
                    <a:pt x="497445" y="30734"/>
                    <a:pt x="489063" y="26543"/>
                    <a:pt x="482078" y="20955"/>
                  </a:cubicBezTo>
                  <a:cubicBezTo>
                    <a:pt x="475093" y="20955"/>
                    <a:pt x="470902" y="19558"/>
                    <a:pt x="465314" y="18161"/>
                  </a:cubicBezTo>
                  <a:cubicBezTo>
                    <a:pt x="463917" y="18161"/>
                    <a:pt x="461123" y="16764"/>
                    <a:pt x="455535" y="16764"/>
                  </a:cubicBezTo>
                  <a:cubicBezTo>
                    <a:pt x="444359" y="12573"/>
                    <a:pt x="435977" y="11176"/>
                    <a:pt x="427595" y="6985"/>
                  </a:cubicBezTo>
                  <a:cubicBezTo>
                    <a:pt x="410831" y="6985"/>
                    <a:pt x="394067" y="5588"/>
                    <a:pt x="378700" y="0"/>
                  </a:cubicBezTo>
                  <a:cubicBezTo>
                    <a:pt x="370318" y="1397"/>
                    <a:pt x="361936" y="1397"/>
                    <a:pt x="354951" y="1397"/>
                  </a:cubicBezTo>
                  <a:lnTo>
                    <a:pt x="320026" y="1397"/>
                  </a:lnTo>
                  <a:lnTo>
                    <a:pt x="311644" y="4191"/>
                  </a:lnTo>
                  <a:cubicBezTo>
                    <a:pt x="306056" y="5588"/>
                    <a:pt x="299071" y="6985"/>
                    <a:pt x="294880" y="6985"/>
                  </a:cubicBezTo>
                  <a:lnTo>
                    <a:pt x="285101" y="6985"/>
                  </a:lnTo>
                  <a:cubicBezTo>
                    <a:pt x="250176" y="11176"/>
                    <a:pt x="205472" y="25146"/>
                    <a:pt x="183120" y="43307"/>
                  </a:cubicBezTo>
                  <a:cubicBezTo>
                    <a:pt x="181723" y="44704"/>
                    <a:pt x="180326" y="47498"/>
                    <a:pt x="176135" y="50292"/>
                  </a:cubicBezTo>
                  <a:cubicBezTo>
                    <a:pt x="171944" y="55880"/>
                    <a:pt x="166356" y="58674"/>
                    <a:pt x="162165" y="62865"/>
                  </a:cubicBezTo>
                  <a:lnTo>
                    <a:pt x="148195" y="71247"/>
                  </a:lnTo>
                  <a:cubicBezTo>
                    <a:pt x="120255" y="94996"/>
                    <a:pt x="92315" y="110363"/>
                    <a:pt x="72757" y="142494"/>
                  </a:cubicBezTo>
                  <a:cubicBezTo>
                    <a:pt x="49008" y="162052"/>
                    <a:pt x="33641" y="198374"/>
                    <a:pt x="36435" y="243078"/>
                  </a:cubicBezTo>
                  <a:cubicBezTo>
                    <a:pt x="32244" y="261239"/>
                    <a:pt x="32244" y="279400"/>
                    <a:pt x="35038" y="301752"/>
                  </a:cubicBezTo>
                  <a:cubicBezTo>
                    <a:pt x="36435" y="312928"/>
                    <a:pt x="39229" y="318516"/>
                    <a:pt x="43420" y="325501"/>
                  </a:cubicBezTo>
                  <a:cubicBezTo>
                    <a:pt x="47611" y="336677"/>
                    <a:pt x="50405" y="342265"/>
                    <a:pt x="54596" y="349250"/>
                  </a:cubicBezTo>
                  <a:cubicBezTo>
                    <a:pt x="61581" y="357632"/>
                    <a:pt x="68566" y="367411"/>
                    <a:pt x="72757" y="377190"/>
                  </a:cubicBezTo>
                  <a:cubicBezTo>
                    <a:pt x="96506" y="392557"/>
                    <a:pt x="113270" y="419100"/>
                    <a:pt x="144004" y="419100"/>
                  </a:cubicBezTo>
                  <a:cubicBezTo>
                    <a:pt x="149592" y="419100"/>
                    <a:pt x="155180" y="421894"/>
                    <a:pt x="157974" y="423291"/>
                  </a:cubicBezTo>
                  <a:lnTo>
                    <a:pt x="166356" y="431673"/>
                  </a:lnTo>
                  <a:cubicBezTo>
                    <a:pt x="170547" y="437261"/>
                    <a:pt x="173341" y="444246"/>
                    <a:pt x="173341" y="451231"/>
                  </a:cubicBezTo>
                  <a:cubicBezTo>
                    <a:pt x="173341" y="474980"/>
                    <a:pt x="130034" y="487553"/>
                    <a:pt x="114667" y="497332"/>
                  </a:cubicBezTo>
                  <a:cubicBezTo>
                    <a:pt x="100697" y="505714"/>
                    <a:pt x="89521" y="514096"/>
                    <a:pt x="76948" y="528066"/>
                  </a:cubicBezTo>
                  <a:cubicBezTo>
                    <a:pt x="58787" y="539242"/>
                    <a:pt x="51802" y="553212"/>
                    <a:pt x="44817" y="567182"/>
                  </a:cubicBezTo>
                  <a:lnTo>
                    <a:pt x="35038" y="589534"/>
                  </a:lnTo>
                  <a:lnTo>
                    <a:pt x="25259" y="606298"/>
                  </a:lnTo>
                  <a:cubicBezTo>
                    <a:pt x="23862" y="609092"/>
                    <a:pt x="22465" y="611886"/>
                    <a:pt x="21068" y="614680"/>
                  </a:cubicBezTo>
                  <a:cubicBezTo>
                    <a:pt x="18274" y="627253"/>
                    <a:pt x="12686" y="635635"/>
                    <a:pt x="8495" y="645414"/>
                  </a:cubicBezTo>
                  <a:cubicBezTo>
                    <a:pt x="113" y="670560"/>
                    <a:pt x="-2681" y="706882"/>
                    <a:pt x="2907" y="727837"/>
                  </a:cubicBezTo>
                  <a:lnTo>
                    <a:pt x="2907" y="739013"/>
                  </a:lnTo>
                  <a:lnTo>
                    <a:pt x="113" y="745998"/>
                  </a:lnTo>
                  <a:cubicBezTo>
                    <a:pt x="1510" y="748792"/>
                    <a:pt x="1510" y="751586"/>
                    <a:pt x="1510" y="752983"/>
                  </a:cubicBezTo>
                  <a:lnTo>
                    <a:pt x="2907" y="761365"/>
                  </a:lnTo>
                  <a:cubicBezTo>
                    <a:pt x="4304" y="764159"/>
                    <a:pt x="4304" y="766953"/>
                    <a:pt x="7098" y="768350"/>
                  </a:cubicBezTo>
                  <a:lnTo>
                    <a:pt x="11289" y="778129"/>
                  </a:lnTo>
                  <a:cubicBezTo>
                    <a:pt x="22465" y="807466"/>
                    <a:pt x="36435" y="832612"/>
                    <a:pt x="55993" y="859155"/>
                  </a:cubicBezTo>
                  <a:lnTo>
                    <a:pt x="69963" y="877316"/>
                  </a:lnTo>
                  <a:cubicBezTo>
                    <a:pt x="72757" y="881507"/>
                    <a:pt x="76948" y="887095"/>
                    <a:pt x="78345" y="891286"/>
                  </a:cubicBezTo>
                  <a:lnTo>
                    <a:pt x="92315" y="896874"/>
                  </a:lnTo>
                  <a:cubicBezTo>
                    <a:pt x="114667" y="923417"/>
                    <a:pt x="138416" y="937387"/>
                    <a:pt x="174738" y="952754"/>
                  </a:cubicBezTo>
                  <a:cubicBezTo>
                    <a:pt x="199884" y="962533"/>
                    <a:pt x="229221" y="975106"/>
                    <a:pt x="255764" y="976503"/>
                  </a:cubicBezTo>
                  <a:cubicBezTo>
                    <a:pt x="271131" y="976503"/>
                    <a:pt x="285101" y="979297"/>
                    <a:pt x="301865" y="980694"/>
                  </a:cubicBezTo>
                  <a:lnTo>
                    <a:pt x="313041" y="982091"/>
                  </a:lnTo>
                  <a:cubicBezTo>
                    <a:pt x="343775" y="983488"/>
                    <a:pt x="371715" y="984885"/>
                    <a:pt x="391273" y="980694"/>
                  </a:cubicBezTo>
                  <a:lnTo>
                    <a:pt x="401052" y="977900"/>
                  </a:lnTo>
                  <a:lnTo>
                    <a:pt x="413625" y="977900"/>
                  </a:lnTo>
                  <a:cubicBezTo>
                    <a:pt x="416419" y="977900"/>
                    <a:pt x="419213" y="976503"/>
                    <a:pt x="424801" y="975106"/>
                  </a:cubicBezTo>
                  <a:lnTo>
                    <a:pt x="442962" y="969518"/>
                  </a:lnTo>
                  <a:lnTo>
                    <a:pt x="505827" y="941578"/>
                  </a:lnTo>
                  <a:cubicBezTo>
                    <a:pt x="521194" y="931799"/>
                    <a:pt x="542149" y="926211"/>
                    <a:pt x="558913" y="920623"/>
                  </a:cubicBezTo>
                  <a:lnTo>
                    <a:pt x="568692" y="916432"/>
                  </a:lnTo>
                  <a:cubicBezTo>
                    <a:pt x="606411" y="896874"/>
                    <a:pt x="628763" y="870331"/>
                    <a:pt x="652512" y="829818"/>
                  </a:cubicBezTo>
                  <a:lnTo>
                    <a:pt x="656703" y="822833"/>
                  </a:lnTo>
                  <a:lnTo>
                    <a:pt x="663688" y="811657"/>
                  </a:lnTo>
                  <a:lnTo>
                    <a:pt x="667879" y="801878"/>
                  </a:lnTo>
                  <a:cubicBezTo>
                    <a:pt x="669276" y="790702"/>
                    <a:pt x="672070" y="785114"/>
                    <a:pt x="674864" y="780923"/>
                  </a:cubicBezTo>
                  <a:cubicBezTo>
                    <a:pt x="676261" y="775335"/>
                    <a:pt x="677658" y="769747"/>
                    <a:pt x="679055" y="761365"/>
                  </a:cubicBezTo>
                  <a:lnTo>
                    <a:pt x="684643" y="748792"/>
                  </a:lnTo>
                  <a:cubicBezTo>
                    <a:pt x="686040" y="745998"/>
                    <a:pt x="686040" y="740410"/>
                    <a:pt x="687437" y="734822"/>
                  </a:cubicBezTo>
                  <a:lnTo>
                    <a:pt x="688834" y="725043"/>
                  </a:lnTo>
                  <a:cubicBezTo>
                    <a:pt x="687437" y="709676"/>
                    <a:pt x="694422" y="694309"/>
                    <a:pt x="693025" y="677545"/>
                  </a:cubicBezTo>
                  <a:close/>
                  <a:moveTo>
                    <a:pt x="188708" y="244475"/>
                  </a:moveTo>
                  <a:cubicBezTo>
                    <a:pt x="190105" y="233299"/>
                    <a:pt x="195693" y="219329"/>
                    <a:pt x="201281" y="208153"/>
                  </a:cubicBezTo>
                  <a:cubicBezTo>
                    <a:pt x="208266" y="191389"/>
                    <a:pt x="222236" y="174625"/>
                    <a:pt x="236206" y="159258"/>
                  </a:cubicBezTo>
                  <a:cubicBezTo>
                    <a:pt x="278116" y="142494"/>
                    <a:pt x="301865" y="127127"/>
                    <a:pt x="342378" y="127127"/>
                  </a:cubicBezTo>
                  <a:cubicBezTo>
                    <a:pt x="368921" y="128524"/>
                    <a:pt x="385685" y="127127"/>
                    <a:pt x="412228" y="136906"/>
                  </a:cubicBezTo>
                  <a:cubicBezTo>
                    <a:pt x="416419" y="136906"/>
                    <a:pt x="420610" y="136906"/>
                    <a:pt x="424801" y="138303"/>
                  </a:cubicBezTo>
                  <a:cubicBezTo>
                    <a:pt x="428992" y="139700"/>
                    <a:pt x="433183" y="142494"/>
                    <a:pt x="437374" y="145288"/>
                  </a:cubicBezTo>
                  <a:cubicBezTo>
                    <a:pt x="444359" y="146685"/>
                    <a:pt x="449947" y="152273"/>
                    <a:pt x="455535" y="156464"/>
                  </a:cubicBezTo>
                  <a:cubicBezTo>
                    <a:pt x="473696" y="170434"/>
                    <a:pt x="484872" y="189992"/>
                    <a:pt x="496048" y="209550"/>
                  </a:cubicBezTo>
                  <a:cubicBezTo>
                    <a:pt x="501636" y="220726"/>
                    <a:pt x="507224" y="233299"/>
                    <a:pt x="507224" y="245872"/>
                  </a:cubicBezTo>
                  <a:cubicBezTo>
                    <a:pt x="507224" y="248666"/>
                    <a:pt x="507224" y="251460"/>
                    <a:pt x="505827" y="254254"/>
                  </a:cubicBezTo>
                  <a:lnTo>
                    <a:pt x="504430" y="261239"/>
                  </a:lnTo>
                  <a:lnTo>
                    <a:pt x="504430" y="273812"/>
                  </a:lnTo>
                  <a:cubicBezTo>
                    <a:pt x="508621" y="282194"/>
                    <a:pt x="507224" y="294767"/>
                    <a:pt x="505827" y="303149"/>
                  </a:cubicBezTo>
                  <a:lnTo>
                    <a:pt x="501636" y="311531"/>
                  </a:lnTo>
                  <a:cubicBezTo>
                    <a:pt x="496048" y="350647"/>
                    <a:pt x="477887" y="384175"/>
                    <a:pt x="445756" y="406527"/>
                  </a:cubicBezTo>
                  <a:cubicBezTo>
                    <a:pt x="441565" y="410718"/>
                    <a:pt x="435977" y="413512"/>
                    <a:pt x="430389" y="414909"/>
                  </a:cubicBezTo>
                  <a:lnTo>
                    <a:pt x="423404" y="417703"/>
                  </a:lnTo>
                  <a:cubicBezTo>
                    <a:pt x="398258" y="417703"/>
                    <a:pt x="380097" y="419100"/>
                    <a:pt x="360539" y="420497"/>
                  </a:cubicBezTo>
                  <a:cubicBezTo>
                    <a:pt x="311644" y="423291"/>
                    <a:pt x="275322" y="412115"/>
                    <a:pt x="241794" y="391160"/>
                  </a:cubicBezTo>
                  <a:lnTo>
                    <a:pt x="230618" y="381381"/>
                  </a:lnTo>
                  <a:lnTo>
                    <a:pt x="223633" y="372999"/>
                  </a:lnTo>
                  <a:cubicBezTo>
                    <a:pt x="219442" y="368808"/>
                    <a:pt x="216648" y="366014"/>
                    <a:pt x="215251" y="364617"/>
                  </a:cubicBezTo>
                  <a:cubicBezTo>
                    <a:pt x="183120" y="346456"/>
                    <a:pt x="183120" y="273812"/>
                    <a:pt x="188708" y="244475"/>
                  </a:cubicBezTo>
                  <a:close/>
                  <a:moveTo>
                    <a:pt x="526782" y="712470"/>
                  </a:moveTo>
                  <a:lnTo>
                    <a:pt x="525385" y="723646"/>
                  </a:lnTo>
                  <a:cubicBezTo>
                    <a:pt x="530973" y="799084"/>
                    <a:pt x="424801" y="866140"/>
                    <a:pt x="377303" y="861949"/>
                  </a:cubicBezTo>
                  <a:cubicBezTo>
                    <a:pt x="292086" y="870331"/>
                    <a:pt x="216648" y="831215"/>
                    <a:pt x="181723" y="758571"/>
                  </a:cubicBezTo>
                  <a:lnTo>
                    <a:pt x="176135" y="748792"/>
                  </a:lnTo>
                  <a:lnTo>
                    <a:pt x="173341" y="739013"/>
                  </a:lnTo>
                  <a:cubicBezTo>
                    <a:pt x="166356" y="699897"/>
                    <a:pt x="155180" y="662178"/>
                    <a:pt x="170547" y="625856"/>
                  </a:cubicBezTo>
                  <a:cubicBezTo>
                    <a:pt x="171944" y="621665"/>
                    <a:pt x="174738" y="618871"/>
                    <a:pt x="177532" y="616077"/>
                  </a:cubicBezTo>
                  <a:lnTo>
                    <a:pt x="180326" y="607695"/>
                  </a:lnTo>
                  <a:cubicBezTo>
                    <a:pt x="181723" y="606298"/>
                    <a:pt x="181723" y="603504"/>
                    <a:pt x="183120" y="600710"/>
                  </a:cubicBezTo>
                  <a:lnTo>
                    <a:pt x="194296" y="590931"/>
                  </a:lnTo>
                  <a:lnTo>
                    <a:pt x="206869" y="582549"/>
                  </a:lnTo>
                  <a:cubicBezTo>
                    <a:pt x="211060" y="579755"/>
                    <a:pt x="215251" y="576961"/>
                    <a:pt x="218045" y="574167"/>
                  </a:cubicBezTo>
                  <a:lnTo>
                    <a:pt x="226427" y="567182"/>
                  </a:lnTo>
                  <a:cubicBezTo>
                    <a:pt x="243191" y="551815"/>
                    <a:pt x="268337" y="535051"/>
                    <a:pt x="299071" y="528066"/>
                  </a:cubicBezTo>
                  <a:cubicBezTo>
                    <a:pt x="361936" y="514096"/>
                    <a:pt x="459726" y="525272"/>
                    <a:pt x="500239" y="593725"/>
                  </a:cubicBezTo>
                  <a:cubicBezTo>
                    <a:pt x="508621" y="603504"/>
                    <a:pt x="519797" y="625856"/>
                    <a:pt x="519797" y="644017"/>
                  </a:cubicBezTo>
                  <a:cubicBezTo>
                    <a:pt x="526782" y="667766"/>
                    <a:pt x="528179" y="687324"/>
                    <a:pt x="526782" y="712470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88F4D7FF-E407-4A68-B6C7-9F4E44D6C632}"/>
                </a:ext>
              </a:extLst>
            </p:cNvPr>
            <p:cNvSpPr/>
            <p:nvPr/>
          </p:nvSpPr>
          <p:spPr>
            <a:xfrm>
              <a:off x="6276340" y="5063362"/>
              <a:ext cx="180213" cy="176022"/>
            </a:xfrm>
            <a:custGeom>
              <a:avLst/>
              <a:gdLst>
                <a:gd name="connsiteX0" fmla="*/ 176022 w 180213"/>
                <a:gd name="connsiteY0" fmla="*/ 8382 h 176022"/>
                <a:gd name="connsiteX1" fmla="*/ 65659 w 180213"/>
                <a:gd name="connsiteY1" fmla="*/ 1397 h 176022"/>
                <a:gd name="connsiteX2" fmla="*/ 18161 w 180213"/>
                <a:gd name="connsiteY2" fmla="*/ 0 h 176022"/>
                <a:gd name="connsiteX3" fmla="*/ 4191 w 180213"/>
                <a:gd name="connsiteY3" fmla="*/ 0 h 176022"/>
                <a:gd name="connsiteX4" fmla="*/ 0 w 180213"/>
                <a:gd name="connsiteY4" fmla="*/ 18161 h 176022"/>
                <a:gd name="connsiteX5" fmla="*/ 0 w 180213"/>
                <a:gd name="connsiteY5" fmla="*/ 30734 h 176022"/>
                <a:gd name="connsiteX6" fmla="*/ 8382 w 180213"/>
                <a:gd name="connsiteY6" fmla="*/ 157861 h 176022"/>
                <a:gd name="connsiteX7" fmla="*/ 11176 w 180213"/>
                <a:gd name="connsiteY7" fmla="*/ 174625 h 176022"/>
                <a:gd name="connsiteX8" fmla="*/ 44704 w 180213"/>
                <a:gd name="connsiteY8" fmla="*/ 169037 h 176022"/>
                <a:gd name="connsiteX9" fmla="*/ 107569 w 180213"/>
                <a:gd name="connsiteY9" fmla="*/ 170434 h 176022"/>
                <a:gd name="connsiteX10" fmla="*/ 114554 w 180213"/>
                <a:gd name="connsiteY10" fmla="*/ 171831 h 176022"/>
                <a:gd name="connsiteX11" fmla="*/ 138303 w 180213"/>
                <a:gd name="connsiteY11" fmla="*/ 171831 h 176022"/>
                <a:gd name="connsiteX12" fmla="*/ 155067 w 180213"/>
                <a:gd name="connsiteY12" fmla="*/ 174625 h 176022"/>
                <a:gd name="connsiteX13" fmla="*/ 170434 w 180213"/>
                <a:gd name="connsiteY13" fmla="*/ 176022 h 176022"/>
                <a:gd name="connsiteX14" fmla="*/ 180213 w 180213"/>
                <a:gd name="connsiteY14" fmla="*/ 174625 h 176022"/>
                <a:gd name="connsiteX15" fmla="*/ 180213 w 180213"/>
                <a:gd name="connsiteY15" fmla="*/ 169037 h 176022"/>
                <a:gd name="connsiteX16" fmla="*/ 176022 w 180213"/>
                <a:gd name="connsiteY16" fmla="*/ 8382 h 176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0213" h="176022">
                  <a:moveTo>
                    <a:pt x="176022" y="8382"/>
                  </a:moveTo>
                  <a:cubicBezTo>
                    <a:pt x="163449" y="2794"/>
                    <a:pt x="75438" y="2794"/>
                    <a:pt x="65659" y="1397"/>
                  </a:cubicBezTo>
                  <a:lnTo>
                    <a:pt x="18161" y="0"/>
                  </a:lnTo>
                  <a:lnTo>
                    <a:pt x="4191" y="0"/>
                  </a:lnTo>
                  <a:cubicBezTo>
                    <a:pt x="2794" y="5588"/>
                    <a:pt x="1397" y="12573"/>
                    <a:pt x="0" y="18161"/>
                  </a:cubicBezTo>
                  <a:lnTo>
                    <a:pt x="0" y="30734"/>
                  </a:lnTo>
                  <a:cubicBezTo>
                    <a:pt x="0" y="30734"/>
                    <a:pt x="6985" y="149479"/>
                    <a:pt x="8382" y="157861"/>
                  </a:cubicBezTo>
                  <a:cubicBezTo>
                    <a:pt x="9779" y="163449"/>
                    <a:pt x="9779" y="169037"/>
                    <a:pt x="11176" y="174625"/>
                  </a:cubicBezTo>
                  <a:cubicBezTo>
                    <a:pt x="19558" y="173228"/>
                    <a:pt x="32131" y="171831"/>
                    <a:pt x="44704" y="169037"/>
                  </a:cubicBezTo>
                  <a:cubicBezTo>
                    <a:pt x="62865" y="167640"/>
                    <a:pt x="82423" y="167640"/>
                    <a:pt x="107569" y="170434"/>
                  </a:cubicBezTo>
                  <a:lnTo>
                    <a:pt x="114554" y="171831"/>
                  </a:lnTo>
                  <a:lnTo>
                    <a:pt x="138303" y="171831"/>
                  </a:lnTo>
                  <a:lnTo>
                    <a:pt x="155067" y="174625"/>
                  </a:lnTo>
                  <a:cubicBezTo>
                    <a:pt x="160655" y="176022"/>
                    <a:pt x="164846" y="176022"/>
                    <a:pt x="170434" y="176022"/>
                  </a:cubicBezTo>
                  <a:cubicBezTo>
                    <a:pt x="174625" y="176022"/>
                    <a:pt x="177419" y="176022"/>
                    <a:pt x="180213" y="174625"/>
                  </a:cubicBezTo>
                  <a:lnTo>
                    <a:pt x="180213" y="169037"/>
                  </a:lnTo>
                  <a:cubicBezTo>
                    <a:pt x="171831" y="121539"/>
                    <a:pt x="173228" y="60071"/>
                    <a:pt x="176022" y="8382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D86CDE84-CCBE-4C75-85D1-E0F614475123}"/>
                </a:ext>
              </a:extLst>
            </p:cNvPr>
            <p:cNvSpPr/>
            <p:nvPr/>
          </p:nvSpPr>
          <p:spPr>
            <a:xfrm>
              <a:off x="6249796" y="5036819"/>
              <a:ext cx="234696" cy="229107"/>
            </a:xfrm>
            <a:custGeom>
              <a:avLst/>
              <a:gdLst>
                <a:gd name="connsiteX0" fmla="*/ 230505 w 234696"/>
                <a:gd name="connsiteY0" fmla="*/ 29337 h 229107"/>
                <a:gd name="connsiteX1" fmla="*/ 167640 w 234696"/>
                <a:gd name="connsiteY1" fmla="*/ 4191 h 229107"/>
                <a:gd name="connsiteX2" fmla="*/ 93599 w 234696"/>
                <a:gd name="connsiteY2" fmla="*/ 1397 h 229107"/>
                <a:gd name="connsiteX3" fmla="*/ 44704 w 234696"/>
                <a:gd name="connsiteY3" fmla="*/ 0 h 229107"/>
                <a:gd name="connsiteX4" fmla="*/ 20955 w 234696"/>
                <a:gd name="connsiteY4" fmla="*/ 0 h 229107"/>
                <a:gd name="connsiteX5" fmla="*/ 0 w 234696"/>
                <a:gd name="connsiteY5" fmla="*/ 41910 h 229107"/>
                <a:gd name="connsiteX6" fmla="*/ 0 w 234696"/>
                <a:gd name="connsiteY6" fmla="*/ 58674 h 229107"/>
                <a:gd name="connsiteX7" fmla="*/ 11176 w 234696"/>
                <a:gd name="connsiteY7" fmla="*/ 205359 h 229107"/>
                <a:gd name="connsiteX8" fmla="*/ 11176 w 234696"/>
                <a:gd name="connsiteY8" fmla="*/ 210947 h 229107"/>
                <a:gd name="connsiteX9" fmla="*/ 12573 w 234696"/>
                <a:gd name="connsiteY9" fmla="*/ 226314 h 229107"/>
                <a:gd name="connsiteX10" fmla="*/ 22352 w 234696"/>
                <a:gd name="connsiteY10" fmla="*/ 227711 h 229107"/>
                <a:gd name="connsiteX11" fmla="*/ 33528 w 234696"/>
                <a:gd name="connsiteY11" fmla="*/ 227711 h 229107"/>
                <a:gd name="connsiteX12" fmla="*/ 75438 w 234696"/>
                <a:gd name="connsiteY12" fmla="*/ 222123 h 229107"/>
                <a:gd name="connsiteX13" fmla="*/ 129921 w 234696"/>
                <a:gd name="connsiteY13" fmla="*/ 223520 h 229107"/>
                <a:gd name="connsiteX14" fmla="*/ 160655 w 234696"/>
                <a:gd name="connsiteY14" fmla="*/ 224917 h 229107"/>
                <a:gd name="connsiteX15" fmla="*/ 177419 w 234696"/>
                <a:gd name="connsiteY15" fmla="*/ 227711 h 229107"/>
                <a:gd name="connsiteX16" fmla="*/ 196977 w 234696"/>
                <a:gd name="connsiteY16" fmla="*/ 229108 h 229107"/>
                <a:gd name="connsiteX17" fmla="*/ 231902 w 234696"/>
                <a:gd name="connsiteY17" fmla="*/ 206756 h 229107"/>
                <a:gd name="connsiteX18" fmla="*/ 233299 w 234696"/>
                <a:gd name="connsiteY18" fmla="*/ 199771 h 229107"/>
                <a:gd name="connsiteX19" fmla="*/ 234696 w 234696"/>
                <a:gd name="connsiteY19" fmla="*/ 192786 h 229107"/>
                <a:gd name="connsiteX20" fmla="*/ 230505 w 234696"/>
                <a:gd name="connsiteY20" fmla="*/ 29337 h 229107"/>
                <a:gd name="connsiteX21" fmla="*/ 206756 w 234696"/>
                <a:gd name="connsiteY21" fmla="*/ 201168 h 229107"/>
                <a:gd name="connsiteX22" fmla="*/ 196977 w 234696"/>
                <a:gd name="connsiteY22" fmla="*/ 202565 h 229107"/>
                <a:gd name="connsiteX23" fmla="*/ 181610 w 234696"/>
                <a:gd name="connsiteY23" fmla="*/ 201168 h 229107"/>
                <a:gd name="connsiteX24" fmla="*/ 164846 w 234696"/>
                <a:gd name="connsiteY24" fmla="*/ 198374 h 229107"/>
                <a:gd name="connsiteX25" fmla="*/ 141097 w 234696"/>
                <a:gd name="connsiteY25" fmla="*/ 198374 h 229107"/>
                <a:gd name="connsiteX26" fmla="*/ 134112 w 234696"/>
                <a:gd name="connsiteY26" fmla="*/ 196977 h 229107"/>
                <a:gd name="connsiteX27" fmla="*/ 71247 w 234696"/>
                <a:gd name="connsiteY27" fmla="*/ 195580 h 229107"/>
                <a:gd name="connsiteX28" fmla="*/ 37719 w 234696"/>
                <a:gd name="connsiteY28" fmla="*/ 201168 h 229107"/>
                <a:gd name="connsiteX29" fmla="*/ 34925 w 234696"/>
                <a:gd name="connsiteY29" fmla="*/ 184404 h 229107"/>
                <a:gd name="connsiteX30" fmla="*/ 26543 w 234696"/>
                <a:gd name="connsiteY30" fmla="*/ 57277 h 229107"/>
                <a:gd name="connsiteX31" fmla="*/ 26543 w 234696"/>
                <a:gd name="connsiteY31" fmla="*/ 44704 h 229107"/>
                <a:gd name="connsiteX32" fmla="*/ 30734 w 234696"/>
                <a:gd name="connsiteY32" fmla="*/ 26543 h 229107"/>
                <a:gd name="connsiteX33" fmla="*/ 44704 w 234696"/>
                <a:gd name="connsiteY33" fmla="*/ 26543 h 229107"/>
                <a:gd name="connsiteX34" fmla="*/ 92202 w 234696"/>
                <a:gd name="connsiteY34" fmla="*/ 27940 h 229107"/>
                <a:gd name="connsiteX35" fmla="*/ 202565 w 234696"/>
                <a:gd name="connsiteY35" fmla="*/ 34925 h 229107"/>
                <a:gd name="connsiteX36" fmla="*/ 206756 w 234696"/>
                <a:gd name="connsiteY36" fmla="*/ 195580 h 229107"/>
                <a:gd name="connsiteX37" fmla="*/ 206756 w 234696"/>
                <a:gd name="connsiteY37" fmla="*/ 201168 h 22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4696" h="229107">
                  <a:moveTo>
                    <a:pt x="230505" y="29337"/>
                  </a:moveTo>
                  <a:cubicBezTo>
                    <a:pt x="231902" y="5588"/>
                    <a:pt x="180213" y="4191"/>
                    <a:pt x="167640" y="4191"/>
                  </a:cubicBezTo>
                  <a:cubicBezTo>
                    <a:pt x="162052" y="4191"/>
                    <a:pt x="127127" y="2794"/>
                    <a:pt x="93599" y="1397"/>
                  </a:cubicBezTo>
                  <a:lnTo>
                    <a:pt x="44704" y="0"/>
                  </a:lnTo>
                  <a:lnTo>
                    <a:pt x="20955" y="0"/>
                  </a:lnTo>
                  <a:cubicBezTo>
                    <a:pt x="2794" y="1397"/>
                    <a:pt x="1397" y="27940"/>
                    <a:pt x="0" y="41910"/>
                  </a:cubicBezTo>
                  <a:lnTo>
                    <a:pt x="0" y="58674"/>
                  </a:lnTo>
                  <a:cubicBezTo>
                    <a:pt x="2794" y="107569"/>
                    <a:pt x="5588" y="156464"/>
                    <a:pt x="11176" y="205359"/>
                  </a:cubicBezTo>
                  <a:lnTo>
                    <a:pt x="11176" y="210947"/>
                  </a:lnTo>
                  <a:cubicBezTo>
                    <a:pt x="13970" y="212344"/>
                    <a:pt x="9779" y="231902"/>
                    <a:pt x="12573" y="226314"/>
                  </a:cubicBezTo>
                  <a:lnTo>
                    <a:pt x="22352" y="227711"/>
                  </a:lnTo>
                  <a:cubicBezTo>
                    <a:pt x="25146" y="229108"/>
                    <a:pt x="29337" y="227711"/>
                    <a:pt x="33528" y="227711"/>
                  </a:cubicBezTo>
                  <a:cubicBezTo>
                    <a:pt x="44704" y="227711"/>
                    <a:pt x="60071" y="224917"/>
                    <a:pt x="75438" y="222123"/>
                  </a:cubicBezTo>
                  <a:cubicBezTo>
                    <a:pt x="89408" y="220726"/>
                    <a:pt x="106172" y="220726"/>
                    <a:pt x="129921" y="223520"/>
                  </a:cubicBezTo>
                  <a:cubicBezTo>
                    <a:pt x="139700" y="224917"/>
                    <a:pt x="149479" y="223520"/>
                    <a:pt x="160655" y="224917"/>
                  </a:cubicBezTo>
                  <a:lnTo>
                    <a:pt x="177419" y="227711"/>
                  </a:lnTo>
                  <a:cubicBezTo>
                    <a:pt x="184404" y="229108"/>
                    <a:pt x="191389" y="229108"/>
                    <a:pt x="196977" y="229108"/>
                  </a:cubicBezTo>
                  <a:cubicBezTo>
                    <a:pt x="215138" y="229108"/>
                    <a:pt x="230505" y="226314"/>
                    <a:pt x="231902" y="206756"/>
                  </a:cubicBezTo>
                  <a:cubicBezTo>
                    <a:pt x="233299" y="205359"/>
                    <a:pt x="233299" y="202565"/>
                    <a:pt x="233299" y="199771"/>
                  </a:cubicBezTo>
                  <a:lnTo>
                    <a:pt x="234696" y="192786"/>
                  </a:lnTo>
                  <a:cubicBezTo>
                    <a:pt x="224917" y="146685"/>
                    <a:pt x="226314" y="83820"/>
                    <a:pt x="230505" y="29337"/>
                  </a:cubicBezTo>
                  <a:close/>
                  <a:moveTo>
                    <a:pt x="206756" y="201168"/>
                  </a:moveTo>
                  <a:cubicBezTo>
                    <a:pt x="203962" y="202565"/>
                    <a:pt x="201168" y="202565"/>
                    <a:pt x="196977" y="202565"/>
                  </a:cubicBezTo>
                  <a:cubicBezTo>
                    <a:pt x="191389" y="202565"/>
                    <a:pt x="187198" y="202565"/>
                    <a:pt x="181610" y="201168"/>
                  </a:cubicBezTo>
                  <a:lnTo>
                    <a:pt x="164846" y="198374"/>
                  </a:lnTo>
                  <a:lnTo>
                    <a:pt x="141097" y="198374"/>
                  </a:lnTo>
                  <a:lnTo>
                    <a:pt x="134112" y="196977"/>
                  </a:lnTo>
                  <a:cubicBezTo>
                    <a:pt x="108966" y="194183"/>
                    <a:pt x="89408" y="194183"/>
                    <a:pt x="71247" y="195580"/>
                  </a:cubicBezTo>
                  <a:cubicBezTo>
                    <a:pt x="58674" y="198374"/>
                    <a:pt x="46101" y="199771"/>
                    <a:pt x="37719" y="201168"/>
                  </a:cubicBezTo>
                  <a:cubicBezTo>
                    <a:pt x="36322" y="195580"/>
                    <a:pt x="36322" y="189992"/>
                    <a:pt x="34925" y="184404"/>
                  </a:cubicBezTo>
                  <a:cubicBezTo>
                    <a:pt x="33528" y="176022"/>
                    <a:pt x="26543" y="57277"/>
                    <a:pt x="26543" y="57277"/>
                  </a:cubicBezTo>
                  <a:lnTo>
                    <a:pt x="26543" y="44704"/>
                  </a:lnTo>
                  <a:cubicBezTo>
                    <a:pt x="27940" y="39116"/>
                    <a:pt x="29337" y="32131"/>
                    <a:pt x="30734" y="26543"/>
                  </a:cubicBezTo>
                  <a:lnTo>
                    <a:pt x="44704" y="26543"/>
                  </a:lnTo>
                  <a:lnTo>
                    <a:pt x="92202" y="27940"/>
                  </a:lnTo>
                  <a:cubicBezTo>
                    <a:pt x="101981" y="29337"/>
                    <a:pt x="189992" y="29337"/>
                    <a:pt x="202565" y="34925"/>
                  </a:cubicBezTo>
                  <a:cubicBezTo>
                    <a:pt x="199771" y="86614"/>
                    <a:pt x="198374" y="148082"/>
                    <a:pt x="206756" y="195580"/>
                  </a:cubicBezTo>
                  <a:lnTo>
                    <a:pt x="206756" y="201168"/>
                  </a:ln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92629EB7-CBD8-4788-8606-FF28681D55FE}"/>
                </a:ext>
              </a:extLst>
            </p:cNvPr>
            <p:cNvSpPr/>
            <p:nvPr/>
          </p:nvSpPr>
          <p:spPr>
            <a:xfrm>
              <a:off x="5623929" y="4396993"/>
              <a:ext cx="321321" cy="293793"/>
            </a:xfrm>
            <a:custGeom>
              <a:avLst/>
              <a:gdLst>
                <a:gd name="connsiteX0" fmla="*/ 29348 w 321321"/>
                <a:gd name="connsiteY0" fmla="*/ 237490 h 293793"/>
                <a:gd name="connsiteX1" fmla="*/ 37730 w 321321"/>
                <a:gd name="connsiteY1" fmla="*/ 245872 h 293793"/>
                <a:gd name="connsiteX2" fmla="*/ 44715 w 321321"/>
                <a:gd name="connsiteY2" fmla="*/ 254254 h 293793"/>
                <a:gd name="connsiteX3" fmla="*/ 55891 w 321321"/>
                <a:gd name="connsiteY3" fmla="*/ 264033 h 293793"/>
                <a:gd name="connsiteX4" fmla="*/ 174636 w 321321"/>
                <a:gd name="connsiteY4" fmla="*/ 293370 h 293793"/>
                <a:gd name="connsiteX5" fmla="*/ 237501 w 321321"/>
                <a:gd name="connsiteY5" fmla="*/ 290576 h 293793"/>
                <a:gd name="connsiteX6" fmla="*/ 244486 w 321321"/>
                <a:gd name="connsiteY6" fmla="*/ 287782 h 293793"/>
                <a:gd name="connsiteX7" fmla="*/ 259853 w 321321"/>
                <a:gd name="connsiteY7" fmla="*/ 279400 h 293793"/>
                <a:gd name="connsiteX8" fmla="*/ 315733 w 321321"/>
                <a:gd name="connsiteY8" fmla="*/ 184404 h 293793"/>
                <a:gd name="connsiteX9" fmla="*/ 319924 w 321321"/>
                <a:gd name="connsiteY9" fmla="*/ 176022 h 293793"/>
                <a:gd name="connsiteX10" fmla="*/ 318527 w 321321"/>
                <a:gd name="connsiteY10" fmla="*/ 146685 h 293793"/>
                <a:gd name="connsiteX11" fmla="*/ 318527 w 321321"/>
                <a:gd name="connsiteY11" fmla="*/ 134112 h 293793"/>
                <a:gd name="connsiteX12" fmla="*/ 319924 w 321321"/>
                <a:gd name="connsiteY12" fmla="*/ 127127 h 293793"/>
                <a:gd name="connsiteX13" fmla="*/ 321321 w 321321"/>
                <a:gd name="connsiteY13" fmla="*/ 118745 h 293793"/>
                <a:gd name="connsiteX14" fmla="*/ 310145 w 321321"/>
                <a:gd name="connsiteY14" fmla="*/ 82423 h 293793"/>
                <a:gd name="connsiteX15" fmla="*/ 269632 w 321321"/>
                <a:gd name="connsiteY15" fmla="*/ 29337 h 293793"/>
                <a:gd name="connsiteX16" fmla="*/ 251471 w 321321"/>
                <a:gd name="connsiteY16" fmla="*/ 18161 h 293793"/>
                <a:gd name="connsiteX17" fmla="*/ 238898 w 321321"/>
                <a:gd name="connsiteY17" fmla="*/ 11176 h 293793"/>
                <a:gd name="connsiteX18" fmla="*/ 226325 w 321321"/>
                <a:gd name="connsiteY18" fmla="*/ 9779 h 293793"/>
                <a:gd name="connsiteX19" fmla="*/ 156475 w 321321"/>
                <a:gd name="connsiteY19" fmla="*/ 0 h 293793"/>
                <a:gd name="connsiteX20" fmla="*/ 50303 w 321321"/>
                <a:gd name="connsiteY20" fmla="*/ 32131 h 293793"/>
                <a:gd name="connsiteX21" fmla="*/ 15378 w 321321"/>
                <a:gd name="connsiteY21" fmla="*/ 81026 h 293793"/>
                <a:gd name="connsiteX22" fmla="*/ 2805 w 321321"/>
                <a:gd name="connsiteY22" fmla="*/ 117348 h 293793"/>
                <a:gd name="connsiteX23" fmla="*/ 29348 w 321321"/>
                <a:gd name="connsiteY23" fmla="*/ 237490 h 293793"/>
                <a:gd name="connsiteX24" fmla="*/ 27951 w 321321"/>
                <a:gd name="connsiteY24" fmla="*/ 122936 h 293793"/>
                <a:gd name="connsiteX25" fmla="*/ 33539 w 321321"/>
                <a:gd name="connsiteY25" fmla="*/ 106172 h 293793"/>
                <a:gd name="connsiteX26" fmla="*/ 39127 w 321321"/>
                <a:gd name="connsiteY26" fmla="*/ 90805 h 293793"/>
                <a:gd name="connsiteX27" fmla="*/ 67067 w 321321"/>
                <a:gd name="connsiteY27" fmla="*/ 53086 h 293793"/>
                <a:gd name="connsiteX28" fmla="*/ 155078 w 321321"/>
                <a:gd name="connsiteY28" fmla="*/ 26543 h 293793"/>
                <a:gd name="connsiteX29" fmla="*/ 223531 w 321321"/>
                <a:gd name="connsiteY29" fmla="*/ 36322 h 293793"/>
                <a:gd name="connsiteX30" fmla="*/ 238898 w 321321"/>
                <a:gd name="connsiteY30" fmla="*/ 41910 h 293793"/>
                <a:gd name="connsiteX31" fmla="*/ 245883 w 321321"/>
                <a:gd name="connsiteY31" fmla="*/ 44704 h 293793"/>
                <a:gd name="connsiteX32" fmla="*/ 254265 w 321321"/>
                <a:gd name="connsiteY32" fmla="*/ 51689 h 293793"/>
                <a:gd name="connsiteX33" fmla="*/ 286396 w 321321"/>
                <a:gd name="connsiteY33" fmla="*/ 94996 h 293793"/>
                <a:gd name="connsiteX34" fmla="*/ 294778 w 321321"/>
                <a:gd name="connsiteY34" fmla="*/ 121539 h 293793"/>
                <a:gd name="connsiteX35" fmla="*/ 291984 w 321321"/>
                <a:gd name="connsiteY35" fmla="*/ 134112 h 293793"/>
                <a:gd name="connsiteX36" fmla="*/ 291984 w 321321"/>
                <a:gd name="connsiteY36" fmla="*/ 150876 h 293793"/>
                <a:gd name="connsiteX37" fmla="*/ 296175 w 321321"/>
                <a:gd name="connsiteY37" fmla="*/ 157861 h 293793"/>
                <a:gd name="connsiteX38" fmla="*/ 294778 w 321321"/>
                <a:gd name="connsiteY38" fmla="*/ 156464 h 293793"/>
                <a:gd name="connsiteX39" fmla="*/ 293381 w 321321"/>
                <a:gd name="connsiteY39" fmla="*/ 170434 h 293793"/>
                <a:gd name="connsiteX40" fmla="*/ 290587 w 321321"/>
                <a:gd name="connsiteY40" fmla="*/ 177419 h 293793"/>
                <a:gd name="connsiteX41" fmla="*/ 238898 w 321321"/>
                <a:gd name="connsiteY41" fmla="*/ 261239 h 293793"/>
                <a:gd name="connsiteX42" fmla="*/ 230516 w 321321"/>
                <a:gd name="connsiteY42" fmla="*/ 264033 h 293793"/>
                <a:gd name="connsiteX43" fmla="*/ 173239 w 321321"/>
                <a:gd name="connsiteY43" fmla="*/ 266827 h 293793"/>
                <a:gd name="connsiteX44" fmla="*/ 64273 w 321321"/>
                <a:gd name="connsiteY44" fmla="*/ 236093 h 293793"/>
                <a:gd name="connsiteX45" fmla="*/ 53097 w 321321"/>
                <a:gd name="connsiteY45" fmla="*/ 223520 h 293793"/>
                <a:gd name="connsiteX46" fmla="*/ 43318 w 321321"/>
                <a:gd name="connsiteY46" fmla="*/ 213741 h 293793"/>
                <a:gd name="connsiteX47" fmla="*/ 27951 w 321321"/>
                <a:gd name="connsiteY47" fmla="*/ 122936 h 293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21321" h="293793">
                  <a:moveTo>
                    <a:pt x="29348" y="237490"/>
                  </a:moveTo>
                  <a:cubicBezTo>
                    <a:pt x="30745" y="238887"/>
                    <a:pt x="33539" y="241681"/>
                    <a:pt x="37730" y="245872"/>
                  </a:cubicBezTo>
                  <a:lnTo>
                    <a:pt x="44715" y="254254"/>
                  </a:lnTo>
                  <a:lnTo>
                    <a:pt x="55891" y="264033"/>
                  </a:lnTo>
                  <a:cubicBezTo>
                    <a:pt x="89419" y="284988"/>
                    <a:pt x="125741" y="296164"/>
                    <a:pt x="174636" y="293370"/>
                  </a:cubicBezTo>
                  <a:cubicBezTo>
                    <a:pt x="194194" y="291973"/>
                    <a:pt x="212355" y="290576"/>
                    <a:pt x="237501" y="290576"/>
                  </a:cubicBezTo>
                  <a:lnTo>
                    <a:pt x="244486" y="287782"/>
                  </a:lnTo>
                  <a:cubicBezTo>
                    <a:pt x="250074" y="286385"/>
                    <a:pt x="255662" y="283591"/>
                    <a:pt x="259853" y="279400"/>
                  </a:cubicBezTo>
                  <a:cubicBezTo>
                    <a:pt x="291984" y="257048"/>
                    <a:pt x="310145" y="223520"/>
                    <a:pt x="315733" y="184404"/>
                  </a:cubicBezTo>
                  <a:lnTo>
                    <a:pt x="319924" y="176022"/>
                  </a:lnTo>
                  <a:cubicBezTo>
                    <a:pt x="321321" y="167640"/>
                    <a:pt x="322718" y="155067"/>
                    <a:pt x="318527" y="146685"/>
                  </a:cubicBezTo>
                  <a:lnTo>
                    <a:pt x="318527" y="134112"/>
                  </a:lnTo>
                  <a:lnTo>
                    <a:pt x="319924" y="127127"/>
                  </a:lnTo>
                  <a:cubicBezTo>
                    <a:pt x="321321" y="124333"/>
                    <a:pt x="321321" y="121539"/>
                    <a:pt x="321321" y="118745"/>
                  </a:cubicBezTo>
                  <a:cubicBezTo>
                    <a:pt x="321321" y="106172"/>
                    <a:pt x="315733" y="93599"/>
                    <a:pt x="310145" y="82423"/>
                  </a:cubicBezTo>
                  <a:cubicBezTo>
                    <a:pt x="298969" y="62865"/>
                    <a:pt x="287793" y="43307"/>
                    <a:pt x="269632" y="29337"/>
                  </a:cubicBezTo>
                  <a:cubicBezTo>
                    <a:pt x="264044" y="25146"/>
                    <a:pt x="258456" y="19558"/>
                    <a:pt x="251471" y="18161"/>
                  </a:cubicBezTo>
                  <a:cubicBezTo>
                    <a:pt x="247280" y="15367"/>
                    <a:pt x="243089" y="12573"/>
                    <a:pt x="238898" y="11176"/>
                  </a:cubicBezTo>
                  <a:cubicBezTo>
                    <a:pt x="234707" y="9779"/>
                    <a:pt x="230516" y="9779"/>
                    <a:pt x="226325" y="9779"/>
                  </a:cubicBezTo>
                  <a:cubicBezTo>
                    <a:pt x="199782" y="0"/>
                    <a:pt x="183018" y="1397"/>
                    <a:pt x="156475" y="0"/>
                  </a:cubicBezTo>
                  <a:cubicBezTo>
                    <a:pt x="115962" y="0"/>
                    <a:pt x="92213" y="15367"/>
                    <a:pt x="50303" y="32131"/>
                  </a:cubicBezTo>
                  <a:cubicBezTo>
                    <a:pt x="36333" y="47498"/>
                    <a:pt x="22363" y="64262"/>
                    <a:pt x="15378" y="81026"/>
                  </a:cubicBezTo>
                  <a:cubicBezTo>
                    <a:pt x="9790" y="92202"/>
                    <a:pt x="4202" y="106172"/>
                    <a:pt x="2805" y="117348"/>
                  </a:cubicBezTo>
                  <a:cubicBezTo>
                    <a:pt x="-2783" y="146685"/>
                    <a:pt x="-2783" y="219329"/>
                    <a:pt x="29348" y="237490"/>
                  </a:cubicBezTo>
                  <a:close/>
                  <a:moveTo>
                    <a:pt x="27951" y="122936"/>
                  </a:moveTo>
                  <a:cubicBezTo>
                    <a:pt x="29348" y="118745"/>
                    <a:pt x="30745" y="113157"/>
                    <a:pt x="33539" y="106172"/>
                  </a:cubicBezTo>
                  <a:lnTo>
                    <a:pt x="39127" y="90805"/>
                  </a:lnTo>
                  <a:cubicBezTo>
                    <a:pt x="44715" y="79629"/>
                    <a:pt x="54494" y="67056"/>
                    <a:pt x="67067" y="53086"/>
                  </a:cubicBezTo>
                  <a:cubicBezTo>
                    <a:pt x="97801" y="41910"/>
                    <a:pt x="121550" y="26543"/>
                    <a:pt x="155078" y="26543"/>
                  </a:cubicBezTo>
                  <a:cubicBezTo>
                    <a:pt x="181621" y="29337"/>
                    <a:pt x="192797" y="26543"/>
                    <a:pt x="223531" y="36322"/>
                  </a:cubicBezTo>
                  <a:cubicBezTo>
                    <a:pt x="230516" y="36322"/>
                    <a:pt x="231913" y="37719"/>
                    <a:pt x="238898" y="41910"/>
                  </a:cubicBezTo>
                  <a:lnTo>
                    <a:pt x="245883" y="44704"/>
                  </a:lnTo>
                  <a:lnTo>
                    <a:pt x="254265" y="51689"/>
                  </a:lnTo>
                  <a:cubicBezTo>
                    <a:pt x="268235" y="61468"/>
                    <a:pt x="276617" y="79629"/>
                    <a:pt x="286396" y="94996"/>
                  </a:cubicBezTo>
                  <a:cubicBezTo>
                    <a:pt x="290587" y="101981"/>
                    <a:pt x="294778" y="110363"/>
                    <a:pt x="294778" y="121539"/>
                  </a:cubicBezTo>
                  <a:lnTo>
                    <a:pt x="291984" y="134112"/>
                  </a:lnTo>
                  <a:lnTo>
                    <a:pt x="291984" y="150876"/>
                  </a:lnTo>
                  <a:lnTo>
                    <a:pt x="296175" y="157861"/>
                  </a:lnTo>
                  <a:lnTo>
                    <a:pt x="294778" y="156464"/>
                  </a:lnTo>
                  <a:cubicBezTo>
                    <a:pt x="294778" y="160655"/>
                    <a:pt x="294778" y="166243"/>
                    <a:pt x="293381" y="170434"/>
                  </a:cubicBezTo>
                  <a:lnTo>
                    <a:pt x="290587" y="177419"/>
                  </a:lnTo>
                  <a:cubicBezTo>
                    <a:pt x="284999" y="212344"/>
                    <a:pt x="269632" y="240284"/>
                    <a:pt x="238898" y="261239"/>
                  </a:cubicBezTo>
                  <a:lnTo>
                    <a:pt x="230516" y="264033"/>
                  </a:lnTo>
                  <a:cubicBezTo>
                    <a:pt x="209561" y="264033"/>
                    <a:pt x="192797" y="265430"/>
                    <a:pt x="173239" y="266827"/>
                  </a:cubicBezTo>
                  <a:cubicBezTo>
                    <a:pt x="129932" y="268224"/>
                    <a:pt x="97801" y="259842"/>
                    <a:pt x="64273" y="236093"/>
                  </a:cubicBezTo>
                  <a:lnTo>
                    <a:pt x="53097" y="223520"/>
                  </a:lnTo>
                  <a:cubicBezTo>
                    <a:pt x="53097" y="222123"/>
                    <a:pt x="47509" y="215138"/>
                    <a:pt x="43318" y="213741"/>
                  </a:cubicBezTo>
                  <a:cubicBezTo>
                    <a:pt x="27951" y="191389"/>
                    <a:pt x="23760" y="155067"/>
                    <a:pt x="27951" y="122936"/>
                  </a:cubicBez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C6A034E8-0049-4EFA-B5CE-E25C6E9DA355}"/>
                </a:ext>
              </a:extLst>
            </p:cNvPr>
            <p:cNvSpPr/>
            <p:nvPr/>
          </p:nvSpPr>
          <p:spPr>
            <a:xfrm>
              <a:off x="5600860" y="4792663"/>
              <a:ext cx="364435" cy="340271"/>
            </a:xfrm>
            <a:custGeom>
              <a:avLst/>
              <a:gdLst>
                <a:gd name="connsiteX0" fmla="*/ 337405 w 364435"/>
                <a:gd name="connsiteY0" fmla="*/ 70928 h 340271"/>
                <a:gd name="connsiteX1" fmla="*/ 136237 w 364435"/>
                <a:gd name="connsiteY1" fmla="*/ 5269 h 340271"/>
                <a:gd name="connsiteX2" fmla="*/ 63593 w 364435"/>
                <a:gd name="connsiteY2" fmla="*/ 44385 h 340271"/>
                <a:gd name="connsiteX3" fmla="*/ 55211 w 364435"/>
                <a:gd name="connsiteY3" fmla="*/ 51370 h 340271"/>
                <a:gd name="connsiteX4" fmla="*/ 44035 w 364435"/>
                <a:gd name="connsiteY4" fmla="*/ 59752 h 340271"/>
                <a:gd name="connsiteX5" fmla="*/ 31462 w 364435"/>
                <a:gd name="connsiteY5" fmla="*/ 68134 h 340271"/>
                <a:gd name="connsiteX6" fmla="*/ 20286 w 364435"/>
                <a:gd name="connsiteY6" fmla="*/ 77913 h 340271"/>
                <a:gd name="connsiteX7" fmla="*/ 17492 w 364435"/>
                <a:gd name="connsiteY7" fmla="*/ 84898 h 340271"/>
                <a:gd name="connsiteX8" fmla="*/ 14698 w 364435"/>
                <a:gd name="connsiteY8" fmla="*/ 93280 h 340271"/>
                <a:gd name="connsiteX9" fmla="*/ 7713 w 364435"/>
                <a:gd name="connsiteY9" fmla="*/ 103059 h 340271"/>
                <a:gd name="connsiteX10" fmla="*/ 10507 w 364435"/>
                <a:gd name="connsiteY10" fmla="*/ 216216 h 340271"/>
                <a:gd name="connsiteX11" fmla="*/ 13301 w 364435"/>
                <a:gd name="connsiteY11" fmla="*/ 225995 h 340271"/>
                <a:gd name="connsiteX12" fmla="*/ 18889 w 364435"/>
                <a:gd name="connsiteY12" fmla="*/ 235774 h 340271"/>
                <a:gd name="connsiteX13" fmla="*/ 214469 w 364435"/>
                <a:gd name="connsiteY13" fmla="*/ 339152 h 340271"/>
                <a:gd name="connsiteX14" fmla="*/ 362551 w 364435"/>
                <a:gd name="connsiteY14" fmla="*/ 200849 h 340271"/>
                <a:gd name="connsiteX15" fmla="*/ 363948 w 364435"/>
                <a:gd name="connsiteY15" fmla="*/ 189673 h 340271"/>
                <a:gd name="connsiteX16" fmla="*/ 356963 w 364435"/>
                <a:gd name="connsiteY16" fmla="*/ 121220 h 340271"/>
                <a:gd name="connsiteX17" fmla="*/ 337405 w 364435"/>
                <a:gd name="connsiteY17" fmla="*/ 70928 h 340271"/>
                <a:gd name="connsiteX18" fmla="*/ 337405 w 364435"/>
                <a:gd name="connsiteY18" fmla="*/ 186879 h 340271"/>
                <a:gd name="connsiteX19" fmla="*/ 336008 w 364435"/>
                <a:gd name="connsiteY19" fmla="*/ 199452 h 340271"/>
                <a:gd name="connsiteX20" fmla="*/ 336008 w 364435"/>
                <a:gd name="connsiteY20" fmla="*/ 206437 h 340271"/>
                <a:gd name="connsiteX21" fmla="*/ 213072 w 364435"/>
                <a:gd name="connsiteY21" fmla="*/ 312609 h 340271"/>
                <a:gd name="connsiteX22" fmla="*/ 42638 w 364435"/>
                <a:gd name="connsiteY22" fmla="*/ 223201 h 340271"/>
                <a:gd name="connsiteX23" fmla="*/ 35653 w 364435"/>
                <a:gd name="connsiteY23" fmla="*/ 209231 h 340271"/>
                <a:gd name="connsiteX24" fmla="*/ 31462 w 364435"/>
                <a:gd name="connsiteY24" fmla="*/ 114235 h 340271"/>
                <a:gd name="connsiteX25" fmla="*/ 37050 w 364435"/>
                <a:gd name="connsiteY25" fmla="*/ 107250 h 340271"/>
                <a:gd name="connsiteX26" fmla="*/ 41241 w 364435"/>
                <a:gd name="connsiteY26" fmla="*/ 97471 h 340271"/>
                <a:gd name="connsiteX27" fmla="*/ 46829 w 364435"/>
                <a:gd name="connsiteY27" fmla="*/ 90486 h 340271"/>
                <a:gd name="connsiteX28" fmla="*/ 59402 w 364435"/>
                <a:gd name="connsiteY28" fmla="*/ 82104 h 340271"/>
                <a:gd name="connsiteX29" fmla="*/ 81754 w 364435"/>
                <a:gd name="connsiteY29" fmla="*/ 62546 h 340271"/>
                <a:gd name="connsiteX30" fmla="*/ 141825 w 364435"/>
                <a:gd name="connsiteY30" fmla="*/ 31812 h 340271"/>
                <a:gd name="connsiteX31" fmla="*/ 316450 w 364435"/>
                <a:gd name="connsiteY31" fmla="*/ 87692 h 340271"/>
                <a:gd name="connsiteX32" fmla="*/ 330420 w 364435"/>
                <a:gd name="connsiteY32" fmla="*/ 126808 h 340271"/>
                <a:gd name="connsiteX33" fmla="*/ 337405 w 364435"/>
                <a:gd name="connsiteY33" fmla="*/ 186879 h 340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64435" h="340271">
                  <a:moveTo>
                    <a:pt x="337405" y="70928"/>
                  </a:moveTo>
                  <a:cubicBezTo>
                    <a:pt x="296892" y="2475"/>
                    <a:pt x="199102" y="-8701"/>
                    <a:pt x="136237" y="5269"/>
                  </a:cubicBezTo>
                  <a:cubicBezTo>
                    <a:pt x="105503" y="12254"/>
                    <a:pt x="80357" y="29018"/>
                    <a:pt x="63593" y="44385"/>
                  </a:cubicBezTo>
                  <a:lnTo>
                    <a:pt x="55211" y="51370"/>
                  </a:lnTo>
                  <a:cubicBezTo>
                    <a:pt x="52417" y="54164"/>
                    <a:pt x="48226" y="56958"/>
                    <a:pt x="44035" y="59752"/>
                  </a:cubicBezTo>
                  <a:lnTo>
                    <a:pt x="31462" y="68134"/>
                  </a:lnTo>
                  <a:lnTo>
                    <a:pt x="20286" y="77913"/>
                  </a:lnTo>
                  <a:cubicBezTo>
                    <a:pt x="18889" y="80707"/>
                    <a:pt x="18889" y="83501"/>
                    <a:pt x="17492" y="84898"/>
                  </a:cubicBezTo>
                  <a:lnTo>
                    <a:pt x="14698" y="93280"/>
                  </a:lnTo>
                  <a:cubicBezTo>
                    <a:pt x="11904" y="96074"/>
                    <a:pt x="9110" y="98868"/>
                    <a:pt x="7713" y="103059"/>
                  </a:cubicBezTo>
                  <a:cubicBezTo>
                    <a:pt x="-7654" y="139381"/>
                    <a:pt x="3522" y="177100"/>
                    <a:pt x="10507" y="216216"/>
                  </a:cubicBezTo>
                  <a:lnTo>
                    <a:pt x="13301" y="225995"/>
                  </a:lnTo>
                  <a:lnTo>
                    <a:pt x="18889" y="235774"/>
                  </a:lnTo>
                  <a:cubicBezTo>
                    <a:pt x="53814" y="308418"/>
                    <a:pt x="129252" y="347534"/>
                    <a:pt x="214469" y="339152"/>
                  </a:cubicBezTo>
                  <a:cubicBezTo>
                    <a:pt x="261967" y="343343"/>
                    <a:pt x="368139" y="276287"/>
                    <a:pt x="362551" y="200849"/>
                  </a:cubicBezTo>
                  <a:lnTo>
                    <a:pt x="363948" y="189673"/>
                  </a:lnTo>
                  <a:cubicBezTo>
                    <a:pt x="365345" y="164527"/>
                    <a:pt x="363948" y="144969"/>
                    <a:pt x="356963" y="121220"/>
                  </a:cubicBezTo>
                  <a:cubicBezTo>
                    <a:pt x="356963" y="103059"/>
                    <a:pt x="345787" y="80707"/>
                    <a:pt x="337405" y="70928"/>
                  </a:cubicBezTo>
                  <a:close/>
                  <a:moveTo>
                    <a:pt x="337405" y="186879"/>
                  </a:moveTo>
                  <a:lnTo>
                    <a:pt x="336008" y="199452"/>
                  </a:lnTo>
                  <a:lnTo>
                    <a:pt x="336008" y="206437"/>
                  </a:lnTo>
                  <a:cubicBezTo>
                    <a:pt x="340199" y="256729"/>
                    <a:pt x="252188" y="316800"/>
                    <a:pt x="213072" y="312609"/>
                  </a:cubicBezTo>
                  <a:cubicBezTo>
                    <a:pt x="137634" y="320991"/>
                    <a:pt x="73372" y="286066"/>
                    <a:pt x="42638" y="223201"/>
                  </a:cubicBezTo>
                  <a:lnTo>
                    <a:pt x="35653" y="209231"/>
                  </a:lnTo>
                  <a:cubicBezTo>
                    <a:pt x="31462" y="179894"/>
                    <a:pt x="20286" y="142175"/>
                    <a:pt x="31462" y="114235"/>
                  </a:cubicBezTo>
                  <a:lnTo>
                    <a:pt x="37050" y="107250"/>
                  </a:lnTo>
                  <a:lnTo>
                    <a:pt x="41241" y="97471"/>
                  </a:lnTo>
                  <a:lnTo>
                    <a:pt x="46829" y="90486"/>
                  </a:lnTo>
                  <a:lnTo>
                    <a:pt x="59402" y="82104"/>
                  </a:lnTo>
                  <a:cubicBezTo>
                    <a:pt x="66387" y="76516"/>
                    <a:pt x="76166" y="70928"/>
                    <a:pt x="81754" y="62546"/>
                  </a:cubicBezTo>
                  <a:cubicBezTo>
                    <a:pt x="98518" y="49973"/>
                    <a:pt x="118076" y="37400"/>
                    <a:pt x="141825" y="31812"/>
                  </a:cubicBezTo>
                  <a:cubicBezTo>
                    <a:pt x="200499" y="17842"/>
                    <a:pt x="284319" y="31812"/>
                    <a:pt x="316450" y="87692"/>
                  </a:cubicBezTo>
                  <a:cubicBezTo>
                    <a:pt x="322038" y="94677"/>
                    <a:pt x="330420" y="111441"/>
                    <a:pt x="330420" y="126808"/>
                  </a:cubicBezTo>
                  <a:cubicBezTo>
                    <a:pt x="337405" y="149160"/>
                    <a:pt x="338802" y="164527"/>
                    <a:pt x="337405" y="186879"/>
                  </a:cubicBez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900A4A3E-E55F-4FED-B2CE-DC47B72F18F7}"/>
                </a:ext>
              </a:extLst>
            </p:cNvPr>
            <p:cNvSpPr/>
            <p:nvPr/>
          </p:nvSpPr>
          <p:spPr>
            <a:xfrm>
              <a:off x="5411108" y="4242363"/>
              <a:ext cx="746543" cy="1037387"/>
            </a:xfrm>
            <a:custGeom>
              <a:avLst/>
              <a:gdLst>
                <a:gd name="connsiteX0" fmla="*/ 745090 w 746543"/>
                <a:gd name="connsiteY0" fmla="*/ 696667 h 1037387"/>
                <a:gd name="connsiteX1" fmla="*/ 743693 w 746543"/>
                <a:gd name="connsiteY1" fmla="*/ 682697 h 1037387"/>
                <a:gd name="connsiteX2" fmla="*/ 742296 w 746543"/>
                <a:gd name="connsiteY2" fmla="*/ 672918 h 1037387"/>
                <a:gd name="connsiteX3" fmla="*/ 740899 w 746543"/>
                <a:gd name="connsiteY3" fmla="*/ 663139 h 1037387"/>
                <a:gd name="connsiteX4" fmla="*/ 738105 w 746543"/>
                <a:gd name="connsiteY4" fmla="*/ 654757 h 1037387"/>
                <a:gd name="connsiteX5" fmla="*/ 732517 w 746543"/>
                <a:gd name="connsiteY5" fmla="*/ 639390 h 1037387"/>
                <a:gd name="connsiteX6" fmla="*/ 715753 w 746543"/>
                <a:gd name="connsiteY6" fmla="*/ 612847 h 1037387"/>
                <a:gd name="connsiteX7" fmla="*/ 678034 w 746543"/>
                <a:gd name="connsiteY7" fmla="*/ 558364 h 1037387"/>
                <a:gd name="connsiteX8" fmla="*/ 605390 w 746543"/>
                <a:gd name="connsiteY8" fmla="*/ 506675 h 1037387"/>
                <a:gd name="connsiteX9" fmla="*/ 591420 w 746543"/>
                <a:gd name="connsiteY9" fmla="*/ 498293 h 1037387"/>
                <a:gd name="connsiteX10" fmla="*/ 583038 w 746543"/>
                <a:gd name="connsiteY10" fmla="*/ 492705 h 1037387"/>
                <a:gd name="connsiteX11" fmla="*/ 616566 w 746543"/>
                <a:gd name="connsiteY11" fmla="*/ 467559 h 1037387"/>
                <a:gd name="connsiteX12" fmla="*/ 627742 w 746543"/>
                <a:gd name="connsiteY12" fmla="*/ 457780 h 1037387"/>
                <a:gd name="connsiteX13" fmla="*/ 640315 w 746543"/>
                <a:gd name="connsiteY13" fmla="*/ 448001 h 1037387"/>
                <a:gd name="connsiteX14" fmla="*/ 647300 w 746543"/>
                <a:gd name="connsiteY14" fmla="*/ 441016 h 1037387"/>
                <a:gd name="connsiteX15" fmla="*/ 700386 w 746543"/>
                <a:gd name="connsiteY15" fmla="*/ 354402 h 1037387"/>
                <a:gd name="connsiteX16" fmla="*/ 705974 w 746543"/>
                <a:gd name="connsiteY16" fmla="*/ 326462 h 1037387"/>
                <a:gd name="connsiteX17" fmla="*/ 705974 w 746543"/>
                <a:gd name="connsiteY17" fmla="*/ 319477 h 1037387"/>
                <a:gd name="connsiteX18" fmla="*/ 705974 w 746543"/>
                <a:gd name="connsiteY18" fmla="*/ 306904 h 1037387"/>
                <a:gd name="connsiteX19" fmla="*/ 707371 w 746543"/>
                <a:gd name="connsiteY19" fmla="*/ 276170 h 1037387"/>
                <a:gd name="connsiteX20" fmla="*/ 705974 w 746543"/>
                <a:gd name="connsiteY20" fmla="*/ 267788 h 1037387"/>
                <a:gd name="connsiteX21" fmla="*/ 704577 w 746543"/>
                <a:gd name="connsiteY21" fmla="*/ 258009 h 1037387"/>
                <a:gd name="connsiteX22" fmla="*/ 675240 w 746543"/>
                <a:gd name="connsiteY22" fmla="*/ 186762 h 1037387"/>
                <a:gd name="connsiteX23" fmla="*/ 669652 w 746543"/>
                <a:gd name="connsiteY23" fmla="*/ 175586 h 1037387"/>
                <a:gd name="connsiteX24" fmla="*/ 556495 w 746543"/>
                <a:gd name="connsiteY24" fmla="*/ 45665 h 1037387"/>
                <a:gd name="connsiteX25" fmla="*/ 507600 w 746543"/>
                <a:gd name="connsiteY25" fmla="*/ 21916 h 1037387"/>
                <a:gd name="connsiteX26" fmla="*/ 497821 w 746543"/>
                <a:gd name="connsiteY26" fmla="*/ 19122 h 1037387"/>
                <a:gd name="connsiteX27" fmla="*/ 486645 w 746543"/>
                <a:gd name="connsiteY27" fmla="*/ 17725 h 1037387"/>
                <a:gd name="connsiteX28" fmla="*/ 458705 w 746543"/>
                <a:gd name="connsiteY28" fmla="*/ 7945 h 1037387"/>
                <a:gd name="connsiteX29" fmla="*/ 412604 w 746543"/>
                <a:gd name="connsiteY29" fmla="*/ 960 h 1037387"/>
                <a:gd name="connsiteX30" fmla="*/ 381870 w 746543"/>
                <a:gd name="connsiteY30" fmla="*/ 2357 h 1037387"/>
                <a:gd name="connsiteX31" fmla="*/ 349739 w 746543"/>
                <a:gd name="connsiteY31" fmla="*/ 2357 h 1037387"/>
                <a:gd name="connsiteX32" fmla="*/ 338563 w 746543"/>
                <a:gd name="connsiteY32" fmla="*/ 3754 h 1037387"/>
                <a:gd name="connsiteX33" fmla="*/ 331578 w 746543"/>
                <a:gd name="connsiteY33" fmla="*/ 6548 h 1037387"/>
                <a:gd name="connsiteX34" fmla="*/ 320402 w 746543"/>
                <a:gd name="connsiteY34" fmla="*/ 7945 h 1037387"/>
                <a:gd name="connsiteX35" fmla="*/ 309226 w 746543"/>
                <a:gd name="connsiteY35" fmla="*/ 7945 h 1037387"/>
                <a:gd name="connsiteX36" fmla="*/ 191878 w 746543"/>
                <a:gd name="connsiteY36" fmla="*/ 51253 h 1037387"/>
                <a:gd name="connsiteX37" fmla="*/ 184893 w 746543"/>
                <a:gd name="connsiteY37" fmla="*/ 58238 h 1037387"/>
                <a:gd name="connsiteX38" fmla="*/ 173717 w 746543"/>
                <a:gd name="connsiteY38" fmla="*/ 68016 h 1037387"/>
                <a:gd name="connsiteX39" fmla="*/ 159747 w 746543"/>
                <a:gd name="connsiteY39" fmla="*/ 77796 h 1037387"/>
                <a:gd name="connsiteX40" fmla="*/ 77324 w 746543"/>
                <a:gd name="connsiteY40" fmla="*/ 154631 h 1037387"/>
                <a:gd name="connsiteX41" fmla="*/ 36811 w 746543"/>
                <a:gd name="connsiteY41" fmla="*/ 270582 h 1037387"/>
                <a:gd name="connsiteX42" fmla="*/ 35414 w 746543"/>
                <a:gd name="connsiteY42" fmla="*/ 332050 h 1037387"/>
                <a:gd name="connsiteX43" fmla="*/ 47987 w 746543"/>
                <a:gd name="connsiteY43" fmla="*/ 366975 h 1037387"/>
                <a:gd name="connsiteX44" fmla="*/ 60560 w 746543"/>
                <a:gd name="connsiteY44" fmla="*/ 393518 h 1037387"/>
                <a:gd name="connsiteX45" fmla="*/ 81515 w 746543"/>
                <a:gd name="connsiteY45" fmla="*/ 425649 h 1037387"/>
                <a:gd name="connsiteX46" fmla="*/ 173717 w 746543"/>
                <a:gd name="connsiteY46" fmla="*/ 477338 h 1037387"/>
                <a:gd name="connsiteX47" fmla="*/ 84309 w 746543"/>
                <a:gd name="connsiteY47" fmla="*/ 536012 h 1037387"/>
                <a:gd name="connsiteX48" fmla="*/ 47987 w 746543"/>
                <a:gd name="connsiteY48" fmla="*/ 583510 h 1037387"/>
                <a:gd name="connsiteX49" fmla="*/ 38208 w 746543"/>
                <a:gd name="connsiteY49" fmla="*/ 604465 h 1037387"/>
                <a:gd name="connsiteX50" fmla="*/ 28429 w 746543"/>
                <a:gd name="connsiteY50" fmla="*/ 619832 h 1037387"/>
                <a:gd name="connsiteX51" fmla="*/ 21444 w 746543"/>
                <a:gd name="connsiteY51" fmla="*/ 635199 h 1037387"/>
                <a:gd name="connsiteX52" fmla="*/ 10268 w 746543"/>
                <a:gd name="connsiteY52" fmla="*/ 663139 h 1037387"/>
                <a:gd name="connsiteX53" fmla="*/ 1886 w 746543"/>
                <a:gd name="connsiteY53" fmla="*/ 765120 h 1037387"/>
                <a:gd name="connsiteX54" fmla="*/ 1886 w 746543"/>
                <a:gd name="connsiteY54" fmla="*/ 784678 h 1037387"/>
                <a:gd name="connsiteX55" fmla="*/ 3283 w 746543"/>
                <a:gd name="connsiteY55" fmla="*/ 795854 h 1037387"/>
                <a:gd name="connsiteX56" fmla="*/ 13062 w 746543"/>
                <a:gd name="connsiteY56" fmla="*/ 815412 h 1037387"/>
                <a:gd name="connsiteX57" fmla="*/ 61957 w 746543"/>
                <a:gd name="connsiteY57" fmla="*/ 903423 h 1037387"/>
                <a:gd name="connsiteX58" fmla="*/ 74530 w 746543"/>
                <a:gd name="connsiteY58" fmla="*/ 920187 h 1037387"/>
                <a:gd name="connsiteX59" fmla="*/ 98279 w 746543"/>
                <a:gd name="connsiteY59" fmla="*/ 945333 h 1037387"/>
                <a:gd name="connsiteX60" fmla="*/ 105264 w 746543"/>
                <a:gd name="connsiteY60" fmla="*/ 948127 h 1037387"/>
                <a:gd name="connsiteX61" fmla="*/ 191878 w 746543"/>
                <a:gd name="connsiteY61" fmla="*/ 1004007 h 1037387"/>
                <a:gd name="connsiteX62" fmla="*/ 282683 w 746543"/>
                <a:gd name="connsiteY62" fmla="*/ 1030550 h 1037387"/>
                <a:gd name="connsiteX63" fmla="*/ 331578 w 746543"/>
                <a:gd name="connsiteY63" fmla="*/ 1036138 h 1037387"/>
                <a:gd name="connsiteX64" fmla="*/ 339960 w 746543"/>
                <a:gd name="connsiteY64" fmla="*/ 1036138 h 1037387"/>
                <a:gd name="connsiteX65" fmla="*/ 423780 w 746543"/>
                <a:gd name="connsiteY65" fmla="*/ 1033344 h 1037387"/>
                <a:gd name="connsiteX66" fmla="*/ 432162 w 746543"/>
                <a:gd name="connsiteY66" fmla="*/ 1031947 h 1037387"/>
                <a:gd name="connsiteX67" fmla="*/ 441941 w 746543"/>
                <a:gd name="connsiteY67" fmla="*/ 1031947 h 1037387"/>
                <a:gd name="connsiteX68" fmla="*/ 460102 w 746543"/>
                <a:gd name="connsiteY68" fmla="*/ 1027756 h 1037387"/>
                <a:gd name="connsiteX69" fmla="*/ 481057 w 746543"/>
                <a:gd name="connsiteY69" fmla="*/ 1020771 h 1037387"/>
                <a:gd name="connsiteX70" fmla="*/ 545319 w 746543"/>
                <a:gd name="connsiteY70" fmla="*/ 992831 h 1037387"/>
                <a:gd name="connsiteX71" fmla="*/ 559289 w 746543"/>
                <a:gd name="connsiteY71" fmla="*/ 985846 h 1037387"/>
                <a:gd name="connsiteX72" fmla="*/ 573259 w 746543"/>
                <a:gd name="connsiteY72" fmla="*/ 981655 h 1037387"/>
                <a:gd name="connsiteX73" fmla="*/ 606787 w 746543"/>
                <a:gd name="connsiteY73" fmla="*/ 969082 h 1037387"/>
                <a:gd name="connsiteX74" fmla="*/ 609581 w 746543"/>
                <a:gd name="connsiteY74" fmla="*/ 967685 h 1037387"/>
                <a:gd name="connsiteX75" fmla="*/ 701783 w 746543"/>
                <a:gd name="connsiteY75" fmla="*/ 871292 h 1037387"/>
                <a:gd name="connsiteX76" fmla="*/ 707371 w 746543"/>
                <a:gd name="connsiteY76" fmla="*/ 862910 h 1037387"/>
                <a:gd name="connsiteX77" fmla="*/ 714356 w 746543"/>
                <a:gd name="connsiteY77" fmla="*/ 851734 h 1037387"/>
                <a:gd name="connsiteX78" fmla="*/ 721341 w 746543"/>
                <a:gd name="connsiteY78" fmla="*/ 836367 h 1037387"/>
                <a:gd name="connsiteX79" fmla="*/ 724135 w 746543"/>
                <a:gd name="connsiteY79" fmla="*/ 823794 h 1037387"/>
                <a:gd name="connsiteX80" fmla="*/ 726929 w 746543"/>
                <a:gd name="connsiteY80" fmla="*/ 815412 h 1037387"/>
                <a:gd name="connsiteX81" fmla="*/ 732517 w 746543"/>
                <a:gd name="connsiteY81" fmla="*/ 795854 h 1037387"/>
                <a:gd name="connsiteX82" fmla="*/ 736708 w 746543"/>
                <a:gd name="connsiteY82" fmla="*/ 786075 h 1037387"/>
                <a:gd name="connsiteX83" fmla="*/ 740899 w 746543"/>
                <a:gd name="connsiteY83" fmla="*/ 769311 h 1037387"/>
                <a:gd name="connsiteX84" fmla="*/ 743693 w 746543"/>
                <a:gd name="connsiteY84" fmla="*/ 760929 h 1037387"/>
                <a:gd name="connsiteX85" fmla="*/ 742296 w 746543"/>
                <a:gd name="connsiteY85" fmla="*/ 751150 h 1037387"/>
                <a:gd name="connsiteX86" fmla="*/ 745090 w 746543"/>
                <a:gd name="connsiteY86" fmla="*/ 696667 h 1037387"/>
                <a:gd name="connsiteX87" fmla="*/ 715753 w 746543"/>
                <a:gd name="connsiteY87" fmla="*/ 752547 h 1037387"/>
                <a:gd name="connsiteX88" fmla="*/ 714356 w 746543"/>
                <a:gd name="connsiteY88" fmla="*/ 762326 h 1037387"/>
                <a:gd name="connsiteX89" fmla="*/ 711562 w 746543"/>
                <a:gd name="connsiteY89" fmla="*/ 776296 h 1037387"/>
                <a:gd name="connsiteX90" fmla="*/ 705974 w 746543"/>
                <a:gd name="connsiteY90" fmla="*/ 788869 h 1037387"/>
                <a:gd name="connsiteX91" fmla="*/ 701783 w 746543"/>
                <a:gd name="connsiteY91" fmla="*/ 808427 h 1037387"/>
                <a:gd name="connsiteX92" fmla="*/ 694798 w 746543"/>
                <a:gd name="connsiteY92" fmla="*/ 829382 h 1037387"/>
                <a:gd name="connsiteX93" fmla="*/ 690607 w 746543"/>
                <a:gd name="connsiteY93" fmla="*/ 839161 h 1037387"/>
                <a:gd name="connsiteX94" fmla="*/ 683622 w 746543"/>
                <a:gd name="connsiteY94" fmla="*/ 850337 h 1037387"/>
                <a:gd name="connsiteX95" fmla="*/ 679431 w 746543"/>
                <a:gd name="connsiteY95" fmla="*/ 857322 h 1037387"/>
                <a:gd name="connsiteX96" fmla="*/ 595611 w 746543"/>
                <a:gd name="connsiteY96" fmla="*/ 943936 h 1037387"/>
                <a:gd name="connsiteX97" fmla="*/ 585832 w 746543"/>
                <a:gd name="connsiteY97" fmla="*/ 948127 h 1037387"/>
                <a:gd name="connsiteX98" fmla="*/ 532746 w 746543"/>
                <a:gd name="connsiteY98" fmla="*/ 969082 h 1037387"/>
                <a:gd name="connsiteX99" fmla="*/ 469881 w 746543"/>
                <a:gd name="connsiteY99" fmla="*/ 997022 h 1037387"/>
                <a:gd name="connsiteX100" fmla="*/ 451720 w 746543"/>
                <a:gd name="connsiteY100" fmla="*/ 1002610 h 1037387"/>
                <a:gd name="connsiteX101" fmla="*/ 440544 w 746543"/>
                <a:gd name="connsiteY101" fmla="*/ 1005404 h 1037387"/>
                <a:gd name="connsiteX102" fmla="*/ 427971 w 746543"/>
                <a:gd name="connsiteY102" fmla="*/ 1005404 h 1037387"/>
                <a:gd name="connsiteX103" fmla="*/ 418192 w 746543"/>
                <a:gd name="connsiteY103" fmla="*/ 1008198 h 1037387"/>
                <a:gd name="connsiteX104" fmla="*/ 339960 w 746543"/>
                <a:gd name="connsiteY104" fmla="*/ 1009595 h 1037387"/>
                <a:gd name="connsiteX105" fmla="*/ 328784 w 746543"/>
                <a:gd name="connsiteY105" fmla="*/ 1008198 h 1037387"/>
                <a:gd name="connsiteX106" fmla="*/ 282683 w 746543"/>
                <a:gd name="connsiteY106" fmla="*/ 1004007 h 1037387"/>
                <a:gd name="connsiteX107" fmla="*/ 201657 w 746543"/>
                <a:gd name="connsiteY107" fmla="*/ 980258 h 1037387"/>
                <a:gd name="connsiteX108" fmla="*/ 119234 w 746543"/>
                <a:gd name="connsiteY108" fmla="*/ 924378 h 1037387"/>
                <a:gd name="connsiteX109" fmla="*/ 105264 w 746543"/>
                <a:gd name="connsiteY109" fmla="*/ 918790 h 1037387"/>
                <a:gd name="connsiteX110" fmla="*/ 96882 w 746543"/>
                <a:gd name="connsiteY110" fmla="*/ 904820 h 1037387"/>
                <a:gd name="connsiteX111" fmla="*/ 82912 w 746543"/>
                <a:gd name="connsiteY111" fmla="*/ 886659 h 1037387"/>
                <a:gd name="connsiteX112" fmla="*/ 38208 w 746543"/>
                <a:gd name="connsiteY112" fmla="*/ 805633 h 1037387"/>
                <a:gd name="connsiteX113" fmla="*/ 34017 w 746543"/>
                <a:gd name="connsiteY113" fmla="*/ 795854 h 1037387"/>
                <a:gd name="connsiteX114" fmla="*/ 29826 w 746543"/>
                <a:gd name="connsiteY114" fmla="*/ 788869 h 1037387"/>
                <a:gd name="connsiteX115" fmla="*/ 28429 w 746543"/>
                <a:gd name="connsiteY115" fmla="*/ 780487 h 1037387"/>
                <a:gd name="connsiteX116" fmla="*/ 27032 w 746543"/>
                <a:gd name="connsiteY116" fmla="*/ 773502 h 1037387"/>
                <a:gd name="connsiteX117" fmla="*/ 29826 w 746543"/>
                <a:gd name="connsiteY117" fmla="*/ 766517 h 1037387"/>
                <a:gd name="connsiteX118" fmla="*/ 29826 w 746543"/>
                <a:gd name="connsiteY118" fmla="*/ 755341 h 1037387"/>
                <a:gd name="connsiteX119" fmla="*/ 35414 w 746543"/>
                <a:gd name="connsiteY119" fmla="*/ 672918 h 1037387"/>
                <a:gd name="connsiteX120" fmla="*/ 47987 w 746543"/>
                <a:gd name="connsiteY120" fmla="*/ 642184 h 1037387"/>
                <a:gd name="connsiteX121" fmla="*/ 52178 w 746543"/>
                <a:gd name="connsiteY121" fmla="*/ 633802 h 1037387"/>
                <a:gd name="connsiteX122" fmla="*/ 61957 w 746543"/>
                <a:gd name="connsiteY122" fmla="*/ 617038 h 1037387"/>
                <a:gd name="connsiteX123" fmla="*/ 71736 w 746543"/>
                <a:gd name="connsiteY123" fmla="*/ 594686 h 1037387"/>
                <a:gd name="connsiteX124" fmla="*/ 103867 w 746543"/>
                <a:gd name="connsiteY124" fmla="*/ 555570 h 1037387"/>
                <a:gd name="connsiteX125" fmla="*/ 141586 w 746543"/>
                <a:gd name="connsiteY125" fmla="*/ 524836 h 1037387"/>
                <a:gd name="connsiteX126" fmla="*/ 200260 w 746543"/>
                <a:gd name="connsiteY126" fmla="*/ 478735 h 1037387"/>
                <a:gd name="connsiteX127" fmla="*/ 193275 w 746543"/>
                <a:gd name="connsiteY127" fmla="*/ 459177 h 1037387"/>
                <a:gd name="connsiteX128" fmla="*/ 184893 w 746543"/>
                <a:gd name="connsiteY128" fmla="*/ 450795 h 1037387"/>
                <a:gd name="connsiteX129" fmla="*/ 170923 w 746543"/>
                <a:gd name="connsiteY129" fmla="*/ 446604 h 1037387"/>
                <a:gd name="connsiteX130" fmla="*/ 99676 w 746543"/>
                <a:gd name="connsiteY130" fmla="*/ 404694 h 1037387"/>
                <a:gd name="connsiteX131" fmla="*/ 81515 w 746543"/>
                <a:gd name="connsiteY131" fmla="*/ 376754 h 1037387"/>
                <a:gd name="connsiteX132" fmla="*/ 70339 w 746543"/>
                <a:gd name="connsiteY132" fmla="*/ 353005 h 1037387"/>
                <a:gd name="connsiteX133" fmla="*/ 61957 w 746543"/>
                <a:gd name="connsiteY133" fmla="*/ 329256 h 1037387"/>
                <a:gd name="connsiteX134" fmla="*/ 63354 w 746543"/>
                <a:gd name="connsiteY134" fmla="*/ 270582 h 1037387"/>
                <a:gd name="connsiteX135" fmla="*/ 99676 w 746543"/>
                <a:gd name="connsiteY135" fmla="*/ 169997 h 1037387"/>
                <a:gd name="connsiteX136" fmla="*/ 175114 w 746543"/>
                <a:gd name="connsiteY136" fmla="*/ 98751 h 1037387"/>
                <a:gd name="connsiteX137" fmla="*/ 189084 w 746543"/>
                <a:gd name="connsiteY137" fmla="*/ 90369 h 1037387"/>
                <a:gd name="connsiteX138" fmla="*/ 203054 w 746543"/>
                <a:gd name="connsiteY138" fmla="*/ 77796 h 1037387"/>
                <a:gd name="connsiteX139" fmla="*/ 210039 w 746543"/>
                <a:gd name="connsiteY139" fmla="*/ 70810 h 1037387"/>
                <a:gd name="connsiteX140" fmla="*/ 312020 w 746543"/>
                <a:gd name="connsiteY140" fmla="*/ 34488 h 1037387"/>
                <a:gd name="connsiteX141" fmla="*/ 321799 w 746543"/>
                <a:gd name="connsiteY141" fmla="*/ 34488 h 1037387"/>
                <a:gd name="connsiteX142" fmla="*/ 338563 w 746543"/>
                <a:gd name="connsiteY142" fmla="*/ 31694 h 1037387"/>
                <a:gd name="connsiteX143" fmla="*/ 346945 w 746543"/>
                <a:gd name="connsiteY143" fmla="*/ 28901 h 1037387"/>
                <a:gd name="connsiteX144" fmla="*/ 381870 w 746543"/>
                <a:gd name="connsiteY144" fmla="*/ 28901 h 1037387"/>
                <a:gd name="connsiteX145" fmla="*/ 405619 w 746543"/>
                <a:gd name="connsiteY145" fmla="*/ 27504 h 1037387"/>
                <a:gd name="connsiteX146" fmla="*/ 454514 w 746543"/>
                <a:gd name="connsiteY146" fmla="*/ 34488 h 1037387"/>
                <a:gd name="connsiteX147" fmla="*/ 482454 w 746543"/>
                <a:gd name="connsiteY147" fmla="*/ 44268 h 1037387"/>
                <a:gd name="connsiteX148" fmla="*/ 492233 w 746543"/>
                <a:gd name="connsiteY148" fmla="*/ 45665 h 1037387"/>
                <a:gd name="connsiteX149" fmla="*/ 508997 w 746543"/>
                <a:gd name="connsiteY149" fmla="*/ 48459 h 1037387"/>
                <a:gd name="connsiteX150" fmla="*/ 539731 w 746543"/>
                <a:gd name="connsiteY150" fmla="*/ 66619 h 1037387"/>
                <a:gd name="connsiteX151" fmla="*/ 645903 w 746543"/>
                <a:gd name="connsiteY151" fmla="*/ 186762 h 1037387"/>
                <a:gd name="connsiteX152" fmla="*/ 651491 w 746543"/>
                <a:gd name="connsiteY152" fmla="*/ 199335 h 1037387"/>
                <a:gd name="connsiteX153" fmla="*/ 679431 w 746543"/>
                <a:gd name="connsiteY153" fmla="*/ 264994 h 1037387"/>
                <a:gd name="connsiteX154" fmla="*/ 680828 w 746543"/>
                <a:gd name="connsiteY154" fmla="*/ 277567 h 1037387"/>
                <a:gd name="connsiteX155" fmla="*/ 679431 w 746543"/>
                <a:gd name="connsiteY155" fmla="*/ 304110 h 1037387"/>
                <a:gd name="connsiteX156" fmla="*/ 678034 w 746543"/>
                <a:gd name="connsiteY156" fmla="*/ 318080 h 1037387"/>
                <a:gd name="connsiteX157" fmla="*/ 679431 w 746543"/>
                <a:gd name="connsiteY157" fmla="*/ 327859 h 1037387"/>
                <a:gd name="connsiteX158" fmla="*/ 673843 w 746543"/>
                <a:gd name="connsiteY158" fmla="*/ 351608 h 1037387"/>
                <a:gd name="connsiteX159" fmla="*/ 627742 w 746543"/>
                <a:gd name="connsiteY159" fmla="*/ 422855 h 1037387"/>
                <a:gd name="connsiteX160" fmla="*/ 619360 w 746543"/>
                <a:gd name="connsiteY160" fmla="*/ 429840 h 1037387"/>
                <a:gd name="connsiteX161" fmla="*/ 606787 w 746543"/>
                <a:gd name="connsiteY161" fmla="*/ 441016 h 1037387"/>
                <a:gd name="connsiteX162" fmla="*/ 599802 w 746543"/>
                <a:gd name="connsiteY162" fmla="*/ 446604 h 1037387"/>
                <a:gd name="connsiteX163" fmla="*/ 584435 w 746543"/>
                <a:gd name="connsiteY163" fmla="*/ 459177 h 1037387"/>
                <a:gd name="connsiteX164" fmla="*/ 573259 w 746543"/>
                <a:gd name="connsiteY164" fmla="*/ 517851 h 1037387"/>
                <a:gd name="connsiteX165" fmla="*/ 588626 w 746543"/>
                <a:gd name="connsiteY165" fmla="*/ 527630 h 1037387"/>
                <a:gd name="connsiteX166" fmla="*/ 655682 w 746543"/>
                <a:gd name="connsiteY166" fmla="*/ 573731 h 1037387"/>
                <a:gd name="connsiteX167" fmla="*/ 694798 w 746543"/>
                <a:gd name="connsiteY167" fmla="*/ 631008 h 1037387"/>
                <a:gd name="connsiteX168" fmla="*/ 701783 w 746543"/>
                <a:gd name="connsiteY168" fmla="*/ 639390 h 1037387"/>
                <a:gd name="connsiteX169" fmla="*/ 708768 w 746543"/>
                <a:gd name="connsiteY169" fmla="*/ 651963 h 1037387"/>
                <a:gd name="connsiteX170" fmla="*/ 711562 w 746543"/>
                <a:gd name="connsiteY170" fmla="*/ 661742 h 1037387"/>
                <a:gd name="connsiteX171" fmla="*/ 714356 w 746543"/>
                <a:gd name="connsiteY171" fmla="*/ 667330 h 1037387"/>
                <a:gd name="connsiteX172" fmla="*/ 715753 w 746543"/>
                <a:gd name="connsiteY172" fmla="*/ 678506 h 1037387"/>
                <a:gd name="connsiteX173" fmla="*/ 717150 w 746543"/>
                <a:gd name="connsiteY173" fmla="*/ 686888 h 1037387"/>
                <a:gd name="connsiteX174" fmla="*/ 719944 w 746543"/>
                <a:gd name="connsiteY174" fmla="*/ 705049 h 1037387"/>
                <a:gd name="connsiteX175" fmla="*/ 715753 w 746543"/>
                <a:gd name="connsiteY175" fmla="*/ 752547 h 1037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</a:cxnLst>
              <a:rect l="l" t="t" r="r" b="b"/>
              <a:pathLst>
                <a:path w="746543" h="1037387">
                  <a:moveTo>
                    <a:pt x="745090" y="696667"/>
                  </a:moveTo>
                  <a:cubicBezTo>
                    <a:pt x="745090" y="695270"/>
                    <a:pt x="743693" y="692476"/>
                    <a:pt x="743693" y="682697"/>
                  </a:cubicBezTo>
                  <a:lnTo>
                    <a:pt x="742296" y="672918"/>
                  </a:lnTo>
                  <a:cubicBezTo>
                    <a:pt x="741369" y="671051"/>
                    <a:pt x="740899" y="667800"/>
                    <a:pt x="740899" y="663139"/>
                  </a:cubicBezTo>
                  <a:lnTo>
                    <a:pt x="738105" y="654757"/>
                  </a:lnTo>
                  <a:lnTo>
                    <a:pt x="732517" y="639390"/>
                  </a:lnTo>
                  <a:cubicBezTo>
                    <a:pt x="726929" y="629611"/>
                    <a:pt x="724135" y="621229"/>
                    <a:pt x="715753" y="612847"/>
                  </a:cubicBezTo>
                  <a:cubicBezTo>
                    <a:pt x="704577" y="593289"/>
                    <a:pt x="690607" y="576525"/>
                    <a:pt x="678034" y="558364"/>
                  </a:cubicBezTo>
                  <a:cubicBezTo>
                    <a:pt x="658476" y="531821"/>
                    <a:pt x="629139" y="517851"/>
                    <a:pt x="605390" y="506675"/>
                  </a:cubicBezTo>
                  <a:cubicBezTo>
                    <a:pt x="605390" y="506675"/>
                    <a:pt x="570465" y="489911"/>
                    <a:pt x="591420" y="498293"/>
                  </a:cubicBezTo>
                  <a:lnTo>
                    <a:pt x="583038" y="492705"/>
                  </a:lnTo>
                  <a:cubicBezTo>
                    <a:pt x="594214" y="488514"/>
                    <a:pt x="601199" y="478735"/>
                    <a:pt x="616566" y="467559"/>
                  </a:cubicBezTo>
                  <a:cubicBezTo>
                    <a:pt x="619360" y="466162"/>
                    <a:pt x="622154" y="464765"/>
                    <a:pt x="627742" y="457780"/>
                  </a:cubicBezTo>
                  <a:lnTo>
                    <a:pt x="640315" y="448001"/>
                  </a:lnTo>
                  <a:lnTo>
                    <a:pt x="647300" y="441016"/>
                  </a:lnTo>
                  <a:cubicBezTo>
                    <a:pt x="672446" y="411679"/>
                    <a:pt x="696195" y="396312"/>
                    <a:pt x="700386" y="354402"/>
                  </a:cubicBezTo>
                  <a:cubicBezTo>
                    <a:pt x="701783" y="346020"/>
                    <a:pt x="703180" y="340432"/>
                    <a:pt x="705974" y="326462"/>
                  </a:cubicBezTo>
                  <a:cubicBezTo>
                    <a:pt x="704577" y="325065"/>
                    <a:pt x="705974" y="322271"/>
                    <a:pt x="705974" y="319477"/>
                  </a:cubicBezTo>
                  <a:lnTo>
                    <a:pt x="705974" y="306904"/>
                  </a:lnTo>
                  <a:cubicBezTo>
                    <a:pt x="707371" y="297125"/>
                    <a:pt x="707371" y="287346"/>
                    <a:pt x="707371" y="276170"/>
                  </a:cubicBezTo>
                  <a:lnTo>
                    <a:pt x="705974" y="267788"/>
                  </a:lnTo>
                  <a:lnTo>
                    <a:pt x="704577" y="258009"/>
                  </a:lnTo>
                  <a:cubicBezTo>
                    <a:pt x="697592" y="239848"/>
                    <a:pt x="690607" y="214702"/>
                    <a:pt x="675240" y="186762"/>
                  </a:cubicBezTo>
                  <a:cubicBezTo>
                    <a:pt x="673843" y="182571"/>
                    <a:pt x="672446" y="179777"/>
                    <a:pt x="669652" y="175586"/>
                  </a:cubicBezTo>
                  <a:cubicBezTo>
                    <a:pt x="647300" y="123897"/>
                    <a:pt x="603993" y="76399"/>
                    <a:pt x="556495" y="45665"/>
                  </a:cubicBezTo>
                  <a:cubicBezTo>
                    <a:pt x="546716" y="34488"/>
                    <a:pt x="520173" y="26107"/>
                    <a:pt x="507600" y="21916"/>
                  </a:cubicBezTo>
                  <a:cubicBezTo>
                    <a:pt x="506203" y="21916"/>
                    <a:pt x="504806" y="21916"/>
                    <a:pt x="497821" y="19122"/>
                  </a:cubicBezTo>
                  <a:cubicBezTo>
                    <a:pt x="495027" y="19122"/>
                    <a:pt x="492233" y="17725"/>
                    <a:pt x="486645" y="17725"/>
                  </a:cubicBezTo>
                  <a:cubicBezTo>
                    <a:pt x="482454" y="16328"/>
                    <a:pt x="460102" y="7945"/>
                    <a:pt x="458705" y="7945"/>
                  </a:cubicBezTo>
                  <a:cubicBezTo>
                    <a:pt x="443338" y="7945"/>
                    <a:pt x="426574" y="7945"/>
                    <a:pt x="412604" y="960"/>
                  </a:cubicBezTo>
                  <a:cubicBezTo>
                    <a:pt x="407016" y="-1834"/>
                    <a:pt x="388855" y="2357"/>
                    <a:pt x="381870" y="2357"/>
                  </a:cubicBezTo>
                  <a:lnTo>
                    <a:pt x="349739" y="2357"/>
                  </a:lnTo>
                  <a:lnTo>
                    <a:pt x="338563" y="3754"/>
                  </a:lnTo>
                  <a:lnTo>
                    <a:pt x="331578" y="6548"/>
                  </a:lnTo>
                  <a:cubicBezTo>
                    <a:pt x="328784" y="6548"/>
                    <a:pt x="324593" y="7945"/>
                    <a:pt x="320402" y="7945"/>
                  </a:cubicBezTo>
                  <a:lnTo>
                    <a:pt x="309226" y="7945"/>
                  </a:lnTo>
                  <a:cubicBezTo>
                    <a:pt x="271507" y="12137"/>
                    <a:pt x="219818" y="27504"/>
                    <a:pt x="191878" y="51253"/>
                  </a:cubicBezTo>
                  <a:lnTo>
                    <a:pt x="184893" y="58238"/>
                  </a:lnTo>
                  <a:cubicBezTo>
                    <a:pt x="182099" y="61032"/>
                    <a:pt x="177908" y="65222"/>
                    <a:pt x="173717" y="68016"/>
                  </a:cubicBezTo>
                  <a:lnTo>
                    <a:pt x="159747" y="77796"/>
                  </a:lnTo>
                  <a:cubicBezTo>
                    <a:pt x="127616" y="102941"/>
                    <a:pt x="99676" y="119706"/>
                    <a:pt x="77324" y="154631"/>
                  </a:cubicBezTo>
                  <a:cubicBezTo>
                    <a:pt x="49384" y="176983"/>
                    <a:pt x="34017" y="221687"/>
                    <a:pt x="36811" y="270582"/>
                  </a:cubicBezTo>
                  <a:cubicBezTo>
                    <a:pt x="31223" y="288743"/>
                    <a:pt x="32620" y="311095"/>
                    <a:pt x="35414" y="332050"/>
                  </a:cubicBezTo>
                  <a:cubicBezTo>
                    <a:pt x="36811" y="346020"/>
                    <a:pt x="39605" y="355799"/>
                    <a:pt x="47987" y="366975"/>
                  </a:cubicBezTo>
                  <a:cubicBezTo>
                    <a:pt x="50781" y="375357"/>
                    <a:pt x="54972" y="383739"/>
                    <a:pt x="60560" y="393518"/>
                  </a:cubicBezTo>
                  <a:cubicBezTo>
                    <a:pt x="67545" y="401900"/>
                    <a:pt x="74530" y="421458"/>
                    <a:pt x="81515" y="425649"/>
                  </a:cubicBezTo>
                  <a:cubicBezTo>
                    <a:pt x="113646" y="443810"/>
                    <a:pt x="124822" y="473147"/>
                    <a:pt x="173717" y="477338"/>
                  </a:cubicBezTo>
                  <a:cubicBezTo>
                    <a:pt x="140189" y="495499"/>
                    <a:pt x="110852" y="506675"/>
                    <a:pt x="84309" y="536012"/>
                  </a:cubicBezTo>
                  <a:cubicBezTo>
                    <a:pt x="66148" y="547188"/>
                    <a:pt x="56369" y="565349"/>
                    <a:pt x="47987" y="583510"/>
                  </a:cubicBezTo>
                  <a:lnTo>
                    <a:pt x="38208" y="604465"/>
                  </a:lnTo>
                  <a:lnTo>
                    <a:pt x="28429" y="619832"/>
                  </a:lnTo>
                  <a:cubicBezTo>
                    <a:pt x="25635" y="625420"/>
                    <a:pt x="24238" y="631008"/>
                    <a:pt x="21444" y="635199"/>
                  </a:cubicBezTo>
                  <a:cubicBezTo>
                    <a:pt x="20047" y="646375"/>
                    <a:pt x="14459" y="653360"/>
                    <a:pt x="10268" y="663139"/>
                  </a:cubicBezTo>
                  <a:cubicBezTo>
                    <a:pt x="489" y="692476"/>
                    <a:pt x="-2305" y="732989"/>
                    <a:pt x="1886" y="765120"/>
                  </a:cubicBezTo>
                  <a:cubicBezTo>
                    <a:pt x="-908" y="770708"/>
                    <a:pt x="1886" y="779090"/>
                    <a:pt x="1886" y="784678"/>
                  </a:cubicBezTo>
                  <a:lnTo>
                    <a:pt x="3283" y="795854"/>
                  </a:lnTo>
                  <a:cubicBezTo>
                    <a:pt x="4680" y="801442"/>
                    <a:pt x="8871" y="807030"/>
                    <a:pt x="13062" y="815412"/>
                  </a:cubicBezTo>
                  <a:cubicBezTo>
                    <a:pt x="25635" y="847543"/>
                    <a:pt x="39605" y="875483"/>
                    <a:pt x="61957" y="903423"/>
                  </a:cubicBezTo>
                  <a:lnTo>
                    <a:pt x="74530" y="920187"/>
                  </a:lnTo>
                  <a:cubicBezTo>
                    <a:pt x="78721" y="925775"/>
                    <a:pt x="81515" y="929966"/>
                    <a:pt x="98279" y="945333"/>
                  </a:cubicBezTo>
                  <a:lnTo>
                    <a:pt x="105264" y="948127"/>
                  </a:lnTo>
                  <a:cubicBezTo>
                    <a:pt x="126219" y="974670"/>
                    <a:pt x="156953" y="990037"/>
                    <a:pt x="191878" y="1004007"/>
                  </a:cubicBezTo>
                  <a:cubicBezTo>
                    <a:pt x="221215" y="1016580"/>
                    <a:pt x="250552" y="1029153"/>
                    <a:pt x="282683" y="1030550"/>
                  </a:cubicBezTo>
                  <a:cubicBezTo>
                    <a:pt x="296653" y="1030550"/>
                    <a:pt x="310623" y="1033344"/>
                    <a:pt x="331578" y="1036138"/>
                  </a:cubicBezTo>
                  <a:lnTo>
                    <a:pt x="339960" y="1036138"/>
                  </a:lnTo>
                  <a:cubicBezTo>
                    <a:pt x="367900" y="1037535"/>
                    <a:pt x="400031" y="1038932"/>
                    <a:pt x="423780" y="1033344"/>
                  </a:cubicBezTo>
                  <a:lnTo>
                    <a:pt x="432162" y="1031947"/>
                  </a:lnTo>
                  <a:lnTo>
                    <a:pt x="441941" y="1031947"/>
                  </a:lnTo>
                  <a:cubicBezTo>
                    <a:pt x="446132" y="1031947"/>
                    <a:pt x="453117" y="1030550"/>
                    <a:pt x="460102" y="1027756"/>
                  </a:cubicBezTo>
                  <a:lnTo>
                    <a:pt x="481057" y="1020771"/>
                  </a:lnTo>
                  <a:lnTo>
                    <a:pt x="545319" y="992831"/>
                  </a:lnTo>
                  <a:cubicBezTo>
                    <a:pt x="549510" y="990037"/>
                    <a:pt x="555098" y="988640"/>
                    <a:pt x="559289" y="985846"/>
                  </a:cubicBezTo>
                  <a:lnTo>
                    <a:pt x="573259" y="981655"/>
                  </a:lnTo>
                  <a:cubicBezTo>
                    <a:pt x="580244" y="978861"/>
                    <a:pt x="602596" y="973273"/>
                    <a:pt x="606787" y="969082"/>
                  </a:cubicBezTo>
                  <a:lnTo>
                    <a:pt x="609581" y="967685"/>
                  </a:lnTo>
                  <a:cubicBezTo>
                    <a:pt x="651491" y="946730"/>
                    <a:pt x="676637" y="913202"/>
                    <a:pt x="701783" y="871292"/>
                  </a:cubicBezTo>
                  <a:cubicBezTo>
                    <a:pt x="704577" y="868498"/>
                    <a:pt x="705974" y="865704"/>
                    <a:pt x="707371" y="862910"/>
                  </a:cubicBezTo>
                  <a:lnTo>
                    <a:pt x="714356" y="851734"/>
                  </a:lnTo>
                  <a:lnTo>
                    <a:pt x="721341" y="836367"/>
                  </a:lnTo>
                  <a:lnTo>
                    <a:pt x="724135" y="823794"/>
                  </a:lnTo>
                  <a:lnTo>
                    <a:pt x="726929" y="815412"/>
                  </a:lnTo>
                  <a:cubicBezTo>
                    <a:pt x="728326" y="809824"/>
                    <a:pt x="731120" y="802839"/>
                    <a:pt x="732517" y="795854"/>
                  </a:cubicBezTo>
                  <a:lnTo>
                    <a:pt x="736708" y="786075"/>
                  </a:lnTo>
                  <a:cubicBezTo>
                    <a:pt x="738105" y="781884"/>
                    <a:pt x="739502" y="774899"/>
                    <a:pt x="740899" y="769311"/>
                  </a:cubicBezTo>
                  <a:lnTo>
                    <a:pt x="743693" y="760929"/>
                  </a:lnTo>
                  <a:lnTo>
                    <a:pt x="742296" y="751150"/>
                  </a:lnTo>
                  <a:cubicBezTo>
                    <a:pt x="746487" y="738577"/>
                    <a:pt x="747884" y="714828"/>
                    <a:pt x="745090" y="696667"/>
                  </a:cubicBezTo>
                  <a:close/>
                  <a:moveTo>
                    <a:pt x="715753" y="752547"/>
                  </a:moveTo>
                  <a:lnTo>
                    <a:pt x="714356" y="762326"/>
                  </a:lnTo>
                  <a:cubicBezTo>
                    <a:pt x="712959" y="767914"/>
                    <a:pt x="712959" y="773502"/>
                    <a:pt x="711562" y="776296"/>
                  </a:cubicBezTo>
                  <a:lnTo>
                    <a:pt x="705974" y="788869"/>
                  </a:lnTo>
                  <a:cubicBezTo>
                    <a:pt x="704577" y="797251"/>
                    <a:pt x="703180" y="802839"/>
                    <a:pt x="701783" y="808427"/>
                  </a:cubicBezTo>
                  <a:cubicBezTo>
                    <a:pt x="698989" y="812618"/>
                    <a:pt x="696195" y="818206"/>
                    <a:pt x="694798" y="829382"/>
                  </a:cubicBezTo>
                  <a:lnTo>
                    <a:pt x="690607" y="839161"/>
                  </a:lnTo>
                  <a:lnTo>
                    <a:pt x="683622" y="850337"/>
                  </a:lnTo>
                  <a:lnTo>
                    <a:pt x="679431" y="857322"/>
                  </a:lnTo>
                  <a:cubicBezTo>
                    <a:pt x="655682" y="897835"/>
                    <a:pt x="633330" y="924378"/>
                    <a:pt x="595611" y="943936"/>
                  </a:cubicBezTo>
                  <a:lnTo>
                    <a:pt x="585832" y="948127"/>
                  </a:lnTo>
                  <a:cubicBezTo>
                    <a:pt x="569068" y="953715"/>
                    <a:pt x="548113" y="959303"/>
                    <a:pt x="532746" y="969082"/>
                  </a:cubicBezTo>
                  <a:lnTo>
                    <a:pt x="469881" y="997022"/>
                  </a:lnTo>
                  <a:lnTo>
                    <a:pt x="451720" y="1002610"/>
                  </a:lnTo>
                  <a:cubicBezTo>
                    <a:pt x="446132" y="1004007"/>
                    <a:pt x="443338" y="1005404"/>
                    <a:pt x="440544" y="1005404"/>
                  </a:cubicBezTo>
                  <a:lnTo>
                    <a:pt x="427971" y="1005404"/>
                  </a:lnTo>
                  <a:lnTo>
                    <a:pt x="418192" y="1008198"/>
                  </a:lnTo>
                  <a:cubicBezTo>
                    <a:pt x="398634" y="1012389"/>
                    <a:pt x="370694" y="1010992"/>
                    <a:pt x="339960" y="1009595"/>
                  </a:cubicBezTo>
                  <a:lnTo>
                    <a:pt x="328784" y="1008198"/>
                  </a:lnTo>
                  <a:cubicBezTo>
                    <a:pt x="312020" y="1006801"/>
                    <a:pt x="298050" y="1004007"/>
                    <a:pt x="282683" y="1004007"/>
                  </a:cubicBezTo>
                  <a:cubicBezTo>
                    <a:pt x="256140" y="1002610"/>
                    <a:pt x="226803" y="990037"/>
                    <a:pt x="201657" y="980258"/>
                  </a:cubicBezTo>
                  <a:cubicBezTo>
                    <a:pt x="165335" y="964891"/>
                    <a:pt x="141586" y="950921"/>
                    <a:pt x="119234" y="924378"/>
                  </a:cubicBezTo>
                  <a:lnTo>
                    <a:pt x="105264" y="918790"/>
                  </a:lnTo>
                  <a:cubicBezTo>
                    <a:pt x="103867" y="914599"/>
                    <a:pt x="99676" y="909011"/>
                    <a:pt x="96882" y="904820"/>
                  </a:cubicBezTo>
                  <a:lnTo>
                    <a:pt x="82912" y="886659"/>
                  </a:lnTo>
                  <a:cubicBezTo>
                    <a:pt x="63354" y="860116"/>
                    <a:pt x="49384" y="834970"/>
                    <a:pt x="38208" y="805633"/>
                  </a:cubicBezTo>
                  <a:lnTo>
                    <a:pt x="34017" y="795854"/>
                  </a:lnTo>
                  <a:cubicBezTo>
                    <a:pt x="31223" y="794457"/>
                    <a:pt x="31223" y="791663"/>
                    <a:pt x="29826" y="788869"/>
                  </a:cubicBezTo>
                  <a:lnTo>
                    <a:pt x="28429" y="780487"/>
                  </a:lnTo>
                  <a:cubicBezTo>
                    <a:pt x="28429" y="779090"/>
                    <a:pt x="28429" y="776296"/>
                    <a:pt x="27032" y="773502"/>
                  </a:cubicBezTo>
                  <a:lnTo>
                    <a:pt x="29826" y="766517"/>
                  </a:lnTo>
                  <a:lnTo>
                    <a:pt x="29826" y="755341"/>
                  </a:lnTo>
                  <a:cubicBezTo>
                    <a:pt x="24238" y="734386"/>
                    <a:pt x="27032" y="698064"/>
                    <a:pt x="35414" y="672918"/>
                  </a:cubicBezTo>
                  <a:cubicBezTo>
                    <a:pt x="39605" y="663139"/>
                    <a:pt x="45193" y="654757"/>
                    <a:pt x="47987" y="642184"/>
                  </a:cubicBezTo>
                  <a:cubicBezTo>
                    <a:pt x="49384" y="639390"/>
                    <a:pt x="50781" y="636596"/>
                    <a:pt x="52178" y="633802"/>
                  </a:cubicBezTo>
                  <a:lnTo>
                    <a:pt x="61957" y="617038"/>
                  </a:lnTo>
                  <a:lnTo>
                    <a:pt x="71736" y="594686"/>
                  </a:lnTo>
                  <a:cubicBezTo>
                    <a:pt x="78721" y="580716"/>
                    <a:pt x="85706" y="566746"/>
                    <a:pt x="103867" y="555570"/>
                  </a:cubicBezTo>
                  <a:cubicBezTo>
                    <a:pt x="116440" y="541600"/>
                    <a:pt x="127616" y="533218"/>
                    <a:pt x="141586" y="524836"/>
                  </a:cubicBezTo>
                  <a:cubicBezTo>
                    <a:pt x="156953" y="515057"/>
                    <a:pt x="200260" y="502484"/>
                    <a:pt x="200260" y="478735"/>
                  </a:cubicBezTo>
                  <a:cubicBezTo>
                    <a:pt x="200260" y="471750"/>
                    <a:pt x="197466" y="464765"/>
                    <a:pt x="193275" y="459177"/>
                  </a:cubicBezTo>
                  <a:lnTo>
                    <a:pt x="184893" y="450795"/>
                  </a:lnTo>
                  <a:cubicBezTo>
                    <a:pt x="182099" y="449398"/>
                    <a:pt x="176511" y="446604"/>
                    <a:pt x="170923" y="446604"/>
                  </a:cubicBezTo>
                  <a:cubicBezTo>
                    <a:pt x="140189" y="446604"/>
                    <a:pt x="123425" y="420061"/>
                    <a:pt x="99676" y="404694"/>
                  </a:cubicBezTo>
                  <a:cubicBezTo>
                    <a:pt x="95485" y="394915"/>
                    <a:pt x="88500" y="385136"/>
                    <a:pt x="81515" y="376754"/>
                  </a:cubicBezTo>
                  <a:cubicBezTo>
                    <a:pt x="77324" y="369769"/>
                    <a:pt x="74530" y="364181"/>
                    <a:pt x="70339" y="353005"/>
                  </a:cubicBezTo>
                  <a:cubicBezTo>
                    <a:pt x="66148" y="346020"/>
                    <a:pt x="63354" y="340432"/>
                    <a:pt x="61957" y="329256"/>
                  </a:cubicBezTo>
                  <a:cubicBezTo>
                    <a:pt x="59163" y="306904"/>
                    <a:pt x="59163" y="288743"/>
                    <a:pt x="63354" y="270582"/>
                  </a:cubicBezTo>
                  <a:cubicBezTo>
                    <a:pt x="60560" y="225878"/>
                    <a:pt x="75927" y="189556"/>
                    <a:pt x="99676" y="169997"/>
                  </a:cubicBezTo>
                  <a:cubicBezTo>
                    <a:pt x="119234" y="137866"/>
                    <a:pt x="147174" y="122500"/>
                    <a:pt x="175114" y="98751"/>
                  </a:cubicBezTo>
                  <a:lnTo>
                    <a:pt x="189084" y="90369"/>
                  </a:lnTo>
                  <a:cubicBezTo>
                    <a:pt x="193275" y="86178"/>
                    <a:pt x="198863" y="83384"/>
                    <a:pt x="203054" y="77796"/>
                  </a:cubicBezTo>
                  <a:cubicBezTo>
                    <a:pt x="207245" y="75001"/>
                    <a:pt x="208642" y="72207"/>
                    <a:pt x="210039" y="70810"/>
                  </a:cubicBezTo>
                  <a:cubicBezTo>
                    <a:pt x="232391" y="52650"/>
                    <a:pt x="277095" y="38679"/>
                    <a:pt x="312020" y="34488"/>
                  </a:cubicBezTo>
                  <a:lnTo>
                    <a:pt x="321799" y="34488"/>
                  </a:lnTo>
                  <a:cubicBezTo>
                    <a:pt x="325990" y="34488"/>
                    <a:pt x="332975" y="33091"/>
                    <a:pt x="338563" y="31694"/>
                  </a:cubicBezTo>
                  <a:lnTo>
                    <a:pt x="346945" y="28901"/>
                  </a:lnTo>
                  <a:lnTo>
                    <a:pt x="381870" y="28901"/>
                  </a:lnTo>
                  <a:cubicBezTo>
                    <a:pt x="388855" y="28901"/>
                    <a:pt x="397237" y="28901"/>
                    <a:pt x="405619" y="27504"/>
                  </a:cubicBezTo>
                  <a:cubicBezTo>
                    <a:pt x="420986" y="33091"/>
                    <a:pt x="437750" y="34488"/>
                    <a:pt x="454514" y="34488"/>
                  </a:cubicBezTo>
                  <a:cubicBezTo>
                    <a:pt x="462896" y="38679"/>
                    <a:pt x="471278" y="40076"/>
                    <a:pt x="482454" y="44268"/>
                  </a:cubicBezTo>
                  <a:cubicBezTo>
                    <a:pt x="488042" y="44268"/>
                    <a:pt x="490836" y="45665"/>
                    <a:pt x="492233" y="45665"/>
                  </a:cubicBezTo>
                  <a:cubicBezTo>
                    <a:pt x="497821" y="47062"/>
                    <a:pt x="502012" y="48459"/>
                    <a:pt x="508997" y="48459"/>
                  </a:cubicBezTo>
                  <a:cubicBezTo>
                    <a:pt x="515982" y="54047"/>
                    <a:pt x="524364" y="58238"/>
                    <a:pt x="539731" y="66619"/>
                  </a:cubicBezTo>
                  <a:cubicBezTo>
                    <a:pt x="584435" y="95957"/>
                    <a:pt x="626345" y="140660"/>
                    <a:pt x="645903" y="186762"/>
                  </a:cubicBezTo>
                  <a:cubicBezTo>
                    <a:pt x="648697" y="192350"/>
                    <a:pt x="650094" y="195144"/>
                    <a:pt x="651491" y="199335"/>
                  </a:cubicBezTo>
                  <a:cubicBezTo>
                    <a:pt x="665461" y="225878"/>
                    <a:pt x="672446" y="248230"/>
                    <a:pt x="679431" y="264994"/>
                  </a:cubicBezTo>
                  <a:lnTo>
                    <a:pt x="680828" y="277567"/>
                  </a:lnTo>
                  <a:cubicBezTo>
                    <a:pt x="680828" y="285949"/>
                    <a:pt x="680828" y="295728"/>
                    <a:pt x="679431" y="304110"/>
                  </a:cubicBezTo>
                  <a:lnTo>
                    <a:pt x="678034" y="318080"/>
                  </a:lnTo>
                  <a:cubicBezTo>
                    <a:pt x="678034" y="320874"/>
                    <a:pt x="678034" y="323668"/>
                    <a:pt x="679431" y="327859"/>
                  </a:cubicBezTo>
                  <a:cubicBezTo>
                    <a:pt x="676637" y="336241"/>
                    <a:pt x="675240" y="341829"/>
                    <a:pt x="673843" y="351608"/>
                  </a:cubicBezTo>
                  <a:cubicBezTo>
                    <a:pt x="671049" y="383739"/>
                    <a:pt x="647300" y="399106"/>
                    <a:pt x="627742" y="422855"/>
                  </a:cubicBezTo>
                  <a:lnTo>
                    <a:pt x="619360" y="429840"/>
                  </a:lnTo>
                  <a:lnTo>
                    <a:pt x="606787" y="441016"/>
                  </a:lnTo>
                  <a:lnTo>
                    <a:pt x="599802" y="446604"/>
                  </a:lnTo>
                  <a:cubicBezTo>
                    <a:pt x="594214" y="450795"/>
                    <a:pt x="588626" y="454986"/>
                    <a:pt x="584435" y="459177"/>
                  </a:cubicBezTo>
                  <a:cubicBezTo>
                    <a:pt x="562083" y="478735"/>
                    <a:pt x="529952" y="488514"/>
                    <a:pt x="573259" y="517851"/>
                  </a:cubicBezTo>
                  <a:cubicBezTo>
                    <a:pt x="577450" y="522042"/>
                    <a:pt x="581641" y="523439"/>
                    <a:pt x="588626" y="527630"/>
                  </a:cubicBezTo>
                  <a:cubicBezTo>
                    <a:pt x="612375" y="538806"/>
                    <a:pt x="638918" y="551379"/>
                    <a:pt x="655682" y="573731"/>
                  </a:cubicBezTo>
                  <a:cubicBezTo>
                    <a:pt x="668255" y="591892"/>
                    <a:pt x="683622" y="608656"/>
                    <a:pt x="694798" y="631008"/>
                  </a:cubicBezTo>
                  <a:lnTo>
                    <a:pt x="701783" y="639390"/>
                  </a:lnTo>
                  <a:lnTo>
                    <a:pt x="708768" y="651963"/>
                  </a:lnTo>
                  <a:lnTo>
                    <a:pt x="711562" y="661742"/>
                  </a:lnTo>
                  <a:lnTo>
                    <a:pt x="714356" y="667330"/>
                  </a:lnTo>
                  <a:cubicBezTo>
                    <a:pt x="714356" y="672918"/>
                    <a:pt x="715753" y="674315"/>
                    <a:pt x="715753" y="678506"/>
                  </a:cubicBezTo>
                  <a:lnTo>
                    <a:pt x="717150" y="686888"/>
                  </a:lnTo>
                  <a:cubicBezTo>
                    <a:pt x="717150" y="693873"/>
                    <a:pt x="718547" y="699461"/>
                    <a:pt x="719944" y="705049"/>
                  </a:cubicBezTo>
                  <a:cubicBezTo>
                    <a:pt x="721341" y="721813"/>
                    <a:pt x="714356" y="737180"/>
                    <a:pt x="715753" y="752547"/>
                  </a:cubicBez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0" name="Titel 1">
            <a:extLst>
              <a:ext uri="{FF2B5EF4-FFF2-40B4-BE49-F238E27FC236}">
                <a16:creationId xmlns:a16="http://schemas.microsoft.com/office/drawing/2014/main" id="{37689DDD-5221-4389-A766-4DC125100529}"/>
              </a:ext>
            </a:extLst>
          </p:cNvPr>
          <p:cNvSpPr txBox="1">
            <a:spLocks/>
          </p:cNvSpPr>
          <p:nvPr/>
        </p:nvSpPr>
        <p:spPr bwMode="gray">
          <a:xfrm>
            <a:off x="847725" y="2942334"/>
            <a:ext cx="10440985" cy="155811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6000"/>
              </a:lnSpc>
              <a:spcBef>
                <a:spcPct val="0"/>
              </a:spcBef>
              <a:buNone/>
              <a:defRPr sz="55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Schleifen</a:t>
            </a:r>
            <a:br>
              <a:rPr lang="de-DE" dirty="0"/>
            </a:br>
            <a:r>
              <a:rPr lang="de-DE" dirty="0">
                <a:solidFill>
                  <a:schemeClr val="accent2"/>
                </a:solidFill>
              </a:rPr>
              <a:t>Direkt für Dich.</a:t>
            </a:r>
          </a:p>
        </p:txBody>
      </p:sp>
    </p:spTree>
    <p:extLst>
      <p:ext uri="{BB962C8B-B14F-4D97-AF65-F5344CB8AC3E}">
        <p14:creationId xmlns:p14="http://schemas.microsoft.com/office/powerpoint/2010/main" val="19717840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7D0ADB-8793-4F25-BEC8-ECE7BD376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For</a:t>
            </a:r>
            <a:r>
              <a:rPr lang="de-DE" dirty="0"/>
              <a:t>-Schleife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83B6A2C-4E1B-327C-E95D-75EA945353F2}"/>
              </a:ext>
            </a:extLst>
          </p:cNvPr>
          <p:cNvSpPr txBox="1"/>
          <p:nvPr/>
        </p:nvSpPr>
        <p:spPr>
          <a:xfrm>
            <a:off x="695325" y="1740423"/>
            <a:ext cx="6094520" cy="823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de-DE" b="0" dirty="0" err="1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$i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$i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 err="1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lt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$i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Zähler: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$i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0600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5B1C8A-BAA2-43FA-9DB2-03A923CFB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While</a:t>
            </a:r>
            <a:r>
              <a:rPr lang="de-DE" dirty="0"/>
              <a:t>-Schleife Kopfgesteuert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5AB72CA-B4E0-1DDF-97FE-12F2518D37B4}"/>
              </a:ext>
            </a:extLst>
          </p:cNvPr>
          <p:cNvSpPr txBox="1"/>
          <p:nvPr/>
        </p:nvSpPr>
        <p:spPr>
          <a:xfrm>
            <a:off x="695324" y="1727711"/>
            <a:ext cx="8879749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de-DE" b="0" i="1" dirty="0" err="1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-Schleife (Kopfgesteuert (Abbruchbedingung am Anfang))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$i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0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 err="1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$i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 err="1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lt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$i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$i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++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8453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3AEFA9-E1BD-40C0-9793-5C9E15896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Do-</a:t>
            </a:r>
            <a:r>
              <a:rPr lang="de-DE" dirty="0" err="1"/>
              <a:t>While</a:t>
            </a:r>
            <a:r>
              <a:rPr lang="de-DE" dirty="0"/>
              <a:t>-Schleife Fußgesteuert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5AE7E93-B54C-7B8B-D95A-7F441B1FFC41}"/>
              </a:ext>
            </a:extLst>
          </p:cNvPr>
          <p:cNvSpPr txBox="1"/>
          <p:nvPr/>
        </p:nvSpPr>
        <p:spPr>
          <a:xfrm>
            <a:off x="695325" y="1742142"/>
            <a:ext cx="8449414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Do-</a:t>
            </a:r>
            <a:r>
              <a:rPr lang="de-DE" b="0" i="1" dirty="0" err="1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-Schleife (Fußgesteuert (Abbruchbedingung am Ende))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$i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0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do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Do-</a:t>
            </a:r>
            <a:r>
              <a:rPr lang="de-DE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$i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$i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++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$i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 err="1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lt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1705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BA4627-8141-46A6-915B-F4312D5D4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Foreach</a:t>
            </a:r>
            <a:r>
              <a:rPr lang="de-DE" dirty="0"/>
              <a:t>-Schleife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61DEA51-412E-106F-FD94-E44847D2D917}"/>
              </a:ext>
            </a:extLst>
          </p:cNvPr>
          <p:cNvSpPr txBox="1"/>
          <p:nvPr/>
        </p:nvSpPr>
        <p:spPr>
          <a:xfrm>
            <a:off x="695325" y="1788031"/>
            <a:ext cx="6094520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$colors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Rot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Grün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Blau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$color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$colors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Farbe</a:t>
            </a:r>
            <a:r>
              <a:rPr lang="en-US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$color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4736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fik 3">
            <a:extLst>
              <a:ext uri="{FF2B5EF4-FFF2-40B4-BE49-F238E27FC236}">
                <a16:creationId xmlns:a16="http://schemas.microsoft.com/office/drawing/2014/main" id="{29210A4D-BFB3-4B5E-B95F-7CD403811526}"/>
              </a:ext>
            </a:extLst>
          </p:cNvPr>
          <p:cNvGrpSpPr/>
          <p:nvPr/>
        </p:nvGrpSpPr>
        <p:grpSpPr>
          <a:xfrm>
            <a:off x="776440" y="1608992"/>
            <a:ext cx="1067308" cy="1029388"/>
            <a:chOff x="6955282" y="4258112"/>
            <a:chExt cx="1067308" cy="1029388"/>
          </a:xfrm>
        </p:grpSpPr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465D746A-F16D-4512-9382-D6E33AB72F00}"/>
                </a:ext>
              </a:extLst>
            </p:cNvPr>
            <p:cNvSpPr/>
            <p:nvPr/>
          </p:nvSpPr>
          <p:spPr>
            <a:xfrm>
              <a:off x="6981825" y="4284654"/>
              <a:ext cx="651002" cy="976303"/>
            </a:xfrm>
            <a:custGeom>
              <a:avLst/>
              <a:gdLst>
                <a:gd name="connsiteX0" fmla="*/ 648208 w 651002"/>
                <a:gd name="connsiteY0" fmla="*/ 384754 h 976303"/>
                <a:gd name="connsiteX1" fmla="*/ 651002 w 651002"/>
                <a:gd name="connsiteY1" fmla="*/ 372181 h 976303"/>
                <a:gd name="connsiteX2" fmla="*/ 649605 w 651002"/>
                <a:gd name="connsiteY2" fmla="*/ 365196 h 976303"/>
                <a:gd name="connsiteX3" fmla="*/ 648208 w 651002"/>
                <a:gd name="connsiteY3" fmla="*/ 347035 h 976303"/>
                <a:gd name="connsiteX4" fmla="*/ 646811 w 651002"/>
                <a:gd name="connsiteY4" fmla="*/ 327477 h 976303"/>
                <a:gd name="connsiteX5" fmla="*/ 641223 w 651002"/>
                <a:gd name="connsiteY5" fmla="*/ 299537 h 976303"/>
                <a:gd name="connsiteX6" fmla="*/ 641223 w 651002"/>
                <a:gd name="connsiteY6" fmla="*/ 291155 h 976303"/>
                <a:gd name="connsiteX7" fmla="*/ 611886 w 651002"/>
                <a:gd name="connsiteY7" fmla="*/ 186380 h 976303"/>
                <a:gd name="connsiteX8" fmla="*/ 602107 w 651002"/>
                <a:gd name="connsiteY8" fmla="*/ 168219 h 976303"/>
                <a:gd name="connsiteX9" fmla="*/ 589534 w 651002"/>
                <a:gd name="connsiteY9" fmla="*/ 145867 h 976303"/>
                <a:gd name="connsiteX10" fmla="*/ 532257 w 651002"/>
                <a:gd name="connsiteY10" fmla="*/ 73223 h 976303"/>
                <a:gd name="connsiteX11" fmla="*/ 487553 w 651002"/>
                <a:gd name="connsiteY11" fmla="*/ 45283 h 976303"/>
                <a:gd name="connsiteX12" fmla="*/ 472186 w 651002"/>
                <a:gd name="connsiteY12" fmla="*/ 36901 h 976303"/>
                <a:gd name="connsiteX13" fmla="*/ 465201 w 651002"/>
                <a:gd name="connsiteY13" fmla="*/ 34107 h 976303"/>
                <a:gd name="connsiteX14" fmla="*/ 456819 w 651002"/>
                <a:gd name="connsiteY14" fmla="*/ 28519 h 976303"/>
                <a:gd name="connsiteX15" fmla="*/ 343662 w 651002"/>
                <a:gd name="connsiteY15" fmla="*/ 579 h 976303"/>
                <a:gd name="connsiteX16" fmla="*/ 304546 w 651002"/>
                <a:gd name="connsiteY16" fmla="*/ 1976 h 976303"/>
                <a:gd name="connsiteX17" fmla="*/ 296164 w 651002"/>
                <a:gd name="connsiteY17" fmla="*/ 1976 h 976303"/>
                <a:gd name="connsiteX18" fmla="*/ 276606 w 651002"/>
                <a:gd name="connsiteY18" fmla="*/ 4770 h 976303"/>
                <a:gd name="connsiteX19" fmla="*/ 251460 w 651002"/>
                <a:gd name="connsiteY19" fmla="*/ 11755 h 976303"/>
                <a:gd name="connsiteX20" fmla="*/ 146685 w 651002"/>
                <a:gd name="connsiteY20" fmla="*/ 49474 h 976303"/>
                <a:gd name="connsiteX21" fmla="*/ 90805 w 651002"/>
                <a:gd name="connsiteY21" fmla="*/ 102560 h 976303"/>
                <a:gd name="connsiteX22" fmla="*/ 62865 w 651002"/>
                <a:gd name="connsiteY22" fmla="*/ 136088 h 976303"/>
                <a:gd name="connsiteX23" fmla="*/ 8382 w 651002"/>
                <a:gd name="connsiteY23" fmla="*/ 242260 h 976303"/>
                <a:gd name="connsiteX24" fmla="*/ 2794 w 651002"/>
                <a:gd name="connsiteY24" fmla="*/ 285567 h 976303"/>
                <a:gd name="connsiteX25" fmla="*/ 0 w 651002"/>
                <a:gd name="connsiteY25" fmla="*/ 313507 h 976303"/>
                <a:gd name="connsiteX26" fmla="*/ 13970 w 651002"/>
                <a:gd name="connsiteY26" fmla="*/ 415488 h 976303"/>
                <a:gd name="connsiteX27" fmla="*/ 48895 w 651002"/>
                <a:gd name="connsiteY27" fmla="*/ 485338 h 976303"/>
                <a:gd name="connsiteX28" fmla="*/ 106172 w 651002"/>
                <a:gd name="connsiteY28" fmla="*/ 559379 h 976303"/>
                <a:gd name="connsiteX29" fmla="*/ 114554 w 651002"/>
                <a:gd name="connsiteY29" fmla="*/ 564967 h 976303"/>
                <a:gd name="connsiteX30" fmla="*/ 194183 w 651002"/>
                <a:gd name="connsiteY30" fmla="*/ 601289 h 976303"/>
                <a:gd name="connsiteX31" fmla="*/ 227711 w 651002"/>
                <a:gd name="connsiteY31" fmla="*/ 611068 h 976303"/>
                <a:gd name="connsiteX32" fmla="*/ 361823 w 651002"/>
                <a:gd name="connsiteY32" fmla="*/ 599892 h 976303"/>
                <a:gd name="connsiteX33" fmla="*/ 409321 w 651002"/>
                <a:gd name="connsiteY33" fmla="*/ 590113 h 976303"/>
                <a:gd name="connsiteX34" fmla="*/ 421894 w 651002"/>
                <a:gd name="connsiteY34" fmla="*/ 584525 h 976303"/>
                <a:gd name="connsiteX35" fmla="*/ 430276 w 651002"/>
                <a:gd name="connsiteY35" fmla="*/ 580334 h 976303"/>
                <a:gd name="connsiteX36" fmla="*/ 440055 w 651002"/>
                <a:gd name="connsiteY36" fmla="*/ 573349 h 976303"/>
                <a:gd name="connsiteX37" fmla="*/ 448437 w 651002"/>
                <a:gd name="connsiteY37" fmla="*/ 569158 h 976303"/>
                <a:gd name="connsiteX38" fmla="*/ 511302 w 651002"/>
                <a:gd name="connsiteY38" fmla="*/ 576143 h 976303"/>
                <a:gd name="connsiteX39" fmla="*/ 511302 w 651002"/>
                <a:gd name="connsiteY39" fmla="*/ 615259 h 976303"/>
                <a:gd name="connsiteX40" fmla="*/ 501523 w 651002"/>
                <a:gd name="connsiteY40" fmla="*/ 694888 h 976303"/>
                <a:gd name="connsiteX41" fmla="*/ 495935 w 651002"/>
                <a:gd name="connsiteY41" fmla="*/ 703270 h 976303"/>
                <a:gd name="connsiteX42" fmla="*/ 493141 w 651002"/>
                <a:gd name="connsiteY42" fmla="*/ 710255 h 976303"/>
                <a:gd name="connsiteX43" fmla="*/ 484759 w 651002"/>
                <a:gd name="connsiteY43" fmla="*/ 731210 h 976303"/>
                <a:gd name="connsiteX44" fmla="*/ 437261 w 651002"/>
                <a:gd name="connsiteY44" fmla="*/ 799663 h 976303"/>
                <a:gd name="connsiteX45" fmla="*/ 427482 w 651002"/>
                <a:gd name="connsiteY45" fmla="*/ 806648 h 976303"/>
                <a:gd name="connsiteX46" fmla="*/ 420497 w 651002"/>
                <a:gd name="connsiteY46" fmla="*/ 813633 h 976303"/>
                <a:gd name="connsiteX47" fmla="*/ 366014 w 651002"/>
                <a:gd name="connsiteY47" fmla="*/ 845764 h 976303"/>
                <a:gd name="connsiteX48" fmla="*/ 345059 w 651002"/>
                <a:gd name="connsiteY48" fmla="*/ 851352 h 976303"/>
                <a:gd name="connsiteX49" fmla="*/ 336677 w 651002"/>
                <a:gd name="connsiteY49" fmla="*/ 851352 h 976303"/>
                <a:gd name="connsiteX50" fmla="*/ 318516 w 651002"/>
                <a:gd name="connsiteY50" fmla="*/ 852749 h 976303"/>
                <a:gd name="connsiteX51" fmla="*/ 307340 w 651002"/>
                <a:gd name="connsiteY51" fmla="*/ 851352 h 976303"/>
                <a:gd name="connsiteX52" fmla="*/ 196977 w 651002"/>
                <a:gd name="connsiteY52" fmla="*/ 780105 h 976303"/>
                <a:gd name="connsiteX53" fmla="*/ 183007 w 651002"/>
                <a:gd name="connsiteY53" fmla="*/ 760547 h 976303"/>
                <a:gd name="connsiteX54" fmla="*/ 180213 w 651002"/>
                <a:gd name="connsiteY54" fmla="*/ 749371 h 976303"/>
                <a:gd name="connsiteX55" fmla="*/ 170434 w 651002"/>
                <a:gd name="connsiteY55" fmla="*/ 731210 h 976303"/>
                <a:gd name="connsiteX56" fmla="*/ 111760 w 651002"/>
                <a:gd name="connsiteY56" fmla="*/ 727019 h 976303"/>
                <a:gd name="connsiteX57" fmla="*/ 16764 w 651002"/>
                <a:gd name="connsiteY57" fmla="*/ 727019 h 976303"/>
                <a:gd name="connsiteX58" fmla="*/ 37719 w 651002"/>
                <a:gd name="connsiteY58" fmla="*/ 815030 h 976303"/>
                <a:gd name="connsiteX59" fmla="*/ 44704 w 651002"/>
                <a:gd name="connsiteY59" fmla="*/ 830397 h 976303"/>
                <a:gd name="connsiteX60" fmla="*/ 143891 w 651002"/>
                <a:gd name="connsiteY60" fmla="*/ 926790 h 976303"/>
                <a:gd name="connsiteX61" fmla="*/ 262636 w 651002"/>
                <a:gd name="connsiteY61" fmla="*/ 972891 h 976303"/>
                <a:gd name="connsiteX62" fmla="*/ 293370 w 651002"/>
                <a:gd name="connsiteY62" fmla="*/ 975685 h 976303"/>
                <a:gd name="connsiteX63" fmla="*/ 416306 w 651002"/>
                <a:gd name="connsiteY63" fmla="*/ 953333 h 976303"/>
                <a:gd name="connsiteX64" fmla="*/ 462407 w 651002"/>
                <a:gd name="connsiteY64" fmla="*/ 932378 h 976303"/>
                <a:gd name="connsiteX65" fmla="*/ 498729 w 651002"/>
                <a:gd name="connsiteY65" fmla="*/ 915614 h 976303"/>
                <a:gd name="connsiteX66" fmla="*/ 508508 w 651002"/>
                <a:gd name="connsiteY66" fmla="*/ 910026 h 976303"/>
                <a:gd name="connsiteX67" fmla="*/ 514096 w 651002"/>
                <a:gd name="connsiteY67" fmla="*/ 904438 h 976303"/>
                <a:gd name="connsiteX68" fmla="*/ 521081 w 651002"/>
                <a:gd name="connsiteY68" fmla="*/ 898850 h 976303"/>
                <a:gd name="connsiteX69" fmla="*/ 533654 w 651002"/>
                <a:gd name="connsiteY69" fmla="*/ 889071 h 976303"/>
                <a:gd name="connsiteX70" fmla="*/ 543433 w 651002"/>
                <a:gd name="connsiteY70" fmla="*/ 882086 h 976303"/>
                <a:gd name="connsiteX71" fmla="*/ 569976 w 651002"/>
                <a:gd name="connsiteY71" fmla="*/ 848558 h 976303"/>
                <a:gd name="connsiteX72" fmla="*/ 585343 w 651002"/>
                <a:gd name="connsiteY72" fmla="*/ 816427 h 976303"/>
                <a:gd name="connsiteX73" fmla="*/ 592328 w 651002"/>
                <a:gd name="connsiteY73" fmla="*/ 798266 h 976303"/>
                <a:gd name="connsiteX74" fmla="*/ 599313 w 651002"/>
                <a:gd name="connsiteY74" fmla="*/ 788487 h 976303"/>
                <a:gd name="connsiteX75" fmla="*/ 616077 w 651002"/>
                <a:gd name="connsiteY75" fmla="*/ 746577 h 976303"/>
                <a:gd name="connsiteX76" fmla="*/ 618871 w 651002"/>
                <a:gd name="connsiteY76" fmla="*/ 739592 h 976303"/>
                <a:gd name="connsiteX77" fmla="*/ 632841 w 651002"/>
                <a:gd name="connsiteY77" fmla="*/ 655772 h 976303"/>
                <a:gd name="connsiteX78" fmla="*/ 644017 w 651002"/>
                <a:gd name="connsiteY78" fmla="*/ 578937 h 976303"/>
                <a:gd name="connsiteX79" fmla="*/ 646811 w 651002"/>
                <a:gd name="connsiteY79" fmla="*/ 531439 h 976303"/>
                <a:gd name="connsiteX80" fmla="*/ 648208 w 651002"/>
                <a:gd name="connsiteY80" fmla="*/ 523057 h 976303"/>
                <a:gd name="connsiteX81" fmla="*/ 646811 w 651002"/>
                <a:gd name="connsiteY81" fmla="*/ 510484 h 976303"/>
                <a:gd name="connsiteX82" fmla="*/ 648208 w 651002"/>
                <a:gd name="connsiteY82" fmla="*/ 495117 h 976303"/>
                <a:gd name="connsiteX83" fmla="*/ 649605 w 651002"/>
                <a:gd name="connsiteY83" fmla="*/ 488132 h 976303"/>
                <a:gd name="connsiteX84" fmla="*/ 648208 w 651002"/>
                <a:gd name="connsiteY84" fmla="*/ 443428 h 976303"/>
                <a:gd name="connsiteX85" fmla="*/ 648208 w 651002"/>
                <a:gd name="connsiteY85" fmla="*/ 384754 h 976303"/>
                <a:gd name="connsiteX86" fmla="*/ 495935 w 651002"/>
                <a:gd name="connsiteY86" fmla="*/ 345638 h 976303"/>
                <a:gd name="connsiteX87" fmla="*/ 493141 w 651002"/>
                <a:gd name="connsiteY87" fmla="*/ 359608 h 976303"/>
                <a:gd name="connsiteX88" fmla="*/ 487553 w 651002"/>
                <a:gd name="connsiteY88" fmla="*/ 372181 h 976303"/>
                <a:gd name="connsiteX89" fmla="*/ 449834 w 651002"/>
                <a:gd name="connsiteY89" fmla="*/ 460192 h 976303"/>
                <a:gd name="connsiteX90" fmla="*/ 366014 w 651002"/>
                <a:gd name="connsiteY90" fmla="*/ 510484 h 976303"/>
                <a:gd name="connsiteX91" fmla="*/ 354838 w 651002"/>
                <a:gd name="connsiteY91" fmla="*/ 514675 h 976303"/>
                <a:gd name="connsiteX92" fmla="*/ 301752 w 651002"/>
                <a:gd name="connsiteY92" fmla="*/ 523057 h 976303"/>
                <a:gd name="connsiteX93" fmla="*/ 284988 w 651002"/>
                <a:gd name="connsiteY93" fmla="*/ 520263 h 976303"/>
                <a:gd name="connsiteX94" fmla="*/ 188595 w 651002"/>
                <a:gd name="connsiteY94" fmla="*/ 447619 h 976303"/>
                <a:gd name="connsiteX95" fmla="*/ 159258 w 651002"/>
                <a:gd name="connsiteY95" fmla="*/ 335859 h 976303"/>
                <a:gd name="connsiteX96" fmla="*/ 159258 w 651002"/>
                <a:gd name="connsiteY96" fmla="*/ 323286 h 976303"/>
                <a:gd name="connsiteX97" fmla="*/ 157861 w 651002"/>
                <a:gd name="connsiteY97" fmla="*/ 303728 h 976303"/>
                <a:gd name="connsiteX98" fmla="*/ 169037 w 651002"/>
                <a:gd name="connsiteY98" fmla="*/ 257627 h 976303"/>
                <a:gd name="connsiteX99" fmla="*/ 169037 w 651002"/>
                <a:gd name="connsiteY99" fmla="*/ 250642 h 976303"/>
                <a:gd name="connsiteX100" fmla="*/ 185801 w 651002"/>
                <a:gd name="connsiteY100" fmla="*/ 218511 h 976303"/>
                <a:gd name="connsiteX101" fmla="*/ 191389 w 651002"/>
                <a:gd name="connsiteY101" fmla="*/ 208732 h 976303"/>
                <a:gd name="connsiteX102" fmla="*/ 205359 w 651002"/>
                <a:gd name="connsiteY102" fmla="*/ 190571 h 976303"/>
                <a:gd name="connsiteX103" fmla="*/ 215138 w 651002"/>
                <a:gd name="connsiteY103" fmla="*/ 177998 h 976303"/>
                <a:gd name="connsiteX104" fmla="*/ 226314 w 651002"/>
                <a:gd name="connsiteY104" fmla="*/ 165425 h 976303"/>
                <a:gd name="connsiteX105" fmla="*/ 357632 w 651002"/>
                <a:gd name="connsiteY105" fmla="*/ 130500 h 976303"/>
                <a:gd name="connsiteX106" fmla="*/ 384175 w 651002"/>
                <a:gd name="connsiteY106" fmla="*/ 140279 h 976303"/>
                <a:gd name="connsiteX107" fmla="*/ 393954 w 651002"/>
                <a:gd name="connsiteY107" fmla="*/ 144470 h 976303"/>
                <a:gd name="connsiteX108" fmla="*/ 416306 w 651002"/>
                <a:gd name="connsiteY108" fmla="*/ 155646 h 976303"/>
                <a:gd name="connsiteX109" fmla="*/ 428879 w 651002"/>
                <a:gd name="connsiteY109" fmla="*/ 166822 h 976303"/>
                <a:gd name="connsiteX110" fmla="*/ 445643 w 651002"/>
                <a:gd name="connsiteY110" fmla="*/ 182189 h 976303"/>
                <a:gd name="connsiteX111" fmla="*/ 452628 w 651002"/>
                <a:gd name="connsiteY111" fmla="*/ 189174 h 976303"/>
                <a:gd name="connsiteX112" fmla="*/ 466598 w 651002"/>
                <a:gd name="connsiteY112" fmla="*/ 210129 h 976303"/>
                <a:gd name="connsiteX113" fmla="*/ 487553 w 651002"/>
                <a:gd name="connsiteY113" fmla="*/ 257627 h 976303"/>
                <a:gd name="connsiteX114" fmla="*/ 495935 w 651002"/>
                <a:gd name="connsiteY114" fmla="*/ 313507 h 976303"/>
                <a:gd name="connsiteX115" fmla="*/ 493141 w 651002"/>
                <a:gd name="connsiteY115" fmla="*/ 330271 h 976303"/>
                <a:gd name="connsiteX116" fmla="*/ 495935 w 651002"/>
                <a:gd name="connsiteY116" fmla="*/ 345638 h 976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651002" h="976303">
                  <a:moveTo>
                    <a:pt x="648208" y="384754"/>
                  </a:moveTo>
                  <a:cubicBezTo>
                    <a:pt x="649605" y="377769"/>
                    <a:pt x="651002" y="374975"/>
                    <a:pt x="651002" y="372181"/>
                  </a:cubicBezTo>
                  <a:lnTo>
                    <a:pt x="649605" y="365196"/>
                  </a:lnTo>
                  <a:cubicBezTo>
                    <a:pt x="648208" y="361005"/>
                    <a:pt x="646811" y="354020"/>
                    <a:pt x="648208" y="347035"/>
                  </a:cubicBezTo>
                  <a:cubicBezTo>
                    <a:pt x="646811" y="337256"/>
                    <a:pt x="646811" y="331668"/>
                    <a:pt x="646811" y="327477"/>
                  </a:cubicBezTo>
                  <a:cubicBezTo>
                    <a:pt x="644017" y="313507"/>
                    <a:pt x="642620" y="306522"/>
                    <a:pt x="641223" y="299537"/>
                  </a:cubicBezTo>
                  <a:lnTo>
                    <a:pt x="641223" y="291155"/>
                  </a:lnTo>
                  <a:cubicBezTo>
                    <a:pt x="634238" y="259024"/>
                    <a:pt x="628650" y="210129"/>
                    <a:pt x="611886" y="186380"/>
                  </a:cubicBezTo>
                  <a:lnTo>
                    <a:pt x="602107" y="168219"/>
                  </a:lnTo>
                  <a:cubicBezTo>
                    <a:pt x="600710" y="161234"/>
                    <a:pt x="596519" y="152852"/>
                    <a:pt x="589534" y="145867"/>
                  </a:cubicBezTo>
                  <a:cubicBezTo>
                    <a:pt x="576961" y="115133"/>
                    <a:pt x="550418" y="95575"/>
                    <a:pt x="532257" y="73223"/>
                  </a:cubicBezTo>
                  <a:cubicBezTo>
                    <a:pt x="519684" y="67635"/>
                    <a:pt x="495935" y="46680"/>
                    <a:pt x="487553" y="45283"/>
                  </a:cubicBezTo>
                  <a:cubicBezTo>
                    <a:pt x="481965" y="45283"/>
                    <a:pt x="476377" y="41092"/>
                    <a:pt x="472186" y="36901"/>
                  </a:cubicBezTo>
                  <a:lnTo>
                    <a:pt x="465201" y="34107"/>
                  </a:lnTo>
                  <a:lnTo>
                    <a:pt x="456819" y="28519"/>
                  </a:lnTo>
                  <a:cubicBezTo>
                    <a:pt x="416306" y="18740"/>
                    <a:pt x="381381" y="10358"/>
                    <a:pt x="343662" y="579"/>
                  </a:cubicBezTo>
                  <a:cubicBezTo>
                    <a:pt x="331089" y="-818"/>
                    <a:pt x="317119" y="579"/>
                    <a:pt x="304546" y="1976"/>
                  </a:cubicBezTo>
                  <a:cubicBezTo>
                    <a:pt x="303149" y="1976"/>
                    <a:pt x="300355" y="579"/>
                    <a:pt x="296164" y="1976"/>
                  </a:cubicBezTo>
                  <a:cubicBezTo>
                    <a:pt x="290576" y="1976"/>
                    <a:pt x="283591" y="1976"/>
                    <a:pt x="276606" y="4770"/>
                  </a:cubicBezTo>
                  <a:lnTo>
                    <a:pt x="251460" y="11755"/>
                  </a:lnTo>
                  <a:cubicBezTo>
                    <a:pt x="215138" y="18740"/>
                    <a:pt x="174625" y="31313"/>
                    <a:pt x="146685" y="49474"/>
                  </a:cubicBezTo>
                  <a:cubicBezTo>
                    <a:pt x="128524" y="60650"/>
                    <a:pt x="108966" y="81605"/>
                    <a:pt x="90805" y="102560"/>
                  </a:cubicBezTo>
                  <a:lnTo>
                    <a:pt x="62865" y="136088"/>
                  </a:lnTo>
                  <a:cubicBezTo>
                    <a:pt x="36322" y="166822"/>
                    <a:pt x="15367" y="198953"/>
                    <a:pt x="8382" y="242260"/>
                  </a:cubicBezTo>
                  <a:cubicBezTo>
                    <a:pt x="6985" y="256230"/>
                    <a:pt x="2794" y="271597"/>
                    <a:pt x="2794" y="285567"/>
                  </a:cubicBezTo>
                  <a:cubicBezTo>
                    <a:pt x="1397" y="292552"/>
                    <a:pt x="0" y="303728"/>
                    <a:pt x="0" y="313507"/>
                  </a:cubicBezTo>
                  <a:cubicBezTo>
                    <a:pt x="0" y="358211"/>
                    <a:pt x="0" y="395930"/>
                    <a:pt x="13970" y="415488"/>
                  </a:cubicBezTo>
                  <a:cubicBezTo>
                    <a:pt x="20955" y="444825"/>
                    <a:pt x="37719" y="462986"/>
                    <a:pt x="48895" y="485338"/>
                  </a:cubicBezTo>
                  <a:cubicBezTo>
                    <a:pt x="64262" y="511881"/>
                    <a:pt x="83820" y="535630"/>
                    <a:pt x="106172" y="559379"/>
                  </a:cubicBezTo>
                  <a:lnTo>
                    <a:pt x="114554" y="564967"/>
                  </a:lnTo>
                  <a:cubicBezTo>
                    <a:pt x="135509" y="581731"/>
                    <a:pt x="160655" y="591510"/>
                    <a:pt x="194183" y="601289"/>
                  </a:cubicBezTo>
                  <a:cubicBezTo>
                    <a:pt x="205359" y="604083"/>
                    <a:pt x="216535" y="608274"/>
                    <a:pt x="227711" y="611068"/>
                  </a:cubicBezTo>
                  <a:cubicBezTo>
                    <a:pt x="273812" y="623641"/>
                    <a:pt x="317119" y="608274"/>
                    <a:pt x="361823" y="599892"/>
                  </a:cubicBezTo>
                  <a:cubicBezTo>
                    <a:pt x="377190" y="598495"/>
                    <a:pt x="395351" y="597098"/>
                    <a:pt x="409321" y="590113"/>
                  </a:cubicBezTo>
                  <a:lnTo>
                    <a:pt x="421894" y="584525"/>
                  </a:lnTo>
                  <a:lnTo>
                    <a:pt x="430276" y="580334"/>
                  </a:lnTo>
                  <a:lnTo>
                    <a:pt x="440055" y="573349"/>
                  </a:lnTo>
                  <a:cubicBezTo>
                    <a:pt x="442849" y="571952"/>
                    <a:pt x="445643" y="570555"/>
                    <a:pt x="448437" y="569158"/>
                  </a:cubicBezTo>
                  <a:cubicBezTo>
                    <a:pt x="465201" y="553791"/>
                    <a:pt x="511302" y="535630"/>
                    <a:pt x="511302" y="576143"/>
                  </a:cubicBezTo>
                  <a:cubicBezTo>
                    <a:pt x="511302" y="588716"/>
                    <a:pt x="512699" y="602686"/>
                    <a:pt x="511302" y="615259"/>
                  </a:cubicBezTo>
                  <a:cubicBezTo>
                    <a:pt x="509905" y="640405"/>
                    <a:pt x="512699" y="671139"/>
                    <a:pt x="501523" y="694888"/>
                  </a:cubicBezTo>
                  <a:cubicBezTo>
                    <a:pt x="498729" y="699079"/>
                    <a:pt x="497332" y="701873"/>
                    <a:pt x="495935" y="703270"/>
                  </a:cubicBezTo>
                  <a:lnTo>
                    <a:pt x="493141" y="710255"/>
                  </a:lnTo>
                  <a:cubicBezTo>
                    <a:pt x="493141" y="718637"/>
                    <a:pt x="488950" y="724225"/>
                    <a:pt x="484759" y="731210"/>
                  </a:cubicBezTo>
                  <a:cubicBezTo>
                    <a:pt x="473583" y="757753"/>
                    <a:pt x="458216" y="778708"/>
                    <a:pt x="437261" y="799663"/>
                  </a:cubicBezTo>
                  <a:lnTo>
                    <a:pt x="427482" y="806648"/>
                  </a:lnTo>
                  <a:lnTo>
                    <a:pt x="420497" y="813633"/>
                  </a:lnTo>
                  <a:cubicBezTo>
                    <a:pt x="405130" y="831794"/>
                    <a:pt x="391160" y="840176"/>
                    <a:pt x="366014" y="845764"/>
                  </a:cubicBezTo>
                  <a:lnTo>
                    <a:pt x="345059" y="851352"/>
                  </a:lnTo>
                  <a:lnTo>
                    <a:pt x="336677" y="851352"/>
                  </a:lnTo>
                  <a:cubicBezTo>
                    <a:pt x="328295" y="852749"/>
                    <a:pt x="324104" y="852749"/>
                    <a:pt x="318516" y="852749"/>
                  </a:cubicBezTo>
                  <a:lnTo>
                    <a:pt x="307340" y="851352"/>
                  </a:lnTo>
                  <a:cubicBezTo>
                    <a:pt x="257048" y="847161"/>
                    <a:pt x="215138" y="823412"/>
                    <a:pt x="196977" y="780105"/>
                  </a:cubicBezTo>
                  <a:cubicBezTo>
                    <a:pt x="189992" y="774517"/>
                    <a:pt x="185801" y="767532"/>
                    <a:pt x="183007" y="760547"/>
                  </a:cubicBezTo>
                  <a:lnTo>
                    <a:pt x="180213" y="749371"/>
                  </a:lnTo>
                  <a:cubicBezTo>
                    <a:pt x="174625" y="739592"/>
                    <a:pt x="173228" y="735401"/>
                    <a:pt x="170434" y="731210"/>
                  </a:cubicBezTo>
                  <a:cubicBezTo>
                    <a:pt x="150876" y="734004"/>
                    <a:pt x="131318" y="728416"/>
                    <a:pt x="111760" y="727019"/>
                  </a:cubicBezTo>
                  <a:cubicBezTo>
                    <a:pt x="81026" y="734004"/>
                    <a:pt x="48895" y="728416"/>
                    <a:pt x="16764" y="727019"/>
                  </a:cubicBezTo>
                  <a:cubicBezTo>
                    <a:pt x="15367" y="757753"/>
                    <a:pt x="26543" y="787090"/>
                    <a:pt x="37719" y="815030"/>
                  </a:cubicBezTo>
                  <a:cubicBezTo>
                    <a:pt x="41910" y="822015"/>
                    <a:pt x="43307" y="826206"/>
                    <a:pt x="44704" y="830397"/>
                  </a:cubicBezTo>
                  <a:cubicBezTo>
                    <a:pt x="69850" y="869513"/>
                    <a:pt x="110363" y="894659"/>
                    <a:pt x="143891" y="926790"/>
                  </a:cubicBezTo>
                  <a:cubicBezTo>
                    <a:pt x="178816" y="942157"/>
                    <a:pt x="224917" y="967303"/>
                    <a:pt x="262636" y="972891"/>
                  </a:cubicBezTo>
                  <a:lnTo>
                    <a:pt x="293370" y="975685"/>
                  </a:lnTo>
                  <a:cubicBezTo>
                    <a:pt x="326898" y="979876"/>
                    <a:pt x="382778" y="961715"/>
                    <a:pt x="416306" y="953333"/>
                  </a:cubicBezTo>
                  <a:cubicBezTo>
                    <a:pt x="431673" y="946348"/>
                    <a:pt x="447040" y="939363"/>
                    <a:pt x="462407" y="932378"/>
                  </a:cubicBezTo>
                  <a:cubicBezTo>
                    <a:pt x="473583" y="922599"/>
                    <a:pt x="486156" y="921202"/>
                    <a:pt x="498729" y="915614"/>
                  </a:cubicBezTo>
                  <a:lnTo>
                    <a:pt x="508508" y="910026"/>
                  </a:lnTo>
                  <a:lnTo>
                    <a:pt x="514096" y="904438"/>
                  </a:lnTo>
                  <a:lnTo>
                    <a:pt x="521081" y="898850"/>
                  </a:lnTo>
                  <a:lnTo>
                    <a:pt x="533654" y="889071"/>
                  </a:lnTo>
                  <a:lnTo>
                    <a:pt x="543433" y="882086"/>
                  </a:lnTo>
                  <a:cubicBezTo>
                    <a:pt x="550418" y="870910"/>
                    <a:pt x="564388" y="861131"/>
                    <a:pt x="569976" y="848558"/>
                  </a:cubicBezTo>
                  <a:cubicBezTo>
                    <a:pt x="575564" y="837382"/>
                    <a:pt x="576961" y="826206"/>
                    <a:pt x="585343" y="816427"/>
                  </a:cubicBezTo>
                  <a:cubicBezTo>
                    <a:pt x="586740" y="809442"/>
                    <a:pt x="589534" y="803854"/>
                    <a:pt x="592328" y="798266"/>
                  </a:cubicBezTo>
                  <a:lnTo>
                    <a:pt x="599313" y="788487"/>
                  </a:lnTo>
                  <a:cubicBezTo>
                    <a:pt x="600710" y="773120"/>
                    <a:pt x="609092" y="760547"/>
                    <a:pt x="616077" y="746577"/>
                  </a:cubicBezTo>
                  <a:lnTo>
                    <a:pt x="618871" y="739592"/>
                  </a:lnTo>
                  <a:cubicBezTo>
                    <a:pt x="620268" y="711652"/>
                    <a:pt x="634238" y="685109"/>
                    <a:pt x="632841" y="655772"/>
                  </a:cubicBezTo>
                  <a:cubicBezTo>
                    <a:pt x="638429" y="627832"/>
                    <a:pt x="641223" y="602686"/>
                    <a:pt x="644017" y="578937"/>
                  </a:cubicBezTo>
                  <a:cubicBezTo>
                    <a:pt x="645414" y="563570"/>
                    <a:pt x="644017" y="546806"/>
                    <a:pt x="646811" y="531439"/>
                  </a:cubicBezTo>
                  <a:cubicBezTo>
                    <a:pt x="648208" y="528645"/>
                    <a:pt x="648208" y="525851"/>
                    <a:pt x="648208" y="523057"/>
                  </a:cubicBezTo>
                  <a:lnTo>
                    <a:pt x="646811" y="510484"/>
                  </a:lnTo>
                  <a:cubicBezTo>
                    <a:pt x="646811" y="504896"/>
                    <a:pt x="646811" y="500705"/>
                    <a:pt x="648208" y="495117"/>
                  </a:cubicBezTo>
                  <a:lnTo>
                    <a:pt x="649605" y="488132"/>
                  </a:lnTo>
                  <a:cubicBezTo>
                    <a:pt x="645414" y="474162"/>
                    <a:pt x="648208" y="458795"/>
                    <a:pt x="648208" y="443428"/>
                  </a:cubicBezTo>
                  <a:lnTo>
                    <a:pt x="648208" y="384754"/>
                  </a:lnTo>
                  <a:close/>
                  <a:moveTo>
                    <a:pt x="495935" y="345638"/>
                  </a:moveTo>
                  <a:lnTo>
                    <a:pt x="493141" y="359608"/>
                  </a:lnTo>
                  <a:cubicBezTo>
                    <a:pt x="491744" y="365196"/>
                    <a:pt x="490347" y="367990"/>
                    <a:pt x="487553" y="372181"/>
                  </a:cubicBezTo>
                  <a:cubicBezTo>
                    <a:pt x="487553" y="405709"/>
                    <a:pt x="476377" y="439237"/>
                    <a:pt x="449834" y="460192"/>
                  </a:cubicBezTo>
                  <a:cubicBezTo>
                    <a:pt x="430276" y="493720"/>
                    <a:pt x="396748" y="495117"/>
                    <a:pt x="366014" y="510484"/>
                  </a:cubicBezTo>
                  <a:cubicBezTo>
                    <a:pt x="361823" y="511881"/>
                    <a:pt x="359029" y="513278"/>
                    <a:pt x="354838" y="514675"/>
                  </a:cubicBezTo>
                  <a:cubicBezTo>
                    <a:pt x="335280" y="520263"/>
                    <a:pt x="318516" y="521660"/>
                    <a:pt x="301752" y="523057"/>
                  </a:cubicBezTo>
                  <a:cubicBezTo>
                    <a:pt x="296164" y="523057"/>
                    <a:pt x="290576" y="523057"/>
                    <a:pt x="284988" y="520263"/>
                  </a:cubicBezTo>
                  <a:cubicBezTo>
                    <a:pt x="238887" y="520263"/>
                    <a:pt x="202565" y="489529"/>
                    <a:pt x="188595" y="447619"/>
                  </a:cubicBezTo>
                  <a:cubicBezTo>
                    <a:pt x="169037" y="411297"/>
                    <a:pt x="156464" y="377769"/>
                    <a:pt x="159258" y="335859"/>
                  </a:cubicBezTo>
                  <a:lnTo>
                    <a:pt x="159258" y="323286"/>
                  </a:lnTo>
                  <a:cubicBezTo>
                    <a:pt x="159258" y="314904"/>
                    <a:pt x="157861" y="309316"/>
                    <a:pt x="157861" y="303728"/>
                  </a:cubicBezTo>
                  <a:cubicBezTo>
                    <a:pt x="157861" y="288361"/>
                    <a:pt x="160655" y="272994"/>
                    <a:pt x="169037" y="257627"/>
                  </a:cubicBezTo>
                  <a:lnTo>
                    <a:pt x="169037" y="250642"/>
                  </a:lnTo>
                  <a:cubicBezTo>
                    <a:pt x="171831" y="236672"/>
                    <a:pt x="178816" y="228290"/>
                    <a:pt x="185801" y="218511"/>
                  </a:cubicBezTo>
                  <a:lnTo>
                    <a:pt x="191389" y="208732"/>
                  </a:lnTo>
                  <a:cubicBezTo>
                    <a:pt x="192786" y="200350"/>
                    <a:pt x="198374" y="193365"/>
                    <a:pt x="205359" y="190571"/>
                  </a:cubicBezTo>
                  <a:lnTo>
                    <a:pt x="215138" y="177998"/>
                  </a:lnTo>
                  <a:cubicBezTo>
                    <a:pt x="217932" y="173807"/>
                    <a:pt x="222123" y="169616"/>
                    <a:pt x="226314" y="165425"/>
                  </a:cubicBezTo>
                  <a:cubicBezTo>
                    <a:pt x="275209" y="144470"/>
                    <a:pt x="308737" y="129103"/>
                    <a:pt x="357632" y="130500"/>
                  </a:cubicBezTo>
                  <a:cubicBezTo>
                    <a:pt x="368808" y="131897"/>
                    <a:pt x="375793" y="134691"/>
                    <a:pt x="384175" y="140279"/>
                  </a:cubicBezTo>
                  <a:lnTo>
                    <a:pt x="393954" y="144470"/>
                  </a:lnTo>
                  <a:cubicBezTo>
                    <a:pt x="403733" y="147264"/>
                    <a:pt x="410718" y="151455"/>
                    <a:pt x="416306" y="155646"/>
                  </a:cubicBezTo>
                  <a:cubicBezTo>
                    <a:pt x="426085" y="164028"/>
                    <a:pt x="420497" y="158440"/>
                    <a:pt x="428879" y="166822"/>
                  </a:cubicBezTo>
                  <a:cubicBezTo>
                    <a:pt x="435864" y="169616"/>
                    <a:pt x="441452" y="176601"/>
                    <a:pt x="445643" y="182189"/>
                  </a:cubicBezTo>
                  <a:lnTo>
                    <a:pt x="452628" y="189174"/>
                  </a:lnTo>
                  <a:cubicBezTo>
                    <a:pt x="456819" y="193365"/>
                    <a:pt x="463804" y="200350"/>
                    <a:pt x="466598" y="210129"/>
                  </a:cubicBezTo>
                  <a:cubicBezTo>
                    <a:pt x="477774" y="224099"/>
                    <a:pt x="484759" y="240863"/>
                    <a:pt x="487553" y="257627"/>
                  </a:cubicBezTo>
                  <a:cubicBezTo>
                    <a:pt x="491744" y="271597"/>
                    <a:pt x="500126" y="291155"/>
                    <a:pt x="495935" y="313507"/>
                  </a:cubicBezTo>
                  <a:cubicBezTo>
                    <a:pt x="495008" y="320022"/>
                    <a:pt x="494068" y="325610"/>
                    <a:pt x="493141" y="330271"/>
                  </a:cubicBezTo>
                  <a:cubicBezTo>
                    <a:pt x="495935" y="334462"/>
                    <a:pt x="497332" y="340050"/>
                    <a:pt x="495935" y="345638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B86B75D0-CA6A-4514-A126-F29F97384B11}"/>
                </a:ext>
              </a:extLst>
            </p:cNvPr>
            <p:cNvSpPr/>
            <p:nvPr/>
          </p:nvSpPr>
          <p:spPr>
            <a:xfrm>
              <a:off x="7167234" y="4442988"/>
              <a:ext cx="284725" cy="338180"/>
            </a:xfrm>
            <a:custGeom>
              <a:avLst/>
              <a:gdLst>
                <a:gd name="connsiteX0" fmla="*/ 258836 w 284725"/>
                <a:gd name="connsiteY0" fmla="*/ 68559 h 338180"/>
                <a:gd name="connsiteX1" fmla="*/ 256042 w 284725"/>
                <a:gd name="connsiteY1" fmla="*/ 61574 h 338180"/>
                <a:gd name="connsiteX2" fmla="*/ 249057 w 284725"/>
                <a:gd name="connsiteY2" fmla="*/ 50398 h 338180"/>
                <a:gd name="connsiteX3" fmla="*/ 240675 w 284725"/>
                <a:gd name="connsiteY3" fmla="*/ 42016 h 338180"/>
                <a:gd name="connsiteX4" fmla="*/ 233690 w 284725"/>
                <a:gd name="connsiteY4" fmla="*/ 33634 h 338180"/>
                <a:gd name="connsiteX5" fmla="*/ 212735 w 284725"/>
                <a:gd name="connsiteY5" fmla="*/ 18267 h 338180"/>
                <a:gd name="connsiteX6" fmla="*/ 201559 w 284725"/>
                <a:gd name="connsiteY6" fmla="*/ 12679 h 338180"/>
                <a:gd name="connsiteX7" fmla="*/ 186192 w 284725"/>
                <a:gd name="connsiteY7" fmla="*/ 4297 h 338180"/>
                <a:gd name="connsiteX8" fmla="*/ 176413 w 284725"/>
                <a:gd name="connsiteY8" fmla="*/ 106 h 338180"/>
                <a:gd name="connsiteX9" fmla="*/ 57668 w 284725"/>
                <a:gd name="connsiteY9" fmla="*/ 28046 h 338180"/>
                <a:gd name="connsiteX10" fmla="*/ 52080 w 284725"/>
                <a:gd name="connsiteY10" fmla="*/ 35031 h 338180"/>
                <a:gd name="connsiteX11" fmla="*/ 45095 w 284725"/>
                <a:gd name="connsiteY11" fmla="*/ 44810 h 338180"/>
                <a:gd name="connsiteX12" fmla="*/ 31125 w 284725"/>
                <a:gd name="connsiteY12" fmla="*/ 55986 h 338180"/>
                <a:gd name="connsiteX13" fmla="*/ 10170 w 284725"/>
                <a:gd name="connsiteY13" fmla="*/ 95102 h 338180"/>
                <a:gd name="connsiteX14" fmla="*/ 391 w 284725"/>
                <a:gd name="connsiteY14" fmla="*/ 145394 h 338180"/>
                <a:gd name="connsiteX15" fmla="*/ 1788 w 284725"/>
                <a:gd name="connsiteY15" fmla="*/ 162158 h 338180"/>
                <a:gd name="connsiteX16" fmla="*/ 391 w 284725"/>
                <a:gd name="connsiteY16" fmla="*/ 178922 h 338180"/>
                <a:gd name="connsiteX17" fmla="*/ 26934 w 284725"/>
                <a:gd name="connsiteY17" fmla="*/ 278109 h 338180"/>
                <a:gd name="connsiteX18" fmla="*/ 103769 w 284725"/>
                <a:gd name="connsiteY18" fmla="*/ 335386 h 338180"/>
                <a:gd name="connsiteX19" fmla="*/ 112151 w 284725"/>
                <a:gd name="connsiteY19" fmla="*/ 338180 h 338180"/>
                <a:gd name="connsiteX20" fmla="*/ 158252 w 284725"/>
                <a:gd name="connsiteY20" fmla="*/ 329798 h 338180"/>
                <a:gd name="connsiteX21" fmla="*/ 168031 w 284725"/>
                <a:gd name="connsiteY21" fmla="*/ 329798 h 338180"/>
                <a:gd name="connsiteX22" fmla="*/ 242072 w 284725"/>
                <a:gd name="connsiteY22" fmla="*/ 286491 h 338180"/>
                <a:gd name="connsiteX23" fmla="*/ 275600 w 284725"/>
                <a:gd name="connsiteY23" fmla="*/ 211053 h 338180"/>
                <a:gd name="connsiteX24" fmla="*/ 276997 w 284725"/>
                <a:gd name="connsiteY24" fmla="*/ 204068 h 338180"/>
                <a:gd name="connsiteX25" fmla="*/ 281188 w 284725"/>
                <a:gd name="connsiteY25" fmla="*/ 194289 h 338180"/>
                <a:gd name="connsiteX26" fmla="*/ 283982 w 284725"/>
                <a:gd name="connsiteY26" fmla="*/ 185907 h 338180"/>
                <a:gd name="connsiteX27" fmla="*/ 283982 w 284725"/>
                <a:gd name="connsiteY27" fmla="*/ 149585 h 338180"/>
                <a:gd name="connsiteX28" fmla="*/ 275600 w 284725"/>
                <a:gd name="connsiteY28" fmla="*/ 107675 h 338180"/>
                <a:gd name="connsiteX29" fmla="*/ 258836 w 284725"/>
                <a:gd name="connsiteY29" fmla="*/ 68559 h 338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84725" h="338180">
                  <a:moveTo>
                    <a:pt x="258836" y="68559"/>
                  </a:moveTo>
                  <a:lnTo>
                    <a:pt x="256042" y="61574"/>
                  </a:lnTo>
                  <a:cubicBezTo>
                    <a:pt x="254645" y="55986"/>
                    <a:pt x="251851" y="53192"/>
                    <a:pt x="249057" y="50398"/>
                  </a:cubicBezTo>
                  <a:lnTo>
                    <a:pt x="240675" y="42016"/>
                  </a:lnTo>
                  <a:cubicBezTo>
                    <a:pt x="235087" y="35031"/>
                    <a:pt x="233690" y="33634"/>
                    <a:pt x="233690" y="33634"/>
                  </a:cubicBezTo>
                  <a:cubicBezTo>
                    <a:pt x="221117" y="23855"/>
                    <a:pt x="219720" y="22458"/>
                    <a:pt x="212735" y="18267"/>
                  </a:cubicBezTo>
                  <a:cubicBezTo>
                    <a:pt x="209941" y="15473"/>
                    <a:pt x="207147" y="12679"/>
                    <a:pt x="201559" y="12679"/>
                  </a:cubicBezTo>
                  <a:lnTo>
                    <a:pt x="186192" y="4297"/>
                  </a:lnTo>
                  <a:cubicBezTo>
                    <a:pt x="180604" y="1503"/>
                    <a:pt x="177810" y="1503"/>
                    <a:pt x="176413" y="106"/>
                  </a:cubicBezTo>
                  <a:cubicBezTo>
                    <a:pt x="127518" y="-1291"/>
                    <a:pt x="96784" y="11282"/>
                    <a:pt x="57668" y="28046"/>
                  </a:cubicBezTo>
                  <a:cubicBezTo>
                    <a:pt x="56271" y="30840"/>
                    <a:pt x="53477" y="33634"/>
                    <a:pt x="52080" y="35031"/>
                  </a:cubicBezTo>
                  <a:lnTo>
                    <a:pt x="45095" y="44810"/>
                  </a:lnTo>
                  <a:cubicBezTo>
                    <a:pt x="40904" y="49001"/>
                    <a:pt x="36713" y="54589"/>
                    <a:pt x="31125" y="55986"/>
                  </a:cubicBezTo>
                  <a:cubicBezTo>
                    <a:pt x="25537" y="71353"/>
                    <a:pt x="14361" y="82529"/>
                    <a:pt x="10170" y="95102"/>
                  </a:cubicBezTo>
                  <a:cubicBezTo>
                    <a:pt x="1788" y="118851"/>
                    <a:pt x="391" y="131424"/>
                    <a:pt x="391" y="145394"/>
                  </a:cubicBezTo>
                  <a:cubicBezTo>
                    <a:pt x="-1006" y="150982"/>
                    <a:pt x="1788" y="156570"/>
                    <a:pt x="1788" y="162158"/>
                  </a:cubicBezTo>
                  <a:lnTo>
                    <a:pt x="391" y="178922"/>
                  </a:lnTo>
                  <a:cubicBezTo>
                    <a:pt x="-1006" y="215244"/>
                    <a:pt x="10170" y="245978"/>
                    <a:pt x="26934" y="278109"/>
                  </a:cubicBezTo>
                  <a:cubicBezTo>
                    <a:pt x="39507" y="314431"/>
                    <a:pt x="67447" y="336783"/>
                    <a:pt x="103769" y="335386"/>
                  </a:cubicBezTo>
                  <a:lnTo>
                    <a:pt x="112151" y="338180"/>
                  </a:lnTo>
                  <a:cubicBezTo>
                    <a:pt x="126121" y="336783"/>
                    <a:pt x="144282" y="336783"/>
                    <a:pt x="158252" y="329798"/>
                  </a:cubicBezTo>
                  <a:lnTo>
                    <a:pt x="168031" y="329798"/>
                  </a:lnTo>
                  <a:cubicBezTo>
                    <a:pt x="191780" y="317225"/>
                    <a:pt x="229499" y="311637"/>
                    <a:pt x="242072" y="286491"/>
                  </a:cubicBezTo>
                  <a:cubicBezTo>
                    <a:pt x="265821" y="268330"/>
                    <a:pt x="275600" y="240390"/>
                    <a:pt x="275600" y="211053"/>
                  </a:cubicBezTo>
                  <a:lnTo>
                    <a:pt x="276997" y="204068"/>
                  </a:lnTo>
                  <a:cubicBezTo>
                    <a:pt x="279791" y="201274"/>
                    <a:pt x="279791" y="198480"/>
                    <a:pt x="281188" y="194289"/>
                  </a:cubicBezTo>
                  <a:lnTo>
                    <a:pt x="283982" y="185907"/>
                  </a:lnTo>
                  <a:cubicBezTo>
                    <a:pt x="279791" y="167746"/>
                    <a:pt x="281188" y="166349"/>
                    <a:pt x="283982" y="149585"/>
                  </a:cubicBezTo>
                  <a:cubicBezTo>
                    <a:pt x="286776" y="135615"/>
                    <a:pt x="281188" y="121645"/>
                    <a:pt x="275600" y="107675"/>
                  </a:cubicBezTo>
                  <a:cubicBezTo>
                    <a:pt x="272806" y="89514"/>
                    <a:pt x="268615" y="76941"/>
                    <a:pt x="258836" y="68559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DBE67540-487D-485E-AD62-BB720ABB8E33}"/>
                </a:ext>
              </a:extLst>
            </p:cNvPr>
            <p:cNvSpPr/>
            <p:nvPr/>
          </p:nvSpPr>
          <p:spPr>
            <a:xfrm>
              <a:off x="7814436" y="5063362"/>
              <a:ext cx="180213" cy="176022"/>
            </a:xfrm>
            <a:custGeom>
              <a:avLst/>
              <a:gdLst>
                <a:gd name="connsiteX0" fmla="*/ 176022 w 180213"/>
                <a:gd name="connsiteY0" fmla="*/ 8382 h 176022"/>
                <a:gd name="connsiteX1" fmla="*/ 65659 w 180213"/>
                <a:gd name="connsiteY1" fmla="*/ 1397 h 176022"/>
                <a:gd name="connsiteX2" fmla="*/ 18161 w 180213"/>
                <a:gd name="connsiteY2" fmla="*/ 0 h 176022"/>
                <a:gd name="connsiteX3" fmla="*/ 4191 w 180213"/>
                <a:gd name="connsiteY3" fmla="*/ 0 h 176022"/>
                <a:gd name="connsiteX4" fmla="*/ 0 w 180213"/>
                <a:gd name="connsiteY4" fmla="*/ 18161 h 176022"/>
                <a:gd name="connsiteX5" fmla="*/ 0 w 180213"/>
                <a:gd name="connsiteY5" fmla="*/ 30734 h 176022"/>
                <a:gd name="connsiteX6" fmla="*/ 8382 w 180213"/>
                <a:gd name="connsiteY6" fmla="*/ 157861 h 176022"/>
                <a:gd name="connsiteX7" fmla="*/ 11176 w 180213"/>
                <a:gd name="connsiteY7" fmla="*/ 174625 h 176022"/>
                <a:gd name="connsiteX8" fmla="*/ 44704 w 180213"/>
                <a:gd name="connsiteY8" fmla="*/ 169037 h 176022"/>
                <a:gd name="connsiteX9" fmla="*/ 107569 w 180213"/>
                <a:gd name="connsiteY9" fmla="*/ 170434 h 176022"/>
                <a:gd name="connsiteX10" fmla="*/ 114554 w 180213"/>
                <a:gd name="connsiteY10" fmla="*/ 171831 h 176022"/>
                <a:gd name="connsiteX11" fmla="*/ 138303 w 180213"/>
                <a:gd name="connsiteY11" fmla="*/ 171831 h 176022"/>
                <a:gd name="connsiteX12" fmla="*/ 155067 w 180213"/>
                <a:gd name="connsiteY12" fmla="*/ 174625 h 176022"/>
                <a:gd name="connsiteX13" fmla="*/ 170434 w 180213"/>
                <a:gd name="connsiteY13" fmla="*/ 176022 h 176022"/>
                <a:gd name="connsiteX14" fmla="*/ 180213 w 180213"/>
                <a:gd name="connsiteY14" fmla="*/ 174625 h 176022"/>
                <a:gd name="connsiteX15" fmla="*/ 180213 w 180213"/>
                <a:gd name="connsiteY15" fmla="*/ 169037 h 176022"/>
                <a:gd name="connsiteX16" fmla="*/ 176022 w 180213"/>
                <a:gd name="connsiteY16" fmla="*/ 8382 h 176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0213" h="176022">
                  <a:moveTo>
                    <a:pt x="176022" y="8382"/>
                  </a:moveTo>
                  <a:cubicBezTo>
                    <a:pt x="163449" y="2794"/>
                    <a:pt x="75438" y="2794"/>
                    <a:pt x="65659" y="1397"/>
                  </a:cubicBezTo>
                  <a:lnTo>
                    <a:pt x="18161" y="0"/>
                  </a:lnTo>
                  <a:lnTo>
                    <a:pt x="4191" y="0"/>
                  </a:lnTo>
                  <a:cubicBezTo>
                    <a:pt x="2794" y="5588"/>
                    <a:pt x="1397" y="12573"/>
                    <a:pt x="0" y="18161"/>
                  </a:cubicBezTo>
                  <a:lnTo>
                    <a:pt x="0" y="30734"/>
                  </a:lnTo>
                  <a:cubicBezTo>
                    <a:pt x="0" y="30734"/>
                    <a:pt x="6985" y="149479"/>
                    <a:pt x="8382" y="157861"/>
                  </a:cubicBezTo>
                  <a:cubicBezTo>
                    <a:pt x="9779" y="163449"/>
                    <a:pt x="9779" y="169037"/>
                    <a:pt x="11176" y="174625"/>
                  </a:cubicBezTo>
                  <a:cubicBezTo>
                    <a:pt x="19558" y="173228"/>
                    <a:pt x="32131" y="171831"/>
                    <a:pt x="44704" y="169037"/>
                  </a:cubicBezTo>
                  <a:cubicBezTo>
                    <a:pt x="62865" y="167640"/>
                    <a:pt x="82423" y="167640"/>
                    <a:pt x="107569" y="170434"/>
                  </a:cubicBezTo>
                  <a:lnTo>
                    <a:pt x="114554" y="171831"/>
                  </a:lnTo>
                  <a:lnTo>
                    <a:pt x="138303" y="171831"/>
                  </a:lnTo>
                  <a:lnTo>
                    <a:pt x="155067" y="174625"/>
                  </a:lnTo>
                  <a:cubicBezTo>
                    <a:pt x="160655" y="176022"/>
                    <a:pt x="164846" y="176022"/>
                    <a:pt x="170434" y="176022"/>
                  </a:cubicBezTo>
                  <a:cubicBezTo>
                    <a:pt x="174625" y="176022"/>
                    <a:pt x="177419" y="176022"/>
                    <a:pt x="180213" y="174625"/>
                  </a:cubicBezTo>
                  <a:lnTo>
                    <a:pt x="180213" y="169037"/>
                  </a:lnTo>
                  <a:cubicBezTo>
                    <a:pt x="171831" y="121539"/>
                    <a:pt x="173228" y="60071"/>
                    <a:pt x="176022" y="8382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98FB2453-3975-4E76-BAFD-F1D1D63A976D}"/>
                </a:ext>
              </a:extLst>
            </p:cNvPr>
            <p:cNvSpPr/>
            <p:nvPr/>
          </p:nvSpPr>
          <p:spPr>
            <a:xfrm>
              <a:off x="7787894" y="5036819"/>
              <a:ext cx="234696" cy="229107"/>
            </a:xfrm>
            <a:custGeom>
              <a:avLst/>
              <a:gdLst>
                <a:gd name="connsiteX0" fmla="*/ 230505 w 234696"/>
                <a:gd name="connsiteY0" fmla="*/ 29337 h 229107"/>
                <a:gd name="connsiteX1" fmla="*/ 167640 w 234696"/>
                <a:gd name="connsiteY1" fmla="*/ 4191 h 229107"/>
                <a:gd name="connsiteX2" fmla="*/ 93599 w 234696"/>
                <a:gd name="connsiteY2" fmla="*/ 1397 h 229107"/>
                <a:gd name="connsiteX3" fmla="*/ 44704 w 234696"/>
                <a:gd name="connsiteY3" fmla="*/ 0 h 229107"/>
                <a:gd name="connsiteX4" fmla="*/ 20955 w 234696"/>
                <a:gd name="connsiteY4" fmla="*/ 0 h 229107"/>
                <a:gd name="connsiteX5" fmla="*/ 0 w 234696"/>
                <a:gd name="connsiteY5" fmla="*/ 41910 h 229107"/>
                <a:gd name="connsiteX6" fmla="*/ 0 w 234696"/>
                <a:gd name="connsiteY6" fmla="*/ 58674 h 229107"/>
                <a:gd name="connsiteX7" fmla="*/ 11176 w 234696"/>
                <a:gd name="connsiteY7" fmla="*/ 205359 h 229107"/>
                <a:gd name="connsiteX8" fmla="*/ 11176 w 234696"/>
                <a:gd name="connsiteY8" fmla="*/ 210947 h 229107"/>
                <a:gd name="connsiteX9" fmla="*/ 12573 w 234696"/>
                <a:gd name="connsiteY9" fmla="*/ 226314 h 229107"/>
                <a:gd name="connsiteX10" fmla="*/ 22352 w 234696"/>
                <a:gd name="connsiteY10" fmla="*/ 227711 h 229107"/>
                <a:gd name="connsiteX11" fmla="*/ 33528 w 234696"/>
                <a:gd name="connsiteY11" fmla="*/ 227711 h 229107"/>
                <a:gd name="connsiteX12" fmla="*/ 75438 w 234696"/>
                <a:gd name="connsiteY12" fmla="*/ 222123 h 229107"/>
                <a:gd name="connsiteX13" fmla="*/ 129921 w 234696"/>
                <a:gd name="connsiteY13" fmla="*/ 223520 h 229107"/>
                <a:gd name="connsiteX14" fmla="*/ 160655 w 234696"/>
                <a:gd name="connsiteY14" fmla="*/ 224917 h 229107"/>
                <a:gd name="connsiteX15" fmla="*/ 177419 w 234696"/>
                <a:gd name="connsiteY15" fmla="*/ 227711 h 229107"/>
                <a:gd name="connsiteX16" fmla="*/ 196977 w 234696"/>
                <a:gd name="connsiteY16" fmla="*/ 229108 h 229107"/>
                <a:gd name="connsiteX17" fmla="*/ 231902 w 234696"/>
                <a:gd name="connsiteY17" fmla="*/ 206756 h 229107"/>
                <a:gd name="connsiteX18" fmla="*/ 233299 w 234696"/>
                <a:gd name="connsiteY18" fmla="*/ 199771 h 229107"/>
                <a:gd name="connsiteX19" fmla="*/ 234696 w 234696"/>
                <a:gd name="connsiteY19" fmla="*/ 192786 h 229107"/>
                <a:gd name="connsiteX20" fmla="*/ 230505 w 234696"/>
                <a:gd name="connsiteY20" fmla="*/ 29337 h 229107"/>
                <a:gd name="connsiteX21" fmla="*/ 206756 w 234696"/>
                <a:gd name="connsiteY21" fmla="*/ 201168 h 229107"/>
                <a:gd name="connsiteX22" fmla="*/ 196977 w 234696"/>
                <a:gd name="connsiteY22" fmla="*/ 202565 h 229107"/>
                <a:gd name="connsiteX23" fmla="*/ 181610 w 234696"/>
                <a:gd name="connsiteY23" fmla="*/ 201168 h 229107"/>
                <a:gd name="connsiteX24" fmla="*/ 164846 w 234696"/>
                <a:gd name="connsiteY24" fmla="*/ 198374 h 229107"/>
                <a:gd name="connsiteX25" fmla="*/ 141097 w 234696"/>
                <a:gd name="connsiteY25" fmla="*/ 198374 h 229107"/>
                <a:gd name="connsiteX26" fmla="*/ 134112 w 234696"/>
                <a:gd name="connsiteY26" fmla="*/ 196977 h 229107"/>
                <a:gd name="connsiteX27" fmla="*/ 71247 w 234696"/>
                <a:gd name="connsiteY27" fmla="*/ 195580 h 229107"/>
                <a:gd name="connsiteX28" fmla="*/ 37719 w 234696"/>
                <a:gd name="connsiteY28" fmla="*/ 201168 h 229107"/>
                <a:gd name="connsiteX29" fmla="*/ 34925 w 234696"/>
                <a:gd name="connsiteY29" fmla="*/ 184404 h 229107"/>
                <a:gd name="connsiteX30" fmla="*/ 26543 w 234696"/>
                <a:gd name="connsiteY30" fmla="*/ 57277 h 229107"/>
                <a:gd name="connsiteX31" fmla="*/ 26543 w 234696"/>
                <a:gd name="connsiteY31" fmla="*/ 44704 h 229107"/>
                <a:gd name="connsiteX32" fmla="*/ 30734 w 234696"/>
                <a:gd name="connsiteY32" fmla="*/ 26543 h 229107"/>
                <a:gd name="connsiteX33" fmla="*/ 44704 w 234696"/>
                <a:gd name="connsiteY33" fmla="*/ 26543 h 229107"/>
                <a:gd name="connsiteX34" fmla="*/ 92202 w 234696"/>
                <a:gd name="connsiteY34" fmla="*/ 27940 h 229107"/>
                <a:gd name="connsiteX35" fmla="*/ 202565 w 234696"/>
                <a:gd name="connsiteY35" fmla="*/ 34925 h 229107"/>
                <a:gd name="connsiteX36" fmla="*/ 206756 w 234696"/>
                <a:gd name="connsiteY36" fmla="*/ 195580 h 229107"/>
                <a:gd name="connsiteX37" fmla="*/ 206756 w 234696"/>
                <a:gd name="connsiteY37" fmla="*/ 201168 h 22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4696" h="229107">
                  <a:moveTo>
                    <a:pt x="230505" y="29337"/>
                  </a:moveTo>
                  <a:cubicBezTo>
                    <a:pt x="231902" y="5588"/>
                    <a:pt x="180213" y="4191"/>
                    <a:pt x="167640" y="4191"/>
                  </a:cubicBezTo>
                  <a:cubicBezTo>
                    <a:pt x="162052" y="4191"/>
                    <a:pt x="127127" y="2794"/>
                    <a:pt x="93599" y="1397"/>
                  </a:cubicBezTo>
                  <a:lnTo>
                    <a:pt x="44704" y="0"/>
                  </a:lnTo>
                  <a:lnTo>
                    <a:pt x="20955" y="0"/>
                  </a:lnTo>
                  <a:cubicBezTo>
                    <a:pt x="2794" y="1397"/>
                    <a:pt x="1397" y="27940"/>
                    <a:pt x="0" y="41910"/>
                  </a:cubicBezTo>
                  <a:lnTo>
                    <a:pt x="0" y="58674"/>
                  </a:lnTo>
                  <a:cubicBezTo>
                    <a:pt x="2794" y="107569"/>
                    <a:pt x="5588" y="156464"/>
                    <a:pt x="11176" y="205359"/>
                  </a:cubicBezTo>
                  <a:lnTo>
                    <a:pt x="11176" y="210947"/>
                  </a:lnTo>
                  <a:cubicBezTo>
                    <a:pt x="13970" y="212344"/>
                    <a:pt x="9779" y="231902"/>
                    <a:pt x="12573" y="226314"/>
                  </a:cubicBezTo>
                  <a:lnTo>
                    <a:pt x="22352" y="227711"/>
                  </a:lnTo>
                  <a:cubicBezTo>
                    <a:pt x="25146" y="229108"/>
                    <a:pt x="29337" y="227711"/>
                    <a:pt x="33528" y="227711"/>
                  </a:cubicBezTo>
                  <a:cubicBezTo>
                    <a:pt x="44704" y="227711"/>
                    <a:pt x="60071" y="224917"/>
                    <a:pt x="75438" y="222123"/>
                  </a:cubicBezTo>
                  <a:cubicBezTo>
                    <a:pt x="89408" y="220726"/>
                    <a:pt x="106172" y="220726"/>
                    <a:pt x="129921" y="223520"/>
                  </a:cubicBezTo>
                  <a:cubicBezTo>
                    <a:pt x="139700" y="224917"/>
                    <a:pt x="149479" y="223520"/>
                    <a:pt x="160655" y="224917"/>
                  </a:cubicBezTo>
                  <a:lnTo>
                    <a:pt x="177419" y="227711"/>
                  </a:lnTo>
                  <a:cubicBezTo>
                    <a:pt x="184404" y="229108"/>
                    <a:pt x="191389" y="229108"/>
                    <a:pt x="196977" y="229108"/>
                  </a:cubicBezTo>
                  <a:cubicBezTo>
                    <a:pt x="215138" y="229108"/>
                    <a:pt x="230505" y="226314"/>
                    <a:pt x="231902" y="206756"/>
                  </a:cubicBezTo>
                  <a:cubicBezTo>
                    <a:pt x="233299" y="205359"/>
                    <a:pt x="233299" y="202565"/>
                    <a:pt x="233299" y="199771"/>
                  </a:cubicBezTo>
                  <a:lnTo>
                    <a:pt x="234696" y="192786"/>
                  </a:lnTo>
                  <a:cubicBezTo>
                    <a:pt x="224917" y="146685"/>
                    <a:pt x="226314" y="83820"/>
                    <a:pt x="230505" y="29337"/>
                  </a:cubicBezTo>
                  <a:close/>
                  <a:moveTo>
                    <a:pt x="206756" y="201168"/>
                  </a:moveTo>
                  <a:cubicBezTo>
                    <a:pt x="203962" y="202565"/>
                    <a:pt x="201168" y="202565"/>
                    <a:pt x="196977" y="202565"/>
                  </a:cubicBezTo>
                  <a:cubicBezTo>
                    <a:pt x="191389" y="202565"/>
                    <a:pt x="187198" y="202565"/>
                    <a:pt x="181610" y="201168"/>
                  </a:cubicBezTo>
                  <a:lnTo>
                    <a:pt x="164846" y="198374"/>
                  </a:lnTo>
                  <a:lnTo>
                    <a:pt x="141097" y="198374"/>
                  </a:lnTo>
                  <a:lnTo>
                    <a:pt x="134112" y="196977"/>
                  </a:lnTo>
                  <a:cubicBezTo>
                    <a:pt x="108966" y="194183"/>
                    <a:pt x="89408" y="194183"/>
                    <a:pt x="71247" y="195580"/>
                  </a:cubicBezTo>
                  <a:cubicBezTo>
                    <a:pt x="58674" y="198374"/>
                    <a:pt x="46101" y="199771"/>
                    <a:pt x="37719" y="201168"/>
                  </a:cubicBezTo>
                  <a:cubicBezTo>
                    <a:pt x="36322" y="195580"/>
                    <a:pt x="36322" y="189992"/>
                    <a:pt x="34925" y="184404"/>
                  </a:cubicBezTo>
                  <a:cubicBezTo>
                    <a:pt x="33528" y="176022"/>
                    <a:pt x="26543" y="57277"/>
                    <a:pt x="26543" y="57277"/>
                  </a:cubicBezTo>
                  <a:lnTo>
                    <a:pt x="26543" y="44704"/>
                  </a:lnTo>
                  <a:cubicBezTo>
                    <a:pt x="27940" y="39116"/>
                    <a:pt x="29337" y="32131"/>
                    <a:pt x="30734" y="26543"/>
                  </a:cubicBezTo>
                  <a:lnTo>
                    <a:pt x="44704" y="26543"/>
                  </a:lnTo>
                  <a:lnTo>
                    <a:pt x="92202" y="27940"/>
                  </a:lnTo>
                  <a:cubicBezTo>
                    <a:pt x="101981" y="29337"/>
                    <a:pt x="189992" y="29337"/>
                    <a:pt x="202565" y="34925"/>
                  </a:cubicBezTo>
                  <a:cubicBezTo>
                    <a:pt x="199771" y="86614"/>
                    <a:pt x="198374" y="148082"/>
                    <a:pt x="206756" y="195580"/>
                  </a:cubicBezTo>
                  <a:lnTo>
                    <a:pt x="206756" y="201168"/>
                  </a:ln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C8281B95-76EB-4727-B572-1B9EA1FF6BB3}"/>
                </a:ext>
              </a:extLst>
            </p:cNvPr>
            <p:cNvSpPr/>
            <p:nvPr/>
          </p:nvSpPr>
          <p:spPr>
            <a:xfrm>
              <a:off x="7139685" y="4415066"/>
              <a:ext cx="339216" cy="392645"/>
            </a:xfrm>
            <a:custGeom>
              <a:avLst/>
              <a:gdLst>
                <a:gd name="connsiteX0" fmla="*/ 329692 w 339216"/>
                <a:gd name="connsiteY0" fmla="*/ 127215 h 392645"/>
                <a:gd name="connsiteX1" fmla="*/ 308737 w 339216"/>
                <a:gd name="connsiteY1" fmla="*/ 79717 h 392645"/>
                <a:gd name="connsiteX2" fmla="*/ 294767 w 339216"/>
                <a:gd name="connsiteY2" fmla="*/ 58762 h 392645"/>
                <a:gd name="connsiteX3" fmla="*/ 287782 w 339216"/>
                <a:gd name="connsiteY3" fmla="*/ 51777 h 392645"/>
                <a:gd name="connsiteX4" fmla="*/ 271018 w 339216"/>
                <a:gd name="connsiteY4" fmla="*/ 36410 h 392645"/>
                <a:gd name="connsiteX5" fmla="*/ 258445 w 339216"/>
                <a:gd name="connsiteY5" fmla="*/ 25234 h 392645"/>
                <a:gd name="connsiteX6" fmla="*/ 236093 w 339216"/>
                <a:gd name="connsiteY6" fmla="*/ 14058 h 392645"/>
                <a:gd name="connsiteX7" fmla="*/ 226314 w 339216"/>
                <a:gd name="connsiteY7" fmla="*/ 9867 h 392645"/>
                <a:gd name="connsiteX8" fmla="*/ 199771 w 339216"/>
                <a:gd name="connsiteY8" fmla="*/ 88 h 392645"/>
                <a:gd name="connsiteX9" fmla="*/ 68453 w 339216"/>
                <a:gd name="connsiteY9" fmla="*/ 35013 h 392645"/>
                <a:gd name="connsiteX10" fmla="*/ 57277 w 339216"/>
                <a:gd name="connsiteY10" fmla="*/ 47586 h 392645"/>
                <a:gd name="connsiteX11" fmla="*/ 47498 w 339216"/>
                <a:gd name="connsiteY11" fmla="*/ 60159 h 392645"/>
                <a:gd name="connsiteX12" fmla="*/ 33528 w 339216"/>
                <a:gd name="connsiteY12" fmla="*/ 78320 h 392645"/>
                <a:gd name="connsiteX13" fmla="*/ 27940 w 339216"/>
                <a:gd name="connsiteY13" fmla="*/ 88099 h 392645"/>
                <a:gd name="connsiteX14" fmla="*/ 11176 w 339216"/>
                <a:gd name="connsiteY14" fmla="*/ 120230 h 392645"/>
                <a:gd name="connsiteX15" fmla="*/ 11176 w 339216"/>
                <a:gd name="connsiteY15" fmla="*/ 127215 h 392645"/>
                <a:gd name="connsiteX16" fmla="*/ 0 w 339216"/>
                <a:gd name="connsiteY16" fmla="*/ 173316 h 392645"/>
                <a:gd name="connsiteX17" fmla="*/ 1397 w 339216"/>
                <a:gd name="connsiteY17" fmla="*/ 192874 h 392645"/>
                <a:gd name="connsiteX18" fmla="*/ 1397 w 339216"/>
                <a:gd name="connsiteY18" fmla="*/ 205447 h 392645"/>
                <a:gd name="connsiteX19" fmla="*/ 30734 w 339216"/>
                <a:gd name="connsiteY19" fmla="*/ 317207 h 392645"/>
                <a:gd name="connsiteX20" fmla="*/ 127127 w 339216"/>
                <a:gd name="connsiteY20" fmla="*/ 389851 h 392645"/>
                <a:gd name="connsiteX21" fmla="*/ 143891 w 339216"/>
                <a:gd name="connsiteY21" fmla="*/ 392645 h 392645"/>
                <a:gd name="connsiteX22" fmla="*/ 196977 w 339216"/>
                <a:gd name="connsiteY22" fmla="*/ 384263 h 392645"/>
                <a:gd name="connsiteX23" fmla="*/ 208153 w 339216"/>
                <a:gd name="connsiteY23" fmla="*/ 380072 h 392645"/>
                <a:gd name="connsiteX24" fmla="*/ 291973 w 339216"/>
                <a:gd name="connsiteY24" fmla="*/ 329780 h 392645"/>
                <a:gd name="connsiteX25" fmla="*/ 329692 w 339216"/>
                <a:gd name="connsiteY25" fmla="*/ 241769 h 392645"/>
                <a:gd name="connsiteX26" fmla="*/ 335280 w 339216"/>
                <a:gd name="connsiteY26" fmla="*/ 229196 h 392645"/>
                <a:gd name="connsiteX27" fmla="*/ 338074 w 339216"/>
                <a:gd name="connsiteY27" fmla="*/ 215226 h 392645"/>
                <a:gd name="connsiteX28" fmla="*/ 335280 w 339216"/>
                <a:gd name="connsiteY28" fmla="*/ 199859 h 392645"/>
                <a:gd name="connsiteX29" fmla="*/ 338074 w 339216"/>
                <a:gd name="connsiteY29" fmla="*/ 183095 h 392645"/>
                <a:gd name="connsiteX30" fmla="*/ 329692 w 339216"/>
                <a:gd name="connsiteY30" fmla="*/ 127215 h 392645"/>
                <a:gd name="connsiteX31" fmla="*/ 311531 w 339216"/>
                <a:gd name="connsiteY31" fmla="*/ 177507 h 392645"/>
                <a:gd name="connsiteX32" fmla="*/ 311531 w 339216"/>
                <a:gd name="connsiteY32" fmla="*/ 213829 h 392645"/>
                <a:gd name="connsiteX33" fmla="*/ 308737 w 339216"/>
                <a:gd name="connsiteY33" fmla="*/ 222211 h 392645"/>
                <a:gd name="connsiteX34" fmla="*/ 304546 w 339216"/>
                <a:gd name="connsiteY34" fmla="*/ 231990 h 392645"/>
                <a:gd name="connsiteX35" fmla="*/ 303149 w 339216"/>
                <a:gd name="connsiteY35" fmla="*/ 238975 h 392645"/>
                <a:gd name="connsiteX36" fmla="*/ 269621 w 339216"/>
                <a:gd name="connsiteY36" fmla="*/ 314413 h 392645"/>
                <a:gd name="connsiteX37" fmla="*/ 195580 w 339216"/>
                <a:gd name="connsiteY37" fmla="*/ 357720 h 392645"/>
                <a:gd name="connsiteX38" fmla="*/ 185801 w 339216"/>
                <a:gd name="connsiteY38" fmla="*/ 357720 h 392645"/>
                <a:gd name="connsiteX39" fmla="*/ 139700 w 339216"/>
                <a:gd name="connsiteY39" fmla="*/ 366102 h 392645"/>
                <a:gd name="connsiteX40" fmla="*/ 131318 w 339216"/>
                <a:gd name="connsiteY40" fmla="*/ 363308 h 392645"/>
                <a:gd name="connsiteX41" fmla="*/ 54483 w 339216"/>
                <a:gd name="connsiteY41" fmla="*/ 306031 h 392645"/>
                <a:gd name="connsiteX42" fmla="*/ 27940 w 339216"/>
                <a:gd name="connsiteY42" fmla="*/ 206844 h 392645"/>
                <a:gd name="connsiteX43" fmla="*/ 29337 w 339216"/>
                <a:gd name="connsiteY43" fmla="*/ 190080 h 392645"/>
                <a:gd name="connsiteX44" fmla="*/ 27940 w 339216"/>
                <a:gd name="connsiteY44" fmla="*/ 173316 h 392645"/>
                <a:gd name="connsiteX45" fmla="*/ 37719 w 339216"/>
                <a:gd name="connsiteY45" fmla="*/ 123024 h 392645"/>
                <a:gd name="connsiteX46" fmla="*/ 58674 w 339216"/>
                <a:gd name="connsiteY46" fmla="*/ 83908 h 392645"/>
                <a:gd name="connsiteX47" fmla="*/ 72644 w 339216"/>
                <a:gd name="connsiteY47" fmla="*/ 72732 h 392645"/>
                <a:gd name="connsiteX48" fmla="*/ 79629 w 339216"/>
                <a:gd name="connsiteY48" fmla="*/ 62953 h 392645"/>
                <a:gd name="connsiteX49" fmla="*/ 85217 w 339216"/>
                <a:gd name="connsiteY49" fmla="*/ 55968 h 392645"/>
                <a:gd name="connsiteX50" fmla="*/ 203962 w 339216"/>
                <a:gd name="connsiteY50" fmla="*/ 28028 h 392645"/>
                <a:gd name="connsiteX51" fmla="*/ 213741 w 339216"/>
                <a:gd name="connsiteY51" fmla="*/ 32219 h 392645"/>
                <a:gd name="connsiteX52" fmla="*/ 229108 w 339216"/>
                <a:gd name="connsiteY52" fmla="*/ 40601 h 392645"/>
                <a:gd name="connsiteX53" fmla="*/ 240284 w 339216"/>
                <a:gd name="connsiteY53" fmla="*/ 46189 h 392645"/>
                <a:gd name="connsiteX54" fmla="*/ 261239 w 339216"/>
                <a:gd name="connsiteY54" fmla="*/ 61556 h 392645"/>
                <a:gd name="connsiteX55" fmla="*/ 268224 w 339216"/>
                <a:gd name="connsiteY55" fmla="*/ 69938 h 392645"/>
                <a:gd name="connsiteX56" fmla="*/ 276606 w 339216"/>
                <a:gd name="connsiteY56" fmla="*/ 78320 h 392645"/>
                <a:gd name="connsiteX57" fmla="*/ 283591 w 339216"/>
                <a:gd name="connsiteY57" fmla="*/ 89496 h 392645"/>
                <a:gd name="connsiteX58" fmla="*/ 286385 w 339216"/>
                <a:gd name="connsiteY58" fmla="*/ 96481 h 392645"/>
                <a:gd name="connsiteX59" fmla="*/ 303149 w 339216"/>
                <a:gd name="connsiteY59" fmla="*/ 135597 h 392645"/>
                <a:gd name="connsiteX60" fmla="*/ 311531 w 339216"/>
                <a:gd name="connsiteY60" fmla="*/ 177507 h 392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339216" h="392645">
                  <a:moveTo>
                    <a:pt x="329692" y="127215"/>
                  </a:moveTo>
                  <a:cubicBezTo>
                    <a:pt x="326898" y="110451"/>
                    <a:pt x="319913" y="93687"/>
                    <a:pt x="308737" y="79717"/>
                  </a:cubicBezTo>
                  <a:cubicBezTo>
                    <a:pt x="305943" y="69938"/>
                    <a:pt x="298958" y="62953"/>
                    <a:pt x="294767" y="58762"/>
                  </a:cubicBezTo>
                  <a:lnTo>
                    <a:pt x="287782" y="51777"/>
                  </a:lnTo>
                  <a:cubicBezTo>
                    <a:pt x="283591" y="46189"/>
                    <a:pt x="278003" y="39204"/>
                    <a:pt x="271018" y="36410"/>
                  </a:cubicBezTo>
                  <a:cubicBezTo>
                    <a:pt x="262636" y="28028"/>
                    <a:pt x="268224" y="33616"/>
                    <a:pt x="258445" y="25234"/>
                  </a:cubicBezTo>
                  <a:cubicBezTo>
                    <a:pt x="252857" y="21043"/>
                    <a:pt x="245872" y="16852"/>
                    <a:pt x="236093" y="14058"/>
                  </a:cubicBezTo>
                  <a:lnTo>
                    <a:pt x="226314" y="9867"/>
                  </a:lnTo>
                  <a:cubicBezTo>
                    <a:pt x="217932" y="4279"/>
                    <a:pt x="210947" y="1485"/>
                    <a:pt x="199771" y="88"/>
                  </a:cubicBezTo>
                  <a:cubicBezTo>
                    <a:pt x="150876" y="-1309"/>
                    <a:pt x="117348" y="14058"/>
                    <a:pt x="68453" y="35013"/>
                  </a:cubicBezTo>
                  <a:cubicBezTo>
                    <a:pt x="64262" y="39204"/>
                    <a:pt x="60071" y="43395"/>
                    <a:pt x="57277" y="47586"/>
                  </a:cubicBezTo>
                  <a:lnTo>
                    <a:pt x="47498" y="60159"/>
                  </a:lnTo>
                  <a:cubicBezTo>
                    <a:pt x="40513" y="62953"/>
                    <a:pt x="34925" y="69938"/>
                    <a:pt x="33528" y="78320"/>
                  </a:cubicBezTo>
                  <a:lnTo>
                    <a:pt x="27940" y="88099"/>
                  </a:lnTo>
                  <a:cubicBezTo>
                    <a:pt x="20955" y="97878"/>
                    <a:pt x="13970" y="106260"/>
                    <a:pt x="11176" y="120230"/>
                  </a:cubicBezTo>
                  <a:lnTo>
                    <a:pt x="11176" y="127215"/>
                  </a:lnTo>
                  <a:cubicBezTo>
                    <a:pt x="2794" y="142582"/>
                    <a:pt x="0" y="157949"/>
                    <a:pt x="0" y="173316"/>
                  </a:cubicBezTo>
                  <a:cubicBezTo>
                    <a:pt x="0" y="178904"/>
                    <a:pt x="1397" y="184492"/>
                    <a:pt x="1397" y="192874"/>
                  </a:cubicBezTo>
                  <a:lnTo>
                    <a:pt x="1397" y="205447"/>
                  </a:lnTo>
                  <a:cubicBezTo>
                    <a:pt x="-1397" y="247357"/>
                    <a:pt x="11176" y="280885"/>
                    <a:pt x="30734" y="317207"/>
                  </a:cubicBezTo>
                  <a:cubicBezTo>
                    <a:pt x="44704" y="359117"/>
                    <a:pt x="81026" y="389851"/>
                    <a:pt x="127127" y="389851"/>
                  </a:cubicBezTo>
                  <a:cubicBezTo>
                    <a:pt x="132715" y="392645"/>
                    <a:pt x="138303" y="392645"/>
                    <a:pt x="143891" y="392645"/>
                  </a:cubicBezTo>
                  <a:cubicBezTo>
                    <a:pt x="160655" y="391248"/>
                    <a:pt x="177419" y="389851"/>
                    <a:pt x="196977" y="384263"/>
                  </a:cubicBezTo>
                  <a:cubicBezTo>
                    <a:pt x="201168" y="382866"/>
                    <a:pt x="203962" y="381469"/>
                    <a:pt x="208153" y="380072"/>
                  </a:cubicBezTo>
                  <a:cubicBezTo>
                    <a:pt x="238887" y="364705"/>
                    <a:pt x="272415" y="363308"/>
                    <a:pt x="291973" y="329780"/>
                  </a:cubicBezTo>
                  <a:cubicBezTo>
                    <a:pt x="318516" y="308825"/>
                    <a:pt x="329692" y="275297"/>
                    <a:pt x="329692" y="241769"/>
                  </a:cubicBezTo>
                  <a:cubicBezTo>
                    <a:pt x="332486" y="237578"/>
                    <a:pt x="333883" y="234784"/>
                    <a:pt x="335280" y="229196"/>
                  </a:cubicBezTo>
                  <a:lnTo>
                    <a:pt x="338074" y="215226"/>
                  </a:lnTo>
                  <a:cubicBezTo>
                    <a:pt x="339471" y="209638"/>
                    <a:pt x="338074" y="204050"/>
                    <a:pt x="335280" y="199859"/>
                  </a:cubicBezTo>
                  <a:cubicBezTo>
                    <a:pt x="336207" y="195198"/>
                    <a:pt x="337147" y="189610"/>
                    <a:pt x="338074" y="183095"/>
                  </a:cubicBezTo>
                  <a:cubicBezTo>
                    <a:pt x="342265" y="160743"/>
                    <a:pt x="333883" y="141185"/>
                    <a:pt x="329692" y="127215"/>
                  </a:cubicBezTo>
                  <a:close/>
                  <a:moveTo>
                    <a:pt x="311531" y="177507"/>
                  </a:moveTo>
                  <a:cubicBezTo>
                    <a:pt x="308737" y="194271"/>
                    <a:pt x="307340" y="195668"/>
                    <a:pt x="311531" y="213829"/>
                  </a:cubicBezTo>
                  <a:lnTo>
                    <a:pt x="308737" y="222211"/>
                  </a:lnTo>
                  <a:cubicBezTo>
                    <a:pt x="307340" y="226402"/>
                    <a:pt x="307340" y="229196"/>
                    <a:pt x="304546" y="231990"/>
                  </a:cubicBezTo>
                  <a:lnTo>
                    <a:pt x="303149" y="238975"/>
                  </a:lnTo>
                  <a:cubicBezTo>
                    <a:pt x="303149" y="268312"/>
                    <a:pt x="293370" y="296252"/>
                    <a:pt x="269621" y="314413"/>
                  </a:cubicBezTo>
                  <a:cubicBezTo>
                    <a:pt x="257048" y="339559"/>
                    <a:pt x="219329" y="345147"/>
                    <a:pt x="195580" y="357720"/>
                  </a:cubicBezTo>
                  <a:lnTo>
                    <a:pt x="185801" y="357720"/>
                  </a:lnTo>
                  <a:cubicBezTo>
                    <a:pt x="171831" y="364705"/>
                    <a:pt x="153670" y="364705"/>
                    <a:pt x="139700" y="366102"/>
                  </a:cubicBezTo>
                  <a:lnTo>
                    <a:pt x="131318" y="363308"/>
                  </a:lnTo>
                  <a:cubicBezTo>
                    <a:pt x="94996" y="364705"/>
                    <a:pt x="67056" y="342353"/>
                    <a:pt x="54483" y="306031"/>
                  </a:cubicBezTo>
                  <a:cubicBezTo>
                    <a:pt x="37719" y="273900"/>
                    <a:pt x="26543" y="243166"/>
                    <a:pt x="27940" y="206844"/>
                  </a:cubicBezTo>
                  <a:lnTo>
                    <a:pt x="29337" y="190080"/>
                  </a:lnTo>
                  <a:cubicBezTo>
                    <a:pt x="29337" y="184492"/>
                    <a:pt x="26543" y="178904"/>
                    <a:pt x="27940" y="173316"/>
                  </a:cubicBezTo>
                  <a:cubicBezTo>
                    <a:pt x="27940" y="159346"/>
                    <a:pt x="29337" y="146773"/>
                    <a:pt x="37719" y="123024"/>
                  </a:cubicBezTo>
                  <a:cubicBezTo>
                    <a:pt x="41910" y="110451"/>
                    <a:pt x="53086" y="99275"/>
                    <a:pt x="58674" y="83908"/>
                  </a:cubicBezTo>
                  <a:cubicBezTo>
                    <a:pt x="64262" y="82511"/>
                    <a:pt x="68453" y="76923"/>
                    <a:pt x="72644" y="72732"/>
                  </a:cubicBezTo>
                  <a:lnTo>
                    <a:pt x="79629" y="62953"/>
                  </a:lnTo>
                  <a:cubicBezTo>
                    <a:pt x="81026" y="61556"/>
                    <a:pt x="83820" y="58762"/>
                    <a:pt x="85217" y="55968"/>
                  </a:cubicBezTo>
                  <a:cubicBezTo>
                    <a:pt x="124333" y="39204"/>
                    <a:pt x="155067" y="26631"/>
                    <a:pt x="203962" y="28028"/>
                  </a:cubicBezTo>
                  <a:cubicBezTo>
                    <a:pt x="205359" y="29425"/>
                    <a:pt x="208153" y="29425"/>
                    <a:pt x="213741" y="32219"/>
                  </a:cubicBezTo>
                  <a:lnTo>
                    <a:pt x="229108" y="40601"/>
                  </a:lnTo>
                  <a:cubicBezTo>
                    <a:pt x="234696" y="40601"/>
                    <a:pt x="237490" y="43395"/>
                    <a:pt x="240284" y="46189"/>
                  </a:cubicBezTo>
                  <a:cubicBezTo>
                    <a:pt x="247269" y="50380"/>
                    <a:pt x="248666" y="51777"/>
                    <a:pt x="261239" y="61556"/>
                  </a:cubicBezTo>
                  <a:cubicBezTo>
                    <a:pt x="261239" y="61556"/>
                    <a:pt x="262636" y="62953"/>
                    <a:pt x="268224" y="69938"/>
                  </a:cubicBezTo>
                  <a:lnTo>
                    <a:pt x="276606" y="78320"/>
                  </a:lnTo>
                  <a:cubicBezTo>
                    <a:pt x="279400" y="81114"/>
                    <a:pt x="282194" y="83908"/>
                    <a:pt x="283591" y="89496"/>
                  </a:cubicBezTo>
                  <a:lnTo>
                    <a:pt x="286385" y="96481"/>
                  </a:lnTo>
                  <a:cubicBezTo>
                    <a:pt x="296164" y="104863"/>
                    <a:pt x="300355" y="117436"/>
                    <a:pt x="303149" y="135597"/>
                  </a:cubicBezTo>
                  <a:cubicBezTo>
                    <a:pt x="308737" y="149567"/>
                    <a:pt x="314325" y="163537"/>
                    <a:pt x="311531" y="177507"/>
                  </a:cubicBez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82212985-8610-4C01-9A3D-6CDE57A56499}"/>
                </a:ext>
              </a:extLst>
            </p:cNvPr>
            <p:cNvSpPr/>
            <p:nvPr/>
          </p:nvSpPr>
          <p:spPr>
            <a:xfrm>
              <a:off x="6955282" y="4258112"/>
              <a:ext cx="704088" cy="1029388"/>
            </a:xfrm>
            <a:custGeom>
              <a:avLst/>
              <a:gdLst>
                <a:gd name="connsiteX0" fmla="*/ 701294 w 704088"/>
                <a:gd name="connsiteY0" fmla="*/ 414091 h 1029388"/>
                <a:gd name="connsiteX1" fmla="*/ 704088 w 704088"/>
                <a:gd name="connsiteY1" fmla="*/ 394533 h 1029388"/>
                <a:gd name="connsiteX2" fmla="*/ 701294 w 704088"/>
                <a:gd name="connsiteY2" fmla="*/ 384754 h 1029388"/>
                <a:gd name="connsiteX3" fmla="*/ 701294 w 704088"/>
                <a:gd name="connsiteY3" fmla="*/ 372181 h 1029388"/>
                <a:gd name="connsiteX4" fmla="*/ 699897 w 704088"/>
                <a:gd name="connsiteY4" fmla="*/ 361005 h 1029388"/>
                <a:gd name="connsiteX5" fmla="*/ 694309 w 704088"/>
                <a:gd name="connsiteY5" fmla="*/ 323286 h 1029388"/>
                <a:gd name="connsiteX6" fmla="*/ 694309 w 704088"/>
                <a:gd name="connsiteY6" fmla="*/ 307919 h 1029388"/>
                <a:gd name="connsiteX7" fmla="*/ 660781 w 704088"/>
                <a:gd name="connsiteY7" fmla="*/ 198953 h 1029388"/>
                <a:gd name="connsiteX8" fmla="*/ 653796 w 704088"/>
                <a:gd name="connsiteY8" fmla="*/ 183586 h 1029388"/>
                <a:gd name="connsiteX9" fmla="*/ 637032 w 704088"/>
                <a:gd name="connsiteY9" fmla="*/ 155646 h 1029388"/>
                <a:gd name="connsiteX10" fmla="*/ 571373 w 704088"/>
                <a:gd name="connsiteY10" fmla="*/ 77414 h 1029388"/>
                <a:gd name="connsiteX11" fmla="*/ 518287 w 704088"/>
                <a:gd name="connsiteY11" fmla="*/ 45283 h 1029388"/>
                <a:gd name="connsiteX12" fmla="*/ 497332 w 704088"/>
                <a:gd name="connsiteY12" fmla="*/ 32710 h 1029388"/>
                <a:gd name="connsiteX13" fmla="*/ 483362 w 704088"/>
                <a:gd name="connsiteY13" fmla="*/ 28519 h 1029388"/>
                <a:gd name="connsiteX14" fmla="*/ 374396 w 704088"/>
                <a:gd name="connsiteY14" fmla="*/ 579 h 1029388"/>
                <a:gd name="connsiteX15" fmla="*/ 332486 w 704088"/>
                <a:gd name="connsiteY15" fmla="*/ 1976 h 1029388"/>
                <a:gd name="connsiteX16" fmla="*/ 322707 w 704088"/>
                <a:gd name="connsiteY16" fmla="*/ 579 h 1029388"/>
                <a:gd name="connsiteX17" fmla="*/ 272415 w 704088"/>
                <a:gd name="connsiteY17" fmla="*/ 11755 h 1029388"/>
                <a:gd name="connsiteX18" fmla="*/ 159258 w 704088"/>
                <a:gd name="connsiteY18" fmla="*/ 52268 h 1029388"/>
                <a:gd name="connsiteX19" fmla="*/ 97790 w 704088"/>
                <a:gd name="connsiteY19" fmla="*/ 112339 h 1029388"/>
                <a:gd name="connsiteX20" fmla="*/ 68453 w 704088"/>
                <a:gd name="connsiteY20" fmla="*/ 144470 h 1029388"/>
                <a:gd name="connsiteX21" fmla="*/ 9779 w 704088"/>
                <a:gd name="connsiteY21" fmla="*/ 264612 h 1029388"/>
                <a:gd name="connsiteX22" fmla="*/ 2794 w 704088"/>
                <a:gd name="connsiteY22" fmla="*/ 307919 h 1029388"/>
                <a:gd name="connsiteX23" fmla="*/ 0 w 704088"/>
                <a:gd name="connsiteY23" fmla="*/ 340050 h 1029388"/>
                <a:gd name="connsiteX24" fmla="*/ 16764 w 704088"/>
                <a:gd name="connsiteY24" fmla="*/ 454604 h 1029388"/>
                <a:gd name="connsiteX25" fmla="*/ 53086 w 704088"/>
                <a:gd name="connsiteY25" fmla="*/ 524454 h 1029388"/>
                <a:gd name="connsiteX26" fmla="*/ 117348 w 704088"/>
                <a:gd name="connsiteY26" fmla="*/ 606877 h 1029388"/>
                <a:gd name="connsiteX27" fmla="*/ 125730 w 704088"/>
                <a:gd name="connsiteY27" fmla="*/ 612465 h 1029388"/>
                <a:gd name="connsiteX28" fmla="*/ 213741 w 704088"/>
                <a:gd name="connsiteY28" fmla="*/ 652978 h 1029388"/>
                <a:gd name="connsiteX29" fmla="*/ 248666 w 704088"/>
                <a:gd name="connsiteY29" fmla="*/ 664154 h 1029388"/>
                <a:gd name="connsiteX30" fmla="*/ 392557 w 704088"/>
                <a:gd name="connsiteY30" fmla="*/ 652978 h 1029388"/>
                <a:gd name="connsiteX31" fmla="*/ 440055 w 704088"/>
                <a:gd name="connsiteY31" fmla="*/ 643199 h 1029388"/>
                <a:gd name="connsiteX32" fmla="*/ 455422 w 704088"/>
                <a:gd name="connsiteY32" fmla="*/ 639008 h 1029388"/>
                <a:gd name="connsiteX33" fmla="*/ 462407 w 704088"/>
                <a:gd name="connsiteY33" fmla="*/ 633420 h 1029388"/>
                <a:gd name="connsiteX34" fmla="*/ 470789 w 704088"/>
                <a:gd name="connsiteY34" fmla="*/ 629229 h 1029388"/>
                <a:gd name="connsiteX35" fmla="*/ 480568 w 704088"/>
                <a:gd name="connsiteY35" fmla="*/ 623641 h 1029388"/>
                <a:gd name="connsiteX36" fmla="*/ 493141 w 704088"/>
                <a:gd name="connsiteY36" fmla="*/ 616656 h 1029388"/>
                <a:gd name="connsiteX37" fmla="*/ 511302 w 704088"/>
                <a:gd name="connsiteY37" fmla="*/ 605480 h 1029388"/>
                <a:gd name="connsiteX38" fmla="*/ 511302 w 704088"/>
                <a:gd name="connsiteY38" fmla="*/ 639008 h 1029388"/>
                <a:gd name="connsiteX39" fmla="*/ 502920 w 704088"/>
                <a:gd name="connsiteY39" fmla="*/ 710255 h 1029388"/>
                <a:gd name="connsiteX40" fmla="*/ 498729 w 704088"/>
                <a:gd name="connsiteY40" fmla="*/ 718637 h 1029388"/>
                <a:gd name="connsiteX41" fmla="*/ 493141 w 704088"/>
                <a:gd name="connsiteY41" fmla="*/ 736798 h 1029388"/>
                <a:gd name="connsiteX42" fmla="*/ 487553 w 704088"/>
                <a:gd name="connsiteY42" fmla="*/ 746577 h 1029388"/>
                <a:gd name="connsiteX43" fmla="*/ 444246 w 704088"/>
                <a:gd name="connsiteY43" fmla="*/ 808045 h 1029388"/>
                <a:gd name="connsiteX44" fmla="*/ 434467 w 704088"/>
                <a:gd name="connsiteY44" fmla="*/ 815030 h 1029388"/>
                <a:gd name="connsiteX45" fmla="*/ 427482 w 704088"/>
                <a:gd name="connsiteY45" fmla="*/ 822015 h 1029388"/>
                <a:gd name="connsiteX46" fmla="*/ 386969 w 704088"/>
                <a:gd name="connsiteY46" fmla="*/ 847161 h 1029388"/>
                <a:gd name="connsiteX47" fmla="*/ 364617 w 704088"/>
                <a:gd name="connsiteY47" fmla="*/ 851352 h 1029388"/>
                <a:gd name="connsiteX48" fmla="*/ 356235 w 704088"/>
                <a:gd name="connsiteY48" fmla="*/ 852749 h 1029388"/>
                <a:gd name="connsiteX49" fmla="*/ 336677 w 704088"/>
                <a:gd name="connsiteY49" fmla="*/ 851352 h 1029388"/>
                <a:gd name="connsiteX50" fmla="*/ 245872 w 704088"/>
                <a:gd name="connsiteY50" fmla="*/ 794075 h 1029388"/>
                <a:gd name="connsiteX51" fmla="*/ 236093 w 704088"/>
                <a:gd name="connsiteY51" fmla="*/ 780105 h 1029388"/>
                <a:gd name="connsiteX52" fmla="*/ 230505 w 704088"/>
                <a:gd name="connsiteY52" fmla="*/ 763341 h 1029388"/>
                <a:gd name="connsiteX53" fmla="*/ 226314 w 704088"/>
                <a:gd name="connsiteY53" fmla="*/ 756356 h 1029388"/>
                <a:gd name="connsiteX54" fmla="*/ 217932 w 704088"/>
                <a:gd name="connsiteY54" fmla="*/ 740989 h 1029388"/>
                <a:gd name="connsiteX55" fmla="*/ 194183 w 704088"/>
                <a:gd name="connsiteY55" fmla="*/ 731210 h 1029388"/>
                <a:gd name="connsiteX56" fmla="*/ 134112 w 704088"/>
                <a:gd name="connsiteY56" fmla="*/ 727019 h 1029388"/>
                <a:gd name="connsiteX57" fmla="*/ 25146 w 704088"/>
                <a:gd name="connsiteY57" fmla="*/ 727019 h 1029388"/>
                <a:gd name="connsiteX58" fmla="*/ 43307 w 704088"/>
                <a:gd name="connsiteY58" fmla="*/ 859734 h 1029388"/>
                <a:gd name="connsiteX59" fmla="*/ 48895 w 704088"/>
                <a:gd name="connsiteY59" fmla="*/ 870910 h 1029388"/>
                <a:gd name="connsiteX60" fmla="*/ 156464 w 704088"/>
                <a:gd name="connsiteY60" fmla="*/ 977082 h 1029388"/>
                <a:gd name="connsiteX61" fmla="*/ 286385 w 704088"/>
                <a:gd name="connsiteY61" fmla="*/ 1025977 h 1029388"/>
                <a:gd name="connsiteX62" fmla="*/ 317119 w 704088"/>
                <a:gd name="connsiteY62" fmla="*/ 1028771 h 1029388"/>
                <a:gd name="connsiteX63" fmla="*/ 452628 w 704088"/>
                <a:gd name="connsiteY63" fmla="*/ 1005022 h 1029388"/>
                <a:gd name="connsiteX64" fmla="*/ 504317 w 704088"/>
                <a:gd name="connsiteY64" fmla="*/ 981273 h 1029388"/>
                <a:gd name="connsiteX65" fmla="*/ 539242 w 704088"/>
                <a:gd name="connsiteY65" fmla="*/ 964509 h 1029388"/>
                <a:gd name="connsiteX66" fmla="*/ 564388 w 704088"/>
                <a:gd name="connsiteY66" fmla="*/ 946348 h 1029388"/>
                <a:gd name="connsiteX67" fmla="*/ 575564 w 704088"/>
                <a:gd name="connsiteY67" fmla="*/ 937966 h 1029388"/>
                <a:gd name="connsiteX68" fmla="*/ 590931 w 704088"/>
                <a:gd name="connsiteY68" fmla="*/ 923996 h 1029388"/>
                <a:gd name="connsiteX69" fmla="*/ 620268 w 704088"/>
                <a:gd name="connsiteY69" fmla="*/ 887674 h 1029388"/>
                <a:gd name="connsiteX70" fmla="*/ 637032 w 704088"/>
                <a:gd name="connsiteY70" fmla="*/ 851352 h 1029388"/>
                <a:gd name="connsiteX71" fmla="*/ 651002 w 704088"/>
                <a:gd name="connsiteY71" fmla="*/ 822015 h 1029388"/>
                <a:gd name="connsiteX72" fmla="*/ 666369 w 704088"/>
                <a:gd name="connsiteY72" fmla="*/ 785693 h 1029388"/>
                <a:gd name="connsiteX73" fmla="*/ 671957 w 704088"/>
                <a:gd name="connsiteY73" fmla="*/ 768929 h 1029388"/>
                <a:gd name="connsiteX74" fmla="*/ 685927 w 704088"/>
                <a:gd name="connsiteY74" fmla="*/ 683712 h 1029388"/>
                <a:gd name="connsiteX75" fmla="*/ 697103 w 704088"/>
                <a:gd name="connsiteY75" fmla="*/ 608274 h 1029388"/>
                <a:gd name="connsiteX76" fmla="*/ 699897 w 704088"/>
                <a:gd name="connsiteY76" fmla="*/ 562173 h 1029388"/>
                <a:gd name="connsiteX77" fmla="*/ 701294 w 704088"/>
                <a:gd name="connsiteY77" fmla="*/ 549600 h 1029388"/>
                <a:gd name="connsiteX78" fmla="*/ 699897 w 704088"/>
                <a:gd name="connsiteY78" fmla="*/ 537027 h 1029388"/>
                <a:gd name="connsiteX79" fmla="*/ 702691 w 704088"/>
                <a:gd name="connsiteY79" fmla="*/ 510484 h 1029388"/>
                <a:gd name="connsiteX80" fmla="*/ 701294 w 704088"/>
                <a:gd name="connsiteY80" fmla="*/ 469971 h 1029388"/>
                <a:gd name="connsiteX81" fmla="*/ 701294 w 704088"/>
                <a:gd name="connsiteY81" fmla="*/ 414091 h 1029388"/>
                <a:gd name="connsiteX82" fmla="*/ 676148 w 704088"/>
                <a:gd name="connsiteY82" fmla="*/ 514675 h 1029388"/>
                <a:gd name="connsiteX83" fmla="*/ 674751 w 704088"/>
                <a:gd name="connsiteY83" fmla="*/ 521660 h 1029388"/>
                <a:gd name="connsiteX84" fmla="*/ 673354 w 704088"/>
                <a:gd name="connsiteY84" fmla="*/ 537027 h 1029388"/>
                <a:gd name="connsiteX85" fmla="*/ 674751 w 704088"/>
                <a:gd name="connsiteY85" fmla="*/ 549600 h 1029388"/>
                <a:gd name="connsiteX86" fmla="*/ 673354 w 704088"/>
                <a:gd name="connsiteY86" fmla="*/ 557982 h 1029388"/>
                <a:gd name="connsiteX87" fmla="*/ 670560 w 704088"/>
                <a:gd name="connsiteY87" fmla="*/ 605480 h 1029388"/>
                <a:gd name="connsiteX88" fmla="*/ 659384 w 704088"/>
                <a:gd name="connsiteY88" fmla="*/ 682315 h 1029388"/>
                <a:gd name="connsiteX89" fmla="*/ 645414 w 704088"/>
                <a:gd name="connsiteY89" fmla="*/ 766135 h 1029388"/>
                <a:gd name="connsiteX90" fmla="*/ 642620 w 704088"/>
                <a:gd name="connsiteY90" fmla="*/ 773120 h 1029388"/>
                <a:gd name="connsiteX91" fmla="*/ 625856 w 704088"/>
                <a:gd name="connsiteY91" fmla="*/ 815030 h 1029388"/>
                <a:gd name="connsiteX92" fmla="*/ 618871 w 704088"/>
                <a:gd name="connsiteY92" fmla="*/ 824809 h 1029388"/>
                <a:gd name="connsiteX93" fmla="*/ 611886 w 704088"/>
                <a:gd name="connsiteY93" fmla="*/ 842970 h 1029388"/>
                <a:gd name="connsiteX94" fmla="*/ 596519 w 704088"/>
                <a:gd name="connsiteY94" fmla="*/ 875101 h 1029388"/>
                <a:gd name="connsiteX95" fmla="*/ 569976 w 704088"/>
                <a:gd name="connsiteY95" fmla="*/ 908629 h 1029388"/>
                <a:gd name="connsiteX96" fmla="*/ 560197 w 704088"/>
                <a:gd name="connsiteY96" fmla="*/ 915614 h 1029388"/>
                <a:gd name="connsiteX97" fmla="*/ 547624 w 704088"/>
                <a:gd name="connsiteY97" fmla="*/ 925393 h 1029388"/>
                <a:gd name="connsiteX98" fmla="*/ 540639 w 704088"/>
                <a:gd name="connsiteY98" fmla="*/ 930981 h 1029388"/>
                <a:gd name="connsiteX99" fmla="*/ 535051 w 704088"/>
                <a:gd name="connsiteY99" fmla="*/ 936569 h 1029388"/>
                <a:gd name="connsiteX100" fmla="*/ 525272 w 704088"/>
                <a:gd name="connsiteY100" fmla="*/ 942157 h 1029388"/>
                <a:gd name="connsiteX101" fmla="*/ 488950 w 704088"/>
                <a:gd name="connsiteY101" fmla="*/ 958921 h 1029388"/>
                <a:gd name="connsiteX102" fmla="*/ 442849 w 704088"/>
                <a:gd name="connsiteY102" fmla="*/ 979876 h 1029388"/>
                <a:gd name="connsiteX103" fmla="*/ 319913 w 704088"/>
                <a:gd name="connsiteY103" fmla="*/ 1002228 h 1029388"/>
                <a:gd name="connsiteX104" fmla="*/ 289179 w 704088"/>
                <a:gd name="connsiteY104" fmla="*/ 999434 h 1029388"/>
                <a:gd name="connsiteX105" fmla="*/ 170434 w 704088"/>
                <a:gd name="connsiteY105" fmla="*/ 953333 h 1029388"/>
                <a:gd name="connsiteX106" fmla="*/ 71247 w 704088"/>
                <a:gd name="connsiteY106" fmla="*/ 856940 h 1029388"/>
                <a:gd name="connsiteX107" fmla="*/ 64262 w 704088"/>
                <a:gd name="connsiteY107" fmla="*/ 841573 h 1029388"/>
                <a:gd name="connsiteX108" fmla="*/ 43307 w 704088"/>
                <a:gd name="connsiteY108" fmla="*/ 753562 h 1029388"/>
                <a:gd name="connsiteX109" fmla="*/ 138303 w 704088"/>
                <a:gd name="connsiteY109" fmla="*/ 753562 h 1029388"/>
                <a:gd name="connsiteX110" fmla="*/ 196977 w 704088"/>
                <a:gd name="connsiteY110" fmla="*/ 757753 h 1029388"/>
                <a:gd name="connsiteX111" fmla="*/ 206756 w 704088"/>
                <a:gd name="connsiteY111" fmla="*/ 775914 h 1029388"/>
                <a:gd name="connsiteX112" fmla="*/ 209550 w 704088"/>
                <a:gd name="connsiteY112" fmla="*/ 787090 h 1029388"/>
                <a:gd name="connsiteX113" fmla="*/ 223520 w 704088"/>
                <a:gd name="connsiteY113" fmla="*/ 806648 h 1029388"/>
                <a:gd name="connsiteX114" fmla="*/ 333883 w 704088"/>
                <a:gd name="connsiteY114" fmla="*/ 877895 h 1029388"/>
                <a:gd name="connsiteX115" fmla="*/ 345059 w 704088"/>
                <a:gd name="connsiteY115" fmla="*/ 879292 h 1029388"/>
                <a:gd name="connsiteX116" fmla="*/ 363220 w 704088"/>
                <a:gd name="connsiteY116" fmla="*/ 877895 h 1029388"/>
                <a:gd name="connsiteX117" fmla="*/ 371602 w 704088"/>
                <a:gd name="connsiteY117" fmla="*/ 877895 h 1029388"/>
                <a:gd name="connsiteX118" fmla="*/ 392557 w 704088"/>
                <a:gd name="connsiteY118" fmla="*/ 872307 h 1029388"/>
                <a:gd name="connsiteX119" fmla="*/ 447040 w 704088"/>
                <a:gd name="connsiteY119" fmla="*/ 840176 h 1029388"/>
                <a:gd name="connsiteX120" fmla="*/ 454025 w 704088"/>
                <a:gd name="connsiteY120" fmla="*/ 833191 h 1029388"/>
                <a:gd name="connsiteX121" fmla="*/ 463804 w 704088"/>
                <a:gd name="connsiteY121" fmla="*/ 826206 h 1029388"/>
                <a:gd name="connsiteX122" fmla="*/ 511302 w 704088"/>
                <a:gd name="connsiteY122" fmla="*/ 757753 h 1029388"/>
                <a:gd name="connsiteX123" fmla="*/ 519684 w 704088"/>
                <a:gd name="connsiteY123" fmla="*/ 736798 h 1029388"/>
                <a:gd name="connsiteX124" fmla="*/ 522478 w 704088"/>
                <a:gd name="connsiteY124" fmla="*/ 729813 h 1029388"/>
                <a:gd name="connsiteX125" fmla="*/ 528066 w 704088"/>
                <a:gd name="connsiteY125" fmla="*/ 721431 h 1029388"/>
                <a:gd name="connsiteX126" fmla="*/ 537845 w 704088"/>
                <a:gd name="connsiteY126" fmla="*/ 641802 h 1029388"/>
                <a:gd name="connsiteX127" fmla="*/ 537845 w 704088"/>
                <a:gd name="connsiteY127" fmla="*/ 602686 h 1029388"/>
                <a:gd name="connsiteX128" fmla="*/ 474980 w 704088"/>
                <a:gd name="connsiteY128" fmla="*/ 595701 h 1029388"/>
                <a:gd name="connsiteX129" fmla="*/ 466598 w 704088"/>
                <a:gd name="connsiteY129" fmla="*/ 599892 h 1029388"/>
                <a:gd name="connsiteX130" fmla="*/ 456819 w 704088"/>
                <a:gd name="connsiteY130" fmla="*/ 606877 h 1029388"/>
                <a:gd name="connsiteX131" fmla="*/ 448437 w 704088"/>
                <a:gd name="connsiteY131" fmla="*/ 611068 h 1029388"/>
                <a:gd name="connsiteX132" fmla="*/ 435864 w 704088"/>
                <a:gd name="connsiteY132" fmla="*/ 616656 h 1029388"/>
                <a:gd name="connsiteX133" fmla="*/ 388366 w 704088"/>
                <a:gd name="connsiteY133" fmla="*/ 626435 h 1029388"/>
                <a:gd name="connsiteX134" fmla="*/ 254254 w 704088"/>
                <a:gd name="connsiteY134" fmla="*/ 637611 h 1029388"/>
                <a:gd name="connsiteX135" fmla="*/ 220726 w 704088"/>
                <a:gd name="connsiteY135" fmla="*/ 627832 h 1029388"/>
                <a:gd name="connsiteX136" fmla="*/ 141097 w 704088"/>
                <a:gd name="connsiteY136" fmla="*/ 591510 h 1029388"/>
                <a:gd name="connsiteX137" fmla="*/ 132715 w 704088"/>
                <a:gd name="connsiteY137" fmla="*/ 585922 h 1029388"/>
                <a:gd name="connsiteX138" fmla="*/ 75438 w 704088"/>
                <a:gd name="connsiteY138" fmla="*/ 511881 h 1029388"/>
                <a:gd name="connsiteX139" fmla="*/ 40513 w 704088"/>
                <a:gd name="connsiteY139" fmla="*/ 442031 h 1029388"/>
                <a:gd name="connsiteX140" fmla="*/ 26543 w 704088"/>
                <a:gd name="connsiteY140" fmla="*/ 340050 h 1029388"/>
                <a:gd name="connsiteX141" fmla="*/ 29337 w 704088"/>
                <a:gd name="connsiteY141" fmla="*/ 312110 h 1029388"/>
                <a:gd name="connsiteX142" fmla="*/ 34925 w 704088"/>
                <a:gd name="connsiteY142" fmla="*/ 268803 h 1029388"/>
                <a:gd name="connsiteX143" fmla="*/ 89408 w 704088"/>
                <a:gd name="connsiteY143" fmla="*/ 162631 h 1029388"/>
                <a:gd name="connsiteX144" fmla="*/ 117348 w 704088"/>
                <a:gd name="connsiteY144" fmla="*/ 129103 h 1029388"/>
                <a:gd name="connsiteX145" fmla="*/ 173228 w 704088"/>
                <a:gd name="connsiteY145" fmla="*/ 76017 h 1029388"/>
                <a:gd name="connsiteX146" fmla="*/ 278003 w 704088"/>
                <a:gd name="connsiteY146" fmla="*/ 38298 h 1029388"/>
                <a:gd name="connsiteX147" fmla="*/ 303149 w 704088"/>
                <a:gd name="connsiteY147" fmla="*/ 31313 h 1029388"/>
                <a:gd name="connsiteX148" fmla="*/ 322707 w 704088"/>
                <a:gd name="connsiteY148" fmla="*/ 28519 h 1029388"/>
                <a:gd name="connsiteX149" fmla="*/ 331089 w 704088"/>
                <a:gd name="connsiteY149" fmla="*/ 28519 h 1029388"/>
                <a:gd name="connsiteX150" fmla="*/ 370205 w 704088"/>
                <a:gd name="connsiteY150" fmla="*/ 27122 h 1029388"/>
                <a:gd name="connsiteX151" fmla="*/ 483362 w 704088"/>
                <a:gd name="connsiteY151" fmla="*/ 55062 h 1029388"/>
                <a:gd name="connsiteX152" fmla="*/ 491744 w 704088"/>
                <a:gd name="connsiteY152" fmla="*/ 60650 h 1029388"/>
                <a:gd name="connsiteX153" fmla="*/ 498729 w 704088"/>
                <a:gd name="connsiteY153" fmla="*/ 63444 h 1029388"/>
                <a:gd name="connsiteX154" fmla="*/ 514096 w 704088"/>
                <a:gd name="connsiteY154" fmla="*/ 71826 h 1029388"/>
                <a:gd name="connsiteX155" fmla="*/ 558800 w 704088"/>
                <a:gd name="connsiteY155" fmla="*/ 99766 h 1029388"/>
                <a:gd name="connsiteX156" fmla="*/ 616077 w 704088"/>
                <a:gd name="connsiteY156" fmla="*/ 172410 h 1029388"/>
                <a:gd name="connsiteX157" fmla="*/ 628650 w 704088"/>
                <a:gd name="connsiteY157" fmla="*/ 194762 h 1029388"/>
                <a:gd name="connsiteX158" fmla="*/ 638429 w 704088"/>
                <a:gd name="connsiteY158" fmla="*/ 212923 h 1029388"/>
                <a:gd name="connsiteX159" fmla="*/ 667766 w 704088"/>
                <a:gd name="connsiteY159" fmla="*/ 317698 h 1029388"/>
                <a:gd name="connsiteX160" fmla="*/ 667766 w 704088"/>
                <a:gd name="connsiteY160" fmla="*/ 326080 h 1029388"/>
                <a:gd name="connsiteX161" fmla="*/ 673354 w 704088"/>
                <a:gd name="connsiteY161" fmla="*/ 354020 h 1029388"/>
                <a:gd name="connsiteX162" fmla="*/ 674751 w 704088"/>
                <a:gd name="connsiteY162" fmla="*/ 373578 h 1029388"/>
                <a:gd name="connsiteX163" fmla="*/ 676148 w 704088"/>
                <a:gd name="connsiteY163" fmla="*/ 391739 h 1029388"/>
                <a:gd name="connsiteX164" fmla="*/ 677545 w 704088"/>
                <a:gd name="connsiteY164" fmla="*/ 398724 h 1029388"/>
                <a:gd name="connsiteX165" fmla="*/ 674751 w 704088"/>
                <a:gd name="connsiteY165" fmla="*/ 411297 h 1029388"/>
                <a:gd name="connsiteX166" fmla="*/ 674751 w 704088"/>
                <a:gd name="connsiteY166" fmla="*/ 469971 h 1029388"/>
                <a:gd name="connsiteX167" fmla="*/ 676148 w 704088"/>
                <a:gd name="connsiteY167" fmla="*/ 514675 h 102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</a:cxnLst>
              <a:rect l="l" t="t" r="r" b="b"/>
              <a:pathLst>
                <a:path w="704088" h="1029388">
                  <a:moveTo>
                    <a:pt x="701294" y="414091"/>
                  </a:moveTo>
                  <a:cubicBezTo>
                    <a:pt x="702691" y="408503"/>
                    <a:pt x="704088" y="404312"/>
                    <a:pt x="704088" y="394533"/>
                  </a:cubicBezTo>
                  <a:lnTo>
                    <a:pt x="701294" y="384754"/>
                  </a:lnTo>
                  <a:lnTo>
                    <a:pt x="701294" y="372181"/>
                  </a:lnTo>
                  <a:lnTo>
                    <a:pt x="699897" y="361005"/>
                  </a:lnTo>
                  <a:cubicBezTo>
                    <a:pt x="702691" y="348432"/>
                    <a:pt x="695706" y="334462"/>
                    <a:pt x="694309" y="323286"/>
                  </a:cubicBezTo>
                  <a:cubicBezTo>
                    <a:pt x="694309" y="317698"/>
                    <a:pt x="695706" y="313507"/>
                    <a:pt x="694309" y="307919"/>
                  </a:cubicBezTo>
                  <a:cubicBezTo>
                    <a:pt x="684530" y="274391"/>
                    <a:pt x="681736" y="228290"/>
                    <a:pt x="660781" y="198953"/>
                  </a:cubicBezTo>
                  <a:lnTo>
                    <a:pt x="653796" y="183586"/>
                  </a:lnTo>
                  <a:cubicBezTo>
                    <a:pt x="651002" y="176601"/>
                    <a:pt x="646811" y="165425"/>
                    <a:pt x="637032" y="155646"/>
                  </a:cubicBezTo>
                  <a:cubicBezTo>
                    <a:pt x="624459" y="124912"/>
                    <a:pt x="597916" y="105354"/>
                    <a:pt x="571373" y="77414"/>
                  </a:cubicBezTo>
                  <a:cubicBezTo>
                    <a:pt x="551815" y="69032"/>
                    <a:pt x="540639" y="49474"/>
                    <a:pt x="518287" y="45283"/>
                  </a:cubicBezTo>
                  <a:cubicBezTo>
                    <a:pt x="515493" y="41092"/>
                    <a:pt x="508508" y="38298"/>
                    <a:pt x="497332" y="32710"/>
                  </a:cubicBezTo>
                  <a:cubicBezTo>
                    <a:pt x="493141" y="28519"/>
                    <a:pt x="487553" y="28519"/>
                    <a:pt x="483362" y="28519"/>
                  </a:cubicBezTo>
                  <a:cubicBezTo>
                    <a:pt x="448437" y="18740"/>
                    <a:pt x="413512" y="10358"/>
                    <a:pt x="374396" y="579"/>
                  </a:cubicBezTo>
                  <a:cubicBezTo>
                    <a:pt x="360426" y="-818"/>
                    <a:pt x="346456" y="579"/>
                    <a:pt x="332486" y="1976"/>
                  </a:cubicBezTo>
                  <a:cubicBezTo>
                    <a:pt x="331089" y="1976"/>
                    <a:pt x="328295" y="579"/>
                    <a:pt x="322707" y="579"/>
                  </a:cubicBezTo>
                  <a:cubicBezTo>
                    <a:pt x="304546" y="579"/>
                    <a:pt x="289179" y="7564"/>
                    <a:pt x="272415" y="11755"/>
                  </a:cubicBezTo>
                  <a:cubicBezTo>
                    <a:pt x="233299" y="18740"/>
                    <a:pt x="191389" y="32710"/>
                    <a:pt x="159258" y="52268"/>
                  </a:cubicBezTo>
                  <a:cubicBezTo>
                    <a:pt x="136906" y="67635"/>
                    <a:pt x="114554" y="91384"/>
                    <a:pt x="97790" y="112339"/>
                  </a:cubicBezTo>
                  <a:lnTo>
                    <a:pt x="68453" y="144470"/>
                  </a:lnTo>
                  <a:cubicBezTo>
                    <a:pt x="39116" y="180792"/>
                    <a:pt x="16764" y="217114"/>
                    <a:pt x="9779" y="264612"/>
                  </a:cubicBezTo>
                  <a:cubicBezTo>
                    <a:pt x="6985" y="278582"/>
                    <a:pt x="4191" y="292552"/>
                    <a:pt x="2794" y="307919"/>
                  </a:cubicBezTo>
                  <a:cubicBezTo>
                    <a:pt x="1397" y="314904"/>
                    <a:pt x="0" y="328874"/>
                    <a:pt x="0" y="340050"/>
                  </a:cubicBezTo>
                  <a:cubicBezTo>
                    <a:pt x="0" y="380563"/>
                    <a:pt x="0" y="426664"/>
                    <a:pt x="16764" y="454604"/>
                  </a:cubicBezTo>
                  <a:cubicBezTo>
                    <a:pt x="23749" y="481147"/>
                    <a:pt x="39116" y="500705"/>
                    <a:pt x="53086" y="524454"/>
                  </a:cubicBezTo>
                  <a:cubicBezTo>
                    <a:pt x="69850" y="555188"/>
                    <a:pt x="90805" y="580334"/>
                    <a:pt x="117348" y="606877"/>
                  </a:cubicBezTo>
                  <a:lnTo>
                    <a:pt x="125730" y="612465"/>
                  </a:lnTo>
                  <a:cubicBezTo>
                    <a:pt x="150876" y="633420"/>
                    <a:pt x="180213" y="643199"/>
                    <a:pt x="213741" y="652978"/>
                  </a:cubicBezTo>
                  <a:cubicBezTo>
                    <a:pt x="224917" y="655772"/>
                    <a:pt x="236093" y="661360"/>
                    <a:pt x="248666" y="664154"/>
                  </a:cubicBezTo>
                  <a:cubicBezTo>
                    <a:pt x="298958" y="678124"/>
                    <a:pt x="342265" y="662757"/>
                    <a:pt x="392557" y="652978"/>
                  </a:cubicBezTo>
                  <a:cubicBezTo>
                    <a:pt x="407924" y="650184"/>
                    <a:pt x="424688" y="650184"/>
                    <a:pt x="440055" y="643199"/>
                  </a:cubicBezTo>
                  <a:cubicBezTo>
                    <a:pt x="445643" y="643199"/>
                    <a:pt x="449834" y="641802"/>
                    <a:pt x="455422" y="639008"/>
                  </a:cubicBezTo>
                  <a:lnTo>
                    <a:pt x="462407" y="633420"/>
                  </a:lnTo>
                  <a:cubicBezTo>
                    <a:pt x="465201" y="632023"/>
                    <a:pt x="467995" y="630626"/>
                    <a:pt x="470789" y="629229"/>
                  </a:cubicBezTo>
                  <a:lnTo>
                    <a:pt x="480568" y="623641"/>
                  </a:lnTo>
                  <a:cubicBezTo>
                    <a:pt x="481965" y="622244"/>
                    <a:pt x="484759" y="620847"/>
                    <a:pt x="493141" y="616656"/>
                  </a:cubicBezTo>
                  <a:cubicBezTo>
                    <a:pt x="497332" y="611068"/>
                    <a:pt x="504317" y="608274"/>
                    <a:pt x="511302" y="605480"/>
                  </a:cubicBezTo>
                  <a:cubicBezTo>
                    <a:pt x="511302" y="616656"/>
                    <a:pt x="512699" y="629229"/>
                    <a:pt x="511302" y="639008"/>
                  </a:cubicBezTo>
                  <a:cubicBezTo>
                    <a:pt x="509905" y="659963"/>
                    <a:pt x="511302" y="692094"/>
                    <a:pt x="502920" y="710255"/>
                  </a:cubicBezTo>
                  <a:cubicBezTo>
                    <a:pt x="501523" y="713049"/>
                    <a:pt x="500126" y="715843"/>
                    <a:pt x="498729" y="718637"/>
                  </a:cubicBezTo>
                  <a:cubicBezTo>
                    <a:pt x="498729" y="718637"/>
                    <a:pt x="494538" y="728416"/>
                    <a:pt x="493141" y="736798"/>
                  </a:cubicBezTo>
                  <a:lnTo>
                    <a:pt x="487553" y="746577"/>
                  </a:lnTo>
                  <a:cubicBezTo>
                    <a:pt x="476377" y="768929"/>
                    <a:pt x="462407" y="789884"/>
                    <a:pt x="444246" y="808045"/>
                  </a:cubicBezTo>
                  <a:lnTo>
                    <a:pt x="434467" y="815030"/>
                  </a:lnTo>
                  <a:lnTo>
                    <a:pt x="427482" y="822015"/>
                  </a:lnTo>
                  <a:cubicBezTo>
                    <a:pt x="414909" y="835985"/>
                    <a:pt x="406527" y="841573"/>
                    <a:pt x="386969" y="847161"/>
                  </a:cubicBezTo>
                  <a:lnTo>
                    <a:pt x="364617" y="851352"/>
                  </a:lnTo>
                  <a:lnTo>
                    <a:pt x="356235" y="852749"/>
                  </a:lnTo>
                  <a:cubicBezTo>
                    <a:pt x="354838" y="852749"/>
                    <a:pt x="352044" y="852749"/>
                    <a:pt x="336677" y="851352"/>
                  </a:cubicBezTo>
                  <a:cubicBezTo>
                    <a:pt x="291973" y="847161"/>
                    <a:pt x="259842" y="826206"/>
                    <a:pt x="245872" y="794075"/>
                  </a:cubicBezTo>
                  <a:cubicBezTo>
                    <a:pt x="244475" y="788487"/>
                    <a:pt x="237490" y="785693"/>
                    <a:pt x="236093" y="780105"/>
                  </a:cubicBezTo>
                  <a:lnTo>
                    <a:pt x="230505" y="763341"/>
                  </a:lnTo>
                  <a:lnTo>
                    <a:pt x="226314" y="756356"/>
                  </a:lnTo>
                  <a:cubicBezTo>
                    <a:pt x="224917" y="753562"/>
                    <a:pt x="223520" y="749371"/>
                    <a:pt x="217932" y="740989"/>
                  </a:cubicBezTo>
                  <a:cubicBezTo>
                    <a:pt x="212344" y="729813"/>
                    <a:pt x="205359" y="729813"/>
                    <a:pt x="194183" y="731210"/>
                  </a:cubicBezTo>
                  <a:cubicBezTo>
                    <a:pt x="177419" y="734004"/>
                    <a:pt x="156464" y="727019"/>
                    <a:pt x="134112" y="727019"/>
                  </a:cubicBezTo>
                  <a:cubicBezTo>
                    <a:pt x="99187" y="736798"/>
                    <a:pt x="61468" y="724225"/>
                    <a:pt x="25146" y="727019"/>
                  </a:cubicBezTo>
                  <a:cubicBezTo>
                    <a:pt x="-9779" y="729813"/>
                    <a:pt x="37719" y="844367"/>
                    <a:pt x="43307" y="859734"/>
                  </a:cubicBezTo>
                  <a:cubicBezTo>
                    <a:pt x="44704" y="861131"/>
                    <a:pt x="46101" y="863925"/>
                    <a:pt x="48895" y="870910"/>
                  </a:cubicBezTo>
                  <a:cubicBezTo>
                    <a:pt x="75438" y="912820"/>
                    <a:pt x="117348" y="939363"/>
                    <a:pt x="156464" y="977082"/>
                  </a:cubicBezTo>
                  <a:cubicBezTo>
                    <a:pt x="196977" y="995243"/>
                    <a:pt x="241681" y="1020389"/>
                    <a:pt x="286385" y="1025977"/>
                  </a:cubicBezTo>
                  <a:lnTo>
                    <a:pt x="317119" y="1028771"/>
                  </a:lnTo>
                  <a:cubicBezTo>
                    <a:pt x="356235" y="1032962"/>
                    <a:pt x="412115" y="1014801"/>
                    <a:pt x="452628" y="1005022"/>
                  </a:cubicBezTo>
                  <a:cubicBezTo>
                    <a:pt x="469392" y="998037"/>
                    <a:pt x="484759" y="989655"/>
                    <a:pt x="504317" y="981273"/>
                  </a:cubicBezTo>
                  <a:cubicBezTo>
                    <a:pt x="514096" y="972891"/>
                    <a:pt x="526669" y="971494"/>
                    <a:pt x="539242" y="964509"/>
                  </a:cubicBezTo>
                  <a:cubicBezTo>
                    <a:pt x="546227" y="960318"/>
                    <a:pt x="553212" y="956127"/>
                    <a:pt x="564388" y="946348"/>
                  </a:cubicBezTo>
                  <a:lnTo>
                    <a:pt x="575564" y="937966"/>
                  </a:lnTo>
                  <a:lnTo>
                    <a:pt x="590931" y="923996"/>
                  </a:lnTo>
                  <a:cubicBezTo>
                    <a:pt x="599313" y="910026"/>
                    <a:pt x="613283" y="901644"/>
                    <a:pt x="620268" y="887674"/>
                  </a:cubicBezTo>
                  <a:cubicBezTo>
                    <a:pt x="625856" y="877895"/>
                    <a:pt x="627253" y="865322"/>
                    <a:pt x="637032" y="851352"/>
                  </a:cubicBezTo>
                  <a:cubicBezTo>
                    <a:pt x="638429" y="842970"/>
                    <a:pt x="644017" y="835985"/>
                    <a:pt x="651002" y="822015"/>
                  </a:cubicBezTo>
                  <a:cubicBezTo>
                    <a:pt x="653796" y="808045"/>
                    <a:pt x="660781" y="796869"/>
                    <a:pt x="666369" y="785693"/>
                  </a:cubicBezTo>
                  <a:cubicBezTo>
                    <a:pt x="667766" y="781502"/>
                    <a:pt x="670560" y="777311"/>
                    <a:pt x="671957" y="768929"/>
                  </a:cubicBezTo>
                  <a:cubicBezTo>
                    <a:pt x="673354" y="739592"/>
                    <a:pt x="687324" y="713049"/>
                    <a:pt x="685927" y="683712"/>
                  </a:cubicBezTo>
                  <a:cubicBezTo>
                    <a:pt x="691515" y="658566"/>
                    <a:pt x="694309" y="633420"/>
                    <a:pt x="697103" y="608274"/>
                  </a:cubicBezTo>
                  <a:cubicBezTo>
                    <a:pt x="698500" y="592907"/>
                    <a:pt x="697103" y="577540"/>
                    <a:pt x="699897" y="562173"/>
                  </a:cubicBezTo>
                  <a:cubicBezTo>
                    <a:pt x="701294" y="557982"/>
                    <a:pt x="701294" y="553791"/>
                    <a:pt x="701294" y="549600"/>
                  </a:cubicBezTo>
                  <a:lnTo>
                    <a:pt x="699897" y="537027"/>
                  </a:lnTo>
                  <a:cubicBezTo>
                    <a:pt x="699897" y="531439"/>
                    <a:pt x="702691" y="513278"/>
                    <a:pt x="702691" y="510484"/>
                  </a:cubicBezTo>
                  <a:cubicBezTo>
                    <a:pt x="697103" y="497911"/>
                    <a:pt x="701294" y="482544"/>
                    <a:pt x="701294" y="469971"/>
                  </a:cubicBezTo>
                  <a:lnTo>
                    <a:pt x="701294" y="414091"/>
                  </a:lnTo>
                  <a:close/>
                  <a:moveTo>
                    <a:pt x="676148" y="514675"/>
                  </a:moveTo>
                  <a:lnTo>
                    <a:pt x="674751" y="521660"/>
                  </a:lnTo>
                  <a:cubicBezTo>
                    <a:pt x="673354" y="527248"/>
                    <a:pt x="673354" y="531439"/>
                    <a:pt x="673354" y="537027"/>
                  </a:cubicBezTo>
                  <a:lnTo>
                    <a:pt x="674751" y="549600"/>
                  </a:lnTo>
                  <a:cubicBezTo>
                    <a:pt x="674751" y="552394"/>
                    <a:pt x="674751" y="555188"/>
                    <a:pt x="673354" y="557982"/>
                  </a:cubicBezTo>
                  <a:cubicBezTo>
                    <a:pt x="670560" y="573349"/>
                    <a:pt x="671957" y="590113"/>
                    <a:pt x="670560" y="605480"/>
                  </a:cubicBezTo>
                  <a:cubicBezTo>
                    <a:pt x="667766" y="629229"/>
                    <a:pt x="664972" y="654375"/>
                    <a:pt x="659384" y="682315"/>
                  </a:cubicBezTo>
                  <a:cubicBezTo>
                    <a:pt x="660781" y="711652"/>
                    <a:pt x="646811" y="738195"/>
                    <a:pt x="645414" y="766135"/>
                  </a:cubicBezTo>
                  <a:lnTo>
                    <a:pt x="642620" y="773120"/>
                  </a:lnTo>
                  <a:cubicBezTo>
                    <a:pt x="635635" y="787090"/>
                    <a:pt x="627253" y="799663"/>
                    <a:pt x="625856" y="815030"/>
                  </a:cubicBezTo>
                  <a:lnTo>
                    <a:pt x="618871" y="824809"/>
                  </a:lnTo>
                  <a:cubicBezTo>
                    <a:pt x="616077" y="830397"/>
                    <a:pt x="613283" y="835985"/>
                    <a:pt x="611886" y="842970"/>
                  </a:cubicBezTo>
                  <a:cubicBezTo>
                    <a:pt x="603504" y="852749"/>
                    <a:pt x="602107" y="863925"/>
                    <a:pt x="596519" y="875101"/>
                  </a:cubicBezTo>
                  <a:cubicBezTo>
                    <a:pt x="590931" y="887674"/>
                    <a:pt x="576961" y="897453"/>
                    <a:pt x="569976" y="908629"/>
                  </a:cubicBezTo>
                  <a:lnTo>
                    <a:pt x="560197" y="915614"/>
                  </a:lnTo>
                  <a:lnTo>
                    <a:pt x="547624" y="925393"/>
                  </a:lnTo>
                  <a:lnTo>
                    <a:pt x="540639" y="930981"/>
                  </a:lnTo>
                  <a:lnTo>
                    <a:pt x="535051" y="936569"/>
                  </a:lnTo>
                  <a:lnTo>
                    <a:pt x="525272" y="942157"/>
                  </a:lnTo>
                  <a:cubicBezTo>
                    <a:pt x="512699" y="947745"/>
                    <a:pt x="500126" y="949142"/>
                    <a:pt x="488950" y="958921"/>
                  </a:cubicBezTo>
                  <a:cubicBezTo>
                    <a:pt x="473583" y="965906"/>
                    <a:pt x="458216" y="972891"/>
                    <a:pt x="442849" y="979876"/>
                  </a:cubicBezTo>
                  <a:cubicBezTo>
                    <a:pt x="409321" y="988258"/>
                    <a:pt x="353441" y="1006419"/>
                    <a:pt x="319913" y="1002228"/>
                  </a:cubicBezTo>
                  <a:lnTo>
                    <a:pt x="289179" y="999434"/>
                  </a:lnTo>
                  <a:cubicBezTo>
                    <a:pt x="251460" y="993846"/>
                    <a:pt x="205359" y="968700"/>
                    <a:pt x="170434" y="953333"/>
                  </a:cubicBezTo>
                  <a:cubicBezTo>
                    <a:pt x="136906" y="921202"/>
                    <a:pt x="96393" y="896056"/>
                    <a:pt x="71247" y="856940"/>
                  </a:cubicBezTo>
                  <a:cubicBezTo>
                    <a:pt x="69850" y="852749"/>
                    <a:pt x="68453" y="848558"/>
                    <a:pt x="64262" y="841573"/>
                  </a:cubicBezTo>
                  <a:cubicBezTo>
                    <a:pt x="53086" y="813633"/>
                    <a:pt x="41910" y="784296"/>
                    <a:pt x="43307" y="753562"/>
                  </a:cubicBezTo>
                  <a:cubicBezTo>
                    <a:pt x="75438" y="754959"/>
                    <a:pt x="107569" y="760547"/>
                    <a:pt x="138303" y="753562"/>
                  </a:cubicBezTo>
                  <a:cubicBezTo>
                    <a:pt x="157861" y="754959"/>
                    <a:pt x="177419" y="760547"/>
                    <a:pt x="196977" y="757753"/>
                  </a:cubicBezTo>
                  <a:cubicBezTo>
                    <a:pt x="199771" y="761944"/>
                    <a:pt x="201168" y="766135"/>
                    <a:pt x="206756" y="775914"/>
                  </a:cubicBezTo>
                  <a:lnTo>
                    <a:pt x="209550" y="787090"/>
                  </a:lnTo>
                  <a:cubicBezTo>
                    <a:pt x="212344" y="794075"/>
                    <a:pt x="216535" y="801060"/>
                    <a:pt x="223520" y="806648"/>
                  </a:cubicBezTo>
                  <a:cubicBezTo>
                    <a:pt x="241681" y="849955"/>
                    <a:pt x="283591" y="873704"/>
                    <a:pt x="333883" y="877895"/>
                  </a:cubicBezTo>
                  <a:lnTo>
                    <a:pt x="345059" y="879292"/>
                  </a:lnTo>
                  <a:cubicBezTo>
                    <a:pt x="350647" y="879292"/>
                    <a:pt x="354838" y="879292"/>
                    <a:pt x="363220" y="877895"/>
                  </a:cubicBezTo>
                  <a:lnTo>
                    <a:pt x="371602" y="877895"/>
                  </a:lnTo>
                  <a:lnTo>
                    <a:pt x="392557" y="872307"/>
                  </a:lnTo>
                  <a:cubicBezTo>
                    <a:pt x="417703" y="866719"/>
                    <a:pt x="431673" y="858337"/>
                    <a:pt x="447040" y="840176"/>
                  </a:cubicBezTo>
                  <a:lnTo>
                    <a:pt x="454025" y="833191"/>
                  </a:lnTo>
                  <a:lnTo>
                    <a:pt x="463804" y="826206"/>
                  </a:lnTo>
                  <a:cubicBezTo>
                    <a:pt x="484759" y="805251"/>
                    <a:pt x="500126" y="784296"/>
                    <a:pt x="511302" y="757753"/>
                  </a:cubicBezTo>
                  <a:cubicBezTo>
                    <a:pt x="515493" y="750768"/>
                    <a:pt x="519684" y="745180"/>
                    <a:pt x="519684" y="736798"/>
                  </a:cubicBezTo>
                  <a:lnTo>
                    <a:pt x="522478" y="729813"/>
                  </a:lnTo>
                  <a:cubicBezTo>
                    <a:pt x="523875" y="728416"/>
                    <a:pt x="525272" y="725622"/>
                    <a:pt x="528066" y="721431"/>
                  </a:cubicBezTo>
                  <a:cubicBezTo>
                    <a:pt x="539242" y="697682"/>
                    <a:pt x="536448" y="666948"/>
                    <a:pt x="537845" y="641802"/>
                  </a:cubicBezTo>
                  <a:cubicBezTo>
                    <a:pt x="539242" y="629229"/>
                    <a:pt x="537845" y="615259"/>
                    <a:pt x="537845" y="602686"/>
                  </a:cubicBezTo>
                  <a:cubicBezTo>
                    <a:pt x="537845" y="562173"/>
                    <a:pt x="491744" y="580334"/>
                    <a:pt x="474980" y="595701"/>
                  </a:cubicBezTo>
                  <a:cubicBezTo>
                    <a:pt x="472186" y="597098"/>
                    <a:pt x="469392" y="598495"/>
                    <a:pt x="466598" y="599892"/>
                  </a:cubicBezTo>
                  <a:lnTo>
                    <a:pt x="456819" y="606877"/>
                  </a:lnTo>
                  <a:lnTo>
                    <a:pt x="448437" y="611068"/>
                  </a:lnTo>
                  <a:lnTo>
                    <a:pt x="435864" y="616656"/>
                  </a:lnTo>
                  <a:cubicBezTo>
                    <a:pt x="421894" y="623641"/>
                    <a:pt x="403733" y="625038"/>
                    <a:pt x="388366" y="626435"/>
                  </a:cubicBezTo>
                  <a:cubicBezTo>
                    <a:pt x="343662" y="634817"/>
                    <a:pt x="300355" y="650184"/>
                    <a:pt x="254254" y="637611"/>
                  </a:cubicBezTo>
                  <a:cubicBezTo>
                    <a:pt x="243078" y="634817"/>
                    <a:pt x="231902" y="630626"/>
                    <a:pt x="220726" y="627832"/>
                  </a:cubicBezTo>
                  <a:cubicBezTo>
                    <a:pt x="187198" y="618053"/>
                    <a:pt x="162052" y="608274"/>
                    <a:pt x="141097" y="591510"/>
                  </a:cubicBezTo>
                  <a:lnTo>
                    <a:pt x="132715" y="585922"/>
                  </a:lnTo>
                  <a:cubicBezTo>
                    <a:pt x="110363" y="562173"/>
                    <a:pt x="90805" y="538424"/>
                    <a:pt x="75438" y="511881"/>
                  </a:cubicBezTo>
                  <a:cubicBezTo>
                    <a:pt x="64262" y="489529"/>
                    <a:pt x="47498" y="471368"/>
                    <a:pt x="40513" y="442031"/>
                  </a:cubicBezTo>
                  <a:cubicBezTo>
                    <a:pt x="26543" y="422473"/>
                    <a:pt x="26543" y="384754"/>
                    <a:pt x="26543" y="340050"/>
                  </a:cubicBezTo>
                  <a:cubicBezTo>
                    <a:pt x="26543" y="330271"/>
                    <a:pt x="27940" y="319095"/>
                    <a:pt x="29337" y="312110"/>
                  </a:cubicBezTo>
                  <a:cubicBezTo>
                    <a:pt x="29337" y="298140"/>
                    <a:pt x="33528" y="282773"/>
                    <a:pt x="34925" y="268803"/>
                  </a:cubicBezTo>
                  <a:cubicBezTo>
                    <a:pt x="41910" y="225496"/>
                    <a:pt x="62865" y="193365"/>
                    <a:pt x="89408" y="162631"/>
                  </a:cubicBezTo>
                  <a:lnTo>
                    <a:pt x="117348" y="129103"/>
                  </a:lnTo>
                  <a:cubicBezTo>
                    <a:pt x="135509" y="108148"/>
                    <a:pt x="155067" y="87193"/>
                    <a:pt x="173228" y="76017"/>
                  </a:cubicBezTo>
                  <a:cubicBezTo>
                    <a:pt x="201168" y="57856"/>
                    <a:pt x="241681" y="45283"/>
                    <a:pt x="278003" y="38298"/>
                  </a:cubicBezTo>
                  <a:lnTo>
                    <a:pt x="303149" y="31313"/>
                  </a:lnTo>
                  <a:cubicBezTo>
                    <a:pt x="310134" y="28519"/>
                    <a:pt x="317119" y="28519"/>
                    <a:pt x="322707" y="28519"/>
                  </a:cubicBezTo>
                  <a:cubicBezTo>
                    <a:pt x="326898" y="27122"/>
                    <a:pt x="329692" y="28519"/>
                    <a:pt x="331089" y="28519"/>
                  </a:cubicBezTo>
                  <a:cubicBezTo>
                    <a:pt x="343662" y="27122"/>
                    <a:pt x="357632" y="25725"/>
                    <a:pt x="370205" y="27122"/>
                  </a:cubicBezTo>
                  <a:cubicBezTo>
                    <a:pt x="407924" y="36901"/>
                    <a:pt x="442849" y="45283"/>
                    <a:pt x="483362" y="55062"/>
                  </a:cubicBezTo>
                  <a:lnTo>
                    <a:pt x="491744" y="60650"/>
                  </a:lnTo>
                  <a:lnTo>
                    <a:pt x="498729" y="63444"/>
                  </a:lnTo>
                  <a:cubicBezTo>
                    <a:pt x="502920" y="67635"/>
                    <a:pt x="508508" y="71826"/>
                    <a:pt x="514096" y="71826"/>
                  </a:cubicBezTo>
                  <a:cubicBezTo>
                    <a:pt x="522478" y="73223"/>
                    <a:pt x="546227" y="94178"/>
                    <a:pt x="558800" y="99766"/>
                  </a:cubicBezTo>
                  <a:cubicBezTo>
                    <a:pt x="576961" y="122118"/>
                    <a:pt x="603504" y="141676"/>
                    <a:pt x="616077" y="172410"/>
                  </a:cubicBezTo>
                  <a:cubicBezTo>
                    <a:pt x="623062" y="179395"/>
                    <a:pt x="627253" y="187777"/>
                    <a:pt x="628650" y="194762"/>
                  </a:cubicBezTo>
                  <a:lnTo>
                    <a:pt x="638429" y="212923"/>
                  </a:lnTo>
                  <a:cubicBezTo>
                    <a:pt x="655193" y="236672"/>
                    <a:pt x="660781" y="285567"/>
                    <a:pt x="667766" y="317698"/>
                  </a:cubicBezTo>
                  <a:lnTo>
                    <a:pt x="667766" y="326080"/>
                  </a:lnTo>
                  <a:cubicBezTo>
                    <a:pt x="669163" y="333065"/>
                    <a:pt x="670560" y="340050"/>
                    <a:pt x="673354" y="354020"/>
                  </a:cubicBezTo>
                  <a:cubicBezTo>
                    <a:pt x="673354" y="358211"/>
                    <a:pt x="673354" y="363799"/>
                    <a:pt x="674751" y="373578"/>
                  </a:cubicBezTo>
                  <a:cubicBezTo>
                    <a:pt x="673354" y="380563"/>
                    <a:pt x="674751" y="387548"/>
                    <a:pt x="676148" y="391739"/>
                  </a:cubicBezTo>
                  <a:lnTo>
                    <a:pt x="677545" y="398724"/>
                  </a:lnTo>
                  <a:cubicBezTo>
                    <a:pt x="677545" y="401518"/>
                    <a:pt x="676148" y="404312"/>
                    <a:pt x="674751" y="411297"/>
                  </a:cubicBezTo>
                  <a:lnTo>
                    <a:pt x="674751" y="469971"/>
                  </a:lnTo>
                  <a:cubicBezTo>
                    <a:pt x="674751" y="485338"/>
                    <a:pt x="671957" y="500705"/>
                    <a:pt x="676148" y="514675"/>
                  </a:cubicBez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0" name="Titel 1">
            <a:extLst>
              <a:ext uri="{FF2B5EF4-FFF2-40B4-BE49-F238E27FC236}">
                <a16:creationId xmlns:a16="http://schemas.microsoft.com/office/drawing/2014/main" id="{37689DDD-5221-4389-A766-4DC125100529}"/>
              </a:ext>
            </a:extLst>
          </p:cNvPr>
          <p:cNvSpPr txBox="1">
            <a:spLocks/>
          </p:cNvSpPr>
          <p:nvPr/>
        </p:nvSpPr>
        <p:spPr bwMode="gray">
          <a:xfrm>
            <a:off x="847725" y="2942334"/>
            <a:ext cx="10440985" cy="155811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6000"/>
              </a:lnSpc>
              <a:spcBef>
                <a:spcPct val="0"/>
              </a:spcBef>
              <a:buNone/>
              <a:defRPr sz="55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Algorithmen</a:t>
            </a:r>
            <a:br>
              <a:rPr lang="de-DE" dirty="0"/>
            </a:br>
            <a:r>
              <a:rPr lang="de-DE" dirty="0">
                <a:solidFill>
                  <a:schemeClr val="accent2"/>
                </a:solidFill>
              </a:rPr>
              <a:t>Direkt für Dich.</a:t>
            </a:r>
          </a:p>
        </p:txBody>
      </p:sp>
    </p:spTree>
    <p:extLst>
      <p:ext uri="{BB962C8B-B14F-4D97-AF65-F5344CB8AC3E}">
        <p14:creationId xmlns:p14="http://schemas.microsoft.com/office/powerpoint/2010/main" val="28782892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5055F1-2120-4831-A7D8-3E636F229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Algorithmen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6B7923-9AAC-4432-B5CE-80B5E1AC2DA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ist eine Schritt-für-Schritt-Anleitung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um ein Problem zu lösen</a:t>
            </a:r>
          </a:p>
        </p:txBody>
      </p:sp>
    </p:spTree>
    <p:extLst>
      <p:ext uri="{BB962C8B-B14F-4D97-AF65-F5344CB8AC3E}">
        <p14:creationId xmlns:p14="http://schemas.microsoft.com/office/powerpoint/2010/main" val="22895898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7B9C5D-741D-43CF-BB08-6C98E3291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Algorithmen: Übung	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0B8836-A16F-4AC3-8D1E-E7AAA71F8F4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Schreibe ein Programm, das die Zahlen von </a:t>
            </a:r>
            <a:r>
              <a:rPr lang="de-DE" b="1" dirty="0"/>
              <a:t>1</a:t>
            </a:r>
            <a:r>
              <a:rPr lang="de-DE" dirty="0"/>
              <a:t> bis </a:t>
            </a:r>
            <a:r>
              <a:rPr lang="de-DE" b="1" dirty="0"/>
              <a:t>21</a:t>
            </a:r>
            <a:r>
              <a:rPr lang="de-DE" dirty="0"/>
              <a:t> ausgibt.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Folgenden Regeln:</a:t>
            </a:r>
          </a:p>
          <a:p>
            <a:pPr marL="522900" lvl="1" indent="-342900"/>
            <a:r>
              <a:rPr lang="de-DE" dirty="0"/>
              <a:t>Wenn die Zahl durch </a:t>
            </a:r>
            <a:r>
              <a:rPr lang="de-DE" b="1" dirty="0"/>
              <a:t>3</a:t>
            </a:r>
            <a:r>
              <a:rPr lang="de-DE" dirty="0"/>
              <a:t> teilbar ist → gib „</a:t>
            </a:r>
            <a:r>
              <a:rPr lang="de-DE" b="1" dirty="0"/>
              <a:t>Fizz</a:t>
            </a:r>
            <a:r>
              <a:rPr lang="de-DE" dirty="0"/>
              <a:t>“ aus.</a:t>
            </a:r>
          </a:p>
          <a:p>
            <a:pPr marL="522900" lvl="1" indent="-342900"/>
            <a:r>
              <a:rPr lang="de-DE" dirty="0"/>
              <a:t>Wenn die Zahl durch </a:t>
            </a:r>
            <a:r>
              <a:rPr lang="de-DE" b="1" dirty="0"/>
              <a:t>5</a:t>
            </a:r>
            <a:r>
              <a:rPr lang="de-DE" dirty="0"/>
              <a:t> teilbar ist → gib „</a:t>
            </a:r>
            <a:r>
              <a:rPr lang="de-DE" b="1" dirty="0"/>
              <a:t>Buzz</a:t>
            </a:r>
            <a:r>
              <a:rPr lang="de-DE" dirty="0"/>
              <a:t>“ aus.</a:t>
            </a:r>
          </a:p>
          <a:p>
            <a:pPr marL="522900" lvl="1" indent="-342900"/>
            <a:r>
              <a:rPr lang="de-DE" dirty="0"/>
              <a:t>Wenn die Zahl durch </a:t>
            </a:r>
            <a:r>
              <a:rPr lang="de-DE" b="1" dirty="0"/>
              <a:t>3</a:t>
            </a:r>
            <a:r>
              <a:rPr lang="de-DE" dirty="0"/>
              <a:t> und </a:t>
            </a:r>
            <a:r>
              <a:rPr lang="de-DE" b="1" dirty="0"/>
              <a:t>5</a:t>
            </a:r>
            <a:r>
              <a:rPr lang="de-DE" dirty="0"/>
              <a:t> teilbar ist → gib „</a:t>
            </a:r>
            <a:r>
              <a:rPr lang="de-DE" b="1" dirty="0"/>
              <a:t>FizzBuzz</a:t>
            </a:r>
            <a:r>
              <a:rPr lang="de-DE" dirty="0"/>
              <a:t>“ aus.</a:t>
            </a:r>
          </a:p>
          <a:p>
            <a:pPr marL="522900" lvl="1" indent="-342900"/>
            <a:r>
              <a:rPr lang="de-DE" dirty="0"/>
              <a:t>Ansonsten → gib die Zahl selbst aus.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382749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8612D-C411-E476-9D4E-EABA1C23B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1386D8-0EF7-EEB6-CB9F-A24E68E62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Algorithmen: Erwartetes Ergebnis	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9FB6781-1A24-6A22-771F-3C7B0EF941A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5" y="1665287"/>
            <a:ext cx="2335258" cy="4751387"/>
          </a:xfrm>
        </p:spPr>
        <p:txBody>
          <a:bodyPr/>
          <a:lstStyle/>
          <a:p>
            <a:r>
              <a:rPr lang="de-DE" sz="1800" dirty="0">
                <a:latin typeface="Consolas" panose="020B0609020204030204" pitchFamily="49" charset="0"/>
              </a:rPr>
              <a:t>1</a:t>
            </a:r>
          </a:p>
          <a:p>
            <a:r>
              <a:rPr lang="de-DE" sz="1800" dirty="0">
                <a:latin typeface="Consolas" panose="020B0609020204030204" pitchFamily="49" charset="0"/>
              </a:rPr>
              <a:t>2</a:t>
            </a:r>
          </a:p>
          <a:p>
            <a:r>
              <a:rPr lang="de-DE" sz="1800" dirty="0">
                <a:latin typeface="Consolas" panose="020B0609020204030204" pitchFamily="49" charset="0"/>
              </a:rPr>
              <a:t>Fizz</a:t>
            </a:r>
          </a:p>
          <a:p>
            <a:r>
              <a:rPr lang="de-DE" sz="1800" dirty="0">
                <a:latin typeface="Consolas" panose="020B0609020204030204" pitchFamily="49" charset="0"/>
              </a:rPr>
              <a:t>4</a:t>
            </a:r>
          </a:p>
          <a:p>
            <a:r>
              <a:rPr lang="de-DE" sz="1800" dirty="0">
                <a:latin typeface="Consolas" panose="020B0609020204030204" pitchFamily="49" charset="0"/>
              </a:rPr>
              <a:t>Buzz</a:t>
            </a:r>
          </a:p>
          <a:p>
            <a:r>
              <a:rPr lang="de-DE" sz="1800" dirty="0">
                <a:latin typeface="Consolas" panose="020B0609020204030204" pitchFamily="49" charset="0"/>
              </a:rPr>
              <a:t>Fizz</a:t>
            </a:r>
          </a:p>
          <a:p>
            <a:r>
              <a:rPr lang="de-DE" sz="1800" dirty="0">
                <a:latin typeface="Consolas" panose="020B0609020204030204" pitchFamily="49" charset="0"/>
              </a:rPr>
              <a:t>7</a:t>
            </a:r>
          </a:p>
          <a:p>
            <a:r>
              <a:rPr lang="de-DE" sz="1800" dirty="0">
                <a:latin typeface="Consolas" panose="020B0609020204030204" pitchFamily="49" charset="0"/>
              </a:rPr>
              <a:t>8</a:t>
            </a:r>
          </a:p>
          <a:p>
            <a:r>
              <a:rPr lang="de-DE" sz="1800" dirty="0">
                <a:latin typeface="Consolas" panose="020B0609020204030204" pitchFamily="49" charset="0"/>
              </a:rPr>
              <a:t>Fizz</a:t>
            </a:r>
          </a:p>
          <a:p>
            <a:r>
              <a:rPr lang="de-DE" sz="1800" dirty="0">
                <a:latin typeface="Consolas" panose="020B0609020204030204" pitchFamily="49" charset="0"/>
              </a:rPr>
              <a:t>Buzz</a:t>
            </a:r>
          </a:p>
          <a:p>
            <a:r>
              <a:rPr lang="de-DE" sz="1800" dirty="0">
                <a:latin typeface="Consolas" panose="020B0609020204030204" pitchFamily="49" charset="0"/>
              </a:rPr>
              <a:t>11</a:t>
            </a:r>
          </a:p>
          <a:p>
            <a:r>
              <a:rPr lang="de-DE" sz="1800" dirty="0">
                <a:latin typeface="Consolas" panose="020B0609020204030204" pitchFamily="49" charset="0"/>
              </a:rPr>
              <a:t>Fizz</a:t>
            </a: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0BA67A06-F9F4-5BA9-22B7-7E66D90D8712}"/>
              </a:ext>
            </a:extLst>
          </p:cNvPr>
          <p:cNvSpPr txBox="1">
            <a:spLocks/>
          </p:cNvSpPr>
          <p:nvPr/>
        </p:nvSpPr>
        <p:spPr bwMode="gray">
          <a:xfrm>
            <a:off x="4100376" y="1665286"/>
            <a:ext cx="2335258" cy="47513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2865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Hind" panose="02000000000000000000" pitchFamily="2" charset="0"/>
              <a:buChar char="॰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1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Hind" panose="02000000000000000000" pitchFamily="2" charset="0"/>
              <a:buChar char="॰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9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Hind" panose="02000000000000000000" pitchFamily="2" charset="0"/>
              <a:buChar char="॰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17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Hind" panose="02000000000000000000" pitchFamily="2" charset="0"/>
              <a:buChar char="॰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3464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Hind" panose="02000000000000000000" pitchFamily="2" charset="0"/>
              <a:buChar char="॰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53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Hind" panose="02000000000000000000" pitchFamily="2" charset="0"/>
              <a:buChar char="॰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71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Hind" panose="02000000000000000000" pitchFamily="2" charset="0"/>
              <a:buChar char="॰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dirty="0">
                <a:latin typeface="Consolas" panose="020B0609020204030204" pitchFamily="49" charset="0"/>
              </a:rPr>
              <a:t>13</a:t>
            </a:r>
          </a:p>
          <a:p>
            <a:r>
              <a:rPr lang="de-DE" sz="1800" dirty="0">
                <a:latin typeface="Consolas" panose="020B0609020204030204" pitchFamily="49" charset="0"/>
              </a:rPr>
              <a:t>14</a:t>
            </a:r>
          </a:p>
          <a:p>
            <a:r>
              <a:rPr lang="de-DE" sz="1800" dirty="0">
                <a:latin typeface="Consolas" panose="020B0609020204030204" pitchFamily="49" charset="0"/>
              </a:rPr>
              <a:t>FizzBuzz</a:t>
            </a:r>
          </a:p>
          <a:p>
            <a:r>
              <a:rPr lang="de-DE" sz="1800" dirty="0">
                <a:latin typeface="Consolas" panose="020B0609020204030204" pitchFamily="49" charset="0"/>
              </a:rPr>
              <a:t>16</a:t>
            </a:r>
          </a:p>
          <a:p>
            <a:r>
              <a:rPr lang="de-DE" sz="1800" dirty="0">
                <a:latin typeface="Consolas" panose="020B0609020204030204" pitchFamily="49" charset="0"/>
              </a:rPr>
              <a:t>17</a:t>
            </a:r>
          </a:p>
          <a:p>
            <a:r>
              <a:rPr lang="de-DE" sz="1800" dirty="0">
                <a:latin typeface="Consolas" panose="020B0609020204030204" pitchFamily="49" charset="0"/>
              </a:rPr>
              <a:t>Fizz</a:t>
            </a:r>
          </a:p>
          <a:p>
            <a:r>
              <a:rPr lang="de-DE" sz="1800" dirty="0">
                <a:latin typeface="Consolas" panose="020B0609020204030204" pitchFamily="49" charset="0"/>
              </a:rPr>
              <a:t>19</a:t>
            </a:r>
          </a:p>
          <a:p>
            <a:r>
              <a:rPr lang="de-DE" sz="1800" dirty="0">
                <a:latin typeface="Consolas" panose="020B0609020204030204" pitchFamily="49" charset="0"/>
              </a:rPr>
              <a:t>Buzz</a:t>
            </a:r>
          </a:p>
        </p:txBody>
      </p:sp>
    </p:spTree>
    <p:extLst>
      <p:ext uri="{BB962C8B-B14F-4D97-AF65-F5344CB8AC3E}">
        <p14:creationId xmlns:p14="http://schemas.microsoft.com/office/powerpoint/2010/main" val="15473803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B181FB-EA0E-4572-9FD5-1F14017C3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Algorithmen: Lösungsbeispiel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80991BF-2C76-C7BE-B962-C1F49892672D}"/>
              </a:ext>
            </a:extLst>
          </p:cNvPr>
          <p:cNvSpPr txBox="1"/>
          <p:nvPr/>
        </p:nvSpPr>
        <p:spPr>
          <a:xfrm>
            <a:off x="695325" y="1817470"/>
            <a:ext cx="11128592" cy="4721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de-DE" b="0" dirty="0" err="1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$i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$i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-le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$i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Zuerst auf Teilbarkeit durch 3 und 5 prüfen,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da diese Bedingung spezieller ist als die einzelnen Teilbarkeiten.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$i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 err="1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eq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-and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$i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 err="1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eq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{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FizzBuzz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elseif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$i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 err="1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eq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de-DE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Fizz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elseif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$i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 err="1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eq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de-DE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Buzz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$i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7123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1C7FA5-A2AA-3353-710F-0ACA8ABC4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Datenbanken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0E43401-D83F-B081-AACF-8DE01D72B79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Kurzer Exkurs in SQL und SQL Management Studio</a:t>
            </a:r>
          </a:p>
          <a:p>
            <a:pPr marL="522900" lvl="1" indent="-342900"/>
            <a:r>
              <a:rPr lang="de-DE" dirty="0"/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8662369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D466F-D3FF-95D4-02C5-CD25E5C7A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A298FB-B311-AB4F-513D-847AFBCEA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Frontend und Backend </a:t>
            </a: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EA2B97-3B5A-F25A-567D-8A64F19ED13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Zusammenhang</a:t>
            </a:r>
          </a:p>
          <a:p>
            <a:pPr marL="522900" lvl="1" indent="-342900"/>
            <a:r>
              <a:rPr lang="de-DE" dirty="0"/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6531776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24AF3DD-0875-30D6-ED09-9597ECC5A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676531"/>
            <a:ext cx="10117137" cy="769441"/>
          </a:xfrm>
        </p:spPr>
        <p:txBody>
          <a:bodyPr/>
          <a:lstStyle/>
          <a:p>
            <a:r>
              <a:rPr lang="de-DE" dirty="0"/>
              <a:t>Fragen? Feedback!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AC8CF9E-273C-A3C1-F620-7191944F0DE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5326" y="3563348"/>
            <a:ext cx="10117136" cy="615553"/>
          </a:xfrm>
        </p:spPr>
        <p:txBody>
          <a:bodyPr/>
          <a:lstStyle/>
          <a:p>
            <a:r>
              <a:rPr lang="de-DE" dirty="0"/>
              <a:t>- Danke -</a:t>
            </a:r>
          </a:p>
        </p:txBody>
      </p:sp>
    </p:spTree>
    <p:extLst>
      <p:ext uri="{BB962C8B-B14F-4D97-AF65-F5344CB8AC3E}">
        <p14:creationId xmlns:p14="http://schemas.microsoft.com/office/powerpoint/2010/main" val="3856788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52161BB-76E9-4074-8C32-CFD123DC0C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Sascha Püttner</a:t>
            </a:r>
          </a:p>
          <a:p>
            <a:pPr lvl="1"/>
            <a:r>
              <a:rPr lang="de-DE" dirty="0"/>
              <a:t>Digital Factory</a:t>
            </a:r>
          </a:p>
          <a:p>
            <a:pPr lvl="1"/>
            <a:r>
              <a:rPr lang="de-DE" dirty="0"/>
              <a:t>Sascha.Puettner@big-direkt.de</a:t>
            </a:r>
          </a:p>
          <a:p>
            <a:pPr lvl="1"/>
            <a:r>
              <a:rPr lang="de-DE" dirty="0"/>
              <a:t>+49 231 5557 1038</a:t>
            </a:r>
          </a:p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F523606-B1E5-4EF2-8617-2E9C4DD6AB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Sven Seyfert</a:t>
            </a:r>
          </a:p>
          <a:p>
            <a:pPr lvl="1"/>
            <a:r>
              <a:rPr lang="de-DE" dirty="0"/>
              <a:t>Digital Factory</a:t>
            </a:r>
          </a:p>
          <a:p>
            <a:pPr lvl="1"/>
            <a:r>
              <a:rPr lang="de-DE" dirty="0"/>
              <a:t>sven.seyfert@big-direkt.de </a:t>
            </a:r>
          </a:p>
          <a:p>
            <a:pPr lvl="1"/>
            <a:r>
              <a:rPr lang="de-DE"/>
              <a:t>+</a:t>
            </a:r>
            <a:r>
              <a:rPr lang="de-DE" dirty="0"/>
              <a:t>49 231 </a:t>
            </a:r>
            <a:r>
              <a:rPr lang="de-DE"/>
              <a:t>5557 1277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435467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DG PPT Master">
  <a:themeElements>
    <a:clrScheme name="Farben_BDG">
      <a:dk1>
        <a:srgbClr val="014785"/>
      </a:dk1>
      <a:lt1>
        <a:sysClr val="window" lastClr="FFFFFF"/>
      </a:lt1>
      <a:dk2>
        <a:srgbClr val="000000"/>
      </a:dk2>
      <a:lt2>
        <a:srgbClr val="E1E9F2"/>
      </a:lt2>
      <a:accent1>
        <a:srgbClr val="014785"/>
      </a:accent1>
      <a:accent2>
        <a:srgbClr val="FEA121"/>
      </a:accent2>
      <a:accent3>
        <a:srgbClr val="BDCEE0"/>
      </a:accent3>
      <a:accent4>
        <a:srgbClr val="E1E9F2"/>
      </a:accent4>
      <a:accent5>
        <a:srgbClr val="FED090"/>
      </a:accent5>
      <a:accent6>
        <a:srgbClr val="F4F6F9"/>
      </a:accent6>
      <a:hlink>
        <a:srgbClr val="014785"/>
      </a:hlink>
      <a:folHlink>
        <a:srgbClr val="FEA121"/>
      </a:folHlink>
    </a:clrScheme>
    <a:fontScheme name="Schriften_BDG">
      <a:majorFont>
        <a:latin typeface="Hind "/>
        <a:ea typeface=""/>
        <a:cs typeface=""/>
      </a:majorFont>
      <a:minorFont>
        <a:latin typeface="Hi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216000" tIns="144000" rIns="216000" bIns="144000" rtlCol="0" anchor="t"/>
      <a:lstStyle>
        <a:defPPr algn="l">
          <a:defRPr sz="2000"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bg2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noAutofit/>
      </a:bodyPr>
      <a:lstStyle>
        <a:defPPr algn="l">
          <a:defRPr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G_Folienmaster2.0 2025.pptx" id="{667249FA-1797-417D-B2C2-A5280B0652C5}" vid="{F15432C4-89E0-4C03-810C-31F35EF47179}"/>
    </a:ext>
  </a:extLst>
</a:theme>
</file>

<file path=ppt/theme/theme2.xml><?xml version="1.0" encoding="utf-8"?>
<a:theme xmlns:a="http://schemas.openxmlformats.org/drawingml/2006/main" name="Office">
  <a:themeElements>
    <a:clrScheme name="Farben_BDG">
      <a:dk1>
        <a:srgbClr val="014785"/>
      </a:dk1>
      <a:lt1>
        <a:sysClr val="window" lastClr="FFFFFF"/>
      </a:lt1>
      <a:dk2>
        <a:srgbClr val="000000"/>
      </a:dk2>
      <a:lt2>
        <a:srgbClr val="E1E9F2"/>
      </a:lt2>
      <a:accent1>
        <a:srgbClr val="014785"/>
      </a:accent1>
      <a:accent2>
        <a:srgbClr val="FEA121"/>
      </a:accent2>
      <a:accent3>
        <a:srgbClr val="BDCEE0"/>
      </a:accent3>
      <a:accent4>
        <a:srgbClr val="E1E9F2"/>
      </a:accent4>
      <a:accent5>
        <a:srgbClr val="FED090"/>
      </a:accent5>
      <a:accent6>
        <a:srgbClr val="F4F6F9"/>
      </a:accent6>
      <a:hlink>
        <a:srgbClr val="014785"/>
      </a:hlink>
      <a:folHlink>
        <a:srgbClr val="FEA121"/>
      </a:folHlink>
    </a:clrScheme>
    <a:fontScheme name="Schriften_BDG">
      <a:majorFont>
        <a:latin typeface="Hind "/>
        <a:ea typeface=""/>
        <a:cs typeface=""/>
      </a:majorFont>
      <a:minorFont>
        <a:latin typeface="Hi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Farben_BDG">
      <a:dk1>
        <a:srgbClr val="014785"/>
      </a:dk1>
      <a:lt1>
        <a:sysClr val="window" lastClr="FFFFFF"/>
      </a:lt1>
      <a:dk2>
        <a:srgbClr val="000000"/>
      </a:dk2>
      <a:lt2>
        <a:srgbClr val="E1E9F2"/>
      </a:lt2>
      <a:accent1>
        <a:srgbClr val="014785"/>
      </a:accent1>
      <a:accent2>
        <a:srgbClr val="FEA121"/>
      </a:accent2>
      <a:accent3>
        <a:srgbClr val="BDCEE0"/>
      </a:accent3>
      <a:accent4>
        <a:srgbClr val="E1E9F2"/>
      </a:accent4>
      <a:accent5>
        <a:srgbClr val="FED090"/>
      </a:accent5>
      <a:accent6>
        <a:srgbClr val="F4F6F9"/>
      </a:accent6>
      <a:hlink>
        <a:srgbClr val="014785"/>
      </a:hlink>
      <a:folHlink>
        <a:srgbClr val="FEA121"/>
      </a:folHlink>
    </a:clrScheme>
    <a:fontScheme name="Schriften_BDG">
      <a:majorFont>
        <a:latin typeface="Hind "/>
        <a:ea typeface=""/>
        <a:cs typeface=""/>
      </a:majorFont>
      <a:minorFont>
        <a:latin typeface="Hi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BIG_Folienmaster2.0 2025</Template>
  <TotalTime>0</TotalTime>
  <Words>1508</Words>
  <Application>Microsoft Office PowerPoint</Application>
  <PresentationFormat>Breitbild</PresentationFormat>
  <Paragraphs>323</Paragraphs>
  <Slides>37</Slides>
  <Notes>1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37</vt:i4>
      </vt:variant>
    </vt:vector>
  </HeadingPairs>
  <TitlesOfParts>
    <vt:vector size="44" baseType="lpstr">
      <vt:lpstr>Arial</vt:lpstr>
      <vt:lpstr>Calibri</vt:lpstr>
      <vt:lpstr>Consolas</vt:lpstr>
      <vt:lpstr>Hind</vt:lpstr>
      <vt:lpstr>Hind </vt:lpstr>
      <vt:lpstr>BDG PPT Master</vt:lpstr>
      <vt:lpstr>think-cell Folie</vt:lpstr>
      <vt:lpstr>Programmiergrundlagen</vt:lpstr>
      <vt:lpstr>Agenda</vt:lpstr>
      <vt:lpstr>Gängige Programmiersprachen  Direkt für Dich.</vt:lpstr>
      <vt:lpstr>Programmiersprachen</vt:lpstr>
      <vt:lpstr>Programmierparadigmen Direkt für Dich.</vt:lpstr>
      <vt:lpstr>Programmierparadigmen</vt:lpstr>
      <vt:lpstr>IDEs &amp; Entwicklungsumgebungen Direkt für Dich.</vt:lpstr>
      <vt:lpstr>IDEs &amp; Entwicklungsumgebungen</vt:lpstr>
      <vt:lpstr>Hello World in verschiedenen Programmiersprachen Direkt für Dich.</vt:lpstr>
      <vt:lpstr>PowerShell </vt:lpstr>
      <vt:lpstr>GO</vt:lpstr>
      <vt:lpstr>Shell</vt:lpstr>
      <vt:lpstr>Variablen &amp; Datentypen Direkt für Dich.</vt:lpstr>
      <vt:lpstr>Variablen &amp; Datentypen </vt:lpstr>
      <vt:lpstr>PowerPoint-Präsentation</vt:lpstr>
      <vt:lpstr>Operatoren</vt:lpstr>
      <vt:lpstr>Vergleichsoperatoren</vt:lpstr>
      <vt:lpstr>Logische Operatoren</vt:lpstr>
      <vt:lpstr>Zuweisungsoperatoren</vt:lpstr>
      <vt:lpstr>PowerPoint-Präsentation</vt:lpstr>
      <vt:lpstr>If/Else</vt:lpstr>
      <vt:lpstr>If/ElseIf/Else</vt:lpstr>
      <vt:lpstr>Switch</vt:lpstr>
      <vt:lpstr>PowerPoint-Präsentation</vt:lpstr>
      <vt:lpstr>For-Schleife</vt:lpstr>
      <vt:lpstr>While-Schleife Kopfgesteuert</vt:lpstr>
      <vt:lpstr>Do-While-Schleife Fußgesteuert</vt:lpstr>
      <vt:lpstr>Foreach-Schleife</vt:lpstr>
      <vt:lpstr>PowerPoint-Präsentation</vt:lpstr>
      <vt:lpstr>Algorithmen</vt:lpstr>
      <vt:lpstr>Algorithmen: Übung </vt:lpstr>
      <vt:lpstr>Algorithmen: Erwartetes Ergebnis </vt:lpstr>
      <vt:lpstr>Algorithmen: Lösungsbeispiel</vt:lpstr>
      <vt:lpstr>Datenbanken</vt:lpstr>
      <vt:lpstr>Frontend und Backend  </vt:lpstr>
      <vt:lpstr>Fragen? Feedback!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2025-10-23T08:01:38Z</dcterms:created>
  <dcterms:modified xsi:type="dcterms:W3CDTF">2026-01-12T16:23:17Z</dcterms:modified>
</cp:coreProperties>
</file>